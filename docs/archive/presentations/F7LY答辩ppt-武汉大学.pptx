
<file path=[Content_Types].xml><?xml version="1.0" encoding="utf-8"?>
<Types xmlns="http://schemas.openxmlformats.org/package/2006/content-types">
  <Default Extension="emf" ContentType="image/x-emf"/>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notesSlides/notesSlide2.xml" ContentType="application/vnd.openxmlformats-officedocument.presentationml.notesSlide+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 id="2147483663" r:id="rId2"/>
  </p:sldMasterIdLst>
  <p:notesMasterIdLst>
    <p:notesMasterId r:id="rId17"/>
  </p:notesMasterIdLst>
  <p:handoutMasterIdLst>
    <p:handoutMasterId r:id="rId18"/>
  </p:handoutMasterIdLst>
  <p:sldIdLst>
    <p:sldId id="1746" r:id="rId3"/>
    <p:sldId id="1748" r:id="rId4"/>
    <p:sldId id="1762" r:id="rId5"/>
    <p:sldId id="1828" r:id="rId6"/>
    <p:sldId id="1732" r:id="rId7"/>
    <p:sldId id="1817" r:id="rId8"/>
    <p:sldId id="1830" r:id="rId9"/>
    <p:sldId id="1836" r:id="rId10"/>
    <p:sldId id="1837" r:id="rId11"/>
    <p:sldId id="1838" r:id="rId12"/>
    <p:sldId id="1839" r:id="rId13"/>
    <p:sldId id="1840" r:id="rId14"/>
    <p:sldId id="1835" r:id="rId15"/>
    <p:sldId id="1745" r:id="rId16"/>
  </p:sldIdLst>
  <p:sldSz cx="12192000" cy="6858000"/>
  <p:notesSz cx="6858000" cy="9144000"/>
  <p:embeddedFontLst>
    <p:embeddedFont>
      <p:font typeface="方正小标宋简体" panose="02010600030101010101" charset="-122"/>
      <p:regular r:id="rId19"/>
    </p:embeddedFont>
    <p:embeddedFont>
      <p:font typeface="Cambria" panose="02040503050406030204" pitchFamily="18" charset="0"/>
      <p:regular r:id="rId20"/>
      <p:bold r:id="rId21"/>
      <p:italic r:id="rId22"/>
      <p:boldItalic r:id="rId23"/>
    </p:embeddedFont>
    <p:embeddedFont>
      <p:font typeface="Century Gothic" panose="020B0502020202020204" pitchFamily="34" charset="0"/>
      <p:regular r:id="rId24"/>
      <p:bold r:id="rId25"/>
      <p:italic r:id="rId26"/>
      <p:boldItalic r:id="rId27"/>
    </p:embeddedFont>
    <p:embeddedFont>
      <p:font typeface="Sitka Small Semibold" pitchFamily="2" charset="0"/>
      <p:bold r:id="rId28"/>
      <p:boldItalic r:id="rId29"/>
    </p:embeddedFont>
    <p:embeddedFont>
      <p:font typeface="等线" panose="02010600030101010101" pitchFamily="2" charset="-122"/>
      <p:regular r:id="rId30"/>
      <p:bold r:id="rId31"/>
    </p:embeddedFont>
    <p:embeddedFont>
      <p:font typeface="等线 Light" panose="02010600030101010101" pitchFamily="2" charset="-122"/>
      <p:regular r:id="rId32"/>
    </p:embeddedFont>
    <p:embeddedFont>
      <p:font typeface="方正舒体" panose="02010601030101010101" pitchFamily="2" charset="-122"/>
      <p:regular r:id="rId33"/>
    </p:embeddedFont>
    <p:embeddedFont>
      <p:font typeface="华文中宋" panose="02010600040101010101" pitchFamily="2" charset="-122"/>
      <p:regular r:id="rId34"/>
    </p:embeddedFont>
    <p:embeddedFont>
      <p:font typeface="微软雅黑" panose="020B0503020204020204" pitchFamily="34" charset="-122"/>
      <p:regular r:id="rId35"/>
      <p:bold r:id="rId36"/>
    </p:embeddedFont>
  </p:embeddedFontLst>
  <p:custDataLst>
    <p:tags r:id="rId37"/>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2523D"/>
    <a:srgbClr val="013785"/>
    <a:srgbClr val="B1DDF0"/>
    <a:srgbClr val="9FC280"/>
    <a:srgbClr val="C8C8A4"/>
    <a:srgbClr val="FFAFBA"/>
    <a:srgbClr val="FF7F94"/>
    <a:srgbClr val="F6606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860" autoAdjust="0"/>
    <p:restoredTop sz="96619" autoAdjust="0"/>
  </p:normalViewPr>
  <p:slideViewPr>
    <p:cSldViewPr snapToGrid="0">
      <p:cViewPr varScale="1">
        <p:scale>
          <a:sx n="119" d="100"/>
          <a:sy n="119" d="100"/>
        </p:scale>
        <p:origin x="811" y="91"/>
      </p:cViewPr>
      <p:guideLst/>
    </p:cSldViewPr>
  </p:slideViewPr>
  <p:notesTextViewPr>
    <p:cViewPr>
      <p:scale>
        <a:sx n="1" d="1"/>
        <a:sy n="1" d="1"/>
      </p:scale>
      <p:origin x="0" y="0"/>
    </p:cViewPr>
  </p:notesTextViewPr>
  <p:sorterViewPr>
    <p:cViewPr>
      <p:scale>
        <a:sx n="90" d="100"/>
        <a:sy n="90" d="100"/>
      </p:scale>
      <p:origin x="0" y="0"/>
    </p:cViewPr>
  </p:sorterViewPr>
  <p:notesViewPr>
    <p:cSldViewPr snapToGrid="0">
      <p:cViewPr varScale="1">
        <p:scale>
          <a:sx n="82" d="100"/>
          <a:sy n="82" d="100"/>
        </p:scale>
        <p:origin x="2784" y="184"/>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handoutMaster" Target="handoutMasters/handoutMaster1.xml"/><Relationship Id="rId26" Type="http://schemas.openxmlformats.org/officeDocument/2006/relationships/font" Target="fonts/font8.fntdata"/><Relationship Id="rId39" Type="http://schemas.openxmlformats.org/officeDocument/2006/relationships/viewProps" Target="viewProps.xml"/><Relationship Id="rId21" Type="http://schemas.openxmlformats.org/officeDocument/2006/relationships/font" Target="fonts/font3.fntdata"/><Relationship Id="rId34" Type="http://schemas.openxmlformats.org/officeDocument/2006/relationships/font" Target="fonts/font16.fntdata"/><Relationship Id="rId42" Type="http://schemas.microsoft.com/office/2016/11/relationships/changesInfo" Target="changesInfos/changesInfo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font" Target="fonts/font2.fntdata"/><Relationship Id="rId29" Type="http://schemas.openxmlformats.org/officeDocument/2006/relationships/font" Target="fonts/font11.fntdata"/><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font" Target="fonts/font6.fntdata"/><Relationship Id="rId32" Type="http://schemas.openxmlformats.org/officeDocument/2006/relationships/font" Target="fonts/font14.fntdata"/><Relationship Id="rId37" Type="http://schemas.openxmlformats.org/officeDocument/2006/relationships/tags" Target="tags/tag1.xml"/><Relationship Id="rId40"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font" Target="fonts/font5.fntdata"/><Relationship Id="rId28" Type="http://schemas.openxmlformats.org/officeDocument/2006/relationships/font" Target="fonts/font10.fntdata"/><Relationship Id="rId36" Type="http://schemas.openxmlformats.org/officeDocument/2006/relationships/font" Target="fonts/font18.fntdata"/><Relationship Id="rId10" Type="http://schemas.openxmlformats.org/officeDocument/2006/relationships/slide" Target="slides/slide8.xml"/><Relationship Id="rId19" Type="http://schemas.openxmlformats.org/officeDocument/2006/relationships/font" Target="fonts/font1.fntdata"/><Relationship Id="rId31" Type="http://schemas.openxmlformats.org/officeDocument/2006/relationships/font" Target="fonts/font13.fnt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font" Target="fonts/font4.fntdata"/><Relationship Id="rId27" Type="http://schemas.openxmlformats.org/officeDocument/2006/relationships/font" Target="fonts/font9.fntdata"/><Relationship Id="rId30" Type="http://schemas.openxmlformats.org/officeDocument/2006/relationships/font" Target="fonts/font12.fntdata"/><Relationship Id="rId35" Type="http://schemas.openxmlformats.org/officeDocument/2006/relationships/font" Target="fonts/font17.fntdata"/><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notesMaster" Target="notesMasters/notesMaster1.xml"/><Relationship Id="rId25" Type="http://schemas.openxmlformats.org/officeDocument/2006/relationships/font" Target="fonts/font7.fntdata"/><Relationship Id="rId33" Type="http://schemas.openxmlformats.org/officeDocument/2006/relationships/font" Target="fonts/font15.fntdata"/><Relationship Id="rId38"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aniel Cao" userId="45cbaa2483b5b87c" providerId="LiveId" clId="{36D725C9-17C9-4F17-9BC7-1AD98040E2E4}"/>
    <pc:docChg chg="addSld modSld sldOrd">
      <pc:chgData name="Daniel Cao" userId="45cbaa2483b5b87c" providerId="LiveId" clId="{36D725C9-17C9-4F17-9BC7-1AD98040E2E4}" dt="2026-06-25T09:12:08.671" v="50"/>
      <pc:docMkLst>
        <pc:docMk/>
      </pc:docMkLst>
      <pc:sldChg chg="addSp modSp add ord modTransition">
        <pc:chgData name="Daniel Cao" userId="45cbaa2483b5b87c" providerId="LiveId" clId="{36D725C9-17C9-4F17-9BC7-1AD98040E2E4}" dt="2026-06-25T08:20:49.135" v="25"/>
        <pc:sldMkLst>
          <pc:docMk/>
          <pc:sldMk cId="3727802463" sldId="1762"/>
        </pc:sldMkLst>
        <pc:spChg chg="add mod">
          <ac:chgData name="Daniel Cao" userId="45cbaa2483b5b87c" providerId="LiveId" clId="{36D725C9-17C9-4F17-9BC7-1AD98040E2E4}" dt="2026-06-25T07:41:03.415" v="3"/>
          <ac:spMkLst>
            <pc:docMk/>
            <pc:sldMk cId="3727802463" sldId="1762"/>
            <ac:spMk id="2" creationId="{A069BCD2-2429-CB6F-AD06-039FB4F53938}"/>
          </ac:spMkLst>
        </pc:spChg>
        <pc:spChg chg="add mod">
          <ac:chgData name="Daniel Cao" userId="45cbaa2483b5b87c" providerId="LiveId" clId="{36D725C9-17C9-4F17-9BC7-1AD98040E2E4}" dt="2026-06-25T07:41:51.715" v="4"/>
          <ac:spMkLst>
            <pc:docMk/>
            <pc:sldMk cId="3727802463" sldId="1762"/>
            <ac:spMk id="3" creationId="{24FEE16E-95C5-124A-AC59-7711EF527936}"/>
          </ac:spMkLst>
        </pc:spChg>
        <pc:spChg chg="add mod">
          <ac:chgData name="Daniel Cao" userId="45cbaa2483b5b87c" providerId="LiveId" clId="{36D725C9-17C9-4F17-9BC7-1AD98040E2E4}" dt="2026-06-25T07:42:29.151" v="5"/>
          <ac:spMkLst>
            <pc:docMk/>
            <pc:sldMk cId="3727802463" sldId="1762"/>
            <ac:spMk id="12" creationId="{2FEB8809-0EEB-2944-2D26-25478B6802ED}"/>
          </ac:spMkLst>
        </pc:spChg>
        <pc:picChg chg="add mod">
          <ac:chgData name="Daniel Cao" userId="45cbaa2483b5b87c" providerId="LiveId" clId="{36D725C9-17C9-4F17-9BC7-1AD98040E2E4}" dt="2026-06-25T08:20:49.135" v="25"/>
          <ac:picMkLst>
            <pc:docMk/>
            <pc:sldMk cId="3727802463" sldId="1762"/>
            <ac:picMk id="14" creationId="{5F32584F-8EDD-10C5-0D54-B9D0FDCD3639}"/>
          </ac:picMkLst>
        </pc:picChg>
      </pc:sldChg>
      <pc:sldChg chg="addSp modSp">
        <pc:chgData name="Daniel Cao" userId="45cbaa2483b5b87c" providerId="LiveId" clId="{36D725C9-17C9-4F17-9BC7-1AD98040E2E4}" dt="2026-06-25T07:52:19.404" v="10"/>
        <pc:sldMkLst>
          <pc:docMk/>
          <pc:sldMk cId="3299812680" sldId="1828"/>
        </pc:sldMkLst>
        <pc:picChg chg="add mod">
          <ac:chgData name="Daniel Cao" userId="45cbaa2483b5b87c" providerId="LiveId" clId="{36D725C9-17C9-4F17-9BC7-1AD98040E2E4}" dt="2026-06-25T07:52:19.404" v="10"/>
          <ac:picMkLst>
            <pc:docMk/>
            <pc:sldMk cId="3299812680" sldId="1828"/>
            <ac:picMk id="2" creationId="{772B45AB-F23F-C8D6-E4EA-849F06818273}"/>
          </ac:picMkLst>
        </pc:picChg>
      </pc:sldChg>
      <pc:sldChg chg="addSp modSp">
        <pc:chgData name="Daniel Cao" userId="45cbaa2483b5b87c" providerId="LiveId" clId="{36D725C9-17C9-4F17-9BC7-1AD98040E2E4}" dt="2026-06-25T08:06:11.835" v="16"/>
        <pc:sldMkLst>
          <pc:docMk/>
          <pc:sldMk cId="3082019815" sldId="1830"/>
        </pc:sldMkLst>
        <pc:spChg chg="mod">
          <ac:chgData name="Daniel Cao" userId="45cbaa2483b5b87c" providerId="LiveId" clId="{36D725C9-17C9-4F17-9BC7-1AD98040E2E4}" dt="2026-06-25T08:06:11.835" v="16"/>
          <ac:spMkLst>
            <pc:docMk/>
            <pc:sldMk cId="3082019815" sldId="1830"/>
            <ac:spMk id="5" creationId="{1C81D229-FA7F-45B7-EED7-35BFEB1E3F74}"/>
          </ac:spMkLst>
        </pc:spChg>
        <pc:spChg chg="add mod">
          <ac:chgData name="Daniel Cao" userId="45cbaa2483b5b87c" providerId="LiveId" clId="{36D725C9-17C9-4F17-9BC7-1AD98040E2E4}" dt="2026-06-25T08:05:03.789" v="15"/>
          <ac:spMkLst>
            <pc:docMk/>
            <pc:sldMk cId="3082019815" sldId="1830"/>
            <ac:spMk id="7" creationId="{DE194111-5C18-4E7C-50A5-4DB1056877F8}"/>
          </ac:spMkLst>
        </pc:spChg>
      </pc:sldChg>
      <pc:sldChg chg="addSp modSp">
        <pc:chgData name="Daniel Cao" userId="45cbaa2483b5b87c" providerId="LiveId" clId="{36D725C9-17C9-4F17-9BC7-1AD98040E2E4}" dt="2026-06-25T08:26:08.171" v="28"/>
        <pc:sldMkLst>
          <pc:docMk/>
          <pc:sldMk cId="2381389724" sldId="1836"/>
        </pc:sldMkLst>
        <pc:spChg chg="add mod">
          <ac:chgData name="Daniel Cao" userId="45cbaa2483b5b87c" providerId="LiveId" clId="{36D725C9-17C9-4F17-9BC7-1AD98040E2E4}" dt="2026-06-25T08:26:08.171" v="28"/>
          <ac:spMkLst>
            <pc:docMk/>
            <pc:sldMk cId="2381389724" sldId="1836"/>
            <ac:spMk id="16" creationId="{E87B6B3D-CA14-405F-4B30-B348BB1407D5}"/>
          </ac:spMkLst>
        </pc:spChg>
        <pc:graphicFrameChg chg="add mod">
          <ac:chgData name="Daniel Cao" userId="45cbaa2483b5b87c" providerId="LiveId" clId="{36D725C9-17C9-4F17-9BC7-1AD98040E2E4}" dt="2026-06-25T08:11:34.347" v="18"/>
          <ac:graphicFrameMkLst>
            <pc:docMk/>
            <pc:sldMk cId="2381389724" sldId="1836"/>
            <ac:graphicFrameMk id="8" creationId="{0B1D5DBA-9FBD-DA73-1F05-07843D7198DE}"/>
          </ac:graphicFrameMkLst>
        </pc:graphicFrameChg>
        <pc:picChg chg="add mod">
          <ac:chgData name="Daniel Cao" userId="45cbaa2483b5b87c" providerId="LiveId" clId="{36D725C9-17C9-4F17-9BC7-1AD98040E2E4}" dt="2026-06-25T08:12:15.476" v="19"/>
          <ac:picMkLst>
            <pc:docMk/>
            <pc:sldMk cId="2381389724" sldId="1836"/>
            <ac:picMk id="13" creationId="{4D1792F4-486B-1381-9CF2-8754D4792480}"/>
          </ac:picMkLst>
        </pc:picChg>
        <pc:picChg chg="add mod">
          <ac:chgData name="Daniel Cao" userId="45cbaa2483b5b87c" providerId="LiveId" clId="{36D725C9-17C9-4F17-9BC7-1AD98040E2E4}" dt="2026-06-25T08:14:30.808" v="20"/>
          <ac:picMkLst>
            <pc:docMk/>
            <pc:sldMk cId="2381389724" sldId="1836"/>
            <ac:picMk id="15" creationId="{EF67731E-E761-9CC0-CB7B-865EAAB6A9EB}"/>
          </ac:picMkLst>
        </pc:picChg>
      </pc:sldChg>
      <pc:sldChg chg="modSp">
        <pc:chgData name="Daniel Cao" userId="45cbaa2483b5b87c" providerId="LiveId" clId="{36D725C9-17C9-4F17-9BC7-1AD98040E2E4}" dt="2026-06-25T08:37:28.210" v="45"/>
        <pc:sldMkLst>
          <pc:docMk/>
          <pc:sldMk cId="987512103" sldId="1837"/>
        </pc:sldMkLst>
        <pc:spChg chg="mod">
          <ac:chgData name="Daniel Cao" userId="45cbaa2483b5b87c" providerId="LiveId" clId="{36D725C9-17C9-4F17-9BC7-1AD98040E2E4}" dt="2026-06-25T08:37:28.210" v="45"/>
          <ac:spMkLst>
            <pc:docMk/>
            <pc:sldMk cId="987512103" sldId="1837"/>
            <ac:spMk id="16" creationId="{DA9F89EE-0C28-8D96-E15B-AF9D551F27B4}"/>
          </ac:spMkLst>
        </pc:spChg>
      </pc:sldChg>
      <pc:sldChg chg="modSp">
        <pc:chgData name="Daniel Cao" userId="45cbaa2483b5b87c" providerId="LiveId" clId="{36D725C9-17C9-4F17-9BC7-1AD98040E2E4}" dt="2026-06-25T08:44:43.709" v="46"/>
        <pc:sldMkLst>
          <pc:docMk/>
          <pc:sldMk cId="3378251389" sldId="1838"/>
        </pc:sldMkLst>
        <pc:spChg chg="mod">
          <ac:chgData name="Daniel Cao" userId="45cbaa2483b5b87c" providerId="LiveId" clId="{36D725C9-17C9-4F17-9BC7-1AD98040E2E4}" dt="2026-06-25T08:44:43.709" v="46"/>
          <ac:spMkLst>
            <pc:docMk/>
            <pc:sldMk cId="3378251389" sldId="1838"/>
            <ac:spMk id="16" creationId="{E7B6C56B-C18D-84CD-9F91-C3604B2FF944}"/>
          </ac:spMkLst>
        </pc:spChg>
      </pc:sldChg>
      <pc:sldChg chg="addSp modSp">
        <pc:chgData name="Daniel Cao" userId="45cbaa2483b5b87c" providerId="LiveId" clId="{36D725C9-17C9-4F17-9BC7-1AD98040E2E4}" dt="2026-06-25T09:05:06.241" v="49"/>
        <pc:sldMkLst>
          <pc:docMk/>
          <pc:sldMk cId="2839449747" sldId="1839"/>
        </pc:sldMkLst>
        <pc:spChg chg="add mod">
          <ac:chgData name="Daniel Cao" userId="45cbaa2483b5b87c" providerId="LiveId" clId="{36D725C9-17C9-4F17-9BC7-1AD98040E2E4}" dt="2026-06-25T09:05:06.241" v="49"/>
          <ac:spMkLst>
            <pc:docMk/>
            <pc:sldMk cId="2839449747" sldId="1839"/>
            <ac:spMk id="11" creationId="{2944628F-3D8C-5B41-AA31-B488C35C911F}"/>
          </ac:spMkLst>
        </pc:spChg>
        <pc:picChg chg="add">
          <ac:chgData name="Daniel Cao" userId="45cbaa2483b5b87c" providerId="LiveId" clId="{36D725C9-17C9-4F17-9BC7-1AD98040E2E4}" dt="2026-06-25T09:03:26.458" v="47"/>
          <ac:picMkLst>
            <pc:docMk/>
            <pc:sldMk cId="2839449747" sldId="1839"/>
            <ac:picMk id="9" creationId="{2626B983-A0BB-0122-4247-0DF7FD704336}"/>
          </ac:picMkLst>
        </pc:picChg>
        <pc:picChg chg="add">
          <ac:chgData name="Daniel Cao" userId="45cbaa2483b5b87c" providerId="LiveId" clId="{36D725C9-17C9-4F17-9BC7-1AD98040E2E4}" dt="2026-06-25T09:04:16.145" v="48"/>
          <ac:picMkLst>
            <pc:docMk/>
            <pc:sldMk cId="2839449747" sldId="1839"/>
            <ac:picMk id="10" creationId="{1AB1BC02-BA81-88D9-D6CE-8CCD69E7654C}"/>
          </ac:picMkLst>
        </pc:picChg>
      </pc:sldChg>
      <pc:sldChg chg="add">
        <pc:chgData name="Daniel Cao" userId="45cbaa2483b5b87c" providerId="LiveId" clId="{36D725C9-17C9-4F17-9BC7-1AD98040E2E4}" dt="2026-06-25T09:12:08.671" v="50"/>
        <pc:sldMkLst>
          <pc:docMk/>
          <pc:sldMk cId="2872695428" sldId="1840"/>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38CBB3D-2EBA-9D4F-8423-81DDA5C260D2}" type="slidenum">
              <a:rPr kumimoji="1" lang="zh-CN" altLang="en-US" smtClean="0"/>
              <a:t>‹#›</a:t>
            </a:fld>
            <a:endParaRPr kumimoji="1" lang="zh-CN"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2A2A66C-1DB6-E44E-9EB9-C3C62BDEBC05}" type="datetimeFigureOut">
              <a:rPr kumimoji="1" lang="zh-CN" altLang="en-US" smtClean="0"/>
              <a:t>2026/6/25</a:t>
            </a:fld>
            <a:endParaRPr kumimoji="1"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4A7D336-4BC6-EE4C-BD27-9292C4CE84DB}" type="slidenum">
              <a:rPr kumimoji="1" lang="zh-CN" altLang="en-US" smtClean="0"/>
              <a:t>‹#›</a:t>
            </a:fld>
            <a:endParaRPr kumimoji="1" lang="zh-CN" altLang="en-US"/>
          </a:p>
        </p:txBody>
      </p:sp>
    </p:spTree>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266700" algn="just">
              <a:lnSpc>
                <a:spcPct val="150000"/>
              </a:lnSpc>
            </a:pPr>
            <a:r>
              <a:rPr lang="zh-CN" altLang="en-US" sz="1800" kern="100" dirty="0">
                <a:effectLst/>
                <a:latin typeface="Calibri" panose="020F0502020204030204" pitchFamily="34" charset="0"/>
                <a:ea typeface="宋体" panose="02010600030101010101" pitchFamily="2" charset="-122"/>
                <a:cs typeface="Times New Roman" panose="02020603050405020304" pitchFamily="18" charset="0"/>
              </a:rPr>
              <a:t>各位评委老师大家好，我们的队伍是</a:t>
            </a:r>
            <a:r>
              <a:rPr lang="en-US" altLang="zh-CN" sz="1800" kern="100" dirty="0">
                <a:effectLst/>
                <a:latin typeface="Calibri" panose="020F0502020204030204" pitchFamily="34" charset="0"/>
                <a:ea typeface="宋体" panose="02010600030101010101" pitchFamily="2" charset="-122"/>
                <a:cs typeface="Times New Roman" panose="02020603050405020304" pitchFamily="18" charset="0"/>
              </a:rPr>
              <a:t>F7LY</a:t>
            </a:r>
            <a:r>
              <a:rPr lang="zh-CN" altLang="en-US" sz="1800" kern="100" dirty="0">
                <a:effectLst/>
                <a:latin typeface="Calibri" panose="020F0502020204030204" pitchFamily="34" charset="0"/>
                <a:ea typeface="宋体" panose="02010600030101010101" pitchFamily="2" charset="-122"/>
                <a:cs typeface="Times New Roman" panose="02020603050405020304" pitchFamily="18" charset="0"/>
              </a:rPr>
              <a:t>，读作飞起来，现在我为各位汇报我们的设计</a:t>
            </a:r>
            <a:endParaRPr lang="zh-CN" altLang="zh-CN" sz="1800" kern="100" dirty="0">
              <a:effectLst/>
              <a:latin typeface="Calibri" panose="020F0502020204030204" pitchFamily="34" charset="0"/>
              <a:ea typeface="宋体" panose="02010600030101010101" pitchFamily="2" charset="-122"/>
              <a:cs typeface="Times New Roman" panose="02020603050405020304" pitchFamily="18" charset="0"/>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1266143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这张图展示的是内核的全局结构，分为多个板块结构化管理，使用面向对象的方法，封装性良好。</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往年使用</a:t>
            </a:r>
            <a:r>
              <a:rPr lang="en-US" altLang="zh-CN" dirty="0" err="1"/>
              <a:t>c++</a:t>
            </a:r>
            <a:r>
              <a:rPr lang="zh-CN" altLang="en-US" dirty="0"/>
              <a:t>的队伍较少，所以我们开发时仅参考了一些先前的设计思路。在此之上选择改写移植一些成熟的</a:t>
            </a:r>
            <a:r>
              <a:rPr lang="en-US" altLang="zh-CN" dirty="0"/>
              <a:t>c</a:t>
            </a:r>
            <a:r>
              <a:rPr lang="zh-CN" altLang="en-US" dirty="0"/>
              <a:t>语言库用于内核中。接下来是内核的详细介绍</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187429118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B8237D-1E65-8D91-0824-A54912D6F41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1D498C5-C8D8-4FBD-0493-CF669F623A7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EEDE064D-BDF2-4A86-939E-3314BE8DC4B6}"/>
              </a:ext>
            </a:extLst>
          </p:cNvPr>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108743594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决赛阶段我们开始规范代码，重构内存布局，用更合理的方式书写内核，让我们的内核更加完善。</a:t>
            </a:r>
          </a:p>
        </p:txBody>
      </p:sp>
    </p:spTree>
    <p:extLst>
      <p:ext uri="{BB962C8B-B14F-4D97-AF65-F5344CB8AC3E}">
        <p14:creationId xmlns:p14="http://schemas.microsoft.com/office/powerpoint/2010/main" val="24593681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microsoft.com/office/2007/relationships/hdphoto" Target="../media/hdphoto4.wdp"/><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microsoft.com/office/2007/relationships/hdphoto" Target="../media/hdphoto5.wdp"/><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microsoft.com/office/2007/relationships/hdphoto" Target="../media/hdphoto6.wdp"/><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microsoft.com/office/2007/relationships/hdphoto" Target="../media/hdphoto7.wdp"/><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3" Type="http://schemas.microsoft.com/office/2007/relationships/hdphoto" Target="../media/hdphoto4.wdp"/><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3" Type="http://schemas.microsoft.com/office/2007/relationships/hdphoto" Target="../media/hdphoto5.wdp"/><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3" Type="http://schemas.microsoft.com/office/2007/relationships/hdphoto" Target="../media/hdphoto6.wdp"/><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3" Type="http://schemas.microsoft.com/office/2007/relationships/hdphoto" Target="../media/hdphoto7.wdp"/><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页1">
    <p:spTree>
      <p:nvGrpSpPr>
        <p:cNvPr id="1" name=""/>
        <p:cNvGrpSpPr/>
        <p:nvPr/>
      </p:nvGrpSpPr>
      <p:grpSpPr>
        <a:xfrm>
          <a:off x="0" y="0"/>
          <a:ext cx="0" cy="0"/>
          <a:chOff x="0" y="0"/>
          <a:chExt cx="0" cy="0"/>
        </a:xfrm>
      </p:grpSpPr>
      <p:sp>
        <p:nvSpPr>
          <p:cNvPr id="2" name="标题 1"/>
          <p:cNvSpPr>
            <a:spLocks noGrp="1"/>
          </p:cNvSpPr>
          <p:nvPr>
            <p:ph type="ctrTitle"/>
          </p:nvPr>
        </p:nvSpPr>
        <p:spPr>
          <a:xfrm>
            <a:off x="817123" y="1130301"/>
            <a:ext cx="7112161" cy="2177314"/>
          </a:xfrm>
          <a:prstGeom prst="rect">
            <a:avLst/>
          </a:prstGeom>
        </p:spPr>
        <p:txBody>
          <a:bodyPr lIns="0" anchor="b">
            <a:normAutofit/>
          </a:bodyPr>
          <a:lstStyle>
            <a:lvl1pPr algn="l">
              <a:lnSpc>
                <a:spcPct val="120000"/>
              </a:lnSpc>
              <a:defRPr sz="4400" b="1">
                <a:solidFill>
                  <a:schemeClr val="accent2"/>
                </a:solidFill>
              </a:defRPr>
            </a:lvl1pPr>
          </a:lstStyle>
          <a:p>
            <a:r>
              <a:rPr lang="zh-CN" altLang="en-US" dirty="0"/>
              <a:t>单击此处编辑母版标题样式</a:t>
            </a:r>
          </a:p>
        </p:txBody>
      </p:sp>
      <p:sp>
        <p:nvSpPr>
          <p:cNvPr id="3" name="副标题 2"/>
          <p:cNvSpPr>
            <a:spLocks noGrp="1"/>
          </p:cNvSpPr>
          <p:nvPr>
            <p:ph type="subTitle" idx="1"/>
          </p:nvPr>
        </p:nvSpPr>
        <p:spPr>
          <a:xfrm>
            <a:off x="803275" y="3307615"/>
            <a:ext cx="7126010" cy="508452"/>
          </a:xfrm>
          <a:prstGeom prst="rect">
            <a:avLst/>
          </a:prstGeom>
        </p:spPr>
        <p:txBody>
          <a:bodyPr lIns="0">
            <a:normAutofit/>
          </a:bodyPr>
          <a:lstStyle>
            <a:lvl1pPr marL="0" indent="0" algn="l">
              <a:lnSpc>
                <a:spcPct val="120000"/>
              </a:lnSpc>
              <a:buNone/>
              <a:defRPr sz="18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单击此处编辑母版副标题样式</a:t>
            </a:r>
          </a:p>
        </p:txBody>
      </p:sp>
      <p:sp>
        <p:nvSpPr>
          <p:cNvPr id="114" name="文本占位符 113"/>
          <p:cNvSpPr>
            <a:spLocks noGrp="1"/>
          </p:cNvSpPr>
          <p:nvPr>
            <p:ph type="body" sz="quarter" idx="14"/>
          </p:nvPr>
        </p:nvSpPr>
        <p:spPr>
          <a:xfrm>
            <a:off x="803275" y="4102632"/>
            <a:ext cx="7092950" cy="2031468"/>
          </a:xfrm>
          <a:prstGeom prst="rect">
            <a:avLst/>
          </a:prstGeom>
        </p:spPr>
        <p:txBody>
          <a:bodyPr lIns="0">
            <a:normAutofit/>
          </a:bodyPr>
          <a:lstStyle>
            <a:lvl1pPr marL="0" indent="0">
              <a:buNone/>
              <a:defRPr sz="1800">
                <a:solidFill>
                  <a:schemeClr val="tx1">
                    <a:lumMod val="75000"/>
                    <a:lumOff val="25000"/>
                  </a:schemeClr>
                </a:solidFill>
              </a:defRPr>
            </a:lvl1pPr>
          </a:lstStyle>
          <a:p>
            <a:pPr lvl="0"/>
            <a:r>
              <a:rPr kumimoji="1" lang="zh-CN" altLang="en-US" dirty="0"/>
              <a:t>单击此处编辑母版文本样式</a:t>
            </a:r>
          </a:p>
        </p:txBody>
      </p:sp>
      <p:sp>
        <p:nvSpPr>
          <p:cNvPr id="117" name="矩形 116"/>
          <p:cNvSpPr/>
          <p:nvPr userDrawn="1"/>
        </p:nvSpPr>
        <p:spPr>
          <a:xfrm>
            <a:off x="12014027" y="0"/>
            <a:ext cx="177972"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120" name="日期占位符 3"/>
          <p:cNvSpPr txBox="1"/>
          <p:nvPr userDrawn="1"/>
        </p:nvSpPr>
        <p:spPr>
          <a:xfrm>
            <a:off x="802095" y="6250105"/>
            <a:ext cx="2921000" cy="365125"/>
          </a:xfrm>
          <a:prstGeom prst="rect">
            <a:avLst/>
          </a:prstGeom>
        </p:spPr>
        <p:txBody>
          <a:bodyPr vert="horz" lIns="0" tIns="45720" rIns="91440" bIns="45720" rtlCol="0" anchor="ctr"/>
          <a:lstStyle>
            <a:defPPr>
              <a:defRPr lang="zh-CN"/>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dirty="0"/>
              <a:t>自强、弘毅、求是、拓新</a:t>
            </a:r>
          </a:p>
        </p:txBody>
      </p:sp>
      <p:grpSp>
        <p:nvGrpSpPr>
          <p:cNvPr id="121" name="组合 120"/>
          <p:cNvGrpSpPr/>
          <p:nvPr userDrawn="1"/>
        </p:nvGrpSpPr>
        <p:grpSpPr>
          <a:xfrm>
            <a:off x="817123" y="468793"/>
            <a:ext cx="1480571" cy="458860"/>
            <a:chOff x="2558030" y="228446"/>
            <a:chExt cx="6774643" cy="2099603"/>
          </a:xfrm>
        </p:grpSpPr>
        <p:grpSp>
          <p:nvGrpSpPr>
            <p:cNvPr id="122" name="íšḻîďê"/>
            <p:cNvGrpSpPr/>
            <p:nvPr userDrawn="1"/>
          </p:nvGrpSpPr>
          <p:grpSpPr>
            <a:xfrm>
              <a:off x="2558030" y="228446"/>
              <a:ext cx="2085857" cy="2099603"/>
              <a:chOff x="3551238" y="3067050"/>
              <a:chExt cx="722313" cy="727075"/>
            </a:xfrm>
          </p:grpSpPr>
          <p:sp>
            <p:nvSpPr>
              <p:cNvPr id="152" name="ïş1íḍê"/>
              <p:cNvSpPr/>
              <p:nvPr/>
            </p:nvSpPr>
            <p:spPr bwMode="auto">
              <a:xfrm>
                <a:off x="3575051" y="3087688"/>
                <a:ext cx="673100" cy="679450"/>
              </a:xfrm>
              <a:custGeom>
                <a:avLst/>
                <a:gdLst>
                  <a:gd name="T0" fmla="*/ 102 w 204"/>
                  <a:gd name="T1" fmla="*/ 0 h 204"/>
                  <a:gd name="T2" fmla="*/ 204 w 204"/>
                  <a:gd name="T3" fmla="*/ 102 h 204"/>
                  <a:gd name="T4" fmla="*/ 102 w 204"/>
                  <a:gd name="T5" fmla="*/ 204 h 204"/>
                  <a:gd name="T6" fmla="*/ 0 w 204"/>
                  <a:gd name="T7" fmla="*/ 102 h 204"/>
                  <a:gd name="T8" fmla="*/ 102 w 204"/>
                  <a:gd name="T9" fmla="*/ 0 h 204"/>
                  <a:gd name="T10" fmla="*/ 102 w 204"/>
                  <a:gd name="T11" fmla="*/ 25 h 204"/>
                  <a:gd name="T12" fmla="*/ 24 w 204"/>
                  <a:gd name="T13" fmla="*/ 103 h 204"/>
                  <a:gd name="T14" fmla="*/ 102 w 204"/>
                  <a:gd name="T15" fmla="*/ 181 h 204"/>
                  <a:gd name="T16" fmla="*/ 180 w 204"/>
                  <a:gd name="T17" fmla="*/ 103 h 204"/>
                  <a:gd name="T18" fmla="*/ 102 w 204"/>
                  <a:gd name="T19" fmla="*/ 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04" h="204">
                    <a:moveTo>
                      <a:pt x="102" y="0"/>
                    </a:moveTo>
                    <a:cubicBezTo>
                      <a:pt x="159" y="0"/>
                      <a:pt x="204" y="46"/>
                      <a:pt x="204" y="102"/>
                    </a:cubicBezTo>
                    <a:cubicBezTo>
                      <a:pt x="204" y="158"/>
                      <a:pt x="159" y="204"/>
                      <a:pt x="102" y="204"/>
                    </a:cubicBezTo>
                    <a:cubicBezTo>
                      <a:pt x="46" y="204"/>
                      <a:pt x="0" y="158"/>
                      <a:pt x="0" y="102"/>
                    </a:cubicBezTo>
                    <a:cubicBezTo>
                      <a:pt x="0" y="46"/>
                      <a:pt x="46" y="0"/>
                      <a:pt x="102" y="0"/>
                    </a:cubicBezTo>
                    <a:close/>
                    <a:moveTo>
                      <a:pt x="102" y="25"/>
                    </a:moveTo>
                    <a:cubicBezTo>
                      <a:pt x="59" y="25"/>
                      <a:pt x="24" y="60"/>
                      <a:pt x="24" y="103"/>
                    </a:cubicBezTo>
                    <a:cubicBezTo>
                      <a:pt x="24" y="146"/>
                      <a:pt x="59" y="181"/>
                      <a:pt x="102" y="181"/>
                    </a:cubicBezTo>
                    <a:cubicBezTo>
                      <a:pt x="145" y="181"/>
                      <a:pt x="180" y="146"/>
                      <a:pt x="180" y="103"/>
                    </a:cubicBezTo>
                    <a:cubicBezTo>
                      <a:pt x="180" y="60"/>
                      <a:pt x="145" y="25"/>
                      <a:pt x="102" y="25"/>
                    </a:cubicBezTo>
                    <a:close/>
                  </a:path>
                </a:pathLst>
              </a:custGeom>
              <a:solidFill>
                <a:srgbClr val="00523A"/>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53" name="íšḻïḍè"/>
              <p:cNvSpPr/>
              <p:nvPr/>
            </p:nvSpPr>
            <p:spPr bwMode="auto">
              <a:xfrm>
                <a:off x="3621088" y="3103563"/>
                <a:ext cx="584200" cy="203200"/>
              </a:xfrm>
              <a:custGeom>
                <a:avLst/>
                <a:gdLst>
                  <a:gd name="T0" fmla="*/ 8 w 177"/>
                  <a:gd name="T1" fmla="*/ 53 h 61"/>
                  <a:gd name="T2" fmla="*/ 0 w 177"/>
                  <a:gd name="T3" fmla="*/ 56 h 61"/>
                  <a:gd name="T4" fmla="*/ 5 w 177"/>
                  <a:gd name="T5" fmla="*/ 52 h 61"/>
                  <a:gd name="T6" fmla="*/ 4 w 177"/>
                  <a:gd name="T7" fmla="*/ 50 h 61"/>
                  <a:gd name="T8" fmla="*/ 5 w 177"/>
                  <a:gd name="T9" fmla="*/ 48 h 61"/>
                  <a:gd name="T10" fmla="*/ 10 w 177"/>
                  <a:gd name="T11" fmla="*/ 41 h 61"/>
                  <a:gd name="T12" fmla="*/ 17 w 177"/>
                  <a:gd name="T13" fmla="*/ 50 h 61"/>
                  <a:gd name="T14" fmla="*/ 14 w 177"/>
                  <a:gd name="T15" fmla="*/ 35 h 61"/>
                  <a:gd name="T16" fmla="*/ 23 w 177"/>
                  <a:gd name="T17" fmla="*/ 46 h 61"/>
                  <a:gd name="T18" fmla="*/ 31 w 177"/>
                  <a:gd name="T19" fmla="*/ 38 h 61"/>
                  <a:gd name="T20" fmla="*/ 29 w 177"/>
                  <a:gd name="T21" fmla="*/ 40 h 61"/>
                  <a:gd name="T22" fmla="*/ 18 w 177"/>
                  <a:gd name="T23" fmla="*/ 32 h 61"/>
                  <a:gd name="T24" fmla="*/ 19 w 177"/>
                  <a:gd name="T25" fmla="*/ 30 h 61"/>
                  <a:gd name="T26" fmla="*/ 21 w 177"/>
                  <a:gd name="T27" fmla="*/ 27 h 61"/>
                  <a:gd name="T28" fmla="*/ 41 w 177"/>
                  <a:gd name="T29" fmla="*/ 29 h 61"/>
                  <a:gd name="T30" fmla="*/ 43 w 177"/>
                  <a:gd name="T31" fmla="*/ 29 h 61"/>
                  <a:gd name="T32" fmla="*/ 35 w 177"/>
                  <a:gd name="T33" fmla="*/ 35 h 61"/>
                  <a:gd name="T34" fmla="*/ 31 w 177"/>
                  <a:gd name="T35" fmla="*/ 21 h 61"/>
                  <a:gd name="T36" fmla="*/ 46 w 177"/>
                  <a:gd name="T37" fmla="*/ 11 h 61"/>
                  <a:gd name="T38" fmla="*/ 47 w 177"/>
                  <a:gd name="T39" fmla="*/ 11 h 61"/>
                  <a:gd name="T40" fmla="*/ 47 w 177"/>
                  <a:gd name="T41" fmla="*/ 26 h 61"/>
                  <a:gd name="T42" fmla="*/ 39 w 177"/>
                  <a:gd name="T43" fmla="*/ 15 h 61"/>
                  <a:gd name="T44" fmla="*/ 72 w 177"/>
                  <a:gd name="T45" fmla="*/ 16 h 61"/>
                  <a:gd name="T46" fmla="*/ 71 w 177"/>
                  <a:gd name="T47" fmla="*/ 2 h 61"/>
                  <a:gd name="T48" fmla="*/ 65 w 177"/>
                  <a:gd name="T49" fmla="*/ 15 h 61"/>
                  <a:gd name="T50" fmla="*/ 64 w 177"/>
                  <a:gd name="T51" fmla="*/ 4 h 61"/>
                  <a:gd name="T52" fmla="*/ 84 w 177"/>
                  <a:gd name="T53" fmla="*/ 1 h 61"/>
                  <a:gd name="T54" fmla="*/ 84 w 177"/>
                  <a:gd name="T55" fmla="*/ 1 h 61"/>
                  <a:gd name="T56" fmla="*/ 78 w 177"/>
                  <a:gd name="T57" fmla="*/ 16 h 61"/>
                  <a:gd name="T58" fmla="*/ 77 w 177"/>
                  <a:gd name="T59" fmla="*/ 15 h 61"/>
                  <a:gd name="T60" fmla="*/ 90 w 177"/>
                  <a:gd name="T61" fmla="*/ 1 h 61"/>
                  <a:gd name="T62" fmla="*/ 94 w 177"/>
                  <a:gd name="T63" fmla="*/ 15 h 61"/>
                  <a:gd name="T64" fmla="*/ 92 w 177"/>
                  <a:gd name="T65" fmla="*/ 15 h 61"/>
                  <a:gd name="T66" fmla="*/ 113 w 177"/>
                  <a:gd name="T67" fmla="*/ 3 h 61"/>
                  <a:gd name="T68" fmla="*/ 102 w 177"/>
                  <a:gd name="T69" fmla="*/ 2 h 61"/>
                  <a:gd name="T70" fmla="*/ 105 w 177"/>
                  <a:gd name="T71" fmla="*/ 14 h 61"/>
                  <a:gd name="T72" fmla="*/ 117 w 177"/>
                  <a:gd name="T73" fmla="*/ 5 h 61"/>
                  <a:gd name="T74" fmla="*/ 122 w 177"/>
                  <a:gd name="T75" fmla="*/ 19 h 61"/>
                  <a:gd name="T76" fmla="*/ 119 w 177"/>
                  <a:gd name="T77" fmla="*/ 13 h 61"/>
                  <a:gd name="T78" fmla="*/ 121 w 177"/>
                  <a:gd name="T79" fmla="*/ 12 h 61"/>
                  <a:gd name="T80" fmla="*/ 124 w 177"/>
                  <a:gd name="T81" fmla="*/ 10 h 61"/>
                  <a:gd name="T82" fmla="*/ 131 w 177"/>
                  <a:gd name="T83" fmla="*/ 26 h 61"/>
                  <a:gd name="T84" fmla="*/ 126 w 177"/>
                  <a:gd name="T85" fmla="*/ 23 h 61"/>
                  <a:gd name="T86" fmla="*/ 124 w 177"/>
                  <a:gd name="T87" fmla="*/ 23 h 61"/>
                  <a:gd name="T88" fmla="*/ 137 w 177"/>
                  <a:gd name="T89" fmla="*/ 14 h 61"/>
                  <a:gd name="T90" fmla="*/ 133 w 177"/>
                  <a:gd name="T91" fmla="*/ 11 h 61"/>
                  <a:gd name="T92" fmla="*/ 137 w 177"/>
                  <a:gd name="T93" fmla="*/ 32 h 61"/>
                  <a:gd name="T94" fmla="*/ 137 w 177"/>
                  <a:gd name="T95" fmla="*/ 32 h 61"/>
                  <a:gd name="T96" fmla="*/ 145 w 177"/>
                  <a:gd name="T97" fmla="*/ 19 h 61"/>
                  <a:gd name="T98" fmla="*/ 146 w 177"/>
                  <a:gd name="T99" fmla="*/ 19 h 61"/>
                  <a:gd name="T100" fmla="*/ 159 w 177"/>
                  <a:gd name="T101" fmla="*/ 31 h 61"/>
                  <a:gd name="T102" fmla="*/ 149 w 177"/>
                  <a:gd name="T103" fmla="*/ 42 h 61"/>
                  <a:gd name="T104" fmla="*/ 155 w 177"/>
                  <a:gd name="T105" fmla="*/ 27 h 61"/>
                  <a:gd name="T106" fmla="*/ 166 w 177"/>
                  <a:gd name="T107" fmla="*/ 40 h 61"/>
                  <a:gd name="T108" fmla="*/ 160 w 177"/>
                  <a:gd name="T109" fmla="*/ 37 h 61"/>
                  <a:gd name="T110" fmla="*/ 153 w 177"/>
                  <a:gd name="T111" fmla="*/ 46 h 61"/>
                  <a:gd name="T112" fmla="*/ 177 w 177"/>
                  <a:gd name="T113" fmla="*/ 55 h 61"/>
                  <a:gd name="T114" fmla="*/ 162 w 177"/>
                  <a:gd name="T115" fmla="*/ 60 h 61"/>
                  <a:gd name="T116" fmla="*/ 165 w 177"/>
                  <a:gd name="T117" fmla="*/ 55 h 61"/>
                  <a:gd name="T118" fmla="*/ 173 w 177"/>
                  <a:gd name="T119" fmla="*/ 49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77" h="61">
                    <a:moveTo>
                      <a:pt x="6" y="46"/>
                    </a:moveTo>
                    <a:cubicBezTo>
                      <a:pt x="6" y="46"/>
                      <a:pt x="6" y="46"/>
                      <a:pt x="6" y="46"/>
                    </a:cubicBezTo>
                    <a:cubicBezTo>
                      <a:pt x="6" y="46"/>
                      <a:pt x="6" y="46"/>
                      <a:pt x="6" y="46"/>
                    </a:cubicBezTo>
                    <a:cubicBezTo>
                      <a:pt x="6" y="46"/>
                      <a:pt x="6" y="47"/>
                      <a:pt x="6" y="47"/>
                    </a:cubicBezTo>
                    <a:cubicBezTo>
                      <a:pt x="6" y="47"/>
                      <a:pt x="6" y="47"/>
                      <a:pt x="6" y="47"/>
                    </a:cubicBezTo>
                    <a:cubicBezTo>
                      <a:pt x="17" y="57"/>
                      <a:pt x="17" y="57"/>
                      <a:pt x="17" y="57"/>
                    </a:cubicBezTo>
                    <a:cubicBezTo>
                      <a:pt x="17" y="57"/>
                      <a:pt x="17" y="57"/>
                      <a:pt x="17" y="57"/>
                    </a:cubicBezTo>
                    <a:cubicBezTo>
                      <a:pt x="8" y="53"/>
                      <a:pt x="8" y="53"/>
                      <a:pt x="8" y="53"/>
                    </a:cubicBezTo>
                    <a:cubicBezTo>
                      <a:pt x="8" y="54"/>
                      <a:pt x="8" y="54"/>
                      <a:pt x="8" y="54"/>
                    </a:cubicBezTo>
                    <a:cubicBezTo>
                      <a:pt x="15" y="60"/>
                      <a:pt x="15" y="60"/>
                      <a:pt x="15" y="60"/>
                    </a:cubicBezTo>
                    <a:cubicBezTo>
                      <a:pt x="15" y="61"/>
                      <a:pt x="15" y="61"/>
                      <a:pt x="15" y="61"/>
                    </a:cubicBezTo>
                    <a:cubicBezTo>
                      <a:pt x="1" y="55"/>
                      <a:pt x="1" y="55"/>
                      <a:pt x="1" y="55"/>
                    </a:cubicBezTo>
                    <a:cubicBezTo>
                      <a:pt x="1" y="55"/>
                      <a:pt x="1" y="55"/>
                      <a:pt x="1" y="55"/>
                    </a:cubicBezTo>
                    <a:cubicBezTo>
                      <a:pt x="1" y="55"/>
                      <a:pt x="1" y="55"/>
                      <a:pt x="1" y="55"/>
                    </a:cubicBezTo>
                    <a:cubicBezTo>
                      <a:pt x="0" y="56"/>
                      <a:pt x="0" y="56"/>
                      <a:pt x="0" y="56"/>
                    </a:cubicBezTo>
                    <a:cubicBezTo>
                      <a:pt x="0" y="56"/>
                      <a:pt x="0" y="56"/>
                      <a:pt x="0" y="56"/>
                    </a:cubicBezTo>
                    <a:cubicBezTo>
                      <a:pt x="2" y="53"/>
                      <a:pt x="2" y="53"/>
                      <a:pt x="2" y="53"/>
                    </a:cubicBezTo>
                    <a:cubicBezTo>
                      <a:pt x="2" y="53"/>
                      <a:pt x="2" y="53"/>
                      <a:pt x="2" y="53"/>
                    </a:cubicBezTo>
                    <a:cubicBezTo>
                      <a:pt x="2" y="53"/>
                      <a:pt x="2" y="53"/>
                      <a:pt x="2" y="53"/>
                    </a:cubicBezTo>
                    <a:cubicBezTo>
                      <a:pt x="2" y="53"/>
                      <a:pt x="2" y="54"/>
                      <a:pt x="2" y="54"/>
                    </a:cubicBezTo>
                    <a:cubicBezTo>
                      <a:pt x="2" y="54"/>
                      <a:pt x="2" y="54"/>
                      <a:pt x="2" y="54"/>
                    </a:cubicBezTo>
                    <a:cubicBezTo>
                      <a:pt x="11" y="58"/>
                      <a:pt x="11" y="58"/>
                      <a:pt x="11" y="58"/>
                    </a:cubicBezTo>
                    <a:cubicBezTo>
                      <a:pt x="12" y="58"/>
                      <a:pt x="12" y="58"/>
                      <a:pt x="12" y="58"/>
                    </a:cubicBezTo>
                    <a:cubicBezTo>
                      <a:pt x="5" y="52"/>
                      <a:pt x="5" y="52"/>
                      <a:pt x="5" y="52"/>
                    </a:cubicBezTo>
                    <a:cubicBezTo>
                      <a:pt x="4" y="52"/>
                      <a:pt x="4" y="52"/>
                      <a:pt x="4" y="52"/>
                    </a:cubicBezTo>
                    <a:cubicBezTo>
                      <a:pt x="3" y="52"/>
                      <a:pt x="3" y="52"/>
                      <a:pt x="3" y="52"/>
                    </a:cubicBezTo>
                    <a:cubicBezTo>
                      <a:pt x="3" y="52"/>
                      <a:pt x="3" y="52"/>
                      <a:pt x="3" y="52"/>
                    </a:cubicBezTo>
                    <a:cubicBezTo>
                      <a:pt x="3" y="52"/>
                      <a:pt x="3" y="52"/>
                      <a:pt x="3" y="52"/>
                    </a:cubicBezTo>
                    <a:cubicBezTo>
                      <a:pt x="2" y="52"/>
                      <a:pt x="2" y="52"/>
                      <a:pt x="2" y="52"/>
                    </a:cubicBezTo>
                    <a:cubicBezTo>
                      <a:pt x="4" y="49"/>
                      <a:pt x="4" y="49"/>
                      <a:pt x="4" y="49"/>
                    </a:cubicBezTo>
                    <a:cubicBezTo>
                      <a:pt x="4" y="49"/>
                      <a:pt x="4" y="49"/>
                      <a:pt x="4" y="49"/>
                    </a:cubicBezTo>
                    <a:cubicBezTo>
                      <a:pt x="4" y="50"/>
                      <a:pt x="4" y="50"/>
                      <a:pt x="4" y="50"/>
                    </a:cubicBezTo>
                    <a:cubicBezTo>
                      <a:pt x="4" y="50"/>
                      <a:pt x="4" y="50"/>
                      <a:pt x="4" y="50"/>
                    </a:cubicBezTo>
                    <a:cubicBezTo>
                      <a:pt x="4" y="50"/>
                      <a:pt x="4" y="50"/>
                      <a:pt x="4" y="51"/>
                    </a:cubicBezTo>
                    <a:cubicBezTo>
                      <a:pt x="13" y="54"/>
                      <a:pt x="13" y="54"/>
                      <a:pt x="13" y="54"/>
                    </a:cubicBezTo>
                    <a:cubicBezTo>
                      <a:pt x="13" y="54"/>
                      <a:pt x="13" y="54"/>
                      <a:pt x="13" y="54"/>
                    </a:cubicBezTo>
                    <a:cubicBezTo>
                      <a:pt x="6" y="48"/>
                      <a:pt x="6" y="48"/>
                      <a:pt x="6" y="48"/>
                    </a:cubicBezTo>
                    <a:cubicBezTo>
                      <a:pt x="6" y="48"/>
                      <a:pt x="6" y="48"/>
                      <a:pt x="5" y="48"/>
                    </a:cubicBezTo>
                    <a:cubicBezTo>
                      <a:pt x="5" y="48"/>
                      <a:pt x="5" y="48"/>
                      <a:pt x="5" y="48"/>
                    </a:cubicBezTo>
                    <a:cubicBezTo>
                      <a:pt x="5" y="48"/>
                      <a:pt x="5" y="48"/>
                      <a:pt x="5" y="48"/>
                    </a:cubicBezTo>
                    <a:cubicBezTo>
                      <a:pt x="4" y="48"/>
                      <a:pt x="4" y="48"/>
                      <a:pt x="4" y="48"/>
                    </a:cubicBezTo>
                    <a:cubicBezTo>
                      <a:pt x="6" y="46"/>
                      <a:pt x="6" y="46"/>
                      <a:pt x="6" y="46"/>
                    </a:cubicBezTo>
                    <a:close/>
                    <a:moveTo>
                      <a:pt x="22" y="48"/>
                    </a:moveTo>
                    <a:cubicBezTo>
                      <a:pt x="22" y="49"/>
                      <a:pt x="21" y="49"/>
                      <a:pt x="21" y="49"/>
                    </a:cubicBezTo>
                    <a:cubicBezTo>
                      <a:pt x="20" y="50"/>
                      <a:pt x="19" y="49"/>
                      <a:pt x="18" y="48"/>
                    </a:cubicBezTo>
                    <a:cubicBezTo>
                      <a:pt x="10" y="42"/>
                      <a:pt x="10" y="42"/>
                      <a:pt x="10" y="42"/>
                    </a:cubicBezTo>
                    <a:cubicBezTo>
                      <a:pt x="10" y="42"/>
                      <a:pt x="10" y="41"/>
                      <a:pt x="10" y="41"/>
                    </a:cubicBezTo>
                    <a:cubicBezTo>
                      <a:pt x="10" y="41"/>
                      <a:pt x="10" y="41"/>
                      <a:pt x="10" y="41"/>
                    </a:cubicBezTo>
                    <a:cubicBezTo>
                      <a:pt x="10" y="40"/>
                      <a:pt x="10" y="40"/>
                      <a:pt x="10" y="40"/>
                    </a:cubicBezTo>
                    <a:cubicBezTo>
                      <a:pt x="10" y="40"/>
                      <a:pt x="10" y="40"/>
                      <a:pt x="10" y="40"/>
                    </a:cubicBezTo>
                    <a:cubicBezTo>
                      <a:pt x="7" y="43"/>
                      <a:pt x="7" y="43"/>
                      <a:pt x="7" y="43"/>
                    </a:cubicBezTo>
                    <a:cubicBezTo>
                      <a:pt x="8" y="43"/>
                      <a:pt x="8" y="43"/>
                      <a:pt x="8" y="43"/>
                    </a:cubicBezTo>
                    <a:cubicBezTo>
                      <a:pt x="8" y="43"/>
                      <a:pt x="8" y="43"/>
                      <a:pt x="8" y="43"/>
                    </a:cubicBezTo>
                    <a:cubicBezTo>
                      <a:pt x="8" y="43"/>
                      <a:pt x="8" y="43"/>
                      <a:pt x="8" y="43"/>
                    </a:cubicBezTo>
                    <a:cubicBezTo>
                      <a:pt x="9" y="43"/>
                      <a:pt x="9" y="43"/>
                      <a:pt x="9" y="43"/>
                    </a:cubicBezTo>
                    <a:cubicBezTo>
                      <a:pt x="17" y="50"/>
                      <a:pt x="17" y="50"/>
                      <a:pt x="17" y="50"/>
                    </a:cubicBezTo>
                    <a:cubicBezTo>
                      <a:pt x="18" y="50"/>
                      <a:pt x="19" y="51"/>
                      <a:pt x="20" y="50"/>
                    </a:cubicBezTo>
                    <a:cubicBezTo>
                      <a:pt x="21" y="50"/>
                      <a:pt x="22" y="50"/>
                      <a:pt x="23" y="49"/>
                    </a:cubicBezTo>
                    <a:cubicBezTo>
                      <a:pt x="24" y="48"/>
                      <a:pt x="24" y="47"/>
                      <a:pt x="24" y="46"/>
                    </a:cubicBezTo>
                    <a:cubicBezTo>
                      <a:pt x="24" y="45"/>
                      <a:pt x="23" y="44"/>
                      <a:pt x="22" y="43"/>
                    </a:cubicBezTo>
                    <a:cubicBezTo>
                      <a:pt x="14" y="36"/>
                      <a:pt x="14" y="36"/>
                      <a:pt x="14" y="36"/>
                    </a:cubicBezTo>
                    <a:cubicBezTo>
                      <a:pt x="14" y="36"/>
                      <a:pt x="14" y="36"/>
                      <a:pt x="14" y="36"/>
                    </a:cubicBezTo>
                    <a:cubicBezTo>
                      <a:pt x="14" y="36"/>
                      <a:pt x="14" y="36"/>
                      <a:pt x="14" y="35"/>
                    </a:cubicBezTo>
                    <a:cubicBezTo>
                      <a:pt x="14" y="35"/>
                      <a:pt x="14" y="35"/>
                      <a:pt x="14" y="35"/>
                    </a:cubicBezTo>
                    <a:cubicBezTo>
                      <a:pt x="14" y="35"/>
                      <a:pt x="14" y="35"/>
                      <a:pt x="14" y="35"/>
                    </a:cubicBezTo>
                    <a:cubicBezTo>
                      <a:pt x="12" y="37"/>
                      <a:pt x="12" y="37"/>
                      <a:pt x="12" y="37"/>
                    </a:cubicBezTo>
                    <a:cubicBezTo>
                      <a:pt x="12" y="38"/>
                      <a:pt x="12" y="38"/>
                      <a:pt x="12" y="38"/>
                    </a:cubicBezTo>
                    <a:cubicBezTo>
                      <a:pt x="13" y="37"/>
                      <a:pt x="13" y="37"/>
                      <a:pt x="13" y="37"/>
                    </a:cubicBezTo>
                    <a:cubicBezTo>
                      <a:pt x="13" y="37"/>
                      <a:pt x="13" y="37"/>
                      <a:pt x="13" y="37"/>
                    </a:cubicBezTo>
                    <a:cubicBezTo>
                      <a:pt x="13" y="37"/>
                      <a:pt x="14" y="37"/>
                      <a:pt x="14" y="37"/>
                    </a:cubicBezTo>
                    <a:cubicBezTo>
                      <a:pt x="22" y="44"/>
                      <a:pt x="22" y="44"/>
                      <a:pt x="22" y="44"/>
                    </a:cubicBezTo>
                    <a:cubicBezTo>
                      <a:pt x="23" y="44"/>
                      <a:pt x="23" y="45"/>
                      <a:pt x="23" y="46"/>
                    </a:cubicBezTo>
                    <a:cubicBezTo>
                      <a:pt x="23" y="47"/>
                      <a:pt x="23" y="47"/>
                      <a:pt x="22" y="48"/>
                    </a:cubicBezTo>
                    <a:close/>
                    <a:moveTo>
                      <a:pt x="33" y="36"/>
                    </a:moveTo>
                    <a:cubicBezTo>
                      <a:pt x="33" y="36"/>
                      <a:pt x="33" y="36"/>
                      <a:pt x="33" y="36"/>
                    </a:cubicBezTo>
                    <a:cubicBezTo>
                      <a:pt x="33" y="36"/>
                      <a:pt x="34" y="36"/>
                      <a:pt x="34" y="36"/>
                    </a:cubicBezTo>
                    <a:cubicBezTo>
                      <a:pt x="34" y="35"/>
                      <a:pt x="34" y="35"/>
                      <a:pt x="34" y="35"/>
                    </a:cubicBezTo>
                    <a:cubicBezTo>
                      <a:pt x="35" y="36"/>
                      <a:pt x="35" y="36"/>
                      <a:pt x="35" y="36"/>
                    </a:cubicBezTo>
                    <a:cubicBezTo>
                      <a:pt x="32" y="39"/>
                      <a:pt x="32" y="39"/>
                      <a:pt x="32" y="39"/>
                    </a:cubicBezTo>
                    <a:cubicBezTo>
                      <a:pt x="31" y="38"/>
                      <a:pt x="31" y="38"/>
                      <a:pt x="31" y="38"/>
                    </a:cubicBezTo>
                    <a:cubicBezTo>
                      <a:pt x="32" y="38"/>
                      <a:pt x="32" y="38"/>
                      <a:pt x="32" y="38"/>
                    </a:cubicBezTo>
                    <a:cubicBezTo>
                      <a:pt x="32" y="38"/>
                      <a:pt x="32" y="37"/>
                      <a:pt x="32" y="37"/>
                    </a:cubicBezTo>
                    <a:cubicBezTo>
                      <a:pt x="32" y="37"/>
                      <a:pt x="32" y="37"/>
                      <a:pt x="32" y="37"/>
                    </a:cubicBezTo>
                    <a:cubicBezTo>
                      <a:pt x="27" y="32"/>
                      <a:pt x="27" y="32"/>
                      <a:pt x="27" y="32"/>
                    </a:cubicBezTo>
                    <a:cubicBezTo>
                      <a:pt x="23" y="36"/>
                      <a:pt x="23" y="36"/>
                      <a:pt x="23" y="36"/>
                    </a:cubicBezTo>
                    <a:cubicBezTo>
                      <a:pt x="28" y="40"/>
                      <a:pt x="28" y="40"/>
                      <a:pt x="28" y="40"/>
                    </a:cubicBezTo>
                    <a:cubicBezTo>
                      <a:pt x="28" y="41"/>
                      <a:pt x="28" y="41"/>
                      <a:pt x="28" y="41"/>
                    </a:cubicBezTo>
                    <a:cubicBezTo>
                      <a:pt x="28" y="41"/>
                      <a:pt x="29" y="41"/>
                      <a:pt x="29" y="40"/>
                    </a:cubicBezTo>
                    <a:cubicBezTo>
                      <a:pt x="29" y="40"/>
                      <a:pt x="29" y="40"/>
                      <a:pt x="29" y="40"/>
                    </a:cubicBezTo>
                    <a:cubicBezTo>
                      <a:pt x="30" y="41"/>
                      <a:pt x="30" y="41"/>
                      <a:pt x="30" y="41"/>
                    </a:cubicBezTo>
                    <a:cubicBezTo>
                      <a:pt x="27" y="43"/>
                      <a:pt x="27" y="43"/>
                      <a:pt x="27" y="43"/>
                    </a:cubicBezTo>
                    <a:cubicBezTo>
                      <a:pt x="26" y="43"/>
                      <a:pt x="26" y="43"/>
                      <a:pt x="26" y="43"/>
                    </a:cubicBezTo>
                    <a:cubicBezTo>
                      <a:pt x="27" y="43"/>
                      <a:pt x="27" y="43"/>
                      <a:pt x="27" y="43"/>
                    </a:cubicBezTo>
                    <a:cubicBezTo>
                      <a:pt x="27" y="42"/>
                      <a:pt x="27" y="42"/>
                      <a:pt x="27" y="42"/>
                    </a:cubicBezTo>
                    <a:cubicBezTo>
                      <a:pt x="27" y="42"/>
                      <a:pt x="27" y="42"/>
                      <a:pt x="27" y="41"/>
                    </a:cubicBezTo>
                    <a:cubicBezTo>
                      <a:pt x="18" y="32"/>
                      <a:pt x="18" y="32"/>
                      <a:pt x="18" y="32"/>
                    </a:cubicBezTo>
                    <a:cubicBezTo>
                      <a:pt x="18" y="32"/>
                      <a:pt x="17" y="32"/>
                      <a:pt x="17" y="32"/>
                    </a:cubicBezTo>
                    <a:cubicBezTo>
                      <a:pt x="17" y="32"/>
                      <a:pt x="17" y="32"/>
                      <a:pt x="17" y="32"/>
                    </a:cubicBezTo>
                    <a:cubicBezTo>
                      <a:pt x="16" y="32"/>
                      <a:pt x="16" y="32"/>
                      <a:pt x="16" y="32"/>
                    </a:cubicBezTo>
                    <a:cubicBezTo>
                      <a:pt x="16" y="32"/>
                      <a:pt x="16" y="32"/>
                      <a:pt x="16" y="32"/>
                    </a:cubicBezTo>
                    <a:cubicBezTo>
                      <a:pt x="19" y="29"/>
                      <a:pt x="19" y="29"/>
                      <a:pt x="19" y="29"/>
                    </a:cubicBezTo>
                    <a:cubicBezTo>
                      <a:pt x="19" y="29"/>
                      <a:pt x="19" y="29"/>
                      <a:pt x="19" y="29"/>
                    </a:cubicBezTo>
                    <a:cubicBezTo>
                      <a:pt x="19" y="30"/>
                      <a:pt x="19" y="30"/>
                      <a:pt x="19" y="30"/>
                    </a:cubicBezTo>
                    <a:cubicBezTo>
                      <a:pt x="19" y="30"/>
                      <a:pt x="19" y="30"/>
                      <a:pt x="19" y="30"/>
                    </a:cubicBezTo>
                    <a:cubicBezTo>
                      <a:pt x="19" y="30"/>
                      <a:pt x="19" y="31"/>
                      <a:pt x="19" y="31"/>
                    </a:cubicBezTo>
                    <a:cubicBezTo>
                      <a:pt x="23" y="35"/>
                      <a:pt x="23" y="35"/>
                      <a:pt x="23" y="35"/>
                    </a:cubicBezTo>
                    <a:cubicBezTo>
                      <a:pt x="27" y="31"/>
                      <a:pt x="27" y="31"/>
                      <a:pt x="27" y="31"/>
                    </a:cubicBezTo>
                    <a:cubicBezTo>
                      <a:pt x="23" y="27"/>
                      <a:pt x="23" y="27"/>
                      <a:pt x="23" y="27"/>
                    </a:cubicBezTo>
                    <a:cubicBezTo>
                      <a:pt x="23" y="27"/>
                      <a:pt x="22" y="27"/>
                      <a:pt x="22" y="27"/>
                    </a:cubicBezTo>
                    <a:cubicBezTo>
                      <a:pt x="22" y="27"/>
                      <a:pt x="22" y="27"/>
                      <a:pt x="22" y="27"/>
                    </a:cubicBezTo>
                    <a:cubicBezTo>
                      <a:pt x="21" y="27"/>
                      <a:pt x="21" y="27"/>
                      <a:pt x="21" y="27"/>
                    </a:cubicBezTo>
                    <a:cubicBezTo>
                      <a:pt x="21" y="27"/>
                      <a:pt x="21" y="27"/>
                      <a:pt x="21" y="27"/>
                    </a:cubicBezTo>
                    <a:cubicBezTo>
                      <a:pt x="24" y="24"/>
                      <a:pt x="24" y="24"/>
                      <a:pt x="24" y="24"/>
                    </a:cubicBezTo>
                    <a:cubicBezTo>
                      <a:pt x="24" y="25"/>
                      <a:pt x="24" y="25"/>
                      <a:pt x="24" y="25"/>
                    </a:cubicBezTo>
                    <a:cubicBezTo>
                      <a:pt x="24" y="25"/>
                      <a:pt x="24" y="25"/>
                      <a:pt x="24" y="25"/>
                    </a:cubicBezTo>
                    <a:cubicBezTo>
                      <a:pt x="24" y="25"/>
                      <a:pt x="24" y="25"/>
                      <a:pt x="24" y="26"/>
                    </a:cubicBezTo>
                    <a:cubicBezTo>
                      <a:pt x="24" y="26"/>
                      <a:pt x="24" y="26"/>
                      <a:pt x="24" y="26"/>
                    </a:cubicBezTo>
                    <a:cubicBezTo>
                      <a:pt x="33" y="36"/>
                      <a:pt x="33" y="36"/>
                      <a:pt x="33" y="36"/>
                    </a:cubicBezTo>
                    <a:close/>
                    <a:moveTo>
                      <a:pt x="38" y="26"/>
                    </a:moveTo>
                    <a:cubicBezTo>
                      <a:pt x="41" y="29"/>
                      <a:pt x="41" y="29"/>
                      <a:pt x="41" y="29"/>
                    </a:cubicBezTo>
                    <a:cubicBezTo>
                      <a:pt x="41" y="29"/>
                      <a:pt x="41" y="30"/>
                      <a:pt x="41" y="30"/>
                    </a:cubicBezTo>
                    <a:cubicBezTo>
                      <a:pt x="41" y="30"/>
                      <a:pt x="41" y="30"/>
                      <a:pt x="41" y="30"/>
                    </a:cubicBezTo>
                    <a:cubicBezTo>
                      <a:pt x="41" y="31"/>
                      <a:pt x="41" y="31"/>
                      <a:pt x="41" y="31"/>
                    </a:cubicBezTo>
                    <a:cubicBezTo>
                      <a:pt x="41" y="31"/>
                      <a:pt x="41" y="31"/>
                      <a:pt x="41" y="31"/>
                    </a:cubicBezTo>
                    <a:cubicBezTo>
                      <a:pt x="44" y="29"/>
                      <a:pt x="44" y="29"/>
                      <a:pt x="44" y="29"/>
                    </a:cubicBezTo>
                    <a:cubicBezTo>
                      <a:pt x="44" y="28"/>
                      <a:pt x="44" y="28"/>
                      <a:pt x="44" y="28"/>
                    </a:cubicBezTo>
                    <a:cubicBezTo>
                      <a:pt x="44" y="29"/>
                      <a:pt x="44" y="29"/>
                      <a:pt x="44" y="29"/>
                    </a:cubicBezTo>
                    <a:cubicBezTo>
                      <a:pt x="43" y="29"/>
                      <a:pt x="43" y="29"/>
                      <a:pt x="43" y="29"/>
                    </a:cubicBezTo>
                    <a:cubicBezTo>
                      <a:pt x="43" y="29"/>
                      <a:pt x="42" y="29"/>
                      <a:pt x="42" y="28"/>
                    </a:cubicBezTo>
                    <a:cubicBezTo>
                      <a:pt x="31" y="18"/>
                      <a:pt x="31" y="18"/>
                      <a:pt x="31" y="18"/>
                    </a:cubicBezTo>
                    <a:cubicBezTo>
                      <a:pt x="30" y="20"/>
                      <a:pt x="30" y="20"/>
                      <a:pt x="30" y="20"/>
                    </a:cubicBezTo>
                    <a:cubicBezTo>
                      <a:pt x="35" y="33"/>
                      <a:pt x="35" y="33"/>
                      <a:pt x="35" y="33"/>
                    </a:cubicBezTo>
                    <a:cubicBezTo>
                      <a:pt x="35" y="33"/>
                      <a:pt x="35" y="34"/>
                      <a:pt x="35" y="34"/>
                    </a:cubicBezTo>
                    <a:cubicBezTo>
                      <a:pt x="35" y="34"/>
                      <a:pt x="35" y="34"/>
                      <a:pt x="35" y="35"/>
                    </a:cubicBezTo>
                    <a:cubicBezTo>
                      <a:pt x="35" y="35"/>
                      <a:pt x="35" y="35"/>
                      <a:pt x="35" y="35"/>
                    </a:cubicBezTo>
                    <a:cubicBezTo>
                      <a:pt x="35" y="35"/>
                      <a:pt x="35" y="35"/>
                      <a:pt x="35" y="35"/>
                    </a:cubicBezTo>
                    <a:cubicBezTo>
                      <a:pt x="38" y="33"/>
                      <a:pt x="38" y="33"/>
                      <a:pt x="38" y="33"/>
                    </a:cubicBezTo>
                    <a:cubicBezTo>
                      <a:pt x="38" y="33"/>
                      <a:pt x="38" y="33"/>
                      <a:pt x="38" y="33"/>
                    </a:cubicBezTo>
                    <a:cubicBezTo>
                      <a:pt x="37" y="33"/>
                      <a:pt x="37" y="33"/>
                      <a:pt x="37" y="33"/>
                    </a:cubicBezTo>
                    <a:cubicBezTo>
                      <a:pt x="37" y="33"/>
                      <a:pt x="37" y="33"/>
                      <a:pt x="36" y="33"/>
                    </a:cubicBezTo>
                    <a:cubicBezTo>
                      <a:pt x="36" y="33"/>
                      <a:pt x="36" y="32"/>
                      <a:pt x="36" y="32"/>
                    </a:cubicBezTo>
                    <a:cubicBezTo>
                      <a:pt x="34" y="29"/>
                      <a:pt x="34" y="29"/>
                      <a:pt x="34" y="29"/>
                    </a:cubicBezTo>
                    <a:cubicBezTo>
                      <a:pt x="38" y="26"/>
                      <a:pt x="38" y="26"/>
                      <a:pt x="38" y="26"/>
                    </a:cubicBezTo>
                    <a:close/>
                    <a:moveTo>
                      <a:pt x="31" y="21"/>
                    </a:moveTo>
                    <a:cubicBezTo>
                      <a:pt x="31" y="21"/>
                      <a:pt x="31" y="21"/>
                      <a:pt x="31" y="21"/>
                    </a:cubicBezTo>
                    <a:cubicBezTo>
                      <a:pt x="34" y="28"/>
                      <a:pt x="34" y="28"/>
                      <a:pt x="34" y="28"/>
                    </a:cubicBezTo>
                    <a:cubicBezTo>
                      <a:pt x="37" y="26"/>
                      <a:pt x="37" y="26"/>
                      <a:pt x="37" y="26"/>
                    </a:cubicBezTo>
                    <a:cubicBezTo>
                      <a:pt x="31" y="21"/>
                      <a:pt x="31" y="21"/>
                      <a:pt x="31" y="21"/>
                    </a:cubicBezTo>
                    <a:close/>
                    <a:moveTo>
                      <a:pt x="51" y="21"/>
                    </a:moveTo>
                    <a:cubicBezTo>
                      <a:pt x="51" y="21"/>
                      <a:pt x="51" y="21"/>
                      <a:pt x="51" y="21"/>
                    </a:cubicBezTo>
                    <a:cubicBezTo>
                      <a:pt x="46" y="11"/>
                      <a:pt x="46" y="11"/>
                      <a:pt x="46" y="11"/>
                    </a:cubicBezTo>
                    <a:cubicBezTo>
                      <a:pt x="46" y="11"/>
                      <a:pt x="46" y="11"/>
                      <a:pt x="46" y="11"/>
                    </a:cubicBezTo>
                    <a:cubicBezTo>
                      <a:pt x="46" y="11"/>
                      <a:pt x="46" y="11"/>
                      <a:pt x="45" y="11"/>
                    </a:cubicBezTo>
                    <a:cubicBezTo>
                      <a:pt x="45" y="11"/>
                      <a:pt x="45" y="11"/>
                      <a:pt x="45" y="11"/>
                    </a:cubicBezTo>
                    <a:cubicBezTo>
                      <a:pt x="44" y="11"/>
                      <a:pt x="44" y="11"/>
                      <a:pt x="44" y="11"/>
                    </a:cubicBezTo>
                    <a:cubicBezTo>
                      <a:pt x="48" y="9"/>
                      <a:pt x="48" y="9"/>
                      <a:pt x="48" y="9"/>
                    </a:cubicBezTo>
                    <a:cubicBezTo>
                      <a:pt x="48" y="10"/>
                      <a:pt x="48" y="10"/>
                      <a:pt x="48" y="10"/>
                    </a:cubicBezTo>
                    <a:cubicBezTo>
                      <a:pt x="47" y="10"/>
                      <a:pt x="47" y="10"/>
                      <a:pt x="47" y="10"/>
                    </a:cubicBezTo>
                    <a:cubicBezTo>
                      <a:pt x="47" y="10"/>
                      <a:pt x="47" y="10"/>
                      <a:pt x="47" y="10"/>
                    </a:cubicBezTo>
                    <a:cubicBezTo>
                      <a:pt x="47" y="10"/>
                      <a:pt x="47" y="11"/>
                      <a:pt x="47" y="11"/>
                    </a:cubicBezTo>
                    <a:cubicBezTo>
                      <a:pt x="53" y="24"/>
                      <a:pt x="53" y="24"/>
                      <a:pt x="53" y="24"/>
                    </a:cubicBezTo>
                    <a:cubicBezTo>
                      <a:pt x="53" y="24"/>
                      <a:pt x="53" y="24"/>
                      <a:pt x="53" y="24"/>
                    </a:cubicBezTo>
                    <a:cubicBezTo>
                      <a:pt x="53" y="24"/>
                      <a:pt x="53" y="24"/>
                      <a:pt x="53" y="24"/>
                    </a:cubicBezTo>
                    <a:cubicBezTo>
                      <a:pt x="40" y="15"/>
                      <a:pt x="40" y="15"/>
                      <a:pt x="40" y="15"/>
                    </a:cubicBezTo>
                    <a:cubicBezTo>
                      <a:pt x="40" y="15"/>
                      <a:pt x="40" y="15"/>
                      <a:pt x="40" y="15"/>
                    </a:cubicBezTo>
                    <a:cubicBezTo>
                      <a:pt x="46" y="26"/>
                      <a:pt x="46" y="26"/>
                      <a:pt x="46" y="26"/>
                    </a:cubicBezTo>
                    <a:cubicBezTo>
                      <a:pt x="46" y="26"/>
                      <a:pt x="46" y="26"/>
                      <a:pt x="46" y="26"/>
                    </a:cubicBezTo>
                    <a:cubicBezTo>
                      <a:pt x="47" y="26"/>
                      <a:pt x="47" y="26"/>
                      <a:pt x="47" y="26"/>
                    </a:cubicBezTo>
                    <a:cubicBezTo>
                      <a:pt x="48" y="26"/>
                      <a:pt x="48" y="26"/>
                      <a:pt x="48" y="26"/>
                    </a:cubicBezTo>
                    <a:cubicBezTo>
                      <a:pt x="48" y="26"/>
                      <a:pt x="48" y="26"/>
                      <a:pt x="48" y="26"/>
                    </a:cubicBezTo>
                    <a:cubicBezTo>
                      <a:pt x="45" y="28"/>
                      <a:pt x="45" y="28"/>
                      <a:pt x="45" y="28"/>
                    </a:cubicBezTo>
                    <a:cubicBezTo>
                      <a:pt x="44" y="28"/>
                      <a:pt x="44" y="28"/>
                      <a:pt x="44" y="28"/>
                    </a:cubicBezTo>
                    <a:cubicBezTo>
                      <a:pt x="45" y="27"/>
                      <a:pt x="45" y="27"/>
                      <a:pt x="45" y="27"/>
                    </a:cubicBezTo>
                    <a:cubicBezTo>
                      <a:pt x="45" y="27"/>
                      <a:pt x="45" y="27"/>
                      <a:pt x="45" y="27"/>
                    </a:cubicBezTo>
                    <a:cubicBezTo>
                      <a:pt x="46" y="27"/>
                      <a:pt x="46" y="26"/>
                      <a:pt x="45" y="26"/>
                    </a:cubicBezTo>
                    <a:cubicBezTo>
                      <a:pt x="39" y="15"/>
                      <a:pt x="39" y="15"/>
                      <a:pt x="39" y="15"/>
                    </a:cubicBezTo>
                    <a:cubicBezTo>
                      <a:pt x="39" y="14"/>
                      <a:pt x="39" y="14"/>
                      <a:pt x="39" y="14"/>
                    </a:cubicBezTo>
                    <a:cubicBezTo>
                      <a:pt x="39" y="14"/>
                      <a:pt x="39" y="14"/>
                      <a:pt x="38" y="14"/>
                    </a:cubicBezTo>
                    <a:cubicBezTo>
                      <a:pt x="38" y="15"/>
                      <a:pt x="38" y="15"/>
                      <a:pt x="38" y="15"/>
                    </a:cubicBezTo>
                    <a:cubicBezTo>
                      <a:pt x="37" y="14"/>
                      <a:pt x="37" y="14"/>
                      <a:pt x="37" y="14"/>
                    </a:cubicBezTo>
                    <a:cubicBezTo>
                      <a:pt x="40" y="13"/>
                      <a:pt x="40" y="13"/>
                      <a:pt x="40" y="13"/>
                    </a:cubicBezTo>
                    <a:cubicBezTo>
                      <a:pt x="51" y="21"/>
                      <a:pt x="51" y="21"/>
                      <a:pt x="51" y="21"/>
                    </a:cubicBezTo>
                    <a:close/>
                    <a:moveTo>
                      <a:pt x="70" y="17"/>
                    </a:moveTo>
                    <a:cubicBezTo>
                      <a:pt x="70" y="17"/>
                      <a:pt x="71" y="17"/>
                      <a:pt x="72" y="16"/>
                    </a:cubicBezTo>
                    <a:cubicBezTo>
                      <a:pt x="72" y="15"/>
                      <a:pt x="72" y="14"/>
                      <a:pt x="72" y="14"/>
                    </a:cubicBezTo>
                    <a:cubicBezTo>
                      <a:pt x="70" y="3"/>
                      <a:pt x="70" y="3"/>
                      <a:pt x="70" y="3"/>
                    </a:cubicBezTo>
                    <a:cubicBezTo>
                      <a:pt x="70" y="3"/>
                      <a:pt x="69" y="3"/>
                      <a:pt x="69" y="3"/>
                    </a:cubicBezTo>
                    <a:cubicBezTo>
                      <a:pt x="69" y="3"/>
                      <a:pt x="69" y="3"/>
                      <a:pt x="69" y="3"/>
                    </a:cubicBezTo>
                    <a:cubicBezTo>
                      <a:pt x="68" y="3"/>
                      <a:pt x="68" y="3"/>
                      <a:pt x="68" y="3"/>
                    </a:cubicBezTo>
                    <a:cubicBezTo>
                      <a:pt x="68" y="2"/>
                      <a:pt x="68" y="2"/>
                      <a:pt x="68" y="2"/>
                    </a:cubicBezTo>
                    <a:cubicBezTo>
                      <a:pt x="71" y="1"/>
                      <a:pt x="71" y="1"/>
                      <a:pt x="71" y="1"/>
                    </a:cubicBezTo>
                    <a:cubicBezTo>
                      <a:pt x="71" y="2"/>
                      <a:pt x="71" y="2"/>
                      <a:pt x="71" y="2"/>
                    </a:cubicBezTo>
                    <a:cubicBezTo>
                      <a:pt x="71" y="2"/>
                      <a:pt x="71" y="2"/>
                      <a:pt x="71" y="2"/>
                    </a:cubicBezTo>
                    <a:cubicBezTo>
                      <a:pt x="71" y="2"/>
                      <a:pt x="70" y="2"/>
                      <a:pt x="70" y="2"/>
                    </a:cubicBezTo>
                    <a:cubicBezTo>
                      <a:pt x="70" y="3"/>
                      <a:pt x="70" y="3"/>
                      <a:pt x="70" y="3"/>
                    </a:cubicBezTo>
                    <a:cubicBezTo>
                      <a:pt x="73" y="13"/>
                      <a:pt x="73" y="13"/>
                      <a:pt x="73" y="13"/>
                    </a:cubicBezTo>
                    <a:cubicBezTo>
                      <a:pt x="73" y="15"/>
                      <a:pt x="73" y="16"/>
                      <a:pt x="72" y="16"/>
                    </a:cubicBezTo>
                    <a:cubicBezTo>
                      <a:pt x="71" y="17"/>
                      <a:pt x="71" y="18"/>
                      <a:pt x="70" y="18"/>
                    </a:cubicBezTo>
                    <a:cubicBezTo>
                      <a:pt x="68" y="18"/>
                      <a:pt x="67" y="18"/>
                      <a:pt x="66" y="18"/>
                    </a:cubicBezTo>
                    <a:cubicBezTo>
                      <a:pt x="66" y="17"/>
                      <a:pt x="65" y="17"/>
                      <a:pt x="65" y="15"/>
                    </a:cubicBezTo>
                    <a:cubicBezTo>
                      <a:pt x="62" y="5"/>
                      <a:pt x="62" y="5"/>
                      <a:pt x="62" y="5"/>
                    </a:cubicBezTo>
                    <a:cubicBezTo>
                      <a:pt x="62" y="5"/>
                      <a:pt x="62" y="4"/>
                      <a:pt x="62" y="4"/>
                    </a:cubicBezTo>
                    <a:cubicBezTo>
                      <a:pt x="62" y="4"/>
                      <a:pt x="62" y="4"/>
                      <a:pt x="61" y="4"/>
                    </a:cubicBezTo>
                    <a:cubicBezTo>
                      <a:pt x="61" y="4"/>
                      <a:pt x="61" y="4"/>
                      <a:pt x="61" y="4"/>
                    </a:cubicBezTo>
                    <a:cubicBezTo>
                      <a:pt x="61" y="4"/>
                      <a:pt x="61" y="4"/>
                      <a:pt x="61" y="4"/>
                    </a:cubicBezTo>
                    <a:cubicBezTo>
                      <a:pt x="65" y="3"/>
                      <a:pt x="65" y="3"/>
                      <a:pt x="65" y="3"/>
                    </a:cubicBezTo>
                    <a:cubicBezTo>
                      <a:pt x="65" y="4"/>
                      <a:pt x="65" y="4"/>
                      <a:pt x="65" y="4"/>
                    </a:cubicBezTo>
                    <a:cubicBezTo>
                      <a:pt x="64" y="4"/>
                      <a:pt x="64" y="4"/>
                      <a:pt x="64" y="4"/>
                    </a:cubicBezTo>
                    <a:cubicBezTo>
                      <a:pt x="64" y="4"/>
                      <a:pt x="64" y="4"/>
                      <a:pt x="64" y="4"/>
                    </a:cubicBezTo>
                    <a:cubicBezTo>
                      <a:pt x="64" y="4"/>
                      <a:pt x="64" y="4"/>
                      <a:pt x="64" y="5"/>
                    </a:cubicBezTo>
                    <a:cubicBezTo>
                      <a:pt x="66" y="15"/>
                      <a:pt x="66" y="15"/>
                      <a:pt x="66" y="15"/>
                    </a:cubicBezTo>
                    <a:cubicBezTo>
                      <a:pt x="66" y="16"/>
                      <a:pt x="67" y="17"/>
                      <a:pt x="67" y="17"/>
                    </a:cubicBezTo>
                    <a:cubicBezTo>
                      <a:pt x="68" y="18"/>
                      <a:pt x="69" y="18"/>
                      <a:pt x="70" y="17"/>
                    </a:cubicBezTo>
                    <a:close/>
                    <a:moveTo>
                      <a:pt x="84" y="12"/>
                    </a:moveTo>
                    <a:cubicBezTo>
                      <a:pt x="84" y="12"/>
                      <a:pt x="84" y="12"/>
                      <a:pt x="84" y="12"/>
                    </a:cubicBezTo>
                    <a:cubicBezTo>
                      <a:pt x="84" y="1"/>
                      <a:pt x="84" y="1"/>
                      <a:pt x="84" y="1"/>
                    </a:cubicBezTo>
                    <a:cubicBezTo>
                      <a:pt x="84" y="1"/>
                      <a:pt x="84" y="1"/>
                      <a:pt x="83" y="1"/>
                    </a:cubicBezTo>
                    <a:cubicBezTo>
                      <a:pt x="83" y="1"/>
                      <a:pt x="83" y="1"/>
                      <a:pt x="83" y="1"/>
                    </a:cubicBezTo>
                    <a:cubicBezTo>
                      <a:pt x="82" y="1"/>
                      <a:pt x="82" y="1"/>
                      <a:pt x="82" y="1"/>
                    </a:cubicBezTo>
                    <a:cubicBezTo>
                      <a:pt x="82" y="0"/>
                      <a:pt x="82" y="0"/>
                      <a:pt x="82" y="0"/>
                    </a:cubicBezTo>
                    <a:cubicBezTo>
                      <a:pt x="86" y="0"/>
                      <a:pt x="86" y="0"/>
                      <a:pt x="86" y="0"/>
                    </a:cubicBezTo>
                    <a:cubicBezTo>
                      <a:pt x="86" y="1"/>
                      <a:pt x="86" y="1"/>
                      <a:pt x="86" y="1"/>
                    </a:cubicBezTo>
                    <a:cubicBezTo>
                      <a:pt x="85" y="1"/>
                      <a:pt x="85" y="1"/>
                      <a:pt x="85" y="1"/>
                    </a:cubicBezTo>
                    <a:cubicBezTo>
                      <a:pt x="85" y="1"/>
                      <a:pt x="85" y="1"/>
                      <a:pt x="84" y="1"/>
                    </a:cubicBezTo>
                    <a:cubicBezTo>
                      <a:pt x="84" y="1"/>
                      <a:pt x="84" y="1"/>
                      <a:pt x="84" y="1"/>
                    </a:cubicBezTo>
                    <a:cubicBezTo>
                      <a:pt x="85" y="16"/>
                      <a:pt x="85" y="16"/>
                      <a:pt x="85" y="16"/>
                    </a:cubicBezTo>
                    <a:cubicBezTo>
                      <a:pt x="85" y="16"/>
                      <a:pt x="85" y="16"/>
                      <a:pt x="85" y="16"/>
                    </a:cubicBezTo>
                    <a:cubicBezTo>
                      <a:pt x="85" y="16"/>
                      <a:pt x="85" y="16"/>
                      <a:pt x="85" y="16"/>
                    </a:cubicBezTo>
                    <a:cubicBezTo>
                      <a:pt x="77" y="3"/>
                      <a:pt x="77" y="3"/>
                      <a:pt x="77" y="3"/>
                    </a:cubicBezTo>
                    <a:cubicBezTo>
                      <a:pt x="77" y="3"/>
                      <a:pt x="77" y="3"/>
                      <a:pt x="77" y="3"/>
                    </a:cubicBezTo>
                    <a:cubicBezTo>
                      <a:pt x="77" y="15"/>
                      <a:pt x="77" y="15"/>
                      <a:pt x="77" y="15"/>
                    </a:cubicBezTo>
                    <a:cubicBezTo>
                      <a:pt x="77" y="15"/>
                      <a:pt x="78" y="15"/>
                      <a:pt x="78" y="16"/>
                    </a:cubicBezTo>
                    <a:cubicBezTo>
                      <a:pt x="78" y="16"/>
                      <a:pt x="78" y="16"/>
                      <a:pt x="78" y="16"/>
                    </a:cubicBezTo>
                    <a:cubicBezTo>
                      <a:pt x="79" y="16"/>
                      <a:pt x="79" y="16"/>
                      <a:pt x="79" y="16"/>
                    </a:cubicBezTo>
                    <a:cubicBezTo>
                      <a:pt x="79" y="16"/>
                      <a:pt x="79" y="16"/>
                      <a:pt x="79" y="16"/>
                    </a:cubicBezTo>
                    <a:cubicBezTo>
                      <a:pt x="75" y="16"/>
                      <a:pt x="75" y="16"/>
                      <a:pt x="75" y="16"/>
                    </a:cubicBezTo>
                    <a:cubicBezTo>
                      <a:pt x="75" y="16"/>
                      <a:pt x="75" y="16"/>
                      <a:pt x="75" y="16"/>
                    </a:cubicBezTo>
                    <a:cubicBezTo>
                      <a:pt x="76" y="16"/>
                      <a:pt x="76" y="16"/>
                      <a:pt x="76" y="16"/>
                    </a:cubicBezTo>
                    <a:cubicBezTo>
                      <a:pt x="76" y="16"/>
                      <a:pt x="77" y="16"/>
                      <a:pt x="77" y="16"/>
                    </a:cubicBezTo>
                    <a:cubicBezTo>
                      <a:pt x="77" y="15"/>
                      <a:pt x="77" y="15"/>
                      <a:pt x="77" y="15"/>
                    </a:cubicBezTo>
                    <a:cubicBezTo>
                      <a:pt x="76" y="2"/>
                      <a:pt x="76" y="2"/>
                      <a:pt x="76" y="2"/>
                    </a:cubicBezTo>
                    <a:cubicBezTo>
                      <a:pt x="76" y="2"/>
                      <a:pt x="76" y="2"/>
                      <a:pt x="76" y="1"/>
                    </a:cubicBezTo>
                    <a:cubicBezTo>
                      <a:pt x="76" y="1"/>
                      <a:pt x="75" y="1"/>
                      <a:pt x="75" y="1"/>
                    </a:cubicBezTo>
                    <a:cubicBezTo>
                      <a:pt x="74" y="1"/>
                      <a:pt x="74" y="1"/>
                      <a:pt x="74" y="1"/>
                    </a:cubicBezTo>
                    <a:cubicBezTo>
                      <a:pt x="74" y="1"/>
                      <a:pt x="74" y="1"/>
                      <a:pt x="74" y="1"/>
                    </a:cubicBezTo>
                    <a:cubicBezTo>
                      <a:pt x="77" y="1"/>
                      <a:pt x="77" y="1"/>
                      <a:pt x="77" y="1"/>
                    </a:cubicBezTo>
                    <a:cubicBezTo>
                      <a:pt x="84" y="12"/>
                      <a:pt x="84" y="12"/>
                      <a:pt x="84" y="12"/>
                    </a:cubicBezTo>
                    <a:close/>
                    <a:moveTo>
                      <a:pt x="90" y="1"/>
                    </a:moveTo>
                    <a:cubicBezTo>
                      <a:pt x="90" y="0"/>
                      <a:pt x="90" y="0"/>
                      <a:pt x="90" y="0"/>
                    </a:cubicBezTo>
                    <a:cubicBezTo>
                      <a:pt x="98" y="1"/>
                      <a:pt x="98" y="1"/>
                      <a:pt x="98" y="1"/>
                    </a:cubicBezTo>
                    <a:cubicBezTo>
                      <a:pt x="98" y="1"/>
                      <a:pt x="98" y="1"/>
                      <a:pt x="98" y="1"/>
                    </a:cubicBezTo>
                    <a:cubicBezTo>
                      <a:pt x="96" y="1"/>
                      <a:pt x="96" y="1"/>
                      <a:pt x="96" y="1"/>
                    </a:cubicBezTo>
                    <a:cubicBezTo>
                      <a:pt x="95" y="1"/>
                      <a:pt x="95" y="1"/>
                      <a:pt x="95" y="1"/>
                    </a:cubicBezTo>
                    <a:cubicBezTo>
                      <a:pt x="95" y="1"/>
                      <a:pt x="95" y="1"/>
                      <a:pt x="95" y="2"/>
                    </a:cubicBezTo>
                    <a:cubicBezTo>
                      <a:pt x="94" y="15"/>
                      <a:pt x="94" y="15"/>
                      <a:pt x="94" y="15"/>
                    </a:cubicBezTo>
                    <a:cubicBezTo>
                      <a:pt x="94" y="15"/>
                      <a:pt x="94" y="15"/>
                      <a:pt x="94" y="15"/>
                    </a:cubicBezTo>
                    <a:cubicBezTo>
                      <a:pt x="94" y="15"/>
                      <a:pt x="94" y="15"/>
                      <a:pt x="95" y="15"/>
                    </a:cubicBezTo>
                    <a:cubicBezTo>
                      <a:pt x="97" y="16"/>
                      <a:pt x="97" y="16"/>
                      <a:pt x="97" y="16"/>
                    </a:cubicBezTo>
                    <a:cubicBezTo>
                      <a:pt x="97" y="16"/>
                      <a:pt x="97" y="16"/>
                      <a:pt x="97" y="16"/>
                    </a:cubicBezTo>
                    <a:cubicBezTo>
                      <a:pt x="89" y="16"/>
                      <a:pt x="89" y="16"/>
                      <a:pt x="89" y="16"/>
                    </a:cubicBezTo>
                    <a:cubicBezTo>
                      <a:pt x="89" y="15"/>
                      <a:pt x="89" y="15"/>
                      <a:pt x="89" y="15"/>
                    </a:cubicBezTo>
                    <a:cubicBezTo>
                      <a:pt x="91" y="15"/>
                      <a:pt x="91" y="15"/>
                      <a:pt x="91" y="15"/>
                    </a:cubicBezTo>
                    <a:cubicBezTo>
                      <a:pt x="92" y="15"/>
                      <a:pt x="92" y="15"/>
                      <a:pt x="92" y="15"/>
                    </a:cubicBezTo>
                    <a:cubicBezTo>
                      <a:pt x="92" y="15"/>
                      <a:pt x="92" y="15"/>
                      <a:pt x="92" y="15"/>
                    </a:cubicBezTo>
                    <a:cubicBezTo>
                      <a:pt x="93" y="2"/>
                      <a:pt x="93" y="2"/>
                      <a:pt x="93" y="2"/>
                    </a:cubicBezTo>
                    <a:cubicBezTo>
                      <a:pt x="93" y="1"/>
                      <a:pt x="93" y="1"/>
                      <a:pt x="93" y="1"/>
                    </a:cubicBezTo>
                    <a:cubicBezTo>
                      <a:pt x="93" y="1"/>
                      <a:pt x="93" y="1"/>
                      <a:pt x="92" y="1"/>
                    </a:cubicBezTo>
                    <a:cubicBezTo>
                      <a:pt x="90" y="1"/>
                      <a:pt x="90" y="1"/>
                      <a:pt x="90" y="1"/>
                    </a:cubicBezTo>
                    <a:close/>
                    <a:moveTo>
                      <a:pt x="109" y="3"/>
                    </a:moveTo>
                    <a:cubicBezTo>
                      <a:pt x="109" y="2"/>
                      <a:pt x="109" y="2"/>
                      <a:pt x="109" y="2"/>
                    </a:cubicBezTo>
                    <a:cubicBezTo>
                      <a:pt x="113" y="3"/>
                      <a:pt x="113" y="3"/>
                      <a:pt x="113" y="3"/>
                    </a:cubicBezTo>
                    <a:cubicBezTo>
                      <a:pt x="113" y="3"/>
                      <a:pt x="113" y="3"/>
                      <a:pt x="113" y="3"/>
                    </a:cubicBezTo>
                    <a:cubicBezTo>
                      <a:pt x="112" y="3"/>
                      <a:pt x="112" y="3"/>
                      <a:pt x="112" y="3"/>
                    </a:cubicBezTo>
                    <a:cubicBezTo>
                      <a:pt x="112" y="3"/>
                      <a:pt x="112" y="3"/>
                      <a:pt x="111" y="4"/>
                    </a:cubicBezTo>
                    <a:cubicBezTo>
                      <a:pt x="111" y="4"/>
                      <a:pt x="111" y="4"/>
                      <a:pt x="111" y="4"/>
                    </a:cubicBezTo>
                    <a:cubicBezTo>
                      <a:pt x="105" y="17"/>
                      <a:pt x="105" y="17"/>
                      <a:pt x="105" y="17"/>
                    </a:cubicBezTo>
                    <a:cubicBezTo>
                      <a:pt x="104" y="17"/>
                      <a:pt x="104" y="17"/>
                      <a:pt x="104" y="17"/>
                    </a:cubicBezTo>
                    <a:cubicBezTo>
                      <a:pt x="103" y="3"/>
                      <a:pt x="103" y="3"/>
                      <a:pt x="103" y="3"/>
                    </a:cubicBezTo>
                    <a:cubicBezTo>
                      <a:pt x="103" y="3"/>
                      <a:pt x="103" y="2"/>
                      <a:pt x="103" y="2"/>
                    </a:cubicBezTo>
                    <a:cubicBezTo>
                      <a:pt x="103" y="2"/>
                      <a:pt x="103" y="2"/>
                      <a:pt x="102" y="2"/>
                    </a:cubicBezTo>
                    <a:cubicBezTo>
                      <a:pt x="102" y="2"/>
                      <a:pt x="102" y="2"/>
                      <a:pt x="102" y="2"/>
                    </a:cubicBezTo>
                    <a:cubicBezTo>
                      <a:pt x="102" y="1"/>
                      <a:pt x="102" y="1"/>
                      <a:pt x="102" y="1"/>
                    </a:cubicBezTo>
                    <a:cubicBezTo>
                      <a:pt x="106" y="2"/>
                      <a:pt x="106" y="2"/>
                      <a:pt x="106" y="2"/>
                    </a:cubicBezTo>
                    <a:cubicBezTo>
                      <a:pt x="106" y="2"/>
                      <a:pt x="106" y="2"/>
                      <a:pt x="106" y="2"/>
                    </a:cubicBezTo>
                    <a:cubicBezTo>
                      <a:pt x="105" y="2"/>
                      <a:pt x="105" y="2"/>
                      <a:pt x="105" y="2"/>
                    </a:cubicBezTo>
                    <a:cubicBezTo>
                      <a:pt x="105" y="2"/>
                      <a:pt x="105" y="2"/>
                      <a:pt x="105" y="2"/>
                    </a:cubicBezTo>
                    <a:cubicBezTo>
                      <a:pt x="105" y="3"/>
                      <a:pt x="105" y="3"/>
                      <a:pt x="105" y="3"/>
                    </a:cubicBezTo>
                    <a:cubicBezTo>
                      <a:pt x="105" y="14"/>
                      <a:pt x="105" y="14"/>
                      <a:pt x="105" y="14"/>
                    </a:cubicBezTo>
                    <a:cubicBezTo>
                      <a:pt x="106" y="14"/>
                      <a:pt x="106" y="14"/>
                      <a:pt x="106" y="14"/>
                    </a:cubicBezTo>
                    <a:cubicBezTo>
                      <a:pt x="110" y="4"/>
                      <a:pt x="110" y="4"/>
                      <a:pt x="110" y="4"/>
                    </a:cubicBezTo>
                    <a:cubicBezTo>
                      <a:pt x="110" y="4"/>
                      <a:pt x="110" y="4"/>
                      <a:pt x="110" y="3"/>
                    </a:cubicBezTo>
                    <a:cubicBezTo>
                      <a:pt x="110" y="3"/>
                      <a:pt x="110" y="3"/>
                      <a:pt x="110" y="3"/>
                    </a:cubicBezTo>
                    <a:cubicBezTo>
                      <a:pt x="109" y="3"/>
                      <a:pt x="109" y="3"/>
                      <a:pt x="109" y="3"/>
                    </a:cubicBezTo>
                    <a:close/>
                    <a:moveTo>
                      <a:pt x="116" y="5"/>
                    </a:moveTo>
                    <a:cubicBezTo>
                      <a:pt x="116" y="5"/>
                      <a:pt x="116" y="5"/>
                      <a:pt x="116" y="5"/>
                    </a:cubicBezTo>
                    <a:cubicBezTo>
                      <a:pt x="117" y="5"/>
                      <a:pt x="117" y="5"/>
                      <a:pt x="117" y="5"/>
                    </a:cubicBezTo>
                    <a:cubicBezTo>
                      <a:pt x="117" y="5"/>
                      <a:pt x="117" y="6"/>
                      <a:pt x="117" y="6"/>
                    </a:cubicBezTo>
                    <a:cubicBezTo>
                      <a:pt x="113" y="18"/>
                      <a:pt x="113" y="18"/>
                      <a:pt x="113" y="18"/>
                    </a:cubicBezTo>
                    <a:cubicBezTo>
                      <a:pt x="113" y="18"/>
                      <a:pt x="113" y="19"/>
                      <a:pt x="113" y="19"/>
                    </a:cubicBezTo>
                    <a:cubicBezTo>
                      <a:pt x="112" y="19"/>
                      <a:pt x="112" y="19"/>
                      <a:pt x="112" y="19"/>
                    </a:cubicBezTo>
                    <a:cubicBezTo>
                      <a:pt x="111" y="18"/>
                      <a:pt x="111" y="18"/>
                      <a:pt x="111" y="18"/>
                    </a:cubicBezTo>
                    <a:cubicBezTo>
                      <a:pt x="111" y="19"/>
                      <a:pt x="111" y="19"/>
                      <a:pt x="111" y="19"/>
                    </a:cubicBezTo>
                    <a:cubicBezTo>
                      <a:pt x="120" y="22"/>
                      <a:pt x="120" y="22"/>
                      <a:pt x="120" y="22"/>
                    </a:cubicBezTo>
                    <a:cubicBezTo>
                      <a:pt x="122" y="19"/>
                      <a:pt x="122" y="19"/>
                      <a:pt x="122" y="19"/>
                    </a:cubicBezTo>
                    <a:cubicBezTo>
                      <a:pt x="122" y="18"/>
                      <a:pt x="122" y="18"/>
                      <a:pt x="122" y="18"/>
                    </a:cubicBezTo>
                    <a:cubicBezTo>
                      <a:pt x="121" y="19"/>
                      <a:pt x="120" y="20"/>
                      <a:pt x="120" y="20"/>
                    </a:cubicBezTo>
                    <a:cubicBezTo>
                      <a:pt x="119" y="21"/>
                      <a:pt x="118" y="21"/>
                      <a:pt x="117" y="20"/>
                    </a:cubicBezTo>
                    <a:cubicBezTo>
                      <a:pt x="115" y="20"/>
                      <a:pt x="115" y="20"/>
                      <a:pt x="115" y="20"/>
                    </a:cubicBezTo>
                    <a:cubicBezTo>
                      <a:pt x="115" y="20"/>
                      <a:pt x="114" y="19"/>
                      <a:pt x="114" y="19"/>
                    </a:cubicBezTo>
                    <a:cubicBezTo>
                      <a:pt x="114" y="19"/>
                      <a:pt x="114" y="19"/>
                      <a:pt x="114" y="19"/>
                    </a:cubicBezTo>
                    <a:cubicBezTo>
                      <a:pt x="116" y="12"/>
                      <a:pt x="116" y="12"/>
                      <a:pt x="116" y="12"/>
                    </a:cubicBezTo>
                    <a:cubicBezTo>
                      <a:pt x="119" y="13"/>
                      <a:pt x="119" y="13"/>
                      <a:pt x="119" y="13"/>
                    </a:cubicBezTo>
                    <a:cubicBezTo>
                      <a:pt x="120" y="13"/>
                      <a:pt x="120" y="13"/>
                      <a:pt x="120" y="14"/>
                    </a:cubicBezTo>
                    <a:cubicBezTo>
                      <a:pt x="120" y="14"/>
                      <a:pt x="120" y="15"/>
                      <a:pt x="120" y="15"/>
                    </a:cubicBezTo>
                    <a:cubicBezTo>
                      <a:pt x="120" y="16"/>
                      <a:pt x="120" y="16"/>
                      <a:pt x="120" y="16"/>
                    </a:cubicBezTo>
                    <a:cubicBezTo>
                      <a:pt x="120" y="16"/>
                      <a:pt x="120" y="16"/>
                      <a:pt x="120" y="16"/>
                    </a:cubicBezTo>
                    <a:cubicBezTo>
                      <a:pt x="122" y="11"/>
                      <a:pt x="122" y="11"/>
                      <a:pt x="122" y="11"/>
                    </a:cubicBezTo>
                    <a:cubicBezTo>
                      <a:pt x="122" y="11"/>
                      <a:pt x="122" y="11"/>
                      <a:pt x="122" y="11"/>
                    </a:cubicBezTo>
                    <a:cubicBezTo>
                      <a:pt x="121" y="11"/>
                      <a:pt x="121" y="11"/>
                      <a:pt x="121" y="11"/>
                    </a:cubicBezTo>
                    <a:cubicBezTo>
                      <a:pt x="121" y="12"/>
                      <a:pt x="121" y="12"/>
                      <a:pt x="121" y="12"/>
                    </a:cubicBezTo>
                    <a:cubicBezTo>
                      <a:pt x="120" y="13"/>
                      <a:pt x="120" y="13"/>
                      <a:pt x="119" y="12"/>
                    </a:cubicBezTo>
                    <a:cubicBezTo>
                      <a:pt x="117" y="12"/>
                      <a:pt x="117" y="12"/>
                      <a:pt x="117" y="12"/>
                    </a:cubicBezTo>
                    <a:cubicBezTo>
                      <a:pt x="118" y="6"/>
                      <a:pt x="118" y="6"/>
                      <a:pt x="118" y="6"/>
                    </a:cubicBezTo>
                    <a:cubicBezTo>
                      <a:pt x="118" y="6"/>
                      <a:pt x="119" y="6"/>
                      <a:pt x="119" y="6"/>
                    </a:cubicBezTo>
                    <a:cubicBezTo>
                      <a:pt x="119" y="6"/>
                      <a:pt x="119" y="6"/>
                      <a:pt x="119" y="6"/>
                    </a:cubicBezTo>
                    <a:cubicBezTo>
                      <a:pt x="122" y="7"/>
                      <a:pt x="122" y="7"/>
                      <a:pt x="122" y="7"/>
                    </a:cubicBezTo>
                    <a:cubicBezTo>
                      <a:pt x="122" y="7"/>
                      <a:pt x="123" y="7"/>
                      <a:pt x="123" y="8"/>
                    </a:cubicBezTo>
                    <a:cubicBezTo>
                      <a:pt x="124" y="8"/>
                      <a:pt x="124" y="9"/>
                      <a:pt x="124" y="10"/>
                    </a:cubicBezTo>
                    <a:cubicBezTo>
                      <a:pt x="125" y="10"/>
                      <a:pt x="125" y="10"/>
                      <a:pt x="125" y="10"/>
                    </a:cubicBezTo>
                    <a:cubicBezTo>
                      <a:pt x="125" y="7"/>
                      <a:pt x="125" y="7"/>
                      <a:pt x="125" y="7"/>
                    </a:cubicBezTo>
                    <a:cubicBezTo>
                      <a:pt x="116" y="4"/>
                      <a:pt x="116" y="4"/>
                      <a:pt x="116" y="4"/>
                    </a:cubicBezTo>
                    <a:cubicBezTo>
                      <a:pt x="116" y="5"/>
                      <a:pt x="116" y="5"/>
                      <a:pt x="116" y="5"/>
                    </a:cubicBezTo>
                    <a:close/>
                    <a:moveTo>
                      <a:pt x="136" y="17"/>
                    </a:moveTo>
                    <a:cubicBezTo>
                      <a:pt x="136" y="18"/>
                      <a:pt x="135" y="19"/>
                      <a:pt x="134" y="19"/>
                    </a:cubicBezTo>
                    <a:cubicBezTo>
                      <a:pt x="133" y="19"/>
                      <a:pt x="133" y="19"/>
                      <a:pt x="132" y="19"/>
                    </a:cubicBezTo>
                    <a:cubicBezTo>
                      <a:pt x="131" y="26"/>
                      <a:pt x="131" y="26"/>
                      <a:pt x="131" y="26"/>
                    </a:cubicBezTo>
                    <a:cubicBezTo>
                      <a:pt x="131" y="26"/>
                      <a:pt x="131" y="27"/>
                      <a:pt x="131" y="27"/>
                    </a:cubicBezTo>
                    <a:cubicBezTo>
                      <a:pt x="131" y="27"/>
                      <a:pt x="131" y="27"/>
                      <a:pt x="132" y="27"/>
                    </a:cubicBezTo>
                    <a:cubicBezTo>
                      <a:pt x="132" y="27"/>
                      <a:pt x="132" y="27"/>
                      <a:pt x="132" y="27"/>
                    </a:cubicBezTo>
                    <a:cubicBezTo>
                      <a:pt x="132" y="28"/>
                      <a:pt x="132" y="28"/>
                      <a:pt x="132" y="28"/>
                    </a:cubicBezTo>
                    <a:cubicBezTo>
                      <a:pt x="130" y="27"/>
                      <a:pt x="130" y="27"/>
                      <a:pt x="130" y="27"/>
                    </a:cubicBezTo>
                    <a:cubicBezTo>
                      <a:pt x="130" y="18"/>
                      <a:pt x="130" y="18"/>
                      <a:pt x="130" y="18"/>
                    </a:cubicBezTo>
                    <a:cubicBezTo>
                      <a:pt x="129" y="17"/>
                      <a:pt x="129" y="17"/>
                      <a:pt x="129" y="17"/>
                    </a:cubicBezTo>
                    <a:cubicBezTo>
                      <a:pt x="126" y="23"/>
                      <a:pt x="126" y="23"/>
                      <a:pt x="126" y="23"/>
                    </a:cubicBezTo>
                    <a:cubicBezTo>
                      <a:pt x="125" y="24"/>
                      <a:pt x="125" y="24"/>
                      <a:pt x="126" y="24"/>
                    </a:cubicBezTo>
                    <a:cubicBezTo>
                      <a:pt x="126" y="24"/>
                      <a:pt x="126" y="24"/>
                      <a:pt x="126" y="24"/>
                    </a:cubicBezTo>
                    <a:cubicBezTo>
                      <a:pt x="126" y="25"/>
                      <a:pt x="126" y="25"/>
                      <a:pt x="126" y="25"/>
                    </a:cubicBezTo>
                    <a:cubicBezTo>
                      <a:pt x="126" y="25"/>
                      <a:pt x="126" y="25"/>
                      <a:pt x="126" y="25"/>
                    </a:cubicBezTo>
                    <a:cubicBezTo>
                      <a:pt x="122" y="23"/>
                      <a:pt x="122" y="23"/>
                      <a:pt x="122" y="23"/>
                    </a:cubicBezTo>
                    <a:cubicBezTo>
                      <a:pt x="123" y="23"/>
                      <a:pt x="123" y="23"/>
                      <a:pt x="123" y="23"/>
                    </a:cubicBezTo>
                    <a:cubicBezTo>
                      <a:pt x="123" y="23"/>
                      <a:pt x="123" y="23"/>
                      <a:pt x="123" y="23"/>
                    </a:cubicBezTo>
                    <a:cubicBezTo>
                      <a:pt x="123" y="23"/>
                      <a:pt x="124" y="23"/>
                      <a:pt x="124" y="23"/>
                    </a:cubicBezTo>
                    <a:cubicBezTo>
                      <a:pt x="124" y="23"/>
                      <a:pt x="124" y="23"/>
                      <a:pt x="124" y="23"/>
                    </a:cubicBezTo>
                    <a:cubicBezTo>
                      <a:pt x="130" y="11"/>
                      <a:pt x="130" y="11"/>
                      <a:pt x="130" y="11"/>
                    </a:cubicBezTo>
                    <a:cubicBezTo>
                      <a:pt x="130" y="11"/>
                      <a:pt x="130" y="11"/>
                      <a:pt x="130" y="10"/>
                    </a:cubicBezTo>
                    <a:cubicBezTo>
                      <a:pt x="130" y="10"/>
                      <a:pt x="130" y="10"/>
                      <a:pt x="130" y="10"/>
                    </a:cubicBezTo>
                    <a:cubicBezTo>
                      <a:pt x="129" y="10"/>
                      <a:pt x="129" y="10"/>
                      <a:pt x="129" y="10"/>
                    </a:cubicBezTo>
                    <a:cubicBezTo>
                      <a:pt x="130" y="9"/>
                      <a:pt x="130" y="9"/>
                      <a:pt x="130" y="9"/>
                    </a:cubicBezTo>
                    <a:cubicBezTo>
                      <a:pt x="134" y="12"/>
                      <a:pt x="134" y="12"/>
                      <a:pt x="134" y="12"/>
                    </a:cubicBezTo>
                    <a:cubicBezTo>
                      <a:pt x="135" y="12"/>
                      <a:pt x="136" y="13"/>
                      <a:pt x="137" y="14"/>
                    </a:cubicBezTo>
                    <a:cubicBezTo>
                      <a:pt x="137" y="15"/>
                      <a:pt x="137" y="16"/>
                      <a:pt x="136" y="17"/>
                    </a:cubicBezTo>
                    <a:close/>
                    <a:moveTo>
                      <a:pt x="129" y="17"/>
                    </a:moveTo>
                    <a:cubicBezTo>
                      <a:pt x="131" y="18"/>
                      <a:pt x="131" y="18"/>
                      <a:pt x="131" y="18"/>
                    </a:cubicBezTo>
                    <a:cubicBezTo>
                      <a:pt x="131" y="18"/>
                      <a:pt x="132" y="18"/>
                      <a:pt x="133" y="18"/>
                    </a:cubicBezTo>
                    <a:cubicBezTo>
                      <a:pt x="134" y="18"/>
                      <a:pt x="134" y="17"/>
                      <a:pt x="135" y="16"/>
                    </a:cubicBezTo>
                    <a:cubicBezTo>
                      <a:pt x="135" y="15"/>
                      <a:pt x="136" y="15"/>
                      <a:pt x="135" y="14"/>
                    </a:cubicBezTo>
                    <a:cubicBezTo>
                      <a:pt x="135" y="13"/>
                      <a:pt x="135" y="12"/>
                      <a:pt x="133" y="12"/>
                    </a:cubicBezTo>
                    <a:cubicBezTo>
                      <a:pt x="133" y="11"/>
                      <a:pt x="133" y="11"/>
                      <a:pt x="133" y="11"/>
                    </a:cubicBezTo>
                    <a:cubicBezTo>
                      <a:pt x="132" y="11"/>
                      <a:pt x="132" y="11"/>
                      <a:pt x="132" y="11"/>
                    </a:cubicBezTo>
                    <a:cubicBezTo>
                      <a:pt x="132" y="11"/>
                      <a:pt x="132" y="11"/>
                      <a:pt x="132" y="12"/>
                    </a:cubicBezTo>
                    <a:cubicBezTo>
                      <a:pt x="129" y="17"/>
                      <a:pt x="129" y="17"/>
                      <a:pt x="129" y="17"/>
                    </a:cubicBezTo>
                    <a:close/>
                    <a:moveTo>
                      <a:pt x="141" y="25"/>
                    </a:moveTo>
                    <a:cubicBezTo>
                      <a:pt x="142" y="27"/>
                      <a:pt x="142" y="28"/>
                      <a:pt x="142" y="28"/>
                    </a:cubicBezTo>
                    <a:cubicBezTo>
                      <a:pt x="142" y="29"/>
                      <a:pt x="142" y="30"/>
                      <a:pt x="142" y="30"/>
                    </a:cubicBezTo>
                    <a:cubicBezTo>
                      <a:pt x="141" y="31"/>
                      <a:pt x="141" y="32"/>
                      <a:pt x="140" y="32"/>
                    </a:cubicBezTo>
                    <a:cubicBezTo>
                      <a:pt x="139" y="32"/>
                      <a:pt x="138" y="32"/>
                      <a:pt x="137" y="32"/>
                    </a:cubicBezTo>
                    <a:cubicBezTo>
                      <a:pt x="137" y="31"/>
                      <a:pt x="136" y="30"/>
                      <a:pt x="136" y="29"/>
                    </a:cubicBezTo>
                    <a:cubicBezTo>
                      <a:pt x="135" y="28"/>
                      <a:pt x="136" y="27"/>
                      <a:pt x="136" y="26"/>
                    </a:cubicBezTo>
                    <a:cubicBezTo>
                      <a:pt x="136" y="26"/>
                      <a:pt x="136" y="26"/>
                      <a:pt x="136" y="26"/>
                    </a:cubicBezTo>
                    <a:cubicBezTo>
                      <a:pt x="134" y="30"/>
                      <a:pt x="134" y="30"/>
                      <a:pt x="134" y="30"/>
                    </a:cubicBezTo>
                    <a:cubicBezTo>
                      <a:pt x="134" y="30"/>
                      <a:pt x="134" y="30"/>
                      <a:pt x="134" y="30"/>
                    </a:cubicBezTo>
                    <a:cubicBezTo>
                      <a:pt x="135" y="30"/>
                      <a:pt x="135" y="30"/>
                      <a:pt x="135" y="30"/>
                    </a:cubicBezTo>
                    <a:cubicBezTo>
                      <a:pt x="135" y="30"/>
                      <a:pt x="135" y="30"/>
                      <a:pt x="136" y="31"/>
                    </a:cubicBezTo>
                    <a:cubicBezTo>
                      <a:pt x="136" y="31"/>
                      <a:pt x="136" y="32"/>
                      <a:pt x="137" y="32"/>
                    </a:cubicBezTo>
                    <a:cubicBezTo>
                      <a:pt x="138" y="33"/>
                      <a:pt x="139" y="33"/>
                      <a:pt x="140" y="33"/>
                    </a:cubicBezTo>
                    <a:cubicBezTo>
                      <a:pt x="142" y="33"/>
                      <a:pt x="142" y="32"/>
                      <a:pt x="143" y="31"/>
                    </a:cubicBezTo>
                    <a:cubicBezTo>
                      <a:pt x="144" y="30"/>
                      <a:pt x="144" y="29"/>
                      <a:pt x="144" y="28"/>
                    </a:cubicBezTo>
                    <a:cubicBezTo>
                      <a:pt x="144" y="27"/>
                      <a:pt x="143" y="26"/>
                      <a:pt x="142" y="25"/>
                    </a:cubicBezTo>
                    <a:cubicBezTo>
                      <a:pt x="141" y="23"/>
                      <a:pt x="141" y="22"/>
                      <a:pt x="141" y="22"/>
                    </a:cubicBezTo>
                    <a:cubicBezTo>
                      <a:pt x="141" y="21"/>
                      <a:pt x="141" y="20"/>
                      <a:pt x="141" y="20"/>
                    </a:cubicBezTo>
                    <a:cubicBezTo>
                      <a:pt x="142" y="19"/>
                      <a:pt x="142" y="19"/>
                      <a:pt x="143" y="19"/>
                    </a:cubicBezTo>
                    <a:cubicBezTo>
                      <a:pt x="144" y="18"/>
                      <a:pt x="144" y="18"/>
                      <a:pt x="145" y="19"/>
                    </a:cubicBezTo>
                    <a:cubicBezTo>
                      <a:pt x="146" y="20"/>
                      <a:pt x="147" y="20"/>
                      <a:pt x="147" y="21"/>
                    </a:cubicBezTo>
                    <a:cubicBezTo>
                      <a:pt x="147" y="22"/>
                      <a:pt x="147" y="23"/>
                      <a:pt x="147" y="24"/>
                    </a:cubicBezTo>
                    <a:cubicBezTo>
                      <a:pt x="147" y="24"/>
                      <a:pt x="147" y="24"/>
                      <a:pt x="147" y="24"/>
                    </a:cubicBezTo>
                    <a:cubicBezTo>
                      <a:pt x="149" y="21"/>
                      <a:pt x="149" y="21"/>
                      <a:pt x="149" y="21"/>
                    </a:cubicBezTo>
                    <a:cubicBezTo>
                      <a:pt x="149" y="21"/>
                      <a:pt x="149" y="21"/>
                      <a:pt x="148" y="21"/>
                    </a:cubicBezTo>
                    <a:cubicBezTo>
                      <a:pt x="148" y="21"/>
                      <a:pt x="148" y="21"/>
                      <a:pt x="148" y="21"/>
                    </a:cubicBezTo>
                    <a:cubicBezTo>
                      <a:pt x="148" y="21"/>
                      <a:pt x="147" y="20"/>
                      <a:pt x="147" y="20"/>
                    </a:cubicBezTo>
                    <a:cubicBezTo>
                      <a:pt x="147" y="19"/>
                      <a:pt x="146" y="19"/>
                      <a:pt x="146" y="19"/>
                    </a:cubicBezTo>
                    <a:cubicBezTo>
                      <a:pt x="145" y="18"/>
                      <a:pt x="144" y="18"/>
                      <a:pt x="143" y="18"/>
                    </a:cubicBezTo>
                    <a:cubicBezTo>
                      <a:pt x="141" y="18"/>
                      <a:pt x="141" y="19"/>
                      <a:pt x="140" y="19"/>
                    </a:cubicBezTo>
                    <a:cubicBezTo>
                      <a:pt x="139" y="20"/>
                      <a:pt x="139" y="21"/>
                      <a:pt x="139" y="22"/>
                    </a:cubicBezTo>
                    <a:cubicBezTo>
                      <a:pt x="140" y="23"/>
                      <a:pt x="140" y="24"/>
                      <a:pt x="141" y="25"/>
                    </a:cubicBezTo>
                    <a:close/>
                    <a:moveTo>
                      <a:pt x="154" y="26"/>
                    </a:moveTo>
                    <a:cubicBezTo>
                      <a:pt x="154" y="26"/>
                      <a:pt x="154" y="26"/>
                      <a:pt x="154" y="26"/>
                    </a:cubicBezTo>
                    <a:cubicBezTo>
                      <a:pt x="159" y="31"/>
                      <a:pt x="159" y="31"/>
                      <a:pt x="159" y="31"/>
                    </a:cubicBezTo>
                    <a:cubicBezTo>
                      <a:pt x="159" y="31"/>
                      <a:pt x="159" y="31"/>
                      <a:pt x="159" y="31"/>
                    </a:cubicBezTo>
                    <a:cubicBezTo>
                      <a:pt x="158" y="30"/>
                      <a:pt x="158" y="30"/>
                      <a:pt x="158" y="30"/>
                    </a:cubicBezTo>
                    <a:cubicBezTo>
                      <a:pt x="157" y="29"/>
                      <a:pt x="157" y="29"/>
                      <a:pt x="157" y="29"/>
                    </a:cubicBezTo>
                    <a:cubicBezTo>
                      <a:pt x="157" y="29"/>
                      <a:pt x="157" y="29"/>
                      <a:pt x="156" y="30"/>
                    </a:cubicBezTo>
                    <a:cubicBezTo>
                      <a:pt x="147" y="39"/>
                      <a:pt x="147" y="39"/>
                      <a:pt x="147" y="39"/>
                    </a:cubicBezTo>
                    <a:cubicBezTo>
                      <a:pt x="147" y="39"/>
                      <a:pt x="147" y="39"/>
                      <a:pt x="147" y="40"/>
                    </a:cubicBezTo>
                    <a:cubicBezTo>
                      <a:pt x="147" y="40"/>
                      <a:pt x="147" y="40"/>
                      <a:pt x="148" y="40"/>
                    </a:cubicBezTo>
                    <a:cubicBezTo>
                      <a:pt x="149" y="42"/>
                      <a:pt x="149" y="42"/>
                      <a:pt x="149" y="42"/>
                    </a:cubicBezTo>
                    <a:cubicBezTo>
                      <a:pt x="149" y="42"/>
                      <a:pt x="149" y="42"/>
                      <a:pt x="149" y="42"/>
                    </a:cubicBezTo>
                    <a:cubicBezTo>
                      <a:pt x="143" y="37"/>
                      <a:pt x="143" y="37"/>
                      <a:pt x="143" y="37"/>
                    </a:cubicBezTo>
                    <a:cubicBezTo>
                      <a:pt x="144" y="37"/>
                      <a:pt x="144" y="37"/>
                      <a:pt x="144" y="37"/>
                    </a:cubicBezTo>
                    <a:cubicBezTo>
                      <a:pt x="145" y="38"/>
                      <a:pt x="145" y="38"/>
                      <a:pt x="145" y="38"/>
                    </a:cubicBezTo>
                    <a:cubicBezTo>
                      <a:pt x="146" y="38"/>
                      <a:pt x="146" y="38"/>
                      <a:pt x="146" y="38"/>
                    </a:cubicBezTo>
                    <a:cubicBezTo>
                      <a:pt x="146" y="38"/>
                      <a:pt x="146" y="38"/>
                      <a:pt x="146" y="38"/>
                    </a:cubicBezTo>
                    <a:cubicBezTo>
                      <a:pt x="155" y="29"/>
                      <a:pt x="155" y="29"/>
                      <a:pt x="155" y="29"/>
                    </a:cubicBezTo>
                    <a:cubicBezTo>
                      <a:pt x="155" y="28"/>
                      <a:pt x="156" y="28"/>
                      <a:pt x="156" y="28"/>
                    </a:cubicBezTo>
                    <a:cubicBezTo>
                      <a:pt x="156" y="28"/>
                      <a:pt x="155" y="28"/>
                      <a:pt x="155" y="27"/>
                    </a:cubicBezTo>
                    <a:cubicBezTo>
                      <a:pt x="154" y="26"/>
                      <a:pt x="154" y="26"/>
                      <a:pt x="154" y="26"/>
                    </a:cubicBezTo>
                    <a:close/>
                    <a:moveTo>
                      <a:pt x="155" y="50"/>
                    </a:moveTo>
                    <a:cubicBezTo>
                      <a:pt x="156" y="50"/>
                      <a:pt x="156" y="50"/>
                      <a:pt x="156" y="50"/>
                    </a:cubicBezTo>
                    <a:cubicBezTo>
                      <a:pt x="155" y="49"/>
                      <a:pt x="155" y="49"/>
                      <a:pt x="155" y="49"/>
                    </a:cubicBezTo>
                    <a:cubicBezTo>
                      <a:pt x="155" y="49"/>
                      <a:pt x="155" y="49"/>
                      <a:pt x="155" y="49"/>
                    </a:cubicBezTo>
                    <a:cubicBezTo>
                      <a:pt x="155" y="49"/>
                      <a:pt x="155" y="48"/>
                      <a:pt x="155" y="48"/>
                    </a:cubicBezTo>
                    <a:cubicBezTo>
                      <a:pt x="165" y="40"/>
                      <a:pt x="165" y="40"/>
                      <a:pt x="165" y="40"/>
                    </a:cubicBezTo>
                    <a:cubicBezTo>
                      <a:pt x="166" y="40"/>
                      <a:pt x="166" y="40"/>
                      <a:pt x="166" y="40"/>
                    </a:cubicBezTo>
                    <a:cubicBezTo>
                      <a:pt x="166" y="40"/>
                      <a:pt x="166" y="40"/>
                      <a:pt x="167" y="40"/>
                    </a:cubicBezTo>
                    <a:cubicBezTo>
                      <a:pt x="167" y="41"/>
                      <a:pt x="167" y="42"/>
                      <a:pt x="167" y="42"/>
                    </a:cubicBezTo>
                    <a:cubicBezTo>
                      <a:pt x="167" y="43"/>
                      <a:pt x="167" y="43"/>
                      <a:pt x="166" y="45"/>
                    </a:cubicBezTo>
                    <a:cubicBezTo>
                      <a:pt x="166" y="45"/>
                      <a:pt x="166" y="45"/>
                      <a:pt x="166" y="45"/>
                    </a:cubicBezTo>
                    <a:cubicBezTo>
                      <a:pt x="169" y="42"/>
                      <a:pt x="169" y="42"/>
                      <a:pt x="169" y="42"/>
                    </a:cubicBezTo>
                    <a:cubicBezTo>
                      <a:pt x="163" y="35"/>
                      <a:pt x="163" y="35"/>
                      <a:pt x="163" y="35"/>
                    </a:cubicBezTo>
                    <a:cubicBezTo>
                      <a:pt x="160" y="37"/>
                      <a:pt x="160" y="37"/>
                      <a:pt x="160" y="37"/>
                    </a:cubicBezTo>
                    <a:cubicBezTo>
                      <a:pt x="160" y="37"/>
                      <a:pt x="160" y="37"/>
                      <a:pt x="160" y="37"/>
                    </a:cubicBezTo>
                    <a:cubicBezTo>
                      <a:pt x="162" y="37"/>
                      <a:pt x="163" y="37"/>
                      <a:pt x="163" y="37"/>
                    </a:cubicBezTo>
                    <a:cubicBezTo>
                      <a:pt x="163" y="37"/>
                      <a:pt x="164" y="37"/>
                      <a:pt x="164" y="38"/>
                    </a:cubicBezTo>
                    <a:cubicBezTo>
                      <a:pt x="165" y="38"/>
                      <a:pt x="165" y="38"/>
                      <a:pt x="165" y="38"/>
                    </a:cubicBezTo>
                    <a:cubicBezTo>
                      <a:pt x="165" y="39"/>
                      <a:pt x="165" y="39"/>
                      <a:pt x="164" y="39"/>
                    </a:cubicBezTo>
                    <a:cubicBezTo>
                      <a:pt x="154" y="47"/>
                      <a:pt x="154" y="47"/>
                      <a:pt x="154" y="47"/>
                    </a:cubicBezTo>
                    <a:cubicBezTo>
                      <a:pt x="154" y="47"/>
                      <a:pt x="154" y="47"/>
                      <a:pt x="154" y="47"/>
                    </a:cubicBezTo>
                    <a:cubicBezTo>
                      <a:pt x="154" y="47"/>
                      <a:pt x="153" y="47"/>
                      <a:pt x="153" y="47"/>
                    </a:cubicBezTo>
                    <a:cubicBezTo>
                      <a:pt x="153" y="46"/>
                      <a:pt x="153" y="46"/>
                      <a:pt x="153" y="46"/>
                    </a:cubicBezTo>
                    <a:cubicBezTo>
                      <a:pt x="152" y="47"/>
                      <a:pt x="152" y="47"/>
                      <a:pt x="152" y="47"/>
                    </a:cubicBezTo>
                    <a:cubicBezTo>
                      <a:pt x="155" y="50"/>
                      <a:pt x="155" y="50"/>
                      <a:pt x="155" y="50"/>
                    </a:cubicBezTo>
                    <a:close/>
                    <a:moveTo>
                      <a:pt x="174" y="54"/>
                    </a:moveTo>
                    <a:cubicBezTo>
                      <a:pt x="174" y="54"/>
                      <a:pt x="175" y="54"/>
                      <a:pt x="175" y="53"/>
                    </a:cubicBezTo>
                    <a:cubicBezTo>
                      <a:pt x="175" y="53"/>
                      <a:pt x="175" y="53"/>
                      <a:pt x="174" y="53"/>
                    </a:cubicBezTo>
                    <a:cubicBezTo>
                      <a:pt x="174" y="52"/>
                      <a:pt x="174" y="52"/>
                      <a:pt x="174" y="52"/>
                    </a:cubicBezTo>
                    <a:cubicBezTo>
                      <a:pt x="175" y="52"/>
                      <a:pt x="175" y="52"/>
                      <a:pt x="175" y="52"/>
                    </a:cubicBezTo>
                    <a:cubicBezTo>
                      <a:pt x="177" y="55"/>
                      <a:pt x="177" y="55"/>
                      <a:pt x="177" y="55"/>
                    </a:cubicBezTo>
                    <a:cubicBezTo>
                      <a:pt x="176" y="55"/>
                      <a:pt x="176" y="55"/>
                      <a:pt x="176" y="55"/>
                    </a:cubicBezTo>
                    <a:cubicBezTo>
                      <a:pt x="176" y="55"/>
                      <a:pt x="176" y="55"/>
                      <a:pt x="176" y="55"/>
                    </a:cubicBezTo>
                    <a:cubicBezTo>
                      <a:pt x="176" y="55"/>
                      <a:pt x="176" y="55"/>
                      <a:pt x="175" y="55"/>
                    </a:cubicBezTo>
                    <a:cubicBezTo>
                      <a:pt x="175" y="55"/>
                      <a:pt x="175" y="55"/>
                      <a:pt x="174" y="55"/>
                    </a:cubicBezTo>
                    <a:cubicBezTo>
                      <a:pt x="166" y="56"/>
                      <a:pt x="166" y="56"/>
                      <a:pt x="166" y="56"/>
                    </a:cubicBezTo>
                    <a:cubicBezTo>
                      <a:pt x="162" y="58"/>
                      <a:pt x="162" y="58"/>
                      <a:pt x="162" y="58"/>
                    </a:cubicBezTo>
                    <a:cubicBezTo>
                      <a:pt x="162" y="59"/>
                      <a:pt x="162" y="59"/>
                      <a:pt x="162" y="59"/>
                    </a:cubicBezTo>
                    <a:cubicBezTo>
                      <a:pt x="161" y="59"/>
                      <a:pt x="162" y="59"/>
                      <a:pt x="162" y="60"/>
                    </a:cubicBezTo>
                    <a:cubicBezTo>
                      <a:pt x="162" y="60"/>
                      <a:pt x="162" y="60"/>
                      <a:pt x="162" y="60"/>
                    </a:cubicBezTo>
                    <a:cubicBezTo>
                      <a:pt x="162" y="61"/>
                      <a:pt x="162" y="61"/>
                      <a:pt x="162" y="61"/>
                    </a:cubicBezTo>
                    <a:cubicBezTo>
                      <a:pt x="159" y="56"/>
                      <a:pt x="159" y="56"/>
                      <a:pt x="159" y="56"/>
                    </a:cubicBezTo>
                    <a:cubicBezTo>
                      <a:pt x="160" y="56"/>
                      <a:pt x="160" y="56"/>
                      <a:pt x="160" y="56"/>
                    </a:cubicBezTo>
                    <a:cubicBezTo>
                      <a:pt x="160" y="57"/>
                      <a:pt x="160" y="57"/>
                      <a:pt x="160" y="57"/>
                    </a:cubicBezTo>
                    <a:cubicBezTo>
                      <a:pt x="160" y="57"/>
                      <a:pt x="160" y="57"/>
                      <a:pt x="161" y="57"/>
                    </a:cubicBezTo>
                    <a:cubicBezTo>
                      <a:pt x="161" y="57"/>
                      <a:pt x="161" y="57"/>
                      <a:pt x="161" y="57"/>
                    </a:cubicBezTo>
                    <a:cubicBezTo>
                      <a:pt x="165" y="55"/>
                      <a:pt x="165" y="55"/>
                      <a:pt x="165" y="55"/>
                    </a:cubicBezTo>
                    <a:cubicBezTo>
                      <a:pt x="171" y="48"/>
                      <a:pt x="171" y="48"/>
                      <a:pt x="171" y="48"/>
                    </a:cubicBezTo>
                    <a:cubicBezTo>
                      <a:pt x="171" y="48"/>
                      <a:pt x="171" y="48"/>
                      <a:pt x="171" y="47"/>
                    </a:cubicBezTo>
                    <a:cubicBezTo>
                      <a:pt x="171" y="47"/>
                      <a:pt x="171" y="47"/>
                      <a:pt x="171" y="47"/>
                    </a:cubicBezTo>
                    <a:cubicBezTo>
                      <a:pt x="171" y="46"/>
                      <a:pt x="171" y="46"/>
                      <a:pt x="171" y="46"/>
                    </a:cubicBezTo>
                    <a:cubicBezTo>
                      <a:pt x="171" y="46"/>
                      <a:pt x="171" y="46"/>
                      <a:pt x="171" y="46"/>
                    </a:cubicBezTo>
                    <a:cubicBezTo>
                      <a:pt x="173" y="50"/>
                      <a:pt x="173" y="50"/>
                      <a:pt x="173" y="50"/>
                    </a:cubicBezTo>
                    <a:cubicBezTo>
                      <a:pt x="173" y="50"/>
                      <a:pt x="173" y="50"/>
                      <a:pt x="173" y="50"/>
                    </a:cubicBezTo>
                    <a:cubicBezTo>
                      <a:pt x="173" y="49"/>
                      <a:pt x="173" y="49"/>
                      <a:pt x="173" y="49"/>
                    </a:cubicBezTo>
                    <a:cubicBezTo>
                      <a:pt x="172" y="49"/>
                      <a:pt x="172" y="49"/>
                      <a:pt x="172" y="49"/>
                    </a:cubicBezTo>
                    <a:cubicBezTo>
                      <a:pt x="172" y="49"/>
                      <a:pt x="172" y="49"/>
                      <a:pt x="171" y="49"/>
                    </a:cubicBezTo>
                    <a:cubicBezTo>
                      <a:pt x="167" y="55"/>
                      <a:pt x="167" y="55"/>
                      <a:pt x="167" y="55"/>
                    </a:cubicBezTo>
                    <a:cubicBezTo>
                      <a:pt x="167" y="55"/>
                      <a:pt x="167" y="55"/>
                      <a:pt x="167" y="55"/>
                    </a:cubicBezTo>
                    <a:lnTo>
                      <a:pt x="174" y="54"/>
                    </a:lnTo>
                    <a:close/>
                  </a:path>
                </a:pathLst>
              </a:custGeom>
              <a:solidFill>
                <a:srgbClr val="FFFFFF"/>
              </a:solidFill>
              <a:ln w="3175" cap="flat">
                <a:solidFill>
                  <a:srgbClr val="FFFFFF"/>
                </a:solidFill>
                <a:prstDash val="solid"/>
                <a:miter lim="800000"/>
              </a:ln>
            </p:spPr>
            <p:txBody>
              <a:bodyPr anchor="ctr"/>
              <a:lstStyle/>
              <a:p>
                <a:pPr algn="ctr"/>
                <a:endParaRPr/>
              </a:p>
            </p:txBody>
          </p:sp>
          <p:sp>
            <p:nvSpPr>
              <p:cNvPr id="154" name="ïśľíḓé"/>
              <p:cNvSpPr/>
              <p:nvPr/>
            </p:nvSpPr>
            <p:spPr bwMode="auto">
              <a:xfrm>
                <a:off x="3667126" y="3184525"/>
                <a:ext cx="492125" cy="496888"/>
              </a:xfrm>
              <a:custGeom>
                <a:avLst/>
                <a:gdLst>
                  <a:gd name="T0" fmla="*/ 74 w 149"/>
                  <a:gd name="T1" fmla="*/ 0 h 149"/>
                  <a:gd name="T2" fmla="*/ 149 w 149"/>
                  <a:gd name="T3" fmla="*/ 74 h 149"/>
                  <a:gd name="T4" fmla="*/ 74 w 149"/>
                  <a:gd name="T5" fmla="*/ 149 h 149"/>
                  <a:gd name="T6" fmla="*/ 0 w 149"/>
                  <a:gd name="T7" fmla="*/ 74 h 149"/>
                  <a:gd name="T8" fmla="*/ 74 w 149"/>
                  <a:gd name="T9" fmla="*/ 0 h 149"/>
                  <a:gd name="T10" fmla="*/ 74 w 149"/>
                  <a:gd name="T11" fmla="*/ 2 h 149"/>
                  <a:gd name="T12" fmla="*/ 2 w 149"/>
                  <a:gd name="T13" fmla="*/ 74 h 149"/>
                  <a:gd name="T14" fmla="*/ 74 w 149"/>
                  <a:gd name="T15" fmla="*/ 146 h 149"/>
                  <a:gd name="T16" fmla="*/ 146 w 149"/>
                  <a:gd name="T17" fmla="*/ 74 h 149"/>
                  <a:gd name="T18" fmla="*/ 74 w 149"/>
                  <a:gd name="T19" fmla="*/ 2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49" h="149">
                    <a:moveTo>
                      <a:pt x="74" y="0"/>
                    </a:moveTo>
                    <a:cubicBezTo>
                      <a:pt x="115" y="0"/>
                      <a:pt x="149" y="33"/>
                      <a:pt x="149" y="74"/>
                    </a:cubicBezTo>
                    <a:cubicBezTo>
                      <a:pt x="149" y="115"/>
                      <a:pt x="115" y="149"/>
                      <a:pt x="74" y="149"/>
                    </a:cubicBezTo>
                    <a:cubicBezTo>
                      <a:pt x="33" y="149"/>
                      <a:pt x="0" y="115"/>
                      <a:pt x="0" y="74"/>
                    </a:cubicBezTo>
                    <a:cubicBezTo>
                      <a:pt x="0" y="33"/>
                      <a:pt x="33" y="0"/>
                      <a:pt x="74" y="0"/>
                    </a:cubicBezTo>
                    <a:close/>
                    <a:moveTo>
                      <a:pt x="74" y="2"/>
                    </a:moveTo>
                    <a:cubicBezTo>
                      <a:pt x="35" y="2"/>
                      <a:pt x="2" y="34"/>
                      <a:pt x="2" y="74"/>
                    </a:cubicBezTo>
                    <a:cubicBezTo>
                      <a:pt x="2" y="114"/>
                      <a:pt x="35" y="146"/>
                      <a:pt x="74" y="146"/>
                    </a:cubicBezTo>
                    <a:cubicBezTo>
                      <a:pt x="114" y="146"/>
                      <a:pt x="146" y="114"/>
                      <a:pt x="146" y="74"/>
                    </a:cubicBezTo>
                    <a:cubicBezTo>
                      <a:pt x="146" y="34"/>
                      <a:pt x="114" y="2"/>
                      <a:pt x="74" y="2"/>
                    </a:cubicBezTo>
                    <a:close/>
                  </a:path>
                </a:pathLst>
              </a:custGeom>
              <a:solidFill>
                <a:srgbClr val="00523A"/>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55" name="ïslíḍê"/>
              <p:cNvSpPr/>
              <p:nvPr/>
            </p:nvSpPr>
            <p:spPr bwMode="auto">
              <a:xfrm>
                <a:off x="3775076" y="3248025"/>
                <a:ext cx="274638" cy="146050"/>
              </a:xfrm>
              <a:custGeom>
                <a:avLst/>
                <a:gdLst>
                  <a:gd name="T0" fmla="*/ 10 w 83"/>
                  <a:gd name="T1" fmla="*/ 43 h 44"/>
                  <a:gd name="T2" fmla="*/ 18 w 83"/>
                  <a:gd name="T3" fmla="*/ 39 h 44"/>
                  <a:gd name="T4" fmla="*/ 67 w 83"/>
                  <a:gd name="T5" fmla="*/ 39 h 44"/>
                  <a:gd name="T6" fmla="*/ 73 w 83"/>
                  <a:gd name="T7" fmla="*/ 42 h 44"/>
                  <a:gd name="T8" fmla="*/ 76 w 83"/>
                  <a:gd name="T9" fmla="*/ 43 h 44"/>
                  <a:gd name="T10" fmla="*/ 83 w 83"/>
                  <a:gd name="T11" fmla="*/ 35 h 44"/>
                  <a:gd name="T12" fmla="*/ 76 w 83"/>
                  <a:gd name="T13" fmla="*/ 37 h 44"/>
                  <a:gd name="T14" fmla="*/ 69 w 83"/>
                  <a:gd name="T15" fmla="*/ 33 h 44"/>
                  <a:gd name="T16" fmla="*/ 70 w 83"/>
                  <a:gd name="T17" fmla="*/ 26 h 44"/>
                  <a:gd name="T18" fmla="*/ 64 w 83"/>
                  <a:gd name="T19" fmla="*/ 30 h 44"/>
                  <a:gd name="T20" fmla="*/ 59 w 83"/>
                  <a:gd name="T21" fmla="*/ 31 h 44"/>
                  <a:gd name="T22" fmla="*/ 56 w 83"/>
                  <a:gd name="T23" fmla="*/ 29 h 44"/>
                  <a:gd name="T24" fmla="*/ 56 w 83"/>
                  <a:gd name="T25" fmla="*/ 24 h 44"/>
                  <a:gd name="T26" fmla="*/ 58 w 83"/>
                  <a:gd name="T27" fmla="*/ 23 h 44"/>
                  <a:gd name="T28" fmla="*/ 58 w 83"/>
                  <a:gd name="T29" fmla="*/ 19 h 44"/>
                  <a:gd name="T30" fmla="*/ 54 w 83"/>
                  <a:gd name="T31" fmla="*/ 19 h 44"/>
                  <a:gd name="T32" fmla="*/ 53 w 83"/>
                  <a:gd name="T33" fmla="*/ 21 h 44"/>
                  <a:gd name="T34" fmla="*/ 44 w 83"/>
                  <a:gd name="T35" fmla="*/ 21 h 44"/>
                  <a:gd name="T36" fmla="*/ 43 w 83"/>
                  <a:gd name="T37" fmla="*/ 18 h 44"/>
                  <a:gd name="T38" fmla="*/ 44 w 83"/>
                  <a:gd name="T39" fmla="*/ 13 h 44"/>
                  <a:gd name="T40" fmla="*/ 43 w 83"/>
                  <a:gd name="T41" fmla="*/ 8 h 44"/>
                  <a:gd name="T42" fmla="*/ 43 w 83"/>
                  <a:gd name="T43" fmla="*/ 6 h 44"/>
                  <a:gd name="T44" fmla="*/ 43 w 83"/>
                  <a:gd name="T45" fmla="*/ 2 h 44"/>
                  <a:gd name="T46" fmla="*/ 43 w 83"/>
                  <a:gd name="T47" fmla="*/ 0 h 44"/>
                  <a:gd name="T48" fmla="*/ 40 w 83"/>
                  <a:gd name="T49" fmla="*/ 0 h 44"/>
                  <a:gd name="T50" fmla="*/ 39 w 83"/>
                  <a:gd name="T51" fmla="*/ 2 h 44"/>
                  <a:gd name="T52" fmla="*/ 39 w 83"/>
                  <a:gd name="T53" fmla="*/ 6 h 44"/>
                  <a:gd name="T54" fmla="*/ 39 w 83"/>
                  <a:gd name="T55" fmla="*/ 8 h 44"/>
                  <a:gd name="T56" fmla="*/ 38 w 83"/>
                  <a:gd name="T57" fmla="*/ 13 h 44"/>
                  <a:gd name="T58" fmla="*/ 38 w 83"/>
                  <a:gd name="T59" fmla="*/ 18 h 44"/>
                  <a:gd name="T60" fmla="*/ 38 w 83"/>
                  <a:gd name="T61" fmla="*/ 21 h 44"/>
                  <a:gd name="T62" fmla="*/ 30 w 83"/>
                  <a:gd name="T63" fmla="*/ 21 h 44"/>
                  <a:gd name="T64" fmla="*/ 29 w 83"/>
                  <a:gd name="T65" fmla="*/ 19 h 44"/>
                  <a:gd name="T66" fmla="*/ 25 w 83"/>
                  <a:gd name="T67" fmla="*/ 19 h 44"/>
                  <a:gd name="T68" fmla="*/ 25 w 83"/>
                  <a:gd name="T69" fmla="*/ 23 h 44"/>
                  <a:gd name="T70" fmla="*/ 26 w 83"/>
                  <a:gd name="T71" fmla="*/ 24 h 44"/>
                  <a:gd name="T72" fmla="*/ 27 w 83"/>
                  <a:gd name="T73" fmla="*/ 29 h 44"/>
                  <a:gd name="T74" fmla="*/ 22 w 83"/>
                  <a:gd name="T75" fmla="*/ 31 h 44"/>
                  <a:gd name="T76" fmla="*/ 13 w 83"/>
                  <a:gd name="T77" fmla="*/ 26 h 44"/>
                  <a:gd name="T78" fmla="*/ 13 w 83"/>
                  <a:gd name="T79" fmla="*/ 35 h 44"/>
                  <a:gd name="T80" fmla="*/ 7 w 83"/>
                  <a:gd name="T81" fmla="*/ 37 h 44"/>
                  <a:gd name="T82" fmla="*/ 0 w 83"/>
                  <a:gd name="T83" fmla="*/ 34 h 44"/>
                  <a:gd name="T84" fmla="*/ 5 w 83"/>
                  <a:gd name="T85" fmla="*/ 42 h 44"/>
                  <a:gd name="T86" fmla="*/ 10 w 83"/>
                  <a:gd name="T87" fmla="*/ 43 h 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83" h="44">
                    <a:moveTo>
                      <a:pt x="10" y="43"/>
                    </a:moveTo>
                    <a:cubicBezTo>
                      <a:pt x="18" y="39"/>
                      <a:pt x="18" y="39"/>
                      <a:pt x="18" y="39"/>
                    </a:cubicBezTo>
                    <a:cubicBezTo>
                      <a:pt x="67" y="39"/>
                      <a:pt x="67" y="39"/>
                      <a:pt x="67" y="39"/>
                    </a:cubicBezTo>
                    <a:cubicBezTo>
                      <a:pt x="73" y="42"/>
                      <a:pt x="73" y="42"/>
                      <a:pt x="73" y="42"/>
                    </a:cubicBezTo>
                    <a:cubicBezTo>
                      <a:pt x="74" y="43"/>
                      <a:pt x="75" y="43"/>
                      <a:pt x="76" y="43"/>
                    </a:cubicBezTo>
                    <a:cubicBezTo>
                      <a:pt x="80" y="42"/>
                      <a:pt x="83" y="35"/>
                      <a:pt x="83" y="35"/>
                    </a:cubicBezTo>
                    <a:cubicBezTo>
                      <a:pt x="83" y="35"/>
                      <a:pt x="79" y="38"/>
                      <a:pt x="76" y="37"/>
                    </a:cubicBezTo>
                    <a:cubicBezTo>
                      <a:pt x="73" y="37"/>
                      <a:pt x="69" y="36"/>
                      <a:pt x="69" y="33"/>
                    </a:cubicBezTo>
                    <a:cubicBezTo>
                      <a:pt x="69" y="30"/>
                      <a:pt x="70" y="27"/>
                      <a:pt x="70" y="26"/>
                    </a:cubicBezTo>
                    <a:cubicBezTo>
                      <a:pt x="70" y="26"/>
                      <a:pt x="67" y="29"/>
                      <a:pt x="64" y="30"/>
                    </a:cubicBezTo>
                    <a:cubicBezTo>
                      <a:pt x="61" y="32"/>
                      <a:pt x="60" y="31"/>
                      <a:pt x="59" y="31"/>
                    </a:cubicBezTo>
                    <a:cubicBezTo>
                      <a:pt x="57" y="30"/>
                      <a:pt x="56" y="29"/>
                      <a:pt x="56" y="29"/>
                    </a:cubicBezTo>
                    <a:cubicBezTo>
                      <a:pt x="56" y="24"/>
                      <a:pt x="56" y="24"/>
                      <a:pt x="56" y="24"/>
                    </a:cubicBezTo>
                    <a:cubicBezTo>
                      <a:pt x="58" y="23"/>
                      <a:pt x="58" y="23"/>
                      <a:pt x="58" y="23"/>
                    </a:cubicBezTo>
                    <a:cubicBezTo>
                      <a:pt x="58" y="19"/>
                      <a:pt x="58" y="19"/>
                      <a:pt x="58" y="19"/>
                    </a:cubicBezTo>
                    <a:cubicBezTo>
                      <a:pt x="54" y="19"/>
                      <a:pt x="54" y="19"/>
                      <a:pt x="54" y="19"/>
                    </a:cubicBezTo>
                    <a:cubicBezTo>
                      <a:pt x="54" y="19"/>
                      <a:pt x="54" y="21"/>
                      <a:pt x="53" y="21"/>
                    </a:cubicBezTo>
                    <a:cubicBezTo>
                      <a:pt x="52" y="21"/>
                      <a:pt x="44" y="21"/>
                      <a:pt x="44" y="21"/>
                    </a:cubicBezTo>
                    <a:cubicBezTo>
                      <a:pt x="44" y="21"/>
                      <a:pt x="43" y="20"/>
                      <a:pt x="43" y="18"/>
                    </a:cubicBezTo>
                    <a:cubicBezTo>
                      <a:pt x="44" y="17"/>
                      <a:pt x="44" y="17"/>
                      <a:pt x="44" y="13"/>
                    </a:cubicBezTo>
                    <a:cubicBezTo>
                      <a:pt x="44" y="10"/>
                      <a:pt x="44" y="9"/>
                      <a:pt x="43" y="8"/>
                    </a:cubicBezTo>
                    <a:cubicBezTo>
                      <a:pt x="43" y="7"/>
                      <a:pt x="42" y="7"/>
                      <a:pt x="43" y="6"/>
                    </a:cubicBezTo>
                    <a:cubicBezTo>
                      <a:pt x="44" y="5"/>
                      <a:pt x="44" y="4"/>
                      <a:pt x="43" y="2"/>
                    </a:cubicBezTo>
                    <a:cubicBezTo>
                      <a:pt x="42" y="1"/>
                      <a:pt x="43" y="2"/>
                      <a:pt x="43" y="0"/>
                    </a:cubicBezTo>
                    <a:cubicBezTo>
                      <a:pt x="40" y="0"/>
                      <a:pt x="40" y="0"/>
                      <a:pt x="40" y="0"/>
                    </a:cubicBezTo>
                    <a:cubicBezTo>
                      <a:pt x="39" y="0"/>
                      <a:pt x="40" y="1"/>
                      <a:pt x="39" y="2"/>
                    </a:cubicBezTo>
                    <a:cubicBezTo>
                      <a:pt x="38" y="3"/>
                      <a:pt x="38" y="5"/>
                      <a:pt x="39" y="6"/>
                    </a:cubicBezTo>
                    <a:cubicBezTo>
                      <a:pt x="39" y="7"/>
                      <a:pt x="40" y="7"/>
                      <a:pt x="39" y="8"/>
                    </a:cubicBezTo>
                    <a:cubicBezTo>
                      <a:pt x="38" y="9"/>
                      <a:pt x="38" y="10"/>
                      <a:pt x="38" y="13"/>
                    </a:cubicBezTo>
                    <a:cubicBezTo>
                      <a:pt x="38" y="16"/>
                      <a:pt x="38" y="17"/>
                      <a:pt x="38" y="18"/>
                    </a:cubicBezTo>
                    <a:cubicBezTo>
                      <a:pt x="39" y="20"/>
                      <a:pt x="38" y="21"/>
                      <a:pt x="38" y="21"/>
                    </a:cubicBezTo>
                    <a:cubicBezTo>
                      <a:pt x="37" y="21"/>
                      <a:pt x="30" y="21"/>
                      <a:pt x="30" y="21"/>
                    </a:cubicBezTo>
                    <a:cubicBezTo>
                      <a:pt x="30" y="21"/>
                      <a:pt x="29" y="20"/>
                      <a:pt x="29" y="19"/>
                    </a:cubicBezTo>
                    <a:cubicBezTo>
                      <a:pt x="25" y="19"/>
                      <a:pt x="25" y="19"/>
                      <a:pt x="25" y="19"/>
                    </a:cubicBezTo>
                    <a:cubicBezTo>
                      <a:pt x="25" y="23"/>
                      <a:pt x="25" y="23"/>
                      <a:pt x="25" y="23"/>
                    </a:cubicBezTo>
                    <a:cubicBezTo>
                      <a:pt x="26" y="24"/>
                      <a:pt x="26" y="24"/>
                      <a:pt x="26" y="24"/>
                    </a:cubicBezTo>
                    <a:cubicBezTo>
                      <a:pt x="27" y="29"/>
                      <a:pt x="27" y="29"/>
                      <a:pt x="27" y="29"/>
                    </a:cubicBezTo>
                    <a:cubicBezTo>
                      <a:pt x="27" y="29"/>
                      <a:pt x="24" y="31"/>
                      <a:pt x="22" y="31"/>
                    </a:cubicBezTo>
                    <a:cubicBezTo>
                      <a:pt x="19" y="31"/>
                      <a:pt x="13" y="26"/>
                      <a:pt x="13" y="26"/>
                    </a:cubicBezTo>
                    <a:cubicBezTo>
                      <a:pt x="13" y="26"/>
                      <a:pt x="14" y="33"/>
                      <a:pt x="13" y="35"/>
                    </a:cubicBezTo>
                    <a:cubicBezTo>
                      <a:pt x="13" y="37"/>
                      <a:pt x="10" y="37"/>
                      <a:pt x="7" y="37"/>
                    </a:cubicBezTo>
                    <a:cubicBezTo>
                      <a:pt x="4" y="37"/>
                      <a:pt x="0" y="35"/>
                      <a:pt x="0" y="34"/>
                    </a:cubicBezTo>
                    <a:cubicBezTo>
                      <a:pt x="0" y="34"/>
                      <a:pt x="3" y="40"/>
                      <a:pt x="5" y="42"/>
                    </a:cubicBezTo>
                    <a:cubicBezTo>
                      <a:pt x="7" y="44"/>
                      <a:pt x="10" y="43"/>
                      <a:pt x="10" y="43"/>
                    </a:cubicBez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56" name="íṡļïdê"/>
              <p:cNvSpPr/>
              <p:nvPr/>
            </p:nvSpPr>
            <p:spPr bwMode="auto">
              <a:xfrm>
                <a:off x="3614738" y="3370263"/>
                <a:ext cx="596900" cy="241300"/>
              </a:xfrm>
              <a:custGeom>
                <a:avLst/>
                <a:gdLst>
                  <a:gd name="T0" fmla="*/ 58 w 181"/>
                  <a:gd name="T1" fmla="*/ 72 h 72"/>
                  <a:gd name="T2" fmla="*/ 8 w 181"/>
                  <a:gd name="T3" fmla="*/ 72 h 72"/>
                  <a:gd name="T4" fmla="*/ 3 w 181"/>
                  <a:gd name="T5" fmla="*/ 63 h 72"/>
                  <a:gd name="T6" fmla="*/ 6 w 181"/>
                  <a:gd name="T7" fmla="*/ 63 h 72"/>
                  <a:gd name="T8" fmla="*/ 11 w 181"/>
                  <a:gd name="T9" fmla="*/ 55 h 72"/>
                  <a:gd name="T10" fmla="*/ 14 w 181"/>
                  <a:gd name="T11" fmla="*/ 55 h 72"/>
                  <a:gd name="T12" fmla="*/ 14 w 181"/>
                  <a:gd name="T13" fmla="*/ 29 h 72"/>
                  <a:gd name="T14" fmla="*/ 0 w 181"/>
                  <a:gd name="T15" fmla="*/ 4 h 72"/>
                  <a:gd name="T16" fmla="*/ 30 w 181"/>
                  <a:gd name="T17" fmla="*/ 0 h 72"/>
                  <a:gd name="T18" fmla="*/ 58 w 181"/>
                  <a:gd name="T19" fmla="*/ 8 h 72"/>
                  <a:gd name="T20" fmla="*/ 51 w 181"/>
                  <a:gd name="T21" fmla="*/ 25 h 72"/>
                  <a:gd name="T22" fmla="*/ 131 w 181"/>
                  <a:gd name="T23" fmla="*/ 25 h 72"/>
                  <a:gd name="T24" fmla="*/ 122 w 181"/>
                  <a:gd name="T25" fmla="*/ 8 h 72"/>
                  <a:gd name="T26" fmla="*/ 150 w 181"/>
                  <a:gd name="T27" fmla="*/ 0 h 72"/>
                  <a:gd name="T28" fmla="*/ 181 w 181"/>
                  <a:gd name="T29" fmla="*/ 5 h 72"/>
                  <a:gd name="T30" fmla="*/ 166 w 181"/>
                  <a:gd name="T31" fmla="*/ 28 h 72"/>
                  <a:gd name="T32" fmla="*/ 166 w 181"/>
                  <a:gd name="T33" fmla="*/ 55 h 72"/>
                  <a:gd name="T34" fmla="*/ 171 w 181"/>
                  <a:gd name="T35" fmla="*/ 55 h 72"/>
                  <a:gd name="T36" fmla="*/ 178 w 181"/>
                  <a:gd name="T37" fmla="*/ 65 h 72"/>
                  <a:gd name="T38" fmla="*/ 174 w 181"/>
                  <a:gd name="T39" fmla="*/ 72 h 72"/>
                  <a:gd name="T40" fmla="*/ 58 w 181"/>
                  <a:gd name="T41" fmla="*/ 72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1" h="72">
                    <a:moveTo>
                      <a:pt x="58" y="72"/>
                    </a:moveTo>
                    <a:cubicBezTo>
                      <a:pt x="8" y="72"/>
                      <a:pt x="8" y="72"/>
                      <a:pt x="8" y="72"/>
                    </a:cubicBezTo>
                    <a:cubicBezTo>
                      <a:pt x="3" y="63"/>
                      <a:pt x="3" y="63"/>
                      <a:pt x="3" y="63"/>
                    </a:cubicBezTo>
                    <a:cubicBezTo>
                      <a:pt x="6" y="63"/>
                      <a:pt x="6" y="63"/>
                      <a:pt x="6" y="63"/>
                    </a:cubicBezTo>
                    <a:cubicBezTo>
                      <a:pt x="7" y="61"/>
                      <a:pt x="10" y="57"/>
                      <a:pt x="11" y="55"/>
                    </a:cubicBezTo>
                    <a:cubicBezTo>
                      <a:pt x="12" y="55"/>
                      <a:pt x="13" y="55"/>
                      <a:pt x="14" y="55"/>
                    </a:cubicBezTo>
                    <a:cubicBezTo>
                      <a:pt x="14" y="45"/>
                      <a:pt x="14" y="39"/>
                      <a:pt x="14" y="29"/>
                    </a:cubicBezTo>
                    <a:cubicBezTo>
                      <a:pt x="6" y="25"/>
                      <a:pt x="0" y="19"/>
                      <a:pt x="0" y="4"/>
                    </a:cubicBezTo>
                    <a:cubicBezTo>
                      <a:pt x="13" y="19"/>
                      <a:pt x="25" y="20"/>
                      <a:pt x="30" y="0"/>
                    </a:cubicBezTo>
                    <a:cubicBezTo>
                      <a:pt x="40" y="22"/>
                      <a:pt x="50" y="16"/>
                      <a:pt x="58" y="8"/>
                    </a:cubicBezTo>
                    <a:cubicBezTo>
                      <a:pt x="59" y="17"/>
                      <a:pt x="51" y="24"/>
                      <a:pt x="51" y="25"/>
                    </a:cubicBezTo>
                    <a:cubicBezTo>
                      <a:pt x="131" y="25"/>
                      <a:pt x="131" y="25"/>
                      <a:pt x="131" y="25"/>
                    </a:cubicBezTo>
                    <a:cubicBezTo>
                      <a:pt x="128" y="21"/>
                      <a:pt x="123" y="15"/>
                      <a:pt x="122" y="8"/>
                    </a:cubicBezTo>
                    <a:cubicBezTo>
                      <a:pt x="131" y="18"/>
                      <a:pt x="141" y="23"/>
                      <a:pt x="150" y="0"/>
                    </a:cubicBezTo>
                    <a:cubicBezTo>
                      <a:pt x="160" y="23"/>
                      <a:pt x="169" y="16"/>
                      <a:pt x="181" y="5"/>
                    </a:cubicBezTo>
                    <a:cubicBezTo>
                      <a:pt x="178" y="23"/>
                      <a:pt x="174" y="23"/>
                      <a:pt x="166" y="28"/>
                    </a:cubicBezTo>
                    <a:cubicBezTo>
                      <a:pt x="166" y="38"/>
                      <a:pt x="166" y="45"/>
                      <a:pt x="166" y="55"/>
                    </a:cubicBezTo>
                    <a:cubicBezTo>
                      <a:pt x="168" y="55"/>
                      <a:pt x="169" y="55"/>
                      <a:pt x="171" y="55"/>
                    </a:cubicBezTo>
                    <a:cubicBezTo>
                      <a:pt x="178" y="65"/>
                      <a:pt x="178" y="65"/>
                      <a:pt x="178" y="65"/>
                    </a:cubicBezTo>
                    <a:cubicBezTo>
                      <a:pt x="174" y="72"/>
                      <a:pt x="174" y="72"/>
                      <a:pt x="174" y="72"/>
                    </a:cubicBezTo>
                    <a:lnTo>
                      <a:pt x="58" y="72"/>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57" name="iş1ïďe"/>
              <p:cNvSpPr/>
              <p:nvPr/>
            </p:nvSpPr>
            <p:spPr bwMode="auto">
              <a:xfrm>
                <a:off x="3624263" y="3381375"/>
                <a:ext cx="577850" cy="200025"/>
              </a:xfrm>
              <a:custGeom>
                <a:avLst/>
                <a:gdLst>
                  <a:gd name="T0" fmla="*/ 130 w 175"/>
                  <a:gd name="T1" fmla="*/ 51 h 60"/>
                  <a:gd name="T2" fmla="*/ 130 w 175"/>
                  <a:gd name="T3" fmla="*/ 50 h 60"/>
                  <a:gd name="T4" fmla="*/ 48 w 175"/>
                  <a:gd name="T5" fmla="*/ 50 h 60"/>
                  <a:gd name="T6" fmla="*/ 48 w 175"/>
                  <a:gd name="T7" fmla="*/ 51 h 60"/>
                  <a:gd name="T8" fmla="*/ 52 w 175"/>
                  <a:gd name="T9" fmla="*/ 51 h 60"/>
                  <a:gd name="T10" fmla="*/ 48 w 175"/>
                  <a:gd name="T11" fmla="*/ 60 h 60"/>
                  <a:gd name="T12" fmla="*/ 7 w 175"/>
                  <a:gd name="T13" fmla="*/ 60 h 60"/>
                  <a:gd name="T14" fmla="*/ 10 w 175"/>
                  <a:gd name="T15" fmla="*/ 54 h 60"/>
                  <a:gd name="T16" fmla="*/ 14 w 175"/>
                  <a:gd name="T17" fmla="*/ 54 h 60"/>
                  <a:gd name="T18" fmla="*/ 13 w 175"/>
                  <a:gd name="T19" fmla="*/ 25 h 60"/>
                  <a:gd name="T20" fmla="*/ 0 w 175"/>
                  <a:gd name="T21" fmla="*/ 7 h 60"/>
                  <a:gd name="T22" fmla="*/ 28 w 175"/>
                  <a:gd name="T23" fmla="*/ 0 h 60"/>
                  <a:gd name="T24" fmla="*/ 55 w 175"/>
                  <a:gd name="T25" fmla="*/ 7 h 60"/>
                  <a:gd name="T26" fmla="*/ 48 w 175"/>
                  <a:gd name="T27" fmla="*/ 22 h 60"/>
                  <a:gd name="T28" fmla="*/ 127 w 175"/>
                  <a:gd name="T29" fmla="*/ 22 h 60"/>
                  <a:gd name="T30" fmla="*/ 119 w 175"/>
                  <a:gd name="T31" fmla="*/ 7 h 60"/>
                  <a:gd name="T32" fmla="*/ 147 w 175"/>
                  <a:gd name="T33" fmla="*/ 0 h 60"/>
                  <a:gd name="T34" fmla="*/ 175 w 175"/>
                  <a:gd name="T35" fmla="*/ 7 h 60"/>
                  <a:gd name="T36" fmla="*/ 161 w 175"/>
                  <a:gd name="T37" fmla="*/ 24 h 60"/>
                  <a:gd name="T38" fmla="*/ 161 w 175"/>
                  <a:gd name="T39" fmla="*/ 53 h 60"/>
                  <a:gd name="T40" fmla="*/ 165 w 175"/>
                  <a:gd name="T41" fmla="*/ 53 h 60"/>
                  <a:gd name="T42" fmla="*/ 169 w 175"/>
                  <a:gd name="T43" fmla="*/ 60 h 60"/>
                  <a:gd name="T44" fmla="*/ 128 w 175"/>
                  <a:gd name="T45" fmla="*/ 60 h 60"/>
                  <a:gd name="T46" fmla="*/ 124 w 175"/>
                  <a:gd name="T47" fmla="*/ 51 h 60"/>
                  <a:gd name="T48" fmla="*/ 130 w 175"/>
                  <a:gd name="T49" fmla="*/ 51 h 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75" h="60">
                    <a:moveTo>
                      <a:pt x="130" y="51"/>
                    </a:moveTo>
                    <a:cubicBezTo>
                      <a:pt x="130" y="50"/>
                      <a:pt x="130" y="50"/>
                      <a:pt x="130" y="50"/>
                    </a:cubicBezTo>
                    <a:cubicBezTo>
                      <a:pt x="48" y="50"/>
                      <a:pt x="48" y="50"/>
                      <a:pt x="48" y="50"/>
                    </a:cubicBezTo>
                    <a:cubicBezTo>
                      <a:pt x="48" y="51"/>
                      <a:pt x="48" y="51"/>
                      <a:pt x="48" y="51"/>
                    </a:cubicBezTo>
                    <a:cubicBezTo>
                      <a:pt x="52" y="51"/>
                      <a:pt x="52" y="51"/>
                      <a:pt x="52" y="51"/>
                    </a:cubicBezTo>
                    <a:cubicBezTo>
                      <a:pt x="48" y="60"/>
                      <a:pt x="48" y="60"/>
                      <a:pt x="48" y="60"/>
                    </a:cubicBezTo>
                    <a:cubicBezTo>
                      <a:pt x="34" y="60"/>
                      <a:pt x="20" y="60"/>
                      <a:pt x="7" y="60"/>
                    </a:cubicBezTo>
                    <a:cubicBezTo>
                      <a:pt x="8" y="58"/>
                      <a:pt x="9" y="56"/>
                      <a:pt x="10" y="54"/>
                    </a:cubicBezTo>
                    <a:cubicBezTo>
                      <a:pt x="11" y="54"/>
                      <a:pt x="12" y="54"/>
                      <a:pt x="14" y="54"/>
                    </a:cubicBezTo>
                    <a:cubicBezTo>
                      <a:pt x="14" y="44"/>
                      <a:pt x="13" y="34"/>
                      <a:pt x="13" y="25"/>
                    </a:cubicBezTo>
                    <a:cubicBezTo>
                      <a:pt x="5" y="20"/>
                      <a:pt x="1" y="14"/>
                      <a:pt x="0" y="7"/>
                    </a:cubicBezTo>
                    <a:cubicBezTo>
                      <a:pt x="12" y="18"/>
                      <a:pt x="22" y="17"/>
                      <a:pt x="28" y="0"/>
                    </a:cubicBezTo>
                    <a:cubicBezTo>
                      <a:pt x="37" y="22"/>
                      <a:pt x="47" y="15"/>
                      <a:pt x="55" y="7"/>
                    </a:cubicBezTo>
                    <a:cubicBezTo>
                      <a:pt x="55" y="14"/>
                      <a:pt x="50" y="17"/>
                      <a:pt x="48" y="22"/>
                    </a:cubicBezTo>
                    <a:cubicBezTo>
                      <a:pt x="127" y="22"/>
                      <a:pt x="127" y="22"/>
                      <a:pt x="127" y="22"/>
                    </a:cubicBezTo>
                    <a:cubicBezTo>
                      <a:pt x="125" y="18"/>
                      <a:pt x="120" y="14"/>
                      <a:pt x="119" y="7"/>
                    </a:cubicBezTo>
                    <a:cubicBezTo>
                      <a:pt x="127" y="15"/>
                      <a:pt x="137" y="22"/>
                      <a:pt x="147" y="0"/>
                    </a:cubicBezTo>
                    <a:cubicBezTo>
                      <a:pt x="153" y="17"/>
                      <a:pt x="163" y="18"/>
                      <a:pt x="175" y="7"/>
                    </a:cubicBezTo>
                    <a:cubicBezTo>
                      <a:pt x="173" y="14"/>
                      <a:pt x="169" y="19"/>
                      <a:pt x="161" y="24"/>
                    </a:cubicBezTo>
                    <a:cubicBezTo>
                      <a:pt x="161" y="34"/>
                      <a:pt x="161" y="44"/>
                      <a:pt x="161" y="53"/>
                    </a:cubicBezTo>
                    <a:cubicBezTo>
                      <a:pt x="162" y="53"/>
                      <a:pt x="164" y="53"/>
                      <a:pt x="165" y="53"/>
                    </a:cubicBezTo>
                    <a:cubicBezTo>
                      <a:pt x="166" y="55"/>
                      <a:pt x="167" y="58"/>
                      <a:pt x="169" y="60"/>
                    </a:cubicBezTo>
                    <a:cubicBezTo>
                      <a:pt x="155" y="60"/>
                      <a:pt x="142" y="60"/>
                      <a:pt x="128" y="60"/>
                    </a:cubicBezTo>
                    <a:cubicBezTo>
                      <a:pt x="124" y="51"/>
                      <a:pt x="124" y="51"/>
                      <a:pt x="124" y="51"/>
                    </a:cubicBezTo>
                    <a:lnTo>
                      <a:pt x="130" y="51"/>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58" name="ïṩḷíḍé"/>
              <p:cNvSpPr/>
              <p:nvPr/>
            </p:nvSpPr>
            <p:spPr bwMode="auto">
              <a:xfrm>
                <a:off x="4065588"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59" name="ïśľíḍè"/>
              <p:cNvSpPr/>
              <p:nvPr/>
            </p:nvSpPr>
            <p:spPr bwMode="auto">
              <a:xfrm>
                <a:off x="3740151"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60" name="í$ḻîḋè"/>
              <p:cNvSpPr/>
              <p:nvPr/>
            </p:nvSpPr>
            <p:spPr bwMode="auto">
              <a:xfrm>
                <a:off x="4125913"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61" name="iṣļíḋe"/>
              <p:cNvSpPr/>
              <p:nvPr/>
            </p:nvSpPr>
            <p:spPr bwMode="auto">
              <a:xfrm>
                <a:off x="3709988"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62" name="iṩḷiḓé"/>
              <p:cNvSpPr/>
              <p:nvPr/>
            </p:nvSpPr>
            <p:spPr bwMode="auto">
              <a:xfrm>
                <a:off x="4095751"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63" name="iSľiḍè"/>
              <p:cNvSpPr/>
              <p:nvPr/>
            </p:nvSpPr>
            <p:spPr bwMode="auto">
              <a:xfrm>
                <a:off x="3663951" y="3460750"/>
                <a:ext cx="495300" cy="317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64" name="ïṩḷîḍe"/>
              <p:cNvSpPr/>
              <p:nvPr/>
            </p:nvSpPr>
            <p:spPr bwMode="auto">
              <a:xfrm>
                <a:off x="3663951" y="3473450"/>
                <a:ext cx="115888"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65" name="íšḻiḑê"/>
              <p:cNvSpPr/>
              <p:nvPr/>
            </p:nvSpPr>
            <p:spPr bwMode="auto">
              <a:xfrm>
                <a:off x="3789363" y="3473450"/>
                <a:ext cx="428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66" name="ïṩļïďè"/>
              <p:cNvSpPr/>
              <p:nvPr/>
            </p:nvSpPr>
            <p:spPr bwMode="auto">
              <a:xfrm>
                <a:off x="3851276" y="3473450"/>
                <a:ext cx="57150"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67" name="îṥlïḋê"/>
              <p:cNvSpPr/>
              <p:nvPr/>
            </p:nvSpPr>
            <p:spPr bwMode="auto">
              <a:xfrm>
                <a:off x="3917951" y="3473450"/>
                <a:ext cx="555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68" name="îṧľïdè"/>
              <p:cNvSpPr/>
              <p:nvPr/>
            </p:nvSpPr>
            <p:spPr bwMode="auto">
              <a:xfrm>
                <a:off x="3994151" y="3473450"/>
                <a:ext cx="428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69" name="iSḷîḓê"/>
              <p:cNvSpPr/>
              <p:nvPr/>
            </p:nvSpPr>
            <p:spPr bwMode="auto">
              <a:xfrm>
                <a:off x="4046538" y="3473450"/>
                <a:ext cx="11271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70" name="îślíďè"/>
              <p:cNvSpPr/>
              <p:nvPr/>
            </p:nvSpPr>
            <p:spPr bwMode="auto">
              <a:xfrm>
                <a:off x="3979863" y="3473450"/>
                <a:ext cx="7938"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71" name="iSḻïḍè"/>
              <p:cNvSpPr/>
              <p:nvPr/>
            </p:nvSpPr>
            <p:spPr bwMode="auto">
              <a:xfrm>
                <a:off x="3838576" y="3473450"/>
                <a:ext cx="6350"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72" name="ïṡliḑê"/>
              <p:cNvSpPr/>
              <p:nvPr/>
            </p:nvSpPr>
            <p:spPr bwMode="auto">
              <a:xfrm>
                <a:off x="3851276" y="3384550"/>
                <a:ext cx="26988"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73" name="islïďé"/>
              <p:cNvSpPr/>
              <p:nvPr/>
            </p:nvSpPr>
            <p:spPr bwMode="auto">
              <a:xfrm>
                <a:off x="3817938" y="3384550"/>
                <a:ext cx="26988" cy="15875"/>
              </a:xfrm>
              <a:custGeom>
                <a:avLst/>
                <a:gdLst>
                  <a:gd name="T0" fmla="*/ 7 w 8"/>
                  <a:gd name="T1" fmla="*/ 0 h 5"/>
                  <a:gd name="T2" fmla="*/ 8 w 8"/>
                  <a:gd name="T3" fmla="*/ 2 h 5"/>
                  <a:gd name="T4" fmla="*/ 1 w 8"/>
                  <a:gd name="T5" fmla="*/ 5 h 5"/>
                  <a:gd name="T6" fmla="*/ 7 w 8"/>
                  <a:gd name="T7" fmla="*/ 0 h 5"/>
                  <a:gd name="T8" fmla="*/ 7 w 8"/>
                  <a:gd name="T9" fmla="*/ 0 h 5"/>
                  <a:gd name="T10" fmla="*/ 7 w 8"/>
                  <a:gd name="T11" fmla="*/ 0 h 5"/>
                </a:gdLst>
                <a:ahLst/>
                <a:cxnLst>
                  <a:cxn ang="0">
                    <a:pos x="T0" y="T1"/>
                  </a:cxn>
                  <a:cxn ang="0">
                    <a:pos x="T2" y="T3"/>
                  </a:cxn>
                  <a:cxn ang="0">
                    <a:pos x="T4" y="T5"/>
                  </a:cxn>
                  <a:cxn ang="0">
                    <a:pos x="T6" y="T7"/>
                  </a:cxn>
                  <a:cxn ang="0">
                    <a:pos x="T8" y="T9"/>
                  </a:cxn>
                  <a:cxn ang="0">
                    <a:pos x="T10" y="T11"/>
                  </a:cxn>
                </a:cxnLst>
                <a:rect l="0" t="0" r="r" b="b"/>
                <a:pathLst>
                  <a:path w="8" h="5">
                    <a:moveTo>
                      <a:pt x="7" y="0"/>
                    </a:moveTo>
                    <a:cubicBezTo>
                      <a:pt x="8" y="2"/>
                      <a:pt x="8" y="2"/>
                      <a:pt x="8" y="2"/>
                    </a:cubicBezTo>
                    <a:cubicBezTo>
                      <a:pt x="1" y="5"/>
                      <a:pt x="1" y="5"/>
                      <a:pt x="1" y="5"/>
                    </a:cubicBezTo>
                    <a:cubicBezTo>
                      <a:pt x="1" y="5"/>
                      <a:pt x="0" y="2"/>
                      <a:pt x="7" y="0"/>
                    </a:cubicBezTo>
                    <a:close/>
                    <a:moveTo>
                      <a:pt x="7" y="0"/>
                    </a:moveTo>
                    <a:cubicBezTo>
                      <a:pt x="7" y="0"/>
                      <a:pt x="7" y="0"/>
                      <a:pt x="7"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74" name="îṥḷîdé"/>
              <p:cNvSpPr/>
              <p:nvPr/>
            </p:nvSpPr>
            <p:spPr bwMode="auto">
              <a:xfrm>
                <a:off x="3983038" y="3384550"/>
                <a:ext cx="26988" cy="15875"/>
              </a:xfrm>
              <a:custGeom>
                <a:avLst/>
                <a:gdLst>
                  <a:gd name="T0" fmla="*/ 1 w 8"/>
                  <a:gd name="T1" fmla="*/ 0 h 5"/>
                  <a:gd name="T2" fmla="*/ 0 w 8"/>
                  <a:gd name="T3" fmla="*/ 2 h 5"/>
                  <a:gd name="T4" fmla="*/ 7 w 8"/>
                  <a:gd name="T5" fmla="*/ 5 h 5"/>
                  <a:gd name="T6" fmla="*/ 1 w 8"/>
                  <a:gd name="T7" fmla="*/ 0 h 5"/>
                  <a:gd name="T8" fmla="*/ 1 w 8"/>
                  <a:gd name="T9" fmla="*/ 0 h 5"/>
                  <a:gd name="T10" fmla="*/ 1 w 8"/>
                  <a:gd name="T11" fmla="*/ 0 h 5"/>
                </a:gdLst>
                <a:ahLst/>
                <a:cxnLst>
                  <a:cxn ang="0">
                    <a:pos x="T0" y="T1"/>
                  </a:cxn>
                  <a:cxn ang="0">
                    <a:pos x="T2" y="T3"/>
                  </a:cxn>
                  <a:cxn ang="0">
                    <a:pos x="T4" y="T5"/>
                  </a:cxn>
                  <a:cxn ang="0">
                    <a:pos x="T6" y="T7"/>
                  </a:cxn>
                  <a:cxn ang="0">
                    <a:pos x="T8" y="T9"/>
                  </a:cxn>
                  <a:cxn ang="0">
                    <a:pos x="T10" y="T11"/>
                  </a:cxn>
                </a:cxnLst>
                <a:rect l="0" t="0" r="r" b="b"/>
                <a:pathLst>
                  <a:path w="8" h="5">
                    <a:moveTo>
                      <a:pt x="1" y="0"/>
                    </a:moveTo>
                    <a:cubicBezTo>
                      <a:pt x="0" y="2"/>
                      <a:pt x="0" y="2"/>
                      <a:pt x="0" y="2"/>
                    </a:cubicBezTo>
                    <a:cubicBezTo>
                      <a:pt x="7" y="5"/>
                      <a:pt x="7" y="5"/>
                      <a:pt x="7" y="5"/>
                    </a:cubicBezTo>
                    <a:cubicBezTo>
                      <a:pt x="7" y="5"/>
                      <a:pt x="8" y="2"/>
                      <a:pt x="1" y="0"/>
                    </a:cubicBezTo>
                    <a:close/>
                    <a:moveTo>
                      <a:pt x="1" y="0"/>
                    </a:moveTo>
                    <a:cubicBezTo>
                      <a:pt x="1" y="0"/>
                      <a:pt x="1" y="0"/>
                      <a:pt x="1"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75" name="isḷîḋé"/>
              <p:cNvSpPr/>
              <p:nvPr/>
            </p:nvSpPr>
            <p:spPr bwMode="auto">
              <a:xfrm>
                <a:off x="3884613" y="3384550"/>
                <a:ext cx="26988"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76" name="iśḷïḑè"/>
              <p:cNvSpPr/>
              <p:nvPr/>
            </p:nvSpPr>
            <p:spPr bwMode="auto">
              <a:xfrm>
                <a:off x="3917951" y="3384550"/>
                <a:ext cx="25400"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77" name="iṧľiďé"/>
              <p:cNvSpPr/>
              <p:nvPr/>
            </p:nvSpPr>
            <p:spPr bwMode="auto">
              <a:xfrm>
                <a:off x="3951288" y="3384550"/>
                <a:ext cx="25400"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78" name="išľïḍé"/>
              <p:cNvSpPr/>
              <p:nvPr/>
            </p:nvSpPr>
            <p:spPr bwMode="auto">
              <a:xfrm>
                <a:off x="3771901" y="3484563"/>
                <a:ext cx="7938"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179" name="îŝlîḑè"/>
              <p:cNvSpPr/>
              <p:nvPr/>
            </p:nvSpPr>
            <p:spPr bwMode="auto">
              <a:xfrm>
                <a:off x="3786188" y="3484563"/>
                <a:ext cx="46038" cy="60325"/>
              </a:xfrm>
              <a:custGeom>
                <a:avLst/>
                <a:gdLst>
                  <a:gd name="T0" fmla="*/ 8 w 29"/>
                  <a:gd name="T1" fmla="*/ 0 h 38"/>
                  <a:gd name="T2" fmla="*/ 20 w 29"/>
                  <a:gd name="T3" fmla="*/ 0 h 38"/>
                  <a:gd name="T4" fmla="*/ 29 w 29"/>
                  <a:gd name="T5" fmla="*/ 8 h 38"/>
                  <a:gd name="T6" fmla="*/ 29 w 29"/>
                  <a:gd name="T7" fmla="*/ 38 h 38"/>
                  <a:gd name="T8" fmla="*/ 0 w 29"/>
                  <a:gd name="T9" fmla="*/ 38 h 38"/>
                  <a:gd name="T10" fmla="*/ 0 w 29"/>
                  <a:gd name="T11" fmla="*/ 8 h 38"/>
                  <a:gd name="T12" fmla="*/ 8 w 29"/>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29" h="38">
                    <a:moveTo>
                      <a:pt x="8" y="0"/>
                    </a:moveTo>
                    <a:lnTo>
                      <a:pt x="20" y="0"/>
                    </a:lnTo>
                    <a:lnTo>
                      <a:pt x="29" y="8"/>
                    </a:lnTo>
                    <a:lnTo>
                      <a:pt x="29" y="38"/>
                    </a:lnTo>
                    <a:lnTo>
                      <a:pt x="0" y="38"/>
                    </a:lnTo>
                    <a:lnTo>
                      <a:pt x="0" y="8"/>
                    </a:lnTo>
                    <a:lnTo>
                      <a:pt x="8"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80" name="îṩḻíḓe"/>
              <p:cNvSpPr/>
              <p:nvPr/>
            </p:nvSpPr>
            <p:spPr bwMode="auto">
              <a:xfrm>
                <a:off x="3994151" y="3484563"/>
                <a:ext cx="46038" cy="60325"/>
              </a:xfrm>
              <a:custGeom>
                <a:avLst/>
                <a:gdLst>
                  <a:gd name="T0" fmla="*/ 8 w 29"/>
                  <a:gd name="T1" fmla="*/ 0 h 38"/>
                  <a:gd name="T2" fmla="*/ 18 w 29"/>
                  <a:gd name="T3" fmla="*/ 0 h 38"/>
                  <a:gd name="T4" fmla="*/ 29 w 29"/>
                  <a:gd name="T5" fmla="*/ 8 h 38"/>
                  <a:gd name="T6" fmla="*/ 29 w 29"/>
                  <a:gd name="T7" fmla="*/ 38 h 38"/>
                  <a:gd name="T8" fmla="*/ 0 w 29"/>
                  <a:gd name="T9" fmla="*/ 38 h 38"/>
                  <a:gd name="T10" fmla="*/ 0 w 29"/>
                  <a:gd name="T11" fmla="*/ 8 h 38"/>
                  <a:gd name="T12" fmla="*/ 8 w 29"/>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29" h="38">
                    <a:moveTo>
                      <a:pt x="8" y="0"/>
                    </a:moveTo>
                    <a:lnTo>
                      <a:pt x="18" y="0"/>
                    </a:lnTo>
                    <a:lnTo>
                      <a:pt x="29" y="8"/>
                    </a:lnTo>
                    <a:lnTo>
                      <a:pt x="29" y="38"/>
                    </a:lnTo>
                    <a:lnTo>
                      <a:pt x="0" y="38"/>
                    </a:lnTo>
                    <a:lnTo>
                      <a:pt x="0" y="8"/>
                    </a:lnTo>
                    <a:lnTo>
                      <a:pt x="8"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81" name="î$1îdè"/>
              <p:cNvSpPr/>
              <p:nvPr/>
            </p:nvSpPr>
            <p:spPr bwMode="auto">
              <a:xfrm>
                <a:off x="3851276" y="3484563"/>
                <a:ext cx="122238" cy="60325"/>
              </a:xfrm>
              <a:custGeom>
                <a:avLst/>
                <a:gdLst>
                  <a:gd name="T0" fmla="*/ 9 w 77"/>
                  <a:gd name="T1" fmla="*/ 0 h 38"/>
                  <a:gd name="T2" fmla="*/ 69 w 77"/>
                  <a:gd name="T3" fmla="*/ 0 h 38"/>
                  <a:gd name="T4" fmla="*/ 77 w 77"/>
                  <a:gd name="T5" fmla="*/ 8 h 38"/>
                  <a:gd name="T6" fmla="*/ 77 w 77"/>
                  <a:gd name="T7" fmla="*/ 38 h 38"/>
                  <a:gd name="T8" fmla="*/ 0 w 77"/>
                  <a:gd name="T9" fmla="*/ 38 h 38"/>
                  <a:gd name="T10" fmla="*/ 0 w 77"/>
                  <a:gd name="T11" fmla="*/ 8 h 38"/>
                  <a:gd name="T12" fmla="*/ 9 w 77"/>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77" h="38">
                    <a:moveTo>
                      <a:pt x="9" y="0"/>
                    </a:moveTo>
                    <a:lnTo>
                      <a:pt x="69" y="0"/>
                    </a:lnTo>
                    <a:lnTo>
                      <a:pt x="77" y="8"/>
                    </a:lnTo>
                    <a:lnTo>
                      <a:pt x="77" y="38"/>
                    </a:lnTo>
                    <a:lnTo>
                      <a:pt x="0" y="38"/>
                    </a:lnTo>
                    <a:lnTo>
                      <a:pt x="0" y="8"/>
                    </a:lnTo>
                    <a:lnTo>
                      <a:pt x="9"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82" name="iśľïḓe"/>
              <p:cNvSpPr/>
              <p:nvPr/>
            </p:nvSpPr>
            <p:spPr bwMode="auto">
              <a:xfrm>
                <a:off x="4046538" y="3484563"/>
                <a:ext cx="6350"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183" name="iṣļïḑè"/>
              <p:cNvSpPr/>
              <p:nvPr/>
            </p:nvSpPr>
            <p:spPr bwMode="auto">
              <a:xfrm>
                <a:off x="3838576" y="3484563"/>
                <a:ext cx="6350"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184" name="iṡḷidé"/>
              <p:cNvSpPr/>
              <p:nvPr/>
            </p:nvSpPr>
            <p:spPr bwMode="auto">
              <a:xfrm>
                <a:off x="3979863" y="3484563"/>
                <a:ext cx="3175"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185" name="íṡḷíḋe"/>
              <p:cNvSpPr/>
              <p:nvPr/>
            </p:nvSpPr>
            <p:spPr bwMode="auto">
              <a:xfrm>
                <a:off x="3811588" y="3551238"/>
                <a:ext cx="20478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86" name="íŝ1iḑê"/>
              <p:cNvSpPr/>
              <p:nvPr/>
            </p:nvSpPr>
            <p:spPr bwMode="auto">
              <a:xfrm>
                <a:off x="3805238" y="3557588"/>
                <a:ext cx="214313"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87" name="îṩḷiḑe"/>
              <p:cNvSpPr/>
              <p:nvPr/>
            </p:nvSpPr>
            <p:spPr bwMode="auto">
              <a:xfrm>
                <a:off x="3802063" y="3567113"/>
                <a:ext cx="220663" cy="1588"/>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88" name="iṧḻiḑê"/>
              <p:cNvSpPr/>
              <p:nvPr/>
            </p:nvSpPr>
            <p:spPr bwMode="auto">
              <a:xfrm>
                <a:off x="3802063" y="3570288"/>
                <a:ext cx="22383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89" name="ïṣḻîḋè"/>
              <p:cNvSpPr/>
              <p:nvPr/>
            </p:nvSpPr>
            <p:spPr bwMode="auto">
              <a:xfrm>
                <a:off x="3795713" y="3581400"/>
                <a:ext cx="234950"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90" name="îṡ1îḍé"/>
              <p:cNvSpPr/>
              <p:nvPr/>
            </p:nvSpPr>
            <p:spPr bwMode="auto">
              <a:xfrm>
                <a:off x="3633788" y="3587750"/>
                <a:ext cx="560388" cy="6350"/>
              </a:xfrm>
              <a:custGeom>
                <a:avLst/>
                <a:gdLst>
                  <a:gd name="T0" fmla="*/ 0 w 353"/>
                  <a:gd name="T1" fmla="*/ 0 h 4"/>
                  <a:gd name="T2" fmla="*/ 353 w 353"/>
                  <a:gd name="T3" fmla="*/ 0 h 4"/>
                  <a:gd name="T4" fmla="*/ 351 w 353"/>
                  <a:gd name="T5" fmla="*/ 4 h 4"/>
                  <a:gd name="T6" fmla="*/ 2 w 353"/>
                  <a:gd name="T7" fmla="*/ 4 h 4"/>
                  <a:gd name="T8" fmla="*/ 0 w 353"/>
                  <a:gd name="T9" fmla="*/ 0 h 4"/>
                </a:gdLst>
                <a:ahLst/>
                <a:cxnLst>
                  <a:cxn ang="0">
                    <a:pos x="T0" y="T1"/>
                  </a:cxn>
                  <a:cxn ang="0">
                    <a:pos x="T2" y="T3"/>
                  </a:cxn>
                  <a:cxn ang="0">
                    <a:pos x="T4" y="T5"/>
                  </a:cxn>
                  <a:cxn ang="0">
                    <a:pos x="T6" y="T7"/>
                  </a:cxn>
                  <a:cxn ang="0">
                    <a:pos x="T8" y="T9"/>
                  </a:cxn>
                </a:cxnLst>
                <a:rect l="0" t="0" r="r" b="b"/>
                <a:pathLst>
                  <a:path w="353" h="4">
                    <a:moveTo>
                      <a:pt x="0" y="0"/>
                    </a:moveTo>
                    <a:lnTo>
                      <a:pt x="353" y="0"/>
                    </a:lnTo>
                    <a:lnTo>
                      <a:pt x="351" y="4"/>
                    </a:lnTo>
                    <a:lnTo>
                      <a:pt x="2" y="4"/>
                    </a:lnTo>
                    <a:lnTo>
                      <a:pt x="0" y="0"/>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91" name="îš1íḑe"/>
              <p:cNvSpPr/>
              <p:nvPr/>
            </p:nvSpPr>
            <p:spPr bwMode="auto">
              <a:xfrm>
                <a:off x="3640138" y="3600450"/>
                <a:ext cx="547688" cy="6350"/>
              </a:xfrm>
              <a:custGeom>
                <a:avLst/>
                <a:gdLst>
                  <a:gd name="T0" fmla="*/ 0 w 345"/>
                  <a:gd name="T1" fmla="*/ 0 h 4"/>
                  <a:gd name="T2" fmla="*/ 345 w 345"/>
                  <a:gd name="T3" fmla="*/ 0 h 4"/>
                  <a:gd name="T4" fmla="*/ 343 w 345"/>
                  <a:gd name="T5" fmla="*/ 4 h 4"/>
                  <a:gd name="T6" fmla="*/ 2 w 345"/>
                  <a:gd name="T7" fmla="*/ 4 h 4"/>
                  <a:gd name="T8" fmla="*/ 0 w 345"/>
                  <a:gd name="T9" fmla="*/ 0 h 4"/>
                </a:gdLst>
                <a:ahLst/>
                <a:cxnLst>
                  <a:cxn ang="0">
                    <a:pos x="T0" y="T1"/>
                  </a:cxn>
                  <a:cxn ang="0">
                    <a:pos x="T2" y="T3"/>
                  </a:cxn>
                  <a:cxn ang="0">
                    <a:pos x="T4" y="T5"/>
                  </a:cxn>
                  <a:cxn ang="0">
                    <a:pos x="T6" y="T7"/>
                  </a:cxn>
                  <a:cxn ang="0">
                    <a:pos x="T8" y="T9"/>
                  </a:cxn>
                </a:cxnLst>
                <a:rect l="0" t="0" r="r" b="b"/>
                <a:pathLst>
                  <a:path w="345" h="4">
                    <a:moveTo>
                      <a:pt x="0" y="0"/>
                    </a:moveTo>
                    <a:lnTo>
                      <a:pt x="345" y="0"/>
                    </a:lnTo>
                    <a:lnTo>
                      <a:pt x="343" y="4"/>
                    </a:lnTo>
                    <a:lnTo>
                      <a:pt x="2" y="4"/>
                    </a:lnTo>
                    <a:lnTo>
                      <a:pt x="0" y="0"/>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92" name="iš1ïḍe"/>
              <p:cNvSpPr/>
              <p:nvPr/>
            </p:nvSpPr>
            <p:spPr bwMode="auto">
              <a:xfrm>
                <a:off x="3736976" y="3406775"/>
                <a:ext cx="352425" cy="4763"/>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93" name="îSḻîde"/>
              <p:cNvSpPr/>
              <p:nvPr/>
            </p:nvSpPr>
            <p:spPr bwMode="auto">
              <a:xfrm>
                <a:off x="3746501" y="3417888"/>
                <a:ext cx="3333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94" name="î$ḻîḑé"/>
              <p:cNvSpPr/>
              <p:nvPr/>
            </p:nvSpPr>
            <p:spPr bwMode="auto">
              <a:xfrm>
                <a:off x="3805238" y="3417888"/>
                <a:ext cx="211138" cy="1588"/>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95" name="íŝļïḓe"/>
              <p:cNvSpPr/>
              <p:nvPr/>
            </p:nvSpPr>
            <p:spPr bwMode="auto">
              <a:xfrm>
                <a:off x="3811588"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96" name="îS1iḍé"/>
              <p:cNvSpPr/>
              <p:nvPr/>
            </p:nvSpPr>
            <p:spPr bwMode="auto">
              <a:xfrm>
                <a:off x="3802063"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97" name="išlïdé"/>
              <p:cNvSpPr/>
              <p:nvPr/>
            </p:nvSpPr>
            <p:spPr bwMode="auto">
              <a:xfrm>
                <a:off x="3789363" y="3421063"/>
                <a:ext cx="6350"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98" name="ïSlïde"/>
              <p:cNvSpPr/>
              <p:nvPr/>
            </p:nvSpPr>
            <p:spPr bwMode="auto">
              <a:xfrm>
                <a:off x="3822701"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99" name="îşľïďe"/>
              <p:cNvSpPr/>
              <p:nvPr/>
            </p:nvSpPr>
            <p:spPr bwMode="auto">
              <a:xfrm>
                <a:off x="3832226"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00" name="ïşľíďê"/>
              <p:cNvSpPr/>
              <p:nvPr/>
            </p:nvSpPr>
            <p:spPr bwMode="auto">
              <a:xfrm>
                <a:off x="38449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01" name="íś1ïdè"/>
              <p:cNvSpPr/>
              <p:nvPr/>
            </p:nvSpPr>
            <p:spPr bwMode="auto">
              <a:xfrm>
                <a:off x="3854451"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0" y="0"/>
                      <a:pt x="1" y="0"/>
                      <a:pt x="2" y="0"/>
                    </a:cubicBezTo>
                    <a:cubicBezTo>
                      <a:pt x="2" y="3"/>
                      <a:pt x="2" y="6"/>
                      <a:pt x="2"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02" name="iṩḷiḍe"/>
              <p:cNvSpPr/>
              <p:nvPr/>
            </p:nvSpPr>
            <p:spPr bwMode="auto">
              <a:xfrm>
                <a:off x="3865563"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03" name="ïŝ1iďè"/>
              <p:cNvSpPr/>
              <p:nvPr/>
            </p:nvSpPr>
            <p:spPr bwMode="auto">
              <a:xfrm>
                <a:off x="3878263"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04" name="íṩļíḋê"/>
              <p:cNvSpPr/>
              <p:nvPr/>
            </p:nvSpPr>
            <p:spPr bwMode="auto">
              <a:xfrm>
                <a:off x="3887788"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05" name="ïṧ1ïdè"/>
              <p:cNvSpPr/>
              <p:nvPr/>
            </p:nvSpPr>
            <p:spPr bwMode="auto">
              <a:xfrm>
                <a:off x="3897313"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06" name="íŝḻîḍé"/>
              <p:cNvSpPr/>
              <p:nvPr/>
            </p:nvSpPr>
            <p:spPr bwMode="auto">
              <a:xfrm>
                <a:off x="3908426"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07" name="îşḻïḓé"/>
              <p:cNvSpPr/>
              <p:nvPr/>
            </p:nvSpPr>
            <p:spPr bwMode="auto">
              <a:xfrm>
                <a:off x="39211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08" name="íśļíďè"/>
              <p:cNvSpPr/>
              <p:nvPr/>
            </p:nvSpPr>
            <p:spPr bwMode="auto">
              <a:xfrm>
                <a:off x="3930651"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09" name="iŝ1ïdé"/>
              <p:cNvSpPr/>
              <p:nvPr/>
            </p:nvSpPr>
            <p:spPr bwMode="auto">
              <a:xfrm>
                <a:off x="3940176"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10" name="is1ídè"/>
              <p:cNvSpPr/>
              <p:nvPr/>
            </p:nvSpPr>
            <p:spPr bwMode="auto">
              <a:xfrm>
                <a:off x="3951288"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2" y="0"/>
                      <a:pt x="2" y="0"/>
                    </a:cubicBezTo>
                    <a:cubicBezTo>
                      <a:pt x="2" y="3"/>
                      <a:pt x="2" y="6"/>
                      <a:pt x="2" y="9"/>
                    </a:cubicBezTo>
                    <a:cubicBezTo>
                      <a:pt x="2"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11" name="islíďê"/>
              <p:cNvSpPr/>
              <p:nvPr/>
            </p:nvSpPr>
            <p:spPr bwMode="auto">
              <a:xfrm>
                <a:off x="3963988"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12" name="iṩlíḑê"/>
              <p:cNvSpPr/>
              <p:nvPr/>
            </p:nvSpPr>
            <p:spPr bwMode="auto">
              <a:xfrm>
                <a:off x="3973513"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13" name="îṥḷïďê"/>
              <p:cNvSpPr/>
              <p:nvPr/>
            </p:nvSpPr>
            <p:spPr bwMode="auto">
              <a:xfrm>
                <a:off x="3983038"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14" name="íṥḻïďè"/>
              <p:cNvSpPr/>
              <p:nvPr/>
            </p:nvSpPr>
            <p:spPr bwMode="auto">
              <a:xfrm>
                <a:off x="39973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15" name="íṡḷíḍè"/>
              <p:cNvSpPr/>
              <p:nvPr/>
            </p:nvSpPr>
            <p:spPr bwMode="auto">
              <a:xfrm>
                <a:off x="4006851"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16" name="î$ḷîḑé"/>
              <p:cNvSpPr/>
              <p:nvPr/>
            </p:nvSpPr>
            <p:spPr bwMode="auto">
              <a:xfrm>
                <a:off x="4016376" y="3421063"/>
                <a:ext cx="6350"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17" name="í$ľîdè"/>
              <p:cNvSpPr/>
              <p:nvPr/>
            </p:nvSpPr>
            <p:spPr bwMode="auto">
              <a:xfrm>
                <a:off x="4025901" y="3421063"/>
                <a:ext cx="7938"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18" name="iṥ1iḍè"/>
              <p:cNvSpPr/>
              <p:nvPr/>
            </p:nvSpPr>
            <p:spPr bwMode="auto">
              <a:xfrm>
                <a:off x="4040188" y="3417888"/>
                <a:ext cx="3968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19" name="ïslidé"/>
              <p:cNvSpPr/>
              <p:nvPr/>
            </p:nvSpPr>
            <p:spPr bwMode="auto">
              <a:xfrm>
                <a:off x="3679826"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20" name="íṡlïďè"/>
              <p:cNvSpPr/>
              <p:nvPr/>
            </p:nvSpPr>
            <p:spPr bwMode="auto">
              <a:xfrm>
                <a:off x="3884613" y="3490913"/>
                <a:ext cx="55563" cy="53975"/>
              </a:xfrm>
              <a:custGeom>
                <a:avLst/>
                <a:gdLst>
                  <a:gd name="T0" fmla="*/ 0 w 35"/>
                  <a:gd name="T1" fmla="*/ 0 h 34"/>
                  <a:gd name="T2" fmla="*/ 35 w 35"/>
                  <a:gd name="T3" fmla="*/ 0 h 34"/>
                  <a:gd name="T4" fmla="*/ 35 w 35"/>
                  <a:gd name="T5" fmla="*/ 34 h 34"/>
                  <a:gd name="T6" fmla="*/ 0 w 35"/>
                  <a:gd name="T7" fmla="*/ 34 h 34"/>
                  <a:gd name="T8" fmla="*/ 0 w 35"/>
                  <a:gd name="T9" fmla="*/ 0 h 34"/>
                  <a:gd name="T10" fmla="*/ 0 w 35"/>
                  <a:gd name="T11" fmla="*/ 0 h 34"/>
                  <a:gd name="T12" fmla="*/ 4 w 35"/>
                  <a:gd name="T13" fmla="*/ 8 h 34"/>
                  <a:gd name="T14" fmla="*/ 4 w 35"/>
                  <a:gd name="T15" fmla="*/ 27 h 34"/>
                  <a:gd name="T16" fmla="*/ 8 w 35"/>
                  <a:gd name="T17" fmla="*/ 27 h 34"/>
                  <a:gd name="T18" fmla="*/ 8 w 35"/>
                  <a:gd name="T19" fmla="*/ 8 h 34"/>
                  <a:gd name="T20" fmla="*/ 4 w 35"/>
                  <a:gd name="T21" fmla="*/ 8 h 34"/>
                  <a:gd name="T22" fmla="*/ 4 w 35"/>
                  <a:gd name="T23" fmla="*/ 8 h 34"/>
                  <a:gd name="T24" fmla="*/ 29 w 35"/>
                  <a:gd name="T25" fmla="*/ 8 h 34"/>
                  <a:gd name="T26" fmla="*/ 29 w 35"/>
                  <a:gd name="T27" fmla="*/ 27 h 34"/>
                  <a:gd name="T28" fmla="*/ 31 w 35"/>
                  <a:gd name="T29" fmla="*/ 27 h 34"/>
                  <a:gd name="T30" fmla="*/ 31 w 35"/>
                  <a:gd name="T31" fmla="*/ 8 h 34"/>
                  <a:gd name="T32" fmla="*/ 29 w 35"/>
                  <a:gd name="T33" fmla="*/ 8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35" h="34">
                    <a:moveTo>
                      <a:pt x="0" y="0"/>
                    </a:moveTo>
                    <a:lnTo>
                      <a:pt x="35" y="0"/>
                    </a:lnTo>
                    <a:lnTo>
                      <a:pt x="35" y="34"/>
                    </a:lnTo>
                    <a:lnTo>
                      <a:pt x="0" y="34"/>
                    </a:lnTo>
                    <a:lnTo>
                      <a:pt x="0" y="0"/>
                    </a:lnTo>
                    <a:lnTo>
                      <a:pt x="0" y="0"/>
                    </a:lnTo>
                    <a:close/>
                    <a:moveTo>
                      <a:pt x="4" y="8"/>
                    </a:moveTo>
                    <a:lnTo>
                      <a:pt x="4" y="27"/>
                    </a:lnTo>
                    <a:lnTo>
                      <a:pt x="8" y="27"/>
                    </a:lnTo>
                    <a:lnTo>
                      <a:pt x="8" y="8"/>
                    </a:lnTo>
                    <a:lnTo>
                      <a:pt x="4" y="8"/>
                    </a:lnTo>
                    <a:lnTo>
                      <a:pt x="4" y="8"/>
                    </a:lnTo>
                    <a:close/>
                    <a:moveTo>
                      <a:pt x="29" y="8"/>
                    </a:moveTo>
                    <a:lnTo>
                      <a:pt x="29" y="27"/>
                    </a:lnTo>
                    <a:lnTo>
                      <a:pt x="31" y="27"/>
                    </a:lnTo>
                    <a:lnTo>
                      <a:pt x="31" y="8"/>
                    </a:lnTo>
                    <a:lnTo>
                      <a:pt x="29" y="8"/>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21" name="iṧ1ïḓè"/>
              <p:cNvSpPr/>
              <p:nvPr/>
            </p:nvSpPr>
            <p:spPr bwMode="auto">
              <a:xfrm>
                <a:off x="3551238" y="3067050"/>
                <a:ext cx="722313" cy="727075"/>
              </a:xfrm>
              <a:custGeom>
                <a:avLst/>
                <a:gdLst>
                  <a:gd name="T0" fmla="*/ 109 w 219"/>
                  <a:gd name="T1" fmla="*/ 0 h 218"/>
                  <a:gd name="T2" fmla="*/ 219 w 219"/>
                  <a:gd name="T3" fmla="*/ 109 h 218"/>
                  <a:gd name="T4" fmla="*/ 109 w 219"/>
                  <a:gd name="T5" fmla="*/ 218 h 218"/>
                  <a:gd name="T6" fmla="*/ 0 w 219"/>
                  <a:gd name="T7" fmla="*/ 109 h 218"/>
                  <a:gd name="T8" fmla="*/ 109 w 219"/>
                  <a:gd name="T9" fmla="*/ 0 h 218"/>
                  <a:gd name="T10" fmla="*/ 109 w 219"/>
                  <a:gd name="T11" fmla="*/ 3 h 218"/>
                  <a:gd name="T12" fmla="*/ 4 w 219"/>
                  <a:gd name="T13" fmla="*/ 109 h 218"/>
                  <a:gd name="T14" fmla="*/ 109 w 219"/>
                  <a:gd name="T15" fmla="*/ 215 h 218"/>
                  <a:gd name="T16" fmla="*/ 215 w 219"/>
                  <a:gd name="T17" fmla="*/ 109 h 218"/>
                  <a:gd name="T18" fmla="*/ 109 w 219"/>
                  <a:gd name="T19" fmla="*/ 3 h 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9" h="218">
                    <a:moveTo>
                      <a:pt x="109" y="0"/>
                    </a:moveTo>
                    <a:cubicBezTo>
                      <a:pt x="170" y="0"/>
                      <a:pt x="219" y="49"/>
                      <a:pt x="219" y="109"/>
                    </a:cubicBezTo>
                    <a:cubicBezTo>
                      <a:pt x="219" y="169"/>
                      <a:pt x="170" y="218"/>
                      <a:pt x="109" y="218"/>
                    </a:cubicBezTo>
                    <a:cubicBezTo>
                      <a:pt x="49" y="218"/>
                      <a:pt x="0" y="169"/>
                      <a:pt x="0" y="109"/>
                    </a:cubicBezTo>
                    <a:cubicBezTo>
                      <a:pt x="0" y="49"/>
                      <a:pt x="49" y="0"/>
                      <a:pt x="109" y="0"/>
                    </a:cubicBezTo>
                    <a:close/>
                    <a:moveTo>
                      <a:pt x="109" y="3"/>
                    </a:moveTo>
                    <a:cubicBezTo>
                      <a:pt x="51" y="3"/>
                      <a:pt x="4" y="51"/>
                      <a:pt x="4" y="109"/>
                    </a:cubicBezTo>
                    <a:cubicBezTo>
                      <a:pt x="4" y="167"/>
                      <a:pt x="51" y="215"/>
                      <a:pt x="109" y="215"/>
                    </a:cubicBezTo>
                    <a:cubicBezTo>
                      <a:pt x="168" y="215"/>
                      <a:pt x="215" y="167"/>
                      <a:pt x="215" y="109"/>
                    </a:cubicBezTo>
                    <a:cubicBezTo>
                      <a:pt x="215" y="51"/>
                      <a:pt x="168" y="3"/>
                      <a:pt x="109" y="3"/>
                    </a:cubicBez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nvGrpSpPr>
            <p:cNvPr id="123" name="íşḷïḑe"/>
            <p:cNvGrpSpPr/>
            <p:nvPr userDrawn="1"/>
          </p:nvGrpSpPr>
          <p:grpSpPr>
            <a:xfrm>
              <a:off x="4894762" y="471192"/>
              <a:ext cx="4437911" cy="1614111"/>
              <a:chOff x="4412452" y="3106738"/>
              <a:chExt cx="2312689" cy="841148"/>
            </a:xfrm>
          </p:grpSpPr>
          <p:grpSp>
            <p:nvGrpSpPr>
              <p:cNvPr id="124" name="îṥľíḑé"/>
              <p:cNvGrpSpPr/>
              <p:nvPr/>
            </p:nvGrpSpPr>
            <p:grpSpPr>
              <a:xfrm>
                <a:off x="4422776" y="3106738"/>
                <a:ext cx="2293937" cy="617538"/>
                <a:chOff x="4422776" y="3106738"/>
                <a:chExt cx="2293937" cy="617538"/>
              </a:xfrm>
            </p:grpSpPr>
            <p:sp>
              <p:nvSpPr>
                <p:cNvPr id="141" name="išḻiḑé"/>
                <p:cNvSpPr/>
                <p:nvPr/>
              </p:nvSpPr>
              <p:spPr bwMode="auto">
                <a:xfrm>
                  <a:off x="4811713" y="3200400"/>
                  <a:ext cx="49213" cy="100013"/>
                </a:xfrm>
                <a:custGeom>
                  <a:avLst/>
                  <a:gdLst>
                    <a:gd name="T0" fmla="*/ 0 w 15"/>
                    <a:gd name="T1" fmla="*/ 1 h 30"/>
                    <a:gd name="T2" fmla="*/ 1 w 15"/>
                    <a:gd name="T3" fmla="*/ 12 h 30"/>
                    <a:gd name="T4" fmla="*/ 0 w 15"/>
                    <a:gd name="T5" fmla="*/ 21 h 30"/>
                    <a:gd name="T6" fmla="*/ 2 w 15"/>
                    <a:gd name="T7" fmla="*/ 28 h 30"/>
                    <a:gd name="T8" fmla="*/ 7 w 15"/>
                    <a:gd name="T9" fmla="*/ 30 h 30"/>
                    <a:gd name="T10" fmla="*/ 12 w 15"/>
                    <a:gd name="T11" fmla="*/ 26 h 30"/>
                    <a:gd name="T12" fmla="*/ 15 w 15"/>
                    <a:gd name="T13" fmla="*/ 18 h 30"/>
                    <a:gd name="T14" fmla="*/ 3 w 15"/>
                    <a:gd name="T15" fmla="*/ 0 h 30"/>
                    <a:gd name="T16" fmla="*/ 0 w 15"/>
                    <a:gd name="T17" fmla="*/ 1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5" h="30">
                      <a:moveTo>
                        <a:pt x="0" y="1"/>
                      </a:moveTo>
                      <a:cubicBezTo>
                        <a:pt x="1" y="12"/>
                        <a:pt x="1" y="12"/>
                        <a:pt x="1" y="12"/>
                      </a:cubicBezTo>
                      <a:cubicBezTo>
                        <a:pt x="1" y="13"/>
                        <a:pt x="0" y="18"/>
                        <a:pt x="0" y="21"/>
                      </a:cubicBezTo>
                      <a:cubicBezTo>
                        <a:pt x="0" y="24"/>
                        <a:pt x="2" y="25"/>
                        <a:pt x="2" y="28"/>
                      </a:cubicBezTo>
                      <a:cubicBezTo>
                        <a:pt x="7" y="30"/>
                        <a:pt x="7" y="30"/>
                        <a:pt x="7" y="30"/>
                      </a:cubicBezTo>
                      <a:cubicBezTo>
                        <a:pt x="9" y="27"/>
                        <a:pt x="10" y="29"/>
                        <a:pt x="12" y="26"/>
                      </a:cubicBezTo>
                      <a:cubicBezTo>
                        <a:pt x="14" y="23"/>
                        <a:pt x="14" y="21"/>
                        <a:pt x="15" y="18"/>
                      </a:cubicBezTo>
                      <a:cubicBezTo>
                        <a:pt x="12" y="7"/>
                        <a:pt x="13" y="5"/>
                        <a:pt x="3" y="0"/>
                      </a:cubicBezTo>
                      <a:lnTo>
                        <a:pt x="0" y="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42" name="íṥľíďè"/>
                <p:cNvSpPr/>
                <p:nvPr/>
              </p:nvSpPr>
              <p:spPr bwMode="auto">
                <a:xfrm>
                  <a:off x="5221288" y="3184525"/>
                  <a:ext cx="36513" cy="122238"/>
                </a:xfrm>
                <a:custGeom>
                  <a:avLst/>
                  <a:gdLst>
                    <a:gd name="T0" fmla="*/ 0 w 11"/>
                    <a:gd name="T1" fmla="*/ 3 h 37"/>
                    <a:gd name="T2" fmla="*/ 2 w 11"/>
                    <a:gd name="T3" fmla="*/ 14 h 37"/>
                    <a:gd name="T4" fmla="*/ 0 w 11"/>
                    <a:gd name="T5" fmla="*/ 33 h 37"/>
                    <a:gd name="T6" fmla="*/ 0 w 11"/>
                    <a:gd name="T7" fmla="*/ 36 h 37"/>
                    <a:gd name="T8" fmla="*/ 2 w 11"/>
                    <a:gd name="T9" fmla="*/ 37 h 37"/>
                    <a:gd name="T10" fmla="*/ 8 w 11"/>
                    <a:gd name="T11" fmla="*/ 27 h 37"/>
                    <a:gd name="T12" fmla="*/ 11 w 11"/>
                    <a:gd name="T13" fmla="*/ 17 h 37"/>
                    <a:gd name="T14" fmla="*/ 11 w 11"/>
                    <a:gd name="T15" fmla="*/ 15 h 37"/>
                    <a:gd name="T16" fmla="*/ 7 w 11"/>
                    <a:gd name="T17" fmla="*/ 2 h 37"/>
                    <a:gd name="T18" fmla="*/ 2 w 11"/>
                    <a:gd name="T19" fmla="*/ 0 h 37"/>
                    <a:gd name="T20" fmla="*/ 0 w 11"/>
                    <a:gd name="T21" fmla="*/ 3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1" h="37">
                      <a:moveTo>
                        <a:pt x="0" y="3"/>
                      </a:moveTo>
                      <a:cubicBezTo>
                        <a:pt x="2" y="14"/>
                        <a:pt x="2" y="14"/>
                        <a:pt x="2" y="14"/>
                      </a:cubicBezTo>
                      <a:cubicBezTo>
                        <a:pt x="2" y="19"/>
                        <a:pt x="0" y="27"/>
                        <a:pt x="0" y="33"/>
                      </a:cubicBezTo>
                      <a:cubicBezTo>
                        <a:pt x="0" y="36"/>
                        <a:pt x="0" y="36"/>
                        <a:pt x="0" y="36"/>
                      </a:cubicBezTo>
                      <a:cubicBezTo>
                        <a:pt x="2" y="36"/>
                        <a:pt x="1" y="37"/>
                        <a:pt x="2" y="37"/>
                      </a:cubicBezTo>
                      <a:cubicBezTo>
                        <a:pt x="3" y="37"/>
                        <a:pt x="7" y="28"/>
                        <a:pt x="8" y="27"/>
                      </a:cubicBezTo>
                      <a:cubicBezTo>
                        <a:pt x="9" y="24"/>
                        <a:pt x="11" y="21"/>
                        <a:pt x="11" y="17"/>
                      </a:cubicBezTo>
                      <a:cubicBezTo>
                        <a:pt x="11" y="15"/>
                        <a:pt x="11" y="15"/>
                        <a:pt x="11" y="15"/>
                      </a:cubicBezTo>
                      <a:cubicBezTo>
                        <a:pt x="11" y="7"/>
                        <a:pt x="8" y="7"/>
                        <a:pt x="7" y="2"/>
                      </a:cubicBezTo>
                      <a:cubicBezTo>
                        <a:pt x="2" y="0"/>
                        <a:pt x="2" y="0"/>
                        <a:pt x="2" y="0"/>
                      </a:cubicBezTo>
                      <a:cubicBezTo>
                        <a:pt x="2" y="1"/>
                        <a:pt x="0" y="1"/>
                        <a:pt x="0" y="3"/>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43" name="íś1iḑe"/>
                <p:cNvSpPr/>
                <p:nvPr/>
              </p:nvSpPr>
              <p:spPr bwMode="auto">
                <a:xfrm>
                  <a:off x="4554538" y="3251200"/>
                  <a:ext cx="119063" cy="58738"/>
                </a:xfrm>
                <a:custGeom>
                  <a:avLst/>
                  <a:gdLst>
                    <a:gd name="T0" fmla="*/ 0 w 36"/>
                    <a:gd name="T1" fmla="*/ 15 h 18"/>
                    <a:gd name="T2" fmla="*/ 2 w 36"/>
                    <a:gd name="T3" fmla="*/ 16 h 18"/>
                    <a:gd name="T4" fmla="*/ 13 w 36"/>
                    <a:gd name="T5" fmla="*/ 18 h 18"/>
                    <a:gd name="T6" fmla="*/ 16 w 36"/>
                    <a:gd name="T7" fmla="*/ 18 h 18"/>
                    <a:gd name="T8" fmla="*/ 22 w 36"/>
                    <a:gd name="T9" fmla="*/ 17 h 18"/>
                    <a:gd name="T10" fmla="*/ 23 w 36"/>
                    <a:gd name="T11" fmla="*/ 17 h 18"/>
                    <a:gd name="T12" fmla="*/ 30 w 36"/>
                    <a:gd name="T13" fmla="*/ 13 h 18"/>
                    <a:gd name="T14" fmla="*/ 36 w 36"/>
                    <a:gd name="T15" fmla="*/ 8 h 18"/>
                    <a:gd name="T16" fmla="*/ 36 w 36"/>
                    <a:gd name="T17" fmla="*/ 7 h 18"/>
                    <a:gd name="T18" fmla="*/ 36 w 36"/>
                    <a:gd name="T19" fmla="*/ 4 h 18"/>
                    <a:gd name="T20" fmla="*/ 32 w 36"/>
                    <a:gd name="T21" fmla="*/ 0 h 18"/>
                    <a:gd name="T22" fmla="*/ 24 w 36"/>
                    <a:gd name="T23" fmla="*/ 3 h 18"/>
                    <a:gd name="T24" fmla="*/ 16 w 36"/>
                    <a:gd name="T25" fmla="*/ 7 h 18"/>
                    <a:gd name="T26" fmla="*/ 0 w 36"/>
                    <a:gd name="T27" fmla="*/ 15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6" h="18">
                      <a:moveTo>
                        <a:pt x="0" y="15"/>
                      </a:moveTo>
                      <a:cubicBezTo>
                        <a:pt x="1" y="16"/>
                        <a:pt x="1" y="16"/>
                        <a:pt x="2" y="16"/>
                      </a:cubicBezTo>
                      <a:cubicBezTo>
                        <a:pt x="6" y="16"/>
                        <a:pt x="9" y="18"/>
                        <a:pt x="13" y="18"/>
                      </a:cubicBezTo>
                      <a:cubicBezTo>
                        <a:pt x="16" y="18"/>
                        <a:pt x="16" y="18"/>
                        <a:pt x="16" y="18"/>
                      </a:cubicBezTo>
                      <a:cubicBezTo>
                        <a:pt x="22" y="17"/>
                        <a:pt x="22" y="17"/>
                        <a:pt x="22" y="17"/>
                      </a:cubicBezTo>
                      <a:cubicBezTo>
                        <a:pt x="23" y="17"/>
                        <a:pt x="23" y="17"/>
                        <a:pt x="23" y="17"/>
                      </a:cubicBezTo>
                      <a:cubicBezTo>
                        <a:pt x="26" y="16"/>
                        <a:pt x="28" y="14"/>
                        <a:pt x="30" y="13"/>
                      </a:cubicBezTo>
                      <a:cubicBezTo>
                        <a:pt x="34" y="11"/>
                        <a:pt x="33" y="10"/>
                        <a:pt x="36" y="8"/>
                      </a:cubicBezTo>
                      <a:cubicBezTo>
                        <a:pt x="36" y="7"/>
                        <a:pt x="36" y="7"/>
                        <a:pt x="36" y="7"/>
                      </a:cubicBezTo>
                      <a:cubicBezTo>
                        <a:pt x="36" y="4"/>
                        <a:pt x="36" y="4"/>
                        <a:pt x="36" y="4"/>
                      </a:cubicBezTo>
                      <a:cubicBezTo>
                        <a:pt x="36" y="1"/>
                        <a:pt x="33" y="2"/>
                        <a:pt x="32" y="0"/>
                      </a:cubicBezTo>
                      <a:cubicBezTo>
                        <a:pt x="29" y="1"/>
                        <a:pt x="27" y="1"/>
                        <a:pt x="24" y="3"/>
                      </a:cubicBezTo>
                      <a:cubicBezTo>
                        <a:pt x="21" y="4"/>
                        <a:pt x="19" y="6"/>
                        <a:pt x="16" y="7"/>
                      </a:cubicBezTo>
                      <a:cubicBezTo>
                        <a:pt x="11" y="11"/>
                        <a:pt x="4" y="10"/>
                        <a:pt x="0" y="1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44" name="iṩ1iḋè"/>
                <p:cNvSpPr/>
                <p:nvPr/>
              </p:nvSpPr>
              <p:spPr bwMode="auto">
                <a:xfrm>
                  <a:off x="6359526" y="3263900"/>
                  <a:ext cx="93663" cy="139700"/>
                </a:xfrm>
                <a:custGeom>
                  <a:avLst/>
                  <a:gdLst>
                    <a:gd name="T0" fmla="*/ 15 w 28"/>
                    <a:gd name="T1" fmla="*/ 1 h 42"/>
                    <a:gd name="T2" fmla="*/ 6 w 28"/>
                    <a:gd name="T3" fmla="*/ 11 h 42"/>
                    <a:gd name="T4" fmla="*/ 6 w 28"/>
                    <a:gd name="T5" fmla="*/ 13 h 42"/>
                    <a:gd name="T6" fmla="*/ 5 w 28"/>
                    <a:gd name="T7" fmla="*/ 16 h 42"/>
                    <a:gd name="T8" fmla="*/ 6 w 28"/>
                    <a:gd name="T9" fmla="*/ 20 h 42"/>
                    <a:gd name="T10" fmla="*/ 6 w 28"/>
                    <a:gd name="T11" fmla="*/ 21 h 42"/>
                    <a:gd name="T12" fmla="*/ 0 w 28"/>
                    <a:gd name="T13" fmla="*/ 38 h 42"/>
                    <a:gd name="T14" fmla="*/ 0 w 28"/>
                    <a:gd name="T15" fmla="*/ 41 h 42"/>
                    <a:gd name="T16" fmla="*/ 3 w 28"/>
                    <a:gd name="T17" fmla="*/ 42 h 42"/>
                    <a:gd name="T18" fmla="*/ 9 w 28"/>
                    <a:gd name="T19" fmla="*/ 32 h 42"/>
                    <a:gd name="T20" fmla="*/ 12 w 28"/>
                    <a:gd name="T21" fmla="*/ 26 h 42"/>
                    <a:gd name="T22" fmla="*/ 14 w 28"/>
                    <a:gd name="T23" fmla="*/ 26 h 42"/>
                    <a:gd name="T24" fmla="*/ 20 w 28"/>
                    <a:gd name="T25" fmla="*/ 26 h 42"/>
                    <a:gd name="T26" fmla="*/ 28 w 28"/>
                    <a:gd name="T27" fmla="*/ 14 h 42"/>
                    <a:gd name="T28" fmla="*/ 28 w 28"/>
                    <a:gd name="T29" fmla="*/ 6 h 42"/>
                    <a:gd name="T30" fmla="*/ 28 w 28"/>
                    <a:gd name="T31" fmla="*/ 5 h 42"/>
                    <a:gd name="T32" fmla="*/ 27 w 28"/>
                    <a:gd name="T33" fmla="*/ 3 h 42"/>
                    <a:gd name="T34" fmla="*/ 26 w 28"/>
                    <a:gd name="T35" fmla="*/ 3 h 42"/>
                    <a:gd name="T36" fmla="*/ 24 w 28"/>
                    <a:gd name="T37" fmla="*/ 3 h 42"/>
                    <a:gd name="T38" fmla="*/ 23 w 28"/>
                    <a:gd name="T39" fmla="*/ 3 h 42"/>
                    <a:gd name="T40" fmla="*/ 20 w 28"/>
                    <a:gd name="T41" fmla="*/ 0 h 42"/>
                    <a:gd name="T42" fmla="*/ 15 w 28"/>
                    <a:gd name="T43" fmla="*/ 1 h 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 h="42">
                      <a:moveTo>
                        <a:pt x="15" y="1"/>
                      </a:moveTo>
                      <a:cubicBezTo>
                        <a:pt x="15" y="10"/>
                        <a:pt x="8" y="6"/>
                        <a:pt x="6" y="11"/>
                      </a:cubicBezTo>
                      <a:cubicBezTo>
                        <a:pt x="6" y="13"/>
                        <a:pt x="6" y="13"/>
                        <a:pt x="6" y="13"/>
                      </a:cubicBezTo>
                      <a:cubicBezTo>
                        <a:pt x="6" y="14"/>
                        <a:pt x="5" y="14"/>
                        <a:pt x="5" y="16"/>
                      </a:cubicBezTo>
                      <a:cubicBezTo>
                        <a:pt x="6" y="20"/>
                        <a:pt x="6" y="20"/>
                        <a:pt x="6" y="20"/>
                      </a:cubicBezTo>
                      <a:cubicBezTo>
                        <a:pt x="6" y="21"/>
                        <a:pt x="6" y="21"/>
                        <a:pt x="6" y="21"/>
                      </a:cubicBezTo>
                      <a:cubicBezTo>
                        <a:pt x="6" y="29"/>
                        <a:pt x="0" y="31"/>
                        <a:pt x="0" y="38"/>
                      </a:cubicBezTo>
                      <a:cubicBezTo>
                        <a:pt x="0" y="41"/>
                        <a:pt x="0" y="41"/>
                        <a:pt x="0" y="41"/>
                      </a:cubicBezTo>
                      <a:cubicBezTo>
                        <a:pt x="2" y="42"/>
                        <a:pt x="2" y="42"/>
                        <a:pt x="3" y="42"/>
                      </a:cubicBezTo>
                      <a:cubicBezTo>
                        <a:pt x="7" y="42"/>
                        <a:pt x="9" y="36"/>
                        <a:pt x="9" y="32"/>
                      </a:cubicBezTo>
                      <a:cubicBezTo>
                        <a:pt x="9" y="29"/>
                        <a:pt x="10" y="26"/>
                        <a:pt x="12" y="26"/>
                      </a:cubicBezTo>
                      <a:cubicBezTo>
                        <a:pt x="14" y="26"/>
                        <a:pt x="14" y="26"/>
                        <a:pt x="14" y="26"/>
                      </a:cubicBezTo>
                      <a:cubicBezTo>
                        <a:pt x="20" y="26"/>
                        <a:pt x="20" y="26"/>
                        <a:pt x="20" y="26"/>
                      </a:cubicBezTo>
                      <a:cubicBezTo>
                        <a:pt x="24" y="24"/>
                        <a:pt x="28" y="21"/>
                        <a:pt x="28" y="14"/>
                      </a:cubicBezTo>
                      <a:cubicBezTo>
                        <a:pt x="28" y="6"/>
                        <a:pt x="28" y="6"/>
                        <a:pt x="28" y="6"/>
                      </a:cubicBezTo>
                      <a:cubicBezTo>
                        <a:pt x="28" y="5"/>
                        <a:pt x="28" y="5"/>
                        <a:pt x="28" y="5"/>
                      </a:cubicBezTo>
                      <a:cubicBezTo>
                        <a:pt x="27" y="3"/>
                        <a:pt x="27" y="3"/>
                        <a:pt x="27" y="3"/>
                      </a:cubicBezTo>
                      <a:cubicBezTo>
                        <a:pt x="26" y="3"/>
                        <a:pt x="26" y="3"/>
                        <a:pt x="26" y="3"/>
                      </a:cubicBezTo>
                      <a:cubicBezTo>
                        <a:pt x="24" y="3"/>
                        <a:pt x="24" y="3"/>
                        <a:pt x="24" y="3"/>
                      </a:cubicBezTo>
                      <a:cubicBezTo>
                        <a:pt x="23" y="3"/>
                        <a:pt x="23" y="3"/>
                        <a:pt x="23" y="3"/>
                      </a:cubicBezTo>
                      <a:cubicBezTo>
                        <a:pt x="20" y="0"/>
                        <a:pt x="20" y="0"/>
                        <a:pt x="20" y="0"/>
                      </a:cubicBezTo>
                      <a:lnTo>
                        <a:pt x="15" y="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45" name="íṩlïḓè"/>
                <p:cNvSpPr/>
                <p:nvPr/>
              </p:nvSpPr>
              <p:spPr bwMode="auto">
                <a:xfrm>
                  <a:off x="5826126" y="3273425"/>
                  <a:ext cx="223838" cy="293688"/>
                </a:xfrm>
                <a:custGeom>
                  <a:avLst/>
                  <a:gdLst>
                    <a:gd name="T0" fmla="*/ 38 w 68"/>
                    <a:gd name="T1" fmla="*/ 16 h 88"/>
                    <a:gd name="T2" fmla="*/ 40 w 68"/>
                    <a:gd name="T3" fmla="*/ 5 h 88"/>
                    <a:gd name="T4" fmla="*/ 36 w 68"/>
                    <a:gd name="T5" fmla="*/ 1 h 88"/>
                    <a:gd name="T6" fmla="*/ 36 w 68"/>
                    <a:gd name="T7" fmla="*/ 1 h 88"/>
                    <a:gd name="T8" fmla="*/ 33 w 68"/>
                    <a:gd name="T9" fmla="*/ 0 h 88"/>
                    <a:gd name="T10" fmla="*/ 24 w 68"/>
                    <a:gd name="T11" fmla="*/ 7 h 88"/>
                    <a:gd name="T12" fmla="*/ 24 w 68"/>
                    <a:gd name="T13" fmla="*/ 8 h 88"/>
                    <a:gd name="T14" fmla="*/ 26 w 68"/>
                    <a:gd name="T15" fmla="*/ 18 h 88"/>
                    <a:gd name="T16" fmla="*/ 27 w 68"/>
                    <a:gd name="T17" fmla="*/ 28 h 88"/>
                    <a:gd name="T18" fmla="*/ 27 w 68"/>
                    <a:gd name="T19" fmla="*/ 39 h 88"/>
                    <a:gd name="T20" fmla="*/ 16 w 68"/>
                    <a:gd name="T21" fmla="*/ 48 h 88"/>
                    <a:gd name="T22" fmla="*/ 7 w 68"/>
                    <a:gd name="T23" fmla="*/ 49 h 88"/>
                    <a:gd name="T24" fmla="*/ 5 w 68"/>
                    <a:gd name="T25" fmla="*/ 49 h 88"/>
                    <a:gd name="T26" fmla="*/ 4 w 68"/>
                    <a:gd name="T27" fmla="*/ 49 h 88"/>
                    <a:gd name="T28" fmla="*/ 0 w 68"/>
                    <a:gd name="T29" fmla="*/ 54 h 88"/>
                    <a:gd name="T30" fmla="*/ 5 w 68"/>
                    <a:gd name="T31" fmla="*/ 60 h 88"/>
                    <a:gd name="T32" fmla="*/ 11 w 68"/>
                    <a:gd name="T33" fmla="*/ 60 h 88"/>
                    <a:gd name="T34" fmla="*/ 13 w 68"/>
                    <a:gd name="T35" fmla="*/ 59 h 88"/>
                    <a:gd name="T36" fmla="*/ 20 w 68"/>
                    <a:gd name="T37" fmla="*/ 66 h 88"/>
                    <a:gd name="T38" fmla="*/ 17 w 68"/>
                    <a:gd name="T39" fmla="*/ 72 h 88"/>
                    <a:gd name="T40" fmla="*/ 13 w 68"/>
                    <a:gd name="T41" fmla="*/ 76 h 88"/>
                    <a:gd name="T42" fmla="*/ 2 w 68"/>
                    <a:gd name="T43" fmla="*/ 82 h 88"/>
                    <a:gd name="T44" fmla="*/ 2 w 68"/>
                    <a:gd name="T45" fmla="*/ 83 h 88"/>
                    <a:gd name="T46" fmla="*/ 2 w 68"/>
                    <a:gd name="T47" fmla="*/ 87 h 88"/>
                    <a:gd name="T48" fmla="*/ 4 w 68"/>
                    <a:gd name="T49" fmla="*/ 88 h 88"/>
                    <a:gd name="T50" fmla="*/ 25 w 68"/>
                    <a:gd name="T51" fmla="*/ 77 h 88"/>
                    <a:gd name="T52" fmla="*/ 31 w 68"/>
                    <a:gd name="T53" fmla="*/ 69 h 88"/>
                    <a:gd name="T54" fmla="*/ 40 w 68"/>
                    <a:gd name="T55" fmla="*/ 63 h 88"/>
                    <a:gd name="T56" fmla="*/ 52 w 68"/>
                    <a:gd name="T57" fmla="*/ 70 h 88"/>
                    <a:gd name="T58" fmla="*/ 48 w 68"/>
                    <a:gd name="T59" fmla="*/ 79 h 88"/>
                    <a:gd name="T60" fmla="*/ 59 w 68"/>
                    <a:gd name="T61" fmla="*/ 81 h 88"/>
                    <a:gd name="T62" fmla="*/ 68 w 68"/>
                    <a:gd name="T63" fmla="*/ 71 h 88"/>
                    <a:gd name="T64" fmla="*/ 59 w 68"/>
                    <a:gd name="T65" fmla="*/ 62 h 88"/>
                    <a:gd name="T66" fmla="*/ 44 w 68"/>
                    <a:gd name="T67" fmla="*/ 60 h 88"/>
                    <a:gd name="T68" fmla="*/ 42 w 68"/>
                    <a:gd name="T69" fmla="*/ 60 h 88"/>
                    <a:gd name="T70" fmla="*/ 36 w 68"/>
                    <a:gd name="T71" fmla="*/ 53 h 88"/>
                    <a:gd name="T72" fmla="*/ 48 w 68"/>
                    <a:gd name="T73" fmla="*/ 42 h 88"/>
                    <a:gd name="T74" fmla="*/ 59 w 68"/>
                    <a:gd name="T75" fmla="*/ 32 h 88"/>
                    <a:gd name="T76" fmla="*/ 59 w 68"/>
                    <a:gd name="T77" fmla="*/ 30 h 88"/>
                    <a:gd name="T78" fmla="*/ 59 w 68"/>
                    <a:gd name="T79" fmla="*/ 29 h 88"/>
                    <a:gd name="T80" fmla="*/ 54 w 68"/>
                    <a:gd name="T81" fmla="*/ 26 h 88"/>
                    <a:gd name="T82" fmla="*/ 51 w 68"/>
                    <a:gd name="T83" fmla="*/ 27 h 88"/>
                    <a:gd name="T84" fmla="*/ 50 w 68"/>
                    <a:gd name="T85" fmla="*/ 27 h 88"/>
                    <a:gd name="T86" fmla="*/ 41 w 68"/>
                    <a:gd name="T87" fmla="*/ 33 h 88"/>
                    <a:gd name="T88" fmla="*/ 38 w 68"/>
                    <a:gd name="T89" fmla="*/ 28 h 88"/>
                    <a:gd name="T90" fmla="*/ 38 w 68"/>
                    <a:gd name="T91" fmla="*/ 27 h 88"/>
                    <a:gd name="T92" fmla="*/ 38 w 68"/>
                    <a:gd name="T93" fmla="*/ 16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68" h="88">
                      <a:moveTo>
                        <a:pt x="38" y="16"/>
                      </a:moveTo>
                      <a:cubicBezTo>
                        <a:pt x="39" y="11"/>
                        <a:pt x="40" y="9"/>
                        <a:pt x="40" y="5"/>
                      </a:cubicBezTo>
                      <a:cubicBezTo>
                        <a:pt x="40" y="3"/>
                        <a:pt x="38" y="1"/>
                        <a:pt x="36" y="1"/>
                      </a:cubicBezTo>
                      <a:cubicBezTo>
                        <a:pt x="36" y="1"/>
                        <a:pt x="36" y="1"/>
                        <a:pt x="36" y="1"/>
                      </a:cubicBezTo>
                      <a:cubicBezTo>
                        <a:pt x="34" y="1"/>
                        <a:pt x="34" y="1"/>
                        <a:pt x="33" y="0"/>
                      </a:cubicBezTo>
                      <a:cubicBezTo>
                        <a:pt x="28" y="3"/>
                        <a:pt x="28" y="1"/>
                        <a:pt x="24" y="7"/>
                      </a:cubicBezTo>
                      <a:cubicBezTo>
                        <a:pt x="24" y="8"/>
                        <a:pt x="24" y="8"/>
                        <a:pt x="24" y="8"/>
                      </a:cubicBezTo>
                      <a:cubicBezTo>
                        <a:pt x="24" y="12"/>
                        <a:pt x="26" y="14"/>
                        <a:pt x="26" y="18"/>
                      </a:cubicBezTo>
                      <a:cubicBezTo>
                        <a:pt x="27" y="28"/>
                        <a:pt x="27" y="28"/>
                        <a:pt x="27" y="28"/>
                      </a:cubicBezTo>
                      <a:cubicBezTo>
                        <a:pt x="27" y="39"/>
                        <a:pt x="27" y="39"/>
                        <a:pt x="27" y="39"/>
                      </a:cubicBezTo>
                      <a:cubicBezTo>
                        <a:pt x="28" y="45"/>
                        <a:pt x="22" y="48"/>
                        <a:pt x="16" y="48"/>
                      </a:cubicBezTo>
                      <a:cubicBezTo>
                        <a:pt x="7" y="49"/>
                        <a:pt x="7" y="49"/>
                        <a:pt x="7" y="49"/>
                      </a:cubicBezTo>
                      <a:cubicBezTo>
                        <a:pt x="5" y="49"/>
                        <a:pt x="5" y="49"/>
                        <a:pt x="5" y="49"/>
                      </a:cubicBezTo>
                      <a:cubicBezTo>
                        <a:pt x="4" y="49"/>
                        <a:pt x="4" y="49"/>
                        <a:pt x="4" y="49"/>
                      </a:cubicBezTo>
                      <a:cubicBezTo>
                        <a:pt x="2" y="50"/>
                        <a:pt x="0" y="51"/>
                        <a:pt x="0" y="54"/>
                      </a:cubicBezTo>
                      <a:cubicBezTo>
                        <a:pt x="0" y="56"/>
                        <a:pt x="3" y="60"/>
                        <a:pt x="5" y="60"/>
                      </a:cubicBezTo>
                      <a:cubicBezTo>
                        <a:pt x="11" y="60"/>
                        <a:pt x="11" y="60"/>
                        <a:pt x="11" y="60"/>
                      </a:cubicBezTo>
                      <a:cubicBezTo>
                        <a:pt x="12" y="60"/>
                        <a:pt x="12" y="60"/>
                        <a:pt x="13" y="59"/>
                      </a:cubicBezTo>
                      <a:cubicBezTo>
                        <a:pt x="17" y="62"/>
                        <a:pt x="17" y="60"/>
                        <a:pt x="20" y="66"/>
                      </a:cubicBezTo>
                      <a:cubicBezTo>
                        <a:pt x="18" y="69"/>
                        <a:pt x="20" y="68"/>
                        <a:pt x="17" y="72"/>
                      </a:cubicBezTo>
                      <a:cubicBezTo>
                        <a:pt x="15" y="73"/>
                        <a:pt x="15" y="75"/>
                        <a:pt x="13" y="76"/>
                      </a:cubicBezTo>
                      <a:cubicBezTo>
                        <a:pt x="8" y="79"/>
                        <a:pt x="7" y="80"/>
                        <a:pt x="2" y="82"/>
                      </a:cubicBezTo>
                      <a:cubicBezTo>
                        <a:pt x="2" y="83"/>
                        <a:pt x="2" y="83"/>
                        <a:pt x="2" y="83"/>
                      </a:cubicBezTo>
                      <a:cubicBezTo>
                        <a:pt x="2" y="87"/>
                        <a:pt x="2" y="87"/>
                        <a:pt x="2" y="87"/>
                      </a:cubicBezTo>
                      <a:cubicBezTo>
                        <a:pt x="4" y="87"/>
                        <a:pt x="3" y="88"/>
                        <a:pt x="4" y="88"/>
                      </a:cubicBezTo>
                      <a:cubicBezTo>
                        <a:pt x="13" y="88"/>
                        <a:pt x="20" y="82"/>
                        <a:pt x="25" y="77"/>
                      </a:cubicBezTo>
                      <a:cubicBezTo>
                        <a:pt x="26" y="76"/>
                        <a:pt x="30" y="71"/>
                        <a:pt x="31" y="69"/>
                      </a:cubicBezTo>
                      <a:cubicBezTo>
                        <a:pt x="33" y="65"/>
                        <a:pt x="35" y="63"/>
                        <a:pt x="40" y="63"/>
                      </a:cubicBezTo>
                      <a:cubicBezTo>
                        <a:pt x="45" y="63"/>
                        <a:pt x="49" y="67"/>
                        <a:pt x="52" y="70"/>
                      </a:cubicBezTo>
                      <a:cubicBezTo>
                        <a:pt x="48" y="79"/>
                        <a:pt x="48" y="79"/>
                        <a:pt x="48" y="79"/>
                      </a:cubicBezTo>
                      <a:cubicBezTo>
                        <a:pt x="50" y="79"/>
                        <a:pt x="58" y="81"/>
                        <a:pt x="59" y="81"/>
                      </a:cubicBezTo>
                      <a:cubicBezTo>
                        <a:pt x="65" y="81"/>
                        <a:pt x="67" y="76"/>
                        <a:pt x="68" y="71"/>
                      </a:cubicBezTo>
                      <a:cubicBezTo>
                        <a:pt x="67" y="65"/>
                        <a:pt x="63" y="64"/>
                        <a:pt x="59" y="62"/>
                      </a:cubicBezTo>
                      <a:cubicBezTo>
                        <a:pt x="53" y="59"/>
                        <a:pt x="51" y="60"/>
                        <a:pt x="44" y="60"/>
                      </a:cubicBezTo>
                      <a:cubicBezTo>
                        <a:pt x="43" y="60"/>
                        <a:pt x="43" y="60"/>
                        <a:pt x="42" y="60"/>
                      </a:cubicBezTo>
                      <a:cubicBezTo>
                        <a:pt x="40" y="59"/>
                        <a:pt x="36" y="56"/>
                        <a:pt x="36" y="53"/>
                      </a:cubicBezTo>
                      <a:cubicBezTo>
                        <a:pt x="36" y="51"/>
                        <a:pt x="45" y="44"/>
                        <a:pt x="48" y="42"/>
                      </a:cubicBezTo>
                      <a:cubicBezTo>
                        <a:pt x="50" y="41"/>
                        <a:pt x="59" y="34"/>
                        <a:pt x="59" y="32"/>
                      </a:cubicBezTo>
                      <a:cubicBezTo>
                        <a:pt x="59" y="30"/>
                        <a:pt x="59" y="30"/>
                        <a:pt x="59" y="30"/>
                      </a:cubicBezTo>
                      <a:cubicBezTo>
                        <a:pt x="59" y="29"/>
                        <a:pt x="59" y="29"/>
                        <a:pt x="59" y="29"/>
                      </a:cubicBezTo>
                      <a:cubicBezTo>
                        <a:pt x="54" y="26"/>
                        <a:pt x="54" y="26"/>
                        <a:pt x="54" y="26"/>
                      </a:cubicBezTo>
                      <a:cubicBezTo>
                        <a:pt x="53" y="27"/>
                        <a:pt x="53" y="27"/>
                        <a:pt x="51" y="27"/>
                      </a:cubicBezTo>
                      <a:cubicBezTo>
                        <a:pt x="50" y="27"/>
                        <a:pt x="50" y="27"/>
                        <a:pt x="50" y="27"/>
                      </a:cubicBezTo>
                      <a:cubicBezTo>
                        <a:pt x="46" y="32"/>
                        <a:pt x="46" y="30"/>
                        <a:pt x="41" y="33"/>
                      </a:cubicBezTo>
                      <a:cubicBezTo>
                        <a:pt x="40" y="31"/>
                        <a:pt x="39" y="30"/>
                        <a:pt x="38" y="28"/>
                      </a:cubicBezTo>
                      <a:cubicBezTo>
                        <a:pt x="38" y="27"/>
                        <a:pt x="38" y="27"/>
                        <a:pt x="38" y="27"/>
                      </a:cubicBezTo>
                      <a:lnTo>
                        <a:pt x="38" y="16"/>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46" name="ísḷïďè"/>
                <p:cNvSpPr/>
                <p:nvPr/>
              </p:nvSpPr>
              <p:spPr bwMode="auto">
                <a:xfrm>
                  <a:off x="4518026" y="3506788"/>
                  <a:ext cx="53975" cy="71438"/>
                </a:xfrm>
                <a:custGeom>
                  <a:avLst/>
                  <a:gdLst>
                    <a:gd name="T0" fmla="*/ 14 w 16"/>
                    <a:gd name="T1" fmla="*/ 17 h 21"/>
                    <a:gd name="T2" fmla="*/ 16 w 16"/>
                    <a:gd name="T3" fmla="*/ 12 h 21"/>
                    <a:gd name="T4" fmla="*/ 11 w 16"/>
                    <a:gd name="T5" fmla="*/ 5 h 21"/>
                    <a:gd name="T6" fmla="*/ 5 w 16"/>
                    <a:gd name="T7" fmla="*/ 0 h 21"/>
                    <a:gd name="T8" fmla="*/ 2 w 16"/>
                    <a:gd name="T9" fmla="*/ 4 h 21"/>
                    <a:gd name="T10" fmla="*/ 2 w 16"/>
                    <a:gd name="T11" fmla="*/ 5 h 21"/>
                    <a:gd name="T12" fmla="*/ 2 w 16"/>
                    <a:gd name="T13" fmla="*/ 8 h 21"/>
                    <a:gd name="T14" fmla="*/ 2 w 16"/>
                    <a:gd name="T15" fmla="*/ 9 h 21"/>
                    <a:gd name="T16" fmla="*/ 0 w 16"/>
                    <a:gd name="T17" fmla="*/ 17 h 21"/>
                    <a:gd name="T18" fmla="*/ 3 w 16"/>
                    <a:gd name="T19" fmla="*/ 21 h 21"/>
                    <a:gd name="T20" fmla="*/ 4 w 16"/>
                    <a:gd name="T21" fmla="*/ 21 h 21"/>
                    <a:gd name="T22" fmla="*/ 5 w 16"/>
                    <a:gd name="T23" fmla="*/ 21 h 21"/>
                    <a:gd name="T24" fmla="*/ 14 w 16"/>
                    <a:gd name="T25" fmla="*/ 17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1">
                      <a:moveTo>
                        <a:pt x="14" y="17"/>
                      </a:moveTo>
                      <a:cubicBezTo>
                        <a:pt x="14" y="15"/>
                        <a:pt x="16" y="13"/>
                        <a:pt x="16" y="12"/>
                      </a:cubicBezTo>
                      <a:cubicBezTo>
                        <a:pt x="16" y="11"/>
                        <a:pt x="12" y="7"/>
                        <a:pt x="11" y="5"/>
                      </a:cubicBezTo>
                      <a:cubicBezTo>
                        <a:pt x="11" y="3"/>
                        <a:pt x="8" y="0"/>
                        <a:pt x="5" y="0"/>
                      </a:cubicBezTo>
                      <a:cubicBezTo>
                        <a:pt x="4" y="0"/>
                        <a:pt x="3" y="3"/>
                        <a:pt x="2" y="4"/>
                      </a:cubicBezTo>
                      <a:cubicBezTo>
                        <a:pt x="2" y="5"/>
                        <a:pt x="2" y="5"/>
                        <a:pt x="2" y="5"/>
                      </a:cubicBezTo>
                      <a:cubicBezTo>
                        <a:pt x="2" y="8"/>
                        <a:pt x="2" y="8"/>
                        <a:pt x="2" y="8"/>
                      </a:cubicBezTo>
                      <a:cubicBezTo>
                        <a:pt x="2" y="9"/>
                        <a:pt x="2" y="9"/>
                        <a:pt x="2" y="9"/>
                      </a:cubicBezTo>
                      <a:cubicBezTo>
                        <a:pt x="1" y="11"/>
                        <a:pt x="0" y="14"/>
                        <a:pt x="0" y="17"/>
                      </a:cubicBezTo>
                      <a:cubicBezTo>
                        <a:pt x="0" y="19"/>
                        <a:pt x="1" y="20"/>
                        <a:pt x="3" y="21"/>
                      </a:cubicBezTo>
                      <a:cubicBezTo>
                        <a:pt x="4" y="21"/>
                        <a:pt x="4" y="21"/>
                        <a:pt x="4" y="21"/>
                      </a:cubicBezTo>
                      <a:cubicBezTo>
                        <a:pt x="5" y="21"/>
                        <a:pt x="5" y="21"/>
                        <a:pt x="5" y="21"/>
                      </a:cubicBezTo>
                      <a:cubicBezTo>
                        <a:pt x="7" y="21"/>
                        <a:pt x="11" y="17"/>
                        <a:pt x="14" y="17"/>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47" name="îṧļîḓé"/>
                <p:cNvSpPr/>
                <p:nvPr/>
              </p:nvSpPr>
              <p:spPr bwMode="auto">
                <a:xfrm>
                  <a:off x="5319713" y="3133725"/>
                  <a:ext cx="222250" cy="500063"/>
                </a:xfrm>
                <a:custGeom>
                  <a:avLst/>
                  <a:gdLst>
                    <a:gd name="T0" fmla="*/ 47 w 67"/>
                    <a:gd name="T1" fmla="*/ 96 h 150"/>
                    <a:gd name="T2" fmla="*/ 51 w 67"/>
                    <a:gd name="T3" fmla="*/ 96 h 150"/>
                    <a:gd name="T4" fmla="*/ 46 w 67"/>
                    <a:gd name="T5" fmla="*/ 114 h 150"/>
                    <a:gd name="T6" fmla="*/ 42 w 67"/>
                    <a:gd name="T7" fmla="*/ 113 h 150"/>
                    <a:gd name="T8" fmla="*/ 39 w 67"/>
                    <a:gd name="T9" fmla="*/ 108 h 150"/>
                    <a:gd name="T10" fmla="*/ 21 w 67"/>
                    <a:gd name="T11" fmla="*/ 78 h 150"/>
                    <a:gd name="T12" fmla="*/ 29 w 67"/>
                    <a:gd name="T13" fmla="*/ 73 h 150"/>
                    <a:gd name="T14" fmla="*/ 32 w 67"/>
                    <a:gd name="T15" fmla="*/ 74 h 150"/>
                    <a:gd name="T16" fmla="*/ 32 w 67"/>
                    <a:gd name="T17" fmla="*/ 77 h 150"/>
                    <a:gd name="T18" fmla="*/ 32 w 67"/>
                    <a:gd name="T19" fmla="*/ 79 h 150"/>
                    <a:gd name="T20" fmla="*/ 21 w 67"/>
                    <a:gd name="T21" fmla="*/ 78 h 150"/>
                    <a:gd name="T22" fmla="*/ 53 w 67"/>
                    <a:gd name="T23" fmla="*/ 118 h 150"/>
                    <a:gd name="T24" fmla="*/ 66 w 67"/>
                    <a:gd name="T25" fmla="*/ 108 h 150"/>
                    <a:gd name="T26" fmla="*/ 60 w 67"/>
                    <a:gd name="T27" fmla="*/ 98 h 150"/>
                    <a:gd name="T28" fmla="*/ 51 w 67"/>
                    <a:gd name="T29" fmla="*/ 82 h 150"/>
                    <a:gd name="T30" fmla="*/ 47 w 67"/>
                    <a:gd name="T31" fmla="*/ 71 h 150"/>
                    <a:gd name="T32" fmla="*/ 60 w 67"/>
                    <a:gd name="T33" fmla="*/ 58 h 150"/>
                    <a:gd name="T34" fmla="*/ 53 w 67"/>
                    <a:gd name="T35" fmla="*/ 52 h 150"/>
                    <a:gd name="T36" fmla="*/ 44 w 67"/>
                    <a:gd name="T37" fmla="*/ 50 h 150"/>
                    <a:gd name="T38" fmla="*/ 48 w 67"/>
                    <a:gd name="T39" fmla="*/ 38 h 150"/>
                    <a:gd name="T40" fmla="*/ 66 w 67"/>
                    <a:gd name="T41" fmla="*/ 17 h 150"/>
                    <a:gd name="T42" fmla="*/ 66 w 67"/>
                    <a:gd name="T43" fmla="*/ 13 h 150"/>
                    <a:gd name="T44" fmla="*/ 56 w 67"/>
                    <a:gd name="T45" fmla="*/ 1 h 150"/>
                    <a:gd name="T46" fmla="*/ 55 w 67"/>
                    <a:gd name="T47" fmla="*/ 7 h 150"/>
                    <a:gd name="T48" fmla="*/ 50 w 67"/>
                    <a:gd name="T49" fmla="*/ 18 h 150"/>
                    <a:gd name="T50" fmla="*/ 42 w 67"/>
                    <a:gd name="T51" fmla="*/ 15 h 150"/>
                    <a:gd name="T52" fmla="*/ 40 w 67"/>
                    <a:gd name="T53" fmla="*/ 15 h 150"/>
                    <a:gd name="T54" fmla="*/ 41 w 67"/>
                    <a:gd name="T55" fmla="*/ 26 h 150"/>
                    <a:gd name="T56" fmla="*/ 41 w 67"/>
                    <a:gd name="T57" fmla="*/ 30 h 150"/>
                    <a:gd name="T58" fmla="*/ 37 w 67"/>
                    <a:gd name="T59" fmla="*/ 33 h 150"/>
                    <a:gd name="T60" fmla="*/ 30 w 67"/>
                    <a:gd name="T61" fmla="*/ 29 h 150"/>
                    <a:gd name="T62" fmla="*/ 9 w 67"/>
                    <a:gd name="T63" fmla="*/ 50 h 150"/>
                    <a:gd name="T64" fmla="*/ 4 w 67"/>
                    <a:gd name="T65" fmla="*/ 59 h 150"/>
                    <a:gd name="T66" fmla="*/ 23 w 67"/>
                    <a:gd name="T67" fmla="*/ 51 h 150"/>
                    <a:gd name="T68" fmla="*/ 30 w 67"/>
                    <a:gd name="T69" fmla="*/ 58 h 150"/>
                    <a:gd name="T70" fmla="*/ 26 w 67"/>
                    <a:gd name="T71" fmla="*/ 65 h 150"/>
                    <a:gd name="T72" fmla="*/ 19 w 67"/>
                    <a:gd name="T73" fmla="*/ 64 h 150"/>
                    <a:gd name="T74" fmla="*/ 16 w 67"/>
                    <a:gd name="T75" fmla="*/ 67 h 150"/>
                    <a:gd name="T76" fmla="*/ 16 w 67"/>
                    <a:gd name="T77" fmla="*/ 72 h 150"/>
                    <a:gd name="T78" fmla="*/ 3 w 67"/>
                    <a:gd name="T79" fmla="*/ 105 h 150"/>
                    <a:gd name="T80" fmla="*/ 6 w 67"/>
                    <a:gd name="T81" fmla="*/ 110 h 150"/>
                    <a:gd name="T82" fmla="*/ 9 w 67"/>
                    <a:gd name="T83" fmla="*/ 111 h 150"/>
                    <a:gd name="T84" fmla="*/ 24 w 67"/>
                    <a:gd name="T85" fmla="*/ 89 h 150"/>
                    <a:gd name="T86" fmla="*/ 32 w 67"/>
                    <a:gd name="T87" fmla="*/ 93 h 150"/>
                    <a:gd name="T88" fmla="*/ 32 w 67"/>
                    <a:gd name="T89" fmla="*/ 96 h 150"/>
                    <a:gd name="T90" fmla="*/ 29 w 67"/>
                    <a:gd name="T91" fmla="*/ 113 h 150"/>
                    <a:gd name="T92" fmla="*/ 29 w 67"/>
                    <a:gd name="T93" fmla="*/ 115 h 150"/>
                    <a:gd name="T94" fmla="*/ 22 w 67"/>
                    <a:gd name="T95" fmla="*/ 122 h 150"/>
                    <a:gd name="T96" fmla="*/ 10 w 67"/>
                    <a:gd name="T97" fmla="*/ 124 h 150"/>
                    <a:gd name="T98" fmla="*/ 15 w 67"/>
                    <a:gd name="T99" fmla="*/ 144 h 150"/>
                    <a:gd name="T100" fmla="*/ 17 w 67"/>
                    <a:gd name="T101" fmla="*/ 150 h 150"/>
                    <a:gd name="T102" fmla="*/ 38 w 67"/>
                    <a:gd name="T103" fmla="*/ 125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67" h="150">
                      <a:moveTo>
                        <a:pt x="39" y="107"/>
                      </a:moveTo>
                      <a:cubicBezTo>
                        <a:pt x="39" y="103"/>
                        <a:pt x="44" y="96"/>
                        <a:pt x="47" y="96"/>
                      </a:cubicBezTo>
                      <a:cubicBezTo>
                        <a:pt x="50" y="96"/>
                        <a:pt x="50" y="96"/>
                        <a:pt x="50" y="96"/>
                      </a:cubicBezTo>
                      <a:cubicBezTo>
                        <a:pt x="51" y="96"/>
                        <a:pt x="51" y="96"/>
                        <a:pt x="51" y="96"/>
                      </a:cubicBezTo>
                      <a:cubicBezTo>
                        <a:pt x="53" y="98"/>
                        <a:pt x="55" y="101"/>
                        <a:pt x="55" y="104"/>
                      </a:cubicBezTo>
                      <a:cubicBezTo>
                        <a:pt x="55" y="108"/>
                        <a:pt x="49" y="112"/>
                        <a:pt x="46" y="114"/>
                      </a:cubicBezTo>
                      <a:cubicBezTo>
                        <a:pt x="45" y="114"/>
                        <a:pt x="45" y="113"/>
                        <a:pt x="43" y="113"/>
                      </a:cubicBezTo>
                      <a:cubicBezTo>
                        <a:pt x="42" y="113"/>
                        <a:pt x="42" y="113"/>
                        <a:pt x="42" y="113"/>
                      </a:cubicBezTo>
                      <a:cubicBezTo>
                        <a:pt x="39" y="109"/>
                        <a:pt x="39" y="109"/>
                        <a:pt x="39" y="109"/>
                      </a:cubicBezTo>
                      <a:cubicBezTo>
                        <a:pt x="39" y="108"/>
                        <a:pt x="39" y="108"/>
                        <a:pt x="39" y="108"/>
                      </a:cubicBezTo>
                      <a:cubicBezTo>
                        <a:pt x="39" y="107"/>
                        <a:pt x="39" y="107"/>
                        <a:pt x="39" y="107"/>
                      </a:cubicBezTo>
                      <a:close/>
                      <a:moveTo>
                        <a:pt x="21" y="78"/>
                      </a:moveTo>
                      <a:cubicBezTo>
                        <a:pt x="21" y="77"/>
                        <a:pt x="25" y="73"/>
                        <a:pt x="26" y="73"/>
                      </a:cubicBezTo>
                      <a:cubicBezTo>
                        <a:pt x="27" y="73"/>
                        <a:pt x="27" y="73"/>
                        <a:pt x="29" y="73"/>
                      </a:cubicBezTo>
                      <a:cubicBezTo>
                        <a:pt x="30" y="73"/>
                        <a:pt x="30" y="73"/>
                        <a:pt x="30" y="73"/>
                      </a:cubicBezTo>
                      <a:cubicBezTo>
                        <a:pt x="32" y="74"/>
                        <a:pt x="32" y="74"/>
                        <a:pt x="32" y="74"/>
                      </a:cubicBezTo>
                      <a:cubicBezTo>
                        <a:pt x="32" y="76"/>
                        <a:pt x="32" y="76"/>
                        <a:pt x="32" y="76"/>
                      </a:cubicBezTo>
                      <a:cubicBezTo>
                        <a:pt x="32" y="77"/>
                        <a:pt x="32" y="77"/>
                        <a:pt x="32" y="77"/>
                      </a:cubicBezTo>
                      <a:cubicBezTo>
                        <a:pt x="32" y="78"/>
                        <a:pt x="32" y="78"/>
                        <a:pt x="32" y="78"/>
                      </a:cubicBezTo>
                      <a:cubicBezTo>
                        <a:pt x="32" y="79"/>
                        <a:pt x="32" y="79"/>
                        <a:pt x="32" y="79"/>
                      </a:cubicBezTo>
                      <a:cubicBezTo>
                        <a:pt x="31" y="82"/>
                        <a:pt x="29" y="83"/>
                        <a:pt x="25" y="83"/>
                      </a:cubicBezTo>
                      <a:cubicBezTo>
                        <a:pt x="23" y="83"/>
                        <a:pt x="21" y="81"/>
                        <a:pt x="21" y="78"/>
                      </a:cubicBezTo>
                      <a:close/>
                      <a:moveTo>
                        <a:pt x="38" y="125"/>
                      </a:moveTo>
                      <a:cubicBezTo>
                        <a:pt x="43" y="122"/>
                        <a:pt x="47" y="120"/>
                        <a:pt x="53" y="118"/>
                      </a:cubicBezTo>
                      <a:cubicBezTo>
                        <a:pt x="57" y="116"/>
                        <a:pt x="57" y="116"/>
                        <a:pt x="60" y="114"/>
                      </a:cubicBezTo>
                      <a:cubicBezTo>
                        <a:pt x="64" y="111"/>
                        <a:pt x="63" y="110"/>
                        <a:pt x="66" y="108"/>
                      </a:cubicBezTo>
                      <a:cubicBezTo>
                        <a:pt x="67" y="104"/>
                        <a:pt x="67" y="104"/>
                        <a:pt x="67" y="104"/>
                      </a:cubicBezTo>
                      <a:cubicBezTo>
                        <a:pt x="64" y="100"/>
                        <a:pt x="64" y="101"/>
                        <a:pt x="60" y="98"/>
                      </a:cubicBezTo>
                      <a:cubicBezTo>
                        <a:pt x="58" y="96"/>
                        <a:pt x="55" y="95"/>
                        <a:pt x="54" y="92"/>
                      </a:cubicBezTo>
                      <a:cubicBezTo>
                        <a:pt x="53" y="88"/>
                        <a:pt x="53" y="84"/>
                        <a:pt x="51" y="82"/>
                      </a:cubicBezTo>
                      <a:cubicBezTo>
                        <a:pt x="49" y="79"/>
                        <a:pt x="47" y="77"/>
                        <a:pt x="47" y="73"/>
                      </a:cubicBezTo>
                      <a:cubicBezTo>
                        <a:pt x="47" y="72"/>
                        <a:pt x="47" y="72"/>
                        <a:pt x="47" y="71"/>
                      </a:cubicBezTo>
                      <a:cubicBezTo>
                        <a:pt x="49" y="67"/>
                        <a:pt x="47" y="67"/>
                        <a:pt x="53" y="64"/>
                      </a:cubicBezTo>
                      <a:cubicBezTo>
                        <a:pt x="55" y="64"/>
                        <a:pt x="60" y="60"/>
                        <a:pt x="60" y="58"/>
                      </a:cubicBezTo>
                      <a:cubicBezTo>
                        <a:pt x="60" y="55"/>
                        <a:pt x="60" y="55"/>
                        <a:pt x="60" y="55"/>
                      </a:cubicBezTo>
                      <a:cubicBezTo>
                        <a:pt x="60" y="53"/>
                        <a:pt x="56" y="51"/>
                        <a:pt x="53" y="52"/>
                      </a:cubicBezTo>
                      <a:cubicBezTo>
                        <a:pt x="47" y="52"/>
                        <a:pt x="47" y="52"/>
                        <a:pt x="47" y="52"/>
                      </a:cubicBezTo>
                      <a:cubicBezTo>
                        <a:pt x="46" y="52"/>
                        <a:pt x="45" y="51"/>
                        <a:pt x="44" y="50"/>
                      </a:cubicBezTo>
                      <a:cubicBezTo>
                        <a:pt x="44" y="47"/>
                        <a:pt x="44" y="47"/>
                        <a:pt x="44" y="47"/>
                      </a:cubicBezTo>
                      <a:cubicBezTo>
                        <a:pt x="44" y="44"/>
                        <a:pt x="47" y="41"/>
                        <a:pt x="48" y="38"/>
                      </a:cubicBezTo>
                      <a:cubicBezTo>
                        <a:pt x="49" y="34"/>
                        <a:pt x="50" y="33"/>
                        <a:pt x="53" y="30"/>
                      </a:cubicBezTo>
                      <a:cubicBezTo>
                        <a:pt x="56" y="27"/>
                        <a:pt x="66" y="22"/>
                        <a:pt x="66" y="17"/>
                      </a:cubicBezTo>
                      <a:cubicBezTo>
                        <a:pt x="66" y="14"/>
                        <a:pt x="66" y="14"/>
                        <a:pt x="66" y="14"/>
                      </a:cubicBezTo>
                      <a:cubicBezTo>
                        <a:pt x="66" y="13"/>
                        <a:pt x="66" y="13"/>
                        <a:pt x="66" y="13"/>
                      </a:cubicBezTo>
                      <a:cubicBezTo>
                        <a:pt x="65" y="10"/>
                        <a:pt x="62" y="0"/>
                        <a:pt x="58" y="0"/>
                      </a:cubicBezTo>
                      <a:cubicBezTo>
                        <a:pt x="57" y="0"/>
                        <a:pt x="57" y="0"/>
                        <a:pt x="56" y="1"/>
                      </a:cubicBezTo>
                      <a:cubicBezTo>
                        <a:pt x="56" y="3"/>
                        <a:pt x="55" y="3"/>
                        <a:pt x="55" y="5"/>
                      </a:cubicBezTo>
                      <a:cubicBezTo>
                        <a:pt x="55" y="7"/>
                        <a:pt x="55" y="7"/>
                        <a:pt x="55" y="7"/>
                      </a:cubicBezTo>
                      <a:cubicBezTo>
                        <a:pt x="55" y="11"/>
                        <a:pt x="53" y="15"/>
                        <a:pt x="51" y="18"/>
                      </a:cubicBezTo>
                      <a:cubicBezTo>
                        <a:pt x="50" y="18"/>
                        <a:pt x="50" y="18"/>
                        <a:pt x="50" y="18"/>
                      </a:cubicBezTo>
                      <a:cubicBezTo>
                        <a:pt x="48" y="18"/>
                        <a:pt x="48" y="18"/>
                        <a:pt x="47" y="19"/>
                      </a:cubicBezTo>
                      <a:cubicBezTo>
                        <a:pt x="42" y="15"/>
                        <a:pt x="42" y="15"/>
                        <a:pt x="42" y="15"/>
                      </a:cubicBezTo>
                      <a:cubicBezTo>
                        <a:pt x="41" y="15"/>
                        <a:pt x="41" y="15"/>
                        <a:pt x="41" y="15"/>
                      </a:cubicBezTo>
                      <a:cubicBezTo>
                        <a:pt x="40" y="15"/>
                        <a:pt x="40" y="15"/>
                        <a:pt x="40" y="15"/>
                      </a:cubicBezTo>
                      <a:cubicBezTo>
                        <a:pt x="39" y="15"/>
                        <a:pt x="38" y="16"/>
                        <a:pt x="38" y="17"/>
                      </a:cubicBezTo>
                      <a:cubicBezTo>
                        <a:pt x="38" y="19"/>
                        <a:pt x="41" y="22"/>
                        <a:pt x="41" y="26"/>
                      </a:cubicBezTo>
                      <a:cubicBezTo>
                        <a:pt x="41" y="29"/>
                        <a:pt x="41" y="29"/>
                        <a:pt x="41" y="29"/>
                      </a:cubicBezTo>
                      <a:cubicBezTo>
                        <a:pt x="41" y="30"/>
                        <a:pt x="41" y="30"/>
                        <a:pt x="41" y="30"/>
                      </a:cubicBezTo>
                      <a:cubicBezTo>
                        <a:pt x="38" y="33"/>
                        <a:pt x="38" y="33"/>
                        <a:pt x="38" y="33"/>
                      </a:cubicBezTo>
                      <a:cubicBezTo>
                        <a:pt x="37" y="33"/>
                        <a:pt x="37" y="33"/>
                        <a:pt x="37" y="33"/>
                      </a:cubicBezTo>
                      <a:cubicBezTo>
                        <a:pt x="35" y="33"/>
                        <a:pt x="35" y="34"/>
                        <a:pt x="34" y="34"/>
                      </a:cubicBezTo>
                      <a:cubicBezTo>
                        <a:pt x="32" y="33"/>
                        <a:pt x="31" y="31"/>
                        <a:pt x="30" y="29"/>
                      </a:cubicBezTo>
                      <a:cubicBezTo>
                        <a:pt x="24" y="29"/>
                        <a:pt x="30" y="41"/>
                        <a:pt x="19" y="45"/>
                      </a:cubicBezTo>
                      <a:cubicBezTo>
                        <a:pt x="16" y="46"/>
                        <a:pt x="12" y="48"/>
                        <a:pt x="9" y="50"/>
                      </a:cubicBezTo>
                      <a:cubicBezTo>
                        <a:pt x="6" y="51"/>
                        <a:pt x="1" y="53"/>
                        <a:pt x="0" y="55"/>
                      </a:cubicBezTo>
                      <a:cubicBezTo>
                        <a:pt x="1" y="58"/>
                        <a:pt x="1" y="57"/>
                        <a:pt x="4" y="59"/>
                      </a:cubicBezTo>
                      <a:cubicBezTo>
                        <a:pt x="6" y="59"/>
                        <a:pt x="6" y="59"/>
                        <a:pt x="6" y="59"/>
                      </a:cubicBezTo>
                      <a:cubicBezTo>
                        <a:pt x="10" y="59"/>
                        <a:pt x="20" y="51"/>
                        <a:pt x="23" y="51"/>
                      </a:cubicBezTo>
                      <a:cubicBezTo>
                        <a:pt x="25" y="51"/>
                        <a:pt x="24" y="51"/>
                        <a:pt x="27" y="52"/>
                      </a:cubicBezTo>
                      <a:cubicBezTo>
                        <a:pt x="29" y="54"/>
                        <a:pt x="29" y="55"/>
                        <a:pt x="30" y="58"/>
                      </a:cubicBezTo>
                      <a:cubicBezTo>
                        <a:pt x="30" y="59"/>
                        <a:pt x="30" y="59"/>
                        <a:pt x="30" y="59"/>
                      </a:cubicBezTo>
                      <a:cubicBezTo>
                        <a:pt x="30" y="62"/>
                        <a:pt x="28" y="64"/>
                        <a:pt x="26" y="65"/>
                      </a:cubicBezTo>
                      <a:cubicBezTo>
                        <a:pt x="21" y="64"/>
                        <a:pt x="21" y="64"/>
                        <a:pt x="21" y="64"/>
                      </a:cubicBezTo>
                      <a:cubicBezTo>
                        <a:pt x="20" y="64"/>
                        <a:pt x="20" y="64"/>
                        <a:pt x="19" y="64"/>
                      </a:cubicBezTo>
                      <a:cubicBezTo>
                        <a:pt x="18" y="64"/>
                        <a:pt x="18" y="64"/>
                        <a:pt x="18" y="64"/>
                      </a:cubicBezTo>
                      <a:cubicBezTo>
                        <a:pt x="16" y="67"/>
                        <a:pt x="16" y="67"/>
                        <a:pt x="16" y="67"/>
                      </a:cubicBezTo>
                      <a:cubicBezTo>
                        <a:pt x="16" y="68"/>
                        <a:pt x="16" y="68"/>
                        <a:pt x="16" y="68"/>
                      </a:cubicBezTo>
                      <a:cubicBezTo>
                        <a:pt x="16" y="72"/>
                        <a:pt x="16" y="72"/>
                        <a:pt x="16" y="72"/>
                      </a:cubicBezTo>
                      <a:cubicBezTo>
                        <a:pt x="16" y="78"/>
                        <a:pt x="13" y="85"/>
                        <a:pt x="11" y="90"/>
                      </a:cubicBezTo>
                      <a:cubicBezTo>
                        <a:pt x="9" y="94"/>
                        <a:pt x="3" y="100"/>
                        <a:pt x="3" y="105"/>
                      </a:cubicBezTo>
                      <a:cubicBezTo>
                        <a:pt x="3" y="106"/>
                        <a:pt x="4" y="109"/>
                        <a:pt x="5" y="110"/>
                      </a:cubicBezTo>
                      <a:cubicBezTo>
                        <a:pt x="6" y="110"/>
                        <a:pt x="6" y="110"/>
                        <a:pt x="6" y="110"/>
                      </a:cubicBezTo>
                      <a:cubicBezTo>
                        <a:pt x="7" y="110"/>
                        <a:pt x="7" y="110"/>
                        <a:pt x="7" y="110"/>
                      </a:cubicBezTo>
                      <a:cubicBezTo>
                        <a:pt x="9" y="110"/>
                        <a:pt x="8" y="110"/>
                        <a:pt x="9" y="111"/>
                      </a:cubicBezTo>
                      <a:cubicBezTo>
                        <a:pt x="11" y="109"/>
                        <a:pt x="15" y="101"/>
                        <a:pt x="15" y="98"/>
                      </a:cubicBezTo>
                      <a:cubicBezTo>
                        <a:pt x="17" y="94"/>
                        <a:pt x="20" y="89"/>
                        <a:pt x="24" y="89"/>
                      </a:cubicBezTo>
                      <a:cubicBezTo>
                        <a:pt x="25" y="89"/>
                        <a:pt x="25" y="89"/>
                        <a:pt x="26" y="88"/>
                      </a:cubicBezTo>
                      <a:cubicBezTo>
                        <a:pt x="28" y="90"/>
                        <a:pt x="32" y="90"/>
                        <a:pt x="32" y="93"/>
                      </a:cubicBezTo>
                      <a:cubicBezTo>
                        <a:pt x="32" y="94"/>
                        <a:pt x="32" y="94"/>
                        <a:pt x="32" y="94"/>
                      </a:cubicBezTo>
                      <a:cubicBezTo>
                        <a:pt x="32" y="96"/>
                        <a:pt x="32" y="96"/>
                        <a:pt x="32" y="96"/>
                      </a:cubicBezTo>
                      <a:cubicBezTo>
                        <a:pt x="28" y="102"/>
                        <a:pt x="25" y="101"/>
                        <a:pt x="23" y="104"/>
                      </a:cubicBezTo>
                      <a:cubicBezTo>
                        <a:pt x="26" y="109"/>
                        <a:pt x="27" y="108"/>
                        <a:pt x="29" y="113"/>
                      </a:cubicBezTo>
                      <a:cubicBezTo>
                        <a:pt x="29" y="114"/>
                        <a:pt x="29" y="114"/>
                        <a:pt x="29" y="114"/>
                      </a:cubicBezTo>
                      <a:cubicBezTo>
                        <a:pt x="29" y="115"/>
                        <a:pt x="29" y="115"/>
                        <a:pt x="29" y="115"/>
                      </a:cubicBezTo>
                      <a:cubicBezTo>
                        <a:pt x="29" y="116"/>
                        <a:pt x="29" y="116"/>
                        <a:pt x="29" y="116"/>
                      </a:cubicBezTo>
                      <a:cubicBezTo>
                        <a:pt x="28" y="119"/>
                        <a:pt x="26" y="123"/>
                        <a:pt x="22" y="122"/>
                      </a:cubicBezTo>
                      <a:cubicBezTo>
                        <a:pt x="15" y="122"/>
                        <a:pt x="15" y="122"/>
                        <a:pt x="15" y="122"/>
                      </a:cubicBezTo>
                      <a:cubicBezTo>
                        <a:pt x="14" y="122"/>
                        <a:pt x="11" y="124"/>
                        <a:pt x="10" y="124"/>
                      </a:cubicBezTo>
                      <a:cubicBezTo>
                        <a:pt x="13" y="127"/>
                        <a:pt x="23" y="129"/>
                        <a:pt x="23" y="133"/>
                      </a:cubicBezTo>
                      <a:cubicBezTo>
                        <a:pt x="23" y="137"/>
                        <a:pt x="18" y="142"/>
                        <a:pt x="15" y="144"/>
                      </a:cubicBezTo>
                      <a:cubicBezTo>
                        <a:pt x="15" y="150"/>
                        <a:pt x="15" y="150"/>
                        <a:pt x="15" y="150"/>
                      </a:cubicBezTo>
                      <a:cubicBezTo>
                        <a:pt x="17" y="150"/>
                        <a:pt x="17" y="150"/>
                        <a:pt x="17" y="150"/>
                      </a:cubicBezTo>
                      <a:cubicBezTo>
                        <a:pt x="20" y="150"/>
                        <a:pt x="27" y="141"/>
                        <a:pt x="29" y="139"/>
                      </a:cubicBezTo>
                      <a:cubicBezTo>
                        <a:pt x="33" y="135"/>
                        <a:pt x="34" y="129"/>
                        <a:pt x="38" y="12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48" name="iSļïḑé"/>
                <p:cNvSpPr/>
                <p:nvPr/>
              </p:nvSpPr>
              <p:spPr bwMode="auto">
                <a:xfrm>
                  <a:off x="4422776" y="3106738"/>
                  <a:ext cx="412750" cy="596900"/>
                </a:xfrm>
                <a:custGeom>
                  <a:avLst/>
                  <a:gdLst>
                    <a:gd name="T0" fmla="*/ 63 w 125"/>
                    <a:gd name="T1" fmla="*/ 83 h 179"/>
                    <a:gd name="T2" fmla="*/ 69 w 125"/>
                    <a:gd name="T3" fmla="*/ 84 h 179"/>
                    <a:gd name="T4" fmla="*/ 71 w 125"/>
                    <a:gd name="T5" fmla="*/ 95 h 179"/>
                    <a:gd name="T6" fmla="*/ 56 w 125"/>
                    <a:gd name="T7" fmla="*/ 91 h 179"/>
                    <a:gd name="T8" fmla="*/ 77 w 125"/>
                    <a:gd name="T9" fmla="*/ 77 h 179"/>
                    <a:gd name="T10" fmla="*/ 90 w 125"/>
                    <a:gd name="T11" fmla="*/ 82 h 179"/>
                    <a:gd name="T12" fmla="*/ 93 w 125"/>
                    <a:gd name="T13" fmla="*/ 96 h 179"/>
                    <a:gd name="T14" fmla="*/ 88 w 125"/>
                    <a:gd name="T15" fmla="*/ 106 h 179"/>
                    <a:gd name="T16" fmla="*/ 75 w 125"/>
                    <a:gd name="T17" fmla="*/ 89 h 179"/>
                    <a:gd name="T18" fmla="*/ 91 w 125"/>
                    <a:gd name="T19" fmla="*/ 29 h 179"/>
                    <a:gd name="T20" fmla="*/ 95 w 125"/>
                    <a:gd name="T21" fmla="*/ 4 h 179"/>
                    <a:gd name="T22" fmla="*/ 92 w 125"/>
                    <a:gd name="T23" fmla="*/ 0 h 179"/>
                    <a:gd name="T24" fmla="*/ 86 w 125"/>
                    <a:gd name="T25" fmla="*/ 0 h 179"/>
                    <a:gd name="T26" fmla="*/ 80 w 125"/>
                    <a:gd name="T27" fmla="*/ 7 h 179"/>
                    <a:gd name="T28" fmla="*/ 83 w 125"/>
                    <a:gd name="T29" fmla="*/ 30 h 179"/>
                    <a:gd name="T30" fmla="*/ 86 w 125"/>
                    <a:gd name="T31" fmla="*/ 50 h 179"/>
                    <a:gd name="T32" fmla="*/ 46 w 125"/>
                    <a:gd name="T33" fmla="*/ 84 h 179"/>
                    <a:gd name="T34" fmla="*/ 0 w 125"/>
                    <a:gd name="T35" fmla="*/ 99 h 179"/>
                    <a:gd name="T36" fmla="*/ 13 w 125"/>
                    <a:gd name="T37" fmla="*/ 108 h 179"/>
                    <a:gd name="T38" fmla="*/ 30 w 125"/>
                    <a:gd name="T39" fmla="*/ 100 h 179"/>
                    <a:gd name="T40" fmla="*/ 47 w 125"/>
                    <a:gd name="T41" fmla="*/ 92 h 179"/>
                    <a:gd name="T42" fmla="*/ 51 w 125"/>
                    <a:gd name="T43" fmla="*/ 109 h 179"/>
                    <a:gd name="T44" fmla="*/ 50 w 125"/>
                    <a:gd name="T45" fmla="*/ 118 h 179"/>
                    <a:gd name="T46" fmla="*/ 54 w 125"/>
                    <a:gd name="T47" fmla="*/ 125 h 179"/>
                    <a:gd name="T48" fmla="*/ 62 w 125"/>
                    <a:gd name="T49" fmla="*/ 119 h 179"/>
                    <a:gd name="T50" fmla="*/ 62 w 125"/>
                    <a:gd name="T51" fmla="*/ 113 h 179"/>
                    <a:gd name="T52" fmla="*/ 78 w 125"/>
                    <a:gd name="T53" fmla="*/ 111 h 179"/>
                    <a:gd name="T54" fmla="*/ 78 w 125"/>
                    <a:gd name="T55" fmla="*/ 113 h 179"/>
                    <a:gd name="T56" fmla="*/ 78 w 125"/>
                    <a:gd name="T57" fmla="*/ 118 h 179"/>
                    <a:gd name="T58" fmla="*/ 46 w 125"/>
                    <a:gd name="T59" fmla="*/ 147 h 179"/>
                    <a:gd name="T60" fmla="*/ 28 w 125"/>
                    <a:gd name="T61" fmla="*/ 158 h 179"/>
                    <a:gd name="T62" fmla="*/ 1 w 125"/>
                    <a:gd name="T63" fmla="*/ 170 h 179"/>
                    <a:gd name="T64" fmla="*/ 14 w 125"/>
                    <a:gd name="T65" fmla="*/ 178 h 179"/>
                    <a:gd name="T66" fmla="*/ 20 w 125"/>
                    <a:gd name="T67" fmla="*/ 179 h 179"/>
                    <a:gd name="T68" fmla="*/ 22 w 125"/>
                    <a:gd name="T69" fmla="*/ 179 h 179"/>
                    <a:gd name="T70" fmla="*/ 38 w 125"/>
                    <a:gd name="T71" fmla="*/ 169 h 179"/>
                    <a:gd name="T72" fmla="*/ 61 w 125"/>
                    <a:gd name="T73" fmla="*/ 150 h 179"/>
                    <a:gd name="T74" fmla="*/ 79 w 125"/>
                    <a:gd name="T75" fmla="*/ 135 h 179"/>
                    <a:gd name="T76" fmla="*/ 96 w 125"/>
                    <a:gd name="T77" fmla="*/ 119 h 179"/>
                    <a:gd name="T78" fmla="*/ 106 w 125"/>
                    <a:gd name="T79" fmla="*/ 149 h 179"/>
                    <a:gd name="T80" fmla="*/ 125 w 125"/>
                    <a:gd name="T81" fmla="*/ 152 h 179"/>
                    <a:gd name="T82" fmla="*/ 116 w 125"/>
                    <a:gd name="T83" fmla="*/ 120 h 179"/>
                    <a:gd name="T84" fmla="*/ 115 w 125"/>
                    <a:gd name="T85" fmla="*/ 125 h 179"/>
                    <a:gd name="T86" fmla="*/ 109 w 125"/>
                    <a:gd name="T87" fmla="*/ 129 h 179"/>
                    <a:gd name="T88" fmla="*/ 97 w 125"/>
                    <a:gd name="T89" fmla="*/ 92 h 179"/>
                    <a:gd name="T90" fmla="*/ 94 w 125"/>
                    <a:gd name="T91" fmla="*/ 76 h 179"/>
                    <a:gd name="T92" fmla="*/ 110 w 125"/>
                    <a:gd name="T93" fmla="*/ 60 h 179"/>
                    <a:gd name="T94" fmla="*/ 105 w 125"/>
                    <a:gd name="T95" fmla="*/ 57 h 179"/>
                    <a:gd name="T96" fmla="*/ 101 w 125"/>
                    <a:gd name="T97" fmla="*/ 59 h 179"/>
                    <a:gd name="T98" fmla="*/ 91 w 125"/>
                    <a:gd name="T99" fmla="*/ 54 h 179"/>
                    <a:gd name="T100" fmla="*/ 91 w 125"/>
                    <a:gd name="T101" fmla="*/ 29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25" h="179">
                      <a:moveTo>
                        <a:pt x="56" y="91"/>
                      </a:moveTo>
                      <a:cubicBezTo>
                        <a:pt x="56" y="87"/>
                        <a:pt x="60" y="85"/>
                        <a:pt x="63" y="83"/>
                      </a:cubicBezTo>
                      <a:cubicBezTo>
                        <a:pt x="64" y="83"/>
                        <a:pt x="64" y="83"/>
                        <a:pt x="64" y="83"/>
                      </a:cubicBezTo>
                      <a:cubicBezTo>
                        <a:pt x="67" y="83"/>
                        <a:pt x="67" y="84"/>
                        <a:pt x="69" y="84"/>
                      </a:cubicBezTo>
                      <a:cubicBezTo>
                        <a:pt x="71" y="94"/>
                        <a:pt x="71" y="94"/>
                        <a:pt x="71" y="94"/>
                      </a:cubicBezTo>
                      <a:cubicBezTo>
                        <a:pt x="71" y="95"/>
                        <a:pt x="71" y="95"/>
                        <a:pt x="71" y="95"/>
                      </a:cubicBezTo>
                      <a:cubicBezTo>
                        <a:pt x="68" y="100"/>
                        <a:pt x="68" y="99"/>
                        <a:pt x="63" y="101"/>
                      </a:cubicBezTo>
                      <a:cubicBezTo>
                        <a:pt x="61" y="99"/>
                        <a:pt x="56" y="95"/>
                        <a:pt x="56" y="91"/>
                      </a:cubicBezTo>
                      <a:close/>
                      <a:moveTo>
                        <a:pt x="72" y="83"/>
                      </a:moveTo>
                      <a:cubicBezTo>
                        <a:pt x="74" y="79"/>
                        <a:pt x="73" y="79"/>
                        <a:pt x="77" y="77"/>
                      </a:cubicBezTo>
                      <a:cubicBezTo>
                        <a:pt x="79" y="75"/>
                        <a:pt x="82" y="75"/>
                        <a:pt x="83" y="73"/>
                      </a:cubicBezTo>
                      <a:cubicBezTo>
                        <a:pt x="88" y="76"/>
                        <a:pt x="89" y="76"/>
                        <a:pt x="90" y="82"/>
                      </a:cubicBezTo>
                      <a:cubicBezTo>
                        <a:pt x="92" y="95"/>
                        <a:pt x="92" y="95"/>
                        <a:pt x="92" y="95"/>
                      </a:cubicBezTo>
                      <a:cubicBezTo>
                        <a:pt x="93" y="96"/>
                        <a:pt x="93" y="96"/>
                        <a:pt x="93" y="96"/>
                      </a:cubicBezTo>
                      <a:cubicBezTo>
                        <a:pt x="94" y="99"/>
                        <a:pt x="94" y="99"/>
                        <a:pt x="94" y="99"/>
                      </a:cubicBezTo>
                      <a:cubicBezTo>
                        <a:pt x="91" y="105"/>
                        <a:pt x="93" y="103"/>
                        <a:pt x="88" y="106"/>
                      </a:cubicBezTo>
                      <a:cubicBezTo>
                        <a:pt x="83" y="101"/>
                        <a:pt x="82" y="101"/>
                        <a:pt x="79" y="95"/>
                      </a:cubicBezTo>
                      <a:cubicBezTo>
                        <a:pt x="77" y="93"/>
                        <a:pt x="77" y="91"/>
                        <a:pt x="75" y="89"/>
                      </a:cubicBezTo>
                      <a:cubicBezTo>
                        <a:pt x="73" y="87"/>
                        <a:pt x="73" y="86"/>
                        <a:pt x="72" y="83"/>
                      </a:cubicBezTo>
                      <a:close/>
                      <a:moveTo>
                        <a:pt x="91" y="29"/>
                      </a:moveTo>
                      <a:cubicBezTo>
                        <a:pt x="91" y="22"/>
                        <a:pt x="95" y="12"/>
                        <a:pt x="95" y="4"/>
                      </a:cubicBezTo>
                      <a:cubicBezTo>
                        <a:pt x="95" y="4"/>
                        <a:pt x="95" y="4"/>
                        <a:pt x="95" y="4"/>
                      </a:cubicBezTo>
                      <a:cubicBezTo>
                        <a:pt x="95" y="3"/>
                        <a:pt x="95" y="3"/>
                        <a:pt x="95" y="3"/>
                      </a:cubicBezTo>
                      <a:cubicBezTo>
                        <a:pt x="93" y="0"/>
                        <a:pt x="95" y="1"/>
                        <a:pt x="92" y="0"/>
                      </a:cubicBezTo>
                      <a:cubicBezTo>
                        <a:pt x="91" y="0"/>
                        <a:pt x="91" y="0"/>
                        <a:pt x="91" y="0"/>
                      </a:cubicBezTo>
                      <a:cubicBezTo>
                        <a:pt x="86" y="0"/>
                        <a:pt x="86" y="0"/>
                        <a:pt x="86" y="0"/>
                      </a:cubicBezTo>
                      <a:cubicBezTo>
                        <a:pt x="85" y="0"/>
                        <a:pt x="85" y="0"/>
                        <a:pt x="85" y="0"/>
                      </a:cubicBezTo>
                      <a:cubicBezTo>
                        <a:pt x="82" y="1"/>
                        <a:pt x="80" y="4"/>
                        <a:pt x="80" y="7"/>
                      </a:cubicBezTo>
                      <a:cubicBezTo>
                        <a:pt x="83" y="30"/>
                        <a:pt x="83" y="30"/>
                        <a:pt x="83" y="30"/>
                      </a:cubicBezTo>
                      <a:cubicBezTo>
                        <a:pt x="83" y="30"/>
                        <a:pt x="83" y="30"/>
                        <a:pt x="83" y="30"/>
                      </a:cubicBezTo>
                      <a:cubicBezTo>
                        <a:pt x="83" y="38"/>
                        <a:pt x="86" y="44"/>
                        <a:pt x="86" y="49"/>
                      </a:cubicBezTo>
                      <a:cubicBezTo>
                        <a:pt x="86" y="50"/>
                        <a:pt x="86" y="50"/>
                        <a:pt x="86" y="50"/>
                      </a:cubicBezTo>
                      <a:cubicBezTo>
                        <a:pt x="87" y="62"/>
                        <a:pt x="87" y="62"/>
                        <a:pt x="87" y="62"/>
                      </a:cubicBezTo>
                      <a:cubicBezTo>
                        <a:pt x="87" y="68"/>
                        <a:pt x="52" y="81"/>
                        <a:pt x="46" y="84"/>
                      </a:cubicBezTo>
                      <a:cubicBezTo>
                        <a:pt x="39" y="87"/>
                        <a:pt x="31" y="89"/>
                        <a:pt x="23" y="92"/>
                      </a:cubicBezTo>
                      <a:cubicBezTo>
                        <a:pt x="20" y="94"/>
                        <a:pt x="0" y="96"/>
                        <a:pt x="0" y="99"/>
                      </a:cubicBezTo>
                      <a:cubicBezTo>
                        <a:pt x="0" y="101"/>
                        <a:pt x="9" y="108"/>
                        <a:pt x="11" y="108"/>
                      </a:cubicBezTo>
                      <a:cubicBezTo>
                        <a:pt x="13" y="108"/>
                        <a:pt x="13" y="108"/>
                        <a:pt x="13" y="108"/>
                      </a:cubicBezTo>
                      <a:cubicBezTo>
                        <a:pt x="14" y="108"/>
                        <a:pt x="14" y="108"/>
                        <a:pt x="14" y="108"/>
                      </a:cubicBezTo>
                      <a:cubicBezTo>
                        <a:pt x="20" y="105"/>
                        <a:pt x="24" y="103"/>
                        <a:pt x="30" y="100"/>
                      </a:cubicBezTo>
                      <a:cubicBezTo>
                        <a:pt x="34" y="98"/>
                        <a:pt x="41" y="93"/>
                        <a:pt x="45" y="93"/>
                      </a:cubicBezTo>
                      <a:cubicBezTo>
                        <a:pt x="46" y="93"/>
                        <a:pt x="46" y="93"/>
                        <a:pt x="47" y="92"/>
                      </a:cubicBezTo>
                      <a:cubicBezTo>
                        <a:pt x="49" y="94"/>
                        <a:pt x="52" y="96"/>
                        <a:pt x="51" y="101"/>
                      </a:cubicBezTo>
                      <a:cubicBezTo>
                        <a:pt x="51" y="109"/>
                        <a:pt x="51" y="109"/>
                        <a:pt x="51" y="109"/>
                      </a:cubicBezTo>
                      <a:cubicBezTo>
                        <a:pt x="51" y="110"/>
                        <a:pt x="51" y="110"/>
                        <a:pt x="51" y="110"/>
                      </a:cubicBezTo>
                      <a:cubicBezTo>
                        <a:pt x="50" y="118"/>
                        <a:pt x="50" y="118"/>
                        <a:pt x="50" y="118"/>
                      </a:cubicBezTo>
                      <a:cubicBezTo>
                        <a:pt x="50" y="119"/>
                        <a:pt x="50" y="119"/>
                        <a:pt x="50" y="120"/>
                      </a:cubicBezTo>
                      <a:cubicBezTo>
                        <a:pt x="51" y="123"/>
                        <a:pt x="51" y="123"/>
                        <a:pt x="54" y="125"/>
                      </a:cubicBezTo>
                      <a:cubicBezTo>
                        <a:pt x="56" y="125"/>
                        <a:pt x="56" y="125"/>
                        <a:pt x="56" y="125"/>
                      </a:cubicBezTo>
                      <a:cubicBezTo>
                        <a:pt x="59" y="125"/>
                        <a:pt x="60" y="121"/>
                        <a:pt x="62" y="119"/>
                      </a:cubicBezTo>
                      <a:cubicBezTo>
                        <a:pt x="62" y="118"/>
                        <a:pt x="62" y="118"/>
                        <a:pt x="62" y="118"/>
                      </a:cubicBezTo>
                      <a:cubicBezTo>
                        <a:pt x="62" y="113"/>
                        <a:pt x="62" y="113"/>
                        <a:pt x="62" y="113"/>
                      </a:cubicBezTo>
                      <a:cubicBezTo>
                        <a:pt x="63" y="110"/>
                        <a:pt x="68" y="106"/>
                        <a:pt x="71" y="106"/>
                      </a:cubicBezTo>
                      <a:cubicBezTo>
                        <a:pt x="75" y="106"/>
                        <a:pt x="77" y="109"/>
                        <a:pt x="78" y="111"/>
                      </a:cubicBezTo>
                      <a:cubicBezTo>
                        <a:pt x="78" y="112"/>
                        <a:pt x="78" y="112"/>
                        <a:pt x="78" y="112"/>
                      </a:cubicBezTo>
                      <a:cubicBezTo>
                        <a:pt x="78" y="113"/>
                        <a:pt x="78" y="113"/>
                        <a:pt x="78" y="113"/>
                      </a:cubicBezTo>
                      <a:cubicBezTo>
                        <a:pt x="78" y="115"/>
                        <a:pt x="78" y="115"/>
                        <a:pt x="79" y="116"/>
                      </a:cubicBezTo>
                      <a:cubicBezTo>
                        <a:pt x="78" y="117"/>
                        <a:pt x="78" y="117"/>
                        <a:pt x="78" y="118"/>
                      </a:cubicBezTo>
                      <a:cubicBezTo>
                        <a:pt x="78" y="119"/>
                        <a:pt x="78" y="119"/>
                        <a:pt x="78" y="119"/>
                      </a:cubicBezTo>
                      <a:cubicBezTo>
                        <a:pt x="72" y="130"/>
                        <a:pt x="57" y="140"/>
                        <a:pt x="46" y="147"/>
                      </a:cubicBezTo>
                      <a:cubicBezTo>
                        <a:pt x="44" y="148"/>
                        <a:pt x="40" y="151"/>
                        <a:pt x="37" y="152"/>
                      </a:cubicBezTo>
                      <a:cubicBezTo>
                        <a:pt x="35" y="153"/>
                        <a:pt x="29" y="157"/>
                        <a:pt x="28" y="158"/>
                      </a:cubicBezTo>
                      <a:cubicBezTo>
                        <a:pt x="25" y="161"/>
                        <a:pt x="12" y="165"/>
                        <a:pt x="6" y="165"/>
                      </a:cubicBezTo>
                      <a:cubicBezTo>
                        <a:pt x="4" y="165"/>
                        <a:pt x="2" y="168"/>
                        <a:pt x="1" y="170"/>
                      </a:cubicBezTo>
                      <a:cubicBezTo>
                        <a:pt x="4" y="171"/>
                        <a:pt x="4" y="173"/>
                        <a:pt x="7" y="175"/>
                      </a:cubicBezTo>
                      <a:cubicBezTo>
                        <a:pt x="10" y="176"/>
                        <a:pt x="12" y="176"/>
                        <a:pt x="14" y="178"/>
                      </a:cubicBezTo>
                      <a:cubicBezTo>
                        <a:pt x="18" y="179"/>
                        <a:pt x="18" y="179"/>
                        <a:pt x="18" y="179"/>
                      </a:cubicBezTo>
                      <a:cubicBezTo>
                        <a:pt x="20" y="179"/>
                        <a:pt x="18" y="179"/>
                        <a:pt x="20" y="179"/>
                      </a:cubicBezTo>
                      <a:cubicBezTo>
                        <a:pt x="21" y="179"/>
                        <a:pt x="21" y="179"/>
                        <a:pt x="21" y="179"/>
                      </a:cubicBezTo>
                      <a:cubicBezTo>
                        <a:pt x="22" y="179"/>
                        <a:pt x="22" y="179"/>
                        <a:pt x="22" y="179"/>
                      </a:cubicBezTo>
                      <a:cubicBezTo>
                        <a:pt x="26" y="177"/>
                        <a:pt x="30" y="175"/>
                        <a:pt x="33" y="173"/>
                      </a:cubicBezTo>
                      <a:cubicBezTo>
                        <a:pt x="35" y="171"/>
                        <a:pt x="36" y="170"/>
                        <a:pt x="38" y="169"/>
                      </a:cubicBezTo>
                      <a:cubicBezTo>
                        <a:pt x="39" y="168"/>
                        <a:pt x="43" y="166"/>
                        <a:pt x="43" y="166"/>
                      </a:cubicBezTo>
                      <a:cubicBezTo>
                        <a:pt x="49" y="160"/>
                        <a:pt x="55" y="156"/>
                        <a:pt x="61" y="150"/>
                      </a:cubicBezTo>
                      <a:cubicBezTo>
                        <a:pt x="64" y="148"/>
                        <a:pt x="67" y="145"/>
                        <a:pt x="70" y="143"/>
                      </a:cubicBezTo>
                      <a:cubicBezTo>
                        <a:pt x="73" y="140"/>
                        <a:pt x="76" y="137"/>
                        <a:pt x="79" y="135"/>
                      </a:cubicBezTo>
                      <a:cubicBezTo>
                        <a:pt x="82" y="132"/>
                        <a:pt x="85" y="130"/>
                        <a:pt x="87" y="127"/>
                      </a:cubicBezTo>
                      <a:cubicBezTo>
                        <a:pt x="90" y="124"/>
                        <a:pt x="91" y="119"/>
                        <a:pt x="96" y="119"/>
                      </a:cubicBezTo>
                      <a:cubicBezTo>
                        <a:pt x="98" y="119"/>
                        <a:pt x="100" y="126"/>
                        <a:pt x="100" y="128"/>
                      </a:cubicBezTo>
                      <a:cubicBezTo>
                        <a:pt x="100" y="132"/>
                        <a:pt x="105" y="145"/>
                        <a:pt x="106" y="149"/>
                      </a:cubicBezTo>
                      <a:cubicBezTo>
                        <a:pt x="108" y="155"/>
                        <a:pt x="111" y="165"/>
                        <a:pt x="118" y="165"/>
                      </a:cubicBezTo>
                      <a:cubicBezTo>
                        <a:pt x="119" y="163"/>
                        <a:pt x="125" y="161"/>
                        <a:pt x="125" y="152"/>
                      </a:cubicBezTo>
                      <a:cubicBezTo>
                        <a:pt x="125" y="143"/>
                        <a:pt x="120" y="120"/>
                        <a:pt x="117" y="116"/>
                      </a:cubicBezTo>
                      <a:cubicBezTo>
                        <a:pt x="117" y="118"/>
                        <a:pt x="116" y="118"/>
                        <a:pt x="116" y="120"/>
                      </a:cubicBezTo>
                      <a:cubicBezTo>
                        <a:pt x="116" y="123"/>
                        <a:pt x="115" y="121"/>
                        <a:pt x="115" y="124"/>
                      </a:cubicBezTo>
                      <a:cubicBezTo>
                        <a:pt x="115" y="125"/>
                        <a:pt x="115" y="125"/>
                        <a:pt x="115" y="125"/>
                      </a:cubicBezTo>
                      <a:cubicBezTo>
                        <a:pt x="115" y="126"/>
                        <a:pt x="114" y="129"/>
                        <a:pt x="112" y="129"/>
                      </a:cubicBezTo>
                      <a:cubicBezTo>
                        <a:pt x="109" y="129"/>
                        <a:pt x="109" y="129"/>
                        <a:pt x="109" y="129"/>
                      </a:cubicBezTo>
                      <a:cubicBezTo>
                        <a:pt x="105" y="129"/>
                        <a:pt x="102" y="110"/>
                        <a:pt x="100" y="105"/>
                      </a:cubicBezTo>
                      <a:cubicBezTo>
                        <a:pt x="98" y="101"/>
                        <a:pt x="98" y="97"/>
                        <a:pt x="97" y="92"/>
                      </a:cubicBezTo>
                      <a:cubicBezTo>
                        <a:pt x="96" y="87"/>
                        <a:pt x="94" y="86"/>
                        <a:pt x="94" y="79"/>
                      </a:cubicBezTo>
                      <a:cubicBezTo>
                        <a:pt x="94" y="76"/>
                        <a:pt x="94" y="76"/>
                        <a:pt x="94" y="76"/>
                      </a:cubicBezTo>
                      <a:cubicBezTo>
                        <a:pt x="94" y="65"/>
                        <a:pt x="110" y="67"/>
                        <a:pt x="110" y="61"/>
                      </a:cubicBezTo>
                      <a:cubicBezTo>
                        <a:pt x="110" y="60"/>
                        <a:pt x="110" y="60"/>
                        <a:pt x="110" y="60"/>
                      </a:cubicBezTo>
                      <a:cubicBezTo>
                        <a:pt x="110" y="58"/>
                        <a:pt x="109" y="57"/>
                        <a:pt x="108" y="57"/>
                      </a:cubicBezTo>
                      <a:cubicBezTo>
                        <a:pt x="105" y="57"/>
                        <a:pt x="105" y="57"/>
                        <a:pt x="105" y="57"/>
                      </a:cubicBezTo>
                      <a:cubicBezTo>
                        <a:pt x="104" y="57"/>
                        <a:pt x="104" y="57"/>
                        <a:pt x="104" y="57"/>
                      </a:cubicBezTo>
                      <a:cubicBezTo>
                        <a:pt x="103" y="58"/>
                        <a:pt x="102" y="59"/>
                        <a:pt x="101" y="59"/>
                      </a:cubicBezTo>
                      <a:cubicBezTo>
                        <a:pt x="99" y="60"/>
                        <a:pt x="99" y="59"/>
                        <a:pt x="97" y="60"/>
                      </a:cubicBezTo>
                      <a:cubicBezTo>
                        <a:pt x="95" y="59"/>
                        <a:pt x="91" y="56"/>
                        <a:pt x="91" y="54"/>
                      </a:cubicBezTo>
                      <a:cubicBezTo>
                        <a:pt x="91" y="41"/>
                        <a:pt x="91" y="41"/>
                        <a:pt x="91" y="41"/>
                      </a:cubicBezTo>
                      <a:lnTo>
                        <a:pt x="91" y="29"/>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49" name="íšlïďè"/>
                <p:cNvSpPr/>
                <p:nvPr/>
              </p:nvSpPr>
              <p:spPr bwMode="auto">
                <a:xfrm>
                  <a:off x="5478463" y="3581400"/>
                  <a:ext cx="46038" cy="76200"/>
                </a:xfrm>
                <a:custGeom>
                  <a:avLst/>
                  <a:gdLst>
                    <a:gd name="T0" fmla="*/ 14 w 14"/>
                    <a:gd name="T1" fmla="*/ 15 h 23"/>
                    <a:gd name="T2" fmla="*/ 10 w 14"/>
                    <a:gd name="T3" fmla="*/ 6 h 23"/>
                    <a:gd name="T4" fmla="*/ 3 w 14"/>
                    <a:gd name="T5" fmla="*/ 0 h 23"/>
                    <a:gd name="T6" fmla="*/ 0 w 14"/>
                    <a:gd name="T7" fmla="*/ 3 h 23"/>
                    <a:gd name="T8" fmla="*/ 5 w 14"/>
                    <a:gd name="T9" fmla="*/ 11 h 23"/>
                    <a:gd name="T10" fmla="*/ 5 w 14"/>
                    <a:gd name="T11" fmla="*/ 12 h 23"/>
                    <a:gd name="T12" fmla="*/ 5 w 14"/>
                    <a:gd name="T13" fmla="*/ 14 h 23"/>
                    <a:gd name="T14" fmla="*/ 5 w 14"/>
                    <a:gd name="T15" fmla="*/ 15 h 23"/>
                    <a:gd name="T16" fmla="*/ 2 w 14"/>
                    <a:gd name="T17" fmla="*/ 19 h 23"/>
                    <a:gd name="T18" fmla="*/ 2 w 14"/>
                    <a:gd name="T19" fmla="*/ 22 h 23"/>
                    <a:gd name="T20" fmla="*/ 5 w 14"/>
                    <a:gd name="T21" fmla="*/ 23 h 23"/>
                    <a:gd name="T22" fmla="*/ 6 w 14"/>
                    <a:gd name="T23" fmla="*/ 23 h 23"/>
                    <a:gd name="T24" fmla="*/ 11 w 14"/>
                    <a:gd name="T25" fmla="*/ 20 h 23"/>
                    <a:gd name="T26" fmla="*/ 14 w 14"/>
                    <a:gd name="T27" fmla="*/ 15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4" h="23">
                      <a:moveTo>
                        <a:pt x="14" y="15"/>
                      </a:moveTo>
                      <a:cubicBezTo>
                        <a:pt x="14" y="11"/>
                        <a:pt x="12" y="9"/>
                        <a:pt x="10" y="6"/>
                      </a:cubicBezTo>
                      <a:cubicBezTo>
                        <a:pt x="8" y="5"/>
                        <a:pt x="3" y="1"/>
                        <a:pt x="3" y="0"/>
                      </a:cubicBezTo>
                      <a:cubicBezTo>
                        <a:pt x="0" y="3"/>
                        <a:pt x="0" y="3"/>
                        <a:pt x="0" y="3"/>
                      </a:cubicBezTo>
                      <a:cubicBezTo>
                        <a:pt x="5" y="11"/>
                        <a:pt x="5" y="11"/>
                        <a:pt x="5" y="11"/>
                      </a:cubicBezTo>
                      <a:cubicBezTo>
                        <a:pt x="5" y="12"/>
                        <a:pt x="5" y="12"/>
                        <a:pt x="5" y="12"/>
                      </a:cubicBezTo>
                      <a:cubicBezTo>
                        <a:pt x="5" y="14"/>
                        <a:pt x="5" y="14"/>
                        <a:pt x="5" y="14"/>
                      </a:cubicBezTo>
                      <a:cubicBezTo>
                        <a:pt x="5" y="15"/>
                        <a:pt x="5" y="15"/>
                        <a:pt x="5" y="15"/>
                      </a:cubicBezTo>
                      <a:cubicBezTo>
                        <a:pt x="2" y="19"/>
                        <a:pt x="2" y="19"/>
                        <a:pt x="2" y="19"/>
                      </a:cubicBezTo>
                      <a:cubicBezTo>
                        <a:pt x="2" y="22"/>
                        <a:pt x="2" y="22"/>
                        <a:pt x="2" y="22"/>
                      </a:cubicBezTo>
                      <a:cubicBezTo>
                        <a:pt x="5" y="23"/>
                        <a:pt x="5" y="23"/>
                        <a:pt x="5" y="23"/>
                      </a:cubicBezTo>
                      <a:cubicBezTo>
                        <a:pt x="6" y="23"/>
                        <a:pt x="6" y="23"/>
                        <a:pt x="6" y="23"/>
                      </a:cubicBezTo>
                      <a:cubicBezTo>
                        <a:pt x="7" y="23"/>
                        <a:pt x="11" y="21"/>
                        <a:pt x="11" y="20"/>
                      </a:cubicBezTo>
                      <a:cubicBezTo>
                        <a:pt x="13" y="19"/>
                        <a:pt x="13" y="17"/>
                        <a:pt x="14" y="1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50" name="işḷîḑe"/>
                <p:cNvSpPr/>
                <p:nvPr/>
              </p:nvSpPr>
              <p:spPr bwMode="auto">
                <a:xfrm>
                  <a:off x="6310313" y="3136900"/>
                  <a:ext cx="406400" cy="554038"/>
                </a:xfrm>
                <a:custGeom>
                  <a:avLst/>
                  <a:gdLst>
                    <a:gd name="T0" fmla="*/ 101 w 123"/>
                    <a:gd name="T1" fmla="*/ 9 h 166"/>
                    <a:gd name="T2" fmla="*/ 96 w 123"/>
                    <a:gd name="T3" fmla="*/ 0 h 166"/>
                    <a:gd name="T4" fmla="*/ 76 w 123"/>
                    <a:gd name="T5" fmla="*/ 23 h 166"/>
                    <a:gd name="T6" fmla="*/ 66 w 123"/>
                    <a:gd name="T7" fmla="*/ 20 h 166"/>
                    <a:gd name="T8" fmla="*/ 69 w 123"/>
                    <a:gd name="T9" fmla="*/ 29 h 166"/>
                    <a:gd name="T10" fmla="*/ 64 w 123"/>
                    <a:gd name="T11" fmla="*/ 38 h 166"/>
                    <a:gd name="T12" fmla="*/ 71 w 123"/>
                    <a:gd name="T13" fmla="*/ 37 h 166"/>
                    <a:gd name="T14" fmla="*/ 78 w 123"/>
                    <a:gd name="T15" fmla="*/ 38 h 166"/>
                    <a:gd name="T16" fmla="*/ 104 w 123"/>
                    <a:gd name="T17" fmla="*/ 37 h 166"/>
                    <a:gd name="T18" fmla="*/ 97 w 123"/>
                    <a:gd name="T19" fmla="*/ 43 h 166"/>
                    <a:gd name="T20" fmla="*/ 85 w 123"/>
                    <a:gd name="T21" fmla="*/ 56 h 166"/>
                    <a:gd name="T22" fmla="*/ 78 w 123"/>
                    <a:gd name="T23" fmla="*/ 67 h 166"/>
                    <a:gd name="T24" fmla="*/ 72 w 123"/>
                    <a:gd name="T25" fmla="*/ 62 h 166"/>
                    <a:gd name="T26" fmla="*/ 72 w 123"/>
                    <a:gd name="T27" fmla="*/ 48 h 166"/>
                    <a:gd name="T28" fmla="*/ 63 w 123"/>
                    <a:gd name="T29" fmla="*/ 57 h 166"/>
                    <a:gd name="T30" fmla="*/ 56 w 123"/>
                    <a:gd name="T31" fmla="*/ 57 h 166"/>
                    <a:gd name="T32" fmla="*/ 61 w 123"/>
                    <a:gd name="T33" fmla="*/ 66 h 166"/>
                    <a:gd name="T34" fmla="*/ 59 w 123"/>
                    <a:gd name="T35" fmla="*/ 70 h 166"/>
                    <a:gd name="T36" fmla="*/ 68 w 123"/>
                    <a:gd name="T37" fmla="*/ 74 h 166"/>
                    <a:gd name="T38" fmla="*/ 68 w 123"/>
                    <a:gd name="T39" fmla="*/ 78 h 166"/>
                    <a:gd name="T40" fmla="*/ 40 w 123"/>
                    <a:gd name="T41" fmla="*/ 92 h 166"/>
                    <a:gd name="T42" fmla="*/ 24 w 123"/>
                    <a:gd name="T43" fmla="*/ 99 h 166"/>
                    <a:gd name="T44" fmla="*/ 3 w 123"/>
                    <a:gd name="T45" fmla="*/ 105 h 166"/>
                    <a:gd name="T46" fmla="*/ 2 w 123"/>
                    <a:gd name="T47" fmla="*/ 112 h 166"/>
                    <a:gd name="T48" fmla="*/ 14 w 123"/>
                    <a:gd name="T49" fmla="*/ 120 h 166"/>
                    <a:gd name="T50" fmla="*/ 32 w 123"/>
                    <a:gd name="T51" fmla="*/ 108 h 166"/>
                    <a:gd name="T52" fmla="*/ 55 w 123"/>
                    <a:gd name="T53" fmla="*/ 93 h 166"/>
                    <a:gd name="T54" fmla="*/ 63 w 123"/>
                    <a:gd name="T55" fmla="*/ 89 h 166"/>
                    <a:gd name="T56" fmla="*/ 82 w 123"/>
                    <a:gd name="T57" fmla="*/ 83 h 166"/>
                    <a:gd name="T58" fmla="*/ 82 w 123"/>
                    <a:gd name="T59" fmla="*/ 86 h 166"/>
                    <a:gd name="T60" fmla="*/ 74 w 123"/>
                    <a:gd name="T61" fmla="*/ 97 h 166"/>
                    <a:gd name="T62" fmla="*/ 61 w 123"/>
                    <a:gd name="T63" fmla="*/ 107 h 166"/>
                    <a:gd name="T64" fmla="*/ 64 w 123"/>
                    <a:gd name="T65" fmla="*/ 118 h 166"/>
                    <a:gd name="T66" fmla="*/ 55 w 123"/>
                    <a:gd name="T67" fmla="*/ 126 h 166"/>
                    <a:gd name="T68" fmla="*/ 40 w 123"/>
                    <a:gd name="T69" fmla="*/ 129 h 166"/>
                    <a:gd name="T70" fmla="*/ 30 w 123"/>
                    <a:gd name="T71" fmla="*/ 130 h 166"/>
                    <a:gd name="T72" fmla="*/ 35 w 123"/>
                    <a:gd name="T73" fmla="*/ 141 h 166"/>
                    <a:gd name="T74" fmla="*/ 38 w 123"/>
                    <a:gd name="T75" fmla="*/ 141 h 166"/>
                    <a:gd name="T76" fmla="*/ 56 w 123"/>
                    <a:gd name="T77" fmla="*/ 133 h 166"/>
                    <a:gd name="T78" fmla="*/ 63 w 123"/>
                    <a:gd name="T79" fmla="*/ 141 h 166"/>
                    <a:gd name="T80" fmla="*/ 56 w 123"/>
                    <a:gd name="T81" fmla="*/ 154 h 166"/>
                    <a:gd name="T82" fmla="*/ 53 w 123"/>
                    <a:gd name="T83" fmla="*/ 154 h 166"/>
                    <a:gd name="T84" fmla="*/ 49 w 123"/>
                    <a:gd name="T85" fmla="*/ 154 h 166"/>
                    <a:gd name="T86" fmla="*/ 46 w 123"/>
                    <a:gd name="T87" fmla="*/ 156 h 166"/>
                    <a:gd name="T88" fmla="*/ 56 w 123"/>
                    <a:gd name="T89" fmla="*/ 166 h 166"/>
                    <a:gd name="T90" fmla="*/ 71 w 123"/>
                    <a:gd name="T91" fmla="*/ 160 h 166"/>
                    <a:gd name="T92" fmla="*/ 75 w 123"/>
                    <a:gd name="T93" fmla="*/ 146 h 166"/>
                    <a:gd name="T94" fmla="*/ 80 w 123"/>
                    <a:gd name="T95" fmla="*/ 124 h 166"/>
                    <a:gd name="T96" fmla="*/ 94 w 123"/>
                    <a:gd name="T97" fmla="*/ 120 h 166"/>
                    <a:gd name="T98" fmla="*/ 81 w 123"/>
                    <a:gd name="T99" fmla="*/ 117 h 166"/>
                    <a:gd name="T100" fmla="*/ 72 w 123"/>
                    <a:gd name="T101" fmla="*/ 107 h 166"/>
                    <a:gd name="T102" fmla="*/ 78 w 123"/>
                    <a:gd name="T103" fmla="*/ 96 h 166"/>
                    <a:gd name="T104" fmla="*/ 92 w 123"/>
                    <a:gd name="T105" fmla="*/ 89 h 166"/>
                    <a:gd name="T106" fmla="*/ 102 w 123"/>
                    <a:gd name="T107" fmla="*/ 78 h 166"/>
                    <a:gd name="T108" fmla="*/ 95 w 123"/>
                    <a:gd name="T109" fmla="*/ 61 h 166"/>
                    <a:gd name="T110" fmla="*/ 109 w 123"/>
                    <a:gd name="T111" fmla="*/ 48 h 166"/>
                    <a:gd name="T112" fmla="*/ 116 w 123"/>
                    <a:gd name="T113" fmla="*/ 42 h 166"/>
                    <a:gd name="T114" fmla="*/ 121 w 123"/>
                    <a:gd name="T115" fmla="*/ 32 h 166"/>
                    <a:gd name="T116" fmla="*/ 116 w 123"/>
                    <a:gd name="T117" fmla="*/ 17 h 166"/>
                    <a:gd name="T118" fmla="*/ 104 w 123"/>
                    <a:gd name="T119" fmla="*/ 20 h 166"/>
                    <a:gd name="T120" fmla="*/ 93 w 123"/>
                    <a:gd name="T121" fmla="*/ 21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23" h="166">
                      <a:moveTo>
                        <a:pt x="93" y="21"/>
                      </a:moveTo>
                      <a:cubicBezTo>
                        <a:pt x="94" y="14"/>
                        <a:pt x="98" y="14"/>
                        <a:pt x="101" y="9"/>
                      </a:cubicBezTo>
                      <a:cubicBezTo>
                        <a:pt x="101" y="8"/>
                        <a:pt x="101" y="8"/>
                        <a:pt x="101" y="8"/>
                      </a:cubicBezTo>
                      <a:cubicBezTo>
                        <a:pt x="101" y="5"/>
                        <a:pt x="97" y="1"/>
                        <a:pt x="96" y="0"/>
                      </a:cubicBezTo>
                      <a:cubicBezTo>
                        <a:pt x="89" y="3"/>
                        <a:pt x="91" y="6"/>
                        <a:pt x="88" y="13"/>
                      </a:cubicBezTo>
                      <a:cubicBezTo>
                        <a:pt x="85" y="17"/>
                        <a:pt x="82" y="23"/>
                        <a:pt x="76" y="23"/>
                      </a:cubicBezTo>
                      <a:cubicBezTo>
                        <a:pt x="75" y="23"/>
                        <a:pt x="70" y="18"/>
                        <a:pt x="67" y="17"/>
                      </a:cubicBezTo>
                      <a:cubicBezTo>
                        <a:pt x="66" y="20"/>
                        <a:pt x="66" y="20"/>
                        <a:pt x="66" y="20"/>
                      </a:cubicBezTo>
                      <a:cubicBezTo>
                        <a:pt x="67" y="23"/>
                        <a:pt x="69" y="24"/>
                        <a:pt x="69" y="28"/>
                      </a:cubicBezTo>
                      <a:cubicBezTo>
                        <a:pt x="69" y="29"/>
                        <a:pt x="69" y="29"/>
                        <a:pt x="69" y="29"/>
                      </a:cubicBezTo>
                      <a:cubicBezTo>
                        <a:pt x="69" y="29"/>
                        <a:pt x="63" y="36"/>
                        <a:pt x="62" y="37"/>
                      </a:cubicBezTo>
                      <a:cubicBezTo>
                        <a:pt x="63" y="38"/>
                        <a:pt x="61" y="38"/>
                        <a:pt x="64" y="38"/>
                      </a:cubicBezTo>
                      <a:cubicBezTo>
                        <a:pt x="64" y="38"/>
                        <a:pt x="64" y="38"/>
                        <a:pt x="64" y="38"/>
                      </a:cubicBezTo>
                      <a:cubicBezTo>
                        <a:pt x="71" y="37"/>
                        <a:pt x="71" y="37"/>
                        <a:pt x="71" y="37"/>
                      </a:cubicBezTo>
                      <a:cubicBezTo>
                        <a:pt x="74" y="37"/>
                        <a:pt x="74" y="38"/>
                        <a:pt x="78" y="38"/>
                      </a:cubicBezTo>
                      <a:cubicBezTo>
                        <a:pt x="78" y="38"/>
                        <a:pt x="78" y="38"/>
                        <a:pt x="78" y="38"/>
                      </a:cubicBezTo>
                      <a:cubicBezTo>
                        <a:pt x="79" y="38"/>
                        <a:pt x="84" y="33"/>
                        <a:pt x="91" y="32"/>
                      </a:cubicBezTo>
                      <a:cubicBezTo>
                        <a:pt x="96" y="31"/>
                        <a:pt x="104" y="30"/>
                        <a:pt x="104" y="37"/>
                      </a:cubicBezTo>
                      <a:cubicBezTo>
                        <a:pt x="104" y="39"/>
                        <a:pt x="102" y="41"/>
                        <a:pt x="101" y="43"/>
                      </a:cubicBezTo>
                      <a:cubicBezTo>
                        <a:pt x="98" y="43"/>
                        <a:pt x="99" y="43"/>
                        <a:pt x="97" y="43"/>
                      </a:cubicBezTo>
                      <a:cubicBezTo>
                        <a:pt x="96" y="43"/>
                        <a:pt x="93" y="42"/>
                        <a:pt x="92" y="41"/>
                      </a:cubicBezTo>
                      <a:cubicBezTo>
                        <a:pt x="85" y="46"/>
                        <a:pt x="88" y="49"/>
                        <a:pt x="85" y="56"/>
                      </a:cubicBezTo>
                      <a:cubicBezTo>
                        <a:pt x="84" y="57"/>
                        <a:pt x="81" y="64"/>
                        <a:pt x="81" y="64"/>
                      </a:cubicBezTo>
                      <a:cubicBezTo>
                        <a:pt x="80" y="66"/>
                        <a:pt x="80" y="64"/>
                        <a:pt x="78" y="67"/>
                      </a:cubicBezTo>
                      <a:cubicBezTo>
                        <a:pt x="77" y="70"/>
                        <a:pt x="78" y="68"/>
                        <a:pt x="76" y="70"/>
                      </a:cubicBezTo>
                      <a:cubicBezTo>
                        <a:pt x="74" y="67"/>
                        <a:pt x="72" y="66"/>
                        <a:pt x="72" y="62"/>
                      </a:cubicBezTo>
                      <a:cubicBezTo>
                        <a:pt x="72" y="61"/>
                        <a:pt x="75" y="55"/>
                        <a:pt x="76" y="54"/>
                      </a:cubicBezTo>
                      <a:cubicBezTo>
                        <a:pt x="75" y="51"/>
                        <a:pt x="75" y="48"/>
                        <a:pt x="72" y="48"/>
                      </a:cubicBezTo>
                      <a:cubicBezTo>
                        <a:pt x="71" y="48"/>
                        <a:pt x="70" y="49"/>
                        <a:pt x="70" y="49"/>
                      </a:cubicBezTo>
                      <a:cubicBezTo>
                        <a:pt x="70" y="55"/>
                        <a:pt x="67" y="55"/>
                        <a:pt x="63" y="57"/>
                      </a:cubicBezTo>
                      <a:cubicBezTo>
                        <a:pt x="62" y="56"/>
                        <a:pt x="60" y="55"/>
                        <a:pt x="59" y="55"/>
                      </a:cubicBezTo>
                      <a:cubicBezTo>
                        <a:pt x="58" y="55"/>
                        <a:pt x="56" y="57"/>
                        <a:pt x="56" y="57"/>
                      </a:cubicBezTo>
                      <a:cubicBezTo>
                        <a:pt x="58" y="60"/>
                        <a:pt x="59" y="60"/>
                        <a:pt x="61" y="64"/>
                      </a:cubicBezTo>
                      <a:cubicBezTo>
                        <a:pt x="61" y="66"/>
                        <a:pt x="61" y="66"/>
                        <a:pt x="61" y="66"/>
                      </a:cubicBezTo>
                      <a:cubicBezTo>
                        <a:pt x="61" y="67"/>
                        <a:pt x="61" y="67"/>
                        <a:pt x="61" y="67"/>
                      </a:cubicBezTo>
                      <a:cubicBezTo>
                        <a:pt x="59" y="70"/>
                        <a:pt x="59" y="70"/>
                        <a:pt x="59" y="70"/>
                      </a:cubicBezTo>
                      <a:cubicBezTo>
                        <a:pt x="60" y="71"/>
                        <a:pt x="58" y="71"/>
                        <a:pt x="61" y="71"/>
                      </a:cubicBezTo>
                      <a:cubicBezTo>
                        <a:pt x="64" y="71"/>
                        <a:pt x="66" y="72"/>
                        <a:pt x="68" y="74"/>
                      </a:cubicBezTo>
                      <a:cubicBezTo>
                        <a:pt x="68" y="75"/>
                        <a:pt x="68" y="75"/>
                        <a:pt x="68" y="75"/>
                      </a:cubicBezTo>
                      <a:cubicBezTo>
                        <a:pt x="68" y="78"/>
                        <a:pt x="68" y="78"/>
                        <a:pt x="68" y="78"/>
                      </a:cubicBezTo>
                      <a:cubicBezTo>
                        <a:pt x="68" y="82"/>
                        <a:pt x="58" y="85"/>
                        <a:pt x="55" y="86"/>
                      </a:cubicBezTo>
                      <a:cubicBezTo>
                        <a:pt x="50" y="88"/>
                        <a:pt x="44" y="91"/>
                        <a:pt x="40" y="92"/>
                      </a:cubicBezTo>
                      <a:cubicBezTo>
                        <a:pt x="36" y="94"/>
                        <a:pt x="35" y="94"/>
                        <a:pt x="32" y="96"/>
                      </a:cubicBezTo>
                      <a:cubicBezTo>
                        <a:pt x="29" y="97"/>
                        <a:pt x="27" y="97"/>
                        <a:pt x="24" y="99"/>
                      </a:cubicBezTo>
                      <a:cubicBezTo>
                        <a:pt x="20" y="101"/>
                        <a:pt x="13" y="104"/>
                        <a:pt x="9" y="104"/>
                      </a:cubicBezTo>
                      <a:cubicBezTo>
                        <a:pt x="3" y="105"/>
                        <a:pt x="3" y="105"/>
                        <a:pt x="3" y="105"/>
                      </a:cubicBezTo>
                      <a:cubicBezTo>
                        <a:pt x="1" y="105"/>
                        <a:pt x="1" y="106"/>
                        <a:pt x="0" y="107"/>
                      </a:cubicBezTo>
                      <a:cubicBezTo>
                        <a:pt x="0" y="108"/>
                        <a:pt x="0" y="111"/>
                        <a:pt x="2" y="112"/>
                      </a:cubicBezTo>
                      <a:cubicBezTo>
                        <a:pt x="4" y="114"/>
                        <a:pt x="3" y="114"/>
                        <a:pt x="5" y="115"/>
                      </a:cubicBezTo>
                      <a:cubicBezTo>
                        <a:pt x="6" y="116"/>
                        <a:pt x="12" y="119"/>
                        <a:pt x="14" y="120"/>
                      </a:cubicBezTo>
                      <a:cubicBezTo>
                        <a:pt x="15" y="119"/>
                        <a:pt x="15" y="119"/>
                        <a:pt x="17" y="119"/>
                      </a:cubicBezTo>
                      <a:cubicBezTo>
                        <a:pt x="20" y="119"/>
                        <a:pt x="30" y="110"/>
                        <a:pt x="32" y="108"/>
                      </a:cubicBezTo>
                      <a:cubicBezTo>
                        <a:pt x="36" y="104"/>
                        <a:pt x="42" y="101"/>
                        <a:pt x="47" y="98"/>
                      </a:cubicBezTo>
                      <a:cubicBezTo>
                        <a:pt x="50" y="96"/>
                        <a:pt x="52" y="95"/>
                        <a:pt x="55" y="93"/>
                      </a:cubicBezTo>
                      <a:cubicBezTo>
                        <a:pt x="57" y="92"/>
                        <a:pt x="58" y="92"/>
                        <a:pt x="59" y="91"/>
                      </a:cubicBezTo>
                      <a:cubicBezTo>
                        <a:pt x="61" y="90"/>
                        <a:pt x="61" y="90"/>
                        <a:pt x="63" y="89"/>
                      </a:cubicBezTo>
                      <a:cubicBezTo>
                        <a:pt x="68" y="87"/>
                        <a:pt x="74" y="80"/>
                        <a:pt x="79" y="80"/>
                      </a:cubicBezTo>
                      <a:cubicBezTo>
                        <a:pt x="81" y="80"/>
                        <a:pt x="82" y="82"/>
                        <a:pt x="82" y="83"/>
                      </a:cubicBezTo>
                      <a:cubicBezTo>
                        <a:pt x="82" y="85"/>
                        <a:pt x="82" y="85"/>
                        <a:pt x="82" y="85"/>
                      </a:cubicBezTo>
                      <a:cubicBezTo>
                        <a:pt x="82" y="86"/>
                        <a:pt x="82" y="86"/>
                        <a:pt x="82" y="86"/>
                      </a:cubicBezTo>
                      <a:cubicBezTo>
                        <a:pt x="80" y="90"/>
                        <a:pt x="79" y="89"/>
                        <a:pt x="78" y="93"/>
                      </a:cubicBezTo>
                      <a:cubicBezTo>
                        <a:pt x="75" y="94"/>
                        <a:pt x="75" y="94"/>
                        <a:pt x="74" y="97"/>
                      </a:cubicBezTo>
                      <a:cubicBezTo>
                        <a:pt x="69" y="98"/>
                        <a:pt x="71" y="99"/>
                        <a:pt x="67" y="101"/>
                      </a:cubicBezTo>
                      <a:cubicBezTo>
                        <a:pt x="63" y="103"/>
                        <a:pt x="63" y="103"/>
                        <a:pt x="61" y="107"/>
                      </a:cubicBezTo>
                      <a:cubicBezTo>
                        <a:pt x="61" y="110"/>
                        <a:pt x="64" y="114"/>
                        <a:pt x="64" y="117"/>
                      </a:cubicBezTo>
                      <a:cubicBezTo>
                        <a:pt x="64" y="118"/>
                        <a:pt x="64" y="118"/>
                        <a:pt x="64" y="118"/>
                      </a:cubicBezTo>
                      <a:cubicBezTo>
                        <a:pt x="64" y="119"/>
                        <a:pt x="64" y="119"/>
                        <a:pt x="64" y="119"/>
                      </a:cubicBezTo>
                      <a:cubicBezTo>
                        <a:pt x="61" y="123"/>
                        <a:pt x="60" y="125"/>
                        <a:pt x="55" y="126"/>
                      </a:cubicBezTo>
                      <a:cubicBezTo>
                        <a:pt x="51" y="127"/>
                        <a:pt x="43" y="129"/>
                        <a:pt x="41" y="129"/>
                      </a:cubicBezTo>
                      <a:cubicBezTo>
                        <a:pt x="40" y="129"/>
                        <a:pt x="40" y="129"/>
                        <a:pt x="40" y="129"/>
                      </a:cubicBezTo>
                      <a:cubicBezTo>
                        <a:pt x="32" y="130"/>
                        <a:pt x="32" y="130"/>
                        <a:pt x="32" y="130"/>
                      </a:cubicBezTo>
                      <a:cubicBezTo>
                        <a:pt x="30" y="130"/>
                        <a:pt x="30" y="130"/>
                        <a:pt x="30" y="130"/>
                      </a:cubicBezTo>
                      <a:cubicBezTo>
                        <a:pt x="27" y="132"/>
                        <a:pt x="27" y="132"/>
                        <a:pt x="27" y="132"/>
                      </a:cubicBezTo>
                      <a:cubicBezTo>
                        <a:pt x="30" y="136"/>
                        <a:pt x="30" y="138"/>
                        <a:pt x="35" y="141"/>
                      </a:cubicBezTo>
                      <a:cubicBezTo>
                        <a:pt x="36" y="141"/>
                        <a:pt x="36" y="141"/>
                        <a:pt x="36" y="141"/>
                      </a:cubicBezTo>
                      <a:cubicBezTo>
                        <a:pt x="38" y="141"/>
                        <a:pt x="38" y="141"/>
                        <a:pt x="38" y="141"/>
                      </a:cubicBezTo>
                      <a:cubicBezTo>
                        <a:pt x="39" y="141"/>
                        <a:pt x="39" y="141"/>
                        <a:pt x="39" y="141"/>
                      </a:cubicBezTo>
                      <a:cubicBezTo>
                        <a:pt x="43" y="138"/>
                        <a:pt x="51" y="133"/>
                        <a:pt x="56" y="133"/>
                      </a:cubicBezTo>
                      <a:cubicBezTo>
                        <a:pt x="58" y="133"/>
                        <a:pt x="58" y="133"/>
                        <a:pt x="58" y="133"/>
                      </a:cubicBezTo>
                      <a:cubicBezTo>
                        <a:pt x="62" y="133"/>
                        <a:pt x="63" y="137"/>
                        <a:pt x="63" y="141"/>
                      </a:cubicBezTo>
                      <a:cubicBezTo>
                        <a:pt x="63" y="143"/>
                        <a:pt x="63" y="143"/>
                        <a:pt x="63" y="143"/>
                      </a:cubicBezTo>
                      <a:cubicBezTo>
                        <a:pt x="63" y="150"/>
                        <a:pt x="60" y="152"/>
                        <a:pt x="56" y="154"/>
                      </a:cubicBezTo>
                      <a:cubicBezTo>
                        <a:pt x="55" y="154"/>
                        <a:pt x="55" y="154"/>
                        <a:pt x="55" y="154"/>
                      </a:cubicBezTo>
                      <a:cubicBezTo>
                        <a:pt x="53" y="154"/>
                        <a:pt x="53" y="154"/>
                        <a:pt x="53" y="154"/>
                      </a:cubicBezTo>
                      <a:cubicBezTo>
                        <a:pt x="52" y="154"/>
                        <a:pt x="52" y="154"/>
                        <a:pt x="51" y="153"/>
                      </a:cubicBezTo>
                      <a:cubicBezTo>
                        <a:pt x="50" y="154"/>
                        <a:pt x="50" y="154"/>
                        <a:pt x="49" y="154"/>
                      </a:cubicBezTo>
                      <a:cubicBezTo>
                        <a:pt x="47" y="154"/>
                        <a:pt x="47" y="154"/>
                        <a:pt x="47" y="154"/>
                      </a:cubicBezTo>
                      <a:cubicBezTo>
                        <a:pt x="47" y="155"/>
                        <a:pt x="46" y="155"/>
                        <a:pt x="46" y="156"/>
                      </a:cubicBezTo>
                      <a:cubicBezTo>
                        <a:pt x="46" y="158"/>
                        <a:pt x="53" y="165"/>
                        <a:pt x="55" y="166"/>
                      </a:cubicBezTo>
                      <a:cubicBezTo>
                        <a:pt x="56" y="166"/>
                        <a:pt x="56" y="166"/>
                        <a:pt x="56" y="166"/>
                      </a:cubicBezTo>
                      <a:cubicBezTo>
                        <a:pt x="61" y="166"/>
                        <a:pt x="61" y="166"/>
                        <a:pt x="61" y="166"/>
                      </a:cubicBezTo>
                      <a:cubicBezTo>
                        <a:pt x="66" y="166"/>
                        <a:pt x="69" y="163"/>
                        <a:pt x="71" y="160"/>
                      </a:cubicBezTo>
                      <a:cubicBezTo>
                        <a:pt x="74" y="155"/>
                        <a:pt x="74" y="151"/>
                        <a:pt x="76" y="148"/>
                      </a:cubicBezTo>
                      <a:cubicBezTo>
                        <a:pt x="75" y="146"/>
                        <a:pt x="75" y="148"/>
                        <a:pt x="75" y="146"/>
                      </a:cubicBezTo>
                      <a:cubicBezTo>
                        <a:pt x="75" y="138"/>
                        <a:pt x="75" y="138"/>
                        <a:pt x="75" y="138"/>
                      </a:cubicBezTo>
                      <a:cubicBezTo>
                        <a:pt x="75" y="130"/>
                        <a:pt x="74" y="128"/>
                        <a:pt x="80" y="124"/>
                      </a:cubicBezTo>
                      <a:cubicBezTo>
                        <a:pt x="81" y="124"/>
                        <a:pt x="81" y="124"/>
                        <a:pt x="81" y="124"/>
                      </a:cubicBezTo>
                      <a:cubicBezTo>
                        <a:pt x="90" y="124"/>
                        <a:pt x="90" y="127"/>
                        <a:pt x="94" y="120"/>
                      </a:cubicBezTo>
                      <a:cubicBezTo>
                        <a:pt x="92" y="117"/>
                        <a:pt x="91" y="116"/>
                        <a:pt x="88" y="115"/>
                      </a:cubicBezTo>
                      <a:cubicBezTo>
                        <a:pt x="86" y="116"/>
                        <a:pt x="84" y="117"/>
                        <a:pt x="81" y="117"/>
                      </a:cubicBezTo>
                      <a:cubicBezTo>
                        <a:pt x="79" y="117"/>
                        <a:pt x="79" y="117"/>
                        <a:pt x="79" y="117"/>
                      </a:cubicBezTo>
                      <a:cubicBezTo>
                        <a:pt x="77" y="116"/>
                        <a:pt x="72" y="109"/>
                        <a:pt x="72" y="107"/>
                      </a:cubicBezTo>
                      <a:cubicBezTo>
                        <a:pt x="72" y="105"/>
                        <a:pt x="72" y="105"/>
                        <a:pt x="72" y="105"/>
                      </a:cubicBezTo>
                      <a:cubicBezTo>
                        <a:pt x="72" y="99"/>
                        <a:pt x="75" y="100"/>
                        <a:pt x="78" y="96"/>
                      </a:cubicBezTo>
                      <a:cubicBezTo>
                        <a:pt x="80" y="96"/>
                        <a:pt x="80" y="96"/>
                        <a:pt x="80" y="96"/>
                      </a:cubicBezTo>
                      <a:cubicBezTo>
                        <a:pt x="82" y="93"/>
                        <a:pt x="89" y="90"/>
                        <a:pt x="92" y="89"/>
                      </a:cubicBezTo>
                      <a:cubicBezTo>
                        <a:pt x="95" y="87"/>
                        <a:pt x="101" y="83"/>
                        <a:pt x="101" y="80"/>
                      </a:cubicBezTo>
                      <a:cubicBezTo>
                        <a:pt x="101" y="77"/>
                        <a:pt x="101" y="79"/>
                        <a:pt x="102" y="78"/>
                      </a:cubicBezTo>
                      <a:cubicBezTo>
                        <a:pt x="101" y="77"/>
                        <a:pt x="101" y="79"/>
                        <a:pt x="101" y="77"/>
                      </a:cubicBezTo>
                      <a:cubicBezTo>
                        <a:pt x="101" y="73"/>
                        <a:pt x="96" y="64"/>
                        <a:pt x="95" y="61"/>
                      </a:cubicBezTo>
                      <a:cubicBezTo>
                        <a:pt x="95" y="61"/>
                        <a:pt x="101" y="55"/>
                        <a:pt x="102" y="55"/>
                      </a:cubicBezTo>
                      <a:cubicBezTo>
                        <a:pt x="104" y="52"/>
                        <a:pt x="106" y="51"/>
                        <a:pt x="109" y="48"/>
                      </a:cubicBezTo>
                      <a:cubicBezTo>
                        <a:pt x="110" y="47"/>
                        <a:pt x="112" y="46"/>
                        <a:pt x="113" y="45"/>
                      </a:cubicBezTo>
                      <a:cubicBezTo>
                        <a:pt x="114" y="44"/>
                        <a:pt x="115" y="43"/>
                        <a:pt x="116" y="42"/>
                      </a:cubicBezTo>
                      <a:cubicBezTo>
                        <a:pt x="118" y="39"/>
                        <a:pt x="118" y="35"/>
                        <a:pt x="121" y="34"/>
                      </a:cubicBezTo>
                      <a:cubicBezTo>
                        <a:pt x="121" y="32"/>
                        <a:pt x="121" y="32"/>
                        <a:pt x="121" y="32"/>
                      </a:cubicBezTo>
                      <a:cubicBezTo>
                        <a:pt x="121" y="27"/>
                        <a:pt x="123" y="30"/>
                        <a:pt x="120" y="24"/>
                      </a:cubicBezTo>
                      <a:cubicBezTo>
                        <a:pt x="118" y="20"/>
                        <a:pt x="118" y="20"/>
                        <a:pt x="116" y="17"/>
                      </a:cubicBezTo>
                      <a:cubicBezTo>
                        <a:pt x="113" y="17"/>
                        <a:pt x="113" y="17"/>
                        <a:pt x="113" y="17"/>
                      </a:cubicBezTo>
                      <a:cubicBezTo>
                        <a:pt x="111" y="17"/>
                        <a:pt x="105" y="19"/>
                        <a:pt x="104" y="20"/>
                      </a:cubicBezTo>
                      <a:cubicBezTo>
                        <a:pt x="101" y="23"/>
                        <a:pt x="102" y="23"/>
                        <a:pt x="96" y="24"/>
                      </a:cubicBezTo>
                      <a:lnTo>
                        <a:pt x="93" y="2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51" name="íṥḻiďê"/>
                <p:cNvSpPr/>
                <p:nvPr/>
              </p:nvSpPr>
              <p:spPr bwMode="auto">
                <a:xfrm>
                  <a:off x="5159376" y="3357563"/>
                  <a:ext cx="117475" cy="366713"/>
                </a:xfrm>
                <a:custGeom>
                  <a:avLst/>
                  <a:gdLst>
                    <a:gd name="T0" fmla="*/ 23 w 36"/>
                    <a:gd name="T1" fmla="*/ 14 h 110"/>
                    <a:gd name="T2" fmla="*/ 23 w 36"/>
                    <a:gd name="T3" fmla="*/ 12 h 110"/>
                    <a:gd name="T4" fmla="*/ 18 w 36"/>
                    <a:gd name="T5" fmla="*/ 6 h 110"/>
                    <a:gd name="T6" fmla="*/ 13 w 36"/>
                    <a:gd name="T7" fmla="*/ 0 h 110"/>
                    <a:gd name="T8" fmla="*/ 11 w 36"/>
                    <a:gd name="T9" fmla="*/ 4 h 110"/>
                    <a:gd name="T10" fmla="*/ 13 w 36"/>
                    <a:gd name="T11" fmla="*/ 16 h 110"/>
                    <a:gd name="T12" fmla="*/ 12 w 36"/>
                    <a:gd name="T13" fmla="*/ 34 h 110"/>
                    <a:gd name="T14" fmla="*/ 7 w 36"/>
                    <a:gd name="T15" fmla="*/ 65 h 110"/>
                    <a:gd name="T16" fmla="*/ 3 w 36"/>
                    <a:gd name="T17" fmla="*/ 80 h 110"/>
                    <a:gd name="T18" fmla="*/ 0 w 36"/>
                    <a:gd name="T19" fmla="*/ 95 h 110"/>
                    <a:gd name="T20" fmla="*/ 0 w 36"/>
                    <a:gd name="T21" fmla="*/ 98 h 110"/>
                    <a:gd name="T22" fmla="*/ 0 w 36"/>
                    <a:gd name="T23" fmla="*/ 100 h 110"/>
                    <a:gd name="T24" fmla="*/ 4 w 36"/>
                    <a:gd name="T25" fmla="*/ 105 h 110"/>
                    <a:gd name="T26" fmla="*/ 9 w 36"/>
                    <a:gd name="T27" fmla="*/ 110 h 110"/>
                    <a:gd name="T28" fmla="*/ 15 w 36"/>
                    <a:gd name="T29" fmla="*/ 104 h 110"/>
                    <a:gd name="T30" fmla="*/ 18 w 36"/>
                    <a:gd name="T31" fmla="*/ 96 h 110"/>
                    <a:gd name="T32" fmla="*/ 18 w 36"/>
                    <a:gd name="T33" fmla="*/ 90 h 110"/>
                    <a:gd name="T34" fmla="*/ 21 w 36"/>
                    <a:gd name="T35" fmla="*/ 71 h 110"/>
                    <a:gd name="T36" fmla="*/ 25 w 36"/>
                    <a:gd name="T37" fmla="*/ 53 h 110"/>
                    <a:gd name="T38" fmla="*/ 30 w 36"/>
                    <a:gd name="T39" fmla="*/ 36 h 110"/>
                    <a:gd name="T40" fmla="*/ 35 w 36"/>
                    <a:gd name="T41" fmla="*/ 20 h 110"/>
                    <a:gd name="T42" fmla="*/ 33 w 36"/>
                    <a:gd name="T43" fmla="*/ 20 h 110"/>
                    <a:gd name="T44" fmla="*/ 30 w 36"/>
                    <a:gd name="T45" fmla="*/ 22 h 110"/>
                    <a:gd name="T46" fmla="*/ 23 w 36"/>
                    <a:gd name="T47" fmla="*/ 17 h 110"/>
                    <a:gd name="T48" fmla="*/ 23 w 36"/>
                    <a:gd name="T49" fmla="*/ 15 h 110"/>
                    <a:gd name="T50" fmla="*/ 23 w 36"/>
                    <a:gd name="T51" fmla="*/ 14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6" h="110">
                      <a:moveTo>
                        <a:pt x="23" y="14"/>
                      </a:moveTo>
                      <a:cubicBezTo>
                        <a:pt x="23" y="12"/>
                        <a:pt x="23" y="12"/>
                        <a:pt x="23" y="12"/>
                      </a:cubicBezTo>
                      <a:cubicBezTo>
                        <a:pt x="21" y="8"/>
                        <a:pt x="22" y="9"/>
                        <a:pt x="18" y="6"/>
                      </a:cubicBezTo>
                      <a:cubicBezTo>
                        <a:pt x="17" y="4"/>
                        <a:pt x="15" y="2"/>
                        <a:pt x="13" y="0"/>
                      </a:cubicBezTo>
                      <a:cubicBezTo>
                        <a:pt x="12" y="1"/>
                        <a:pt x="11" y="3"/>
                        <a:pt x="11" y="4"/>
                      </a:cubicBezTo>
                      <a:cubicBezTo>
                        <a:pt x="11" y="7"/>
                        <a:pt x="13" y="12"/>
                        <a:pt x="13" y="16"/>
                      </a:cubicBezTo>
                      <a:cubicBezTo>
                        <a:pt x="12" y="34"/>
                        <a:pt x="12" y="34"/>
                        <a:pt x="12" y="34"/>
                      </a:cubicBezTo>
                      <a:cubicBezTo>
                        <a:pt x="12" y="43"/>
                        <a:pt x="9" y="56"/>
                        <a:pt x="7" y="65"/>
                      </a:cubicBezTo>
                      <a:cubicBezTo>
                        <a:pt x="6" y="72"/>
                        <a:pt x="4" y="75"/>
                        <a:pt x="3" y="80"/>
                      </a:cubicBezTo>
                      <a:cubicBezTo>
                        <a:pt x="2" y="85"/>
                        <a:pt x="0" y="91"/>
                        <a:pt x="0" y="95"/>
                      </a:cubicBezTo>
                      <a:cubicBezTo>
                        <a:pt x="0" y="98"/>
                        <a:pt x="0" y="98"/>
                        <a:pt x="0" y="98"/>
                      </a:cubicBezTo>
                      <a:cubicBezTo>
                        <a:pt x="0" y="100"/>
                        <a:pt x="0" y="100"/>
                        <a:pt x="0" y="100"/>
                      </a:cubicBezTo>
                      <a:cubicBezTo>
                        <a:pt x="2" y="102"/>
                        <a:pt x="2" y="103"/>
                        <a:pt x="4" y="105"/>
                      </a:cubicBezTo>
                      <a:cubicBezTo>
                        <a:pt x="6" y="108"/>
                        <a:pt x="7" y="108"/>
                        <a:pt x="9" y="110"/>
                      </a:cubicBezTo>
                      <a:cubicBezTo>
                        <a:pt x="12" y="108"/>
                        <a:pt x="13" y="108"/>
                        <a:pt x="15" y="104"/>
                      </a:cubicBezTo>
                      <a:cubicBezTo>
                        <a:pt x="16" y="102"/>
                        <a:pt x="18" y="99"/>
                        <a:pt x="18" y="96"/>
                      </a:cubicBezTo>
                      <a:cubicBezTo>
                        <a:pt x="18" y="90"/>
                        <a:pt x="18" y="90"/>
                        <a:pt x="18" y="90"/>
                      </a:cubicBezTo>
                      <a:cubicBezTo>
                        <a:pt x="18" y="83"/>
                        <a:pt x="20" y="77"/>
                        <a:pt x="21" y="71"/>
                      </a:cubicBezTo>
                      <a:cubicBezTo>
                        <a:pt x="23" y="65"/>
                        <a:pt x="23" y="59"/>
                        <a:pt x="25" y="53"/>
                      </a:cubicBezTo>
                      <a:cubicBezTo>
                        <a:pt x="26" y="47"/>
                        <a:pt x="29" y="42"/>
                        <a:pt x="30" y="36"/>
                      </a:cubicBezTo>
                      <a:cubicBezTo>
                        <a:pt x="31" y="28"/>
                        <a:pt x="34" y="27"/>
                        <a:pt x="35" y="20"/>
                      </a:cubicBezTo>
                      <a:cubicBezTo>
                        <a:pt x="34" y="19"/>
                        <a:pt x="36" y="20"/>
                        <a:pt x="33" y="20"/>
                      </a:cubicBezTo>
                      <a:cubicBezTo>
                        <a:pt x="33" y="20"/>
                        <a:pt x="30" y="22"/>
                        <a:pt x="30" y="22"/>
                      </a:cubicBezTo>
                      <a:cubicBezTo>
                        <a:pt x="25" y="21"/>
                        <a:pt x="25" y="21"/>
                        <a:pt x="23" y="17"/>
                      </a:cubicBezTo>
                      <a:cubicBezTo>
                        <a:pt x="23" y="15"/>
                        <a:pt x="23" y="15"/>
                        <a:pt x="23" y="15"/>
                      </a:cubicBezTo>
                      <a:lnTo>
                        <a:pt x="23" y="14"/>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nvGrpSpPr>
              <p:cNvPr id="125" name="ïšľîḍê"/>
              <p:cNvGrpSpPr/>
              <p:nvPr/>
            </p:nvGrpSpPr>
            <p:grpSpPr>
              <a:xfrm>
                <a:off x="4412452" y="3781425"/>
                <a:ext cx="2312689" cy="166461"/>
                <a:chOff x="6986588" y="3521075"/>
                <a:chExt cx="1654176" cy="119063"/>
              </a:xfrm>
            </p:grpSpPr>
            <p:sp>
              <p:nvSpPr>
                <p:cNvPr id="126" name="îṩľîḑê"/>
                <p:cNvSpPr/>
                <p:nvPr/>
              </p:nvSpPr>
              <p:spPr bwMode="auto">
                <a:xfrm>
                  <a:off x="6986588" y="3521075"/>
                  <a:ext cx="155575" cy="119063"/>
                </a:xfrm>
                <a:custGeom>
                  <a:avLst/>
                  <a:gdLst>
                    <a:gd name="T0" fmla="*/ 84 w 98"/>
                    <a:gd name="T1" fmla="*/ 0 h 75"/>
                    <a:gd name="T2" fmla="*/ 59 w 98"/>
                    <a:gd name="T3" fmla="*/ 52 h 75"/>
                    <a:gd name="T4" fmla="*/ 57 w 98"/>
                    <a:gd name="T5" fmla="*/ 0 h 75"/>
                    <a:gd name="T6" fmla="*/ 40 w 98"/>
                    <a:gd name="T7" fmla="*/ 0 h 75"/>
                    <a:gd name="T8" fmla="*/ 15 w 98"/>
                    <a:gd name="T9" fmla="*/ 52 h 75"/>
                    <a:gd name="T10" fmla="*/ 15 w 98"/>
                    <a:gd name="T11" fmla="*/ 0 h 75"/>
                    <a:gd name="T12" fmla="*/ 0 w 98"/>
                    <a:gd name="T13" fmla="*/ 0 h 75"/>
                    <a:gd name="T14" fmla="*/ 2 w 98"/>
                    <a:gd name="T15" fmla="*/ 75 h 75"/>
                    <a:gd name="T16" fmla="*/ 19 w 98"/>
                    <a:gd name="T17" fmla="*/ 75 h 75"/>
                    <a:gd name="T18" fmla="*/ 44 w 98"/>
                    <a:gd name="T19" fmla="*/ 21 h 75"/>
                    <a:gd name="T20" fmla="*/ 46 w 98"/>
                    <a:gd name="T21" fmla="*/ 75 h 75"/>
                    <a:gd name="T22" fmla="*/ 63 w 98"/>
                    <a:gd name="T23" fmla="*/ 75 h 75"/>
                    <a:gd name="T24" fmla="*/ 98 w 98"/>
                    <a:gd name="T25" fmla="*/ 0 h 75"/>
                    <a:gd name="T26" fmla="*/ 84 w 98"/>
                    <a:gd name="T27"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98" h="75">
                      <a:moveTo>
                        <a:pt x="84" y="0"/>
                      </a:moveTo>
                      <a:lnTo>
                        <a:pt x="59" y="52"/>
                      </a:lnTo>
                      <a:lnTo>
                        <a:pt x="57" y="0"/>
                      </a:lnTo>
                      <a:lnTo>
                        <a:pt x="40" y="0"/>
                      </a:lnTo>
                      <a:lnTo>
                        <a:pt x="15" y="52"/>
                      </a:lnTo>
                      <a:lnTo>
                        <a:pt x="15" y="0"/>
                      </a:lnTo>
                      <a:lnTo>
                        <a:pt x="0" y="0"/>
                      </a:lnTo>
                      <a:lnTo>
                        <a:pt x="2" y="75"/>
                      </a:lnTo>
                      <a:lnTo>
                        <a:pt x="19" y="75"/>
                      </a:lnTo>
                      <a:lnTo>
                        <a:pt x="44" y="21"/>
                      </a:lnTo>
                      <a:lnTo>
                        <a:pt x="46" y="75"/>
                      </a:lnTo>
                      <a:lnTo>
                        <a:pt x="63" y="75"/>
                      </a:lnTo>
                      <a:lnTo>
                        <a:pt x="98" y="0"/>
                      </a:lnTo>
                      <a:lnTo>
                        <a:pt x="84"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27" name="îṩḷîde"/>
                <p:cNvSpPr/>
                <p:nvPr/>
              </p:nvSpPr>
              <p:spPr bwMode="auto">
                <a:xfrm>
                  <a:off x="7135813" y="3521075"/>
                  <a:ext cx="112713" cy="119063"/>
                </a:xfrm>
                <a:custGeom>
                  <a:avLst/>
                  <a:gdLst>
                    <a:gd name="T0" fmla="*/ 22 w 34"/>
                    <a:gd name="T1" fmla="*/ 20 h 36"/>
                    <a:gd name="T2" fmla="*/ 20 w 34"/>
                    <a:gd name="T3" fmla="*/ 26 h 36"/>
                    <a:gd name="T4" fmla="*/ 18 w 34"/>
                    <a:gd name="T5" fmla="*/ 29 h 36"/>
                    <a:gd name="T6" fmla="*/ 13 w 34"/>
                    <a:gd name="T7" fmla="*/ 30 h 36"/>
                    <a:gd name="T8" fmla="*/ 9 w 34"/>
                    <a:gd name="T9" fmla="*/ 29 h 36"/>
                    <a:gd name="T10" fmla="*/ 7 w 34"/>
                    <a:gd name="T11" fmla="*/ 25 h 36"/>
                    <a:gd name="T12" fmla="*/ 7 w 34"/>
                    <a:gd name="T13" fmla="*/ 24 h 36"/>
                    <a:gd name="T14" fmla="*/ 8 w 34"/>
                    <a:gd name="T15" fmla="*/ 19 h 36"/>
                    <a:gd name="T16" fmla="*/ 12 w 34"/>
                    <a:gd name="T17" fmla="*/ 0 h 36"/>
                    <a:gd name="T18" fmla="*/ 5 w 34"/>
                    <a:gd name="T19" fmla="*/ 0 h 36"/>
                    <a:gd name="T20" fmla="*/ 1 w 34"/>
                    <a:gd name="T21" fmla="*/ 19 h 36"/>
                    <a:gd name="T22" fmla="*/ 0 w 34"/>
                    <a:gd name="T23" fmla="*/ 23 h 36"/>
                    <a:gd name="T24" fmla="*/ 0 w 34"/>
                    <a:gd name="T25" fmla="*/ 25 h 36"/>
                    <a:gd name="T26" fmla="*/ 3 w 34"/>
                    <a:gd name="T27" fmla="*/ 33 h 36"/>
                    <a:gd name="T28" fmla="*/ 13 w 34"/>
                    <a:gd name="T29" fmla="*/ 36 h 36"/>
                    <a:gd name="T30" fmla="*/ 22 w 34"/>
                    <a:gd name="T31" fmla="*/ 34 h 36"/>
                    <a:gd name="T32" fmla="*/ 27 w 34"/>
                    <a:gd name="T33" fmla="*/ 29 h 36"/>
                    <a:gd name="T34" fmla="*/ 30 w 34"/>
                    <a:gd name="T35" fmla="*/ 20 h 36"/>
                    <a:gd name="T36" fmla="*/ 34 w 34"/>
                    <a:gd name="T37" fmla="*/ 0 h 36"/>
                    <a:gd name="T38" fmla="*/ 26 w 34"/>
                    <a:gd name="T39" fmla="*/ 0 h 36"/>
                    <a:gd name="T40" fmla="*/ 22 w 34"/>
                    <a:gd name="T41" fmla="*/ 2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4" h="36">
                      <a:moveTo>
                        <a:pt x="22" y="20"/>
                      </a:moveTo>
                      <a:cubicBezTo>
                        <a:pt x="22" y="23"/>
                        <a:pt x="21" y="25"/>
                        <a:pt x="20" y="26"/>
                      </a:cubicBezTo>
                      <a:cubicBezTo>
                        <a:pt x="20" y="28"/>
                        <a:pt x="19" y="29"/>
                        <a:pt x="18" y="29"/>
                      </a:cubicBezTo>
                      <a:cubicBezTo>
                        <a:pt x="17" y="30"/>
                        <a:pt x="15" y="30"/>
                        <a:pt x="13" y="30"/>
                      </a:cubicBezTo>
                      <a:cubicBezTo>
                        <a:pt x="11" y="30"/>
                        <a:pt x="10" y="30"/>
                        <a:pt x="9" y="29"/>
                      </a:cubicBezTo>
                      <a:cubicBezTo>
                        <a:pt x="8" y="28"/>
                        <a:pt x="7" y="27"/>
                        <a:pt x="7" y="25"/>
                      </a:cubicBezTo>
                      <a:cubicBezTo>
                        <a:pt x="7" y="25"/>
                        <a:pt x="7" y="25"/>
                        <a:pt x="7" y="24"/>
                      </a:cubicBezTo>
                      <a:cubicBezTo>
                        <a:pt x="8" y="19"/>
                        <a:pt x="8" y="19"/>
                        <a:pt x="8" y="19"/>
                      </a:cubicBezTo>
                      <a:cubicBezTo>
                        <a:pt x="12" y="0"/>
                        <a:pt x="12" y="0"/>
                        <a:pt x="12" y="0"/>
                      </a:cubicBezTo>
                      <a:cubicBezTo>
                        <a:pt x="5" y="0"/>
                        <a:pt x="5" y="0"/>
                        <a:pt x="5" y="0"/>
                      </a:cubicBezTo>
                      <a:cubicBezTo>
                        <a:pt x="1" y="19"/>
                        <a:pt x="1" y="19"/>
                        <a:pt x="1" y="19"/>
                      </a:cubicBezTo>
                      <a:cubicBezTo>
                        <a:pt x="1" y="21"/>
                        <a:pt x="0" y="23"/>
                        <a:pt x="0" y="23"/>
                      </a:cubicBezTo>
                      <a:cubicBezTo>
                        <a:pt x="0" y="24"/>
                        <a:pt x="0" y="25"/>
                        <a:pt x="0" y="25"/>
                      </a:cubicBezTo>
                      <a:cubicBezTo>
                        <a:pt x="0" y="29"/>
                        <a:pt x="1" y="31"/>
                        <a:pt x="3" y="33"/>
                      </a:cubicBezTo>
                      <a:cubicBezTo>
                        <a:pt x="6" y="35"/>
                        <a:pt x="9" y="36"/>
                        <a:pt x="13" y="36"/>
                      </a:cubicBezTo>
                      <a:cubicBezTo>
                        <a:pt x="16" y="36"/>
                        <a:pt x="19" y="36"/>
                        <a:pt x="22" y="34"/>
                      </a:cubicBezTo>
                      <a:cubicBezTo>
                        <a:pt x="24" y="33"/>
                        <a:pt x="25" y="31"/>
                        <a:pt x="27" y="29"/>
                      </a:cubicBezTo>
                      <a:cubicBezTo>
                        <a:pt x="28" y="27"/>
                        <a:pt x="29" y="24"/>
                        <a:pt x="30" y="20"/>
                      </a:cubicBezTo>
                      <a:cubicBezTo>
                        <a:pt x="34" y="0"/>
                        <a:pt x="34" y="0"/>
                        <a:pt x="34" y="0"/>
                      </a:cubicBezTo>
                      <a:cubicBezTo>
                        <a:pt x="26" y="0"/>
                        <a:pt x="26" y="0"/>
                        <a:pt x="26" y="0"/>
                      </a:cubicBezTo>
                      <a:lnTo>
                        <a:pt x="22" y="2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28" name="îṣḻîḑê"/>
                <p:cNvSpPr/>
                <p:nvPr/>
              </p:nvSpPr>
              <p:spPr bwMode="auto">
                <a:xfrm>
                  <a:off x="7248526" y="3521075"/>
                  <a:ext cx="114300" cy="119063"/>
                </a:xfrm>
                <a:custGeom>
                  <a:avLst/>
                  <a:gdLst>
                    <a:gd name="T0" fmla="*/ 58 w 72"/>
                    <a:gd name="T1" fmla="*/ 0 h 75"/>
                    <a:gd name="T2" fmla="*/ 52 w 72"/>
                    <a:gd name="T3" fmla="*/ 29 h 75"/>
                    <a:gd name="T4" fmla="*/ 22 w 72"/>
                    <a:gd name="T5" fmla="*/ 29 h 75"/>
                    <a:gd name="T6" fmla="*/ 29 w 72"/>
                    <a:gd name="T7" fmla="*/ 0 h 75"/>
                    <a:gd name="T8" fmla="*/ 14 w 72"/>
                    <a:gd name="T9" fmla="*/ 0 h 75"/>
                    <a:gd name="T10" fmla="*/ 0 w 72"/>
                    <a:gd name="T11" fmla="*/ 75 h 75"/>
                    <a:gd name="T12" fmla="*/ 14 w 72"/>
                    <a:gd name="T13" fmla="*/ 75 h 75"/>
                    <a:gd name="T14" fmla="*/ 20 w 72"/>
                    <a:gd name="T15" fmla="*/ 42 h 75"/>
                    <a:gd name="T16" fmla="*/ 50 w 72"/>
                    <a:gd name="T17" fmla="*/ 42 h 75"/>
                    <a:gd name="T18" fmla="*/ 43 w 72"/>
                    <a:gd name="T19" fmla="*/ 75 h 75"/>
                    <a:gd name="T20" fmla="*/ 58 w 72"/>
                    <a:gd name="T21" fmla="*/ 75 h 75"/>
                    <a:gd name="T22" fmla="*/ 72 w 72"/>
                    <a:gd name="T23" fmla="*/ 0 h 75"/>
                    <a:gd name="T24" fmla="*/ 58 w 72"/>
                    <a:gd name="T25"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2" h="75">
                      <a:moveTo>
                        <a:pt x="58" y="0"/>
                      </a:moveTo>
                      <a:lnTo>
                        <a:pt x="52" y="29"/>
                      </a:lnTo>
                      <a:lnTo>
                        <a:pt x="22" y="29"/>
                      </a:lnTo>
                      <a:lnTo>
                        <a:pt x="29" y="0"/>
                      </a:lnTo>
                      <a:lnTo>
                        <a:pt x="14" y="0"/>
                      </a:lnTo>
                      <a:lnTo>
                        <a:pt x="0" y="75"/>
                      </a:lnTo>
                      <a:lnTo>
                        <a:pt x="14" y="75"/>
                      </a:lnTo>
                      <a:lnTo>
                        <a:pt x="20" y="42"/>
                      </a:lnTo>
                      <a:lnTo>
                        <a:pt x="50" y="42"/>
                      </a:lnTo>
                      <a:lnTo>
                        <a:pt x="43" y="75"/>
                      </a:lnTo>
                      <a:lnTo>
                        <a:pt x="58" y="75"/>
                      </a:lnTo>
                      <a:lnTo>
                        <a:pt x="72" y="0"/>
                      </a:lnTo>
                      <a:lnTo>
                        <a:pt x="58"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29" name="ïṥlíḑê"/>
                <p:cNvSpPr/>
                <p:nvPr/>
              </p:nvSpPr>
              <p:spPr bwMode="auto">
                <a:xfrm>
                  <a:off x="7356476" y="3521075"/>
                  <a:ext cx="112713" cy="119063"/>
                </a:xfrm>
                <a:custGeom>
                  <a:avLst/>
                  <a:gdLst>
                    <a:gd name="T0" fmla="*/ 42 w 71"/>
                    <a:gd name="T1" fmla="*/ 0 h 75"/>
                    <a:gd name="T2" fmla="*/ 0 w 71"/>
                    <a:gd name="T3" fmla="*/ 75 h 75"/>
                    <a:gd name="T4" fmla="*/ 15 w 71"/>
                    <a:gd name="T5" fmla="*/ 75 h 75"/>
                    <a:gd name="T6" fmla="*/ 23 w 71"/>
                    <a:gd name="T7" fmla="*/ 59 h 75"/>
                    <a:gd name="T8" fmla="*/ 54 w 71"/>
                    <a:gd name="T9" fmla="*/ 59 h 75"/>
                    <a:gd name="T10" fmla="*/ 56 w 71"/>
                    <a:gd name="T11" fmla="*/ 75 h 75"/>
                    <a:gd name="T12" fmla="*/ 71 w 71"/>
                    <a:gd name="T13" fmla="*/ 75 h 75"/>
                    <a:gd name="T14" fmla="*/ 58 w 71"/>
                    <a:gd name="T15" fmla="*/ 0 h 75"/>
                    <a:gd name="T16" fmla="*/ 42 w 71"/>
                    <a:gd name="T17" fmla="*/ 0 h 75"/>
                    <a:gd name="T18" fmla="*/ 29 w 71"/>
                    <a:gd name="T19" fmla="*/ 46 h 75"/>
                    <a:gd name="T20" fmla="*/ 48 w 71"/>
                    <a:gd name="T21" fmla="*/ 17 h 75"/>
                    <a:gd name="T22" fmla="*/ 52 w 71"/>
                    <a:gd name="T23" fmla="*/ 46 h 75"/>
                    <a:gd name="T24" fmla="*/ 29 w 71"/>
                    <a:gd name="T25" fmla="*/ 4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75">
                      <a:moveTo>
                        <a:pt x="42" y="0"/>
                      </a:moveTo>
                      <a:lnTo>
                        <a:pt x="0" y="75"/>
                      </a:lnTo>
                      <a:lnTo>
                        <a:pt x="15" y="75"/>
                      </a:lnTo>
                      <a:lnTo>
                        <a:pt x="23" y="59"/>
                      </a:lnTo>
                      <a:lnTo>
                        <a:pt x="54" y="59"/>
                      </a:lnTo>
                      <a:lnTo>
                        <a:pt x="56" y="75"/>
                      </a:lnTo>
                      <a:lnTo>
                        <a:pt x="71" y="75"/>
                      </a:lnTo>
                      <a:lnTo>
                        <a:pt x="58" y="0"/>
                      </a:lnTo>
                      <a:lnTo>
                        <a:pt x="42" y="0"/>
                      </a:lnTo>
                      <a:close/>
                      <a:moveTo>
                        <a:pt x="29" y="46"/>
                      </a:moveTo>
                      <a:lnTo>
                        <a:pt x="48" y="17"/>
                      </a:lnTo>
                      <a:lnTo>
                        <a:pt x="52" y="46"/>
                      </a:lnTo>
                      <a:lnTo>
                        <a:pt x="29" y="46"/>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30" name="îş1íḋe"/>
                <p:cNvSpPr/>
                <p:nvPr/>
              </p:nvSpPr>
              <p:spPr bwMode="auto">
                <a:xfrm>
                  <a:off x="7481888" y="3521075"/>
                  <a:ext cx="119063" cy="119063"/>
                </a:xfrm>
                <a:custGeom>
                  <a:avLst/>
                  <a:gdLst>
                    <a:gd name="T0" fmla="*/ 50 w 75"/>
                    <a:gd name="T1" fmla="*/ 50 h 75"/>
                    <a:gd name="T2" fmla="*/ 31 w 75"/>
                    <a:gd name="T3" fmla="*/ 0 h 75"/>
                    <a:gd name="T4" fmla="*/ 17 w 75"/>
                    <a:gd name="T5" fmla="*/ 0 h 75"/>
                    <a:gd name="T6" fmla="*/ 0 w 75"/>
                    <a:gd name="T7" fmla="*/ 75 h 75"/>
                    <a:gd name="T8" fmla="*/ 15 w 75"/>
                    <a:gd name="T9" fmla="*/ 75 h 75"/>
                    <a:gd name="T10" fmla="*/ 25 w 75"/>
                    <a:gd name="T11" fmla="*/ 25 h 75"/>
                    <a:gd name="T12" fmla="*/ 46 w 75"/>
                    <a:gd name="T13" fmla="*/ 75 h 75"/>
                    <a:gd name="T14" fmla="*/ 58 w 75"/>
                    <a:gd name="T15" fmla="*/ 75 h 75"/>
                    <a:gd name="T16" fmla="*/ 75 w 75"/>
                    <a:gd name="T17" fmla="*/ 0 h 75"/>
                    <a:gd name="T18" fmla="*/ 61 w 75"/>
                    <a:gd name="T19" fmla="*/ 0 h 75"/>
                    <a:gd name="T20" fmla="*/ 50 w 75"/>
                    <a:gd name="T21" fmla="*/ 5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5" h="75">
                      <a:moveTo>
                        <a:pt x="50" y="50"/>
                      </a:moveTo>
                      <a:lnTo>
                        <a:pt x="31" y="0"/>
                      </a:lnTo>
                      <a:lnTo>
                        <a:pt x="17" y="0"/>
                      </a:lnTo>
                      <a:lnTo>
                        <a:pt x="0" y="75"/>
                      </a:lnTo>
                      <a:lnTo>
                        <a:pt x="15" y="75"/>
                      </a:lnTo>
                      <a:lnTo>
                        <a:pt x="25" y="25"/>
                      </a:lnTo>
                      <a:lnTo>
                        <a:pt x="46" y="75"/>
                      </a:lnTo>
                      <a:lnTo>
                        <a:pt x="58" y="75"/>
                      </a:lnTo>
                      <a:lnTo>
                        <a:pt x="75" y="0"/>
                      </a:lnTo>
                      <a:lnTo>
                        <a:pt x="61" y="0"/>
                      </a:lnTo>
                      <a:lnTo>
                        <a:pt x="50" y="5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31" name="îş1ïḋe"/>
                <p:cNvSpPr/>
                <p:nvPr/>
              </p:nvSpPr>
              <p:spPr bwMode="auto">
                <a:xfrm>
                  <a:off x="7653338" y="3521075"/>
                  <a:ext cx="112713" cy="119063"/>
                </a:xfrm>
                <a:custGeom>
                  <a:avLst/>
                  <a:gdLst>
                    <a:gd name="T0" fmla="*/ 22 w 34"/>
                    <a:gd name="T1" fmla="*/ 20 h 36"/>
                    <a:gd name="T2" fmla="*/ 20 w 34"/>
                    <a:gd name="T3" fmla="*/ 26 h 36"/>
                    <a:gd name="T4" fmla="*/ 18 w 34"/>
                    <a:gd name="T5" fmla="*/ 29 h 36"/>
                    <a:gd name="T6" fmla="*/ 13 w 34"/>
                    <a:gd name="T7" fmla="*/ 30 h 36"/>
                    <a:gd name="T8" fmla="*/ 9 w 34"/>
                    <a:gd name="T9" fmla="*/ 29 h 36"/>
                    <a:gd name="T10" fmla="*/ 7 w 34"/>
                    <a:gd name="T11" fmla="*/ 25 h 36"/>
                    <a:gd name="T12" fmla="*/ 7 w 34"/>
                    <a:gd name="T13" fmla="*/ 24 h 36"/>
                    <a:gd name="T14" fmla="*/ 8 w 34"/>
                    <a:gd name="T15" fmla="*/ 19 h 36"/>
                    <a:gd name="T16" fmla="*/ 12 w 34"/>
                    <a:gd name="T17" fmla="*/ 0 h 36"/>
                    <a:gd name="T18" fmla="*/ 5 w 34"/>
                    <a:gd name="T19" fmla="*/ 0 h 36"/>
                    <a:gd name="T20" fmla="*/ 1 w 34"/>
                    <a:gd name="T21" fmla="*/ 19 h 36"/>
                    <a:gd name="T22" fmla="*/ 0 w 34"/>
                    <a:gd name="T23" fmla="*/ 23 h 36"/>
                    <a:gd name="T24" fmla="*/ 0 w 34"/>
                    <a:gd name="T25" fmla="*/ 25 h 36"/>
                    <a:gd name="T26" fmla="*/ 3 w 34"/>
                    <a:gd name="T27" fmla="*/ 33 h 36"/>
                    <a:gd name="T28" fmla="*/ 13 w 34"/>
                    <a:gd name="T29" fmla="*/ 36 h 36"/>
                    <a:gd name="T30" fmla="*/ 22 w 34"/>
                    <a:gd name="T31" fmla="*/ 34 h 36"/>
                    <a:gd name="T32" fmla="*/ 27 w 34"/>
                    <a:gd name="T33" fmla="*/ 29 h 36"/>
                    <a:gd name="T34" fmla="*/ 30 w 34"/>
                    <a:gd name="T35" fmla="*/ 20 h 36"/>
                    <a:gd name="T36" fmla="*/ 34 w 34"/>
                    <a:gd name="T37" fmla="*/ 0 h 36"/>
                    <a:gd name="T38" fmla="*/ 26 w 34"/>
                    <a:gd name="T39" fmla="*/ 0 h 36"/>
                    <a:gd name="T40" fmla="*/ 22 w 34"/>
                    <a:gd name="T41" fmla="*/ 2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4" h="36">
                      <a:moveTo>
                        <a:pt x="22" y="20"/>
                      </a:moveTo>
                      <a:cubicBezTo>
                        <a:pt x="22" y="23"/>
                        <a:pt x="21" y="25"/>
                        <a:pt x="20" y="26"/>
                      </a:cubicBezTo>
                      <a:cubicBezTo>
                        <a:pt x="20" y="28"/>
                        <a:pt x="19" y="29"/>
                        <a:pt x="18" y="29"/>
                      </a:cubicBezTo>
                      <a:cubicBezTo>
                        <a:pt x="17" y="30"/>
                        <a:pt x="15" y="30"/>
                        <a:pt x="13" y="30"/>
                      </a:cubicBezTo>
                      <a:cubicBezTo>
                        <a:pt x="11" y="30"/>
                        <a:pt x="10" y="30"/>
                        <a:pt x="9" y="29"/>
                      </a:cubicBezTo>
                      <a:cubicBezTo>
                        <a:pt x="8" y="28"/>
                        <a:pt x="7" y="27"/>
                        <a:pt x="7" y="25"/>
                      </a:cubicBezTo>
                      <a:cubicBezTo>
                        <a:pt x="7" y="25"/>
                        <a:pt x="7" y="25"/>
                        <a:pt x="7" y="24"/>
                      </a:cubicBezTo>
                      <a:cubicBezTo>
                        <a:pt x="8" y="19"/>
                        <a:pt x="8" y="19"/>
                        <a:pt x="8" y="19"/>
                      </a:cubicBezTo>
                      <a:cubicBezTo>
                        <a:pt x="12" y="0"/>
                        <a:pt x="12" y="0"/>
                        <a:pt x="12" y="0"/>
                      </a:cubicBezTo>
                      <a:cubicBezTo>
                        <a:pt x="5" y="0"/>
                        <a:pt x="5" y="0"/>
                        <a:pt x="5" y="0"/>
                      </a:cubicBezTo>
                      <a:cubicBezTo>
                        <a:pt x="1" y="19"/>
                        <a:pt x="1" y="19"/>
                        <a:pt x="1" y="19"/>
                      </a:cubicBezTo>
                      <a:cubicBezTo>
                        <a:pt x="1" y="21"/>
                        <a:pt x="0" y="23"/>
                        <a:pt x="0" y="23"/>
                      </a:cubicBezTo>
                      <a:cubicBezTo>
                        <a:pt x="0" y="24"/>
                        <a:pt x="0" y="25"/>
                        <a:pt x="0" y="25"/>
                      </a:cubicBezTo>
                      <a:cubicBezTo>
                        <a:pt x="0" y="29"/>
                        <a:pt x="1" y="31"/>
                        <a:pt x="3" y="33"/>
                      </a:cubicBezTo>
                      <a:cubicBezTo>
                        <a:pt x="6" y="35"/>
                        <a:pt x="9" y="36"/>
                        <a:pt x="13" y="36"/>
                      </a:cubicBezTo>
                      <a:cubicBezTo>
                        <a:pt x="16" y="36"/>
                        <a:pt x="19" y="36"/>
                        <a:pt x="22" y="34"/>
                      </a:cubicBezTo>
                      <a:cubicBezTo>
                        <a:pt x="24" y="33"/>
                        <a:pt x="25" y="31"/>
                        <a:pt x="27" y="29"/>
                      </a:cubicBezTo>
                      <a:cubicBezTo>
                        <a:pt x="28" y="27"/>
                        <a:pt x="29" y="24"/>
                        <a:pt x="30" y="20"/>
                      </a:cubicBezTo>
                      <a:cubicBezTo>
                        <a:pt x="34" y="0"/>
                        <a:pt x="34" y="0"/>
                        <a:pt x="34" y="0"/>
                      </a:cubicBezTo>
                      <a:cubicBezTo>
                        <a:pt x="26" y="0"/>
                        <a:pt x="26" y="0"/>
                        <a:pt x="26" y="0"/>
                      </a:cubicBezTo>
                      <a:lnTo>
                        <a:pt x="22" y="2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32" name="íšlídè"/>
                <p:cNvSpPr/>
                <p:nvPr/>
              </p:nvSpPr>
              <p:spPr bwMode="auto">
                <a:xfrm>
                  <a:off x="7766051" y="3521075"/>
                  <a:ext cx="115888" cy="119063"/>
                </a:xfrm>
                <a:custGeom>
                  <a:avLst/>
                  <a:gdLst>
                    <a:gd name="T0" fmla="*/ 58 w 73"/>
                    <a:gd name="T1" fmla="*/ 0 h 75"/>
                    <a:gd name="T2" fmla="*/ 50 w 73"/>
                    <a:gd name="T3" fmla="*/ 50 h 75"/>
                    <a:gd name="T4" fmla="*/ 29 w 73"/>
                    <a:gd name="T5" fmla="*/ 0 h 75"/>
                    <a:gd name="T6" fmla="*/ 15 w 73"/>
                    <a:gd name="T7" fmla="*/ 0 h 75"/>
                    <a:gd name="T8" fmla="*/ 0 w 73"/>
                    <a:gd name="T9" fmla="*/ 75 h 75"/>
                    <a:gd name="T10" fmla="*/ 13 w 73"/>
                    <a:gd name="T11" fmla="*/ 75 h 75"/>
                    <a:gd name="T12" fmla="*/ 23 w 73"/>
                    <a:gd name="T13" fmla="*/ 25 h 75"/>
                    <a:gd name="T14" fmla="*/ 44 w 73"/>
                    <a:gd name="T15" fmla="*/ 75 h 75"/>
                    <a:gd name="T16" fmla="*/ 58 w 73"/>
                    <a:gd name="T17" fmla="*/ 75 h 75"/>
                    <a:gd name="T18" fmla="*/ 73 w 73"/>
                    <a:gd name="T19" fmla="*/ 0 h 75"/>
                    <a:gd name="T20" fmla="*/ 58 w 73"/>
                    <a:gd name="T21"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3" h="75">
                      <a:moveTo>
                        <a:pt x="58" y="0"/>
                      </a:moveTo>
                      <a:lnTo>
                        <a:pt x="50" y="50"/>
                      </a:lnTo>
                      <a:lnTo>
                        <a:pt x="29" y="0"/>
                      </a:lnTo>
                      <a:lnTo>
                        <a:pt x="15" y="0"/>
                      </a:lnTo>
                      <a:lnTo>
                        <a:pt x="0" y="75"/>
                      </a:lnTo>
                      <a:lnTo>
                        <a:pt x="13" y="75"/>
                      </a:lnTo>
                      <a:lnTo>
                        <a:pt x="23" y="25"/>
                      </a:lnTo>
                      <a:lnTo>
                        <a:pt x="44" y="75"/>
                      </a:lnTo>
                      <a:lnTo>
                        <a:pt x="58" y="75"/>
                      </a:lnTo>
                      <a:lnTo>
                        <a:pt x="73" y="0"/>
                      </a:lnTo>
                      <a:lnTo>
                        <a:pt x="58"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33" name="îṣḻîďe"/>
                <p:cNvSpPr/>
                <p:nvPr/>
              </p:nvSpPr>
              <p:spPr bwMode="auto">
                <a:xfrm>
                  <a:off x="7881938" y="3521075"/>
                  <a:ext cx="49213" cy="119063"/>
                </a:xfrm>
                <a:custGeom>
                  <a:avLst/>
                  <a:gdLst>
                    <a:gd name="T0" fmla="*/ 0 w 31"/>
                    <a:gd name="T1" fmla="*/ 75 h 75"/>
                    <a:gd name="T2" fmla="*/ 14 w 31"/>
                    <a:gd name="T3" fmla="*/ 75 h 75"/>
                    <a:gd name="T4" fmla="*/ 31 w 31"/>
                    <a:gd name="T5" fmla="*/ 0 h 75"/>
                    <a:gd name="T6" fmla="*/ 14 w 31"/>
                    <a:gd name="T7" fmla="*/ 0 h 75"/>
                    <a:gd name="T8" fmla="*/ 0 w 31"/>
                    <a:gd name="T9" fmla="*/ 75 h 75"/>
                  </a:gdLst>
                  <a:ahLst/>
                  <a:cxnLst>
                    <a:cxn ang="0">
                      <a:pos x="T0" y="T1"/>
                    </a:cxn>
                    <a:cxn ang="0">
                      <a:pos x="T2" y="T3"/>
                    </a:cxn>
                    <a:cxn ang="0">
                      <a:pos x="T4" y="T5"/>
                    </a:cxn>
                    <a:cxn ang="0">
                      <a:pos x="T6" y="T7"/>
                    </a:cxn>
                    <a:cxn ang="0">
                      <a:pos x="T8" y="T9"/>
                    </a:cxn>
                  </a:cxnLst>
                  <a:rect l="0" t="0" r="r" b="b"/>
                  <a:pathLst>
                    <a:path w="31" h="75">
                      <a:moveTo>
                        <a:pt x="0" y="75"/>
                      </a:moveTo>
                      <a:lnTo>
                        <a:pt x="14" y="75"/>
                      </a:lnTo>
                      <a:lnTo>
                        <a:pt x="31" y="0"/>
                      </a:lnTo>
                      <a:lnTo>
                        <a:pt x="14" y="0"/>
                      </a:lnTo>
                      <a:lnTo>
                        <a:pt x="0" y="75"/>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34" name="íŝḻiḋè"/>
                <p:cNvSpPr/>
                <p:nvPr/>
              </p:nvSpPr>
              <p:spPr bwMode="auto">
                <a:xfrm>
                  <a:off x="7940676" y="3521075"/>
                  <a:ext cx="109538" cy="119063"/>
                </a:xfrm>
                <a:custGeom>
                  <a:avLst/>
                  <a:gdLst>
                    <a:gd name="T0" fmla="*/ 54 w 69"/>
                    <a:gd name="T1" fmla="*/ 0 h 75"/>
                    <a:gd name="T2" fmla="*/ 23 w 69"/>
                    <a:gd name="T3" fmla="*/ 57 h 75"/>
                    <a:gd name="T4" fmla="*/ 15 w 69"/>
                    <a:gd name="T5" fmla="*/ 0 h 75"/>
                    <a:gd name="T6" fmla="*/ 0 w 69"/>
                    <a:gd name="T7" fmla="*/ 0 h 75"/>
                    <a:gd name="T8" fmla="*/ 13 w 69"/>
                    <a:gd name="T9" fmla="*/ 75 h 75"/>
                    <a:gd name="T10" fmla="*/ 29 w 69"/>
                    <a:gd name="T11" fmla="*/ 75 h 75"/>
                    <a:gd name="T12" fmla="*/ 69 w 69"/>
                    <a:gd name="T13" fmla="*/ 0 h 75"/>
                    <a:gd name="T14" fmla="*/ 54 w 69"/>
                    <a:gd name="T15" fmla="*/ 0 h 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9" h="75">
                      <a:moveTo>
                        <a:pt x="54" y="0"/>
                      </a:moveTo>
                      <a:lnTo>
                        <a:pt x="23" y="57"/>
                      </a:lnTo>
                      <a:lnTo>
                        <a:pt x="15" y="0"/>
                      </a:lnTo>
                      <a:lnTo>
                        <a:pt x="0" y="0"/>
                      </a:lnTo>
                      <a:lnTo>
                        <a:pt x="13" y="75"/>
                      </a:lnTo>
                      <a:lnTo>
                        <a:pt x="29" y="75"/>
                      </a:lnTo>
                      <a:lnTo>
                        <a:pt x="69" y="0"/>
                      </a:lnTo>
                      <a:lnTo>
                        <a:pt x="54"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35" name="î$ḷíďé"/>
                <p:cNvSpPr/>
                <p:nvPr/>
              </p:nvSpPr>
              <p:spPr bwMode="auto">
                <a:xfrm>
                  <a:off x="8037513" y="3521075"/>
                  <a:ext cx="111125" cy="119063"/>
                </a:xfrm>
                <a:custGeom>
                  <a:avLst/>
                  <a:gdLst>
                    <a:gd name="T0" fmla="*/ 68 w 70"/>
                    <a:gd name="T1" fmla="*/ 12 h 75"/>
                    <a:gd name="T2" fmla="*/ 70 w 70"/>
                    <a:gd name="T3" fmla="*/ 0 h 75"/>
                    <a:gd name="T4" fmla="*/ 16 w 70"/>
                    <a:gd name="T5" fmla="*/ 0 h 75"/>
                    <a:gd name="T6" fmla="*/ 0 w 70"/>
                    <a:gd name="T7" fmla="*/ 75 h 75"/>
                    <a:gd name="T8" fmla="*/ 58 w 70"/>
                    <a:gd name="T9" fmla="*/ 75 h 75"/>
                    <a:gd name="T10" fmla="*/ 60 w 70"/>
                    <a:gd name="T11" fmla="*/ 63 h 75"/>
                    <a:gd name="T12" fmla="*/ 16 w 70"/>
                    <a:gd name="T13" fmla="*/ 63 h 75"/>
                    <a:gd name="T14" fmla="*/ 22 w 70"/>
                    <a:gd name="T15" fmla="*/ 42 h 75"/>
                    <a:gd name="T16" fmla="*/ 60 w 70"/>
                    <a:gd name="T17" fmla="*/ 42 h 75"/>
                    <a:gd name="T18" fmla="*/ 62 w 70"/>
                    <a:gd name="T19" fmla="*/ 29 h 75"/>
                    <a:gd name="T20" fmla="*/ 24 w 70"/>
                    <a:gd name="T21" fmla="*/ 29 h 75"/>
                    <a:gd name="T22" fmla="*/ 29 w 70"/>
                    <a:gd name="T23" fmla="*/ 12 h 75"/>
                    <a:gd name="T24" fmla="*/ 68 w 70"/>
                    <a:gd name="T25" fmla="*/ 12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0" h="75">
                      <a:moveTo>
                        <a:pt x="68" y="12"/>
                      </a:moveTo>
                      <a:lnTo>
                        <a:pt x="70" y="0"/>
                      </a:lnTo>
                      <a:lnTo>
                        <a:pt x="16" y="0"/>
                      </a:lnTo>
                      <a:lnTo>
                        <a:pt x="0" y="75"/>
                      </a:lnTo>
                      <a:lnTo>
                        <a:pt x="58" y="75"/>
                      </a:lnTo>
                      <a:lnTo>
                        <a:pt x="60" y="63"/>
                      </a:lnTo>
                      <a:lnTo>
                        <a:pt x="16" y="63"/>
                      </a:lnTo>
                      <a:lnTo>
                        <a:pt x="22" y="42"/>
                      </a:lnTo>
                      <a:lnTo>
                        <a:pt x="60" y="42"/>
                      </a:lnTo>
                      <a:lnTo>
                        <a:pt x="62" y="29"/>
                      </a:lnTo>
                      <a:lnTo>
                        <a:pt x="24" y="29"/>
                      </a:lnTo>
                      <a:lnTo>
                        <a:pt x="29" y="12"/>
                      </a:lnTo>
                      <a:lnTo>
                        <a:pt x="68" y="12"/>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36" name="îṡlîďe"/>
                <p:cNvSpPr/>
                <p:nvPr/>
              </p:nvSpPr>
              <p:spPr bwMode="auto">
                <a:xfrm>
                  <a:off x="8145463" y="3521075"/>
                  <a:ext cx="115888" cy="119063"/>
                </a:xfrm>
                <a:custGeom>
                  <a:avLst/>
                  <a:gdLst>
                    <a:gd name="T0" fmla="*/ 30 w 35"/>
                    <a:gd name="T1" fmla="*/ 1 h 36"/>
                    <a:gd name="T2" fmla="*/ 24 w 35"/>
                    <a:gd name="T3" fmla="*/ 0 h 36"/>
                    <a:gd name="T4" fmla="*/ 8 w 35"/>
                    <a:gd name="T5" fmla="*/ 0 h 36"/>
                    <a:gd name="T6" fmla="*/ 0 w 35"/>
                    <a:gd name="T7" fmla="*/ 36 h 36"/>
                    <a:gd name="T8" fmla="*/ 8 w 35"/>
                    <a:gd name="T9" fmla="*/ 36 h 36"/>
                    <a:gd name="T10" fmla="*/ 11 w 35"/>
                    <a:gd name="T11" fmla="*/ 21 h 36"/>
                    <a:gd name="T12" fmla="*/ 14 w 35"/>
                    <a:gd name="T13" fmla="*/ 21 h 36"/>
                    <a:gd name="T14" fmla="*/ 17 w 35"/>
                    <a:gd name="T15" fmla="*/ 22 h 36"/>
                    <a:gd name="T16" fmla="*/ 21 w 35"/>
                    <a:gd name="T17" fmla="*/ 26 h 36"/>
                    <a:gd name="T18" fmla="*/ 24 w 35"/>
                    <a:gd name="T19" fmla="*/ 36 h 36"/>
                    <a:gd name="T20" fmla="*/ 32 w 35"/>
                    <a:gd name="T21" fmla="*/ 36 h 36"/>
                    <a:gd name="T22" fmla="*/ 27 w 35"/>
                    <a:gd name="T23" fmla="*/ 24 h 36"/>
                    <a:gd name="T24" fmla="*/ 24 w 35"/>
                    <a:gd name="T25" fmla="*/ 21 h 36"/>
                    <a:gd name="T26" fmla="*/ 32 w 35"/>
                    <a:gd name="T27" fmla="*/ 17 h 36"/>
                    <a:gd name="T28" fmla="*/ 35 w 35"/>
                    <a:gd name="T29" fmla="*/ 9 h 36"/>
                    <a:gd name="T30" fmla="*/ 34 w 35"/>
                    <a:gd name="T31" fmla="*/ 4 h 36"/>
                    <a:gd name="T32" fmla="*/ 30 w 35"/>
                    <a:gd name="T33" fmla="*/ 1 h 36"/>
                    <a:gd name="T34" fmla="*/ 27 w 35"/>
                    <a:gd name="T35" fmla="*/ 13 h 36"/>
                    <a:gd name="T36" fmla="*/ 24 w 35"/>
                    <a:gd name="T37" fmla="*/ 15 h 36"/>
                    <a:gd name="T38" fmla="*/ 16 w 35"/>
                    <a:gd name="T39" fmla="*/ 16 h 36"/>
                    <a:gd name="T40" fmla="*/ 12 w 35"/>
                    <a:gd name="T41" fmla="*/ 16 h 36"/>
                    <a:gd name="T42" fmla="*/ 14 w 35"/>
                    <a:gd name="T43" fmla="*/ 6 h 36"/>
                    <a:gd name="T44" fmla="*/ 22 w 35"/>
                    <a:gd name="T45" fmla="*/ 6 h 36"/>
                    <a:gd name="T46" fmla="*/ 26 w 35"/>
                    <a:gd name="T47" fmla="*/ 7 h 36"/>
                    <a:gd name="T48" fmla="*/ 28 w 35"/>
                    <a:gd name="T49" fmla="*/ 10 h 36"/>
                    <a:gd name="T50" fmla="*/ 27 w 35"/>
                    <a:gd name="T51" fmla="*/ 13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5" h="36">
                      <a:moveTo>
                        <a:pt x="30" y="1"/>
                      </a:moveTo>
                      <a:cubicBezTo>
                        <a:pt x="28" y="0"/>
                        <a:pt x="26" y="0"/>
                        <a:pt x="24" y="0"/>
                      </a:cubicBezTo>
                      <a:cubicBezTo>
                        <a:pt x="8" y="0"/>
                        <a:pt x="8" y="0"/>
                        <a:pt x="8" y="0"/>
                      </a:cubicBezTo>
                      <a:cubicBezTo>
                        <a:pt x="0" y="36"/>
                        <a:pt x="0" y="36"/>
                        <a:pt x="0" y="36"/>
                      </a:cubicBezTo>
                      <a:cubicBezTo>
                        <a:pt x="8" y="36"/>
                        <a:pt x="8" y="36"/>
                        <a:pt x="8" y="36"/>
                      </a:cubicBezTo>
                      <a:cubicBezTo>
                        <a:pt x="11" y="21"/>
                        <a:pt x="11" y="21"/>
                        <a:pt x="11" y="21"/>
                      </a:cubicBezTo>
                      <a:cubicBezTo>
                        <a:pt x="14" y="21"/>
                        <a:pt x="14" y="21"/>
                        <a:pt x="14" y="21"/>
                      </a:cubicBezTo>
                      <a:cubicBezTo>
                        <a:pt x="15" y="21"/>
                        <a:pt x="17" y="21"/>
                        <a:pt x="17" y="22"/>
                      </a:cubicBezTo>
                      <a:cubicBezTo>
                        <a:pt x="18" y="22"/>
                        <a:pt x="20" y="24"/>
                        <a:pt x="21" y="26"/>
                      </a:cubicBezTo>
                      <a:cubicBezTo>
                        <a:pt x="22" y="31"/>
                        <a:pt x="24" y="34"/>
                        <a:pt x="24" y="36"/>
                      </a:cubicBezTo>
                      <a:cubicBezTo>
                        <a:pt x="32" y="36"/>
                        <a:pt x="32" y="36"/>
                        <a:pt x="32" y="36"/>
                      </a:cubicBezTo>
                      <a:cubicBezTo>
                        <a:pt x="30" y="31"/>
                        <a:pt x="28" y="27"/>
                        <a:pt x="27" y="24"/>
                      </a:cubicBezTo>
                      <a:cubicBezTo>
                        <a:pt x="26" y="23"/>
                        <a:pt x="25" y="21"/>
                        <a:pt x="24" y="21"/>
                      </a:cubicBezTo>
                      <a:cubicBezTo>
                        <a:pt x="28" y="20"/>
                        <a:pt x="30" y="19"/>
                        <a:pt x="32" y="17"/>
                      </a:cubicBezTo>
                      <a:cubicBezTo>
                        <a:pt x="34" y="15"/>
                        <a:pt x="35" y="13"/>
                        <a:pt x="35" y="9"/>
                      </a:cubicBezTo>
                      <a:cubicBezTo>
                        <a:pt x="35" y="7"/>
                        <a:pt x="34" y="6"/>
                        <a:pt x="34" y="4"/>
                      </a:cubicBezTo>
                      <a:cubicBezTo>
                        <a:pt x="33" y="3"/>
                        <a:pt x="31" y="2"/>
                        <a:pt x="30" y="1"/>
                      </a:cubicBezTo>
                      <a:close/>
                      <a:moveTo>
                        <a:pt x="27" y="13"/>
                      </a:moveTo>
                      <a:cubicBezTo>
                        <a:pt x="26" y="14"/>
                        <a:pt x="25" y="14"/>
                        <a:pt x="24" y="15"/>
                      </a:cubicBezTo>
                      <a:cubicBezTo>
                        <a:pt x="22" y="15"/>
                        <a:pt x="20" y="16"/>
                        <a:pt x="16" y="16"/>
                      </a:cubicBezTo>
                      <a:cubicBezTo>
                        <a:pt x="12" y="16"/>
                        <a:pt x="12" y="16"/>
                        <a:pt x="12" y="16"/>
                      </a:cubicBezTo>
                      <a:cubicBezTo>
                        <a:pt x="14" y="6"/>
                        <a:pt x="14" y="6"/>
                        <a:pt x="14" y="6"/>
                      </a:cubicBezTo>
                      <a:cubicBezTo>
                        <a:pt x="22" y="6"/>
                        <a:pt x="22" y="6"/>
                        <a:pt x="22" y="6"/>
                      </a:cubicBezTo>
                      <a:cubicBezTo>
                        <a:pt x="24" y="6"/>
                        <a:pt x="25" y="6"/>
                        <a:pt x="26" y="7"/>
                      </a:cubicBezTo>
                      <a:cubicBezTo>
                        <a:pt x="27" y="7"/>
                        <a:pt x="28" y="8"/>
                        <a:pt x="28" y="10"/>
                      </a:cubicBezTo>
                      <a:cubicBezTo>
                        <a:pt x="28" y="11"/>
                        <a:pt x="27" y="12"/>
                        <a:pt x="27" y="13"/>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37" name="ïşľîḍé"/>
                <p:cNvSpPr/>
                <p:nvPr/>
              </p:nvSpPr>
              <p:spPr bwMode="auto">
                <a:xfrm>
                  <a:off x="8267701" y="3521075"/>
                  <a:ext cx="98425" cy="119063"/>
                </a:xfrm>
                <a:custGeom>
                  <a:avLst/>
                  <a:gdLst>
                    <a:gd name="T0" fmla="*/ 17 w 30"/>
                    <a:gd name="T1" fmla="*/ 5 h 36"/>
                    <a:gd name="T2" fmla="*/ 22 w 30"/>
                    <a:gd name="T3" fmla="*/ 7 h 36"/>
                    <a:gd name="T4" fmla="*/ 23 w 30"/>
                    <a:gd name="T5" fmla="*/ 11 h 36"/>
                    <a:gd name="T6" fmla="*/ 30 w 30"/>
                    <a:gd name="T7" fmla="*/ 10 h 36"/>
                    <a:gd name="T8" fmla="*/ 27 w 30"/>
                    <a:gd name="T9" fmla="*/ 3 h 36"/>
                    <a:gd name="T10" fmla="*/ 17 w 30"/>
                    <a:gd name="T11" fmla="*/ 0 h 36"/>
                    <a:gd name="T12" fmla="*/ 8 w 30"/>
                    <a:gd name="T13" fmla="*/ 3 h 36"/>
                    <a:gd name="T14" fmla="*/ 4 w 30"/>
                    <a:gd name="T15" fmla="*/ 10 h 36"/>
                    <a:gd name="T16" fmla="*/ 6 w 30"/>
                    <a:gd name="T17" fmla="*/ 14 h 36"/>
                    <a:gd name="T18" fmla="*/ 8 w 30"/>
                    <a:gd name="T19" fmla="*/ 18 h 36"/>
                    <a:gd name="T20" fmla="*/ 15 w 30"/>
                    <a:gd name="T21" fmla="*/ 21 h 36"/>
                    <a:gd name="T22" fmla="*/ 20 w 30"/>
                    <a:gd name="T23" fmla="*/ 23 h 36"/>
                    <a:gd name="T24" fmla="*/ 21 w 30"/>
                    <a:gd name="T25" fmla="*/ 26 h 36"/>
                    <a:gd name="T26" fmla="*/ 19 w 30"/>
                    <a:gd name="T27" fmla="*/ 29 h 36"/>
                    <a:gd name="T28" fmla="*/ 14 w 30"/>
                    <a:gd name="T29" fmla="*/ 30 h 36"/>
                    <a:gd name="T30" fmla="*/ 8 w 30"/>
                    <a:gd name="T31" fmla="*/ 28 h 36"/>
                    <a:gd name="T32" fmla="*/ 7 w 30"/>
                    <a:gd name="T33" fmla="*/ 24 h 36"/>
                    <a:gd name="T34" fmla="*/ 0 w 30"/>
                    <a:gd name="T35" fmla="*/ 24 h 36"/>
                    <a:gd name="T36" fmla="*/ 1 w 30"/>
                    <a:gd name="T37" fmla="*/ 30 h 36"/>
                    <a:gd name="T38" fmla="*/ 6 w 30"/>
                    <a:gd name="T39" fmla="*/ 35 h 36"/>
                    <a:gd name="T40" fmla="*/ 14 w 30"/>
                    <a:gd name="T41" fmla="*/ 36 h 36"/>
                    <a:gd name="T42" fmla="*/ 24 w 30"/>
                    <a:gd name="T43" fmla="*/ 33 h 36"/>
                    <a:gd name="T44" fmla="*/ 28 w 30"/>
                    <a:gd name="T45" fmla="*/ 25 h 36"/>
                    <a:gd name="T46" fmla="*/ 26 w 30"/>
                    <a:gd name="T47" fmla="*/ 19 h 36"/>
                    <a:gd name="T48" fmla="*/ 18 w 30"/>
                    <a:gd name="T49" fmla="*/ 14 h 36"/>
                    <a:gd name="T50" fmla="*/ 13 w 30"/>
                    <a:gd name="T51" fmla="*/ 12 h 36"/>
                    <a:gd name="T52" fmla="*/ 11 w 30"/>
                    <a:gd name="T53" fmla="*/ 9 h 36"/>
                    <a:gd name="T54" fmla="*/ 13 w 30"/>
                    <a:gd name="T55" fmla="*/ 6 h 36"/>
                    <a:gd name="T56" fmla="*/ 17 w 30"/>
                    <a:gd name="T57" fmla="*/ 5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0" h="36">
                      <a:moveTo>
                        <a:pt x="17" y="5"/>
                      </a:moveTo>
                      <a:cubicBezTo>
                        <a:pt x="19" y="5"/>
                        <a:pt x="21" y="6"/>
                        <a:pt x="22" y="7"/>
                      </a:cubicBezTo>
                      <a:cubicBezTo>
                        <a:pt x="23" y="8"/>
                        <a:pt x="23" y="9"/>
                        <a:pt x="23" y="11"/>
                      </a:cubicBezTo>
                      <a:cubicBezTo>
                        <a:pt x="30" y="10"/>
                        <a:pt x="30" y="10"/>
                        <a:pt x="30" y="10"/>
                      </a:cubicBezTo>
                      <a:cubicBezTo>
                        <a:pt x="30" y="7"/>
                        <a:pt x="29" y="4"/>
                        <a:pt x="27" y="3"/>
                      </a:cubicBezTo>
                      <a:cubicBezTo>
                        <a:pt x="24" y="1"/>
                        <a:pt x="21" y="0"/>
                        <a:pt x="17" y="0"/>
                      </a:cubicBezTo>
                      <a:cubicBezTo>
                        <a:pt x="13" y="0"/>
                        <a:pt x="10" y="1"/>
                        <a:pt x="8" y="3"/>
                      </a:cubicBezTo>
                      <a:cubicBezTo>
                        <a:pt x="5" y="5"/>
                        <a:pt x="4" y="7"/>
                        <a:pt x="4" y="10"/>
                      </a:cubicBezTo>
                      <a:cubicBezTo>
                        <a:pt x="4" y="12"/>
                        <a:pt x="5" y="13"/>
                        <a:pt x="6" y="14"/>
                      </a:cubicBezTo>
                      <a:cubicBezTo>
                        <a:pt x="6" y="16"/>
                        <a:pt x="7" y="17"/>
                        <a:pt x="8" y="18"/>
                      </a:cubicBezTo>
                      <a:cubicBezTo>
                        <a:pt x="10" y="18"/>
                        <a:pt x="12" y="19"/>
                        <a:pt x="15" y="21"/>
                      </a:cubicBezTo>
                      <a:cubicBezTo>
                        <a:pt x="17" y="22"/>
                        <a:pt x="19" y="23"/>
                        <a:pt x="20" y="23"/>
                      </a:cubicBezTo>
                      <a:cubicBezTo>
                        <a:pt x="20" y="24"/>
                        <a:pt x="21" y="25"/>
                        <a:pt x="21" y="26"/>
                      </a:cubicBezTo>
                      <a:cubicBezTo>
                        <a:pt x="21" y="27"/>
                        <a:pt x="20" y="28"/>
                        <a:pt x="19" y="29"/>
                      </a:cubicBezTo>
                      <a:cubicBezTo>
                        <a:pt x="18" y="30"/>
                        <a:pt x="16" y="30"/>
                        <a:pt x="14" y="30"/>
                      </a:cubicBezTo>
                      <a:cubicBezTo>
                        <a:pt x="11" y="30"/>
                        <a:pt x="9" y="30"/>
                        <a:pt x="8" y="28"/>
                      </a:cubicBezTo>
                      <a:cubicBezTo>
                        <a:pt x="8" y="28"/>
                        <a:pt x="7" y="26"/>
                        <a:pt x="7" y="24"/>
                      </a:cubicBezTo>
                      <a:cubicBezTo>
                        <a:pt x="0" y="24"/>
                        <a:pt x="0" y="24"/>
                        <a:pt x="0" y="24"/>
                      </a:cubicBezTo>
                      <a:cubicBezTo>
                        <a:pt x="0" y="27"/>
                        <a:pt x="0" y="29"/>
                        <a:pt x="1" y="30"/>
                      </a:cubicBezTo>
                      <a:cubicBezTo>
                        <a:pt x="2" y="32"/>
                        <a:pt x="4" y="34"/>
                        <a:pt x="6" y="35"/>
                      </a:cubicBezTo>
                      <a:cubicBezTo>
                        <a:pt x="8" y="36"/>
                        <a:pt x="11" y="36"/>
                        <a:pt x="14" y="36"/>
                      </a:cubicBezTo>
                      <a:cubicBezTo>
                        <a:pt x="18" y="36"/>
                        <a:pt x="22" y="35"/>
                        <a:pt x="24" y="33"/>
                      </a:cubicBezTo>
                      <a:cubicBezTo>
                        <a:pt x="27" y="31"/>
                        <a:pt x="28" y="28"/>
                        <a:pt x="28" y="25"/>
                      </a:cubicBezTo>
                      <a:cubicBezTo>
                        <a:pt x="28" y="22"/>
                        <a:pt x="27" y="20"/>
                        <a:pt x="26" y="19"/>
                      </a:cubicBezTo>
                      <a:cubicBezTo>
                        <a:pt x="25" y="18"/>
                        <a:pt x="22" y="16"/>
                        <a:pt x="18" y="14"/>
                      </a:cubicBezTo>
                      <a:cubicBezTo>
                        <a:pt x="15" y="13"/>
                        <a:pt x="13" y="12"/>
                        <a:pt x="13" y="12"/>
                      </a:cubicBezTo>
                      <a:cubicBezTo>
                        <a:pt x="12" y="11"/>
                        <a:pt x="11" y="10"/>
                        <a:pt x="11" y="9"/>
                      </a:cubicBezTo>
                      <a:cubicBezTo>
                        <a:pt x="11" y="8"/>
                        <a:pt x="12" y="7"/>
                        <a:pt x="13" y="6"/>
                      </a:cubicBezTo>
                      <a:cubicBezTo>
                        <a:pt x="14" y="6"/>
                        <a:pt x="15" y="5"/>
                        <a:pt x="17" y="5"/>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38" name="îṩľîďe"/>
                <p:cNvSpPr/>
                <p:nvPr/>
              </p:nvSpPr>
              <p:spPr bwMode="auto">
                <a:xfrm>
                  <a:off x="8374063" y="3521075"/>
                  <a:ext cx="46038" cy="119063"/>
                </a:xfrm>
                <a:custGeom>
                  <a:avLst/>
                  <a:gdLst>
                    <a:gd name="T0" fmla="*/ 0 w 29"/>
                    <a:gd name="T1" fmla="*/ 75 h 75"/>
                    <a:gd name="T2" fmla="*/ 14 w 29"/>
                    <a:gd name="T3" fmla="*/ 75 h 75"/>
                    <a:gd name="T4" fmla="*/ 29 w 29"/>
                    <a:gd name="T5" fmla="*/ 0 h 75"/>
                    <a:gd name="T6" fmla="*/ 14 w 29"/>
                    <a:gd name="T7" fmla="*/ 0 h 75"/>
                    <a:gd name="T8" fmla="*/ 0 w 29"/>
                    <a:gd name="T9" fmla="*/ 75 h 75"/>
                  </a:gdLst>
                  <a:ahLst/>
                  <a:cxnLst>
                    <a:cxn ang="0">
                      <a:pos x="T0" y="T1"/>
                    </a:cxn>
                    <a:cxn ang="0">
                      <a:pos x="T2" y="T3"/>
                    </a:cxn>
                    <a:cxn ang="0">
                      <a:pos x="T4" y="T5"/>
                    </a:cxn>
                    <a:cxn ang="0">
                      <a:pos x="T6" y="T7"/>
                    </a:cxn>
                    <a:cxn ang="0">
                      <a:pos x="T8" y="T9"/>
                    </a:cxn>
                  </a:cxnLst>
                  <a:rect l="0" t="0" r="r" b="b"/>
                  <a:pathLst>
                    <a:path w="29" h="75">
                      <a:moveTo>
                        <a:pt x="0" y="75"/>
                      </a:moveTo>
                      <a:lnTo>
                        <a:pt x="14" y="75"/>
                      </a:lnTo>
                      <a:lnTo>
                        <a:pt x="29" y="0"/>
                      </a:lnTo>
                      <a:lnTo>
                        <a:pt x="14" y="0"/>
                      </a:lnTo>
                      <a:lnTo>
                        <a:pt x="0" y="75"/>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39" name="iS1idè"/>
                <p:cNvSpPr/>
                <p:nvPr/>
              </p:nvSpPr>
              <p:spPr bwMode="auto">
                <a:xfrm>
                  <a:off x="8432801" y="3521075"/>
                  <a:ext cx="95250" cy="119063"/>
                </a:xfrm>
                <a:custGeom>
                  <a:avLst/>
                  <a:gdLst>
                    <a:gd name="T0" fmla="*/ 0 w 60"/>
                    <a:gd name="T1" fmla="*/ 12 h 75"/>
                    <a:gd name="T2" fmla="*/ 21 w 60"/>
                    <a:gd name="T3" fmla="*/ 12 h 75"/>
                    <a:gd name="T4" fmla="*/ 8 w 60"/>
                    <a:gd name="T5" fmla="*/ 75 h 75"/>
                    <a:gd name="T6" fmla="*/ 23 w 60"/>
                    <a:gd name="T7" fmla="*/ 75 h 75"/>
                    <a:gd name="T8" fmla="*/ 35 w 60"/>
                    <a:gd name="T9" fmla="*/ 12 h 75"/>
                    <a:gd name="T10" fmla="*/ 58 w 60"/>
                    <a:gd name="T11" fmla="*/ 12 h 75"/>
                    <a:gd name="T12" fmla="*/ 60 w 60"/>
                    <a:gd name="T13" fmla="*/ 0 h 75"/>
                    <a:gd name="T14" fmla="*/ 2 w 60"/>
                    <a:gd name="T15" fmla="*/ 0 h 75"/>
                    <a:gd name="T16" fmla="*/ 0 w 60"/>
                    <a:gd name="T17" fmla="*/ 12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0" h="75">
                      <a:moveTo>
                        <a:pt x="0" y="12"/>
                      </a:moveTo>
                      <a:lnTo>
                        <a:pt x="21" y="12"/>
                      </a:lnTo>
                      <a:lnTo>
                        <a:pt x="8" y="75"/>
                      </a:lnTo>
                      <a:lnTo>
                        <a:pt x="23" y="75"/>
                      </a:lnTo>
                      <a:lnTo>
                        <a:pt x="35" y="12"/>
                      </a:lnTo>
                      <a:lnTo>
                        <a:pt x="58" y="12"/>
                      </a:lnTo>
                      <a:lnTo>
                        <a:pt x="60" y="0"/>
                      </a:lnTo>
                      <a:lnTo>
                        <a:pt x="2" y="0"/>
                      </a:lnTo>
                      <a:lnTo>
                        <a:pt x="0" y="12"/>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40" name="iṣḷîḋe"/>
                <p:cNvSpPr/>
                <p:nvPr/>
              </p:nvSpPr>
              <p:spPr bwMode="auto">
                <a:xfrm>
                  <a:off x="8531226" y="3521075"/>
                  <a:ext cx="109538" cy="119063"/>
                </a:xfrm>
                <a:custGeom>
                  <a:avLst/>
                  <a:gdLst>
                    <a:gd name="T0" fmla="*/ 25 w 33"/>
                    <a:gd name="T1" fmla="*/ 0 h 36"/>
                    <a:gd name="T2" fmla="*/ 19 w 33"/>
                    <a:gd name="T3" fmla="*/ 7 h 36"/>
                    <a:gd name="T4" fmla="*/ 16 w 33"/>
                    <a:gd name="T5" fmla="*/ 12 h 36"/>
                    <a:gd name="T6" fmla="*/ 14 w 33"/>
                    <a:gd name="T7" fmla="*/ 15 h 36"/>
                    <a:gd name="T8" fmla="*/ 12 w 33"/>
                    <a:gd name="T9" fmla="*/ 10 h 36"/>
                    <a:gd name="T10" fmla="*/ 8 w 33"/>
                    <a:gd name="T11" fmla="*/ 0 h 36"/>
                    <a:gd name="T12" fmla="*/ 0 w 33"/>
                    <a:gd name="T13" fmla="*/ 0 h 36"/>
                    <a:gd name="T14" fmla="*/ 10 w 33"/>
                    <a:gd name="T15" fmla="*/ 22 h 36"/>
                    <a:gd name="T16" fmla="*/ 7 w 33"/>
                    <a:gd name="T17" fmla="*/ 36 h 36"/>
                    <a:gd name="T18" fmla="*/ 14 w 33"/>
                    <a:gd name="T19" fmla="*/ 36 h 36"/>
                    <a:gd name="T20" fmla="*/ 17 w 33"/>
                    <a:gd name="T21" fmla="*/ 23 h 36"/>
                    <a:gd name="T22" fmla="*/ 33 w 33"/>
                    <a:gd name="T23" fmla="*/ 0 h 36"/>
                    <a:gd name="T24" fmla="*/ 25 w 33"/>
                    <a:gd name="T25" fmla="*/ 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3" h="36">
                      <a:moveTo>
                        <a:pt x="25" y="0"/>
                      </a:moveTo>
                      <a:cubicBezTo>
                        <a:pt x="19" y="7"/>
                        <a:pt x="19" y="7"/>
                        <a:pt x="19" y="7"/>
                      </a:cubicBezTo>
                      <a:cubicBezTo>
                        <a:pt x="16" y="12"/>
                        <a:pt x="16" y="12"/>
                        <a:pt x="16" y="12"/>
                      </a:cubicBezTo>
                      <a:cubicBezTo>
                        <a:pt x="15" y="13"/>
                        <a:pt x="15" y="14"/>
                        <a:pt x="14" y="15"/>
                      </a:cubicBezTo>
                      <a:cubicBezTo>
                        <a:pt x="14" y="14"/>
                        <a:pt x="13" y="13"/>
                        <a:pt x="12" y="10"/>
                      </a:cubicBezTo>
                      <a:cubicBezTo>
                        <a:pt x="8" y="0"/>
                        <a:pt x="8" y="0"/>
                        <a:pt x="8" y="0"/>
                      </a:cubicBezTo>
                      <a:cubicBezTo>
                        <a:pt x="0" y="0"/>
                        <a:pt x="0" y="0"/>
                        <a:pt x="0" y="0"/>
                      </a:cubicBezTo>
                      <a:cubicBezTo>
                        <a:pt x="10" y="22"/>
                        <a:pt x="10" y="22"/>
                        <a:pt x="10" y="22"/>
                      </a:cubicBezTo>
                      <a:cubicBezTo>
                        <a:pt x="7" y="36"/>
                        <a:pt x="7" y="36"/>
                        <a:pt x="7" y="36"/>
                      </a:cubicBezTo>
                      <a:cubicBezTo>
                        <a:pt x="14" y="36"/>
                        <a:pt x="14" y="36"/>
                        <a:pt x="14" y="36"/>
                      </a:cubicBezTo>
                      <a:cubicBezTo>
                        <a:pt x="17" y="23"/>
                        <a:pt x="17" y="23"/>
                        <a:pt x="17" y="23"/>
                      </a:cubicBezTo>
                      <a:cubicBezTo>
                        <a:pt x="33" y="0"/>
                        <a:pt x="33" y="0"/>
                        <a:pt x="33" y="0"/>
                      </a:cubicBezTo>
                      <a:lnTo>
                        <a:pt x="25"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grpSp>
      <p:sp>
        <p:nvSpPr>
          <p:cNvPr id="116" name="图片占位符 115"/>
          <p:cNvSpPr>
            <a:spLocks noGrp="1"/>
          </p:cNvSpPr>
          <p:nvPr>
            <p:ph type="pic" sz="quarter" idx="15"/>
          </p:nvPr>
        </p:nvSpPr>
        <p:spPr>
          <a:xfrm>
            <a:off x="7916864" y="0"/>
            <a:ext cx="4097163" cy="6858000"/>
          </a:xfrm>
          <a:custGeom>
            <a:avLst/>
            <a:gdLst>
              <a:gd name="connsiteX0" fmla="*/ 533952 w 4167120"/>
              <a:gd name="connsiteY0" fmla="*/ 0 h 6858000"/>
              <a:gd name="connsiteX1" fmla="*/ 4167120 w 4167120"/>
              <a:gd name="connsiteY1" fmla="*/ 0 h 6858000"/>
              <a:gd name="connsiteX2" fmla="*/ 4167120 w 4167120"/>
              <a:gd name="connsiteY2" fmla="*/ 6858000 h 6858000"/>
              <a:gd name="connsiteX3" fmla="*/ 427599 w 4167120"/>
              <a:gd name="connsiteY3" fmla="*/ 6858000 h 6858000"/>
              <a:gd name="connsiteX4" fmla="*/ 322189 w 4167120"/>
              <a:gd name="connsiteY4" fmla="*/ 6466939 h 6858000"/>
              <a:gd name="connsiteX5" fmla="*/ 0 w 4167120"/>
              <a:gd name="connsiteY5" fmla="*/ 3599121 h 6858000"/>
              <a:gd name="connsiteX6" fmla="*/ 455902 w 4167120"/>
              <a:gd name="connsiteY6" fmla="*/ 23524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120" h="6858000">
                <a:moveTo>
                  <a:pt x="533952" y="0"/>
                </a:moveTo>
                <a:lnTo>
                  <a:pt x="4167120" y="0"/>
                </a:lnTo>
                <a:lnTo>
                  <a:pt x="4167120" y="6858000"/>
                </a:lnTo>
                <a:lnTo>
                  <a:pt x="427599" y="6858000"/>
                </a:lnTo>
                <a:lnTo>
                  <a:pt x="322189" y="6466939"/>
                </a:lnTo>
                <a:cubicBezTo>
                  <a:pt x="116715" y="5614442"/>
                  <a:pt x="0" y="4637502"/>
                  <a:pt x="0" y="3599121"/>
                </a:cubicBezTo>
                <a:cubicBezTo>
                  <a:pt x="0" y="2353065"/>
                  <a:pt x="168069" y="1195481"/>
                  <a:pt x="455902" y="235243"/>
                </a:cubicBezTo>
                <a:close/>
              </a:path>
            </a:pathLst>
          </a:custGeom>
        </p:spPr>
        <p:txBody>
          <a:bodyPr wrap="square">
            <a:noAutofit/>
          </a:bodyPr>
          <a:lstStyle/>
          <a:p>
            <a:endParaRPr kumimoji="1" lang="zh-CN" altLang="en-US"/>
          </a:p>
        </p:txBody>
      </p:sp>
      <p:sp>
        <p:nvSpPr>
          <p:cNvPr id="230" name="任意形状 229"/>
          <p:cNvSpPr/>
          <p:nvPr userDrawn="1"/>
        </p:nvSpPr>
        <p:spPr>
          <a:xfrm>
            <a:off x="7812540" y="-86497"/>
            <a:ext cx="4270127" cy="7027086"/>
          </a:xfrm>
          <a:custGeom>
            <a:avLst/>
            <a:gdLst>
              <a:gd name="connsiteX0" fmla="*/ 533952 w 4167120"/>
              <a:gd name="connsiteY0" fmla="*/ 0 h 6858000"/>
              <a:gd name="connsiteX1" fmla="*/ 4167120 w 4167120"/>
              <a:gd name="connsiteY1" fmla="*/ 0 h 6858000"/>
              <a:gd name="connsiteX2" fmla="*/ 4167120 w 4167120"/>
              <a:gd name="connsiteY2" fmla="*/ 6858000 h 6858000"/>
              <a:gd name="connsiteX3" fmla="*/ 427599 w 4167120"/>
              <a:gd name="connsiteY3" fmla="*/ 6858000 h 6858000"/>
              <a:gd name="connsiteX4" fmla="*/ 322189 w 4167120"/>
              <a:gd name="connsiteY4" fmla="*/ 6466939 h 6858000"/>
              <a:gd name="connsiteX5" fmla="*/ 0 w 4167120"/>
              <a:gd name="connsiteY5" fmla="*/ 3599121 h 6858000"/>
              <a:gd name="connsiteX6" fmla="*/ 455902 w 4167120"/>
              <a:gd name="connsiteY6" fmla="*/ 23524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120" h="6858000">
                <a:moveTo>
                  <a:pt x="533952" y="0"/>
                </a:moveTo>
                <a:lnTo>
                  <a:pt x="4167120" y="0"/>
                </a:lnTo>
                <a:lnTo>
                  <a:pt x="4167120" y="6858000"/>
                </a:lnTo>
                <a:lnTo>
                  <a:pt x="427599" y="6858000"/>
                </a:lnTo>
                <a:lnTo>
                  <a:pt x="322189" y="6466939"/>
                </a:lnTo>
                <a:cubicBezTo>
                  <a:pt x="116715" y="5614442"/>
                  <a:pt x="0" y="4637502"/>
                  <a:pt x="0" y="3599121"/>
                </a:cubicBezTo>
                <a:cubicBezTo>
                  <a:pt x="0" y="2353065"/>
                  <a:pt x="168069" y="1195481"/>
                  <a:pt x="455902" y="235243"/>
                </a:cubicBezTo>
                <a:close/>
              </a:path>
            </a:pathLst>
          </a:cu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Autofit/>
          </a:bodyPr>
          <a:lstStyle/>
          <a:p>
            <a:pPr algn="l">
              <a:lnSpc>
                <a:spcPct val="130000"/>
              </a:lnSpc>
            </a:pPr>
            <a:endParaRPr kumimoji="1" lang="zh-CN" altLang="en-US" sz="2000" dirty="0">
              <a:solidFill>
                <a:schemeClr val="tx1">
                  <a:lumMod val="75000"/>
                  <a:lumOff val="25000"/>
                </a:schemeClr>
              </a:solidFill>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目录页">
    <p:spTree>
      <p:nvGrpSpPr>
        <p:cNvPr id="1" name=""/>
        <p:cNvGrpSpPr/>
        <p:nvPr/>
      </p:nvGrpSpPr>
      <p:grpSpPr>
        <a:xfrm>
          <a:off x="0" y="0"/>
          <a:ext cx="0" cy="0"/>
          <a:chOff x="0" y="0"/>
          <a:chExt cx="0" cy="0"/>
        </a:xfrm>
      </p:grpSpPr>
      <p:pic>
        <p:nvPicPr>
          <p:cNvPr id="31" name="图片 30"/>
          <p:cNvPicPr>
            <a:picLocks noChangeAspect="1"/>
          </p:cNvPicPr>
          <p:nvPr userDrawn="1"/>
        </p:nvPicPr>
        <p:blipFill>
          <a:blip r:embed="rId2">
            <a:alphaModFix amt="3000"/>
            <a:lum contrast="100000"/>
          </a:blip>
          <a:stretch>
            <a:fillRect/>
          </a:stretch>
        </p:blipFill>
        <p:spPr>
          <a:xfrm>
            <a:off x="6782813" y="-271201"/>
            <a:ext cx="7356956" cy="7400402"/>
          </a:xfrm>
          <a:prstGeom prst="rect">
            <a:avLst/>
          </a:prstGeom>
        </p:spPr>
      </p:pic>
      <p:sp>
        <p:nvSpPr>
          <p:cNvPr id="8" name="矩形 7"/>
          <p:cNvSpPr/>
          <p:nvPr userDrawn="1"/>
        </p:nvSpPr>
        <p:spPr>
          <a:xfrm>
            <a:off x="-12646" y="0"/>
            <a:ext cx="177972"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9" name="图片占位符 8"/>
          <p:cNvSpPr>
            <a:spLocks noGrp="1"/>
          </p:cNvSpPr>
          <p:nvPr>
            <p:ph type="pic" sz="quarter" idx="15"/>
          </p:nvPr>
        </p:nvSpPr>
        <p:spPr>
          <a:xfrm flipH="1">
            <a:off x="170624" y="0"/>
            <a:ext cx="4097163" cy="6858000"/>
          </a:xfrm>
          <a:custGeom>
            <a:avLst/>
            <a:gdLst>
              <a:gd name="connsiteX0" fmla="*/ 533952 w 4167120"/>
              <a:gd name="connsiteY0" fmla="*/ 0 h 6858000"/>
              <a:gd name="connsiteX1" fmla="*/ 4167120 w 4167120"/>
              <a:gd name="connsiteY1" fmla="*/ 0 h 6858000"/>
              <a:gd name="connsiteX2" fmla="*/ 4167120 w 4167120"/>
              <a:gd name="connsiteY2" fmla="*/ 6858000 h 6858000"/>
              <a:gd name="connsiteX3" fmla="*/ 427599 w 4167120"/>
              <a:gd name="connsiteY3" fmla="*/ 6858000 h 6858000"/>
              <a:gd name="connsiteX4" fmla="*/ 322189 w 4167120"/>
              <a:gd name="connsiteY4" fmla="*/ 6466939 h 6858000"/>
              <a:gd name="connsiteX5" fmla="*/ 0 w 4167120"/>
              <a:gd name="connsiteY5" fmla="*/ 3599121 h 6858000"/>
              <a:gd name="connsiteX6" fmla="*/ 455902 w 4167120"/>
              <a:gd name="connsiteY6" fmla="*/ 23524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120" h="6858000">
                <a:moveTo>
                  <a:pt x="533952" y="0"/>
                </a:moveTo>
                <a:lnTo>
                  <a:pt x="4167120" y="0"/>
                </a:lnTo>
                <a:lnTo>
                  <a:pt x="4167120" y="6858000"/>
                </a:lnTo>
                <a:lnTo>
                  <a:pt x="427599" y="6858000"/>
                </a:lnTo>
                <a:lnTo>
                  <a:pt x="322189" y="6466939"/>
                </a:lnTo>
                <a:cubicBezTo>
                  <a:pt x="116715" y="5614442"/>
                  <a:pt x="0" y="4637502"/>
                  <a:pt x="0" y="3599121"/>
                </a:cubicBezTo>
                <a:cubicBezTo>
                  <a:pt x="0" y="2353065"/>
                  <a:pt x="168069" y="1195481"/>
                  <a:pt x="455902" y="235243"/>
                </a:cubicBezTo>
                <a:close/>
              </a:path>
            </a:pathLst>
          </a:custGeom>
        </p:spPr>
        <p:txBody>
          <a:bodyPr wrap="square">
            <a:noAutofit/>
          </a:bodyPr>
          <a:lstStyle/>
          <a:p>
            <a:endParaRPr kumimoji="1" lang="zh-CN" altLang="en-US"/>
          </a:p>
        </p:txBody>
      </p:sp>
      <p:sp>
        <p:nvSpPr>
          <p:cNvPr id="10" name="任意形状 9"/>
          <p:cNvSpPr/>
          <p:nvPr userDrawn="1"/>
        </p:nvSpPr>
        <p:spPr>
          <a:xfrm flipH="1">
            <a:off x="33862" y="-98854"/>
            <a:ext cx="4332705" cy="7039443"/>
          </a:xfrm>
          <a:custGeom>
            <a:avLst/>
            <a:gdLst>
              <a:gd name="connsiteX0" fmla="*/ 533952 w 4167120"/>
              <a:gd name="connsiteY0" fmla="*/ 0 h 6858000"/>
              <a:gd name="connsiteX1" fmla="*/ 4167120 w 4167120"/>
              <a:gd name="connsiteY1" fmla="*/ 0 h 6858000"/>
              <a:gd name="connsiteX2" fmla="*/ 4167120 w 4167120"/>
              <a:gd name="connsiteY2" fmla="*/ 6858000 h 6858000"/>
              <a:gd name="connsiteX3" fmla="*/ 427599 w 4167120"/>
              <a:gd name="connsiteY3" fmla="*/ 6858000 h 6858000"/>
              <a:gd name="connsiteX4" fmla="*/ 322189 w 4167120"/>
              <a:gd name="connsiteY4" fmla="*/ 6466939 h 6858000"/>
              <a:gd name="connsiteX5" fmla="*/ 0 w 4167120"/>
              <a:gd name="connsiteY5" fmla="*/ 3599121 h 6858000"/>
              <a:gd name="connsiteX6" fmla="*/ 455902 w 4167120"/>
              <a:gd name="connsiteY6" fmla="*/ 23524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120" h="6858000">
                <a:moveTo>
                  <a:pt x="533952" y="0"/>
                </a:moveTo>
                <a:lnTo>
                  <a:pt x="4167120" y="0"/>
                </a:lnTo>
                <a:lnTo>
                  <a:pt x="4167120" y="6858000"/>
                </a:lnTo>
                <a:lnTo>
                  <a:pt x="427599" y="6858000"/>
                </a:lnTo>
                <a:lnTo>
                  <a:pt x="322189" y="6466939"/>
                </a:lnTo>
                <a:cubicBezTo>
                  <a:pt x="116715" y="5614442"/>
                  <a:pt x="0" y="4637502"/>
                  <a:pt x="0" y="3599121"/>
                </a:cubicBezTo>
                <a:cubicBezTo>
                  <a:pt x="0" y="2353065"/>
                  <a:pt x="168069" y="1195481"/>
                  <a:pt x="455902" y="235243"/>
                </a:cubicBezTo>
                <a:close/>
              </a:path>
            </a:pathLst>
          </a:cu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Autofit/>
          </a:bodyPr>
          <a:lstStyle/>
          <a:p>
            <a:pPr algn="l">
              <a:lnSpc>
                <a:spcPct val="130000"/>
              </a:lnSpc>
            </a:pPr>
            <a:endParaRPr kumimoji="1" lang="zh-CN" altLang="en-US" sz="2000" dirty="0">
              <a:solidFill>
                <a:schemeClr val="tx1">
                  <a:lumMod val="75000"/>
                  <a:lumOff val="25000"/>
                </a:schemeClr>
              </a:solidFill>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转场页">
    <p:spTree>
      <p:nvGrpSpPr>
        <p:cNvPr id="1" name=""/>
        <p:cNvGrpSpPr/>
        <p:nvPr/>
      </p:nvGrpSpPr>
      <p:grpSpPr>
        <a:xfrm>
          <a:off x="0" y="0"/>
          <a:ext cx="0" cy="0"/>
          <a:chOff x="0" y="0"/>
          <a:chExt cx="0" cy="0"/>
        </a:xfrm>
      </p:grpSpPr>
      <p:pic>
        <p:nvPicPr>
          <p:cNvPr id="5" name="图片 4"/>
          <p:cNvPicPr>
            <a:picLocks noChangeAspect="1"/>
          </p:cNvPicPr>
          <p:nvPr userDrawn="1"/>
        </p:nvPicPr>
        <p:blipFill>
          <a:blip r:embed="rId2">
            <a:alphaModFix amt="3000"/>
            <a:lum contrast="100000"/>
          </a:blip>
          <a:stretch>
            <a:fillRect/>
          </a:stretch>
        </p:blipFill>
        <p:spPr>
          <a:xfrm>
            <a:off x="8505934" y="-278834"/>
            <a:ext cx="7372131" cy="7415667"/>
          </a:xfrm>
          <a:prstGeom prst="rect">
            <a:avLst/>
          </a:prstGeom>
        </p:spPr>
      </p:pic>
      <p:pic>
        <p:nvPicPr>
          <p:cNvPr id="6" name="图片 5"/>
          <p:cNvPicPr>
            <a:picLocks noChangeAspect="1"/>
          </p:cNvPicPr>
          <p:nvPr userDrawn="1"/>
        </p:nvPicPr>
        <p:blipFill>
          <a:blip r:embed="rId2">
            <a:alphaModFix amt="3000"/>
            <a:lum contrast="100000"/>
          </a:blip>
          <a:stretch>
            <a:fillRect/>
          </a:stretch>
        </p:blipFill>
        <p:spPr>
          <a:xfrm>
            <a:off x="-3686066" y="-278834"/>
            <a:ext cx="7372131" cy="7415667"/>
          </a:xfrm>
          <a:prstGeom prst="rect">
            <a:avLst/>
          </a:prstGeom>
        </p:spPr>
      </p:pic>
      <p:grpSp>
        <p:nvGrpSpPr>
          <p:cNvPr id="7" name="íşḷïḑe"/>
          <p:cNvGrpSpPr/>
          <p:nvPr userDrawn="1"/>
        </p:nvGrpSpPr>
        <p:grpSpPr>
          <a:xfrm>
            <a:off x="10318826" y="6251198"/>
            <a:ext cx="1054401" cy="383497"/>
            <a:chOff x="4412452" y="3106738"/>
            <a:chExt cx="2312689" cy="841148"/>
          </a:xfrm>
        </p:grpSpPr>
        <p:grpSp>
          <p:nvGrpSpPr>
            <p:cNvPr id="8" name="îṥľíḑé"/>
            <p:cNvGrpSpPr/>
            <p:nvPr/>
          </p:nvGrpSpPr>
          <p:grpSpPr>
            <a:xfrm>
              <a:off x="4422776" y="3106738"/>
              <a:ext cx="2293937" cy="617538"/>
              <a:chOff x="4422776" y="3106738"/>
              <a:chExt cx="2293937" cy="617538"/>
            </a:xfrm>
          </p:grpSpPr>
          <p:sp>
            <p:nvSpPr>
              <p:cNvPr id="25" name="išḻiḑé"/>
              <p:cNvSpPr/>
              <p:nvPr/>
            </p:nvSpPr>
            <p:spPr bwMode="auto">
              <a:xfrm>
                <a:off x="4811713" y="3200400"/>
                <a:ext cx="49213" cy="100013"/>
              </a:xfrm>
              <a:custGeom>
                <a:avLst/>
                <a:gdLst>
                  <a:gd name="T0" fmla="*/ 0 w 15"/>
                  <a:gd name="T1" fmla="*/ 1 h 30"/>
                  <a:gd name="T2" fmla="*/ 1 w 15"/>
                  <a:gd name="T3" fmla="*/ 12 h 30"/>
                  <a:gd name="T4" fmla="*/ 0 w 15"/>
                  <a:gd name="T5" fmla="*/ 21 h 30"/>
                  <a:gd name="T6" fmla="*/ 2 w 15"/>
                  <a:gd name="T7" fmla="*/ 28 h 30"/>
                  <a:gd name="T8" fmla="*/ 7 w 15"/>
                  <a:gd name="T9" fmla="*/ 30 h 30"/>
                  <a:gd name="T10" fmla="*/ 12 w 15"/>
                  <a:gd name="T11" fmla="*/ 26 h 30"/>
                  <a:gd name="T12" fmla="*/ 15 w 15"/>
                  <a:gd name="T13" fmla="*/ 18 h 30"/>
                  <a:gd name="T14" fmla="*/ 3 w 15"/>
                  <a:gd name="T15" fmla="*/ 0 h 30"/>
                  <a:gd name="T16" fmla="*/ 0 w 15"/>
                  <a:gd name="T17" fmla="*/ 1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5" h="30">
                    <a:moveTo>
                      <a:pt x="0" y="1"/>
                    </a:moveTo>
                    <a:cubicBezTo>
                      <a:pt x="1" y="12"/>
                      <a:pt x="1" y="12"/>
                      <a:pt x="1" y="12"/>
                    </a:cubicBezTo>
                    <a:cubicBezTo>
                      <a:pt x="1" y="13"/>
                      <a:pt x="0" y="18"/>
                      <a:pt x="0" y="21"/>
                    </a:cubicBezTo>
                    <a:cubicBezTo>
                      <a:pt x="0" y="24"/>
                      <a:pt x="2" y="25"/>
                      <a:pt x="2" y="28"/>
                    </a:cubicBezTo>
                    <a:cubicBezTo>
                      <a:pt x="7" y="30"/>
                      <a:pt x="7" y="30"/>
                      <a:pt x="7" y="30"/>
                    </a:cubicBezTo>
                    <a:cubicBezTo>
                      <a:pt x="9" y="27"/>
                      <a:pt x="10" y="29"/>
                      <a:pt x="12" y="26"/>
                    </a:cubicBezTo>
                    <a:cubicBezTo>
                      <a:pt x="14" y="23"/>
                      <a:pt x="14" y="21"/>
                      <a:pt x="15" y="18"/>
                    </a:cubicBezTo>
                    <a:cubicBezTo>
                      <a:pt x="12" y="7"/>
                      <a:pt x="13" y="5"/>
                      <a:pt x="3" y="0"/>
                    </a:cubicBezTo>
                    <a:lnTo>
                      <a:pt x="0" y="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 name="íṥľíďè"/>
              <p:cNvSpPr/>
              <p:nvPr/>
            </p:nvSpPr>
            <p:spPr bwMode="auto">
              <a:xfrm>
                <a:off x="5221288" y="3184525"/>
                <a:ext cx="36513" cy="122238"/>
              </a:xfrm>
              <a:custGeom>
                <a:avLst/>
                <a:gdLst>
                  <a:gd name="T0" fmla="*/ 0 w 11"/>
                  <a:gd name="T1" fmla="*/ 3 h 37"/>
                  <a:gd name="T2" fmla="*/ 2 w 11"/>
                  <a:gd name="T3" fmla="*/ 14 h 37"/>
                  <a:gd name="T4" fmla="*/ 0 w 11"/>
                  <a:gd name="T5" fmla="*/ 33 h 37"/>
                  <a:gd name="T6" fmla="*/ 0 w 11"/>
                  <a:gd name="T7" fmla="*/ 36 h 37"/>
                  <a:gd name="T8" fmla="*/ 2 w 11"/>
                  <a:gd name="T9" fmla="*/ 37 h 37"/>
                  <a:gd name="T10" fmla="*/ 8 w 11"/>
                  <a:gd name="T11" fmla="*/ 27 h 37"/>
                  <a:gd name="T12" fmla="*/ 11 w 11"/>
                  <a:gd name="T13" fmla="*/ 17 h 37"/>
                  <a:gd name="T14" fmla="*/ 11 w 11"/>
                  <a:gd name="T15" fmla="*/ 15 h 37"/>
                  <a:gd name="T16" fmla="*/ 7 w 11"/>
                  <a:gd name="T17" fmla="*/ 2 h 37"/>
                  <a:gd name="T18" fmla="*/ 2 w 11"/>
                  <a:gd name="T19" fmla="*/ 0 h 37"/>
                  <a:gd name="T20" fmla="*/ 0 w 11"/>
                  <a:gd name="T21" fmla="*/ 3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1" h="37">
                    <a:moveTo>
                      <a:pt x="0" y="3"/>
                    </a:moveTo>
                    <a:cubicBezTo>
                      <a:pt x="2" y="14"/>
                      <a:pt x="2" y="14"/>
                      <a:pt x="2" y="14"/>
                    </a:cubicBezTo>
                    <a:cubicBezTo>
                      <a:pt x="2" y="19"/>
                      <a:pt x="0" y="27"/>
                      <a:pt x="0" y="33"/>
                    </a:cubicBezTo>
                    <a:cubicBezTo>
                      <a:pt x="0" y="36"/>
                      <a:pt x="0" y="36"/>
                      <a:pt x="0" y="36"/>
                    </a:cubicBezTo>
                    <a:cubicBezTo>
                      <a:pt x="2" y="36"/>
                      <a:pt x="1" y="37"/>
                      <a:pt x="2" y="37"/>
                    </a:cubicBezTo>
                    <a:cubicBezTo>
                      <a:pt x="3" y="37"/>
                      <a:pt x="7" y="28"/>
                      <a:pt x="8" y="27"/>
                    </a:cubicBezTo>
                    <a:cubicBezTo>
                      <a:pt x="9" y="24"/>
                      <a:pt x="11" y="21"/>
                      <a:pt x="11" y="17"/>
                    </a:cubicBezTo>
                    <a:cubicBezTo>
                      <a:pt x="11" y="15"/>
                      <a:pt x="11" y="15"/>
                      <a:pt x="11" y="15"/>
                    </a:cubicBezTo>
                    <a:cubicBezTo>
                      <a:pt x="11" y="7"/>
                      <a:pt x="8" y="7"/>
                      <a:pt x="7" y="2"/>
                    </a:cubicBezTo>
                    <a:cubicBezTo>
                      <a:pt x="2" y="0"/>
                      <a:pt x="2" y="0"/>
                      <a:pt x="2" y="0"/>
                    </a:cubicBezTo>
                    <a:cubicBezTo>
                      <a:pt x="2" y="1"/>
                      <a:pt x="0" y="1"/>
                      <a:pt x="0" y="3"/>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 name="íś1iḑe"/>
              <p:cNvSpPr/>
              <p:nvPr/>
            </p:nvSpPr>
            <p:spPr bwMode="auto">
              <a:xfrm>
                <a:off x="4554538" y="3251200"/>
                <a:ext cx="119063" cy="58738"/>
              </a:xfrm>
              <a:custGeom>
                <a:avLst/>
                <a:gdLst>
                  <a:gd name="T0" fmla="*/ 0 w 36"/>
                  <a:gd name="T1" fmla="*/ 15 h 18"/>
                  <a:gd name="T2" fmla="*/ 2 w 36"/>
                  <a:gd name="T3" fmla="*/ 16 h 18"/>
                  <a:gd name="T4" fmla="*/ 13 w 36"/>
                  <a:gd name="T5" fmla="*/ 18 h 18"/>
                  <a:gd name="T6" fmla="*/ 16 w 36"/>
                  <a:gd name="T7" fmla="*/ 18 h 18"/>
                  <a:gd name="T8" fmla="*/ 22 w 36"/>
                  <a:gd name="T9" fmla="*/ 17 h 18"/>
                  <a:gd name="T10" fmla="*/ 23 w 36"/>
                  <a:gd name="T11" fmla="*/ 17 h 18"/>
                  <a:gd name="T12" fmla="*/ 30 w 36"/>
                  <a:gd name="T13" fmla="*/ 13 h 18"/>
                  <a:gd name="T14" fmla="*/ 36 w 36"/>
                  <a:gd name="T15" fmla="*/ 8 h 18"/>
                  <a:gd name="T16" fmla="*/ 36 w 36"/>
                  <a:gd name="T17" fmla="*/ 7 h 18"/>
                  <a:gd name="T18" fmla="*/ 36 w 36"/>
                  <a:gd name="T19" fmla="*/ 4 h 18"/>
                  <a:gd name="T20" fmla="*/ 32 w 36"/>
                  <a:gd name="T21" fmla="*/ 0 h 18"/>
                  <a:gd name="T22" fmla="*/ 24 w 36"/>
                  <a:gd name="T23" fmla="*/ 3 h 18"/>
                  <a:gd name="T24" fmla="*/ 16 w 36"/>
                  <a:gd name="T25" fmla="*/ 7 h 18"/>
                  <a:gd name="T26" fmla="*/ 0 w 36"/>
                  <a:gd name="T27" fmla="*/ 15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6" h="18">
                    <a:moveTo>
                      <a:pt x="0" y="15"/>
                    </a:moveTo>
                    <a:cubicBezTo>
                      <a:pt x="1" y="16"/>
                      <a:pt x="1" y="16"/>
                      <a:pt x="2" y="16"/>
                    </a:cubicBezTo>
                    <a:cubicBezTo>
                      <a:pt x="6" y="16"/>
                      <a:pt x="9" y="18"/>
                      <a:pt x="13" y="18"/>
                    </a:cubicBezTo>
                    <a:cubicBezTo>
                      <a:pt x="16" y="18"/>
                      <a:pt x="16" y="18"/>
                      <a:pt x="16" y="18"/>
                    </a:cubicBezTo>
                    <a:cubicBezTo>
                      <a:pt x="22" y="17"/>
                      <a:pt x="22" y="17"/>
                      <a:pt x="22" y="17"/>
                    </a:cubicBezTo>
                    <a:cubicBezTo>
                      <a:pt x="23" y="17"/>
                      <a:pt x="23" y="17"/>
                      <a:pt x="23" y="17"/>
                    </a:cubicBezTo>
                    <a:cubicBezTo>
                      <a:pt x="26" y="16"/>
                      <a:pt x="28" y="14"/>
                      <a:pt x="30" y="13"/>
                    </a:cubicBezTo>
                    <a:cubicBezTo>
                      <a:pt x="34" y="11"/>
                      <a:pt x="33" y="10"/>
                      <a:pt x="36" y="8"/>
                    </a:cubicBezTo>
                    <a:cubicBezTo>
                      <a:pt x="36" y="7"/>
                      <a:pt x="36" y="7"/>
                      <a:pt x="36" y="7"/>
                    </a:cubicBezTo>
                    <a:cubicBezTo>
                      <a:pt x="36" y="4"/>
                      <a:pt x="36" y="4"/>
                      <a:pt x="36" y="4"/>
                    </a:cubicBezTo>
                    <a:cubicBezTo>
                      <a:pt x="36" y="1"/>
                      <a:pt x="33" y="2"/>
                      <a:pt x="32" y="0"/>
                    </a:cubicBezTo>
                    <a:cubicBezTo>
                      <a:pt x="29" y="1"/>
                      <a:pt x="27" y="1"/>
                      <a:pt x="24" y="3"/>
                    </a:cubicBezTo>
                    <a:cubicBezTo>
                      <a:pt x="21" y="4"/>
                      <a:pt x="19" y="6"/>
                      <a:pt x="16" y="7"/>
                    </a:cubicBezTo>
                    <a:cubicBezTo>
                      <a:pt x="11" y="11"/>
                      <a:pt x="4" y="10"/>
                      <a:pt x="0" y="1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8" name="iṩ1iḋè"/>
              <p:cNvSpPr/>
              <p:nvPr/>
            </p:nvSpPr>
            <p:spPr bwMode="auto">
              <a:xfrm>
                <a:off x="6359526" y="3263900"/>
                <a:ext cx="93663" cy="139700"/>
              </a:xfrm>
              <a:custGeom>
                <a:avLst/>
                <a:gdLst>
                  <a:gd name="T0" fmla="*/ 15 w 28"/>
                  <a:gd name="T1" fmla="*/ 1 h 42"/>
                  <a:gd name="T2" fmla="*/ 6 w 28"/>
                  <a:gd name="T3" fmla="*/ 11 h 42"/>
                  <a:gd name="T4" fmla="*/ 6 w 28"/>
                  <a:gd name="T5" fmla="*/ 13 h 42"/>
                  <a:gd name="T6" fmla="*/ 5 w 28"/>
                  <a:gd name="T7" fmla="*/ 16 h 42"/>
                  <a:gd name="T8" fmla="*/ 6 w 28"/>
                  <a:gd name="T9" fmla="*/ 20 h 42"/>
                  <a:gd name="T10" fmla="*/ 6 w 28"/>
                  <a:gd name="T11" fmla="*/ 21 h 42"/>
                  <a:gd name="T12" fmla="*/ 0 w 28"/>
                  <a:gd name="T13" fmla="*/ 38 h 42"/>
                  <a:gd name="T14" fmla="*/ 0 w 28"/>
                  <a:gd name="T15" fmla="*/ 41 h 42"/>
                  <a:gd name="T16" fmla="*/ 3 w 28"/>
                  <a:gd name="T17" fmla="*/ 42 h 42"/>
                  <a:gd name="T18" fmla="*/ 9 w 28"/>
                  <a:gd name="T19" fmla="*/ 32 h 42"/>
                  <a:gd name="T20" fmla="*/ 12 w 28"/>
                  <a:gd name="T21" fmla="*/ 26 h 42"/>
                  <a:gd name="T22" fmla="*/ 14 w 28"/>
                  <a:gd name="T23" fmla="*/ 26 h 42"/>
                  <a:gd name="T24" fmla="*/ 20 w 28"/>
                  <a:gd name="T25" fmla="*/ 26 h 42"/>
                  <a:gd name="T26" fmla="*/ 28 w 28"/>
                  <a:gd name="T27" fmla="*/ 14 h 42"/>
                  <a:gd name="T28" fmla="*/ 28 w 28"/>
                  <a:gd name="T29" fmla="*/ 6 h 42"/>
                  <a:gd name="T30" fmla="*/ 28 w 28"/>
                  <a:gd name="T31" fmla="*/ 5 h 42"/>
                  <a:gd name="T32" fmla="*/ 27 w 28"/>
                  <a:gd name="T33" fmla="*/ 3 h 42"/>
                  <a:gd name="T34" fmla="*/ 26 w 28"/>
                  <a:gd name="T35" fmla="*/ 3 h 42"/>
                  <a:gd name="T36" fmla="*/ 24 w 28"/>
                  <a:gd name="T37" fmla="*/ 3 h 42"/>
                  <a:gd name="T38" fmla="*/ 23 w 28"/>
                  <a:gd name="T39" fmla="*/ 3 h 42"/>
                  <a:gd name="T40" fmla="*/ 20 w 28"/>
                  <a:gd name="T41" fmla="*/ 0 h 42"/>
                  <a:gd name="T42" fmla="*/ 15 w 28"/>
                  <a:gd name="T43" fmla="*/ 1 h 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 h="42">
                    <a:moveTo>
                      <a:pt x="15" y="1"/>
                    </a:moveTo>
                    <a:cubicBezTo>
                      <a:pt x="15" y="10"/>
                      <a:pt x="8" y="6"/>
                      <a:pt x="6" y="11"/>
                    </a:cubicBezTo>
                    <a:cubicBezTo>
                      <a:pt x="6" y="13"/>
                      <a:pt x="6" y="13"/>
                      <a:pt x="6" y="13"/>
                    </a:cubicBezTo>
                    <a:cubicBezTo>
                      <a:pt x="6" y="14"/>
                      <a:pt x="5" y="14"/>
                      <a:pt x="5" y="16"/>
                    </a:cubicBezTo>
                    <a:cubicBezTo>
                      <a:pt x="6" y="20"/>
                      <a:pt x="6" y="20"/>
                      <a:pt x="6" y="20"/>
                    </a:cubicBezTo>
                    <a:cubicBezTo>
                      <a:pt x="6" y="21"/>
                      <a:pt x="6" y="21"/>
                      <a:pt x="6" y="21"/>
                    </a:cubicBezTo>
                    <a:cubicBezTo>
                      <a:pt x="6" y="29"/>
                      <a:pt x="0" y="31"/>
                      <a:pt x="0" y="38"/>
                    </a:cubicBezTo>
                    <a:cubicBezTo>
                      <a:pt x="0" y="41"/>
                      <a:pt x="0" y="41"/>
                      <a:pt x="0" y="41"/>
                    </a:cubicBezTo>
                    <a:cubicBezTo>
                      <a:pt x="2" y="42"/>
                      <a:pt x="2" y="42"/>
                      <a:pt x="3" y="42"/>
                    </a:cubicBezTo>
                    <a:cubicBezTo>
                      <a:pt x="7" y="42"/>
                      <a:pt x="9" y="36"/>
                      <a:pt x="9" y="32"/>
                    </a:cubicBezTo>
                    <a:cubicBezTo>
                      <a:pt x="9" y="29"/>
                      <a:pt x="10" y="26"/>
                      <a:pt x="12" y="26"/>
                    </a:cubicBezTo>
                    <a:cubicBezTo>
                      <a:pt x="14" y="26"/>
                      <a:pt x="14" y="26"/>
                      <a:pt x="14" y="26"/>
                    </a:cubicBezTo>
                    <a:cubicBezTo>
                      <a:pt x="20" y="26"/>
                      <a:pt x="20" y="26"/>
                      <a:pt x="20" y="26"/>
                    </a:cubicBezTo>
                    <a:cubicBezTo>
                      <a:pt x="24" y="24"/>
                      <a:pt x="28" y="21"/>
                      <a:pt x="28" y="14"/>
                    </a:cubicBezTo>
                    <a:cubicBezTo>
                      <a:pt x="28" y="6"/>
                      <a:pt x="28" y="6"/>
                      <a:pt x="28" y="6"/>
                    </a:cubicBezTo>
                    <a:cubicBezTo>
                      <a:pt x="28" y="5"/>
                      <a:pt x="28" y="5"/>
                      <a:pt x="28" y="5"/>
                    </a:cubicBezTo>
                    <a:cubicBezTo>
                      <a:pt x="27" y="3"/>
                      <a:pt x="27" y="3"/>
                      <a:pt x="27" y="3"/>
                    </a:cubicBezTo>
                    <a:cubicBezTo>
                      <a:pt x="26" y="3"/>
                      <a:pt x="26" y="3"/>
                      <a:pt x="26" y="3"/>
                    </a:cubicBezTo>
                    <a:cubicBezTo>
                      <a:pt x="24" y="3"/>
                      <a:pt x="24" y="3"/>
                      <a:pt x="24" y="3"/>
                    </a:cubicBezTo>
                    <a:cubicBezTo>
                      <a:pt x="23" y="3"/>
                      <a:pt x="23" y="3"/>
                      <a:pt x="23" y="3"/>
                    </a:cubicBezTo>
                    <a:cubicBezTo>
                      <a:pt x="20" y="0"/>
                      <a:pt x="20" y="0"/>
                      <a:pt x="20" y="0"/>
                    </a:cubicBezTo>
                    <a:lnTo>
                      <a:pt x="15" y="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9" name="íṩlïḓè"/>
              <p:cNvSpPr/>
              <p:nvPr/>
            </p:nvSpPr>
            <p:spPr bwMode="auto">
              <a:xfrm>
                <a:off x="5826126" y="3273425"/>
                <a:ext cx="223838" cy="293688"/>
              </a:xfrm>
              <a:custGeom>
                <a:avLst/>
                <a:gdLst>
                  <a:gd name="T0" fmla="*/ 38 w 68"/>
                  <a:gd name="T1" fmla="*/ 16 h 88"/>
                  <a:gd name="T2" fmla="*/ 40 w 68"/>
                  <a:gd name="T3" fmla="*/ 5 h 88"/>
                  <a:gd name="T4" fmla="*/ 36 w 68"/>
                  <a:gd name="T5" fmla="*/ 1 h 88"/>
                  <a:gd name="T6" fmla="*/ 36 w 68"/>
                  <a:gd name="T7" fmla="*/ 1 h 88"/>
                  <a:gd name="T8" fmla="*/ 33 w 68"/>
                  <a:gd name="T9" fmla="*/ 0 h 88"/>
                  <a:gd name="T10" fmla="*/ 24 w 68"/>
                  <a:gd name="T11" fmla="*/ 7 h 88"/>
                  <a:gd name="T12" fmla="*/ 24 w 68"/>
                  <a:gd name="T13" fmla="*/ 8 h 88"/>
                  <a:gd name="T14" fmla="*/ 26 w 68"/>
                  <a:gd name="T15" fmla="*/ 18 h 88"/>
                  <a:gd name="T16" fmla="*/ 27 w 68"/>
                  <a:gd name="T17" fmla="*/ 28 h 88"/>
                  <a:gd name="T18" fmla="*/ 27 w 68"/>
                  <a:gd name="T19" fmla="*/ 39 h 88"/>
                  <a:gd name="T20" fmla="*/ 16 w 68"/>
                  <a:gd name="T21" fmla="*/ 48 h 88"/>
                  <a:gd name="T22" fmla="*/ 7 w 68"/>
                  <a:gd name="T23" fmla="*/ 49 h 88"/>
                  <a:gd name="T24" fmla="*/ 5 w 68"/>
                  <a:gd name="T25" fmla="*/ 49 h 88"/>
                  <a:gd name="T26" fmla="*/ 4 w 68"/>
                  <a:gd name="T27" fmla="*/ 49 h 88"/>
                  <a:gd name="T28" fmla="*/ 0 w 68"/>
                  <a:gd name="T29" fmla="*/ 54 h 88"/>
                  <a:gd name="T30" fmla="*/ 5 w 68"/>
                  <a:gd name="T31" fmla="*/ 60 h 88"/>
                  <a:gd name="T32" fmla="*/ 11 w 68"/>
                  <a:gd name="T33" fmla="*/ 60 h 88"/>
                  <a:gd name="T34" fmla="*/ 13 w 68"/>
                  <a:gd name="T35" fmla="*/ 59 h 88"/>
                  <a:gd name="T36" fmla="*/ 20 w 68"/>
                  <a:gd name="T37" fmla="*/ 66 h 88"/>
                  <a:gd name="T38" fmla="*/ 17 w 68"/>
                  <a:gd name="T39" fmla="*/ 72 h 88"/>
                  <a:gd name="T40" fmla="*/ 13 w 68"/>
                  <a:gd name="T41" fmla="*/ 76 h 88"/>
                  <a:gd name="T42" fmla="*/ 2 w 68"/>
                  <a:gd name="T43" fmla="*/ 82 h 88"/>
                  <a:gd name="T44" fmla="*/ 2 w 68"/>
                  <a:gd name="T45" fmla="*/ 83 h 88"/>
                  <a:gd name="T46" fmla="*/ 2 w 68"/>
                  <a:gd name="T47" fmla="*/ 87 h 88"/>
                  <a:gd name="T48" fmla="*/ 4 w 68"/>
                  <a:gd name="T49" fmla="*/ 88 h 88"/>
                  <a:gd name="T50" fmla="*/ 25 w 68"/>
                  <a:gd name="T51" fmla="*/ 77 h 88"/>
                  <a:gd name="T52" fmla="*/ 31 w 68"/>
                  <a:gd name="T53" fmla="*/ 69 h 88"/>
                  <a:gd name="T54" fmla="*/ 40 w 68"/>
                  <a:gd name="T55" fmla="*/ 63 h 88"/>
                  <a:gd name="T56" fmla="*/ 52 w 68"/>
                  <a:gd name="T57" fmla="*/ 70 h 88"/>
                  <a:gd name="T58" fmla="*/ 48 w 68"/>
                  <a:gd name="T59" fmla="*/ 79 h 88"/>
                  <a:gd name="T60" fmla="*/ 59 w 68"/>
                  <a:gd name="T61" fmla="*/ 81 h 88"/>
                  <a:gd name="T62" fmla="*/ 68 w 68"/>
                  <a:gd name="T63" fmla="*/ 71 h 88"/>
                  <a:gd name="T64" fmla="*/ 59 w 68"/>
                  <a:gd name="T65" fmla="*/ 62 h 88"/>
                  <a:gd name="T66" fmla="*/ 44 w 68"/>
                  <a:gd name="T67" fmla="*/ 60 h 88"/>
                  <a:gd name="T68" fmla="*/ 42 w 68"/>
                  <a:gd name="T69" fmla="*/ 60 h 88"/>
                  <a:gd name="T70" fmla="*/ 36 w 68"/>
                  <a:gd name="T71" fmla="*/ 53 h 88"/>
                  <a:gd name="T72" fmla="*/ 48 w 68"/>
                  <a:gd name="T73" fmla="*/ 42 h 88"/>
                  <a:gd name="T74" fmla="*/ 59 w 68"/>
                  <a:gd name="T75" fmla="*/ 32 h 88"/>
                  <a:gd name="T76" fmla="*/ 59 w 68"/>
                  <a:gd name="T77" fmla="*/ 30 h 88"/>
                  <a:gd name="T78" fmla="*/ 59 w 68"/>
                  <a:gd name="T79" fmla="*/ 29 h 88"/>
                  <a:gd name="T80" fmla="*/ 54 w 68"/>
                  <a:gd name="T81" fmla="*/ 26 h 88"/>
                  <a:gd name="T82" fmla="*/ 51 w 68"/>
                  <a:gd name="T83" fmla="*/ 27 h 88"/>
                  <a:gd name="T84" fmla="*/ 50 w 68"/>
                  <a:gd name="T85" fmla="*/ 27 h 88"/>
                  <a:gd name="T86" fmla="*/ 41 w 68"/>
                  <a:gd name="T87" fmla="*/ 33 h 88"/>
                  <a:gd name="T88" fmla="*/ 38 w 68"/>
                  <a:gd name="T89" fmla="*/ 28 h 88"/>
                  <a:gd name="T90" fmla="*/ 38 w 68"/>
                  <a:gd name="T91" fmla="*/ 27 h 88"/>
                  <a:gd name="T92" fmla="*/ 38 w 68"/>
                  <a:gd name="T93" fmla="*/ 16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68" h="88">
                    <a:moveTo>
                      <a:pt x="38" y="16"/>
                    </a:moveTo>
                    <a:cubicBezTo>
                      <a:pt x="39" y="11"/>
                      <a:pt x="40" y="9"/>
                      <a:pt x="40" y="5"/>
                    </a:cubicBezTo>
                    <a:cubicBezTo>
                      <a:pt x="40" y="3"/>
                      <a:pt x="38" y="1"/>
                      <a:pt x="36" y="1"/>
                    </a:cubicBezTo>
                    <a:cubicBezTo>
                      <a:pt x="36" y="1"/>
                      <a:pt x="36" y="1"/>
                      <a:pt x="36" y="1"/>
                    </a:cubicBezTo>
                    <a:cubicBezTo>
                      <a:pt x="34" y="1"/>
                      <a:pt x="34" y="1"/>
                      <a:pt x="33" y="0"/>
                    </a:cubicBezTo>
                    <a:cubicBezTo>
                      <a:pt x="28" y="3"/>
                      <a:pt x="28" y="1"/>
                      <a:pt x="24" y="7"/>
                    </a:cubicBezTo>
                    <a:cubicBezTo>
                      <a:pt x="24" y="8"/>
                      <a:pt x="24" y="8"/>
                      <a:pt x="24" y="8"/>
                    </a:cubicBezTo>
                    <a:cubicBezTo>
                      <a:pt x="24" y="12"/>
                      <a:pt x="26" y="14"/>
                      <a:pt x="26" y="18"/>
                    </a:cubicBezTo>
                    <a:cubicBezTo>
                      <a:pt x="27" y="28"/>
                      <a:pt x="27" y="28"/>
                      <a:pt x="27" y="28"/>
                    </a:cubicBezTo>
                    <a:cubicBezTo>
                      <a:pt x="27" y="39"/>
                      <a:pt x="27" y="39"/>
                      <a:pt x="27" y="39"/>
                    </a:cubicBezTo>
                    <a:cubicBezTo>
                      <a:pt x="28" y="45"/>
                      <a:pt x="22" y="48"/>
                      <a:pt x="16" y="48"/>
                    </a:cubicBezTo>
                    <a:cubicBezTo>
                      <a:pt x="7" y="49"/>
                      <a:pt x="7" y="49"/>
                      <a:pt x="7" y="49"/>
                    </a:cubicBezTo>
                    <a:cubicBezTo>
                      <a:pt x="5" y="49"/>
                      <a:pt x="5" y="49"/>
                      <a:pt x="5" y="49"/>
                    </a:cubicBezTo>
                    <a:cubicBezTo>
                      <a:pt x="4" y="49"/>
                      <a:pt x="4" y="49"/>
                      <a:pt x="4" y="49"/>
                    </a:cubicBezTo>
                    <a:cubicBezTo>
                      <a:pt x="2" y="50"/>
                      <a:pt x="0" y="51"/>
                      <a:pt x="0" y="54"/>
                    </a:cubicBezTo>
                    <a:cubicBezTo>
                      <a:pt x="0" y="56"/>
                      <a:pt x="3" y="60"/>
                      <a:pt x="5" y="60"/>
                    </a:cubicBezTo>
                    <a:cubicBezTo>
                      <a:pt x="11" y="60"/>
                      <a:pt x="11" y="60"/>
                      <a:pt x="11" y="60"/>
                    </a:cubicBezTo>
                    <a:cubicBezTo>
                      <a:pt x="12" y="60"/>
                      <a:pt x="12" y="60"/>
                      <a:pt x="13" y="59"/>
                    </a:cubicBezTo>
                    <a:cubicBezTo>
                      <a:pt x="17" y="62"/>
                      <a:pt x="17" y="60"/>
                      <a:pt x="20" y="66"/>
                    </a:cubicBezTo>
                    <a:cubicBezTo>
                      <a:pt x="18" y="69"/>
                      <a:pt x="20" y="68"/>
                      <a:pt x="17" y="72"/>
                    </a:cubicBezTo>
                    <a:cubicBezTo>
                      <a:pt x="15" y="73"/>
                      <a:pt x="15" y="75"/>
                      <a:pt x="13" y="76"/>
                    </a:cubicBezTo>
                    <a:cubicBezTo>
                      <a:pt x="8" y="79"/>
                      <a:pt x="7" y="80"/>
                      <a:pt x="2" y="82"/>
                    </a:cubicBezTo>
                    <a:cubicBezTo>
                      <a:pt x="2" y="83"/>
                      <a:pt x="2" y="83"/>
                      <a:pt x="2" y="83"/>
                    </a:cubicBezTo>
                    <a:cubicBezTo>
                      <a:pt x="2" y="87"/>
                      <a:pt x="2" y="87"/>
                      <a:pt x="2" y="87"/>
                    </a:cubicBezTo>
                    <a:cubicBezTo>
                      <a:pt x="4" y="87"/>
                      <a:pt x="3" y="88"/>
                      <a:pt x="4" y="88"/>
                    </a:cubicBezTo>
                    <a:cubicBezTo>
                      <a:pt x="13" y="88"/>
                      <a:pt x="20" y="82"/>
                      <a:pt x="25" y="77"/>
                    </a:cubicBezTo>
                    <a:cubicBezTo>
                      <a:pt x="26" y="76"/>
                      <a:pt x="30" y="71"/>
                      <a:pt x="31" y="69"/>
                    </a:cubicBezTo>
                    <a:cubicBezTo>
                      <a:pt x="33" y="65"/>
                      <a:pt x="35" y="63"/>
                      <a:pt x="40" y="63"/>
                    </a:cubicBezTo>
                    <a:cubicBezTo>
                      <a:pt x="45" y="63"/>
                      <a:pt x="49" y="67"/>
                      <a:pt x="52" y="70"/>
                    </a:cubicBezTo>
                    <a:cubicBezTo>
                      <a:pt x="48" y="79"/>
                      <a:pt x="48" y="79"/>
                      <a:pt x="48" y="79"/>
                    </a:cubicBezTo>
                    <a:cubicBezTo>
                      <a:pt x="50" y="79"/>
                      <a:pt x="58" y="81"/>
                      <a:pt x="59" y="81"/>
                    </a:cubicBezTo>
                    <a:cubicBezTo>
                      <a:pt x="65" y="81"/>
                      <a:pt x="67" y="76"/>
                      <a:pt x="68" y="71"/>
                    </a:cubicBezTo>
                    <a:cubicBezTo>
                      <a:pt x="67" y="65"/>
                      <a:pt x="63" y="64"/>
                      <a:pt x="59" y="62"/>
                    </a:cubicBezTo>
                    <a:cubicBezTo>
                      <a:pt x="53" y="59"/>
                      <a:pt x="51" y="60"/>
                      <a:pt x="44" y="60"/>
                    </a:cubicBezTo>
                    <a:cubicBezTo>
                      <a:pt x="43" y="60"/>
                      <a:pt x="43" y="60"/>
                      <a:pt x="42" y="60"/>
                    </a:cubicBezTo>
                    <a:cubicBezTo>
                      <a:pt x="40" y="59"/>
                      <a:pt x="36" y="56"/>
                      <a:pt x="36" y="53"/>
                    </a:cubicBezTo>
                    <a:cubicBezTo>
                      <a:pt x="36" y="51"/>
                      <a:pt x="45" y="44"/>
                      <a:pt x="48" y="42"/>
                    </a:cubicBezTo>
                    <a:cubicBezTo>
                      <a:pt x="50" y="41"/>
                      <a:pt x="59" y="34"/>
                      <a:pt x="59" y="32"/>
                    </a:cubicBezTo>
                    <a:cubicBezTo>
                      <a:pt x="59" y="30"/>
                      <a:pt x="59" y="30"/>
                      <a:pt x="59" y="30"/>
                    </a:cubicBezTo>
                    <a:cubicBezTo>
                      <a:pt x="59" y="29"/>
                      <a:pt x="59" y="29"/>
                      <a:pt x="59" y="29"/>
                    </a:cubicBezTo>
                    <a:cubicBezTo>
                      <a:pt x="54" y="26"/>
                      <a:pt x="54" y="26"/>
                      <a:pt x="54" y="26"/>
                    </a:cubicBezTo>
                    <a:cubicBezTo>
                      <a:pt x="53" y="27"/>
                      <a:pt x="53" y="27"/>
                      <a:pt x="51" y="27"/>
                    </a:cubicBezTo>
                    <a:cubicBezTo>
                      <a:pt x="50" y="27"/>
                      <a:pt x="50" y="27"/>
                      <a:pt x="50" y="27"/>
                    </a:cubicBezTo>
                    <a:cubicBezTo>
                      <a:pt x="46" y="32"/>
                      <a:pt x="46" y="30"/>
                      <a:pt x="41" y="33"/>
                    </a:cubicBezTo>
                    <a:cubicBezTo>
                      <a:pt x="40" y="31"/>
                      <a:pt x="39" y="30"/>
                      <a:pt x="38" y="28"/>
                    </a:cubicBezTo>
                    <a:cubicBezTo>
                      <a:pt x="38" y="27"/>
                      <a:pt x="38" y="27"/>
                      <a:pt x="38" y="27"/>
                    </a:cubicBezTo>
                    <a:lnTo>
                      <a:pt x="38" y="16"/>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 name="ísḷïďè"/>
              <p:cNvSpPr/>
              <p:nvPr/>
            </p:nvSpPr>
            <p:spPr bwMode="auto">
              <a:xfrm>
                <a:off x="4518026" y="3506788"/>
                <a:ext cx="53975" cy="71438"/>
              </a:xfrm>
              <a:custGeom>
                <a:avLst/>
                <a:gdLst>
                  <a:gd name="T0" fmla="*/ 14 w 16"/>
                  <a:gd name="T1" fmla="*/ 17 h 21"/>
                  <a:gd name="T2" fmla="*/ 16 w 16"/>
                  <a:gd name="T3" fmla="*/ 12 h 21"/>
                  <a:gd name="T4" fmla="*/ 11 w 16"/>
                  <a:gd name="T5" fmla="*/ 5 h 21"/>
                  <a:gd name="T6" fmla="*/ 5 w 16"/>
                  <a:gd name="T7" fmla="*/ 0 h 21"/>
                  <a:gd name="T8" fmla="*/ 2 w 16"/>
                  <a:gd name="T9" fmla="*/ 4 h 21"/>
                  <a:gd name="T10" fmla="*/ 2 w 16"/>
                  <a:gd name="T11" fmla="*/ 5 h 21"/>
                  <a:gd name="T12" fmla="*/ 2 w 16"/>
                  <a:gd name="T13" fmla="*/ 8 h 21"/>
                  <a:gd name="T14" fmla="*/ 2 w 16"/>
                  <a:gd name="T15" fmla="*/ 9 h 21"/>
                  <a:gd name="T16" fmla="*/ 0 w 16"/>
                  <a:gd name="T17" fmla="*/ 17 h 21"/>
                  <a:gd name="T18" fmla="*/ 3 w 16"/>
                  <a:gd name="T19" fmla="*/ 21 h 21"/>
                  <a:gd name="T20" fmla="*/ 4 w 16"/>
                  <a:gd name="T21" fmla="*/ 21 h 21"/>
                  <a:gd name="T22" fmla="*/ 5 w 16"/>
                  <a:gd name="T23" fmla="*/ 21 h 21"/>
                  <a:gd name="T24" fmla="*/ 14 w 16"/>
                  <a:gd name="T25" fmla="*/ 17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1">
                    <a:moveTo>
                      <a:pt x="14" y="17"/>
                    </a:moveTo>
                    <a:cubicBezTo>
                      <a:pt x="14" y="15"/>
                      <a:pt x="16" y="13"/>
                      <a:pt x="16" y="12"/>
                    </a:cubicBezTo>
                    <a:cubicBezTo>
                      <a:pt x="16" y="11"/>
                      <a:pt x="12" y="7"/>
                      <a:pt x="11" y="5"/>
                    </a:cubicBezTo>
                    <a:cubicBezTo>
                      <a:pt x="11" y="3"/>
                      <a:pt x="8" y="0"/>
                      <a:pt x="5" y="0"/>
                    </a:cubicBezTo>
                    <a:cubicBezTo>
                      <a:pt x="4" y="0"/>
                      <a:pt x="3" y="3"/>
                      <a:pt x="2" y="4"/>
                    </a:cubicBezTo>
                    <a:cubicBezTo>
                      <a:pt x="2" y="5"/>
                      <a:pt x="2" y="5"/>
                      <a:pt x="2" y="5"/>
                    </a:cubicBezTo>
                    <a:cubicBezTo>
                      <a:pt x="2" y="8"/>
                      <a:pt x="2" y="8"/>
                      <a:pt x="2" y="8"/>
                    </a:cubicBezTo>
                    <a:cubicBezTo>
                      <a:pt x="2" y="9"/>
                      <a:pt x="2" y="9"/>
                      <a:pt x="2" y="9"/>
                    </a:cubicBezTo>
                    <a:cubicBezTo>
                      <a:pt x="1" y="11"/>
                      <a:pt x="0" y="14"/>
                      <a:pt x="0" y="17"/>
                    </a:cubicBezTo>
                    <a:cubicBezTo>
                      <a:pt x="0" y="19"/>
                      <a:pt x="1" y="20"/>
                      <a:pt x="3" y="21"/>
                    </a:cubicBezTo>
                    <a:cubicBezTo>
                      <a:pt x="4" y="21"/>
                      <a:pt x="4" y="21"/>
                      <a:pt x="4" y="21"/>
                    </a:cubicBezTo>
                    <a:cubicBezTo>
                      <a:pt x="5" y="21"/>
                      <a:pt x="5" y="21"/>
                      <a:pt x="5" y="21"/>
                    </a:cubicBezTo>
                    <a:cubicBezTo>
                      <a:pt x="7" y="21"/>
                      <a:pt x="11" y="17"/>
                      <a:pt x="14" y="17"/>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1" name="îṧļîḓé"/>
              <p:cNvSpPr/>
              <p:nvPr/>
            </p:nvSpPr>
            <p:spPr bwMode="auto">
              <a:xfrm>
                <a:off x="5319713" y="3133725"/>
                <a:ext cx="222250" cy="500063"/>
              </a:xfrm>
              <a:custGeom>
                <a:avLst/>
                <a:gdLst>
                  <a:gd name="T0" fmla="*/ 47 w 67"/>
                  <a:gd name="T1" fmla="*/ 96 h 150"/>
                  <a:gd name="T2" fmla="*/ 51 w 67"/>
                  <a:gd name="T3" fmla="*/ 96 h 150"/>
                  <a:gd name="T4" fmla="*/ 46 w 67"/>
                  <a:gd name="T5" fmla="*/ 114 h 150"/>
                  <a:gd name="T6" fmla="*/ 42 w 67"/>
                  <a:gd name="T7" fmla="*/ 113 h 150"/>
                  <a:gd name="T8" fmla="*/ 39 w 67"/>
                  <a:gd name="T9" fmla="*/ 108 h 150"/>
                  <a:gd name="T10" fmla="*/ 21 w 67"/>
                  <a:gd name="T11" fmla="*/ 78 h 150"/>
                  <a:gd name="T12" fmla="*/ 29 w 67"/>
                  <a:gd name="T13" fmla="*/ 73 h 150"/>
                  <a:gd name="T14" fmla="*/ 32 w 67"/>
                  <a:gd name="T15" fmla="*/ 74 h 150"/>
                  <a:gd name="T16" fmla="*/ 32 w 67"/>
                  <a:gd name="T17" fmla="*/ 77 h 150"/>
                  <a:gd name="T18" fmla="*/ 32 w 67"/>
                  <a:gd name="T19" fmla="*/ 79 h 150"/>
                  <a:gd name="T20" fmla="*/ 21 w 67"/>
                  <a:gd name="T21" fmla="*/ 78 h 150"/>
                  <a:gd name="T22" fmla="*/ 53 w 67"/>
                  <a:gd name="T23" fmla="*/ 118 h 150"/>
                  <a:gd name="T24" fmla="*/ 66 w 67"/>
                  <a:gd name="T25" fmla="*/ 108 h 150"/>
                  <a:gd name="T26" fmla="*/ 60 w 67"/>
                  <a:gd name="T27" fmla="*/ 98 h 150"/>
                  <a:gd name="T28" fmla="*/ 51 w 67"/>
                  <a:gd name="T29" fmla="*/ 82 h 150"/>
                  <a:gd name="T30" fmla="*/ 47 w 67"/>
                  <a:gd name="T31" fmla="*/ 71 h 150"/>
                  <a:gd name="T32" fmla="*/ 60 w 67"/>
                  <a:gd name="T33" fmla="*/ 58 h 150"/>
                  <a:gd name="T34" fmla="*/ 53 w 67"/>
                  <a:gd name="T35" fmla="*/ 52 h 150"/>
                  <a:gd name="T36" fmla="*/ 44 w 67"/>
                  <a:gd name="T37" fmla="*/ 50 h 150"/>
                  <a:gd name="T38" fmla="*/ 48 w 67"/>
                  <a:gd name="T39" fmla="*/ 38 h 150"/>
                  <a:gd name="T40" fmla="*/ 66 w 67"/>
                  <a:gd name="T41" fmla="*/ 17 h 150"/>
                  <a:gd name="T42" fmla="*/ 66 w 67"/>
                  <a:gd name="T43" fmla="*/ 13 h 150"/>
                  <a:gd name="T44" fmla="*/ 56 w 67"/>
                  <a:gd name="T45" fmla="*/ 1 h 150"/>
                  <a:gd name="T46" fmla="*/ 55 w 67"/>
                  <a:gd name="T47" fmla="*/ 7 h 150"/>
                  <a:gd name="T48" fmla="*/ 50 w 67"/>
                  <a:gd name="T49" fmla="*/ 18 h 150"/>
                  <a:gd name="T50" fmla="*/ 42 w 67"/>
                  <a:gd name="T51" fmla="*/ 15 h 150"/>
                  <a:gd name="T52" fmla="*/ 40 w 67"/>
                  <a:gd name="T53" fmla="*/ 15 h 150"/>
                  <a:gd name="T54" fmla="*/ 41 w 67"/>
                  <a:gd name="T55" fmla="*/ 26 h 150"/>
                  <a:gd name="T56" fmla="*/ 41 w 67"/>
                  <a:gd name="T57" fmla="*/ 30 h 150"/>
                  <a:gd name="T58" fmla="*/ 37 w 67"/>
                  <a:gd name="T59" fmla="*/ 33 h 150"/>
                  <a:gd name="T60" fmla="*/ 30 w 67"/>
                  <a:gd name="T61" fmla="*/ 29 h 150"/>
                  <a:gd name="T62" fmla="*/ 9 w 67"/>
                  <a:gd name="T63" fmla="*/ 50 h 150"/>
                  <a:gd name="T64" fmla="*/ 4 w 67"/>
                  <a:gd name="T65" fmla="*/ 59 h 150"/>
                  <a:gd name="T66" fmla="*/ 23 w 67"/>
                  <a:gd name="T67" fmla="*/ 51 h 150"/>
                  <a:gd name="T68" fmla="*/ 30 w 67"/>
                  <a:gd name="T69" fmla="*/ 58 h 150"/>
                  <a:gd name="T70" fmla="*/ 26 w 67"/>
                  <a:gd name="T71" fmla="*/ 65 h 150"/>
                  <a:gd name="T72" fmla="*/ 19 w 67"/>
                  <a:gd name="T73" fmla="*/ 64 h 150"/>
                  <a:gd name="T74" fmla="*/ 16 w 67"/>
                  <a:gd name="T75" fmla="*/ 67 h 150"/>
                  <a:gd name="T76" fmla="*/ 16 w 67"/>
                  <a:gd name="T77" fmla="*/ 72 h 150"/>
                  <a:gd name="T78" fmla="*/ 3 w 67"/>
                  <a:gd name="T79" fmla="*/ 105 h 150"/>
                  <a:gd name="T80" fmla="*/ 6 w 67"/>
                  <a:gd name="T81" fmla="*/ 110 h 150"/>
                  <a:gd name="T82" fmla="*/ 9 w 67"/>
                  <a:gd name="T83" fmla="*/ 111 h 150"/>
                  <a:gd name="T84" fmla="*/ 24 w 67"/>
                  <a:gd name="T85" fmla="*/ 89 h 150"/>
                  <a:gd name="T86" fmla="*/ 32 w 67"/>
                  <a:gd name="T87" fmla="*/ 93 h 150"/>
                  <a:gd name="T88" fmla="*/ 32 w 67"/>
                  <a:gd name="T89" fmla="*/ 96 h 150"/>
                  <a:gd name="T90" fmla="*/ 29 w 67"/>
                  <a:gd name="T91" fmla="*/ 113 h 150"/>
                  <a:gd name="T92" fmla="*/ 29 w 67"/>
                  <a:gd name="T93" fmla="*/ 115 h 150"/>
                  <a:gd name="T94" fmla="*/ 22 w 67"/>
                  <a:gd name="T95" fmla="*/ 122 h 150"/>
                  <a:gd name="T96" fmla="*/ 10 w 67"/>
                  <a:gd name="T97" fmla="*/ 124 h 150"/>
                  <a:gd name="T98" fmla="*/ 15 w 67"/>
                  <a:gd name="T99" fmla="*/ 144 h 150"/>
                  <a:gd name="T100" fmla="*/ 17 w 67"/>
                  <a:gd name="T101" fmla="*/ 150 h 150"/>
                  <a:gd name="T102" fmla="*/ 38 w 67"/>
                  <a:gd name="T103" fmla="*/ 125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67" h="150">
                    <a:moveTo>
                      <a:pt x="39" y="107"/>
                    </a:moveTo>
                    <a:cubicBezTo>
                      <a:pt x="39" y="103"/>
                      <a:pt x="44" y="96"/>
                      <a:pt x="47" y="96"/>
                    </a:cubicBezTo>
                    <a:cubicBezTo>
                      <a:pt x="50" y="96"/>
                      <a:pt x="50" y="96"/>
                      <a:pt x="50" y="96"/>
                    </a:cubicBezTo>
                    <a:cubicBezTo>
                      <a:pt x="51" y="96"/>
                      <a:pt x="51" y="96"/>
                      <a:pt x="51" y="96"/>
                    </a:cubicBezTo>
                    <a:cubicBezTo>
                      <a:pt x="53" y="98"/>
                      <a:pt x="55" y="101"/>
                      <a:pt x="55" y="104"/>
                    </a:cubicBezTo>
                    <a:cubicBezTo>
                      <a:pt x="55" y="108"/>
                      <a:pt x="49" y="112"/>
                      <a:pt x="46" y="114"/>
                    </a:cubicBezTo>
                    <a:cubicBezTo>
                      <a:pt x="45" y="114"/>
                      <a:pt x="45" y="113"/>
                      <a:pt x="43" y="113"/>
                    </a:cubicBezTo>
                    <a:cubicBezTo>
                      <a:pt x="42" y="113"/>
                      <a:pt x="42" y="113"/>
                      <a:pt x="42" y="113"/>
                    </a:cubicBezTo>
                    <a:cubicBezTo>
                      <a:pt x="39" y="109"/>
                      <a:pt x="39" y="109"/>
                      <a:pt x="39" y="109"/>
                    </a:cubicBezTo>
                    <a:cubicBezTo>
                      <a:pt x="39" y="108"/>
                      <a:pt x="39" y="108"/>
                      <a:pt x="39" y="108"/>
                    </a:cubicBezTo>
                    <a:cubicBezTo>
                      <a:pt x="39" y="107"/>
                      <a:pt x="39" y="107"/>
                      <a:pt x="39" y="107"/>
                    </a:cubicBezTo>
                    <a:close/>
                    <a:moveTo>
                      <a:pt x="21" y="78"/>
                    </a:moveTo>
                    <a:cubicBezTo>
                      <a:pt x="21" y="77"/>
                      <a:pt x="25" y="73"/>
                      <a:pt x="26" y="73"/>
                    </a:cubicBezTo>
                    <a:cubicBezTo>
                      <a:pt x="27" y="73"/>
                      <a:pt x="27" y="73"/>
                      <a:pt x="29" y="73"/>
                    </a:cubicBezTo>
                    <a:cubicBezTo>
                      <a:pt x="30" y="73"/>
                      <a:pt x="30" y="73"/>
                      <a:pt x="30" y="73"/>
                    </a:cubicBezTo>
                    <a:cubicBezTo>
                      <a:pt x="32" y="74"/>
                      <a:pt x="32" y="74"/>
                      <a:pt x="32" y="74"/>
                    </a:cubicBezTo>
                    <a:cubicBezTo>
                      <a:pt x="32" y="76"/>
                      <a:pt x="32" y="76"/>
                      <a:pt x="32" y="76"/>
                    </a:cubicBezTo>
                    <a:cubicBezTo>
                      <a:pt x="32" y="77"/>
                      <a:pt x="32" y="77"/>
                      <a:pt x="32" y="77"/>
                    </a:cubicBezTo>
                    <a:cubicBezTo>
                      <a:pt x="32" y="78"/>
                      <a:pt x="32" y="78"/>
                      <a:pt x="32" y="78"/>
                    </a:cubicBezTo>
                    <a:cubicBezTo>
                      <a:pt x="32" y="79"/>
                      <a:pt x="32" y="79"/>
                      <a:pt x="32" y="79"/>
                    </a:cubicBezTo>
                    <a:cubicBezTo>
                      <a:pt x="31" y="82"/>
                      <a:pt x="29" y="83"/>
                      <a:pt x="25" y="83"/>
                    </a:cubicBezTo>
                    <a:cubicBezTo>
                      <a:pt x="23" y="83"/>
                      <a:pt x="21" y="81"/>
                      <a:pt x="21" y="78"/>
                    </a:cubicBezTo>
                    <a:close/>
                    <a:moveTo>
                      <a:pt x="38" y="125"/>
                    </a:moveTo>
                    <a:cubicBezTo>
                      <a:pt x="43" y="122"/>
                      <a:pt x="47" y="120"/>
                      <a:pt x="53" y="118"/>
                    </a:cubicBezTo>
                    <a:cubicBezTo>
                      <a:pt x="57" y="116"/>
                      <a:pt x="57" y="116"/>
                      <a:pt x="60" y="114"/>
                    </a:cubicBezTo>
                    <a:cubicBezTo>
                      <a:pt x="64" y="111"/>
                      <a:pt x="63" y="110"/>
                      <a:pt x="66" y="108"/>
                    </a:cubicBezTo>
                    <a:cubicBezTo>
                      <a:pt x="67" y="104"/>
                      <a:pt x="67" y="104"/>
                      <a:pt x="67" y="104"/>
                    </a:cubicBezTo>
                    <a:cubicBezTo>
                      <a:pt x="64" y="100"/>
                      <a:pt x="64" y="101"/>
                      <a:pt x="60" y="98"/>
                    </a:cubicBezTo>
                    <a:cubicBezTo>
                      <a:pt x="58" y="96"/>
                      <a:pt x="55" y="95"/>
                      <a:pt x="54" y="92"/>
                    </a:cubicBezTo>
                    <a:cubicBezTo>
                      <a:pt x="53" y="88"/>
                      <a:pt x="53" y="84"/>
                      <a:pt x="51" y="82"/>
                    </a:cubicBezTo>
                    <a:cubicBezTo>
                      <a:pt x="49" y="79"/>
                      <a:pt x="47" y="77"/>
                      <a:pt x="47" y="73"/>
                    </a:cubicBezTo>
                    <a:cubicBezTo>
                      <a:pt x="47" y="72"/>
                      <a:pt x="47" y="72"/>
                      <a:pt x="47" y="71"/>
                    </a:cubicBezTo>
                    <a:cubicBezTo>
                      <a:pt x="49" y="67"/>
                      <a:pt x="47" y="67"/>
                      <a:pt x="53" y="64"/>
                    </a:cubicBezTo>
                    <a:cubicBezTo>
                      <a:pt x="55" y="64"/>
                      <a:pt x="60" y="60"/>
                      <a:pt x="60" y="58"/>
                    </a:cubicBezTo>
                    <a:cubicBezTo>
                      <a:pt x="60" y="55"/>
                      <a:pt x="60" y="55"/>
                      <a:pt x="60" y="55"/>
                    </a:cubicBezTo>
                    <a:cubicBezTo>
                      <a:pt x="60" y="53"/>
                      <a:pt x="56" y="51"/>
                      <a:pt x="53" y="52"/>
                    </a:cubicBezTo>
                    <a:cubicBezTo>
                      <a:pt x="47" y="52"/>
                      <a:pt x="47" y="52"/>
                      <a:pt x="47" y="52"/>
                    </a:cubicBezTo>
                    <a:cubicBezTo>
                      <a:pt x="46" y="52"/>
                      <a:pt x="45" y="51"/>
                      <a:pt x="44" y="50"/>
                    </a:cubicBezTo>
                    <a:cubicBezTo>
                      <a:pt x="44" y="47"/>
                      <a:pt x="44" y="47"/>
                      <a:pt x="44" y="47"/>
                    </a:cubicBezTo>
                    <a:cubicBezTo>
                      <a:pt x="44" y="44"/>
                      <a:pt x="47" y="41"/>
                      <a:pt x="48" y="38"/>
                    </a:cubicBezTo>
                    <a:cubicBezTo>
                      <a:pt x="49" y="34"/>
                      <a:pt x="50" y="33"/>
                      <a:pt x="53" y="30"/>
                    </a:cubicBezTo>
                    <a:cubicBezTo>
                      <a:pt x="56" y="27"/>
                      <a:pt x="66" y="22"/>
                      <a:pt x="66" y="17"/>
                    </a:cubicBezTo>
                    <a:cubicBezTo>
                      <a:pt x="66" y="14"/>
                      <a:pt x="66" y="14"/>
                      <a:pt x="66" y="14"/>
                    </a:cubicBezTo>
                    <a:cubicBezTo>
                      <a:pt x="66" y="13"/>
                      <a:pt x="66" y="13"/>
                      <a:pt x="66" y="13"/>
                    </a:cubicBezTo>
                    <a:cubicBezTo>
                      <a:pt x="65" y="10"/>
                      <a:pt x="62" y="0"/>
                      <a:pt x="58" y="0"/>
                    </a:cubicBezTo>
                    <a:cubicBezTo>
                      <a:pt x="57" y="0"/>
                      <a:pt x="57" y="0"/>
                      <a:pt x="56" y="1"/>
                    </a:cubicBezTo>
                    <a:cubicBezTo>
                      <a:pt x="56" y="3"/>
                      <a:pt x="55" y="3"/>
                      <a:pt x="55" y="5"/>
                    </a:cubicBezTo>
                    <a:cubicBezTo>
                      <a:pt x="55" y="7"/>
                      <a:pt x="55" y="7"/>
                      <a:pt x="55" y="7"/>
                    </a:cubicBezTo>
                    <a:cubicBezTo>
                      <a:pt x="55" y="11"/>
                      <a:pt x="53" y="15"/>
                      <a:pt x="51" y="18"/>
                    </a:cubicBezTo>
                    <a:cubicBezTo>
                      <a:pt x="50" y="18"/>
                      <a:pt x="50" y="18"/>
                      <a:pt x="50" y="18"/>
                    </a:cubicBezTo>
                    <a:cubicBezTo>
                      <a:pt x="48" y="18"/>
                      <a:pt x="48" y="18"/>
                      <a:pt x="47" y="19"/>
                    </a:cubicBezTo>
                    <a:cubicBezTo>
                      <a:pt x="42" y="15"/>
                      <a:pt x="42" y="15"/>
                      <a:pt x="42" y="15"/>
                    </a:cubicBezTo>
                    <a:cubicBezTo>
                      <a:pt x="41" y="15"/>
                      <a:pt x="41" y="15"/>
                      <a:pt x="41" y="15"/>
                    </a:cubicBezTo>
                    <a:cubicBezTo>
                      <a:pt x="40" y="15"/>
                      <a:pt x="40" y="15"/>
                      <a:pt x="40" y="15"/>
                    </a:cubicBezTo>
                    <a:cubicBezTo>
                      <a:pt x="39" y="15"/>
                      <a:pt x="38" y="16"/>
                      <a:pt x="38" y="17"/>
                    </a:cubicBezTo>
                    <a:cubicBezTo>
                      <a:pt x="38" y="19"/>
                      <a:pt x="41" y="22"/>
                      <a:pt x="41" y="26"/>
                    </a:cubicBezTo>
                    <a:cubicBezTo>
                      <a:pt x="41" y="29"/>
                      <a:pt x="41" y="29"/>
                      <a:pt x="41" y="29"/>
                    </a:cubicBezTo>
                    <a:cubicBezTo>
                      <a:pt x="41" y="30"/>
                      <a:pt x="41" y="30"/>
                      <a:pt x="41" y="30"/>
                    </a:cubicBezTo>
                    <a:cubicBezTo>
                      <a:pt x="38" y="33"/>
                      <a:pt x="38" y="33"/>
                      <a:pt x="38" y="33"/>
                    </a:cubicBezTo>
                    <a:cubicBezTo>
                      <a:pt x="37" y="33"/>
                      <a:pt x="37" y="33"/>
                      <a:pt x="37" y="33"/>
                    </a:cubicBezTo>
                    <a:cubicBezTo>
                      <a:pt x="35" y="33"/>
                      <a:pt x="35" y="34"/>
                      <a:pt x="34" y="34"/>
                    </a:cubicBezTo>
                    <a:cubicBezTo>
                      <a:pt x="32" y="33"/>
                      <a:pt x="31" y="31"/>
                      <a:pt x="30" y="29"/>
                    </a:cubicBezTo>
                    <a:cubicBezTo>
                      <a:pt x="24" y="29"/>
                      <a:pt x="30" y="41"/>
                      <a:pt x="19" y="45"/>
                    </a:cubicBezTo>
                    <a:cubicBezTo>
                      <a:pt x="16" y="46"/>
                      <a:pt x="12" y="48"/>
                      <a:pt x="9" y="50"/>
                    </a:cubicBezTo>
                    <a:cubicBezTo>
                      <a:pt x="6" y="51"/>
                      <a:pt x="1" y="53"/>
                      <a:pt x="0" y="55"/>
                    </a:cubicBezTo>
                    <a:cubicBezTo>
                      <a:pt x="1" y="58"/>
                      <a:pt x="1" y="57"/>
                      <a:pt x="4" y="59"/>
                    </a:cubicBezTo>
                    <a:cubicBezTo>
                      <a:pt x="6" y="59"/>
                      <a:pt x="6" y="59"/>
                      <a:pt x="6" y="59"/>
                    </a:cubicBezTo>
                    <a:cubicBezTo>
                      <a:pt x="10" y="59"/>
                      <a:pt x="20" y="51"/>
                      <a:pt x="23" y="51"/>
                    </a:cubicBezTo>
                    <a:cubicBezTo>
                      <a:pt x="25" y="51"/>
                      <a:pt x="24" y="51"/>
                      <a:pt x="27" y="52"/>
                    </a:cubicBezTo>
                    <a:cubicBezTo>
                      <a:pt x="29" y="54"/>
                      <a:pt x="29" y="55"/>
                      <a:pt x="30" y="58"/>
                    </a:cubicBezTo>
                    <a:cubicBezTo>
                      <a:pt x="30" y="59"/>
                      <a:pt x="30" y="59"/>
                      <a:pt x="30" y="59"/>
                    </a:cubicBezTo>
                    <a:cubicBezTo>
                      <a:pt x="30" y="62"/>
                      <a:pt x="28" y="64"/>
                      <a:pt x="26" y="65"/>
                    </a:cubicBezTo>
                    <a:cubicBezTo>
                      <a:pt x="21" y="64"/>
                      <a:pt x="21" y="64"/>
                      <a:pt x="21" y="64"/>
                    </a:cubicBezTo>
                    <a:cubicBezTo>
                      <a:pt x="20" y="64"/>
                      <a:pt x="20" y="64"/>
                      <a:pt x="19" y="64"/>
                    </a:cubicBezTo>
                    <a:cubicBezTo>
                      <a:pt x="18" y="64"/>
                      <a:pt x="18" y="64"/>
                      <a:pt x="18" y="64"/>
                    </a:cubicBezTo>
                    <a:cubicBezTo>
                      <a:pt x="16" y="67"/>
                      <a:pt x="16" y="67"/>
                      <a:pt x="16" y="67"/>
                    </a:cubicBezTo>
                    <a:cubicBezTo>
                      <a:pt x="16" y="68"/>
                      <a:pt x="16" y="68"/>
                      <a:pt x="16" y="68"/>
                    </a:cubicBezTo>
                    <a:cubicBezTo>
                      <a:pt x="16" y="72"/>
                      <a:pt x="16" y="72"/>
                      <a:pt x="16" y="72"/>
                    </a:cubicBezTo>
                    <a:cubicBezTo>
                      <a:pt x="16" y="78"/>
                      <a:pt x="13" y="85"/>
                      <a:pt x="11" y="90"/>
                    </a:cubicBezTo>
                    <a:cubicBezTo>
                      <a:pt x="9" y="94"/>
                      <a:pt x="3" y="100"/>
                      <a:pt x="3" y="105"/>
                    </a:cubicBezTo>
                    <a:cubicBezTo>
                      <a:pt x="3" y="106"/>
                      <a:pt x="4" y="109"/>
                      <a:pt x="5" y="110"/>
                    </a:cubicBezTo>
                    <a:cubicBezTo>
                      <a:pt x="6" y="110"/>
                      <a:pt x="6" y="110"/>
                      <a:pt x="6" y="110"/>
                    </a:cubicBezTo>
                    <a:cubicBezTo>
                      <a:pt x="7" y="110"/>
                      <a:pt x="7" y="110"/>
                      <a:pt x="7" y="110"/>
                    </a:cubicBezTo>
                    <a:cubicBezTo>
                      <a:pt x="9" y="110"/>
                      <a:pt x="8" y="110"/>
                      <a:pt x="9" y="111"/>
                    </a:cubicBezTo>
                    <a:cubicBezTo>
                      <a:pt x="11" y="109"/>
                      <a:pt x="15" y="101"/>
                      <a:pt x="15" y="98"/>
                    </a:cubicBezTo>
                    <a:cubicBezTo>
                      <a:pt x="17" y="94"/>
                      <a:pt x="20" y="89"/>
                      <a:pt x="24" y="89"/>
                    </a:cubicBezTo>
                    <a:cubicBezTo>
                      <a:pt x="25" y="89"/>
                      <a:pt x="25" y="89"/>
                      <a:pt x="26" y="88"/>
                    </a:cubicBezTo>
                    <a:cubicBezTo>
                      <a:pt x="28" y="90"/>
                      <a:pt x="32" y="90"/>
                      <a:pt x="32" y="93"/>
                    </a:cubicBezTo>
                    <a:cubicBezTo>
                      <a:pt x="32" y="94"/>
                      <a:pt x="32" y="94"/>
                      <a:pt x="32" y="94"/>
                    </a:cubicBezTo>
                    <a:cubicBezTo>
                      <a:pt x="32" y="96"/>
                      <a:pt x="32" y="96"/>
                      <a:pt x="32" y="96"/>
                    </a:cubicBezTo>
                    <a:cubicBezTo>
                      <a:pt x="28" y="102"/>
                      <a:pt x="25" y="101"/>
                      <a:pt x="23" y="104"/>
                    </a:cubicBezTo>
                    <a:cubicBezTo>
                      <a:pt x="26" y="109"/>
                      <a:pt x="27" y="108"/>
                      <a:pt x="29" y="113"/>
                    </a:cubicBezTo>
                    <a:cubicBezTo>
                      <a:pt x="29" y="114"/>
                      <a:pt x="29" y="114"/>
                      <a:pt x="29" y="114"/>
                    </a:cubicBezTo>
                    <a:cubicBezTo>
                      <a:pt x="29" y="115"/>
                      <a:pt x="29" y="115"/>
                      <a:pt x="29" y="115"/>
                    </a:cubicBezTo>
                    <a:cubicBezTo>
                      <a:pt x="29" y="116"/>
                      <a:pt x="29" y="116"/>
                      <a:pt x="29" y="116"/>
                    </a:cubicBezTo>
                    <a:cubicBezTo>
                      <a:pt x="28" y="119"/>
                      <a:pt x="26" y="123"/>
                      <a:pt x="22" y="122"/>
                    </a:cubicBezTo>
                    <a:cubicBezTo>
                      <a:pt x="15" y="122"/>
                      <a:pt x="15" y="122"/>
                      <a:pt x="15" y="122"/>
                    </a:cubicBezTo>
                    <a:cubicBezTo>
                      <a:pt x="14" y="122"/>
                      <a:pt x="11" y="124"/>
                      <a:pt x="10" y="124"/>
                    </a:cubicBezTo>
                    <a:cubicBezTo>
                      <a:pt x="13" y="127"/>
                      <a:pt x="23" y="129"/>
                      <a:pt x="23" y="133"/>
                    </a:cubicBezTo>
                    <a:cubicBezTo>
                      <a:pt x="23" y="137"/>
                      <a:pt x="18" y="142"/>
                      <a:pt x="15" y="144"/>
                    </a:cubicBezTo>
                    <a:cubicBezTo>
                      <a:pt x="15" y="150"/>
                      <a:pt x="15" y="150"/>
                      <a:pt x="15" y="150"/>
                    </a:cubicBezTo>
                    <a:cubicBezTo>
                      <a:pt x="17" y="150"/>
                      <a:pt x="17" y="150"/>
                      <a:pt x="17" y="150"/>
                    </a:cubicBezTo>
                    <a:cubicBezTo>
                      <a:pt x="20" y="150"/>
                      <a:pt x="27" y="141"/>
                      <a:pt x="29" y="139"/>
                    </a:cubicBezTo>
                    <a:cubicBezTo>
                      <a:pt x="33" y="135"/>
                      <a:pt x="34" y="129"/>
                      <a:pt x="38" y="12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 name="iSļïḑé"/>
              <p:cNvSpPr/>
              <p:nvPr/>
            </p:nvSpPr>
            <p:spPr bwMode="auto">
              <a:xfrm>
                <a:off x="4422776" y="3106738"/>
                <a:ext cx="412750" cy="596900"/>
              </a:xfrm>
              <a:custGeom>
                <a:avLst/>
                <a:gdLst>
                  <a:gd name="T0" fmla="*/ 63 w 125"/>
                  <a:gd name="T1" fmla="*/ 83 h 179"/>
                  <a:gd name="T2" fmla="*/ 69 w 125"/>
                  <a:gd name="T3" fmla="*/ 84 h 179"/>
                  <a:gd name="T4" fmla="*/ 71 w 125"/>
                  <a:gd name="T5" fmla="*/ 95 h 179"/>
                  <a:gd name="T6" fmla="*/ 56 w 125"/>
                  <a:gd name="T7" fmla="*/ 91 h 179"/>
                  <a:gd name="T8" fmla="*/ 77 w 125"/>
                  <a:gd name="T9" fmla="*/ 77 h 179"/>
                  <a:gd name="T10" fmla="*/ 90 w 125"/>
                  <a:gd name="T11" fmla="*/ 82 h 179"/>
                  <a:gd name="T12" fmla="*/ 93 w 125"/>
                  <a:gd name="T13" fmla="*/ 96 h 179"/>
                  <a:gd name="T14" fmla="*/ 88 w 125"/>
                  <a:gd name="T15" fmla="*/ 106 h 179"/>
                  <a:gd name="T16" fmla="*/ 75 w 125"/>
                  <a:gd name="T17" fmla="*/ 89 h 179"/>
                  <a:gd name="T18" fmla="*/ 91 w 125"/>
                  <a:gd name="T19" fmla="*/ 29 h 179"/>
                  <a:gd name="T20" fmla="*/ 95 w 125"/>
                  <a:gd name="T21" fmla="*/ 4 h 179"/>
                  <a:gd name="T22" fmla="*/ 92 w 125"/>
                  <a:gd name="T23" fmla="*/ 0 h 179"/>
                  <a:gd name="T24" fmla="*/ 86 w 125"/>
                  <a:gd name="T25" fmla="*/ 0 h 179"/>
                  <a:gd name="T26" fmla="*/ 80 w 125"/>
                  <a:gd name="T27" fmla="*/ 7 h 179"/>
                  <a:gd name="T28" fmla="*/ 83 w 125"/>
                  <a:gd name="T29" fmla="*/ 30 h 179"/>
                  <a:gd name="T30" fmla="*/ 86 w 125"/>
                  <a:gd name="T31" fmla="*/ 50 h 179"/>
                  <a:gd name="T32" fmla="*/ 46 w 125"/>
                  <a:gd name="T33" fmla="*/ 84 h 179"/>
                  <a:gd name="T34" fmla="*/ 0 w 125"/>
                  <a:gd name="T35" fmla="*/ 99 h 179"/>
                  <a:gd name="T36" fmla="*/ 13 w 125"/>
                  <a:gd name="T37" fmla="*/ 108 h 179"/>
                  <a:gd name="T38" fmla="*/ 30 w 125"/>
                  <a:gd name="T39" fmla="*/ 100 h 179"/>
                  <a:gd name="T40" fmla="*/ 47 w 125"/>
                  <a:gd name="T41" fmla="*/ 92 h 179"/>
                  <a:gd name="T42" fmla="*/ 51 w 125"/>
                  <a:gd name="T43" fmla="*/ 109 h 179"/>
                  <a:gd name="T44" fmla="*/ 50 w 125"/>
                  <a:gd name="T45" fmla="*/ 118 h 179"/>
                  <a:gd name="T46" fmla="*/ 54 w 125"/>
                  <a:gd name="T47" fmla="*/ 125 h 179"/>
                  <a:gd name="T48" fmla="*/ 62 w 125"/>
                  <a:gd name="T49" fmla="*/ 119 h 179"/>
                  <a:gd name="T50" fmla="*/ 62 w 125"/>
                  <a:gd name="T51" fmla="*/ 113 h 179"/>
                  <a:gd name="T52" fmla="*/ 78 w 125"/>
                  <a:gd name="T53" fmla="*/ 111 h 179"/>
                  <a:gd name="T54" fmla="*/ 78 w 125"/>
                  <a:gd name="T55" fmla="*/ 113 h 179"/>
                  <a:gd name="T56" fmla="*/ 78 w 125"/>
                  <a:gd name="T57" fmla="*/ 118 h 179"/>
                  <a:gd name="T58" fmla="*/ 46 w 125"/>
                  <a:gd name="T59" fmla="*/ 147 h 179"/>
                  <a:gd name="T60" fmla="*/ 28 w 125"/>
                  <a:gd name="T61" fmla="*/ 158 h 179"/>
                  <a:gd name="T62" fmla="*/ 1 w 125"/>
                  <a:gd name="T63" fmla="*/ 170 h 179"/>
                  <a:gd name="T64" fmla="*/ 14 w 125"/>
                  <a:gd name="T65" fmla="*/ 178 h 179"/>
                  <a:gd name="T66" fmla="*/ 20 w 125"/>
                  <a:gd name="T67" fmla="*/ 179 h 179"/>
                  <a:gd name="T68" fmla="*/ 22 w 125"/>
                  <a:gd name="T69" fmla="*/ 179 h 179"/>
                  <a:gd name="T70" fmla="*/ 38 w 125"/>
                  <a:gd name="T71" fmla="*/ 169 h 179"/>
                  <a:gd name="T72" fmla="*/ 61 w 125"/>
                  <a:gd name="T73" fmla="*/ 150 h 179"/>
                  <a:gd name="T74" fmla="*/ 79 w 125"/>
                  <a:gd name="T75" fmla="*/ 135 h 179"/>
                  <a:gd name="T76" fmla="*/ 96 w 125"/>
                  <a:gd name="T77" fmla="*/ 119 h 179"/>
                  <a:gd name="T78" fmla="*/ 106 w 125"/>
                  <a:gd name="T79" fmla="*/ 149 h 179"/>
                  <a:gd name="T80" fmla="*/ 125 w 125"/>
                  <a:gd name="T81" fmla="*/ 152 h 179"/>
                  <a:gd name="T82" fmla="*/ 116 w 125"/>
                  <a:gd name="T83" fmla="*/ 120 h 179"/>
                  <a:gd name="T84" fmla="*/ 115 w 125"/>
                  <a:gd name="T85" fmla="*/ 125 h 179"/>
                  <a:gd name="T86" fmla="*/ 109 w 125"/>
                  <a:gd name="T87" fmla="*/ 129 h 179"/>
                  <a:gd name="T88" fmla="*/ 97 w 125"/>
                  <a:gd name="T89" fmla="*/ 92 h 179"/>
                  <a:gd name="T90" fmla="*/ 94 w 125"/>
                  <a:gd name="T91" fmla="*/ 76 h 179"/>
                  <a:gd name="T92" fmla="*/ 110 w 125"/>
                  <a:gd name="T93" fmla="*/ 60 h 179"/>
                  <a:gd name="T94" fmla="*/ 105 w 125"/>
                  <a:gd name="T95" fmla="*/ 57 h 179"/>
                  <a:gd name="T96" fmla="*/ 101 w 125"/>
                  <a:gd name="T97" fmla="*/ 59 h 179"/>
                  <a:gd name="T98" fmla="*/ 91 w 125"/>
                  <a:gd name="T99" fmla="*/ 54 h 179"/>
                  <a:gd name="T100" fmla="*/ 91 w 125"/>
                  <a:gd name="T101" fmla="*/ 29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25" h="179">
                    <a:moveTo>
                      <a:pt x="56" y="91"/>
                    </a:moveTo>
                    <a:cubicBezTo>
                      <a:pt x="56" y="87"/>
                      <a:pt x="60" y="85"/>
                      <a:pt x="63" y="83"/>
                    </a:cubicBezTo>
                    <a:cubicBezTo>
                      <a:pt x="64" y="83"/>
                      <a:pt x="64" y="83"/>
                      <a:pt x="64" y="83"/>
                    </a:cubicBezTo>
                    <a:cubicBezTo>
                      <a:pt x="67" y="83"/>
                      <a:pt x="67" y="84"/>
                      <a:pt x="69" y="84"/>
                    </a:cubicBezTo>
                    <a:cubicBezTo>
                      <a:pt x="71" y="94"/>
                      <a:pt x="71" y="94"/>
                      <a:pt x="71" y="94"/>
                    </a:cubicBezTo>
                    <a:cubicBezTo>
                      <a:pt x="71" y="95"/>
                      <a:pt x="71" y="95"/>
                      <a:pt x="71" y="95"/>
                    </a:cubicBezTo>
                    <a:cubicBezTo>
                      <a:pt x="68" y="100"/>
                      <a:pt x="68" y="99"/>
                      <a:pt x="63" y="101"/>
                    </a:cubicBezTo>
                    <a:cubicBezTo>
                      <a:pt x="61" y="99"/>
                      <a:pt x="56" y="95"/>
                      <a:pt x="56" y="91"/>
                    </a:cubicBezTo>
                    <a:close/>
                    <a:moveTo>
                      <a:pt x="72" y="83"/>
                    </a:moveTo>
                    <a:cubicBezTo>
                      <a:pt x="74" y="79"/>
                      <a:pt x="73" y="79"/>
                      <a:pt x="77" y="77"/>
                    </a:cubicBezTo>
                    <a:cubicBezTo>
                      <a:pt x="79" y="75"/>
                      <a:pt x="82" y="75"/>
                      <a:pt x="83" y="73"/>
                    </a:cubicBezTo>
                    <a:cubicBezTo>
                      <a:pt x="88" y="76"/>
                      <a:pt x="89" y="76"/>
                      <a:pt x="90" y="82"/>
                    </a:cubicBezTo>
                    <a:cubicBezTo>
                      <a:pt x="92" y="95"/>
                      <a:pt x="92" y="95"/>
                      <a:pt x="92" y="95"/>
                    </a:cubicBezTo>
                    <a:cubicBezTo>
                      <a:pt x="93" y="96"/>
                      <a:pt x="93" y="96"/>
                      <a:pt x="93" y="96"/>
                    </a:cubicBezTo>
                    <a:cubicBezTo>
                      <a:pt x="94" y="99"/>
                      <a:pt x="94" y="99"/>
                      <a:pt x="94" y="99"/>
                    </a:cubicBezTo>
                    <a:cubicBezTo>
                      <a:pt x="91" y="105"/>
                      <a:pt x="93" y="103"/>
                      <a:pt x="88" y="106"/>
                    </a:cubicBezTo>
                    <a:cubicBezTo>
                      <a:pt x="83" y="101"/>
                      <a:pt x="82" y="101"/>
                      <a:pt x="79" y="95"/>
                    </a:cubicBezTo>
                    <a:cubicBezTo>
                      <a:pt x="77" y="93"/>
                      <a:pt x="77" y="91"/>
                      <a:pt x="75" y="89"/>
                    </a:cubicBezTo>
                    <a:cubicBezTo>
                      <a:pt x="73" y="87"/>
                      <a:pt x="73" y="86"/>
                      <a:pt x="72" y="83"/>
                    </a:cubicBezTo>
                    <a:close/>
                    <a:moveTo>
                      <a:pt x="91" y="29"/>
                    </a:moveTo>
                    <a:cubicBezTo>
                      <a:pt x="91" y="22"/>
                      <a:pt x="95" y="12"/>
                      <a:pt x="95" y="4"/>
                    </a:cubicBezTo>
                    <a:cubicBezTo>
                      <a:pt x="95" y="4"/>
                      <a:pt x="95" y="4"/>
                      <a:pt x="95" y="4"/>
                    </a:cubicBezTo>
                    <a:cubicBezTo>
                      <a:pt x="95" y="3"/>
                      <a:pt x="95" y="3"/>
                      <a:pt x="95" y="3"/>
                    </a:cubicBezTo>
                    <a:cubicBezTo>
                      <a:pt x="93" y="0"/>
                      <a:pt x="95" y="1"/>
                      <a:pt x="92" y="0"/>
                    </a:cubicBezTo>
                    <a:cubicBezTo>
                      <a:pt x="91" y="0"/>
                      <a:pt x="91" y="0"/>
                      <a:pt x="91" y="0"/>
                    </a:cubicBezTo>
                    <a:cubicBezTo>
                      <a:pt x="86" y="0"/>
                      <a:pt x="86" y="0"/>
                      <a:pt x="86" y="0"/>
                    </a:cubicBezTo>
                    <a:cubicBezTo>
                      <a:pt x="85" y="0"/>
                      <a:pt x="85" y="0"/>
                      <a:pt x="85" y="0"/>
                    </a:cubicBezTo>
                    <a:cubicBezTo>
                      <a:pt x="82" y="1"/>
                      <a:pt x="80" y="4"/>
                      <a:pt x="80" y="7"/>
                    </a:cubicBezTo>
                    <a:cubicBezTo>
                      <a:pt x="83" y="30"/>
                      <a:pt x="83" y="30"/>
                      <a:pt x="83" y="30"/>
                    </a:cubicBezTo>
                    <a:cubicBezTo>
                      <a:pt x="83" y="30"/>
                      <a:pt x="83" y="30"/>
                      <a:pt x="83" y="30"/>
                    </a:cubicBezTo>
                    <a:cubicBezTo>
                      <a:pt x="83" y="38"/>
                      <a:pt x="86" y="44"/>
                      <a:pt x="86" y="49"/>
                    </a:cubicBezTo>
                    <a:cubicBezTo>
                      <a:pt x="86" y="50"/>
                      <a:pt x="86" y="50"/>
                      <a:pt x="86" y="50"/>
                    </a:cubicBezTo>
                    <a:cubicBezTo>
                      <a:pt x="87" y="62"/>
                      <a:pt x="87" y="62"/>
                      <a:pt x="87" y="62"/>
                    </a:cubicBezTo>
                    <a:cubicBezTo>
                      <a:pt x="87" y="68"/>
                      <a:pt x="52" y="81"/>
                      <a:pt x="46" y="84"/>
                    </a:cubicBezTo>
                    <a:cubicBezTo>
                      <a:pt x="39" y="87"/>
                      <a:pt x="31" y="89"/>
                      <a:pt x="23" y="92"/>
                    </a:cubicBezTo>
                    <a:cubicBezTo>
                      <a:pt x="20" y="94"/>
                      <a:pt x="0" y="96"/>
                      <a:pt x="0" y="99"/>
                    </a:cubicBezTo>
                    <a:cubicBezTo>
                      <a:pt x="0" y="101"/>
                      <a:pt x="9" y="108"/>
                      <a:pt x="11" y="108"/>
                    </a:cubicBezTo>
                    <a:cubicBezTo>
                      <a:pt x="13" y="108"/>
                      <a:pt x="13" y="108"/>
                      <a:pt x="13" y="108"/>
                    </a:cubicBezTo>
                    <a:cubicBezTo>
                      <a:pt x="14" y="108"/>
                      <a:pt x="14" y="108"/>
                      <a:pt x="14" y="108"/>
                    </a:cubicBezTo>
                    <a:cubicBezTo>
                      <a:pt x="20" y="105"/>
                      <a:pt x="24" y="103"/>
                      <a:pt x="30" y="100"/>
                    </a:cubicBezTo>
                    <a:cubicBezTo>
                      <a:pt x="34" y="98"/>
                      <a:pt x="41" y="93"/>
                      <a:pt x="45" y="93"/>
                    </a:cubicBezTo>
                    <a:cubicBezTo>
                      <a:pt x="46" y="93"/>
                      <a:pt x="46" y="93"/>
                      <a:pt x="47" y="92"/>
                    </a:cubicBezTo>
                    <a:cubicBezTo>
                      <a:pt x="49" y="94"/>
                      <a:pt x="52" y="96"/>
                      <a:pt x="51" y="101"/>
                    </a:cubicBezTo>
                    <a:cubicBezTo>
                      <a:pt x="51" y="109"/>
                      <a:pt x="51" y="109"/>
                      <a:pt x="51" y="109"/>
                    </a:cubicBezTo>
                    <a:cubicBezTo>
                      <a:pt x="51" y="110"/>
                      <a:pt x="51" y="110"/>
                      <a:pt x="51" y="110"/>
                    </a:cubicBezTo>
                    <a:cubicBezTo>
                      <a:pt x="50" y="118"/>
                      <a:pt x="50" y="118"/>
                      <a:pt x="50" y="118"/>
                    </a:cubicBezTo>
                    <a:cubicBezTo>
                      <a:pt x="50" y="119"/>
                      <a:pt x="50" y="119"/>
                      <a:pt x="50" y="120"/>
                    </a:cubicBezTo>
                    <a:cubicBezTo>
                      <a:pt x="51" y="123"/>
                      <a:pt x="51" y="123"/>
                      <a:pt x="54" y="125"/>
                    </a:cubicBezTo>
                    <a:cubicBezTo>
                      <a:pt x="56" y="125"/>
                      <a:pt x="56" y="125"/>
                      <a:pt x="56" y="125"/>
                    </a:cubicBezTo>
                    <a:cubicBezTo>
                      <a:pt x="59" y="125"/>
                      <a:pt x="60" y="121"/>
                      <a:pt x="62" y="119"/>
                    </a:cubicBezTo>
                    <a:cubicBezTo>
                      <a:pt x="62" y="118"/>
                      <a:pt x="62" y="118"/>
                      <a:pt x="62" y="118"/>
                    </a:cubicBezTo>
                    <a:cubicBezTo>
                      <a:pt x="62" y="113"/>
                      <a:pt x="62" y="113"/>
                      <a:pt x="62" y="113"/>
                    </a:cubicBezTo>
                    <a:cubicBezTo>
                      <a:pt x="63" y="110"/>
                      <a:pt x="68" y="106"/>
                      <a:pt x="71" y="106"/>
                    </a:cubicBezTo>
                    <a:cubicBezTo>
                      <a:pt x="75" y="106"/>
                      <a:pt x="77" y="109"/>
                      <a:pt x="78" y="111"/>
                    </a:cubicBezTo>
                    <a:cubicBezTo>
                      <a:pt x="78" y="112"/>
                      <a:pt x="78" y="112"/>
                      <a:pt x="78" y="112"/>
                    </a:cubicBezTo>
                    <a:cubicBezTo>
                      <a:pt x="78" y="113"/>
                      <a:pt x="78" y="113"/>
                      <a:pt x="78" y="113"/>
                    </a:cubicBezTo>
                    <a:cubicBezTo>
                      <a:pt x="78" y="115"/>
                      <a:pt x="78" y="115"/>
                      <a:pt x="79" y="116"/>
                    </a:cubicBezTo>
                    <a:cubicBezTo>
                      <a:pt x="78" y="117"/>
                      <a:pt x="78" y="117"/>
                      <a:pt x="78" y="118"/>
                    </a:cubicBezTo>
                    <a:cubicBezTo>
                      <a:pt x="78" y="119"/>
                      <a:pt x="78" y="119"/>
                      <a:pt x="78" y="119"/>
                    </a:cubicBezTo>
                    <a:cubicBezTo>
                      <a:pt x="72" y="130"/>
                      <a:pt x="57" y="140"/>
                      <a:pt x="46" y="147"/>
                    </a:cubicBezTo>
                    <a:cubicBezTo>
                      <a:pt x="44" y="148"/>
                      <a:pt x="40" y="151"/>
                      <a:pt x="37" y="152"/>
                    </a:cubicBezTo>
                    <a:cubicBezTo>
                      <a:pt x="35" y="153"/>
                      <a:pt x="29" y="157"/>
                      <a:pt x="28" y="158"/>
                    </a:cubicBezTo>
                    <a:cubicBezTo>
                      <a:pt x="25" y="161"/>
                      <a:pt x="12" y="165"/>
                      <a:pt x="6" y="165"/>
                    </a:cubicBezTo>
                    <a:cubicBezTo>
                      <a:pt x="4" y="165"/>
                      <a:pt x="2" y="168"/>
                      <a:pt x="1" y="170"/>
                    </a:cubicBezTo>
                    <a:cubicBezTo>
                      <a:pt x="4" y="171"/>
                      <a:pt x="4" y="173"/>
                      <a:pt x="7" y="175"/>
                    </a:cubicBezTo>
                    <a:cubicBezTo>
                      <a:pt x="10" y="176"/>
                      <a:pt x="12" y="176"/>
                      <a:pt x="14" y="178"/>
                    </a:cubicBezTo>
                    <a:cubicBezTo>
                      <a:pt x="18" y="179"/>
                      <a:pt x="18" y="179"/>
                      <a:pt x="18" y="179"/>
                    </a:cubicBezTo>
                    <a:cubicBezTo>
                      <a:pt x="20" y="179"/>
                      <a:pt x="18" y="179"/>
                      <a:pt x="20" y="179"/>
                    </a:cubicBezTo>
                    <a:cubicBezTo>
                      <a:pt x="21" y="179"/>
                      <a:pt x="21" y="179"/>
                      <a:pt x="21" y="179"/>
                    </a:cubicBezTo>
                    <a:cubicBezTo>
                      <a:pt x="22" y="179"/>
                      <a:pt x="22" y="179"/>
                      <a:pt x="22" y="179"/>
                    </a:cubicBezTo>
                    <a:cubicBezTo>
                      <a:pt x="26" y="177"/>
                      <a:pt x="30" y="175"/>
                      <a:pt x="33" y="173"/>
                    </a:cubicBezTo>
                    <a:cubicBezTo>
                      <a:pt x="35" y="171"/>
                      <a:pt x="36" y="170"/>
                      <a:pt x="38" y="169"/>
                    </a:cubicBezTo>
                    <a:cubicBezTo>
                      <a:pt x="39" y="168"/>
                      <a:pt x="43" y="166"/>
                      <a:pt x="43" y="166"/>
                    </a:cubicBezTo>
                    <a:cubicBezTo>
                      <a:pt x="49" y="160"/>
                      <a:pt x="55" y="156"/>
                      <a:pt x="61" y="150"/>
                    </a:cubicBezTo>
                    <a:cubicBezTo>
                      <a:pt x="64" y="148"/>
                      <a:pt x="67" y="145"/>
                      <a:pt x="70" y="143"/>
                    </a:cubicBezTo>
                    <a:cubicBezTo>
                      <a:pt x="73" y="140"/>
                      <a:pt x="76" y="137"/>
                      <a:pt x="79" y="135"/>
                    </a:cubicBezTo>
                    <a:cubicBezTo>
                      <a:pt x="82" y="132"/>
                      <a:pt x="85" y="130"/>
                      <a:pt x="87" y="127"/>
                    </a:cubicBezTo>
                    <a:cubicBezTo>
                      <a:pt x="90" y="124"/>
                      <a:pt x="91" y="119"/>
                      <a:pt x="96" y="119"/>
                    </a:cubicBezTo>
                    <a:cubicBezTo>
                      <a:pt x="98" y="119"/>
                      <a:pt x="100" y="126"/>
                      <a:pt x="100" y="128"/>
                    </a:cubicBezTo>
                    <a:cubicBezTo>
                      <a:pt x="100" y="132"/>
                      <a:pt x="105" y="145"/>
                      <a:pt x="106" y="149"/>
                    </a:cubicBezTo>
                    <a:cubicBezTo>
                      <a:pt x="108" y="155"/>
                      <a:pt x="111" y="165"/>
                      <a:pt x="118" y="165"/>
                    </a:cubicBezTo>
                    <a:cubicBezTo>
                      <a:pt x="119" y="163"/>
                      <a:pt x="125" y="161"/>
                      <a:pt x="125" y="152"/>
                    </a:cubicBezTo>
                    <a:cubicBezTo>
                      <a:pt x="125" y="143"/>
                      <a:pt x="120" y="120"/>
                      <a:pt x="117" y="116"/>
                    </a:cubicBezTo>
                    <a:cubicBezTo>
                      <a:pt x="117" y="118"/>
                      <a:pt x="116" y="118"/>
                      <a:pt x="116" y="120"/>
                    </a:cubicBezTo>
                    <a:cubicBezTo>
                      <a:pt x="116" y="123"/>
                      <a:pt x="115" y="121"/>
                      <a:pt x="115" y="124"/>
                    </a:cubicBezTo>
                    <a:cubicBezTo>
                      <a:pt x="115" y="125"/>
                      <a:pt x="115" y="125"/>
                      <a:pt x="115" y="125"/>
                    </a:cubicBezTo>
                    <a:cubicBezTo>
                      <a:pt x="115" y="126"/>
                      <a:pt x="114" y="129"/>
                      <a:pt x="112" y="129"/>
                    </a:cubicBezTo>
                    <a:cubicBezTo>
                      <a:pt x="109" y="129"/>
                      <a:pt x="109" y="129"/>
                      <a:pt x="109" y="129"/>
                    </a:cubicBezTo>
                    <a:cubicBezTo>
                      <a:pt x="105" y="129"/>
                      <a:pt x="102" y="110"/>
                      <a:pt x="100" y="105"/>
                    </a:cubicBezTo>
                    <a:cubicBezTo>
                      <a:pt x="98" y="101"/>
                      <a:pt x="98" y="97"/>
                      <a:pt x="97" y="92"/>
                    </a:cubicBezTo>
                    <a:cubicBezTo>
                      <a:pt x="96" y="87"/>
                      <a:pt x="94" y="86"/>
                      <a:pt x="94" y="79"/>
                    </a:cubicBezTo>
                    <a:cubicBezTo>
                      <a:pt x="94" y="76"/>
                      <a:pt x="94" y="76"/>
                      <a:pt x="94" y="76"/>
                    </a:cubicBezTo>
                    <a:cubicBezTo>
                      <a:pt x="94" y="65"/>
                      <a:pt x="110" y="67"/>
                      <a:pt x="110" y="61"/>
                    </a:cubicBezTo>
                    <a:cubicBezTo>
                      <a:pt x="110" y="60"/>
                      <a:pt x="110" y="60"/>
                      <a:pt x="110" y="60"/>
                    </a:cubicBezTo>
                    <a:cubicBezTo>
                      <a:pt x="110" y="58"/>
                      <a:pt x="109" y="57"/>
                      <a:pt x="108" y="57"/>
                    </a:cubicBezTo>
                    <a:cubicBezTo>
                      <a:pt x="105" y="57"/>
                      <a:pt x="105" y="57"/>
                      <a:pt x="105" y="57"/>
                    </a:cubicBezTo>
                    <a:cubicBezTo>
                      <a:pt x="104" y="57"/>
                      <a:pt x="104" y="57"/>
                      <a:pt x="104" y="57"/>
                    </a:cubicBezTo>
                    <a:cubicBezTo>
                      <a:pt x="103" y="58"/>
                      <a:pt x="102" y="59"/>
                      <a:pt x="101" y="59"/>
                    </a:cubicBezTo>
                    <a:cubicBezTo>
                      <a:pt x="99" y="60"/>
                      <a:pt x="99" y="59"/>
                      <a:pt x="97" y="60"/>
                    </a:cubicBezTo>
                    <a:cubicBezTo>
                      <a:pt x="95" y="59"/>
                      <a:pt x="91" y="56"/>
                      <a:pt x="91" y="54"/>
                    </a:cubicBezTo>
                    <a:cubicBezTo>
                      <a:pt x="91" y="41"/>
                      <a:pt x="91" y="41"/>
                      <a:pt x="91" y="41"/>
                    </a:cubicBezTo>
                    <a:lnTo>
                      <a:pt x="91" y="29"/>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 name="íšlïďè"/>
              <p:cNvSpPr/>
              <p:nvPr/>
            </p:nvSpPr>
            <p:spPr bwMode="auto">
              <a:xfrm>
                <a:off x="5478463" y="3581400"/>
                <a:ext cx="46038" cy="76200"/>
              </a:xfrm>
              <a:custGeom>
                <a:avLst/>
                <a:gdLst>
                  <a:gd name="T0" fmla="*/ 14 w 14"/>
                  <a:gd name="T1" fmla="*/ 15 h 23"/>
                  <a:gd name="T2" fmla="*/ 10 w 14"/>
                  <a:gd name="T3" fmla="*/ 6 h 23"/>
                  <a:gd name="T4" fmla="*/ 3 w 14"/>
                  <a:gd name="T5" fmla="*/ 0 h 23"/>
                  <a:gd name="T6" fmla="*/ 0 w 14"/>
                  <a:gd name="T7" fmla="*/ 3 h 23"/>
                  <a:gd name="T8" fmla="*/ 5 w 14"/>
                  <a:gd name="T9" fmla="*/ 11 h 23"/>
                  <a:gd name="T10" fmla="*/ 5 w 14"/>
                  <a:gd name="T11" fmla="*/ 12 h 23"/>
                  <a:gd name="T12" fmla="*/ 5 w 14"/>
                  <a:gd name="T13" fmla="*/ 14 h 23"/>
                  <a:gd name="T14" fmla="*/ 5 w 14"/>
                  <a:gd name="T15" fmla="*/ 15 h 23"/>
                  <a:gd name="T16" fmla="*/ 2 w 14"/>
                  <a:gd name="T17" fmla="*/ 19 h 23"/>
                  <a:gd name="T18" fmla="*/ 2 w 14"/>
                  <a:gd name="T19" fmla="*/ 22 h 23"/>
                  <a:gd name="T20" fmla="*/ 5 w 14"/>
                  <a:gd name="T21" fmla="*/ 23 h 23"/>
                  <a:gd name="T22" fmla="*/ 6 w 14"/>
                  <a:gd name="T23" fmla="*/ 23 h 23"/>
                  <a:gd name="T24" fmla="*/ 11 w 14"/>
                  <a:gd name="T25" fmla="*/ 20 h 23"/>
                  <a:gd name="T26" fmla="*/ 14 w 14"/>
                  <a:gd name="T27" fmla="*/ 15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4" h="23">
                    <a:moveTo>
                      <a:pt x="14" y="15"/>
                    </a:moveTo>
                    <a:cubicBezTo>
                      <a:pt x="14" y="11"/>
                      <a:pt x="12" y="9"/>
                      <a:pt x="10" y="6"/>
                    </a:cubicBezTo>
                    <a:cubicBezTo>
                      <a:pt x="8" y="5"/>
                      <a:pt x="3" y="1"/>
                      <a:pt x="3" y="0"/>
                    </a:cubicBezTo>
                    <a:cubicBezTo>
                      <a:pt x="0" y="3"/>
                      <a:pt x="0" y="3"/>
                      <a:pt x="0" y="3"/>
                    </a:cubicBezTo>
                    <a:cubicBezTo>
                      <a:pt x="5" y="11"/>
                      <a:pt x="5" y="11"/>
                      <a:pt x="5" y="11"/>
                    </a:cubicBezTo>
                    <a:cubicBezTo>
                      <a:pt x="5" y="12"/>
                      <a:pt x="5" y="12"/>
                      <a:pt x="5" y="12"/>
                    </a:cubicBezTo>
                    <a:cubicBezTo>
                      <a:pt x="5" y="14"/>
                      <a:pt x="5" y="14"/>
                      <a:pt x="5" y="14"/>
                    </a:cubicBezTo>
                    <a:cubicBezTo>
                      <a:pt x="5" y="15"/>
                      <a:pt x="5" y="15"/>
                      <a:pt x="5" y="15"/>
                    </a:cubicBezTo>
                    <a:cubicBezTo>
                      <a:pt x="2" y="19"/>
                      <a:pt x="2" y="19"/>
                      <a:pt x="2" y="19"/>
                    </a:cubicBezTo>
                    <a:cubicBezTo>
                      <a:pt x="2" y="22"/>
                      <a:pt x="2" y="22"/>
                      <a:pt x="2" y="22"/>
                    </a:cubicBezTo>
                    <a:cubicBezTo>
                      <a:pt x="5" y="23"/>
                      <a:pt x="5" y="23"/>
                      <a:pt x="5" y="23"/>
                    </a:cubicBezTo>
                    <a:cubicBezTo>
                      <a:pt x="6" y="23"/>
                      <a:pt x="6" y="23"/>
                      <a:pt x="6" y="23"/>
                    </a:cubicBezTo>
                    <a:cubicBezTo>
                      <a:pt x="7" y="23"/>
                      <a:pt x="11" y="21"/>
                      <a:pt x="11" y="20"/>
                    </a:cubicBezTo>
                    <a:cubicBezTo>
                      <a:pt x="13" y="19"/>
                      <a:pt x="13" y="17"/>
                      <a:pt x="14" y="1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4" name="işḷîḑe"/>
              <p:cNvSpPr/>
              <p:nvPr/>
            </p:nvSpPr>
            <p:spPr bwMode="auto">
              <a:xfrm>
                <a:off x="6310313" y="3136900"/>
                <a:ext cx="406400" cy="554038"/>
              </a:xfrm>
              <a:custGeom>
                <a:avLst/>
                <a:gdLst>
                  <a:gd name="T0" fmla="*/ 101 w 123"/>
                  <a:gd name="T1" fmla="*/ 9 h 166"/>
                  <a:gd name="T2" fmla="*/ 96 w 123"/>
                  <a:gd name="T3" fmla="*/ 0 h 166"/>
                  <a:gd name="T4" fmla="*/ 76 w 123"/>
                  <a:gd name="T5" fmla="*/ 23 h 166"/>
                  <a:gd name="T6" fmla="*/ 66 w 123"/>
                  <a:gd name="T7" fmla="*/ 20 h 166"/>
                  <a:gd name="T8" fmla="*/ 69 w 123"/>
                  <a:gd name="T9" fmla="*/ 29 h 166"/>
                  <a:gd name="T10" fmla="*/ 64 w 123"/>
                  <a:gd name="T11" fmla="*/ 38 h 166"/>
                  <a:gd name="T12" fmla="*/ 71 w 123"/>
                  <a:gd name="T13" fmla="*/ 37 h 166"/>
                  <a:gd name="T14" fmla="*/ 78 w 123"/>
                  <a:gd name="T15" fmla="*/ 38 h 166"/>
                  <a:gd name="T16" fmla="*/ 104 w 123"/>
                  <a:gd name="T17" fmla="*/ 37 h 166"/>
                  <a:gd name="T18" fmla="*/ 97 w 123"/>
                  <a:gd name="T19" fmla="*/ 43 h 166"/>
                  <a:gd name="T20" fmla="*/ 85 w 123"/>
                  <a:gd name="T21" fmla="*/ 56 h 166"/>
                  <a:gd name="T22" fmla="*/ 78 w 123"/>
                  <a:gd name="T23" fmla="*/ 67 h 166"/>
                  <a:gd name="T24" fmla="*/ 72 w 123"/>
                  <a:gd name="T25" fmla="*/ 62 h 166"/>
                  <a:gd name="T26" fmla="*/ 72 w 123"/>
                  <a:gd name="T27" fmla="*/ 48 h 166"/>
                  <a:gd name="T28" fmla="*/ 63 w 123"/>
                  <a:gd name="T29" fmla="*/ 57 h 166"/>
                  <a:gd name="T30" fmla="*/ 56 w 123"/>
                  <a:gd name="T31" fmla="*/ 57 h 166"/>
                  <a:gd name="T32" fmla="*/ 61 w 123"/>
                  <a:gd name="T33" fmla="*/ 66 h 166"/>
                  <a:gd name="T34" fmla="*/ 59 w 123"/>
                  <a:gd name="T35" fmla="*/ 70 h 166"/>
                  <a:gd name="T36" fmla="*/ 68 w 123"/>
                  <a:gd name="T37" fmla="*/ 74 h 166"/>
                  <a:gd name="T38" fmla="*/ 68 w 123"/>
                  <a:gd name="T39" fmla="*/ 78 h 166"/>
                  <a:gd name="T40" fmla="*/ 40 w 123"/>
                  <a:gd name="T41" fmla="*/ 92 h 166"/>
                  <a:gd name="T42" fmla="*/ 24 w 123"/>
                  <a:gd name="T43" fmla="*/ 99 h 166"/>
                  <a:gd name="T44" fmla="*/ 3 w 123"/>
                  <a:gd name="T45" fmla="*/ 105 h 166"/>
                  <a:gd name="T46" fmla="*/ 2 w 123"/>
                  <a:gd name="T47" fmla="*/ 112 h 166"/>
                  <a:gd name="T48" fmla="*/ 14 w 123"/>
                  <a:gd name="T49" fmla="*/ 120 h 166"/>
                  <a:gd name="T50" fmla="*/ 32 w 123"/>
                  <a:gd name="T51" fmla="*/ 108 h 166"/>
                  <a:gd name="T52" fmla="*/ 55 w 123"/>
                  <a:gd name="T53" fmla="*/ 93 h 166"/>
                  <a:gd name="T54" fmla="*/ 63 w 123"/>
                  <a:gd name="T55" fmla="*/ 89 h 166"/>
                  <a:gd name="T56" fmla="*/ 82 w 123"/>
                  <a:gd name="T57" fmla="*/ 83 h 166"/>
                  <a:gd name="T58" fmla="*/ 82 w 123"/>
                  <a:gd name="T59" fmla="*/ 86 h 166"/>
                  <a:gd name="T60" fmla="*/ 74 w 123"/>
                  <a:gd name="T61" fmla="*/ 97 h 166"/>
                  <a:gd name="T62" fmla="*/ 61 w 123"/>
                  <a:gd name="T63" fmla="*/ 107 h 166"/>
                  <a:gd name="T64" fmla="*/ 64 w 123"/>
                  <a:gd name="T65" fmla="*/ 118 h 166"/>
                  <a:gd name="T66" fmla="*/ 55 w 123"/>
                  <a:gd name="T67" fmla="*/ 126 h 166"/>
                  <a:gd name="T68" fmla="*/ 40 w 123"/>
                  <a:gd name="T69" fmla="*/ 129 h 166"/>
                  <a:gd name="T70" fmla="*/ 30 w 123"/>
                  <a:gd name="T71" fmla="*/ 130 h 166"/>
                  <a:gd name="T72" fmla="*/ 35 w 123"/>
                  <a:gd name="T73" fmla="*/ 141 h 166"/>
                  <a:gd name="T74" fmla="*/ 38 w 123"/>
                  <a:gd name="T75" fmla="*/ 141 h 166"/>
                  <a:gd name="T76" fmla="*/ 56 w 123"/>
                  <a:gd name="T77" fmla="*/ 133 h 166"/>
                  <a:gd name="T78" fmla="*/ 63 w 123"/>
                  <a:gd name="T79" fmla="*/ 141 h 166"/>
                  <a:gd name="T80" fmla="*/ 56 w 123"/>
                  <a:gd name="T81" fmla="*/ 154 h 166"/>
                  <a:gd name="T82" fmla="*/ 53 w 123"/>
                  <a:gd name="T83" fmla="*/ 154 h 166"/>
                  <a:gd name="T84" fmla="*/ 49 w 123"/>
                  <a:gd name="T85" fmla="*/ 154 h 166"/>
                  <a:gd name="T86" fmla="*/ 46 w 123"/>
                  <a:gd name="T87" fmla="*/ 156 h 166"/>
                  <a:gd name="T88" fmla="*/ 56 w 123"/>
                  <a:gd name="T89" fmla="*/ 166 h 166"/>
                  <a:gd name="T90" fmla="*/ 71 w 123"/>
                  <a:gd name="T91" fmla="*/ 160 h 166"/>
                  <a:gd name="T92" fmla="*/ 75 w 123"/>
                  <a:gd name="T93" fmla="*/ 146 h 166"/>
                  <a:gd name="T94" fmla="*/ 80 w 123"/>
                  <a:gd name="T95" fmla="*/ 124 h 166"/>
                  <a:gd name="T96" fmla="*/ 94 w 123"/>
                  <a:gd name="T97" fmla="*/ 120 h 166"/>
                  <a:gd name="T98" fmla="*/ 81 w 123"/>
                  <a:gd name="T99" fmla="*/ 117 h 166"/>
                  <a:gd name="T100" fmla="*/ 72 w 123"/>
                  <a:gd name="T101" fmla="*/ 107 h 166"/>
                  <a:gd name="T102" fmla="*/ 78 w 123"/>
                  <a:gd name="T103" fmla="*/ 96 h 166"/>
                  <a:gd name="T104" fmla="*/ 92 w 123"/>
                  <a:gd name="T105" fmla="*/ 89 h 166"/>
                  <a:gd name="T106" fmla="*/ 102 w 123"/>
                  <a:gd name="T107" fmla="*/ 78 h 166"/>
                  <a:gd name="T108" fmla="*/ 95 w 123"/>
                  <a:gd name="T109" fmla="*/ 61 h 166"/>
                  <a:gd name="T110" fmla="*/ 109 w 123"/>
                  <a:gd name="T111" fmla="*/ 48 h 166"/>
                  <a:gd name="T112" fmla="*/ 116 w 123"/>
                  <a:gd name="T113" fmla="*/ 42 h 166"/>
                  <a:gd name="T114" fmla="*/ 121 w 123"/>
                  <a:gd name="T115" fmla="*/ 32 h 166"/>
                  <a:gd name="T116" fmla="*/ 116 w 123"/>
                  <a:gd name="T117" fmla="*/ 17 h 166"/>
                  <a:gd name="T118" fmla="*/ 104 w 123"/>
                  <a:gd name="T119" fmla="*/ 20 h 166"/>
                  <a:gd name="T120" fmla="*/ 93 w 123"/>
                  <a:gd name="T121" fmla="*/ 21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23" h="166">
                    <a:moveTo>
                      <a:pt x="93" y="21"/>
                    </a:moveTo>
                    <a:cubicBezTo>
                      <a:pt x="94" y="14"/>
                      <a:pt x="98" y="14"/>
                      <a:pt x="101" y="9"/>
                    </a:cubicBezTo>
                    <a:cubicBezTo>
                      <a:pt x="101" y="8"/>
                      <a:pt x="101" y="8"/>
                      <a:pt x="101" y="8"/>
                    </a:cubicBezTo>
                    <a:cubicBezTo>
                      <a:pt x="101" y="5"/>
                      <a:pt x="97" y="1"/>
                      <a:pt x="96" y="0"/>
                    </a:cubicBezTo>
                    <a:cubicBezTo>
                      <a:pt x="89" y="3"/>
                      <a:pt x="91" y="6"/>
                      <a:pt x="88" y="13"/>
                    </a:cubicBezTo>
                    <a:cubicBezTo>
                      <a:pt x="85" y="17"/>
                      <a:pt x="82" y="23"/>
                      <a:pt x="76" y="23"/>
                    </a:cubicBezTo>
                    <a:cubicBezTo>
                      <a:pt x="75" y="23"/>
                      <a:pt x="70" y="18"/>
                      <a:pt x="67" y="17"/>
                    </a:cubicBezTo>
                    <a:cubicBezTo>
                      <a:pt x="66" y="20"/>
                      <a:pt x="66" y="20"/>
                      <a:pt x="66" y="20"/>
                    </a:cubicBezTo>
                    <a:cubicBezTo>
                      <a:pt x="67" y="23"/>
                      <a:pt x="69" y="24"/>
                      <a:pt x="69" y="28"/>
                    </a:cubicBezTo>
                    <a:cubicBezTo>
                      <a:pt x="69" y="29"/>
                      <a:pt x="69" y="29"/>
                      <a:pt x="69" y="29"/>
                    </a:cubicBezTo>
                    <a:cubicBezTo>
                      <a:pt x="69" y="29"/>
                      <a:pt x="63" y="36"/>
                      <a:pt x="62" y="37"/>
                    </a:cubicBezTo>
                    <a:cubicBezTo>
                      <a:pt x="63" y="38"/>
                      <a:pt x="61" y="38"/>
                      <a:pt x="64" y="38"/>
                    </a:cubicBezTo>
                    <a:cubicBezTo>
                      <a:pt x="64" y="38"/>
                      <a:pt x="64" y="38"/>
                      <a:pt x="64" y="38"/>
                    </a:cubicBezTo>
                    <a:cubicBezTo>
                      <a:pt x="71" y="37"/>
                      <a:pt x="71" y="37"/>
                      <a:pt x="71" y="37"/>
                    </a:cubicBezTo>
                    <a:cubicBezTo>
                      <a:pt x="74" y="37"/>
                      <a:pt x="74" y="38"/>
                      <a:pt x="78" y="38"/>
                    </a:cubicBezTo>
                    <a:cubicBezTo>
                      <a:pt x="78" y="38"/>
                      <a:pt x="78" y="38"/>
                      <a:pt x="78" y="38"/>
                    </a:cubicBezTo>
                    <a:cubicBezTo>
                      <a:pt x="79" y="38"/>
                      <a:pt x="84" y="33"/>
                      <a:pt x="91" y="32"/>
                    </a:cubicBezTo>
                    <a:cubicBezTo>
                      <a:pt x="96" y="31"/>
                      <a:pt x="104" y="30"/>
                      <a:pt x="104" y="37"/>
                    </a:cubicBezTo>
                    <a:cubicBezTo>
                      <a:pt x="104" y="39"/>
                      <a:pt x="102" y="41"/>
                      <a:pt x="101" y="43"/>
                    </a:cubicBezTo>
                    <a:cubicBezTo>
                      <a:pt x="98" y="43"/>
                      <a:pt x="99" y="43"/>
                      <a:pt x="97" y="43"/>
                    </a:cubicBezTo>
                    <a:cubicBezTo>
                      <a:pt x="96" y="43"/>
                      <a:pt x="93" y="42"/>
                      <a:pt x="92" y="41"/>
                    </a:cubicBezTo>
                    <a:cubicBezTo>
                      <a:pt x="85" y="46"/>
                      <a:pt x="88" y="49"/>
                      <a:pt x="85" y="56"/>
                    </a:cubicBezTo>
                    <a:cubicBezTo>
                      <a:pt x="84" y="57"/>
                      <a:pt x="81" y="64"/>
                      <a:pt x="81" y="64"/>
                    </a:cubicBezTo>
                    <a:cubicBezTo>
                      <a:pt x="80" y="66"/>
                      <a:pt x="80" y="64"/>
                      <a:pt x="78" y="67"/>
                    </a:cubicBezTo>
                    <a:cubicBezTo>
                      <a:pt x="77" y="70"/>
                      <a:pt x="78" y="68"/>
                      <a:pt x="76" y="70"/>
                    </a:cubicBezTo>
                    <a:cubicBezTo>
                      <a:pt x="74" y="67"/>
                      <a:pt x="72" y="66"/>
                      <a:pt x="72" y="62"/>
                    </a:cubicBezTo>
                    <a:cubicBezTo>
                      <a:pt x="72" y="61"/>
                      <a:pt x="75" y="55"/>
                      <a:pt x="76" y="54"/>
                    </a:cubicBezTo>
                    <a:cubicBezTo>
                      <a:pt x="75" y="51"/>
                      <a:pt x="75" y="48"/>
                      <a:pt x="72" y="48"/>
                    </a:cubicBezTo>
                    <a:cubicBezTo>
                      <a:pt x="71" y="48"/>
                      <a:pt x="70" y="49"/>
                      <a:pt x="70" y="49"/>
                    </a:cubicBezTo>
                    <a:cubicBezTo>
                      <a:pt x="70" y="55"/>
                      <a:pt x="67" y="55"/>
                      <a:pt x="63" y="57"/>
                    </a:cubicBezTo>
                    <a:cubicBezTo>
                      <a:pt x="62" y="56"/>
                      <a:pt x="60" y="55"/>
                      <a:pt x="59" y="55"/>
                    </a:cubicBezTo>
                    <a:cubicBezTo>
                      <a:pt x="58" y="55"/>
                      <a:pt x="56" y="57"/>
                      <a:pt x="56" y="57"/>
                    </a:cubicBezTo>
                    <a:cubicBezTo>
                      <a:pt x="58" y="60"/>
                      <a:pt x="59" y="60"/>
                      <a:pt x="61" y="64"/>
                    </a:cubicBezTo>
                    <a:cubicBezTo>
                      <a:pt x="61" y="66"/>
                      <a:pt x="61" y="66"/>
                      <a:pt x="61" y="66"/>
                    </a:cubicBezTo>
                    <a:cubicBezTo>
                      <a:pt x="61" y="67"/>
                      <a:pt x="61" y="67"/>
                      <a:pt x="61" y="67"/>
                    </a:cubicBezTo>
                    <a:cubicBezTo>
                      <a:pt x="59" y="70"/>
                      <a:pt x="59" y="70"/>
                      <a:pt x="59" y="70"/>
                    </a:cubicBezTo>
                    <a:cubicBezTo>
                      <a:pt x="60" y="71"/>
                      <a:pt x="58" y="71"/>
                      <a:pt x="61" y="71"/>
                    </a:cubicBezTo>
                    <a:cubicBezTo>
                      <a:pt x="64" y="71"/>
                      <a:pt x="66" y="72"/>
                      <a:pt x="68" y="74"/>
                    </a:cubicBezTo>
                    <a:cubicBezTo>
                      <a:pt x="68" y="75"/>
                      <a:pt x="68" y="75"/>
                      <a:pt x="68" y="75"/>
                    </a:cubicBezTo>
                    <a:cubicBezTo>
                      <a:pt x="68" y="78"/>
                      <a:pt x="68" y="78"/>
                      <a:pt x="68" y="78"/>
                    </a:cubicBezTo>
                    <a:cubicBezTo>
                      <a:pt x="68" y="82"/>
                      <a:pt x="58" y="85"/>
                      <a:pt x="55" y="86"/>
                    </a:cubicBezTo>
                    <a:cubicBezTo>
                      <a:pt x="50" y="88"/>
                      <a:pt x="44" y="91"/>
                      <a:pt x="40" y="92"/>
                    </a:cubicBezTo>
                    <a:cubicBezTo>
                      <a:pt x="36" y="94"/>
                      <a:pt x="35" y="94"/>
                      <a:pt x="32" y="96"/>
                    </a:cubicBezTo>
                    <a:cubicBezTo>
                      <a:pt x="29" y="97"/>
                      <a:pt x="27" y="97"/>
                      <a:pt x="24" y="99"/>
                    </a:cubicBezTo>
                    <a:cubicBezTo>
                      <a:pt x="20" y="101"/>
                      <a:pt x="13" y="104"/>
                      <a:pt x="9" y="104"/>
                    </a:cubicBezTo>
                    <a:cubicBezTo>
                      <a:pt x="3" y="105"/>
                      <a:pt x="3" y="105"/>
                      <a:pt x="3" y="105"/>
                    </a:cubicBezTo>
                    <a:cubicBezTo>
                      <a:pt x="1" y="105"/>
                      <a:pt x="1" y="106"/>
                      <a:pt x="0" y="107"/>
                    </a:cubicBezTo>
                    <a:cubicBezTo>
                      <a:pt x="0" y="108"/>
                      <a:pt x="0" y="111"/>
                      <a:pt x="2" y="112"/>
                    </a:cubicBezTo>
                    <a:cubicBezTo>
                      <a:pt x="4" y="114"/>
                      <a:pt x="3" y="114"/>
                      <a:pt x="5" y="115"/>
                    </a:cubicBezTo>
                    <a:cubicBezTo>
                      <a:pt x="6" y="116"/>
                      <a:pt x="12" y="119"/>
                      <a:pt x="14" y="120"/>
                    </a:cubicBezTo>
                    <a:cubicBezTo>
                      <a:pt x="15" y="119"/>
                      <a:pt x="15" y="119"/>
                      <a:pt x="17" y="119"/>
                    </a:cubicBezTo>
                    <a:cubicBezTo>
                      <a:pt x="20" y="119"/>
                      <a:pt x="30" y="110"/>
                      <a:pt x="32" y="108"/>
                    </a:cubicBezTo>
                    <a:cubicBezTo>
                      <a:pt x="36" y="104"/>
                      <a:pt x="42" y="101"/>
                      <a:pt x="47" y="98"/>
                    </a:cubicBezTo>
                    <a:cubicBezTo>
                      <a:pt x="50" y="96"/>
                      <a:pt x="52" y="95"/>
                      <a:pt x="55" y="93"/>
                    </a:cubicBezTo>
                    <a:cubicBezTo>
                      <a:pt x="57" y="92"/>
                      <a:pt x="58" y="92"/>
                      <a:pt x="59" y="91"/>
                    </a:cubicBezTo>
                    <a:cubicBezTo>
                      <a:pt x="61" y="90"/>
                      <a:pt x="61" y="90"/>
                      <a:pt x="63" y="89"/>
                    </a:cubicBezTo>
                    <a:cubicBezTo>
                      <a:pt x="68" y="87"/>
                      <a:pt x="74" y="80"/>
                      <a:pt x="79" y="80"/>
                    </a:cubicBezTo>
                    <a:cubicBezTo>
                      <a:pt x="81" y="80"/>
                      <a:pt x="82" y="82"/>
                      <a:pt x="82" y="83"/>
                    </a:cubicBezTo>
                    <a:cubicBezTo>
                      <a:pt x="82" y="85"/>
                      <a:pt x="82" y="85"/>
                      <a:pt x="82" y="85"/>
                    </a:cubicBezTo>
                    <a:cubicBezTo>
                      <a:pt x="82" y="86"/>
                      <a:pt x="82" y="86"/>
                      <a:pt x="82" y="86"/>
                    </a:cubicBezTo>
                    <a:cubicBezTo>
                      <a:pt x="80" y="90"/>
                      <a:pt x="79" y="89"/>
                      <a:pt x="78" y="93"/>
                    </a:cubicBezTo>
                    <a:cubicBezTo>
                      <a:pt x="75" y="94"/>
                      <a:pt x="75" y="94"/>
                      <a:pt x="74" y="97"/>
                    </a:cubicBezTo>
                    <a:cubicBezTo>
                      <a:pt x="69" y="98"/>
                      <a:pt x="71" y="99"/>
                      <a:pt x="67" y="101"/>
                    </a:cubicBezTo>
                    <a:cubicBezTo>
                      <a:pt x="63" y="103"/>
                      <a:pt x="63" y="103"/>
                      <a:pt x="61" y="107"/>
                    </a:cubicBezTo>
                    <a:cubicBezTo>
                      <a:pt x="61" y="110"/>
                      <a:pt x="64" y="114"/>
                      <a:pt x="64" y="117"/>
                    </a:cubicBezTo>
                    <a:cubicBezTo>
                      <a:pt x="64" y="118"/>
                      <a:pt x="64" y="118"/>
                      <a:pt x="64" y="118"/>
                    </a:cubicBezTo>
                    <a:cubicBezTo>
                      <a:pt x="64" y="119"/>
                      <a:pt x="64" y="119"/>
                      <a:pt x="64" y="119"/>
                    </a:cubicBezTo>
                    <a:cubicBezTo>
                      <a:pt x="61" y="123"/>
                      <a:pt x="60" y="125"/>
                      <a:pt x="55" y="126"/>
                    </a:cubicBezTo>
                    <a:cubicBezTo>
                      <a:pt x="51" y="127"/>
                      <a:pt x="43" y="129"/>
                      <a:pt x="41" y="129"/>
                    </a:cubicBezTo>
                    <a:cubicBezTo>
                      <a:pt x="40" y="129"/>
                      <a:pt x="40" y="129"/>
                      <a:pt x="40" y="129"/>
                    </a:cubicBezTo>
                    <a:cubicBezTo>
                      <a:pt x="32" y="130"/>
                      <a:pt x="32" y="130"/>
                      <a:pt x="32" y="130"/>
                    </a:cubicBezTo>
                    <a:cubicBezTo>
                      <a:pt x="30" y="130"/>
                      <a:pt x="30" y="130"/>
                      <a:pt x="30" y="130"/>
                    </a:cubicBezTo>
                    <a:cubicBezTo>
                      <a:pt x="27" y="132"/>
                      <a:pt x="27" y="132"/>
                      <a:pt x="27" y="132"/>
                    </a:cubicBezTo>
                    <a:cubicBezTo>
                      <a:pt x="30" y="136"/>
                      <a:pt x="30" y="138"/>
                      <a:pt x="35" y="141"/>
                    </a:cubicBezTo>
                    <a:cubicBezTo>
                      <a:pt x="36" y="141"/>
                      <a:pt x="36" y="141"/>
                      <a:pt x="36" y="141"/>
                    </a:cubicBezTo>
                    <a:cubicBezTo>
                      <a:pt x="38" y="141"/>
                      <a:pt x="38" y="141"/>
                      <a:pt x="38" y="141"/>
                    </a:cubicBezTo>
                    <a:cubicBezTo>
                      <a:pt x="39" y="141"/>
                      <a:pt x="39" y="141"/>
                      <a:pt x="39" y="141"/>
                    </a:cubicBezTo>
                    <a:cubicBezTo>
                      <a:pt x="43" y="138"/>
                      <a:pt x="51" y="133"/>
                      <a:pt x="56" y="133"/>
                    </a:cubicBezTo>
                    <a:cubicBezTo>
                      <a:pt x="58" y="133"/>
                      <a:pt x="58" y="133"/>
                      <a:pt x="58" y="133"/>
                    </a:cubicBezTo>
                    <a:cubicBezTo>
                      <a:pt x="62" y="133"/>
                      <a:pt x="63" y="137"/>
                      <a:pt x="63" y="141"/>
                    </a:cubicBezTo>
                    <a:cubicBezTo>
                      <a:pt x="63" y="143"/>
                      <a:pt x="63" y="143"/>
                      <a:pt x="63" y="143"/>
                    </a:cubicBezTo>
                    <a:cubicBezTo>
                      <a:pt x="63" y="150"/>
                      <a:pt x="60" y="152"/>
                      <a:pt x="56" y="154"/>
                    </a:cubicBezTo>
                    <a:cubicBezTo>
                      <a:pt x="55" y="154"/>
                      <a:pt x="55" y="154"/>
                      <a:pt x="55" y="154"/>
                    </a:cubicBezTo>
                    <a:cubicBezTo>
                      <a:pt x="53" y="154"/>
                      <a:pt x="53" y="154"/>
                      <a:pt x="53" y="154"/>
                    </a:cubicBezTo>
                    <a:cubicBezTo>
                      <a:pt x="52" y="154"/>
                      <a:pt x="52" y="154"/>
                      <a:pt x="51" y="153"/>
                    </a:cubicBezTo>
                    <a:cubicBezTo>
                      <a:pt x="50" y="154"/>
                      <a:pt x="50" y="154"/>
                      <a:pt x="49" y="154"/>
                    </a:cubicBezTo>
                    <a:cubicBezTo>
                      <a:pt x="47" y="154"/>
                      <a:pt x="47" y="154"/>
                      <a:pt x="47" y="154"/>
                    </a:cubicBezTo>
                    <a:cubicBezTo>
                      <a:pt x="47" y="155"/>
                      <a:pt x="46" y="155"/>
                      <a:pt x="46" y="156"/>
                    </a:cubicBezTo>
                    <a:cubicBezTo>
                      <a:pt x="46" y="158"/>
                      <a:pt x="53" y="165"/>
                      <a:pt x="55" y="166"/>
                    </a:cubicBezTo>
                    <a:cubicBezTo>
                      <a:pt x="56" y="166"/>
                      <a:pt x="56" y="166"/>
                      <a:pt x="56" y="166"/>
                    </a:cubicBezTo>
                    <a:cubicBezTo>
                      <a:pt x="61" y="166"/>
                      <a:pt x="61" y="166"/>
                      <a:pt x="61" y="166"/>
                    </a:cubicBezTo>
                    <a:cubicBezTo>
                      <a:pt x="66" y="166"/>
                      <a:pt x="69" y="163"/>
                      <a:pt x="71" y="160"/>
                    </a:cubicBezTo>
                    <a:cubicBezTo>
                      <a:pt x="74" y="155"/>
                      <a:pt x="74" y="151"/>
                      <a:pt x="76" y="148"/>
                    </a:cubicBezTo>
                    <a:cubicBezTo>
                      <a:pt x="75" y="146"/>
                      <a:pt x="75" y="148"/>
                      <a:pt x="75" y="146"/>
                    </a:cubicBezTo>
                    <a:cubicBezTo>
                      <a:pt x="75" y="138"/>
                      <a:pt x="75" y="138"/>
                      <a:pt x="75" y="138"/>
                    </a:cubicBezTo>
                    <a:cubicBezTo>
                      <a:pt x="75" y="130"/>
                      <a:pt x="74" y="128"/>
                      <a:pt x="80" y="124"/>
                    </a:cubicBezTo>
                    <a:cubicBezTo>
                      <a:pt x="81" y="124"/>
                      <a:pt x="81" y="124"/>
                      <a:pt x="81" y="124"/>
                    </a:cubicBezTo>
                    <a:cubicBezTo>
                      <a:pt x="90" y="124"/>
                      <a:pt x="90" y="127"/>
                      <a:pt x="94" y="120"/>
                    </a:cubicBezTo>
                    <a:cubicBezTo>
                      <a:pt x="92" y="117"/>
                      <a:pt x="91" y="116"/>
                      <a:pt x="88" y="115"/>
                    </a:cubicBezTo>
                    <a:cubicBezTo>
                      <a:pt x="86" y="116"/>
                      <a:pt x="84" y="117"/>
                      <a:pt x="81" y="117"/>
                    </a:cubicBezTo>
                    <a:cubicBezTo>
                      <a:pt x="79" y="117"/>
                      <a:pt x="79" y="117"/>
                      <a:pt x="79" y="117"/>
                    </a:cubicBezTo>
                    <a:cubicBezTo>
                      <a:pt x="77" y="116"/>
                      <a:pt x="72" y="109"/>
                      <a:pt x="72" y="107"/>
                    </a:cubicBezTo>
                    <a:cubicBezTo>
                      <a:pt x="72" y="105"/>
                      <a:pt x="72" y="105"/>
                      <a:pt x="72" y="105"/>
                    </a:cubicBezTo>
                    <a:cubicBezTo>
                      <a:pt x="72" y="99"/>
                      <a:pt x="75" y="100"/>
                      <a:pt x="78" y="96"/>
                    </a:cubicBezTo>
                    <a:cubicBezTo>
                      <a:pt x="80" y="96"/>
                      <a:pt x="80" y="96"/>
                      <a:pt x="80" y="96"/>
                    </a:cubicBezTo>
                    <a:cubicBezTo>
                      <a:pt x="82" y="93"/>
                      <a:pt x="89" y="90"/>
                      <a:pt x="92" y="89"/>
                    </a:cubicBezTo>
                    <a:cubicBezTo>
                      <a:pt x="95" y="87"/>
                      <a:pt x="101" y="83"/>
                      <a:pt x="101" y="80"/>
                    </a:cubicBezTo>
                    <a:cubicBezTo>
                      <a:pt x="101" y="77"/>
                      <a:pt x="101" y="79"/>
                      <a:pt x="102" y="78"/>
                    </a:cubicBezTo>
                    <a:cubicBezTo>
                      <a:pt x="101" y="77"/>
                      <a:pt x="101" y="79"/>
                      <a:pt x="101" y="77"/>
                    </a:cubicBezTo>
                    <a:cubicBezTo>
                      <a:pt x="101" y="73"/>
                      <a:pt x="96" y="64"/>
                      <a:pt x="95" y="61"/>
                    </a:cubicBezTo>
                    <a:cubicBezTo>
                      <a:pt x="95" y="61"/>
                      <a:pt x="101" y="55"/>
                      <a:pt x="102" y="55"/>
                    </a:cubicBezTo>
                    <a:cubicBezTo>
                      <a:pt x="104" y="52"/>
                      <a:pt x="106" y="51"/>
                      <a:pt x="109" y="48"/>
                    </a:cubicBezTo>
                    <a:cubicBezTo>
                      <a:pt x="110" y="47"/>
                      <a:pt x="112" y="46"/>
                      <a:pt x="113" y="45"/>
                    </a:cubicBezTo>
                    <a:cubicBezTo>
                      <a:pt x="114" y="44"/>
                      <a:pt x="115" y="43"/>
                      <a:pt x="116" y="42"/>
                    </a:cubicBezTo>
                    <a:cubicBezTo>
                      <a:pt x="118" y="39"/>
                      <a:pt x="118" y="35"/>
                      <a:pt x="121" y="34"/>
                    </a:cubicBezTo>
                    <a:cubicBezTo>
                      <a:pt x="121" y="32"/>
                      <a:pt x="121" y="32"/>
                      <a:pt x="121" y="32"/>
                    </a:cubicBezTo>
                    <a:cubicBezTo>
                      <a:pt x="121" y="27"/>
                      <a:pt x="123" y="30"/>
                      <a:pt x="120" y="24"/>
                    </a:cubicBezTo>
                    <a:cubicBezTo>
                      <a:pt x="118" y="20"/>
                      <a:pt x="118" y="20"/>
                      <a:pt x="116" y="17"/>
                    </a:cubicBezTo>
                    <a:cubicBezTo>
                      <a:pt x="113" y="17"/>
                      <a:pt x="113" y="17"/>
                      <a:pt x="113" y="17"/>
                    </a:cubicBezTo>
                    <a:cubicBezTo>
                      <a:pt x="111" y="17"/>
                      <a:pt x="105" y="19"/>
                      <a:pt x="104" y="20"/>
                    </a:cubicBezTo>
                    <a:cubicBezTo>
                      <a:pt x="101" y="23"/>
                      <a:pt x="102" y="23"/>
                      <a:pt x="96" y="24"/>
                    </a:cubicBezTo>
                    <a:lnTo>
                      <a:pt x="93" y="2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5" name="íṥḻiďê"/>
              <p:cNvSpPr/>
              <p:nvPr/>
            </p:nvSpPr>
            <p:spPr bwMode="auto">
              <a:xfrm>
                <a:off x="5159376" y="3357563"/>
                <a:ext cx="117475" cy="366713"/>
              </a:xfrm>
              <a:custGeom>
                <a:avLst/>
                <a:gdLst>
                  <a:gd name="T0" fmla="*/ 23 w 36"/>
                  <a:gd name="T1" fmla="*/ 14 h 110"/>
                  <a:gd name="T2" fmla="*/ 23 w 36"/>
                  <a:gd name="T3" fmla="*/ 12 h 110"/>
                  <a:gd name="T4" fmla="*/ 18 w 36"/>
                  <a:gd name="T5" fmla="*/ 6 h 110"/>
                  <a:gd name="T6" fmla="*/ 13 w 36"/>
                  <a:gd name="T7" fmla="*/ 0 h 110"/>
                  <a:gd name="T8" fmla="*/ 11 w 36"/>
                  <a:gd name="T9" fmla="*/ 4 h 110"/>
                  <a:gd name="T10" fmla="*/ 13 w 36"/>
                  <a:gd name="T11" fmla="*/ 16 h 110"/>
                  <a:gd name="T12" fmla="*/ 12 w 36"/>
                  <a:gd name="T13" fmla="*/ 34 h 110"/>
                  <a:gd name="T14" fmla="*/ 7 w 36"/>
                  <a:gd name="T15" fmla="*/ 65 h 110"/>
                  <a:gd name="T16" fmla="*/ 3 w 36"/>
                  <a:gd name="T17" fmla="*/ 80 h 110"/>
                  <a:gd name="T18" fmla="*/ 0 w 36"/>
                  <a:gd name="T19" fmla="*/ 95 h 110"/>
                  <a:gd name="T20" fmla="*/ 0 w 36"/>
                  <a:gd name="T21" fmla="*/ 98 h 110"/>
                  <a:gd name="T22" fmla="*/ 0 w 36"/>
                  <a:gd name="T23" fmla="*/ 100 h 110"/>
                  <a:gd name="T24" fmla="*/ 4 w 36"/>
                  <a:gd name="T25" fmla="*/ 105 h 110"/>
                  <a:gd name="T26" fmla="*/ 9 w 36"/>
                  <a:gd name="T27" fmla="*/ 110 h 110"/>
                  <a:gd name="T28" fmla="*/ 15 w 36"/>
                  <a:gd name="T29" fmla="*/ 104 h 110"/>
                  <a:gd name="T30" fmla="*/ 18 w 36"/>
                  <a:gd name="T31" fmla="*/ 96 h 110"/>
                  <a:gd name="T32" fmla="*/ 18 w 36"/>
                  <a:gd name="T33" fmla="*/ 90 h 110"/>
                  <a:gd name="T34" fmla="*/ 21 w 36"/>
                  <a:gd name="T35" fmla="*/ 71 h 110"/>
                  <a:gd name="T36" fmla="*/ 25 w 36"/>
                  <a:gd name="T37" fmla="*/ 53 h 110"/>
                  <a:gd name="T38" fmla="*/ 30 w 36"/>
                  <a:gd name="T39" fmla="*/ 36 h 110"/>
                  <a:gd name="T40" fmla="*/ 35 w 36"/>
                  <a:gd name="T41" fmla="*/ 20 h 110"/>
                  <a:gd name="T42" fmla="*/ 33 w 36"/>
                  <a:gd name="T43" fmla="*/ 20 h 110"/>
                  <a:gd name="T44" fmla="*/ 30 w 36"/>
                  <a:gd name="T45" fmla="*/ 22 h 110"/>
                  <a:gd name="T46" fmla="*/ 23 w 36"/>
                  <a:gd name="T47" fmla="*/ 17 h 110"/>
                  <a:gd name="T48" fmla="*/ 23 w 36"/>
                  <a:gd name="T49" fmla="*/ 15 h 110"/>
                  <a:gd name="T50" fmla="*/ 23 w 36"/>
                  <a:gd name="T51" fmla="*/ 14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6" h="110">
                    <a:moveTo>
                      <a:pt x="23" y="14"/>
                    </a:moveTo>
                    <a:cubicBezTo>
                      <a:pt x="23" y="12"/>
                      <a:pt x="23" y="12"/>
                      <a:pt x="23" y="12"/>
                    </a:cubicBezTo>
                    <a:cubicBezTo>
                      <a:pt x="21" y="8"/>
                      <a:pt x="22" y="9"/>
                      <a:pt x="18" y="6"/>
                    </a:cubicBezTo>
                    <a:cubicBezTo>
                      <a:pt x="17" y="4"/>
                      <a:pt x="15" y="2"/>
                      <a:pt x="13" y="0"/>
                    </a:cubicBezTo>
                    <a:cubicBezTo>
                      <a:pt x="12" y="1"/>
                      <a:pt x="11" y="3"/>
                      <a:pt x="11" y="4"/>
                    </a:cubicBezTo>
                    <a:cubicBezTo>
                      <a:pt x="11" y="7"/>
                      <a:pt x="13" y="12"/>
                      <a:pt x="13" y="16"/>
                    </a:cubicBezTo>
                    <a:cubicBezTo>
                      <a:pt x="12" y="34"/>
                      <a:pt x="12" y="34"/>
                      <a:pt x="12" y="34"/>
                    </a:cubicBezTo>
                    <a:cubicBezTo>
                      <a:pt x="12" y="43"/>
                      <a:pt x="9" y="56"/>
                      <a:pt x="7" y="65"/>
                    </a:cubicBezTo>
                    <a:cubicBezTo>
                      <a:pt x="6" y="72"/>
                      <a:pt x="4" y="75"/>
                      <a:pt x="3" y="80"/>
                    </a:cubicBezTo>
                    <a:cubicBezTo>
                      <a:pt x="2" y="85"/>
                      <a:pt x="0" y="91"/>
                      <a:pt x="0" y="95"/>
                    </a:cubicBezTo>
                    <a:cubicBezTo>
                      <a:pt x="0" y="98"/>
                      <a:pt x="0" y="98"/>
                      <a:pt x="0" y="98"/>
                    </a:cubicBezTo>
                    <a:cubicBezTo>
                      <a:pt x="0" y="100"/>
                      <a:pt x="0" y="100"/>
                      <a:pt x="0" y="100"/>
                    </a:cubicBezTo>
                    <a:cubicBezTo>
                      <a:pt x="2" y="102"/>
                      <a:pt x="2" y="103"/>
                      <a:pt x="4" y="105"/>
                    </a:cubicBezTo>
                    <a:cubicBezTo>
                      <a:pt x="6" y="108"/>
                      <a:pt x="7" y="108"/>
                      <a:pt x="9" y="110"/>
                    </a:cubicBezTo>
                    <a:cubicBezTo>
                      <a:pt x="12" y="108"/>
                      <a:pt x="13" y="108"/>
                      <a:pt x="15" y="104"/>
                    </a:cubicBezTo>
                    <a:cubicBezTo>
                      <a:pt x="16" y="102"/>
                      <a:pt x="18" y="99"/>
                      <a:pt x="18" y="96"/>
                    </a:cubicBezTo>
                    <a:cubicBezTo>
                      <a:pt x="18" y="90"/>
                      <a:pt x="18" y="90"/>
                      <a:pt x="18" y="90"/>
                    </a:cubicBezTo>
                    <a:cubicBezTo>
                      <a:pt x="18" y="83"/>
                      <a:pt x="20" y="77"/>
                      <a:pt x="21" y="71"/>
                    </a:cubicBezTo>
                    <a:cubicBezTo>
                      <a:pt x="23" y="65"/>
                      <a:pt x="23" y="59"/>
                      <a:pt x="25" y="53"/>
                    </a:cubicBezTo>
                    <a:cubicBezTo>
                      <a:pt x="26" y="47"/>
                      <a:pt x="29" y="42"/>
                      <a:pt x="30" y="36"/>
                    </a:cubicBezTo>
                    <a:cubicBezTo>
                      <a:pt x="31" y="28"/>
                      <a:pt x="34" y="27"/>
                      <a:pt x="35" y="20"/>
                    </a:cubicBezTo>
                    <a:cubicBezTo>
                      <a:pt x="34" y="19"/>
                      <a:pt x="36" y="20"/>
                      <a:pt x="33" y="20"/>
                    </a:cubicBezTo>
                    <a:cubicBezTo>
                      <a:pt x="33" y="20"/>
                      <a:pt x="30" y="22"/>
                      <a:pt x="30" y="22"/>
                    </a:cubicBezTo>
                    <a:cubicBezTo>
                      <a:pt x="25" y="21"/>
                      <a:pt x="25" y="21"/>
                      <a:pt x="23" y="17"/>
                    </a:cubicBezTo>
                    <a:cubicBezTo>
                      <a:pt x="23" y="15"/>
                      <a:pt x="23" y="15"/>
                      <a:pt x="23" y="15"/>
                    </a:cubicBezTo>
                    <a:lnTo>
                      <a:pt x="23" y="14"/>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nvGrpSpPr>
            <p:cNvPr id="9" name="ïšľîḍê"/>
            <p:cNvGrpSpPr/>
            <p:nvPr/>
          </p:nvGrpSpPr>
          <p:grpSpPr>
            <a:xfrm>
              <a:off x="4412452" y="3781425"/>
              <a:ext cx="2312689" cy="166461"/>
              <a:chOff x="6986588" y="3521075"/>
              <a:chExt cx="1654176" cy="119063"/>
            </a:xfrm>
          </p:grpSpPr>
          <p:sp>
            <p:nvSpPr>
              <p:cNvPr id="10" name="îṩľîḑê"/>
              <p:cNvSpPr/>
              <p:nvPr/>
            </p:nvSpPr>
            <p:spPr bwMode="auto">
              <a:xfrm>
                <a:off x="6986588" y="3521075"/>
                <a:ext cx="155575" cy="119063"/>
              </a:xfrm>
              <a:custGeom>
                <a:avLst/>
                <a:gdLst>
                  <a:gd name="T0" fmla="*/ 84 w 98"/>
                  <a:gd name="T1" fmla="*/ 0 h 75"/>
                  <a:gd name="T2" fmla="*/ 59 w 98"/>
                  <a:gd name="T3" fmla="*/ 52 h 75"/>
                  <a:gd name="T4" fmla="*/ 57 w 98"/>
                  <a:gd name="T5" fmla="*/ 0 h 75"/>
                  <a:gd name="T6" fmla="*/ 40 w 98"/>
                  <a:gd name="T7" fmla="*/ 0 h 75"/>
                  <a:gd name="T8" fmla="*/ 15 w 98"/>
                  <a:gd name="T9" fmla="*/ 52 h 75"/>
                  <a:gd name="T10" fmla="*/ 15 w 98"/>
                  <a:gd name="T11" fmla="*/ 0 h 75"/>
                  <a:gd name="T12" fmla="*/ 0 w 98"/>
                  <a:gd name="T13" fmla="*/ 0 h 75"/>
                  <a:gd name="T14" fmla="*/ 2 w 98"/>
                  <a:gd name="T15" fmla="*/ 75 h 75"/>
                  <a:gd name="T16" fmla="*/ 19 w 98"/>
                  <a:gd name="T17" fmla="*/ 75 h 75"/>
                  <a:gd name="T18" fmla="*/ 44 w 98"/>
                  <a:gd name="T19" fmla="*/ 21 h 75"/>
                  <a:gd name="T20" fmla="*/ 46 w 98"/>
                  <a:gd name="T21" fmla="*/ 75 h 75"/>
                  <a:gd name="T22" fmla="*/ 63 w 98"/>
                  <a:gd name="T23" fmla="*/ 75 h 75"/>
                  <a:gd name="T24" fmla="*/ 98 w 98"/>
                  <a:gd name="T25" fmla="*/ 0 h 75"/>
                  <a:gd name="T26" fmla="*/ 84 w 98"/>
                  <a:gd name="T27"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98" h="75">
                    <a:moveTo>
                      <a:pt x="84" y="0"/>
                    </a:moveTo>
                    <a:lnTo>
                      <a:pt x="59" y="52"/>
                    </a:lnTo>
                    <a:lnTo>
                      <a:pt x="57" y="0"/>
                    </a:lnTo>
                    <a:lnTo>
                      <a:pt x="40" y="0"/>
                    </a:lnTo>
                    <a:lnTo>
                      <a:pt x="15" y="52"/>
                    </a:lnTo>
                    <a:lnTo>
                      <a:pt x="15" y="0"/>
                    </a:lnTo>
                    <a:lnTo>
                      <a:pt x="0" y="0"/>
                    </a:lnTo>
                    <a:lnTo>
                      <a:pt x="2" y="75"/>
                    </a:lnTo>
                    <a:lnTo>
                      <a:pt x="19" y="75"/>
                    </a:lnTo>
                    <a:lnTo>
                      <a:pt x="44" y="21"/>
                    </a:lnTo>
                    <a:lnTo>
                      <a:pt x="46" y="75"/>
                    </a:lnTo>
                    <a:lnTo>
                      <a:pt x="63" y="75"/>
                    </a:lnTo>
                    <a:lnTo>
                      <a:pt x="98" y="0"/>
                    </a:lnTo>
                    <a:lnTo>
                      <a:pt x="84"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1" name="îṩḷîde"/>
              <p:cNvSpPr/>
              <p:nvPr/>
            </p:nvSpPr>
            <p:spPr bwMode="auto">
              <a:xfrm>
                <a:off x="7135813" y="3521075"/>
                <a:ext cx="112713" cy="119063"/>
              </a:xfrm>
              <a:custGeom>
                <a:avLst/>
                <a:gdLst>
                  <a:gd name="T0" fmla="*/ 22 w 34"/>
                  <a:gd name="T1" fmla="*/ 20 h 36"/>
                  <a:gd name="T2" fmla="*/ 20 w 34"/>
                  <a:gd name="T3" fmla="*/ 26 h 36"/>
                  <a:gd name="T4" fmla="*/ 18 w 34"/>
                  <a:gd name="T5" fmla="*/ 29 h 36"/>
                  <a:gd name="T6" fmla="*/ 13 w 34"/>
                  <a:gd name="T7" fmla="*/ 30 h 36"/>
                  <a:gd name="T8" fmla="*/ 9 w 34"/>
                  <a:gd name="T9" fmla="*/ 29 h 36"/>
                  <a:gd name="T10" fmla="*/ 7 w 34"/>
                  <a:gd name="T11" fmla="*/ 25 h 36"/>
                  <a:gd name="T12" fmla="*/ 7 w 34"/>
                  <a:gd name="T13" fmla="*/ 24 h 36"/>
                  <a:gd name="T14" fmla="*/ 8 w 34"/>
                  <a:gd name="T15" fmla="*/ 19 h 36"/>
                  <a:gd name="T16" fmla="*/ 12 w 34"/>
                  <a:gd name="T17" fmla="*/ 0 h 36"/>
                  <a:gd name="T18" fmla="*/ 5 w 34"/>
                  <a:gd name="T19" fmla="*/ 0 h 36"/>
                  <a:gd name="T20" fmla="*/ 1 w 34"/>
                  <a:gd name="T21" fmla="*/ 19 h 36"/>
                  <a:gd name="T22" fmla="*/ 0 w 34"/>
                  <a:gd name="T23" fmla="*/ 23 h 36"/>
                  <a:gd name="T24" fmla="*/ 0 w 34"/>
                  <a:gd name="T25" fmla="*/ 25 h 36"/>
                  <a:gd name="T26" fmla="*/ 3 w 34"/>
                  <a:gd name="T27" fmla="*/ 33 h 36"/>
                  <a:gd name="T28" fmla="*/ 13 w 34"/>
                  <a:gd name="T29" fmla="*/ 36 h 36"/>
                  <a:gd name="T30" fmla="*/ 22 w 34"/>
                  <a:gd name="T31" fmla="*/ 34 h 36"/>
                  <a:gd name="T32" fmla="*/ 27 w 34"/>
                  <a:gd name="T33" fmla="*/ 29 h 36"/>
                  <a:gd name="T34" fmla="*/ 30 w 34"/>
                  <a:gd name="T35" fmla="*/ 20 h 36"/>
                  <a:gd name="T36" fmla="*/ 34 w 34"/>
                  <a:gd name="T37" fmla="*/ 0 h 36"/>
                  <a:gd name="T38" fmla="*/ 26 w 34"/>
                  <a:gd name="T39" fmla="*/ 0 h 36"/>
                  <a:gd name="T40" fmla="*/ 22 w 34"/>
                  <a:gd name="T41" fmla="*/ 2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4" h="36">
                    <a:moveTo>
                      <a:pt x="22" y="20"/>
                    </a:moveTo>
                    <a:cubicBezTo>
                      <a:pt x="22" y="23"/>
                      <a:pt x="21" y="25"/>
                      <a:pt x="20" y="26"/>
                    </a:cubicBezTo>
                    <a:cubicBezTo>
                      <a:pt x="20" y="28"/>
                      <a:pt x="19" y="29"/>
                      <a:pt x="18" y="29"/>
                    </a:cubicBezTo>
                    <a:cubicBezTo>
                      <a:pt x="17" y="30"/>
                      <a:pt x="15" y="30"/>
                      <a:pt x="13" y="30"/>
                    </a:cubicBezTo>
                    <a:cubicBezTo>
                      <a:pt x="11" y="30"/>
                      <a:pt x="10" y="30"/>
                      <a:pt x="9" y="29"/>
                    </a:cubicBezTo>
                    <a:cubicBezTo>
                      <a:pt x="8" y="28"/>
                      <a:pt x="7" y="27"/>
                      <a:pt x="7" y="25"/>
                    </a:cubicBezTo>
                    <a:cubicBezTo>
                      <a:pt x="7" y="25"/>
                      <a:pt x="7" y="25"/>
                      <a:pt x="7" y="24"/>
                    </a:cubicBezTo>
                    <a:cubicBezTo>
                      <a:pt x="8" y="19"/>
                      <a:pt x="8" y="19"/>
                      <a:pt x="8" y="19"/>
                    </a:cubicBezTo>
                    <a:cubicBezTo>
                      <a:pt x="12" y="0"/>
                      <a:pt x="12" y="0"/>
                      <a:pt x="12" y="0"/>
                    </a:cubicBezTo>
                    <a:cubicBezTo>
                      <a:pt x="5" y="0"/>
                      <a:pt x="5" y="0"/>
                      <a:pt x="5" y="0"/>
                    </a:cubicBezTo>
                    <a:cubicBezTo>
                      <a:pt x="1" y="19"/>
                      <a:pt x="1" y="19"/>
                      <a:pt x="1" y="19"/>
                    </a:cubicBezTo>
                    <a:cubicBezTo>
                      <a:pt x="1" y="21"/>
                      <a:pt x="0" y="23"/>
                      <a:pt x="0" y="23"/>
                    </a:cubicBezTo>
                    <a:cubicBezTo>
                      <a:pt x="0" y="24"/>
                      <a:pt x="0" y="25"/>
                      <a:pt x="0" y="25"/>
                    </a:cubicBezTo>
                    <a:cubicBezTo>
                      <a:pt x="0" y="29"/>
                      <a:pt x="1" y="31"/>
                      <a:pt x="3" y="33"/>
                    </a:cubicBezTo>
                    <a:cubicBezTo>
                      <a:pt x="6" y="35"/>
                      <a:pt x="9" y="36"/>
                      <a:pt x="13" y="36"/>
                    </a:cubicBezTo>
                    <a:cubicBezTo>
                      <a:pt x="16" y="36"/>
                      <a:pt x="19" y="36"/>
                      <a:pt x="22" y="34"/>
                    </a:cubicBezTo>
                    <a:cubicBezTo>
                      <a:pt x="24" y="33"/>
                      <a:pt x="25" y="31"/>
                      <a:pt x="27" y="29"/>
                    </a:cubicBezTo>
                    <a:cubicBezTo>
                      <a:pt x="28" y="27"/>
                      <a:pt x="29" y="24"/>
                      <a:pt x="30" y="20"/>
                    </a:cubicBezTo>
                    <a:cubicBezTo>
                      <a:pt x="34" y="0"/>
                      <a:pt x="34" y="0"/>
                      <a:pt x="34" y="0"/>
                    </a:cubicBezTo>
                    <a:cubicBezTo>
                      <a:pt x="26" y="0"/>
                      <a:pt x="26" y="0"/>
                      <a:pt x="26" y="0"/>
                    </a:cubicBezTo>
                    <a:lnTo>
                      <a:pt x="22" y="2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2" name="îṣḻîḑê"/>
              <p:cNvSpPr/>
              <p:nvPr/>
            </p:nvSpPr>
            <p:spPr bwMode="auto">
              <a:xfrm>
                <a:off x="7248526" y="3521075"/>
                <a:ext cx="114300" cy="119063"/>
              </a:xfrm>
              <a:custGeom>
                <a:avLst/>
                <a:gdLst>
                  <a:gd name="T0" fmla="*/ 58 w 72"/>
                  <a:gd name="T1" fmla="*/ 0 h 75"/>
                  <a:gd name="T2" fmla="*/ 52 w 72"/>
                  <a:gd name="T3" fmla="*/ 29 h 75"/>
                  <a:gd name="T4" fmla="*/ 22 w 72"/>
                  <a:gd name="T5" fmla="*/ 29 h 75"/>
                  <a:gd name="T6" fmla="*/ 29 w 72"/>
                  <a:gd name="T7" fmla="*/ 0 h 75"/>
                  <a:gd name="T8" fmla="*/ 14 w 72"/>
                  <a:gd name="T9" fmla="*/ 0 h 75"/>
                  <a:gd name="T10" fmla="*/ 0 w 72"/>
                  <a:gd name="T11" fmla="*/ 75 h 75"/>
                  <a:gd name="T12" fmla="*/ 14 w 72"/>
                  <a:gd name="T13" fmla="*/ 75 h 75"/>
                  <a:gd name="T14" fmla="*/ 20 w 72"/>
                  <a:gd name="T15" fmla="*/ 42 h 75"/>
                  <a:gd name="T16" fmla="*/ 50 w 72"/>
                  <a:gd name="T17" fmla="*/ 42 h 75"/>
                  <a:gd name="T18" fmla="*/ 43 w 72"/>
                  <a:gd name="T19" fmla="*/ 75 h 75"/>
                  <a:gd name="T20" fmla="*/ 58 w 72"/>
                  <a:gd name="T21" fmla="*/ 75 h 75"/>
                  <a:gd name="T22" fmla="*/ 72 w 72"/>
                  <a:gd name="T23" fmla="*/ 0 h 75"/>
                  <a:gd name="T24" fmla="*/ 58 w 72"/>
                  <a:gd name="T25"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2" h="75">
                    <a:moveTo>
                      <a:pt x="58" y="0"/>
                    </a:moveTo>
                    <a:lnTo>
                      <a:pt x="52" y="29"/>
                    </a:lnTo>
                    <a:lnTo>
                      <a:pt x="22" y="29"/>
                    </a:lnTo>
                    <a:lnTo>
                      <a:pt x="29" y="0"/>
                    </a:lnTo>
                    <a:lnTo>
                      <a:pt x="14" y="0"/>
                    </a:lnTo>
                    <a:lnTo>
                      <a:pt x="0" y="75"/>
                    </a:lnTo>
                    <a:lnTo>
                      <a:pt x="14" y="75"/>
                    </a:lnTo>
                    <a:lnTo>
                      <a:pt x="20" y="42"/>
                    </a:lnTo>
                    <a:lnTo>
                      <a:pt x="50" y="42"/>
                    </a:lnTo>
                    <a:lnTo>
                      <a:pt x="43" y="75"/>
                    </a:lnTo>
                    <a:lnTo>
                      <a:pt x="58" y="75"/>
                    </a:lnTo>
                    <a:lnTo>
                      <a:pt x="72" y="0"/>
                    </a:lnTo>
                    <a:lnTo>
                      <a:pt x="58"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3" name="ïṥlíḑê"/>
              <p:cNvSpPr/>
              <p:nvPr/>
            </p:nvSpPr>
            <p:spPr bwMode="auto">
              <a:xfrm>
                <a:off x="7356476" y="3521075"/>
                <a:ext cx="112713" cy="119063"/>
              </a:xfrm>
              <a:custGeom>
                <a:avLst/>
                <a:gdLst>
                  <a:gd name="T0" fmla="*/ 42 w 71"/>
                  <a:gd name="T1" fmla="*/ 0 h 75"/>
                  <a:gd name="T2" fmla="*/ 0 w 71"/>
                  <a:gd name="T3" fmla="*/ 75 h 75"/>
                  <a:gd name="T4" fmla="*/ 15 w 71"/>
                  <a:gd name="T5" fmla="*/ 75 h 75"/>
                  <a:gd name="T6" fmla="*/ 23 w 71"/>
                  <a:gd name="T7" fmla="*/ 59 h 75"/>
                  <a:gd name="T8" fmla="*/ 54 w 71"/>
                  <a:gd name="T9" fmla="*/ 59 h 75"/>
                  <a:gd name="T10" fmla="*/ 56 w 71"/>
                  <a:gd name="T11" fmla="*/ 75 h 75"/>
                  <a:gd name="T12" fmla="*/ 71 w 71"/>
                  <a:gd name="T13" fmla="*/ 75 h 75"/>
                  <a:gd name="T14" fmla="*/ 58 w 71"/>
                  <a:gd name="T15" fmla="*/ 0 h 75"/>
                  <a:gd name="T16" fmla="*/ 42 w 71"/>
                  <a:gd name="T17" fmla="*/ 0 h 75"/>
                  <a:gd name="T18" fmla="*/ 29 w 71"/>
                  <a:gd name="T19" fmla="*/ 46 h 75"/>
                  <a:gd name="T20" fmla="*/ 48 w 71"/>
                  <a:gd name="T21" fmla="*/ 17 h 75"/>
                  <a:gd name="T22" fmla="*/ 52 w 71"/>
                  <a:gd name="T23" fmla="*/ 46 h 75"/>
                  <a:gd name="T24" fmla="*/ 29 w 71"/>
                  <a:gd name="T25" fmla="*/ 4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75">
                    <a:moveTo>
                      <a:pt x="42" y="0"/>
                    </a:moveTo>
                    <a:lnTo>
                      <a:pt x="0" y="75"/>
                    </a:lnTo>
                    <a:lnTo>
                      <a:pt x="15" y="75"/>
                    </a:lnTo>
                    <a:lnTo>
                      <a:pt x="23" y="59"/>
                    </a:lnTo>
                    <a:lnTo>
                      <a:pt x="54" y="59"/>
                    </a:lnTo>
                    <a:lnTo>
                      <a:pt x="56" y="75"/>
                    </a:lnTo>
                    <a:lnTo>
                      <a:pt x="71" y="75"/>
                    </a:lnTo>
                    <a:lnTo>
                      <a:pt x="58" y="0"/>
                    </a:lnTo>
                    <a:lnTo>
                      <a:pt x="42" y="0"/>
                    </a:lnTo>
                    <a:close/>
                    <a:moveTo>
                      <a:pt x="29" y="46"/>
                    </a:moveTo>
                    <a:lnTo>
                      <a:pt x="48" y="17"/>
                    </a:lnTo>
                    <a:lnTo>
                      <a:pt x="52" y="46"/>
                    </a:lnTo>
                    <a:lnTo>
                      <a:pt x="29" y="46"/>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4" name="îş1íḋe"/>
              <p:cNvSpPr/>
              <p:nvPr/>
            </p:nvSpPr>
            <p:spPr bwMode="auto">
              <a:xfrm>
                <a:off x="7481888" y="3521075"/>
                <a:ext cx="119063" cy="119063"/>
              </a:xfrm>
              <a:custGeom>
                <a:avLst/>
                <a:gdLst>
                  <a:gd name="T0" fmla="*/ 50 w 75"/>
                  <a:gd name="T1" fmla="*/ 50 h 75"/>
                  <a:gd name="T2" fmla="*/ 31 w 75"/>
                  <a:gd name="T3" fmla="*/ 0 h 75"/>
                  <a:gd name="T4" fmla="*/ 17 w 75"/>
                  <a:gd name="T5" fmla="*/ 0 h 75"/>
                  <a:gd name="T6" fmla="*/ 0 w 75"/>
                  <a:gd name="T7" fmla="*/ 75 h 75"/>
                  <a:gd name="T8" fmla="*/ 15 w 75"/>
                  <a:gd name="T9" fmla="*/ 75 h 75"/>
                  <a:gd name="T10" fmla="*/ 25 w 75"/>
                  <a:gd name="T11" fmla="*/ 25 h 75"/>
                  <a:gd name="T12" fmla="*/ 46 w 75"/>
                  <a:gd name="T13" fmla="*/ 75 h 75"/>
                  <a:gd name="T14" fmla="*/ 58 w 75"/>
                  <a:gd name="T15" fmla="*/ 75 h 75"/>
                  <a:gd name="T16" fmla="*/ 75 w 75"/>
                  <a:gd name="T17" fmla="*/ 0 h 75"/>
                  <a:gd name="T18" fmla="*/ 61 w 75"/>
                  <a:gd name="T19" fmla="*/ 0 h 75"/>
                  <a:gd name="T20" fmla="*/ 50 w 75"/>
                  <a:gd name="T21" fmla="*/ 5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5" h="75">
                    <a:moveTo>
                      <a:pt x="50" y="50"/>
                    </a:moveTo>
                    <a:lnTo>
                      <a:pt x="31" y="0"/>
                    </a:lnTo>
                    <a:lnTo>
                      <a:pt x="17" y="0"/>
                    </a:lnTo>
                    <a:lnTo>
                      <a:pt x="0" y="75"/>
                    </a:lnTo>
                    <a:lnTo>
                      <a:pt x="15" y="75"/>
                    </a:lnTo>
                    <a:lnTo>
                      <a:pt x="25" y="25"/>
                    </a:lnTo>
                    <a:lnTo>
                      <a:pt x="46" y="75"/>
                    </a:lnTo>
                    <a:lnTo>
                      <a:pt x="58" y="75"/>
                    </a:lnTo>
                    <a:lnTo>
                      <a:pt x="75" y="0"/>
                    </a:lnTo>
                    <a:lnTo>
                      <a:pt x="61" y="0"/>
                    </a:lnTo>
                    <a:lnTo>
                      <a:pt x="50" y="5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5" name="îş1ïḋe"/>
              <p:cNvSpPr/>
              <p:nvPr/>
            </p:nvSpPr>
            <p:spPr bwMode="auto">
              <a:xfrm>
                <a:off x="7653338" y="3521075"/>
                <a:ext cx="112713" cy="119063"/>
              </a:xfrm>
              <a:custGeom>
                <a:avLst/>
                <a:gdLst>
                  <a:gd name="T0" fmla="*/ 22 w 34"/>
                  <a:gd name="T1" fmla="*/ 20 h 36"/>
                  <a:gd name="T2" fmla="*/ 20 w 34"/>
                  <a:gd name="T3" fmla="*/ 26 h 36"/>
                  <a:gd name="T4" fmla="*/ 18 w 34"/>
                  <a:gd name="T5" fmla="*/ 29 h 36"/>
                  <a:gd name="T6" fmla="*/ 13 w 34"/>
                  <a:gd name="T7" fmla="*/ 30 h 36"/>
                  <a:gd name="T8" fmla="*/ 9 w 34"/>
                  <a:gd name="T9" fmla="*/ 29 h 36"/>
                  <a:gd name="T10" fmla="*/ 7 w 34"/>
                  <a:gd name="T11" fmla="*/ 25 h 36"/>
                  <a:gd name="T12" fmla="*/ 7 w 34"/>
                  <a:gd name="T13" fmla="*/ 24 h 36"/>
                  <a:gd name="T14" fmla="*/ 8 w 34"/>
                  <a:gd name="T15" fmla="*/ 19 h 36"/>
                  <a:gd name="T16" fmla="*/ 12 w 34"/>
                  <a:gd name="T17" fmla="*/ 0 h 36"/>
                  <a:gd name="T18" fmla="*/ 5 w 34"/>
                  <a:gd name="T19" fmla="*/ 0 h 36"/>
                  <a:gd name="T20" fmla="*/ 1 w 34"/>
                  <a:gd name="T21" fmla="*/ 19 h 36"/>
                  <a:gd name="T22" fmla="*/ 0 w 34"/>
                  <a:gd name="T23" fmla="*/ 23 h 36"/>
                  <a:gd name="T24" fmla="*/ 0 w 34"/>
                  <a:gd name="T25" fmla="*/ 25 h 36"/>
                  <a:gd name="T26" fmla="*/ 3 w 34"/>
                  <a:gd name="T27" fmla="*/ 33 h 36"/>
                  <a:gd name="T28" fmla="*/ 13 w 34"/>
                  <a:gd name="T29" fmla="*/ 36 h 36"/>
                  <a:gd name="T30" fmla="*/ 22 w 34"/>
                  <a:gd name="T31" fmla="*/ 34 h 36"/>
                  <a:gd name="T32" fmla="*/ 27 w 34"/>
                  <a:gd name="T33" fmla="*/ 29 h 36"/>
                  <a:gd name="T34" fmla="*/ 30 w 34"/>
                  <a:gd name="T35" fmla="*/ 20 h 36"/>
                  <a:gd name="T36" fmla="*/ 34 w 34"/>
                  <a:gd name="T37" fmla="*/ 0 h 36"/>
                  <a:gd name="T38" fmla="*/ 26 w 34"/>
                  <a:gd name="T39" fmla="*/ 0 h 36"/>
                  <a:gd name="T40" fmla="*/ 22 w 34"/>
                  <a:gd name="T41" fmla="*/ 2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4" h="36">
                    <a:moveTo>
                      <a:pt x="22" y="20"/>
                    </a:moveTo>
                    <a:cubicBezTo>
                      <a:pt x="22" y="23"/>
                      <a:pt x="21" y="25"/>
                      <a:pt x="20" y="26"/>
                    </a:cubicBezTo>
                    <a:cubicBezTo>
                      <a:pt x="20" y="28"/>
                      <a:pt x="19" y="29"/>
                      <a:pt x="18" y="29"/>
                    </a:cubicBezTo>
                    <a:cubicBezTo>
                      <a:pt x="17" y="30"/>
                      <a:pt x="15" y="30"/>
                      <a:pt x="13" y="30"/>
                    </a:cubicBezTo>
                    <a:cubicBezTo>
                      <a:pt x="11" y="30"/>
                      <a:pt x="10" y="30"/>
                      <a:pt x="9" y="29"/>
                    </a:cubicBezTo>
                    <a:cubicBezTo>
                      <a:pt x="8" y="28"/>
                      <a:pt x="7" y="27"/>
                      <a:pt x="7" y="25"/>
                    </a:cubicBezTo>
                    <a:cubicBezTo>
                      <a:pt x="7" y="25"/>
                      <a:pt x="7" y="25"/>
                      <a:pt x="7" y="24"/>
                    </a:cubicBezTo>
                    <a:cubicBezTo>
                      <a:pt x="8" y="19"/>
                      <a:pt x="8" y="19"/>
                      <a:pt x="8" y="19"/>
                    </a:cubicBezTo>
                    <a:cubicBezTo>
                      <a:pt x="12" y="0"/>
                      <a:pt x="12" y="0"/>
                      <a:pt x="12" y="0"/>
                    </a:cubicBezTo>
                    <a:cubicBezTo>
                      <a:pt x="5" y="0"/>
                      <a:pt x="5" y="0"/>
                      <a:pt x="5" y="0"/>
                    </a:cubicBezTo>
                    <a:cubicBezTo>
                      <a:pt x="1" y="19"/>
                      <a:pt x="1" y="19"/>
                      <a:pt x="1" y="19"/>
                    </a:cubicBezTo>
                    <a:cubicBezTo>
                      <a:pt x="1" y="21"/>
                      <a:pt x="0" y="23"/>
                      <a:pt x="0" y="23"/>
                    </a:cubicBezTo>
                    <a:cubicBezTo>
                      <a:pt x="0" y="24"/>
                      <a:pt x="0" y="25"/>
                      <a:pt x="0" y="25"/>
                    </a:cubicBezTo>
                    <a:cubicBezTo>
                      <a:pt x="0" y="29"/>
                      <a:pt x="1" y="31"/>
                      <a:pt x="3" y="33"/>
                    </a:cubicBezTo>
                    <a:cubicBezTo>
                      <a:pt x="6" y="35"/>
                      <a:pt x="9" y="36"/>
                      <a:pt x="13" y="36"/>
                    </a:cubicBezTo>
                    <a:cubicBezTo>
                      <a:pt x="16" y="36"/>
                      <a:pt x="19" y="36"/>
                      <a:pt x="22" y="34"/>
                    </a:cubicBezTo>
                    <a:cubicBezTo>
                      <a:pt x="24" y="33"/>
                      <a:pt x="25" y="31"/>
                      <a:pt x="27" y="29"/>
                    </a:cubicBezTo>
                    <a:cubicBezTo>
                      <a:pt x="28" y="27"/>
                      <a:pt x="29" y="24"/>
                      <a:pt x="30" y="20"/>
                    </a:cubicBezTo>
                    <a:cubicBezTo>
                      <a:pt x="34" y="0"/>
                      <a:pt x="34" y="0"/>
                      <a:pt x="34" y="0"/>
                    </a:cubicBezTo>
                    <a:cubicBezTo>
                      <a:pt x="26" y="0"/>
                      <a:pt x="26" y="0"/>
                      <a:pt x="26" y="0"/>
                    </a:cubicBezTo>
                    <a:lnTo>
                      <a:pt x="22" y="2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6" name="íšlídè"/>
              <p:cNvSpPr/>
              <p:nvPr/>
            </p:nvSpPr>
            <p:spPr bwMode="auto">
              <a:xfrm>
                <a:off x="7766051" y="3521075"/>
                <a:ext cx="115888" cy="119063"/>
              </a:xfrm>
              <a:custGeom>
                <a:avLst/>
                <a:gdLst>
                  <a:gd name="T0" fmla="*/ 58 w 73"/>
                  <a:gd name="T1" fmla="*/ 0 h 75"/>
                  <a:gd name="T2" fmla="*/ 50 w 73"/>
                  <a:gd name="T3" fmla="*/ 50 h 75"/>
                  <a:gd name="T4" fmla="*/ 29 w 73"/>
                  <a:gd name="T5" fmla="*/ 0 h 75"/>
                  <a:gd name="T6" fmla="*/ 15 w 73"/>
                  <a:gd name="T7" fmla="*/ 0 h 75"/>
                  <a:gd name="T8" fmla="*/ 0 w 73"/>
                  <a:gd name="T9" fmla="*/ 75 h 75"/>
                  <a:gd name="T10" fmla="*/ 13 w 73"/>
                  <a:gd name="T11" fmla="*/ 75 h 75"/>
                  <a:gd name="T12" fmla="*/ 23 w 73"/>
                  <a:gd name="T13" fmla="*/ 25 h 75"/>
                  <a:gd name="T14" fmla="*/ 44 w 73"/>
                  <a:gd name="T15" fmla="*/ 75 h 75"/>
                  <a:gd name="T16" fmla="*/ 58 w 73"/>
                  <a:gd name="T17" fmla="*/ 75 h 75"/>
                  <a:gd name="T18" fmla="*/ 73 w 73"/>
                  <a:gd name="T19" fmla="*/ 0 h 75"/>
                  <a:gd name="T20" fmla="*/ 58 w 73"/>
                  <a:gd name="T21"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3" h="75">
                    <a:moveTo>
                      <a:pt x="58" y="0"/>
                    </a:moveTo>
                    <a:lnTo>
                      <a:pt x="50" y="50"/>
                    </a:lnTo>
                    <a:lnTo>
                      <a:pt x="29" y="0"/>
                    </a:lnTo>
                    <a:lnTo>
                      <a:pt x="15" y="0"/>
                    </a:lnTo>
                    <a:lnTo>
                      <a:pt x="0" y="75"/>
                    </a:lnTo>
                    <a:lnTo>
                      <a:pt x="13" y="75"/>
                    </a:lnTo>
                    <a:lnTo>
                      <a:pt x="23" y="25"/>
                    </a:lnTo>
                    <a:lnTo>
                      <a:pt x="44" y="75"/>
                    </a:lnTo>
                    <a:lnTo>
                      <a:pt x="58" y="75"/>
                    </a:lnTo>
                    <a:lnTo>
                      <a:pt x="73" y="0"/>
                    </a:lnTo>
                    <a:lnTo>
                      <a:pt x="58"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7" name="îṣḻîďe"/>
              <p:cNvSpPr/>
              <p:nvPr/>
            </p:nvSpPr>
            <p:spPr bwMode="auto">
              <a:xfrm>
                <a:off x="7881938" y="3521075"/>
                <a:ext cx="49213" cy="119063"/>
              </a:xfrm>
              <a:custGeom>
                <a:avLst/>
                <a:gdLst>
                  <a:gd name="T0" fmla="*/ 0 w 31"/>
                  <a:gd name="T1" fmla="*/ 75 h 75"/>
                  <a:gd name="T2" fmla="*/ 14 w 31"/>
                  <a:gd name="T3" fmla="*/ 75 h 75"/>
                  <a:gd name="T4" fmla="*/ 31 w 31"/>
                  <a:gd name="T5" fmla="*/ 0 h 75"/>
                  <a:gd name="T6" fmla="*/ 14 w 31"/>
                  <a:gd name="T7" fmla="*/ 0 h 75"/>
                  <a:gd name="T8" fmla="*/ 0 w 31"/>
                  <a:gd name="T9" fmla="*/ 75 h 75"/>
                </a:gdLst>
                <a:ahLst/>
                <a:cxnLst>
                  <a:cxn ang="0">
                    <a:pos x="T0" y="T1"/>
                  </a:cxn>
                  <a:cxn ang="0">
                    <a:pos x="T2" y="T3"/>
                  </a:cxn>
                  <a:cxn ang="0">
                    <a:pos x="T4" y="T5"/>
                  </a:cxn>
                  <a:cxn ang="0">
                    <a:pos x="T6" y="T7"/>
                  </a:cxn>
                  <a:cxn ang="0">
                    <a:pos x="T8" y="T9"/>
                  </a:cxn>
                </a:cxnLst>
                <a:rect l="0" t="0" r="r" b="b"/>
                <a:pathLst>
                  <a:path w="31" h="75">
                    <a:moveTo>
                      <a:pt x="0" y="75"/>
                    </a:moveTo>
                    <a:lnTo>
                      <a:pt x="14" y="75"/>
                    </a:lnTo>
                    <a:lnTo>
                      <a:pt x="31" y="0"/>
                    </a:lnTo>
                    <a:lnTo>
                      <a:pt x="14" y="0"/>
                    </a:lnTo>
                    <a:lnTo>
                      <a:pt x="0" y="75"/>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8" name="íŝḻiḋè"/>
              <p:cNvSpPr/>
              <p:nvPr/>
            </p:nvSpPr>
            <p:spPr bwMode="auto">
              <a:xfrm>
                <a:off x="7940676" y="3521075"/>
                <a:ext cx="109538" cy="119063"/>
              </a:xfrm>
              <a:custGeom>
                <a:avLst/>
                <a:gdLst>
                  <a:gd name="T0" fmla="*/ 54 w 69"/>
                  <a:gd name="T1" fmla="*/ 0 h 75"/>
                  <a:gd name="T2" fmla="*/ 23 w 69"/>
                  <a:gd name="T3" fmla="*/ 57 h 75"/>
                  <a:gd name="T4" fmla="*/ 15 w 69"/>
                  <a:gd name="T5" fmla="*/ 0 h 75"/>
                  <a:gd name="T6" fmla="*/ 0 w 69"/>
                  <a:gd name="T7" fmla="*/ 0 h 75"/>
                  <a:gd name="T8" fmla="*/ 13 w 69"/>
                  <a:gd name="T9" fmla="*/ 75 h 75"/>
                  <a:gd name="T10" fmla="*/ 29 w 69"/>
                  <a:gd name="T11" fmla="*/ 75 h 75"/>
                  <a:gd name="T12" fmla="*/ 69 w 69"/>
                  <a:gd name="T13" fmla="*/ 0 h 75"/>
                  <a:gd name="T14" fmla="*/ 54 w 69"/>
                  <a:gd name="T15" fmla="*/ 0 h 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9" h="75">
                    <a:moveTo>
                      <a:pt x="54" y="0"/>
                    </a:moveTo>
                    <a:lnTo>
                      <a:pt x="23" y="57"/>
                    </a:lnTo>
                    <a:lnTo>
                      <a:pt x="15" y="0"/>
                    </a:lnTo>
                    <a:lnTo>
                      <a:pt x="0" y="0"/>
                    </a:lnTo>
                    <a:lnTo>
                      <a:pt x="13" y="75"/>
                    </a:lnTo>
                    <a:lnTo>
                      <a:pt x="29" y="75"/>
                    </a:lnTo>
                    <a:lnTo>
                      <a:pt x="69" y="0"/>
                    </a:lnTo>
                    <a:lnTo>
                      <a:pt x="54"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9" name="î$ḷíďé"/>
              <p:cNvSpPr/>
              <p:nvPr/>
            </p:nvSpPr>
            <p:spPr bwMode="auto">
              <a:xfrm>
                <a:off x="8037513" y="3521075"/>
                <a:ext cx="111125" cy="119063"/>
              </a:xfrm>
              <a:custGeom>
                <a:avLst/>
                <a:gdLst>
                  <a:gd name="T0" fmla="*/ 68 w 70"/>
                  <a:gd name="T1" fmla="*/ 12 h 75"/>
                  <a:gd name="T2" fmla="*/ 70 w 70"/>
                  <a:gd name="T3" fmla="*/ 0 h 75"/>
                  <a:gd name="T4" fmla="*/ 16 w 70"/>
                  <a:gd name="T5" fmla="*/ 0 h 75"/>
                  <a:gd name="T6" fmla="*/ 0 w 70"/>
                  <a:gd name="T7" fmla="*/ 75 h 75"/>
                  <a:gd name="T8" fmla="*/ 58 w 70"/>
                  <a:gd name="T9" fmla="*/ 75 h 75"/>
                  <a:gd name="T10" fmla="*/ 60 w 70"/>
                  <a:gd name="T11" fmla="*/ 63 h 75"/>
                  <a:gd name="T12" fmla="*/ 16 w 70"/>
                  <a:gd name="T13" fmla="*/ 63 h 75"/>
                  <a:gd name="T14" fmla="*/ 22 w 70"/>
                  <a:gd name="T15" fmla="*/ 42 h 75"/>
                  <a:gd name="T16" fmla="*/ 60 w 70"/>
                  <a:gd name="T17" fmla="*/ 42 h 75"/>
                  <a:gd name="T18" fmla="*/ 62 w 70"/>
                  <a:gd name="T19" fmla="*/ 29 h 75"/>
                  <a:gd name="T20" fmla="*/ 24 w 70"/>
                  <a:gd name="T21" fmla="*/ 29 h 75"/>
                  <a:gd name="T22" fmla="*/ 29 w 70"/>
                  <a:gd name="T23" fmla="*/ 12 h 75"/>
                  <a:gd name="T24" fmla="*/ 68 w 70"/>
                  <a:gd name="T25" fmla="*/ 12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0" h="75">
                    <a:moveTo>
                      <a:pt x="68" y="12"/>
                    </a:moveTo>
                    <a:lnTo>
                      <a:pt x="70" y="0"/>
                    </a:lnTo>
                    <a:lnTo>
                      <a:pt x="16" y="0"/>
                    </a:lnTo>
                    <a:lnTo>
                      <a:pt x="0" y="75"/>
                    </a:lnTo>
                    <a:lnTo>
                      <a:pt x="58" y="75"/>
                    </a:lnTo>
                    <a:lnTo>
                      <a:pt x="60" y="63"/>
                    </a:lnTo>
                    <a:lnTo>
                      <a:pt x="16" y="63"/>
                    </a:lnTo>
                    <a:lnTo>
                      <a:pt x="22" y="42"/>
                    </a:lnTo>
                    <a:lnTo>
                      <a:pt x="60" y="42"/>
                    </a:lnTo>
                    <a:lnTo>
                      <a:pt x="62" y="29"/>
                    </a:lnTo>
                    <a:lnTo>
                      <a:pt x="24" y="29"/>
                    </a:lnTo>
                    <a:lnTo>
                      <a:pt x="29" y="12"/>
                    </a:lnTo>
                    <a:lnTo>
                      <a:pt x="68" y="12"/>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0" name="îṡlîďe"/>
              <p:cNvSpPr/>
              <p:nvPr/>
            </p:nvSpPr>
            <p:spPr bwMode="auto">
              <a:xfrm>
                <a:off x="8145463" y="3521075"/>
                <a:ext cx="115888" cy="119063"/>
              </a:xfrm>
              <a:custGeom>
                <a:avLst/>
                <a:gdLst>
                  <a:gd name="T0" fmla="*/ 30 w 35"/>
                  <a:gd name="T1" fmla="*/ 1 h 36"/>
                  <a:gd name="T2" fmla="*/ 24 w 35"/>
                  <a:gd name="T3" fmla="*/ 0 h 36"/>
                  <a:gd name="T4" fmla="*/ 8 w 35"/>
                  <a:gd name="T5" fmla="*/ 0 h 36"/>
                  <a:gd name="T6" fmla="*/ 0 w 35"/>
                  <a:gd name="T7" fmla="*/ 36 h 36"/>
                  <a:gd name="T8" fmla="*/ 8 w 35"/>
                  <a:gd name="T9" fmla="*/ 36 h 36"/>
                  <a:gd name="T10" fmla="*/ 11 w 35"/>
                  <a:gd name="T11" fmla="*/ 21 h 36"/>
                  <a:gd name="T12" fmla="*/ 14 w 35"/>
                  <a:gd name="T13" fmla="*/ 21 h 36"/>
                  <a:gd name="T14" fmla="*/ 17 w 35"/>
                  <a:gd name="T15" fmla="*/ 22 h 36"/>
                  <a:gd name="T16" fmla="*/ 21 w 35"/>
                  <a:gd name="T17" fmla="*/ 26 h 36"/>
                  <a:gd name="T18" fmla="*/ 24 w 35"/>
                  <a:gd name="T19" fmla="*/ 36 h 36"/>
                  <a:gd name="T20" fmla="*/ 32 w 35"/>
                  <a:gd name="T21" fmla="*/ 36 h 36"/>
                  <a:gd name="T22" fmla="*/ 27 w 35"/>
                  <a:gd name="T23" fmla="*/ 24 h 36"/>
                  <a:gd name="T24" fmla="*/ 24 w 35"/>
                  <a:gd name="T25" fmla="*/ 21 h 36"/>
                  <a:gd name="T26" fmla="*/ 32 w 35"/>
                  <a:gd name="T27" fmla="*/ 17 h 36"/>
                  <a:gd name="T28" fmla="*/ 35 w 35"/>
                  <a:gd name="T29" fmla="*/ 9 h 36"/>
                  <a:gd name="T30" fmla="*/ 34 w 35"/>
                  <a:gd name="T31" fmla="*/ 4 h 36"/>
                  <a:gd name="T32" fmla="*/ 30 w 35"/>
                  <a:gd name="T33" fmla="*/ 1 h 36"/>
                  <a:gd name="T34" fmla="*/ 27 w 35"/>
                  <a:gd name="T35" fmla="*/ 13 h 36"/>
                  <a:gd name="T36" fmla="*/ 24 w 35"/>
                  <a:gd name="T37" fmla="*/ 15 h 36"/>
                  <a:gd name="T38" fmla="*/ 16 w 35"/>
                  <a:gd name="T39" fmla="*/ 16 h 36"/>
                  <a:gd name="T40" fmla="*/ 12 w 35"/>
                  <a:gd name="T41" fmla="*/ 16 h 36"/>
                  <a:gd name="T42" fmla="*/ 14 w 35"/>
                  <a:gd name="T43" fmla="*/ 6 h 36"/>
                  <a:gd name="T44" fmla="*/ 22 w 35"/>
                  <a:gd name="T45" fmla="*/ 6 h 36"/>
                  <a:gd name="T46" fmla="*/ 26 w 35"/>
                  <a:gd name="T47" fmla="*/ 7 h 36"/>
                  <a:gd name="T48" fmla="*/ 28 w 35"/>
                  <a:gd name="T49" fmla="*/ 10 h 36"/>
                  <a:gd name="T50" fmla="*/ 27 w 35"/>
                  <a:gd name="T51" fmla="*/ 13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5" h="36">
                    <a:moveTo>
                      <a:pt x="30" y="1"/>
                    </a:moveTo>
                    <a:cubicBezTo>
                      <a:pt x="28" y="0"/>
                      <a:pt x="26" y="0"/>
                      <a:pt x="24" y="0"/>
                    </a:cubicBezTo>
                    <a:cubicBezTo>
                      <a:pt x="8" y="0"/>
                      <a:pt x="8" y="0"/>
                      <a:pt x="8" y="0"/>
                    </a:cubicBezTo>
                    <a:cubicBezTo>
                      <a:pt x="0" y="36"/>
                      <a:pt x="0" y="36"/>
                      <a:pt x="0" y="36"/>
                    </a:cubicBezTo>
                    <a:cubicBezTo>
                      <a:pt x="8" y="36"/>
                      <a:pt x="8" y="36"/>
                      <a:pt x="8" y="36"/>
                    </a:cubicBezTo>
                    <a:cubicBezTo>
                      <a:pt x="11" y="21"/>
                      <a:pt x="11" y="21"/>
                      <a:pt x="11" y="21"/>
                    </a:cubicBezTo>
                    <a:cubicBezTo>
                      <a:pt x="14" y="21"/>
                      <a:pt x="14" y="21"/>
                      <a:pt x="14" y="21"/>
                    </a:cubicBezTo>
                    <a:cubicBezTo>
                      <a:pt x="15" y="21"/>
                      <a:pt x="17" y="21"/>
                      <a:pt x="17" y="22"/>
                    </a:cubicBezTo>
                    <a:cubicBezTo>
                      <a:pt x="18" y="22"/>
                      <a:pt x="20" y="24"/>
                      <a:pt x="21" y="26"/>
                    </a:cubicBezTo>
                    <a:cubicBezTo>
                      <a:pt x="22" y="31"/>
                      <a:pt x="24" y="34"/>
                      <a:pt x="24" y="36"/>
                    </a:cubicBezTo>
                    <a:cubicBezTo>
                      <a:pt x="32" y="36"/>
                      <a:pt x="32" y="36"/>
                      <a:pt x="32" y="36"/>
                    </a:cubicBezTo>
                    <a:cubicBezTo>
                      <a:pt x="30" y="31"/>
                      <a:pt x="28" y="27"/>
                      <a:pt x="27" y="24"/>
                    </a:cubicBezTo>
                    <a:cubicBezTo>
                      <a:pt x="26" y="23"/>
                      <a:pt x="25" y="21"/>
                      <a:pt x="24" y="21"/>
                    </a:cubicBezTo>
                    <a:cubicBezTo>
                      <a:pt x="28" y="20"/>
                      <a:pt x="30" y="19"/>
                      <a:pt x="32" y="17"/>
                    </a:cubicBezTo>
                    <a:cubicBezTo>
                      <a:pt x="34" y="15"/>
                      <a:pt x="35" y="13"/>
                      <a:pt x="35" y="9"/>
                    </a:cubicBezTo>
                    <a:cubicBezTo>
                      <a:pt x="35" y="7"/>
                      <a:pt x="34" y="6"/>
                      <a:pt x="34" y="4"/>
                    </a:cubicBezTo>
                    <a:cubicBezTo>
                      <a:pt x="33" y="3"/>
                      <a:pt x="31" y="2"/>
                      <a:pt x="30" y="1"/>
                    </a:cubicBezTo>
                    <a:close/>
                    <a:moveTo>
                      <a:pt x="27" y="13"/>
                    </a:moveTo>
                    <a:cubicBezTo>
                      <a:pt x="26" y="14"/>
                      <a:pt x="25" y="14"/>
                      <a:pt x="24" y="15"/>
                    </a:cubicBezTo>
                    <a:cubicBezTo>
                      <a:pt x="22" y="15"/>
                      <a:pt x="20" y="16"/>
                      <a:pt x="16" y="16"/>
                    </a:cubicBezTo>
                    <a:cubicBezTo>
                      <a:pt x="12" y="16"/>
                      <a:pt x="12" y="16"/>
                      <a:pt x="12" y="16"/>
                    </a:cubicBezTo>
                    <a:cubicBezTo>
                      <a:pt x="14" y="6"/>
                      <a:pt x="14" y="6"/>
                      <a:pt x="14" y="6"/>
                    </a:cubicBezTo>
                    <a:cubicBezTo>
                      <a:pt x="22" y="6"/>
                      <a:pt x="22" y="6"/>
                      <a:pt x="22" y="6"/>
                    </a:cubicBezTo>
                    <a:cubicBezTo>
                      <a:pt x="24" y="6"/>
                      <a:pt x="25" y="6"/>
                      <a:pt x="26" y="7"/>
                    </a:cubicBezTo>
                    <a:cubicBezTo>
                      <a:pt x="27" y="7"/>
                      <a:pt x="28" y="8"/>
                      <a:pt x="28" y="10"/>
                    </a:cubicBezTo>
                    <a:cubicBezTo>
                      <a:pt x="28" y="11"/>
                      <a:pt x="27" y="12"/>
                      <a:pt x="27" y="13"/>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1" name="ïşľîḍé"/>
              <p:cNvSpPr/>
              <p:nvPr/>
            </p:nvSpPr>
            <p:spPr bwMode="auto">
              <a:xfrm>
                <a:off x="8267701" y="3521075"/>
                <a:ext cx="98425" cy="119063"/>
              </a:xfrm>
              <a:custGeom>
                <a:avLst/>
                <a:gdLst>
                  <a:gd name="T0" fmla="*/ 17 w 30"/>
                  <a:gd name="T1" fmla="*/ 5 h 36"/>
                  <a:gd name="T2" fmla="*/ 22 w 30"/>
                  <a:gd name="T3" fmla="*/ 7 h 36"/>
                  <a:gd name="T4" fmla="*/ 23 w 30"/>
                  <a:gd name="T5" fmla="*/ 11 h 36"/>
                  <a:gd name="T6" fmla="*/ 30 w 30"/>
                  <a:gd name="T7" fmla="*/ 10 h 36"/>
                  <a:gd name="T8" fmla="*/ 27 w 30"/>
                  <a:gd name="T9" fmla="*/ 3 h 36"/>
                  <a:gd name="T10" fmla="*/ 17 w 30"/>
                  <a:gd name="T11" fmla="*/ 0 h 36"/>
                  <a:gd name="T12" fmla="*/ 8 w 30"/>
                  <a:gd name="T13" fmla="*/ 3 h 36"/>
                  <a:gd name="T14" fmla="*/ 4 w 30"/>
                  <a:gd name="T15" fmla="*/ 10 h 36"/>
                  <a:gd name="T16" fmla="*/ 6 w 30"/>
                  <a:gd name="T17" fmla="*/ 14 h 36"/>
                  <a:gd name="T18" fmla="*/ 8 w 30"/>
                  <a:gd name="T19" fmla="*/ 18 h 36"/>
                  <a:gd name="T20" fmla="*/ 15 w 30"/>
                  <a:gd name="T21" fmla="*/ 21 h 36"/>
                  <a:gd name="T22" fmla="*/ 20 w 30"/>
                  <a:gd name="T23" fmla="*/ 23 h 36"/>
                  <a:gd name="T24" fmla="*/ 21 w 30"/>
                  <a:gd name="T25" fmla="*/ 26 h 36"/>
                  <a:gd name="T26" fmla="*/ 19 w 30"/>
                  <a:gd name="T27" fmla="*/ 29 h 36"/>
                  <a:gd name="T28" fmla="*/ 14 w 30"/>
                  <a:gd name="T29" fmla="*/ 30 h 36"/>
                  <a:gd name="T30" fmla="*/ 8 w 30"/>
                  <a:gd name="T31" fmla="*/ 28 h 36"/>
                  <a:gd name="T32" fmla="*/ 7 w 30"/>
                  <a:gd name="T33" fmla="*/ 24 h 36"/>
                  <a:gd name="T34" fmla="*/ 0 w 30"/>
                  <a:gd name="T35" fmla="*/ 24 h 36"/>
                  <a:gd name="T36" fmla="*/ 1 w 30"/>
                  <a:gd name="T37" fmla="*/ 30 h 36"/>
                  <a:gd name="T38" fmla="*/ 6 w 30"/>
                  <a:gd name="T39" fmla="*/ 35 h 36"/>
                  <a:gd name="T40" fmla="*/ 14 w 30"/>
                  <a:gd name="T41" fmla="*/ 36 h 36"/>
                  <a:gd name="T42" fmla="*/ 24 w 30"/>
                  <a:gd name="T43" fmla="*/ 33 h 36"/>
                  <a:gd name="T44" fmla="*/ 28 w 30"/>
                  <a:gd name="T45" fmla="*/ 25 h 36"/>
                  <a:gd name="T46" fmla="*/ 26 w 30"/>
                  <a:gd name="T47" fmla="*/ 19 h 36"/>
                  <a:gd name="T48" fmla="*/ 18 w 30"/>
                  <a:gd name="T49" fmla="*/ 14 h 36"/>
                  <a:gd name="T50" fmla="*/ 13 w 30"/>
                  <a:gd name="T51" fmla="*/ 12 h 36"/>
                  <a:gd name="T52" fmla="*/ 11 w 30"/>
                  <a:gd name="T53" fmla="*/ 9 h 36"/>
                  <a:gd name="T54" fmla="*/ 13 w 30"/>
                  <a:gd name="T55" fmla="*/ 6 h 36"/>
                  <a:gd name="T56" fmla="*/ 17 w 30"/>
                  <a:gd name="T57" fmla="*/ 5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0" h="36">
                    <a:moveTo>
                      <a:pt x="17" y="5"/>
                    </a:moveTo>
                    <a:cubicBezTo>
                      <a:pt x="19" y="5"/>
                      <a:pt x="21" y="6"/>
                      <a:pt x="22" y="7"/>
                    </a:cubicBezTo>
                    <a:cubicBezTo>
                      <a:pt x="23" y="8"/>
                      <a:pt x="23" y="9"/>
                      <a:pt x="23" y="11"/>
                    </a:cubicBezTo>
                    <a:cubicBezTo>
                      <a:pt x="30" y="10"/>
                      <a:pt x="30" y="10"/>
                      <a:pt x="30" y="10"/>
                    </a:cubicBezTo>
                    <a:cubicBezTo>
                      <a:pt x="30" y="7"/>
                      <a:pt x="29" y="4"/>
                      <a:pt x="27" y="3"/>
                    </a:cubicBezTo>
                    <a:cubicBezTo>
                      <a:pt x="24" y="1"/>
                      <a:pt x="21" y="0"/>
                      <a:pt x="17" y="0"/>
                    </a:cubicBezTo>
                    <a:cubicBezTo>
                      <a:pt x="13" y="0"/>
                      <a:pt x="10" y="1"/>
                      <a:pt x="8" y="3"/>
                    </a:cubicBezTo>
                    <a:cubicBezTo>
                      <a:pt x="5" y="5"/>
                      <a:pt x="4" y="7"/>
                      <a:pt x="4" y="10"/>
                    </a:cubicBezTo>
                    <a:cubicBezTo>
                      <a:pt x="4" y="12"/>
                      <a:pt x="5" y="13"/>
                      <a:pt x="6" y="14"/>
                    </a:cubicBezTo>
                    <a:cubicBezTo>
                      <a:pt x="6" y="16"/>
                      <a:pt x="7" y="17"/>
                      <a:pt x="8" y="18"/>
                    </a:cubicBezTo>
                    <a:cubicBezTo>
                      <a:pt x="10" y="18"/>
                      <a:pt x="12" y="19"/>
                      <a:pt x="15" y="21"/>
                    </a:cubicBezTo>
                    <a:cubicBezTo>
                      <a:pt x="17" y="22"/>
                      <a:pt x="19" y="23"/>
                      <a:pt x="20" y="23"/>
                    </a:cubicBezTo>
                    <a:cubicBezTo>
                      <a:pt x="20" y="24"/>
                      <a:pt x="21" y="25"/>
                      <a:pt x="21" y="26"/>
                    </a:cubicBezTo>
                    <a:cubicBezTo>
                      <a:pt x="21" y="27"/>
                      <a:pt x="20" y="28"/>
                      <a:pt x="19" y="29"/>
                    </a:cubicBezTo>
                    <a:cubicBezTo>
                      <a:pt x="18" y="30"/>
                      <a:pt x="16" y="30"/>
                      <a:pt x="14" y="30"/>
                    </a:cubicBezTo>
                    <a:cubicBezTo>
                      <a:pt x="11" y="30"/>
                      <a:pt x="9" y="30"/>
                      <a:pt x="8" y="28"/>
                    </a:cubicBezTo>
                    <a:cubicBezTo>
                      <a:pt x="8" y="28"/>
                      <a:pt x="7" y="26"/>
                      <a:pt x="7" y="24"/>
                    </a:cubicBezTo>
                    <a:cubicBezTo>
                      <a:pt x="0" y="24"/>
                      <a:pt x="0" y="24"/>
                      <a:pt x="0" y="24"/>
                    </a:cubicBezTo>
                    <a:cubicBezTo>
                      <a:pt x="0" y="27"/>
                      <a:pt x="0" y="29"/>
                      <a:pt x="1" y="30"/>
                    </a:cubicBezTo>
                    <a:cubicBezTo>
                      <a:pt x="2" y="32"/>
                      <a:pt x="4" y="34"/>
                      <a:pt x="6" y="35"/>
                    </a:cubicBezTo>
                    <a:cubicBezTo>
                      <a:pt x="8" y="36"/>
                      <a:pt x="11" y="36"/>
                      <a:pt x="14" y="36"/>
                    </a:cubicBezTo>
                    <a:cubicBezTo>
                      <a:pt x="18" y="36"/>
                      <a:pt x="22" y="35"/>
                      <a:pt x="24" y="33"/>
                    </a:cubicBezTo>
                    <a:cubicBezTo>
                      <a:pt x="27" y="31"/>
                      <a:pt x="28" y="28"/>
                      <a:pt x="28" y="25"/>
                    </a:cubicBezTo>
                    <a:cubicBezTo>
                      <a:pt x="28" y="22"/>
                      <a:pt x="27" y="20"/>
                      <a:pt x="26" y="19"/>
                    </a:cubicBezTo>
                    <a:cubicBezTo>
                      <a:pt x="25" y="18"/>
                      <a:pt x="22" y="16"/>
                      <a:pt x="18" y="14"/>
                    </a:cubicBezTo>
                    <a:cubicBezTo>
                      <a:pt x="15" y="13"/>
                      <a:pt x="13" y="12"/>
                      <a:pt x="13" y="12"/>
                    </a:cubicBezTo>
                    <a:cubicBezTo>
                      <a:pt x="12" y="11"/>
                      <a:pt x="11" y="10"/>
                      <a:pt x="11" y="9"/>
                    </a:cubicBezTo>
                    <a:cubicBezTo>
                      <a:pt x="11" y="8"/>
                      <a:pt x="12" y="7"/>
                      <a:pt x="13" y="6"/>
                    </a:cubicBezTo>
                    <a:cubicBezTo>
                      <a:pt x="14" y="6"/>
                      <a:pt x="15" y="5"/>
                      <a:pt x="17" y="5"/>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2" name="îṩľîďe"/>
              <p:cNvSpPr/>
              <p:nvPr/>
            </p:nvSpPr>
            <p:spPr bwMode="auto">
              <a:xfrm>
                <a:off x="8374063" y="3521075"/>
                <a:ext cx="46038" cy="119063"/>
              </a:xfrm>
              <a:custGeom>
                <a:avLst/>
                <a:gdLst>
                  <a:gd name="T0" fmla="*/ 0 w 29"/>
                  <a:gd name="T1" fmla="*/ 75 h 75"/>
                  <a:gd name="T2" fmla="*/ 14 w 29"/>
                  <a:gd name="T3" fmla="*/ 75 h 75"/>
                  <a:gd name="T4" fmla="*/ 29 w 29"/>
                  <a:gd name="T5" fmla="*/ 0 h 75"/>
                  <a:gd name="T6" fmla="*/ 14 w 29"/>
                  <a:gd name="T7" fmla="*/ 0 h 75"/>
                  <a:gd name="T8" fmla="*/ 0 w 29"/>
                  <a:gd name="T9" fmla="*/ 75 h 75"/>
                </a:gdLst>
                <a:ahLst/>
                <a:cxnLst>
                  <a:cxn ang="0">
                    <a:pos x="T0" y="T1"/>
                  </a:cxn>
                  <a:cxn ang="0">
                    <a:pos x="T2" y="T3"/>
                  </a:cxn>
                  <a:cxn ang="0">
                    <a:pos x="T4" y="T5"/>
                  </a:cxn>
                  <a:cxn ang="0">
                    <a:pos x="T6" y="T7"/>
                  </a:cxn>
                  <a:cxn ang="0">
                    <a:pos x="T8" y="T9"/>
                  </a:cxn>
                </a:cxnLst>
                <a:rect l="0" t="0" r="r" b="b"/>
                <a:pathLst>
                  <a:path w="29" h="75">
                    <a:moveTo>
                      <a:pt x="0" y="75"/>
                    </a:moveTo>
                    <a:lnTo>
                      <a:pt x="14" y="75"/>
                    </a:lnTo>
                    <a:lnTo>
                      <a:pt x="29" y="0"/>
                    </a:lnTo>
                    <a:lnTo>
                      <a:pt x="14" y="0"/>
                    </a:lnTo>
                    <a:lnTo>
                      <a:pt x="0" y="75"/>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3" name="iS1idè"/>
              <p:cNvSpPr/>
              <p:nvPr/>
            </p:nvSpPr>
            <p:spPr bwMode="auto">
              <a:xfrm>
                <a:off x="8432801" y="3521075"/>
                <a:ext cx="95250" cy="119063"/>
              </a:xfrm>
              <a:custGeom>
                <a:avLst/>
                <a:gdLst>
                  <a:gd name="T0" fmla="*/ 0 w 60"/>
                  <a:gd name="T1" fmla="*/ 12 h 75"/>
                  <a:gd name="T2" fmla="*/ 21 w 60"/>
                  <a:gd name="T3" fmla="*/ 12 h 75"/>
                  <a:gd name="T4" fmla="*/ 8 w 60"/>
                  <a:gd name="T5" fmla="*/ 75 h 75"/>
                  <a:gd name="T6" fmla="*/ 23 w 60"/>
                  <a:gd name="T7" fmla="*/ 75 h 75"/>
                  <a:gd name="T8" fmla="*/ 35 w 60"/>
                  <a:gd name="T9" fmla="*/ 12 h 75"/>
                  <a:gd name="T10" fmla="*/ 58 w 60"/>
                  <a:gd name="T11" fmla="*/ 12 h 75"/>
                  <a:gd name="T12" fmla="*/ 60 w 60"/>
                  <a:gd name="T13" fmla="*/ 0 h 75"/>
                  <a:gd name="T14" fmla="*/ 2 w 60"/>
                  <a:gd name="T15" fmla="*/ 0 h 75"/>
                  <a:gd name="T16" fmla="*/ 0 w 60"/>
                  <a:gd name="T17" fmla="*/ 12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0" h="75">
                    <a:moveTo>
                      <a:pt x="0" y="12"/>
                    </a:moveTo>
                    <a:lnTo>
                      <a:pt x="21" y="12"/>
                    </a:lnTo>
                    <a:lnTo>
                      <a:pt x="8" y="75"/>
                    </a:lnTo>
                    <a:lnTo>
                      <a:pt x="23" y="75"/>
                    </a:lnTo>
                    <a:lnTo>
                      <a:pt x="35" y="12"/>
                    </a:lnTo>
                    <a:lnTo>
                      <a:pt x="58" y="12"/>
                    </a:lnTo>
                    <a:lnTo>
                      <a:pt x="60" y="0"/>
                    </a:lnTo>
                    <a:lnTo>
                      <a:pt x="2" y="0"/>
                    </a:lnTo>
                    <a:lnTo>
                      <a:pt x="0" y="12"/>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4" name="iṣḷîḋe"/>
              <p:cNvSpPr/>
              <p:nvPr/>
            </p:nvSpPr>
            <p:spPr bwMode="auto">
              <a:xfrm>
                <a:off x="8531226" y="3521075"/>
                <a:ext cx="109538" cy="119063"/>
              </a:xfrm>
              <a:custGeom>
                <a:avLst/>
                <a:gdLst>
                  <a:gd name="T0" fmla="*/ 25 w 33"/>
                  <a:gd name="T1" fmla="*/ 0 h 36"/>
                  <a:gd name="T2" fmla="*/ 19 w 33"/>
                  <a:gd name="T3" fmla="*/ 7 h 36"/>
                  <a:gd name="T4" fmla="*/ 16 w 33"/>
                  <a:gd name="T5" fmla="*/ 12 h 36"/>
                  <a:gd name="T6" fmla="*/ 14 w 33"/>
                  <a:gd name="T7" fmla="*/ 15 h 36"/>
                  <a:gd name="T8" fmla="*/ 12 w 33"/>
                  <a:gd name="T9" fmla="*/ 10 h 36"/>
                  <a:gd name="T10" fmla="*/ 8 w 33"/>
                  <a:gd name="T11" fmla="*/ 0 h 36"/>
                  <a:gd name="T12" fmla="*/ 0 w 33"/>
                  <a:gd name="T13" fmla="*/ 0 h 36"/>
                  <a:gd name="T14" fmla="*/ 10 w 33"/>
                  <a:gd name="T15" fmla="*/ 22 h 36"/>
                  <a:gd name="T16" fmla="*/ 7 w 33"/>
                  <a:gd name="T17" fmla="*/ 36 h 36"/>
                  <a:gd name="T18" fmla="*/ 14 w 33"/>
                  <a:gd name="T19" fmla="*/ 36 h 36"/>
                  <a:gd name="T20" fmla="*/ 17 w 33"/>
                  <a:gd name="T21" fmla="*/ 23 h 36"/>
                  <a:gd name="T22" fmla="*/ 33 w 33"/>
                  <a:gd name="T23" fmla="*/ 0 h 36"/>
                  <a:gd name="T24" fmla="*/ 25 w 33"/>
                  <a:gd name="T25" fmla="*/ 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3" h="36">
                    <a:moveTo>
                      <a:pt x="25" y="0"/>
                    </a:moveTo>
                    <a:cubicBezTo>
                      <a:pt x="19" y="7"/>
                      <a:pt x="19" y="7"/>
                      <a:pt x="19" y="7"/>
                    </a:cubicBezTo>
                    <a:cubicBezTo>
                      <a:pt x="16" y="12"/>
                      <a:pt x="16" y="12"/>
                      <a:pt x="16" y="12"/>
                    </a:cubicBezTo>
                    <a:cubicBezTo>
                      <a:pt x="15" y="13"/>
                      <a:pt x="15" y="14"/>
                      <a:pt x="14" y="15"/>
                    </a:cubicBezTo>
                    <a:cubicBezTo>
                      <a:pt x="14" y="14"/>
                      <a:pt x="13" y="13"/>
                      <a:pt x="12" y="10"/>
                    </a:cubicBezTo>
                    <a:cubicBezTo>
                      <a:pt x="8" y="0"/>
                      <a:pt x="8" y="0"/>
                      <a:pt x="8" y="0"/>
                    </a:cubicBezTo>
                    <a:cubicBezTo>
                      <a:pt x="0" y="0"/>
                      <a:pt x="0" y="0"/>
                      <a:pt x="0" y="0"/>
                    </a:cubicBezTo>
                    <a:cubicBezTo>
                      <a:pt x="10" y="22"/>
                      <a:pt x="10" y="22"/>
                      <a:pt x="10" y="22"/>
                    </a:cubicBezTo>
                    <a:cubicBezTo>
                      <a:pt x="7" y="36"/>
                      <a:pt x="7" y="36"/>
                      <a:pt x="7" y="36"/>
                    </a:cubicBezTo>
                    <a:cubicBezTo>
                      <a:pt x="14" y="36"/>
                      <a:pt x="14" y="36"/>
                      <a:pt x="14" y="36"/>
                    </a:cubicBezTo>
                    <a:cubicBezTo>
                      <a:pt x="17" y="23"/>
                      <a:pt x="17" y="23"/>
                      <a:pt x="17" y="23"/>
                    </a:cubicBezTo>
                    <a:cubicBezTo>
                      <a:pt x="33" y="0"/>
                      <a:pt x="33" y="0"/>
                      <a:pt x="33" y="0"/>
                    </a:cubicBezTo>
                    <a:lnTo>
                      <a:pt x="25"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标题结尾版式1">
    <p:spTree>
      <p:nvGrpSpPr>
        <p:cNvPr id="1" name=""/>
        <p:cNvGrpSpPr/>
        <p:nvPr/>
      </p:nvGrpSpPr>
      <p:grpSpPr>
        <a:xfrm>
          <a:off x="0" y="0"/>
          <a:ext cx="0" cy="0"/>
          <a:chOff x="0" y="0"/>
          <a:chExt cx="0" cy="0"/>
        </a:xfrm>
      </p:grpSpPr>
      <p:sp>
        <p:nvSpPr>
          <p:cNvPr id="6" name="副标题 2"/>
          <p:cNvSpPr>
            <a:spLocks noGrp="1"/>
          </p:cNvSpPr>
          <p:nvPr>
            <p:ph type="subTitle" idx="1"/>
          </p:nvPr>
        </p:nvSpPr>
        <p:spPr>
          <a:xfrm>
            <a:off x="803275" y="3658405"/>
            <a:ext cx="5292725" cy="508452"/>
          </a:xfrm>
          <a:prstGeom prst="rect">
            <a:avLst/>
          </a:prstGeom>
        </p:spPr>
        <p:txBody>
          <a:bodyPr lIns="0">
            <a:normAutofit/>
          </a:bodyPr>
          <a:lstStyle>
            <a:lvl1pPr marL="0" indent="0" algn="dist">
              <a:lnSpc>
                <a:spcPct val="120000"/>
              </a:lnSpc>
              <a:buNone/>
              <a:defRPr sz="18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单击此处编辑母版副标题样式</a:t>
            </a:r>
          </a:p>
        </p:txBody>
      </p:sp>
      <p:sp>
        <p:nvSpPr>
          <p:cNvPr id="112" name="文本占位符 111"/>
          <p:cNvSpPr>
            <a:spLocks noGrp="1"/>
          </p:cNvSpPr>
          <p:nvPr>
            <p:ph type="body" sz="quarter" idx="14"/>
          </p:nvPr>
        </p:nvSpPr>
        <p:spPr>
          <a:xfrm>
            <a:off x="803275" y="1130300"/>
            <a:ext cx="5292726" cy="2501900"/>
          </a:xfrm>
          <a:prstGeom prst="rect">
            <a:avLst/>
          </a:prstGeom>
        </p:spPr>
        <p:txBody>
          <a:bodyPr anchor="b" anchorCtr="0">
            <a:normAutofit/>
          </a:bodyPr>
          <a:lstStyle>
            <a:lvl1pPr marL="0" indent="0" algn="dist">
              <a:buNone/>
              <a:defRPr sz="4400" b="1">
                <a:solidFill>
                  <a:schemeClr val="accent2"/>
                </a:solidFill>
              </a:defRPr>
            </a:lvl1pPr>
          </a:lstStyle>
          <a:p>
            <a:pPr lvl="0"/>
            <a:r>
              <a:rPr kumimoji="1" lang="zh-CN" altLang="en-US" dirty="0"/>
              <a:t>单击此处编辑母版文本样式</a:t>
            </a:r>
          </a:p>
        </p:txBody>
      </p:sp>
      <p:sp>
        <p:nvSpPr>
          <p:cNvPr id="113" name="日期占位符 3"/>
          <p:cNvSpPr txBox="1"/>
          <p:nvPr userDrawn="1"/>
        </p:nvSpPr>
        <p:spPr>
          <a:xfrm>
            <a:off x="803274" y="6235699"/>
            <a:ext cx="2921000" cy="365125"/>
          </a:xfrm>
          <a:prstGeom prst="rect">
            <a:avLst/>
          </a:prstGeom>
        </p:spPr>
        <p:txBody>
          <a:bodyPr vert="horz" lIns="0" tIns="45720" rIns="91440" bIns="45720" rtlCol="0" anchor="ctr"/>
          <a:lstStyle>
            <a:defPPr>
              <a:defRPr lang="zh-CN"/>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dirty="0"/>
              <a:t>自强、弘毅、求是、拓新</a:t>
            </a:r>
          </a:p>
        </p:txBody>
      </p:sp>
      <p:grpSp>
        <p:nvGrpSpPr>
          <p:cNvPr id="115" name="组合 114"/>
          <p:cNvGrpSpPr/>
          <p:nvPr userDrawn="1"/>
        </p:nvGrpSpPr>
        <p:grpSpPr>
          <a:xfrm>
            <a:off x="817123" y="468793"/>
            <a:ext cx="1480571" cy="458860"/>
            <a:chOff x="2558030" y="228446"/>
            <a:chExt cx="6774643" cy="2099603"/>
          </a:xfrm>
        </p:grpSpPr>
        <p:grpSp>
          <p:nvGrpSpPr>
            <p:cNvPr id="116" name="íšḻîďê"/>
            <p:cNvGrpSpPr/>
            <p:nvPr userDrawn="1"/>
          </p:nvGrpSpPr>
          <p:grpSpPr>
            <a:xfrm>
              <a:off x="2558030" y="228446"/>
              <a:ext cx="2085857" cy="2099603"/>
              <a:chOff x="3551238" y="3067050"/>
              <a:chExt cx="722313" cy="727075"/>
            </a:xfrm>
          </p:grpSpPr>
          <p:sp>
            <p:nvSpPr>
              <p:cNvPr id="146" name="ïş1íḍê"/>
              <p:cNvSpPr/>
              <p:nvPr/>
            </p:nvSpPr>
            <p:spPr bwMode="auto">
              <a:xfrm>
                <a:off x="3575051" y="3087688"/>
                <a:ext cx="673100" cy="679450"/>
              </a:xfrm>
              <a:custGeom>
                <a:avLst/>
                <a:gdLst>
                  <a:gd name="T0" fmla="*/ 102 w 204"/>
                  <a:gd name="T1" fmla="*/ 0 h 204"/>
                  <a:gd name="T2" fmla="*/ 204 w 204"/>
                  <a:gd name="T3" fmla="*/ 102 h 204"/>
                  <a:gd name="T4" fmla="*/ 102 w 204"/>
                  <a:gd name="T5" fmla="*/ 204 h 204"/>
                  <a:gd name="T6" fmla="*/ 0 w 204"/>
                  <a:gd name="T7" fmla="*/ 102 h 204"/>
                  <a:gd name="T8" fmla="*/ 102 w 204"/>
                  <a:gd name="T9" fmla="*/ 0 h 204"/>
                  <a:gd name="T10" fmla="*/ 102 w 204"/>
                  <a:gd name="T11" fmla="*/ 25 h 204"/>
                  <a:gd name="T12" fmla="*/ 24 w 204"/>
                  <a:gd name="T13" fmla="*/ 103 h 204"/>
                  <a:gd name="T14" fmla="*/ 102 w 204"/>
                  <a:gd name="T15" fmla="*/ 181 h 204"/>
                  <a:gd name="T16" fmla="*/ 180 w 204"/>
                  <a:gd name="T17" fmla="*/ 103 h 204"/>
                  <a:gd name="T18" fmla="*/ 102 w 204"/>
                  <a:gd name="T19" fmla="*/ 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04" h="204">
                    <a:moveTo>
                      <a:pt x="102" y="0"/>
                    </a:moveTo>
                    <a:cubicBezTo>
                      <a:pt x="159" y="0"/>
                      <a:pt x="204" y="46"/>
                      <a:pt x="204" y="102"/>
                    </a:cubicBezTo>
                    <a:cubicBezTo>
                      <a:pt x="204" y="158"/>
                      <a:pt x="159" y="204"/>
                      <a:pt x="102" y="204"/>
                    </a:cubicBezTo>
                    <a:cubicBezTo>
                      <a:pt x="46" y="204"/>
                      <a:pt x="0" y="158"/>
                      <a:pt x="0" y="102"/>
                    </a:cubicBezTo>
                    <a:cubicBezTo>
                      <a:pt x="0" y="46"/>
                      <a:pt x="46" y="0"/>
                      <a:pt x="102" y="0"/>
                    </a:cubicBezTo>
                    <a:close/>
                    <a:moveTo>
                      <a:pt x="102" y="25"/>
                    </a:moveTo>
                    <a:cubicBezTo>
                      <a:pt x="59" y="25"/>
                      <a:pt x="24" y="60"/>
                      <a:pt x="24" y="103"/>
                    </a:cubicBezTo>
                    <a:cubicBezTo>
                      <a:pt x="24" y="146"/>
                      <a:pt x="59" y="181"/>
                      <a:pt x="102" y="181"/>
                    </a:cubicBezTo>
                    <a:cubicBezTo>
                      <a:pt x="145" y="181"/>
                      <a:pt x="180" y="146"/>
                      <a:pt x="180" y="103"/>
                    </a:cubicBezTo>
                    <a:cubicBezTo>
                      <a:pt x="180" y="60"/>
                      <a:pt x="145" y="25"/>
                      <a:pt x="102" y="25"/>
                    </a:cubicBezTo>
                    <a:close/>
                  </a:path>
                </a:pathLst>
              </a:custGeom>
              <a:solidFill>
                <a:srgbClr val="00523A"/>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47" name="íšḻïḍè"/>
              <p:cNvSpPr/>
              <p:nvPr/>
            </p:nvSpPr>
            <p:spPr bwMode="auto">
              <a:xfrm>
                <a:off x="3621088" y="3103563"/>
                <a:ext cx="584200" cy="203200"/>
              </a:xfrm>
              <a:custGeom>
                <a:avLst/>
                <a:gdLst>
                  <a:gd name="T0" fmla="*/ 8 w 177"/>
                  <a:gd name="T1" fmla="*/ 53 h 61"/>
                  <a:gd name="T2" fmla="*/ 0 w 177"/>
                  <a:gd name="T3" fmla="*/ 56 h 61"/>
                  <a:gd name="T4" fmla="*/ 5 w 177"/>
                  <a:gd name="T5" fmla="*/ 52 h 61"/>
                  <a:gd name="T6" fmla="*/ 4 w 177"/>
                  <a:gd name="T7" fmla="*/ 50 h 61"/>
                  <a:gd name="T8" fmla="*/ 5 w 177"/>
                  <a:gd name="T9" fmla="*/ 48 h 61"/>
                  <a:gd name="T10" fmla="*/ 10 w 177"/>
                  <a:gd name="T11" fmla="*/ 41 h 61"/>
                  <a:gd name="T12" fmla="*/ 17 w 177"/>
                  <a:gd name="T13" fmla="*/ 50 h 61"/>
                  <a:gd name="T14" fmla="*/ 14 w 177"/>
                  <a:gd name="T15" fmla="*/ 35 h 61"/>
                  <a:gd name="T16" fmla="*/ 23 w 177"/>
                  <a:gd name="T17" fmla="*/ 46 h 61"/>
                  <a:gd name="T18" fmla="*/ 31 w 177"/>
                  <a:gd name="T19" fmla="*/ 38 h 61"/>
                  <a:gd name="T20" fmla="*/ 29 w 177"/>
                  <a:gd name="T21" fmla="*/ 40 h 61"/>
                  <a:gd name="T22" fmla="*/ 18 w 177"/>
                  <a:gd name="T23" fmla="*/ 32 h 61"/>
                  <a:gd name="T24" fmla="*/ 19 w 177"/>
                  <a:gd name="T25" fmla="*/ 30 h 61"/>
                  <a:gd name="T26" fmla="*/ 21 w 177"/>
                  <a:gd name="T27" fmla="*/ 27 h 61"/>
                  <a:gd name="T28" fmla="*/ 41 w 177"/>
                  <a:gd name="T29" fmla="*/ 29 h 61"/>
                  <a:gd name="T30" fmla="*/ 43 w 177"/>
                  <a:gd name="T31" fmla="*/ 29 h 61"/>
                  <a:gd name="T32" fmla="*/ 35 w 177"/>
                  <a:gd name="T33" fmla="*/ 35 h 61"/>
                  <a:gd name="T34" fmla="*/ 31 w 177"/>
                  <a:gd name="T35" fmla="*/ 21 h 61"/>
                  <a:gd name="T36" fmla="*/ 46 w 177"/>
                  <a:gd name="T37" fmla="*/ 11 h 61"/>
                  <a:gd name="T38" fmla="*/ 47 w 177"/>
                  <a:gd name="T39" fmla="*/ 11 h 61"/>
                  <a:gd name="T40" fmla="*/ 47 w 177"/>
                  <a:gd name="T41" fmla="*/ 26 h 61"/>
                  <a:gd name="T42" fmla="*/ 39 w 177"/>
                  <a:gd name="T43" fmla="*/ 15 h 61"/>
                  <a:gd name="T44" fmla="*/ 72 w 177"/>
                  <a:gd name="T45" fmla="*/ 16 h 61"/>
                  <a:gd name="T46" fmla="*/ 71 w 177"/>
                  <a:gd name="T47" fmla="*/ 2 h 61"/>
                  <a:gd name="T48" fmla="*/ 65 w 177"/>
                  <a:gd name="T49" fmla="*/ 15 h 61"/>
                  <a:gd name="T50" fmla="*/ 64 w 177"/>
                  <a:gd name="T51" fmla="*/ 4 h 61"/>
                  <a:gd name="T52" fmla="*/ 84 w 177"/>
                  <a:gd name="T53" fmla="*/ 1 h 61"/>
                  <a:gd name="T54" fmla="*/ 84 w 177"/>
                  <a:gd name="T55" fmla="*/ 1 h 61"/>
                  <a:gd name="T56" fmla="*/ 78 w 177"/>
                  <a:gd name="T57" fmla="*/ 16 h 61"/>
                  <a:gd name="T58" fmla="*/ 77 w 177"/>
                  <a:gd name="T59" fmla="*/ 15 h 61"/>
                  <a:gd name="T60" fmla="*/ 90 w 177"/>
                  <a:gd name="T61" fmla="*/ 1 h 61"/>
                  <a:gd name="T62" fmla="*/ 94 w 177"/>
                  <a:gd name="T63" fmla="*/ 15 h 61"/>
                  <a:gd name="T64" fmla="*/ 92 w 177"/>
                  <a:gd name="T65" fmla="*/ 15 h 61"/>
                  <a:gd name="T66" fmla="*/ 113 w 177"/>
                  <a:gd name="T67" fmla="*/ 3 h 61"/>
                  <a:gd name="T68" fmla="*/ 102 w 177"/>
                  <a:gd name="T69" fmla="*/ 2 h 61"/>
                  <a:gd name="T70" fmla="*/ 105 w 177"/>
                  <a:gd name="T71" fmla="*/ 14 h 61"/>
                  <a:gd name="T72" fmla="*/ 117 w 177"/>
                  <a:gd name="T73" fmla="*/ 5 h 61"/>
                  <a:gd name="T74" fmla="*/ 122 w 177"/>
                  <a:gd name="T75" fmla="*/ 19 h 61"/>
                  <a:gd name="T76" fmla="*/ 119 w 177"/>
                  <a:gd name="T77" fmla="*/ 13 h 61"/>
                  <a:gd name="T78" fmla="*/ 121 w 177"/>
                  <a:gd name="T79" fmla="*/ 12 h 61"/>
                  <a:gd name="T80" fmla="*/ 124 w 177"/>
                  <a:gd name="T81" fmla="*/ 10 h 61"/>
                  <a:gd name="T82" fmla="*/ 131 w 177"/>
                  <a:gd name="T83" fmla="*/ 26 h 61"/>
                  <a:gd name="T84" fmla="*/ 126 w 177"/>
                  <a:gd name="T85" fmla="*/ 23 h 61"/>
                  <a:gd name="T86" fmla="*/ 124 w 177"/>
                  <a:gd name="T87" fmla="*/ 23 h 61"/>
                  <a:gd name="T88" fmla="*/ 137 w 177"/>
                  <a:gd name="T89" fmla="*/ 14 h 61"/>
                  <a:gd name="T90" fmla="*/ 133 w 177"/>
                  <a:gd name="T91" fmla="*/ 11 h 61"/>
                  <a:gd name="T92" fmla="*/ 137 w 177"/>
                  <a:gd name="T93" fmla="*/ 32 h 61"/>
                  <a:gd name="T94" fmla="*/ 137 w 177"/>
                  <a:gd name="T95" fmla="*/ 32 h 61"/>
                  <a:gd name="T96" fmla="*/ 145 w 177"/>
                  <a:gd name="T97" fmla="*/ 19 h 61"/>
                  <a:gd name="T98" fmla="*/ 146 w 177"/>
                  <a:gd name="T99" fmla="*/ 19 h 61"/>
                  <a:gd name="T100" fmla="*/ 159 w 177"/>
                  <a:gd name="T101" fmla="*/ 31 h 61"/>
                  <a:gd name="T102" fmla="*/ 149 w 177"/>
                  <a:gd name="T103" fmla="*/ 42 h 61"/>
                  <a:gd name="T104" fmla="*/ 155 w 177"/>
                  <a:gd name="T105" fmla="*/ 27 h 61"/>
                  <a:gd name="T106" fmla="*/ 166 w 177"/>
                  <a:gd name="T107" fmla="*/ 40 h 61"/>
                  <a:gd name="T108" fmla="*/ 160 w 177"/>
                  <a:gd name="T109" fmla="*/ 37 h 61"/>
                  <a:gd name="T110" fmla="*/ 153 w 177"/>
                  <a:gd name="T111" fmla="*/ 46 h 61"/>
                  <a:gd name="T112" fmla="*/ 177 w 177"/>
                  <a:gd name="T113" fmla="*/ 55 h 61"/>
                  <a:gd name="T114" fmla="*/ 162 w 177"/>
                  <a:gd name="T115" fmla="*/ 60 h 61"/>
                  <a:gd name="T116" fmla="*/ 165 w 177"/>
                  <a:gd name="T117" fmla="*/ 55 h 61"/>
                  <a:gd name="T118" fmla="*/ 173 w 177"/>
                  <a:gd name="T119" fmla="*/ 49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77" h="61">
                    <a:moveTo>
                      <a:pt x="6" y="46"/>
                    </a:moveTo>
                    <a:cubicBezTo>
                      <a:pt x="6" y="46"/>
                      <a:pt x="6" y="46"/>
                      <a:pt x="6" y="46"/>
                    </a:cubicBezTo>
                    <a:cubicBezTo>
                      <a:pt x="6" y="46"/>
                      <a:pt x="6" y="46"/>
                      <a:pt x="6" y="46"/>
                    </a:cubicBezTo>
                    <a:cubicBezTo>
                      <a:pt x="6" y="46"/>
                      <a:pt x="6" y="47"/>
                      <a:pt x="6" y="47"/>
                    </a:cubicBezTo>
                    <a:cubicBezTo>
                      <a:pt x="6" y="47"/>
                      <a:pt x="6" y="47"/>
                      <a:pt x="6" y="47"/>
                    </a:cubicBezTo>
                    <a:cubicBezTo>
                      <a:pt x="17" y="57"/>
                      <a:pt x="17" y="57"/>
                      <a:pt x="17" y="57"/>
                    </a:cubicBezTo>
                    <a:cubicBezTo>
                      <a:pt x="17" y="57"/>
                      <a:pt x="17" y="57"/>
                      <a:pt x="17" y="57"/>
                    </a:cubicBezTo>
                    <a:cubicBezTo>
                      <a:pt x="8" y="53"/>
                      <a:pt x="8" y="53"/>
                      <a:pt x="8" y="53"/>
                    </a:cubicBezTo>
                    <a:cubicBezTo>
                      <a:pt x="8" y="54"/>
                      <a:pt x="8" y="54"/>
                      <a:pt x="8" y="54"/>
                    </a:cubicBezTo>
                    <a:cubicBezTo>
                      <a:pt x="15" y="60"/>
                      <a:pt x="15" y="60"/>
                      <a:pt x="15" y="60"/>
                    </a:cubicBezTo>
                    <a:cubicBezTo>
                      <a:pt x="15" y="61"/>
                      <a:pt x="15" y="61"/>
                      <a:pt x="15" y="61"/>
                    </a:cubicBezTo>
                    <a:cubicBezTo>
                      <a:pt x="1" y="55"/>
                      <a:pt x="1" y="55"/>
                      <a:pt x="1" y="55"/>
                    </a:cubicBezTo>
                    <a:cubicBezTo>
                      <a:pt x="1" y="55"/>
                      <a:pt x="1" y="55"/>
                      <a:pt x="1" y="55"/>
                    </a:cubicBezTo>
                    <a:cubicBezTo>
                      <a:pt x="1" y="55"/>
                      <a:pt x="1" y="55"/>
                      <a:pt x="1" y="55"/>
                    </a:cubicBezTo>
                    <a:cubicBezTo>
                      <a:pt x="0" y="56"/>
                      <a:pt x="0" y="56"/>
                      <a:pt x="0" y="56"/>
                    </a:cubicBezTo>
                    <a:cubicBezTo>
                      <a:pt x="0" y="56"/>
                      <a:pt x="0" y="56"/>
                      <a:pt x="0" y="56"/>
                    </a:cubicBezTo>
                    <a:cubicBezTo>
                      <a:pt x="2" y="53"/>
                      <a:pt x="2" y="53"/>
                      <a:pt x="2" y="53"/>
                    </a:cubicBezTo>
                    <a:cubicBezTo>
                      <a:pt x="2" y="53"/>
                      <a:pt x="2" y="53"/>
                      <a:pt x="2" y="53"/>
                    </a:cubicBezTo>
                    <a:cubicBezTo>
                      <a:pt x="2" y="53"/>
                      <a:pt x="2" y="53"/>
                      <a:pt x="2" y="53"/>
                    </a:cubicBezTo>
                    <a:cubicBezTo>
                      <a:pt x="2" y="53"/>
                      <a:pt x="2" y="54"/>
                      <a:pt x="2" y="54"/>
                    </a:cubicBezTo>
                    <a:cubicBezTo>
                      <a:pt x="2" y="54"/>
                      <a:pt x="2" y="54"/>
                      <a:pt x="2" y="54"/>
                    </a:cubicBezTo>
                    <a:cubicBezTo>
                      <a:pt x="11" y="58"/>
                      <a:pt x="11" y="58"/>
                      <a:pt x="11" y="58"/>
                    </a:cubicBezTo>
                    <a:cubicBezTo>
                      <a:pt x="12" y="58"/>
                      <a:pt x="12" y="58"/>
                      <a:pt x="12" y="58"/>
                    </a:cubicBezTo>
                    <a:cubicBezTo>
                      <a:pt x="5" y="52"/>
                      <a:pt x="5" y="52"/>
                      <a:pt x="5" y="52"/>
                    </a:cubicBezTo>
                    <a:cubicBezTo>
                      <a:pt x="4" y="52"/>
                      <a:pt x="4" y="52"/>
                      <a:pt x="4" y="52"/>
                    </a:cubicBezTo>
                    <a:cubicBezTo>
                      <a:pt x="3" y="52"/>
                      <a:pt x="3" y="52"/>
                      <a:pt x="3" y="52"/>
                    </a:cubicBezTo>
                    <a:cubicBezTo>
                      <a:pt x="3" y="52"/>
                      <a:pt x="3" y="52"/>
                      <a:pt x="3" y="52"/>
                    </a:cubicBezTo>
                    <a:cubicBezTo>
                      <a:pt x="3" y="52"/>
                      <a:pt x="3" y="52"/>
                      <a:pt x="3" y="52"/>
                    </a:cubicBezTo>
                    <a:cubicBezTo>
                      <a:pt x="2" y="52"/>
                      <a:pt x="2" y="52"/>
                      <a:pt x="2" y="52"/>
                    </a:cubicBezTo>
                    <a:cubicBezTo>
                      <a:pt x="4" y="49"/>
                      <a:pt x="4" y="49"/>
                      <a:pt x="4" y="49"/>
                    </a:cubicBezTo>
                    <a:cubicBezTo>
                      <a:pt x="4" y="49"/>
                      <a:pt x="4" y="49"/>
                      <a:pt x="4" y="49"/>
                    </a:cubicBezTo>
                    <a:cubicBezTo>
                      <a:pt x="4" y="50"/>
                      <a:pt x="4" y="50"/>
                      <a:pt x="4" y="50"/>
                    </a:cubicBezTo>
                    <a:cubicBezTo>
                      <a:pt x="4" y="50"/>
                      <a:pt x="4" y="50"/>
                      <a:pt x="4" y="50"/>
                    </a:cubicBezTo>
                    <a:cubicBezTo>
                      <a:pt x="4" y="50"/>
                      <a:pt x="4" y="50"/>
                      <a:pt x="4" y="51"/>
                    </a:cubicBezTo>
                    <a:cubicBezTo>
                      <a:pt x="13" y="54"/>
                      <a:pt x="13" y="54"/>
                      <a:pt x="13" y="54"/>
                    </a:cubicBezTo>
                    <a:cubicBezTo>
                      <a:pt x="13" y="54"/>
                      <a:pt x="13" y="54"/>
                      <a:pt x="13" y="54"/>
                    </a:cubicBezTo>
                    <a:cubicBezTo>
                      <a:pt x="6" y="48"/>
                      <a:pt x="6" y="48"/>
                      <a:pt x="6" y="48"/>
                    </a:cubicBezTo>
                    <a:cubicBezTo>
                      <a:pt x="6" y="48"/>
                      <a:pt x="6" y="48"/>
                      <a:pt x="5" y="48"/>
                    </a:cubicBezTo>
                    <a:cubicBezTo>
                      <a:pt x="5" y="48"/>
                      <a:pt x="5" y="48"/>
                      <a:pt x="5" y="48"/>
                    </a:cubicBezTo>
                    <a:cubicBezTo>
                      <a:pt x="5" y="48"/>
                      <a:pt x="5" y="48"/>
                      <a:pt x="5" y="48"/>
                    </a:cubicBezTo>
                    <a:cubicBezTo>
                      <a:pt x="4" y="48"/>
                      <a:pt x="4" y="48"/>
                      <a:pt x="4" y="48"/>
                    </a:cubicBezTo>
                    <a:cubicBezTo>
                      <a:pt x="6" y="46"/>
                      <a:pt x="6" y="46"/>
                      <a:pt x="6" y="46"/>
                    </a:cubicBezTo>
                    <a:close/>
                    <a:moveTo>
                      <a:pt x="22" y="48"/>
                    </a:moveTo>
                    <a:cubicBezTo>
                      <a:pt x="22" y="49"/>
                      <a:pt x="21" y="49"/>
                      <a:pt x="21" y="49"/>
                    </a:cubicBezTo>
                    <a:cubicBezTo>
                      <a:pt x="20" y="50"/>
                      <a:pt x="19" y="49"/>
                      <a:pt x="18" y="48"/>
                    </a:cubicBezTo>
                    <a:cubicBezTo>
                      <a:pt x="10" y="42"/>
                      <a:pt x="10" y="42"/>
                      <a:pt x="10" y="42"/>
                    </a:cubicBezTo>
                    <a:cubicBezTo>
                      <a:pt x="10" y="42"/>
                      <a:pt x="10" y="41"/>
                      <a:pt x="10" y="41"/>
                    </a:cubicBezTo>
                    <a:cubicBezTo>
                      <a:pt x="10" y="41"/>
                      <a:pt x="10" y="41"/>
                      <a:pt x="10" y="41"/>
                    </a:cubicBezTo>
                    <a:cubicBezTo>
                      <a:pt x="10" y="40"/>
                      <a:pt x="10" y="40"/>
                      <a:pt x="10" y="40"/>
                    </a:cubicBezTo>
                    <a:cubicBezTo>
                      <a:pt x="10" y="40"/>
                      <a:pt x="10" y="40"/>
                      <a:pt x="10" y="40"/>
                    </a:cubicBezTo>
                    <a:cubicBezTo>
                      <a:pt x="7" y="43"/>
                      <a:pt x="7" y="43"/>
                      <a:pt x="7" y="43"/>
                    </a:cubicBezTo>
                    <a:cubicBezTo>
                      <a:pt x="8" y="43"/>
                      <a:pt x="8" y="43"/>
                      <a:pt x="8" y="43"/>
                    </a:cubicBezTo>
                    <a:cubicBezTo>
                      <a:pt x="8" y="43"/>
                      <a:pt x="8" y="43"/>
                      <a:pt x="8" y="43"/>
                    </a:cubicBezTo>
                    <a:cubicBezTo>
                      <a:pt x="8" y="43"/>
                      <a:pt x="8" y="43"/>
                      <a:pt x="8" y="43"/>
                    </a:cubicBezTo>
                    <a:cubicBezTo>
                      <a:pt x="9" y="43"/>
                      <a:pt x="9" y="43"/>
                      <a:pt x="9" y="43"/>
                    </a:cubicBezTo>
                    <a:cubicBezTo>
                      <a:pt x="17" y="50"/>
                      <a:pt x="17" y="50"/>
                      <a:pt x="17" y="50"/>
                    </a:cubicBezTo>
                    <a:cubicBezTo>
                      <a:pt x="18" y="50"/>
                      <a:pt x="19" y="51"/>
                      <a:pt x="20" y="50"/>
                    </a:cubicBezTo>
                    <a:cubicBezTo>
                      <a:pt x="21" y="50"/>
                      <a:pt x="22" y="50"/>
                      <a:pt x="23" y="49"/>
                    </a:cubicBezTo>
                    <a:cubicBezTo>
                      <a:pt x="24" y="48"/>
                      <a:pt x="24" y="47"/>
                      <a:pt x="24" y="46"/>
                    </a:cubicBezTo>
                    <a:cubicBezTo>
                      <a:pt x="24" y="45"/>
                      <a:pt x="23" y="44"/>
                      <a:pt x="22" y="43"/>
                    </a:cubicBezTo>
                    <a:cubicBezTo>
                      <a:pt x="14" y="36"/>
                      <a:pt x="14" y="36"/>
                      <a:pt x="14" y="36"/>
                    </a:cubicBezTo>
                    <a:cubicBezTo>
                      <a:pt x="14" y="36"/>
                      <a:pt x="14" y="36"/>
                      <a:pt x="14" y="36"/>
                    </a:cubicBezTo>
                    <a:cubicBezTo>
                      <a:pt x="14" y="36"/>
                      <a:pt x="14" y="36"/>
                      <a:pt x="14" y="35"/>
                    </a:cubicBezTo>
                    <a:cubicBezTo>
                      <a:pt x="14" y="35"/>
                      <a:pt x="14" y="35"/>
                      <a:pt x="14" y="35"/>
                    </a:cubicBezTo>
                    <a:cubicBezTo>
                      <a:pt x="14" y="35"/>
                      <a:pt x="14" y="35"/>
                      <a:pt x="14" y="35"/>
                    </a:cubicBezTo>
                    <a:cubicBezTo>
                      <a:pt x="12" y="37"/>
                      <a:pt x="12" y="37"/>
                      <a:pt x="12" y="37"/>
                    </a:cubicBezTo>
                    <a:cubicBezTo>
                      <a:pt x="12" y="38"/>
                      <a:pt x="12" y="38"/>
                      <a:pt x="12" y="38"/>
                    </a:cubicBezTo>
                    <a:cubicBezTo>
                      <a:pt x="13" y="37"/>
                      <a:pt x="13" y="37"/>
                      <a:pt x="13" y="37"/>
                    </a:cubicBezTo>
                    <a:cubicBezTo>
                      <a:pt x="13" y="37"/>
                      <a:pt x="13" y="37"/>
                      <a:pt x="13" y="37"/>
                    </a:cubicBezTo>
                    <a:cubicBezTo>
                      <a:pt x="13" y="37"/>
                      <a:pt x="14" y="37"/>
                      <a:pt x="14" y="37"/>
                    </a:cubicBezTo>
                    <a:cubicBezTo>
                      <a:pt x="22" y="44"/>
                      <a:pt x="22" y="44"/>
                      <a:pt x="22" y="44"/>
                    </a:cubicBezTo>
                    <a:cubicBezTo>
                      <a:pt x="23" y="44"/>
                      <a:pt x="23" y="45"/>
                      <a:pt x="23" y="46"/>
                    </a:cubicBezTo>
                    <a:cubicBezTo>
                      <a:pt x="23" y="47"/>
                      <a:pt x="23" y="47"/>
                      <a:pt x="22" y="48"/>
                    </a:cubicBezTo>
                    <a:close/>
                    <a:moveTo>
                      <a:pt x="33" y="36"/>
                    </a:moveTo>
                    <a:cubicBezTo>
                      <a:pt x="33" y="36"/>
                      <a:pt x="33" y="36"/>
                      <a:pt x="33" y="36"/>
                    </a:cubicBezTo>
                    <a:cubicBezTo>
                      <a:pt x="33" y="36"/>
                      <a:pt x="34" y="36"/>
                      <a:pt x="34" y="36"/>
                    </a:cubicBezTo>
                    <a:cubicBezTo>
                      <a:pt x="34" y="35"/>
                      <a:pt x="34" y="35"/>
                      <a:pt x="34" y="35"/>
                    </a:cubicBezTo>
                    <a:cubicBezTo>
                      <a:pt x="35" y="36"/>
                      <a:pt x="35" y="36"/>
                      <a:pt x="35" y="36"/>
                    </a:cubicBezTo>
                    <a:cubicBezTo>
                      <a:pt x="32" y="39"/>
                      <a:pt x="32" y="39"/>
                      <a:pt x="32" y="39"/>
                    </a:cubicBezTo>
                    <a:cubicBezTo>
                      <a:pt x="31" y="38"/>
                      <a:pt x="31" y="38"/>
                      <a:pt x="31" y="38"/>
                    </a:cubicBezTo>
                    <a:cubicBezTo>
                      <a:pt x="32" y="38"/>
                      <a:pt x="32" y="38"/>
                      <a:pt x="32" y="38"/>
                    </a:cubicBezTo>
                    <a:cubicBezTo>
                      <a:pt x="32" y="38"/>
                      <a:pt x="32" y="37"/>
                      <a:pt x="32" y="37"/>
                    </a:cubicBezTo>
                    <a:cubicBezTo>
                      <a:pt x="32" y="37"/>
                      <a:pt x="32" y="37"/>
                      <a:pt x="32" y="37"/>
                    </a:cubicBezTo>
                    <a:cubicBezTo>
                      <a:pt x="27" y="32"/>
                      <a:pt x="27" y="32"/>
                      <a:pt x="27" y="32"/>
                    </a:cubicBezTo>
                    <a:cubicBezTo>
                      <a:pt x="23" y="36"/>
                      <a:pt x="23" y="36"/>
                      <a:pt x="23" y="36"/>
                    </a:cubicBezTo>
                    <a:cubicBezTo>
                      <a:pt x="28" y="40"/>
                      <a:pt x="28" y="40"/>
                      <a:pt x="28" y="40"/>
                    </a:cubicBezTo>
                    <a:cubicBezTo>
                      <a:pt x="28" y="41"/>
                      <a:pt x="28" y="41"/>
                      <a:pt x="28" y="41"/>
                    </a:cubicBezTo>
                    <a:cubicBezTo>
                      <a:pt x="28" y="41"/>
                      <a:pt x="29" y="41"/>
                      <a:pt x="29" y="40"/>
                    </a:cubicBezTo>
                    <a:cubicBezTo>
                      <a:pt x="29" y="40"/>
                      <a:pt x="29" y="40"/>
                      <a:pt x="29" y="40"/>
                    </a:cubicBezTo>
                    <a:cubicBezTo>
                      <a:pt x="30" y="41"/>
                      <a:pt x="30" y="41"/>
                      <a:pt x="30" y="41"/>
                    </a:cubicBezTo>
                    <a:cubicBezTo>
                      <a:pt x="27" y="43"/>
                      <a:pt x="27" y="43"/>
                      <a:pt x="27" y="43"/>
                    </a:cubicBezTo>
                    <a:cubicBezTo>
                      <a:pt x="26" y="43"/>
                      <a:pt x="26" y="43"/>
                      <a:pt x="26" y="43"/>
                    </a:cubicBezTo>
                    <a:cubicBezTo>
                      <a:pt x="27" y="43"/>
                      <a:pt x="27" y="43"/>
                      <a:pt x="27" y="43"/>
                    </a:cubicBezTo>
                    <a:cubicBezTo>
                      <a:pt x="27" y="42"/>
                      <a:pt x="27" y="42"/>
                      <a:pt x="27" y="42"/>
                    </a:cubicBezTo>
                    <a:cubicBezTo>
                      <a:pt x="27" y="42"/>
                      <a:pt x="27" y="42"/>
                      <a:pt x="27" y="41"/>
                    </a:cubicBezTo>
                    <a:cubicBezTo>
                      <a:pt x="18" y="32"/>
                      <a:pt x="18" y="32"/>
                      <a:pt x="18" y="32"/>
                    </a:cubicBezTo>
                    <a:cubicBezTo>
                      <a:pt x="18" y="32"/>
                      <a:pt x="17" y="32"/>
                      <a:pt x="17" y="32"/>
                    </a:cubicBezTo>
                    <a:cubicBezTo>
                      <a:pt x="17" y="32"/>
                      <a:pt x="17" y="32"/>
                      <a:pt x="17" y="32"/>
                    </a:cubicBezTo>
                    <a:cubicBezTo>
                      <a:pt x="16" y="32"/>
                      <a:pt x="16" y="32"/>
                      <a:pt x="16" y="32"/>
                    </a:cubicBezTo>
                    <a:cubicBezTo>
                      <a:pt x="16" y="32"/>
                      <a:pt x="16" y="32"/>
                      <a:pt x="16" y="32"/>
                    </a:cubicBezTo>
                    <a:cubicBezTo>
                      <a:pt x="19" y="29"/>
                      <a:pt x="19" y="29"/>
                      <a:pt x="19" y="29"/>
                    </a:cubicBezTo>
                    <a:cubicBezTo>
                      <a:pt x="19" y="29"/>
                      <a:pt x="19" y="29"/>
                      <a:pt x="19" y="29"/>
                    </a:cubicBezTo>
                    <a:cubicBezTo>
                      <a:pt x="19" y="30"/>
                      <a:pt x="19" y="30"/>
                      <a:pt x="19" y="30"/>
                    </a:cubicBezTo>
                    <a:cubicBezTo>
                      <a:pt x="19" y="30"/>
                      <a:pt x="19" y="30"/>
                      <a:pt x="19" y="30"/>
                    </a:cubicBezTo>
                    <a:cubicBezTo>
                      <a:pt x="19" y="30"/>
                      <a:pt x="19" y="31"/>
                      <a:pt x="19" y="31"/>
                    </a:cubicBezTo>
                    <a:cubicBezTo>
                      <a:pt x="23" y="35"/>
                      <a:pt x="23" y="35"/>
                      <a:pt x="23" y="35"/>
                    </a:cubicBezTo>
                    <a:cubicBezTo>
                      <a:pt x="27" y="31"/>
                      <a:pt x="27" y="31"/>
                      <a:pt x="27" y="31"/>
                    </a:cubicBezTo>
                    <a:cubicBezTo>
                      <a:pt x="23" y="27"/>
                      <a:pt x="23" y="27"/>
                      <a:pt x="23" y="27"/>
                    </a:cubicBezTo>
                    <a:cubicBezTo>
                      <a:pt x="23" y="27"/>
                      <a:pt x="22" y="27"/>
                      <a:pt x="22" y="27"/>
                    </a:cubicBezTo>
                    <a:cubicBezTo>
                      <a:pt x="22" y="27"/>
                      <a:pt x="22" y="27"/>
                      <a:pt x="22" y="27"/>
                    </a:cubicBezTo>
                    <a:cubicBezTo>
                      <a:pt x="21" y="27"/>
                      <a:pt x="21" y="27"/>
                      <a:pt x="21" y="27"/>
                    </a:cubicBezTo>
                    <a:cubicBezTo>
                      <a:pt x="21" y="27"/>
                      <a:pt x="21" y="27"/>
                      <a:pt x="21" y="27"/>
                    </a:cubicBezTo>
                    <a:cubicBezTo>
                      <a:pt x="24" y="24"/>
                      <a:pt x="24" y="24"/>
                      <a:pt x="24" y="24"/>
                    </a:cubicBezTo>
                    <a:cubicBezTo>
                      <a:pt x="24" y="25"/>
                      <a:pt x="24" y="25"/>
                      <a:pt x="24" y="25"/>
                    </a:cubicBezTo>
                    <a:cubicBezTo>
                      <a:pt x="24" y="25"/>
                      <a:pt x="24" y="25"/>
                      <a:pt x="24" y="25"/>
                    </a:cubicBezTo>
                    <a:cubicBezTo>
                      <a:pt x="24" y="25"/>
                      <a:pt x="24" y="25"/>
                      <a:pt x="24" y="26"/>
                    </a:cubicBezTo>
                    <a:cubicBezTo>
                      <a:pt x="24" y="26"/>
                      <a:pt x="24" y="26"/>
                      <a:pt x="24" y="26"/>
                    </a:cubicBezTo>
                    <a:cubicBezTo>
                      <a:pt x="33" y="36"/>
                      <a:pt x="33" y="36"/>
                      <a:pt x="33" y="36"/>
                    </a:cubicBezTo>
                    <a:close/>
                    <a:moveTo>
                      <a:pt x="38" y="26"/>
                    </a:moveTo>
                    <a:cubicBezTo>
                      <a:pt x="41" y="29"/>
                      <a:pt x="41" y="29"/>
                      <a:pt x="41" y="29"/>
                    </a:cubicBezTo>
                    <a:cubicBezTo>
                      <a:pt x="41" y="29"/>
                      <a:pt x="41" y="30"/>
                      <a:pt x="41" y="30"/>
                    </a:cubicBezTo>
                    <a:cubicBezTo>
                      <a:pt x="41" y="30"/>
                      <a:pt x="41" y="30"/>
                      <a:pt x="41" y="30"/>
                    </a:cubicBezTo>
                    <a:cubicBezTo>
                      <a:pt x="41" y="31"/>
                      <a:pt x="41" y="31"/>
                      <a:pt x="41" y="31"/>
                    </a:cubicBezTo>
                    <a:cubicBezTo>
                      <a:pt x="41" y="31"/>
                      <a:pt x="41" y="31"/>
                      <a:pt x="41" y="31"/>
                    </a:cubicBezTo>
                    <a:cubicBezTo>
                      <a:pt x="44" y="29"/>
                      <a:pt x="44" y="29"/>
                      <a:pt x="44" y="29"/>
                    </a:cubicBezTo>
                    <a:cubicBezTo>
                      <a:pt x="44" y="28"/>
                      <a:pt x="44" y="28"/>
                      <a:pt x="44" y="28"/>
                    </a:cubicBezTo>
                    <a:cubicBezTo>
                      <a:pt x="44" y="29"/>
                      <a:pt x="44" y="29"/>
                      <a:pt x="44" y="29"/>
                    </a:cubicBezTo>
                    <a:cubicBezTo>
                      <a:pt x="43" y="29"/>
                      <a:pt x="43" y="29"/>
                      <a:pt x="43" y="29"/>
                    </a:cubicBezTo>
                    <a:cubicBezTo>
                      <a:pt x="43" y="29"/>
                      <a:pt x="42" y="29"/>
                      <a:pt x="42" y="28"/>
                    </a:cubicBezTo>
                    <a:cubicBezTo>
                      <a:pt x="31" y="18"/>
                      <a:pt x="31" y="18"/>
                      <a:pt x="31" y="18"/>
                    </a:cubicBezTo>
                    <a:cubicBezTo>
                      <a:pt x="30" y="20"/>
                      <a:pt x="30" y="20"/>
                      <a:pt x="30" y="20"/>
                    </a:cubicBezTo>
                    <a:cubicBezTo>
                      <a:pt x="35" y="33"/>
                      <a:pt x="35" y="33"/>
                      <a:pt x="35" y="33"/>
                    </a:cubicBezTo>
                    <a:cubicBezTo>
                      <a:pt x="35" y="33"/>
                      <a:pt x="35" y="34"/>
                      <a:pt x="35" y="34"/>
                    </a:cubicBezTo>
                    <a:cubicBezTo>
                      <a:pt x="35" y="34"/>
                      <a:pt x="35" y="34"/>
                      <a:pt x="35" y="35"/>
                    </a:cubicBezTo>
                    <a:cubicBezTo>
                      <a:pt x="35" y="35"/>
                      <a:pt x="35" y="35"/>
                      <a:pt x="35" y="35"/>
                    </a:cubicBezTo>
                    <a:cubicBezTo>
                      <a:pt x="35" y="35"/>
                      <a:pt x="35" y="35"/>
                      <a:pt x="35" y="35"/>
                    </a:cubicBezTo>
                    <a:cubicBezTo>
                      <a:pt x="38" y="33"/>
                      <a:pt x="38" y="33"/>
                      <a:pt x="38" y="33"/>
                    </a:cubicBezTo>
                    <a:cubicBezTo>
                      <a:pt x="38" y="33"/>
                      <a:pt x="38" y="33"/>
                      <a:pt x="38" y="33"/>
                    </a:cubicBezTo>
                    <a:cubicBezTo>
                      <a:pt x="37" y="33"/>
                      <a:pt x="37" y="33"/>
                      <a:pt x="37" y="33"/>
                    </a:cubicBezTo>
                    <a:cubicBezTo>
                      <a:pt x="37" y="33"/>
                      <a:pt x="37" y="33"/>
                      <a:pt x="36" y="33"/>
                    </a:cubicBezTo>
                    <a:cubicBezTo>
                      <a:pt x="36" y="33"/>
                      <a:pt x="36" y="32"/>
                      <a:pt x="36" y="32"/>
                    </a:cubicBezTo>
                    <a:cubicBezTo>
                      <a:pt x="34" y="29"/>
                      <a:pt x="34" y="29"/>
                      <a:pt x="34" y="29"/>
                    </a:cubicBezTo>
                    <a:cubicBezTo>
                      <a:pt x="38" y="26"/>
                      <a:pt x="38" y="26"/>
                      <a:pt x="38" y="26"/>
                    </a:cubicBezTo>
                    <a:close/>
                    <a:moveTo>
                      <a:pt x="31" y="21"/>
                    </a:moveTo>
                    <a:cubicBezTo>
                      <a:pt x="31" y="21"/>
                      <a:pt x="31" y="21"/>
                      <a:pt x="31" y="21"/>
                    </a:cubicBezTo>
                    <a:cubicBezTo>
                      <a:pt x="34" y="28"/>
                      <a:pt x="34" y="28"/>
                      <a:pt x="34" y="28"/>
                    </a:cubicBezTo>
                    <a:cubicBezTo>
                      <a:pt x="37" y="26"/>
                      <a:pt x="37" y="26"/>
                      <a:pt x="37" y="26"/>
                    </a:cubicBezTo>
                    <a:cubicBezTo>
                      <a:pt x="31" y="21"/>
                      <a:pt x="31" y="21"/>
                      <a:pt x="31" y="21"/>
                    </a:cubicBezTo>
                    <a:close/>
                    <a:moveTo>
                      <a:pt x="51" y="21"/>
                    </a:moveTo>
                    <a:cubicBezTo>
                      <a:pt x="51" y="21"/>
                      <a:pt x="51" y="21"/>
                      <a:pt x="51" y="21"/>
                    </a:cubicBezTo>
                    <a:cubicBezTo>
                      <a:pt x="46" y="11"/>
                      <a:pt x="46" y="11"/>
                      <a:pt x="46" y="11"/>
                    </a:cubicBezTo>
                    <a:cubicBezTo>
                      <a:pt x="46" y="11"/>
                      <a:pt x="46" y="11"/>
                      <a:pt x="46" y="11"/>
                    </a:cubicBezTo>
                    <a:cubicBezTo>
                      <a:pt x="46" y="11"/>
                      <a:pt x="46" y="11"/>
                      <a:pt x="45" y="11"/>
                    </a:cubicBezTo>
                    <a:cubicBezTo>
                      <a:pt x="45" y="11"/>
                      <a:pt x="45" y="11"/>
                      <a:pt x="45" y="11"/>
                    </a:cubicBezTo>
                    <a:cubicBezTo>
                      <a:pt x="44" y="11"/>
                      <a:pt x="44" y="11"/>
                      <a:pt x="44" y="11"/>
                    </a:cubicBezTo>
                    <a:cubicBezTo>
                      <a:pt x="48" y="9"/>
                      <a:pt x="48" y="9"/>
                      <a:pt x="48" y="9"/>
                    </a:cubicBezTo>
                    <a:cubicBezTo>
                      <a:pt x="48" y="10"/>
                      <a:pt x="48" y="10"/>
                      <a:pt x="48" y="10"/>
                    </a:cubicBezTo>
                    <a:cubicBezTo>
                      <a:pt x="47" y="10"/>
                      <a:pt x="47" y="10"/>
                      <a:pt x="47" y="10"/>
                    </a:cubicBezTo>
                    <a:cubicBezTo>
                      <a:pt x="47" y="10"/>
                      <a:pt x="47" y="10"/>
                      <a:pt x="47" y="10"/>
                    </a:cubicBezTo>
                    <a:cubicBezTo>
                      <a:pt x="47" y="10"/>
                      <a:pt x="47" y="11"/>
                      <a:pt x="47" y="11"/>
                    </a:cubicBezTo>
                    <a:cubicBezTo>
                      <a:pt x="53" y="24"/>
                      <a:pt x="53" y="24"/>
                      <a:pt x="53" y="24"/>
                    </a:cubicBezTo>
                    <a:cubicBezTo>
                      <a:pt x="53" y="24"/>
                      <a:pt x="53" y="24"/>
                      <a:pt x="53" y="24"/>
                    </a:cubicBezTo>
                    <a:cubicBezTo>
                      <a:pt x="53" y="24"/>
                      <a:pt x="53" y="24"/>
                      <a:pt x="53" y="24"/>
                    </a:cubicBezTo>
                    <a:cubicBezTo>
                      <a:pt x="40" y="15"/>
                      <a:pt x="40" y="15"/>
                      <a:pt x="40" y="15"/>
                    </a:cubicBezTo>
                    <a:cubicBezTo>
                      <a:pt x="40" y="15"/>
                      <a:pt x="40" y="15"/>
                      <a:pt x="40" y="15"/>
                    </a:cubicBezTo>
                    <a:cubicBezTo>
                      <a:pt x="46" y="26"/>
                      <a:pt x="46" y="26"/>
                      <a:pt x="46" y="26"/>
                    </a:cubicBezTo>
                    <a:cubicBezTo>
                      <a:pt x="46" y="26"/>
                      <a:pt x="46" y="26"/>
                      <a:pt x="46" y="26"/>
                    </a:cubicBezTo>
                    <a:cubicBezTo>
                      <a:pt x="47" y="26"/>
                      <a:pt x="47" y="26"/>
                      <a:pt x="47" y="26"/>
                    </a:cubicBezTo>
                    <a:cubicBezTo>
                      <a:pt x="48" y="26"/>
                      <a:pt x="48" y="26"/>
                      <a:pt x="48" y="26"/>
                    </a:cubicBezTo>
                    <a:cubicBezTo>
                      <a:pt x="48" y="26"/>
                      <a:pt x="48" y="26"/>
                      <a:pt x="48" y="26"/>
                    </a:cubicBezTo>
                    <a:cubicBezTo>
                      <a:pt x="45" y="28"/>
                      <a:pt x="45" y="28"/>
                      <a:pt x="45" y="28"/>
                    </a:cubicBezTo>
                    <a:cubicBezTo>
                      <a:pt x="44" y="28"/>
                      <a:pt x="44" y="28"/>
                      <a:pt x="44" y="28"/>
                    </a:cubicBezTo>
                    <a:cubicBezTo>
                      <a:pt x="45" y="27"/>
                      <a:pt x="45" y="27"/>
                      <a:pt x="45" y="27"/>
                    </a:cubicBezTo>
                    <a:cubicBezTo>
                      <a:pt x="45" y="27"/>
                      <a:pt x="45" y="27"/>
                      <a:pt x="45" y="27"/>
                    </a:cubicBezTo>
                    <a:cubicBezTo>
                      <a:pt x="46" y="27"/>
                      <a:pt x="46" y="26"/>
                      <a:pt x="45" y="26"/>
                    </a:cubicBezTo>
                    <a:cubicBezTo>
                      <a:pt x="39" y="15"/>
                      <a:pt x="39" y="15"/>
                      <a:pt x="39" y="15"/>
                    </a:cubicBezTo>
                    <a:cubicBezTo>
                      <a:pt x="39" y="14"/>
                      <a:pt x="39" y="14"/>
                      <a:pt x="39" y="14"/>
                    </a:cubicBezTo>
                    <a:cubicBezTo>
                      <a:pt x="39" y="14"/>
                      <a:pt x="39" y="14"/>
                      <a:pt x="38" y="14"/>
                    </a:cubicBezTo>
                    <a:cubicBezTo>
                      <a:pt x="38" y="15"/>
                      <a:pt x="38" y="15"/>
                      <a:pt x="38" y="15"/>
                    </a:cubicBezTo>
                    <a:cubicBezTo>
                      <a:pt x="37" y="14"/>
                      <a:pt x="37" y="14"/>
                      <a:pt x="37" y="14"/>
                    </a:cubicBezTo>
                    <a:cubicBezTo>
                      <a:pt x="40" y="13"/>
                      <a:pt x="40" y="13"/>
                      <a:pt x="40" y="13"/>
                    </a:cubicBezTo>
                    <a:cubicBezTo>
                      <a:pt x="51" y="21"/>
                      <a:pt x="51" y="21"/>
                      <a:pt x="51" y="21"/>
                    </a:cubicBezTo>
                    <a:close/>
                    <a:moveTo>
                      <a:pt x="70" y="17"/>
                    </a:moveTo>
                    <a:cubicBezTo>
                      <a:pt x="70" y="17"/>
                      <a:pt x="71" y="17"/>
                      <a:pt x="72" y="16"/>
                    </a:cubicBezTo>
                    <a:cubicBezTo>
                      <a:pt x="72" y="15"/>
                      <a:pt x="72" y="14"/>
                      <a:pt x="72" y="14"/>
                    </a:cubicBezTo>
                    <a:cubicBezTo>
                      <a:pt x="70" y="3"/>
                      <a:pt x="70" y="3"/>
                      <a:pt x="70" y="3"/>
                    </a:cubicBezTo>
                    <a:cubicBezTo>
                      <a:pt x="70" y="3"/>
                      <a:pt x="69" y="3"/>
                      <a:pt x="69" y="3"/>
                    </a:cubicBezTo>
                    <a:cubicBezTo>
                      <a:pt x="69" y="3"/>
                      <a:pt x="69" y="3"/>
                      <a:pt x="69" y="3"/>
                    </a:cubicBezTo>
                    <a:cubicBezTo>
                      <a:pt x="68" y="3"/>
                      <a:pt x="68" y="3"/>
                      <a:pt x="68" y="3"/>
                    </a:cubicBezTo>
                    <a:cubicBezTo>
                      <a:pt x="68" y="2"/>
                      <a:pt x="68" y="2"/>
                      <a:pt x="68" y="2"/>
                    </a:cubicBezTo>
                    <a:cubicBezTo>
                      <a:pt x="71" y="1"/>
                      <a:pt x="71" y="1"/>
                      <a:pt x="71" y="1"/>
                    </a:cubicBezTo>
                    <a:cubicBezTo>
                      <a:pt x="71" y="2"/>
                      <a:pt x="71" y="2"/>
                      <a:pt x="71" y="2"/>
                    </a:cubicBezTo>
                    <a:cubicBezTo>
                      <a:pt x="71" y="2"/>
                      <a:pt x="71" y="2"/>
                      <a:pt x="71" y="2"/>
                    </a:cubicBezTo>
                    <a:cubicBezTo>
                      <a:pt x="71" y="2"/>
                      <a:pt x="70" y="2"/>
                      <a:pt x="70" y="2"/>
                    </a:cubicBezTo>
                    <a:cubicBezTo>
                      <a:pt x="70" y="3"/>
                      <a:pt x="70" y="3"/>
                      <a:pt x="70" y="3"/>
                    </a:cubicBezTo>
                    <a:cubicBezTo>
                      <a:pt x="73" y="13"/>
                      <a:pt x="73" y="13"/>
                      <a:pt x="73" y="13"/>
                    </a:cubicBezTo>
                    <a:cubicBezTo>
                      <a:pt x="73" y="15"/>
                      <a:pt x="73" y="16"/>
                      <a:pt x="72" y="16"/>
                    </a:cubicBezTo>
                    <a:cubicBezTo>
                      <a:pt x="71" y="17"/>
                      <a:pt x="71" y="18"/>
                      <a:pt x="70" y="18"/>
                    </a:cubicBezTo>
                    <a:cubicBezTo>
                      <a:pt x="68" y="18"/>
                      <a:pt x="67" y="18"/>
                      <a:pt x="66" y="18"/>
                    </a:cubicBezTo>
                    <a:cubicBezTo>
                      <a:pt x="66" y="17"/>
                      <a:pt x="65" y="17"/>
                      <a:pt x="65" y="15"/>
                    </a:cubicBezTo>
                    <a:cubicBezTo>
                      <a:pt x="62" y="5"/>
                      <a:pt x="62" y="5"/>
                      <a:pt x="62" y="5"/>
                    </a:cubicBezTo>
                    <a:cubicBezTo>
                      <a:pt x="62" y="5"/>
                      <a:pt x="62" y="4"/>
                      <a:pt x="62" y="4"/>
                    </a:cubicBezTo>
                    <a:cubicBezTo>
                      <a:pt x="62" y="4"/>
                      <a:pt x="62" y="4"/>
                      <a:pt x="61" y="4"/>
                    </a:cubicBezTo>
                    <a:cubicBezTo>
                      <a:pt x="61" y="4"/>
                      <a:pt x="61" y="4"/>
                      <a:pt x="61" y="4"/>
                    </a:cubicBezTo>
                    <a:cubicBezTo>
                      <a:pt x="61" y="4"/>
                      <a:pt x="61" y="4"/>
                      <a:pt x="61" y="4"/>
                    </a:cubicBezTo>
                    <a:cubicBezTo>
                      <a:pt x="65" y="3"/>
                      <a:pt x="65" y="3"/>
                      <a:pt x="65" y="3"/>
                    </a:cubicBezTo>
                    <a:cubicBezTo>
                      <a:pt x="65" y="4"/>
                      <a:pt x="65" y="4"/>
                      <a:pt x="65" y="4"/>
                    </a:cubicBezTo>
                    <a:cubicBezTo>
                      <a:pt x="64" y="4"/>
                      <a:pt x="64" y="4"/>
                      <a:pt x="64" y="4"/>
                    </a:cubicBezTo>
                    <a:cubicBezTo>
                      <a:pt x="64" y="4"/>
                      <a:pt x="64" y="4"/>
                      <a:pt x="64" y="4"/>
                    </a:cubicBezTo>
                    <a:cubicBezTo>
                      <a:pt x="64" y="4"/>
                      <a:pt x="64" y="4"/>
                      <a:pt x="64" y="5"/>
                    </a:cubicBezTo>
                    <a:cubicBezTo>
                      <a:pt x="66" y="15"/>
                      <a:pt x="66" y="15"/>
                      <a:pt x="66" y="15"/>
                    </a:cubicBezTo>
                    <a:cubicBezTo>
                      <a:pt x="66" y="16"/>
                      <a:pt x="67" y="17"/>
                      <a:pt x="67" y="17"/>
                    </a:cubicBezTo>
                    <a:cubicBezTo>
                      <a:pt x="68" y="18"/>
                      <a:pt x="69" y="18"/>
                      <a:pt x="70" y="17"/>
                    </a:cubicBezTo>
                    <a:close/>
                    <a:moveTo>
                      <a:pt x="84" y="12"/>
                    </a:moveTo>
                    <a:cubicBezTo>
                      <a:pt x="84" y="12"/>
                      <a:pt x="84" y="12"/>
                      <a:pt x="84" y="12"/>
                    </a:cubicBezTo>
                    <a:cubicBezTo>
                      <a:pt x="84" y="1"/>
                      <a:pt x="84" y="1"/>
                      <a:pt x="84" y="1"/>
                    </a:cubicBezTo>
                    <a:cubicBezTo>
                      <a:pt x="84" y="1"/>
                      <a:pt x="84" y="1"/>
                      <a:pt x="83" y="1"/>
                    </a:cubicBezTo>
                    <a:cubicBezTo>
                      <a:pt x="83" y="1"/>
                      <a:pt x="83" y="1"/>
                      <a:pt x="83" y="1"/>
                    </a:cubicBezTo>
                    <a:cubicBezTo>
                      <a:pt x="82" y="1"/>
                      <a:pt x="82" y="1"/>
                      <a:pt x="82" y="1"/>
                    </a:cubicBezTo>
                    <a:cubicBezTo>
                      <a:pt x="82" y="0"/>
                      <a:pt x="82" y="0"/>
                      <a:pt x="82" y="0"/>
                    </a:cubicBezTo>
                    <a:cubicBezTo>
                      <a:pt x="86" y="0"/>
                      <a:pt x="86" y="0"/>
                      <a:pt x="86" y="0"/>
                    </a:cubicBezTo>
                    <a:cubicBezTo>
                      <a:pt x="86" y="1"/>
                      <a:pt x="86" y="1"/>
                      <a:pt x="86" y="1"/>
                    </a:cubicBezTo>
                    <a:cubicBezTo>
                      <a:pt x="85" y="1"/>
                      <a:pt x="85" y="1"/>
                      <a:pt x="85" y="1"/>
                    </a:cubicBezTo>
                    <a:cubicBezTo>
                      <a:pt x="85" y="1"/>
                      <a:pt x="85" y="1"/>
                      <a:pt x="84" y="1"/>
                    </a:cubicBezTo>
                    <a:cubicBezTo>
                      <a:pt x="84" y="1"/>
                      <a:pt x="84" y="1"/>
                      <a:pt x="84" y="1"/>
                    </a:cubicBezTo>
                    <a:cubicBezTo>
                      <a:pt x="85" y="16"/>
                      <a:pt x="85" y="16"/>
                      <a:pt x="85" y="16"/>
                    </a:cubicBezTo>
                    <a:cubicBezTo>
                      <a:pt x="85" y="16"/>
                      <a:pt x="85" y="16"/>
                      <a:pt x="85" y="16"/>
                    </a:cubicBezTo>
                    <a:cubicBezTo>
                      <a:pt x="85" y="16"/>
                      <a:pt x="85" y="16"/>
                      <a:pt x="85" y="16"/>
                    </a:cubicBezTo>
                    <a:cubicBezTo>
                      <a:pt x="77" y="3"/>
                      <a:pt x="77" y="3"/>
                      <a:pt x="77" y="3"/>
                    </a:cubicBezTo>
                    <a:cubicBezTo>
                      <a:pt x="77" y="3"/>
                      <a:pt x="77" y="3"/>
                      <a:pt x="77" y="3"/>
                    </a:cubicBezTo>
                    <a:cubicBezTo>
                      <a:pt x="77" y="15"/>
                      <a:pt x="77" y="15"/>
                      <a:pt x="77" y="15"/>
                    </a:cubicBezTo>
                    <a:cubicBezTo>
                      <a:pt x="77" y="15"/>
                      <a:pt x="78" y="15"/>
                      <a:pt x="78" y="16"/>
                    </a:cubicBezTo>
                    <a:cubicBezTo>
                      <a:pt x="78" y="16"/>
                      <a:pt x="78" y="16"/>
                      <a:pt x="78" y="16"/>
                    </a:cubicBezTo>
                    <a:cubicBezTo>
                      <a:pt x="79" y="16"/>
                      <a:pt x="79" y="16"/>
                      <a:pt x="79" y="16"/>
                    </a:cubicBezTo>
                    <a:cubicBezTo>
                      <a:pt x="79" y="16"/>
                      <a:pt x="79" y="16"/>
                      <a:pt x="79" y="16"/>
                    </a:cubicBezTo>
                    <a:cubicBezTo>
                      <a:pt x="75" y="16"/>
                      <a:pt x="75" y="16"/>
                      <a:pt x="75" y="16"/>
                    </a:cubicBezTo>
                    <a:cubicBezTo>
                      <a:pt x="75" y="16"/>
                      <a:pt x="75" y="16"/>
                      <a:pt x="75" y="16"/>
                    </a:cubicBezTo>
                    <a:cubicBezTo>
                      <a:pt x="76" y="16"/>
                      <a:pt x="76" y="16"/>
                      <a:pt x="76" y="16"/>
                    </a:cubicBezTo>
                    <a:cubicBezTo>
                      <a:pt x="76" y="16"/>
                      <a:pt x="77" y="16"/>
                      <a:pt x="77" y="16"/>
                    </a:cubicBezTo>
                    <a:cubicBezTo>
                      <a:pt x="77" y="15"/>
                      <a:pt x="77" y="15"/>
                      <a:pt x="77" y="15"/>
                    </a:cubicBezTo>
                    <a:cubicBezTo>
                      <a:pt x="76" y="2"/>
                      <a:pt x="76" y="2"/>
                      <a:pt x="76" y="2"/>
                    </a:cubicBezTo>
                    <a:cubicBezTo>
                      <a:pt x="76" y="2"/>
                      <a:pt x="76" y="2"/>
                      <a:pt x="76" y="1"/>
                    </a:cubicBezTo>
                    <a:cubicBezTo>
                      <a:pt x="76" y="1"/>
                      <a:pt x="75" y="1"/>
                      <a:pt x="75" y="1"/>
                    </a:cubicBezTo>
                    <a:cubicBezTo>
                      <a:pt x="74" y="1"/>
                      <a:pt x="74" y="1"/>
                      <a:pt x="74" y="1"/>
                    </a:cubicBezTo>
                    <a:cubicBezTo>
                      <a:pt x="74" y="1"/>
                      <a:pt x="74" y="1"/>
                      <a:pt x="74" y="1"/>
                    </a:cubicBezTo>
                    <a:cubicBezTo>
                      <a:pt x="77" y="1"/>
                      <a:pt x="77" y="1"/>
                      <a:pt x="77" y="1"/>
                    </a:cubicBezTo>
                    <a:cubicBezTo>
                      <a:pt x="84" y="12"/>
                      <a:pt x="84" y="12"/>
                      <a:pt x="84" y="12"/>
                    </a:cubicBezTo>
                    <a:close/>
                    <a:moveTo>
                      <a:pt x="90" y="1"/>
                    </a:moveTo>
                    <a:cubicBezTo>
                      <a:pt x="90" y="0"/>
                      <a:pt x="90" y="0"/>
                      <a:pt x="90" y="0"/>
                    </a:cubicBezTo>
                    <a:cubicBezTo>
                      <a:pt x="98" y="1"/>
                      <a:pt x="98" y="1"/>
                      <a:pt x="98" y="1"/>
                    </a:cubicBezTo>
                    <a:cubicBezTo>
                      <a:pt x="98" y="1"/>
                      <a:pt x="98" y="1"/>
                      <a:pt x="98" y="1"/>
                    </a:cubicBezTo>
                    <a:cubicBezTo>
                      <a:pt x="96" y="1"/>
                      <a:pt x="96" y="1"/>
                      <a:pt x="96" y="1"/>
                    </a:cubicBezTo>
                    <a:cubicBezTo>
                      <a:pt x="95" y="1"/>
                      <a:pt x="95" y="1"/>
                      <a:pt x="95" y="1"/>
                    </a:cubicBezTo>
                    <a:cubicBezTo>
                      <a:pt x="95" y="1"/>
                      <a:pt x="95" y="1"/>
                      <a:pt x="95" y="2"/>
                    </a:cubicBezTo>
                    <a:cubicBezTo>
                      <a:pt x="94" y="15"/>
                      <a:pt x="94" y="15"/>
                      <a:pt x="94" y="15"/>
                    </a:cubicBezTo>
                    <a:cubicBezTo>
                      <a:pt x="94" y="15"/>
                      <a:pt x="94" y="15"/>
                      <a:pt x="94" y="15"/>
                    </a:cubicBezTo>
                    <a:cubicBezTo>
                      <a:pt x="94" y="15"/>
                      <a:pt x="94" y="15"/>
                      <a:pt x="95" y="15"/>
                    </a:cubicBezTo>
                    <a:cubicBezTo>
                      <a:pt x="97" y="16"/>
                      <a:pt x="97" y="16"/>
                      <a:pt x="97" y="16"/>
                    </a:cubicBezTo>
                    <a:cubicBezTo>
                      <a:pt x="97" y="16"/>
                      <a:pt x="97" y="16"/>
                      <a:pt x="97" y="16"/>
                    </a:cubicBezTo>
                    <a:cubicBezTo>
                      <a:pt x="89" y="16"/>
                      <a:pt x="89" y="16"/>
                      <a:pt x="89" y="16"/>
                    </a:cubicBezTo>
                    <a:cubicBezTo>
                      <a:pt x="89" y="15"/>
                      <a:pt x="89" y="15"/>
                      <a:pt x="89" y="15"/>
                    </a:cubicBezTo>
                    <a:cubicBezTo>
                      <a:pt x="91" y="15"/>
                      <a:pt x="91" y="15"/>
                      <a:pt x="91" y="15"/>
                    </a:cubicBezTo>
                    <a:cubicBezTo>
                      <a:pt x="92" y="15"/>
                      <a:pt x="92" y="15"/>
                      <a:pt x="92" y="15"/>
                    </a:cubicBezTo>
                    <a:cubicBezTo>
                      <a:pt x="92" y="15"/>
                      <a:pt x="92" y="15"/>
                      <a:pt x="92" y="15"/>
                    </a:cubicBezTo>
                    <a:cubicBezTo>
                      <a:pt x="93" y="2"/>
                      <a:pt x="93" y="2"/>
                      <a:pt x="93" y="2"/>
                    </a:cubicBezTo>
                    <a:cubicBezTo>
                      <a:pt x="93" y="1"/>
                      <a:pt x="93" y="1"/>
                      <a:pt x="93" y="1"/>
                    </a:cubicBezTo>
                    <a:cubicBezTo>
                      <a:pt x="93" y="1"/>
                      <a:pt x="93" y="1"/>
                      <a:pt x="92" y="1"/>
                    </a:cubicBezTo>
                    <a:cubicBezTo>
                      <a:pt x="90" y="1"/>
                      <a:pt x="90" y="1"/>
                      <a:pt x="90" y="1"/>
                    </a:cubicBezTo>
                    <a:close/>
                    <a:moveTo>
                      <a:pt x="109" y="3"/>
                    </a:moveTo>
                    <a:cubicBezTo>
                      <a:pt x="109" y="2"/>
                      <a:pt x="109" y="2"/>
                      <a:pt x="109" y="2"/>
                    </a:cubicBezTo>
                    <a:cubicBezTo>
                      <a:pt x="113" y="3"/>
                      <a:pt x="113" y="3"/>
                      <a:pt x="113" y="3"/>
                    </a:cubicBezTo>
                    <a:cubicBezTo>
                      <a:pt x="113" y="3"/>
                      <a:pt x="113" y="3"/>
                      <a:pt x="113" y="3"/>
                    </a:cubicBezTo>
                    <a:cubicBezTo>
                      <a:pt x="112" y="3"/>
                      <a:pt x="112" y="3"/>
                      <a:pt x="112" y="3"/>
                    </a:cubicBezTo>
                    <a:cubicBezTo>
                      <a:pt x="112" y="3"/>
                      <a:pt x="112" y="3"/>
                      <a:pt x="111" y="4"/>
                    </a:cubicBezTo>
                    <a:cubicBezTo>
                      <a:pt x="111" y="4"/>
                      <a:pt x="111" y="4"/>
                      <a:pt x="111" y="4"/>
                    </a:cubicBezTo>
                    <a:cubicBezTo>
                      <a:pt x="105" y="17"/>
                      <a:pt x="105" y="17"/>
                      <a:pt x="105" y="17"/>
                    </a:cubicBezTo>
                    <a:cubicBezTo>
                      <a:pt x="104" y="17"/>
                      <a:pt x="104" y="17"/>
                      <a:pt x="104" y="17"/>
                    </a:cubicBezTo>
                    <a:cubicBezTo>
                      <a:pt x="103" y="3"/>
                      <a:pt x="103" y="3"/>
                      <a:pt x="103" y="3"/>
                    </a:cubicBezTo>
                    <a:cubicBezTo>
                      <a:pt x="103" y="3"/>
                      <a:pt x="103" y="2"/>
                      <a:pt x="103" y="2"/>
                    </a:cubicBezTo>
                    <a:cubicBezTo>
                      <a:pt x="103" y="2"/>
                      <a:pt x="103" y="2"/>
                      <a:pt x="102" y="2"/>
                    </a:cubicBezTo>
                    <a:cubicBezTo>
                      <a:pt x="102" y="2"/>
                      <a:pt x="102" y="2"/>
                      <a:pt x="102" y="2"/>
                    </a:cubicBezTo>
                    <a:cubicBezTo>
                      <a:pt x="102" y="1"/>
                      <a:pt x="102" y="1"/>
                      <a:pt x="102" y="1"/>
                    </a:cubicBezTo>
                    <a:cubicBezTo>
                      <a:pt x="106" y="2"/>
                      <a:pt x="106" y="2"/>
                      <a:pt x="106" y="2"/>
                    </a:cubicBezTo>
                    <a:cubicBezTo>
                      <a:pt x="106" y="2"/>
                      <a:pt x="106" y="2"/>
                      <a:pt x="106" y="2"/>
                    </a:cubicBezTo>
                    <a:cubicBezTo>
                      <a:pt x="105" y="2"/>
                      <a:pt x="105" y="2"/>
                      <a:pt x="105" y="2"/>
                    </a:cubicBezTo>
                    <a:cubicBezTo>
                      <a:pt x="105" y="2"/>
                      <a:pt x="105" y="2"/>
                      <a:pt x="105" y="2"/>
                    </a:cubicBezTo>
                    <a:cubicBezTo>
                      <a:pt x="105" y="3"/>
                      <a:pt x="105" y="3"/>
                      <a:pt x="105" y="3"/>
                    </a:cubicBezTo>
                    <a:cubicBezTo>
                      <a:pt x="105" y="14"/>
                      <a:pt x="105" y="14"/>
                      <a:pt x="105" y="14"/>
                    </a:cubicBezTo>
                    <a:cubicBezTo>
                      <a:pt x="106" y="14"/>
                      <a:pt x="106" y="14"/>
                      <a:pt x="106" y="14"/>
                    </a:cubicBezTo>
                    <a:cubicBezTo>
                      <a:pt x="110" y="4"/>
                      <a:pt x="110" y="4"/>
                      <a:pt x="110" y="4"/>
                    </a:cubicBezTo>
                    <a:cubicBezTo>
                      <a:pt x="110" y="4"/>
                      <a:pt x="110" y="4"/>
                      <a:pt x="110" y="3"/>
                    </a:cubicBezTo>
                    <a:cubicBezTo>
                      <a:pt x="110" y="3"/>
                      <a:pt x="110" y="3"/>
                      <a:pt x="110" y="3"/>
                    </a:cubicBezTo>
                    <a:cubicBezTo>
                      <a:pt x="109" y="3"/>
                      <a:pt x="109" y="3"/>
                      <a:pt x="109" y="3"/>
                    </a:cubicBezTo>
                    <a:close/>
                    <a:moveTo>
                      <a:pt x="116" y="5"/>
                    </a:moveTo>
                    <a:cubicBezTo>
                      <a:pt x="116" y="5"/>
                      <a:pt x="116" y="5"/>
                      <a:pt x="116" y="5"/>
                    </a:cubicBezTo>
                    <a:cubicBezTo>
                      <a:pt x="117" y="5"/>
                      <a:pt x="117" y="5"/>
                      <a:pt x="117" y="5"/>
                    </a:cubicBezTo>
                    <a:cubicBezTo>
                      <a:pt x="117" y="5"/>
                      <a:pt x="117" y="6"/>
                      <a:pt x="117" y="6"/>
                    </a:cubicBezTo>
                    <a:cubicBezTo>
                      <a:pt x="113" y="18"/>
                      <a:pt x="113" y="18"/>
                      <a:pt x="113" y="18"/>
                    </a:cubicBezTo>
                    <a:cubicBezTo>
                      <a:pt x="113" y="18"/>
                      <a:pt x="113" y="19"/>
                      <a:pt x="113" y="19"/>
                    </a:cubicBezTo>
                    <a:cubicBezTo>
                      <a:pt x="112" y="19"/>
                      <a:pt x="112" y="19"/>
                      <a:pt x="112" y="19"/>
                    </a:cubicBezTo>
                    <a:cubicBezTo>
                      <a:pt x="111" y="18"/>
                      <a:pt x="111" y="18"/>
                      <a:pt x="111" y="18"/>
                    </a:cubicBezTo>
                    <a:cubicBezTo>
                      <a:pt x="111" y="19"/>
                      <a:pt x="111" y="19"/>
                      <a:pt x="111" y="19"/>
                    </a:cubicBezTo>
                    <a:cubicBezTo>
                      <a:pt x="120" y="22"/>
                      <a:pt x="120" y="22"/>
                      <a:pt x="120" y="22"/>
                    </a:cubicBezTo>
                    <a:cubicBezTo>
                      <a:pt x="122" y="19"/>
                      <a:pt x="122" y="19"/>
                      <a:pt x="122" y="19"/>
                    </a:cubicBezTo>
                    <a:cubicBezTo>
                      <a:pt x="122" y="18"/>
                      <a:pt x="122" y="18"/>
                      <a:pt x="122" y="18"/>
                    </a:cubicBezTo>
                    <a:cubicBezTo>
                      <a:pt x="121" y="19"/>
                      <a:pt x="120" y="20"/>
                      <a:pt x="120" y="20"/>
                    </a:cubicBezTo>
                    <a:cubicBezTo>
                      <a:pt x="119" y="21"/>
                      <a:pt x="118" y="21"/>
                      <a:pt x="117" y="20"/>
                    </a:cubicBezTo>
                    <a:cubicBezTo>
                      <a:pt x="115" y="20"/>
                      <a:pt x="115" y="20"/>
                      <a:pt x="115" y="20"/>
                    </a:cubicBezTo>
                    <a:cubicBezTo>
                      <a:pt x="115" y="20"/>
                      <a:pt x="114" y="19"/>
                      <a:pt x="114" y="19"/>
                    </a:cubicBezTo>
                    <a:cubicBezTo>
                      <a:pt x="114" y="19"/>
                      <a:pt x="114" y="19"/>
                      <a:pt x="114" y="19"/>
                    </a:cubicBezTo>
                    <a:cubicBezTo>
                      <a:pt x="116" y="12"/>
                      <a:pt x="116" y="12"/>
                      <a:pt x="116" y="12"/>
                    </a:cubicBezTo>
                    <a:cubicBezTo>
                      <a:pt x="119" y="13"/>
                      <a:pt x="119" y="13"/>
                      <a:pt x="119" y="13"/>
                    </a:cubicBezTo>
                    <a:cubicBezTo>
                      <a:pt x="120" y="13"/>
                      <a:pt x="120" y="13"/>
                      <a:pt x="120" y="14"/>
                    </a:cubicBezTo>
                    <a:cubicBezTo>
                      <a:pt x="120" y="14"/>
                      <a:pt x="120" y="15"/>
                      <a:pt x="120" y="15"/>
                    </a:cubicBezTo>
                    <a:cubicBezTo>
                      <a:pt x="120" y="16"/>
                      <a:pt x="120" y="16"/>
                      <a:pt x="120" y="16"/>
                    </a:cubicBezTo>
                    <a:cubicBezTo>
                      <a:pt x="120" y="16"/>
                      <a:pt x="120" y="16"/>
                      <a:pt x="120" y="16"/>
                    </a:cubicBezTo>
                    <a:cubicBezTo>
                      <a:pt x="122" y="11"/>
                      <a:pt x="122" y="11"/>
                      <a:pt x="122" y="11"/>
                    </a:cubicBezTo>
                    <a:cubicBezTo>
                      <a:pt x="122" y="11"/>
                      <a:pt x="122" y="11"/>
                      <a:pt x="122" y="11"/>
                    </a:cubicBezTo>
                    <a:cubicBezTo>
                      <a:pt x="121" y="11"/>
                      <a:pt x="121" y="11"/>
                      <a:pt x="121" y="11"/>
                    </a:cubicBezTo>
                    <a:cubicBezTo>
                      <a:pt x="121" y="12"/>
                      <a:pt x="121" y="12"/>
                      <a:pt x="121" y="12"/>
                    </a:cubicBezTo>
                    <a:cubicBezTo>
                      <a:pt x="120" y="13"/>
                      <a:pt x="120" y="13"/>
                      <a:pt x="119" y="12"/>
                    </a:cubicBezTo>
                    <a:cubicBezTo>
                      <a:pt x="117" y="12"/>
                      <a:pt x="117" y="12"/>
                      <a:pt x="117" y="12"/>
                    </a:cubicBezTo>
                    <a:cubicBezTo>
                      <a:pt x="118" y="6"/>
                      <a:pt x="118" y="6"/>
                      <a:pt x="118" y="6"/>
                    </a:cubicBezTo>
                    <a:cubicBezTo>
                      <a:pt x="118" y="6"/>
                      <a:pt x="119" y="6"/>
                      <a:pt x="119" y="6"/>
                    </a:cubicBezTo>
                    <a:cubicBezTo>
                      <a:pt x="119" y="6"/>
                      <a:pt x="119" y="6"/>
                      <a:pt x="119" y="6"/>
                    </a:cubicBezTo>
                    <a:cubicBezTo>
                      <a:pt x="122" y="7"/>
                      <a:pt x="122" y="7"/>
                      <a:pt x="122" y="7"/>
                    </a:cubicBezTo>
                    <a:cubicBezTo>
                      <a:pt x="122" y="7"/>
                      <a:pt x="123" y="7"/>
                      <a:pt x="123" y="8"/>
                    </a:cubicBezTo>
                    <a:cubicBezTo>
                      <a:pt x="124" y="8"/>
                      <a:pt x="124" y="9"/>
                      <a:pt x="124" y="10"/>
                    </a:cubicBezTo>
                    <a:cubicBezTo>
                      <a:pt x="125" y="10"/>
                      <a:pt x="125" y="10"/>
                      <a:pt x="125" y="10"/>
                    </a:cubicBezTo>
                    <a:cubicBezTo>
                      <a:pt x="125" y="7"/>
                      <a:pt x="125" y="7"/>
                      <a:pt x="125" y="7"/>
                    </a:cubicBezTo>
                    <a:cubicBezTo>
                      <a:pt x="116" y="4"/>
                      <a:pt x="116" y="4"/>
                      <a:pt x="116" y="4"/>
                    </a:cubicBezTo>
                    <a:cubicBezTo>
                      <a:pt x="116" y="5"/>
                      <a:pt x="116" y="5"/>
                      <a:pt x="116" y="5"/>
                    </a:cubicBezTo>
                    <a:close/>
                    <a:moveTo>
                      <a:pt x="136" y="17"/>
                    </a:moveTo>
                    <a:cubicBezTo>
                      <a:pt x="136" y="18"/>
                      <a:pt x="135" y="19"/>
                      <a:pt x="134" y="19"/>
                    </a:cubicBezTo>
                    <a:cubicBezTo>
                      <a:pt x="133" y="19"/>
                      <a:pt x="133" y="19"/>
                      <a:pt x="132" y="19"/>
                    </a:cubicBezTo>
                    <a:cubicBezTo>
                      <a:pt x="131" y="26"/>
                      <a:pt x="131" y="26"/>
                      <a:pt x="131" y="26"/>
                    </a:cubicBezTo>
                    <a:cubicBezTo>
                      <a:pt x="131" y="26"/>
                      <a:pt x="131" y="27"/>
                      <a:pt x="131" y="27"/>
                    </a:cubicBezTo>
                    <a:cubicBezTo>
                      <a:pt x="131" y="27"/>
                      <a:pt x="131" y="27"/>
                      <a:pt x="132" y="27"/>
                    </a:cubicBezTo>
                    <a:cubicBezTo>
                      <a:pt x="132" y="27"/>
                      <a:pt x="132" y="27"/>
                      <a:pt x="132" y="27"/>
                    </a:cubicBezTo>
                    <a:cubicBezTo>
                      <a:pt x="132" y="28"/>
                      <a:pt x="132" y="28"/>
                      <a:pt x="132" y="28"/>
                    </a:cubicBezTo>
                    <a:cubicBezTo>
                      <a:pt x="130" y="27"/>
                      <a:pt x="130" y="27"/>
                      <a:pt x="130" y="27"/>
                    </a:cubicBezTo>
                    <a:cubicBezTo>
                      <a:pt x="130" y="18"/>
                      <a:pt x="130" y="18"/>
                      <a:pt x="130" y="18"/>
                    </a:cubicBezTo>
                    <a:cubicBezTo>
                      <a:pt x="129" y="17"/>
                      <a:pt x="129" y="17"/>
                      <a:pt x="129" y="17"/>
                    </a:cubicBezTo>
                    <a:cubicBezTo>
                      <a:pt x="126" y="23"/>
                      <a:pt x="126" y="23"/>
                      <a:pt x="126" y="23"/>
                    </a:cubicBezTo>
                    <a:cubicBezTo>
                      <a:pt x="125" y="24"/>
                      <a:pt x="125" y="24"/>
                      <a:pt x="126" y="24"/>
                    </a:cubicBezTo>
                    <a:cubicBezTo>
                      <a:pt x="126" y="24"/>
                      <a:pt x="126" y="24"/>
                      <a:pt x="126" y="24"/>
                    </a:cubicBezTo>
                    <a:cubicBezTo>
                      <a:pt x="126" y="25"/>
                      <a:pt x="126" y="25"/>
                      <a:pt x="126" y="25"/>
                    </a:cubicBezTo>
                    <a:cubicBezTo>
                      <a:pt x="126" y="25"/>
                      <a:pt x="126" y="25"/>
                      <a:pt x="126" y="25"/>
                    </a:cubicBezTo>
                    <a:cubicBezTo>
                      <a:pt x="122" y="23"/>
                      <a:pt x="122" y="23"/>
                      <a:pt x="122" y="23"/>
                    </a:cubicBezTo>
                    <a:cubicBezTo>
                      <a:pt x="123" y="23"/>
                      <a:pt x="123" y="23"/>
                      <a:pt x="123" y="23"/>
                    </a:cubicBezTo>
                    <a:cubicBezTo>
                      <a:pt x="123" y="23"/>
                      <a:pt x="123" y="23"/>
                      <a:pt x="123" y="23"/>
                    </a:cubicBezTo>
                    <a:cubicBezTo>
                      <a:pt x="123" y="23"/>
                      <a:pt x="124" y="23"/>
                      <a:pt x="124" y="23"/>
                    </a:cubicBezTo>
                    <a:cubicBezTo>
                      <a:pt x="124" y="23"/>
                      <a:pt x="124" y="23"/>
                      <a:pt x="124" y="23"/>
                    </a:cubicBezTo>
                    <a:cubicBezTo>
                      <a:pt x="130" y="11"/>
                      <a:pt x="130" y="11"/>
                      <a:pt x="130" y="11"/>
                    </a:cubicBezTo>
                    <a:cubicBezTo>
                      <a:pt x="130" y="11"/>
                      <a:pt x="130" y="11"/>
                      <a:pt x="130" y="10"/>
                    </a:cubicBezTo>
                    <a:cubicBezTo>
                      <a:pt x="130" y="10"/>
                      <a:pt x="130" y="10"/>
                      <a:pt x="130" y="10"/>
                    </a:cubicBezTo>
                    <a:cubicBezTo>
                      <a:pt x="129" y="10"/>
                      <a:pt x="129" y="10"/>
                      <a:pt x="129" y="10"/>
                    </a:cubicBezTo>
                    <a:cubicBezTo>
                      <a:pt x="130" y="9"/>
                      <a:pt x="130" y="9"/>
                      <a:pt x="130" y="9"/>
                    </a:cubicBezTo>
                    <a:cubicBezTo>
                      <a:pt x="134" y="12"/>
                      <a:pt x="134" y="12"/>
                      <a:pt x="134" y="12"/>
                    </a:cubicBezTo>
                    <a:cubicBezTo>
                      <a:pt x="135" y="12"/>
                      <a:pt x="136" y="13"/>
                      <a:pt x="137" y="14"/>
                    </a:cubicBezTo>
                    <a:cubicBezTo>
                      <a:pt x="137" y="15"/>
                      <a:pt x="137" y="16"/>
                      <a:pt x="136" y="17"/>
                    </a:cubicBezTo>
                    <a:close/>
                    <a:moveTo>
                      <a:pt x="129" y="17"/>
                    </a:moveTo>
                    <a:cubicBezTo>
                      <a:pt x="131" y="18"/>
                      <a:pt x="131" y="18"/>
                      <a:pt x="131" y="18"/>
                    </a:cubicBezTo>
                    <a:cubicBezTo>
                      <a:pt x="131" y="18"/>
                      <a:pt x="132" y="18"/>
                      <a:pt x="133" y="18"/>
                    </a:cubicBezTo>
                    <a:cubicBezTo>
                      <a:pt x="134" y="18"/>
                      <a:pt x="134" y="17"/>
                      <a:pt x="135" y="16"/>
                    </a:cubicBezTo>
                    <a:cubicBezTo>
                      <a:pt x="135" y="15"/>
                      <a:pt x="136" y="15"/>
                      <a:pt x="135" y="14"/>
                    </a:cubicBezTo>
                    <a:cubicBezTo>
                      <a:pt x="135" y="13"/>
                      <a:pt x="135" y="12"/>
                      <a:pt x="133" y="12"/>
                    </a:cubicBezTo>
                    <a:cubicBezTo>
                      <a:pt x="133" y="11"/>
                      <a:pt x="133" y="11"/>
                      <a:pt x="133" y="11"/>
                    </a:cubicBezTo>
                    <a:cubicBezTo>
                      <a:pt x="132" y="11"/>
                      <a:pt x="132" y="11"/>
                      <a:pt x="132" y="11"/>
                    </a:cubicBezTo>
                    <a:cubicBezTo>
                      <a:pt x="132" y="11"/>
                      <a:pt x="132" y="11"/>
                      <a:pt x="132" y="12"/>
                    </a:cubicBezTo>
                    <a:cubicBezTo>
                      <a:pt x="129" y="17"/>
                      <a:pt x="129" y="17"/>
                      <a:pt x="129" y="17"/>
                    </a:cubicBezTo>
                    <a:close/>
                    <a:moveTo>
                      <a:pt x="141" y="25"/>
                    </a:moveTo>
                    <a:cubicBezTo>
                      <a:pt x="142" y="27"/>
                      <a:pt x="142" y="28"/>
                      <a:pt x="142" y="28"/>
                    </a:cubicBezTo>
                    <a:cubicBezTo>
                      <a:pt x="142" y="29"/>
                      <a:pt x="142" y="30"/>
                      <a:pt x="142" y="30"/>
                    </a:cubicBezTo>
                    <a:cubicBezTo>
                      <a:pt x="141" y="31"/>
                      <a:pt x="141" y="32"/>
                      <a:pt x="140" y="32"/>
                    </a:cubicBezTo>
                    <a:cubicBezTo>
                      <a:pt x="139" y="32"/>
                      <a:pt x="138" y="32"/>
                      <a:pt x="137" y="32"/>
                    </a:cubicBezTo>
                    <a:cubicBezTo>
                      <a:pt x="137" y="31"/>
                      <a:pt x="136" y="30"/>
                      <a:pt x="136" y="29"/>
                    </a:cubicBezTo>
                    <a:cubicBezTo>
                      <a:pt x="135" y="28"/>
                      <a:pt x="136" y="27"/>
                      <a:pt x="136" y="26"/>
                    </a:cubicBezTo>
                    <a:cubicBezTo>
                      <a:pt x="136" y="26"/>
                      <a:pt x="136" y="26"/>
                      <a:pt x="136" y="26"/>
                    </a:cubicBezTo>
                    <a:cubicBezTo>
                      <a:pt x="134" y="30"/>
                      <a:pt x="134" y="30"/>
                      <a:pt x="134" y="30"/>
                    </a:cubicBezTo>
                    <a:cubicBezTo>
                      <a:pt x="134" y="30"/>
                      <a:pt x="134" y="30"/>
                      <a:pt x="134" y="30"/>
                    </a:cubicBezTo>
                    <a:cubicBezTo>
                      <a:pt x="135" y="30"/>
                      <a:pt x="135" y="30"/>
                      <a:pt x="135" y="30"/>
                    </a:cubicBezTo>
                    <a:cubicBezTo>
                      <a:pt x="135" y="30"/>
                      <a:pt x="135" y="30"/>
                      <a:pt x="136" y="31"/>
                    </a:cubicBezTo>
                    <a:cubicBezTo>
                      <a:pt x="136" y="31"/>
                      <a:pt x="136" y="32"/>
                      <a:pt x="137" y="32"/>
                    </a:cubicBezTo>
                    <a:cubicBezTo>
                      <a:pt x="138" y="33"/>
                      <a:pt x="139" y="33"/>
                      <a:pt x="140" y="33"/>
                    </a:cubicBezTo>
                    <a:cubicBezTo>
                      <a:pt x="142" y="33"/>
                      <a:pt x="142" y="32"/>
                      <a:pt x="143" y="31"/>
                    </a:cubicBezTo>
                    <a:cubicBezTo>
                      <a:pt x="144" y="30"/>
                      <a:pt x="144" y="29"/>
                      <a:pt x="144" y="28"/>
                    </a:cubicBezTo>
                    <a:cubicBezTo>
                      <a:pt x="144" y="27"/>
                      <a:pt x="143" y="26"/>
                      <a:pt x="142" y="25"/>
                    </a:cubicBezTo>
                    <a:cubicBezTo>
                      <a:pt x="141" y="23"/>
                      <a:pt x="141" y="22"/>
                      <a:pt x="141" y="22"/>
                    </a:cubicBezTo>
                    <a:cubicBezTo>
                      <a:pt x="141" y="21"/>
                      <a:pt x="141" y="20"/>
                      <a:pt x="141" y="20"/>
                    </a:cubicBezTo>
                    <a:cubicBezTo>
                      <a:pt x="142" y="19"/>
                      <a:pt x="142" y="19"/>
                      <a:pt x="143" y="19"/>
                    </a:cubicBezTo>
                    <a:cubicBezTo>
                      <a:pt x="144" y="18"/>
                      <a:pt x="144" y="18"/>
                      <a:pt x="145" y="19"/>
                    </a:cubicBezTo>
                    <a:cubicBezTo>
                      <a:pt x="146" y="20"/>
                      <a:pt x="147" y="20"/>
                      <a:pt x="147" y="21"/>
                    </a:cubicBezTo>
                    <a:cubicBezTo>
                      <a:pt x="147" y="22"/>
                      <a:pt x="147" y="23"/>
                      <a:pt x="147" y="24"/>
                    </a:cubicBezTo>
                    <a:cubicBezTo>
                      <a:pt x="147" y="24"/>
                      <a:pt x="147" y="24"/>
                      <a:pt x="147" y="24"/>
                    </a:cubicBezTo>
                    <a:cubicBezTo>
                      <a:pt x="149" y="21"/>
                      <a:pt x="149" y="21"/>
                      <a:pt x="149" y="21"/>
                    </a:cubicBezTo>
                    <a:cubicBezTo>
                      <a:pt x="149" y="21"/>
                      <a:pt x="149" y="21"/>
                      <a:pt x="148" y="21"/>
                    </a:cubicBezTo>
                    <a:cubicBezTo>
                      <a:pt x="148" y="21"/>
                      <a:pt x="148" y="21"/>
                      <a:pt x="148" y="21"/>
                    </a:cubicBezTo>
                    <a:cubicBezTo>
                      <a:pt x="148" y="21"/>
                      <a:pt x="147" y="20"/>
                      <a:pt x="147" y="20"/>
                    </a:cubicBezTo>
                    <a:cubicBezTo>
                      <a:pt x="147" y="19"/>
                      <a:pt x="146" y="19"/>
                      <a:pt x="146" y="19"/>
                    </a:cubicBezTo>
                    <a:cubicBezTo>
                      <a:pt x="145" y="18"/>
                      <a:pt x="144" y="18"/>
                      <a:pt x="143" y="18"/>
                    </a:cubicBezTo>
                    <a:cubicBezTo>
                      <a:pt x="141" y="18"/>
                      <a:pt x="141" y="19"/>
                      <a:pt x="140" y="19"/>
                    </a:cubicBezTo>
                    <a:cubicBezTo>
                      <a:pt x="139" y="20"/>
                      <a:pt x="139" y="21"/>
                      <a:pt x="139" y="22"/>
                    </a:cubicBezTo>
                    <a:cubicBezTo>
                      <a:pt x="140" y="23"/>
                      <a:pt x="140" y="24"/>
                      <a:pt x="141" y="25"/>
                    </a:cubicBezTo>
                    <a:close/>
                    <a:moveTo>
                      <a:pt x="154" y="26"/>
                    </a:moveTo>
                    <a:cubicBezTo>
                      <a:pt x="154" y="26"/>
                      <a:pt x="154" y="26"/>
                      <a:pt x="154" y="26"/>
                    </a:cubicBezTo>
                    <a:cubicBezTo>
                      <a:pt x="159" y="31"/>
                      <a:pt x="159" y="31"/>
                      <a:pt x="159" y="31"/>
                    </a:cubicBezTo>
                    <a:cubicBezTo>
                      <a:pt x="159" y="31"/>
                      <a:pt x="159" y="31"/>
                      <a:pt x="159" y="31"/>
                    </a:cubicBezTo>
                    <a:cubicBezTo>
                      <a:pt x="158" y="30"/>
                      <a:pt x="158" y="30"/>
                      <a:pt x="158" y="30"/>
                    </a:cubicBezTo>
                    <a:cubicBezTo>
                      <a:pt x="157" y="29"/>
                      <a:pt x="157" y="29"/>
                      <a:pt x="157" y="29"/>
                    </a:cubicBezTo>
                    <a:cubicBezTo>
                      <a:pt x="157" y="29"/>
                      <a:pt x="157" y="29"/>
                      <a:pt x="156" y="30"/>
                    </a:cubicBezTo>
                    <a:cubicBezTo>
                      <a:pt x="147" y="39"/>
                      <a:pt x="147" y="39"/>
                      <a:pt x="147" y="39"/>
                    </a:cubicBezTo>
                    <a:cubicBezTo>
                      <a:pt x="147" y="39"/>
                      <a:pt x="147" y="39"/>
                      <a:pt x="147" y="40"/>
                    </a:cubicBezTo>
                    <a:cubicBezTo>
                      <a:pt x="147" y="40"/>
                      <a:pt x="147" y="40"/>
                      <a:pt x="148" y="40"/>
                    </a:cubicBezTo>
                    <a:cubicBezTo>
                      <a:pt x="149" y="42"/>
                      <a:pt x="149" y="42"/>
                      <a:pt x="149" y="42"/>
                    </a:cubicBezTo>
                    <a:cubicBezTo>
                      <a:pt x="149" y="42"/>
                      <a:pt x="149" y="42"/>
                      <a:pt x="149" y="42"/>
                    </a:cubicBezTo>
                    <a:cubicBezTo>
                      <a:pt x="143" y="37"/>
                      <a:pt x="143" y="37"/>
                      <a:pt x="143" y="37"/>
                    </a:cubicBezTo>
                    <a:cubicBezTo>
                      <a:pt x="144" y="37"/>
                      <a:pt x="144" y="37"/>
                      <a:pt x="144" y="37"/>
                    </a:cubicBezTo>
                    <a:cubicBezTo>
                      <a:pt x="145" y="38"/>
                      <a:pt x="145" y="38"/>
                      <a:pt x="145" y="38"/>
                    </a:cubicBezTo>
                    <a:cubicBezTo>
                      <a:pt x="146" y="38"/>
                      <a:pt x="146" y="38"/>
                      <a:pt x="146" y="38"/>
                    </a:cubicBezTo>
                    <a:cubicBezTo>
                      <a:pt x="146" y="38"/>
                      <a:pt x="146" y="38"/>
                      <a:pt x="146" y="38"/>
                    </a:cubicBezTo>
                    <a:cubicBezTo>
                      <a:pt x="155" y="29"/>
                      <a:pt x="155" y="29"/>
                      <a:pt x="155" y="29"/>
                    </a:cubicBezTo>
                    <a:cubicBezTo>
                      <a:pt x="155" y="28"/>
                      <a:pt x="156" y="28"/>
                      <a:pt x="156" y="28"/>
                    </a:cubicBezTo>
                    <a:cubicBezTo>
                      <a:pt x="156" y="28"/>
                      <a:pt x="155" y="28"/>
                      <a:pt x="155" y="27"/>
                    </a:cubicBezTo>
                    <a:cubicBezTo>
                      <a:pt x="154" y="26"/>
                      <a:pt x="154" y="26"/>
                      <a:pt x="154" y="26"/>
                    </a:cubicBezTo>
                    <a:close/>
                    <a:moveTo>
                      <a:pt x="155" y="50"/>
                    </a:moveTo>
                    <a:cubicBezTo>
                      <a:pt x="156" y="50"/>
                      <a:pt x="156" y="50"/>
                      <a:pt x="156" y="50"/>
                    </a:cubicBezTo>
                    <a:cubicBezTo>
                      <a:pt x="155" y="49"/>
                      <a:pt x="155" y="49"/>
                      <a:pt x="155" y="49"/>
                    </a:cubicBezTo>
                    <a:cubicBezTo>
                      <a:pt x="155" y="49"/>
                      <a:pt x="155" y="49"/>
                      <a:pt x="155" y="49"/>
                    </a:cubicBezTo>
                    <a:cubicBezTo>
                      <a:pt x="155" y="49"/>
                      <a:pt x="155" y="48"/>
                      <a:pt x="155" y="48"/>
                    </a:cubicBezTo>
                    <a:cubicBezTo>
                      <a:pt x="165" y="40"/>
                      <a:pt x="165" y="40"/>
                      <a:pt x="165" y="40"/>
                    </a:cubicBezTo>
                    <a:cubicBezTo>
                      <a:pt x="166" y="40"/>
                      <a:pt x="166" y="40"/>
                      <a:pt x="166" y="40"/>
                    </a:cubicBezTo>
                    <a:cubicBezTo>
                      <a:pt x="166" y="40"/>
                      <a:pt x="166" y="40"/>
                      <a:pt x="167" y="40"/>
                    </a:cubicBezTo>
                    <a:cubicBezTo>
                      <a:pt x="167" y="41"/>
                      <a:pt x="167" y="42"/>
                      <a:pt x="167" y="42"/>
                    </a:cubicBezTo>
                    <a:cubicBezTo>
                      <a:pt x="167" y="43"/>
                      <a:pt x="167" y="43"/>
                      <a:pt x="166" y="45"/>
                    </a:cubicBezTo>
                    <a:cubicBezTo>
                      <a:pt x="166" y="45"/>
                      <a:pt x="166" y="45"/>
                      <a:pt x="166" y="45"/>
                    </a:cubicBezTo>
                    <a:cubicBezTo>
                      <a:pt x="169" y="42"/>
                      <a:pt x="169" y="42"/>
                      <a:pt x="169" y="42"/>
                    </a:cubicBezTo>
                    <a:cubicBezTo>
                      <a:pt x="163" y="35"/>
                      <a:pt x="163" y="35"/>
                      <a:pt x="163" y="35"/>
                    </a:cubicBezTo>
                    <a:cubicBezTo>
                      <a:pt x="160" y="37"/>
                      <a:pt x="160" y="37"/>
                      <a:pt x="160" y="37"/>
                    </a:cubicBezTo>
                    <a:cubicBezTo>
                      <a:pt x="160" y="37"/>
                      <a:pt x="160" y="37"/>
                      <a:pt x="160" y="37"/>
                    </a:cubicBezTo>
                    <a:cubicBezTo>
                      <a:pt x="162" y="37"/>
                      <a:pt x="163" y="37"/>
                      <a:pt x="163" y="37"/>
                    </a:cubicBezTo>
                    <a:cubicBezTo>
                      <a:pt x="163" y="37"/>
                      <a:pt x="164" y="37"/>
                      <a:pt x="164" y="38"/>
                    </a:cubicBezTo>
                    <a:cubicBezTo>
                      <a:pt x="165" y="38"/>
                      <a:pt x="165" y="38"/>
                      <a:pt x="165" y="38"/>
                    </a:cubicBezTo>
                    <a:cubicBezTo>
                      <a:pt x="165" y="39"/>
                      <a:pt x="165" y="39"/>
                      <a:pt x="164" y="39"/>
                    </a:cubicBezTo>
                    <a:cubicBezTo>
                      <a:pt x="154" y="47"/>
                      <a:pt x="154" y="47"/>
                      <a:pt x="154" y="47"/>
                    </a:cubicBezTo>
                    <a:cubicBezTo>
                      <a:pt x="154" y="47"/>
                      <a:pt x="154" y="47"/>
                      <a:pt x="154" y="47"/>
                    </a:cubicBezTo>
                    <a:cubicBezTo>
                      <a:pt x="154" y="47"/>
                      <a:pt x="153" y="47"/>
                      <a:pt x="153" y="47"/>
                    </a:cubicBezTo>
                    <a:cubicBezTo>
                      <a:pt x="153" y="46"/>
                      <a:pt x="153" y="46"/>
                      <a:pt x="153" y="46"/>
                    </a:cubicBezTo>
                    <a:cubicBezTo>
                      <a:pt x="152" y="47"/>
                      <a:pt x="152" y="47"/>
                      <a:pt x="152" y="47"/>
                    </a:cubicBezTo>
                    <a:cubicBezTo>
                      <a:pt x="155" y="50"/>
                      <a:pt x="155" y="50"/>
                      <a:pt x="155" y="50"/>
                    </a:cubicBezTo>
                    <a:close/>
                    <a:moveTo>
                      <a:pt x="174" y="54"/>
                    </a:moveTo>
                    <a:cubicBezTo>
                      <a:pt x="174" y="54"/>
                      <a:pt x="175" y="54"/>
                      <a:pt x="175" y="53"/>
                    </a:cubicBezTo>
                    <a:cubicBezTo>
                      <a:pt x="175" y="53"/>
                      <a:pt x="175" y="53"/>
                      <a:pt x="174" y="53"/>
                    </a:cubicBezTo>
                    <a:cubicBezTo>
                      <a:pt x="174" y="52"/>
                      <a:pt x="174" y="52"/>
                      <a:pt x="174" y="52"/>
                    </a:cubicBezTo>
                    <a:cubicBezTo>
                      <a:pt x="175" y="52"/>
                      <a:pt x="175" y="52"/>
                      <a:pt x="175" y="52"/>
                    </a:cubicBezTo>
                    <a:cubicBezTo>
                      <a:pt x="177" y="55"/>
                      <a:pt x="177" y="55"/>
                      <a:pt x="177" y="55"/>
                    </a:cubicBezTo>
                    <a:cubicBezTo>
                      <a:pt x="176" y="55"/>
                      <a:pt x="176" y="55"/>
                      <a:pt x="176" y="55"/>
                    </a:cubicBezTo>
                    <a:cubicBezTo>
                      <a:pt x="176" y="55"/>
                      <a:pt x="176" y="55"/>
                      <a:pt x="176" y="55"/>
                    </a:cubicBezTo>
                    <a:cubicBezTo>
                      <a:pt x="176" y="55"/>
                      <a:pt x="176" y="55"/>
                      <a:pt x="175" y="55"/>
                    </a:cubicBezTo>
                    <a:cubicBezTo>
                      <a:pt x="175" y="55"/>
                      <a:pt x="175" y="55"/>
                      <a:pt x="174" y="55"/>
                    </a:cubicBezTo>
                    <a:cubicBezTo>
                      <a:pt x="166" y="56"/>
                      <a:pt x="166" y="56"/>
                      <a:pt x="166" y="56"/>
                    </a:cubicBezTo>
                    <a:cubicBezTo>
                      <a:pt x="162" y="58"/>
                      <a:pt x="162" y="58"/>
                      <a:pt x="162" y="58"/>
                    </a:cubicBezTo>
                    <a:cubicBezTo>
                      <a:pt x="162" y="59"/>
                      <a:pt x="162" y="59"/>
                      <a:pt x="162" y="59"/>
                    </a:cubicBezTo>
                    <a:cubicBezTo>
                      <a:pt x="161" y="59"/>
                      <a:pt x="162" y="59"/>
                      <a:pt x="162" y="60"/>
                    </a:cubicBezTo>
                    <a:cubicBezTo>
                      <a:pt x="162" y="60"/>
                      <a:pt x="162" y="60"/>
                      <a:pt x="162" y="60"/>
                    </a:cubicBezTo>
                    <a:cubicBezTo>
                      <a:pt x="162" y="61"/>
                      <a:pt x="162" y="61"/>
                      <a:pt x="162" y="61"/>
                    </a:cubicBezTo>
                    <a:cubicBezTo>
                      <a:pt x="159" y="56"/>
                      <a:pt x="159" y="56"/>
                      <a:pt x="159" y="56"/>
                    </a:cubicBezTo>
                    <a:cubicBezTo>
                      <a:pt x="160" y="56"/>
                      <a:pt x="160" y="56"/>
                      <a:pt x="160" y="56"/>
                    </a:cubicBezTo>
                    <a:cubicBezTo>
                      <a:pt x="160" y="57"/>
                      <a:pt x="160" y="57"/>
                      <a:pt x="160" y="57"/>
                    </a:cubicBezTo>
                    <a:cubicBezTo>
                      <a:pt x="160" y="57"/>
                      <a:pt x="160" y="57"/>
                      <a:pt x="161" y="57"/>
                    </a:cubicBezTo>
                    <a:cubicBezTo>
                      <a:pt x="161" y="57"/>
                      <a:pt x="161" y="57"/>
                      <a:pt x="161" y="57"/>
                    </a:cubicBezTo>
                    <a:cubicBezTo>
                      <a:pt x="165" y="55"/>
                      <a:pt x="165" y="55"/>
                      <a:pt x="165" y="55"/>
                    </a:cubicBezTo>
                    <a:cubicBezTo>
                      <a:pt x="171" y="48"/>
                      <a:pt x="171" y="48"/>
                      <a:pt x="171" y="48"/>
                    </a:cubicBezTo>
                    <a:cubicBezTo>
                      <a:pt x="171" y="48"/>
                      <a:pt x="171" y="48"/>
                      <a:pt x="171" y="47"/>
                    </a:cubicBezTo>
                    <a:cubicBezTo>
                      <a:pt x="171" y="47"/>
                      <a:pt x="171" y="47"/>
                      <a:pt x="171" y="47"/>
                    </a:cubicBezTo>
                    <a:cubicBezTo>
                      <a:pt x="171" y="46"/>
                      <a:pt x="171" y="46"/>
                      <a:pt x="171" y="46"/>
                    </a:cubicBezTo>
                    <a:cubicBezTo>
                      <a:pt x="171" y="46"/>
                      <a:pt x="171" y="46"/>
                      <a:pt x="171" y="46"/>
                    </a:cubicBezTo>
                    <a:cubicBezTo>
                      <a:pt x="173" y="50"/>
                      <a:pt x="173" y="50"/>
                      <a:pt x="173" y="50"/>
                    </a:cubicBezTo>
                    <a:cubicBezTo>
                      <a:pt x="173" y="50"/>
                      <a:pt x="173" y="50"/>
                      <a:pt x="173" y="50"/>
                    </a:cubicBezTo>
                    <a:cubicBezTo>
                      <a:pt x="173" y="49"/>
                      <a:pt x="173" y="49"/>
                      <a:pt x="173" y="49"/>
                    </a:cubicBezTo>
                    <a:cubicBezTo>
                      <a:pt x="172" y="49"/>
                      <a:pt x="172" y="49"/>
                      <a:pt x="172" y="49"/>
                    </a:cubicBezTo>
                    <a:cubicBezTo>
                      <a:pt x="172" y="49"/>
                      <a:pt x="172" y="49"/>
                      <a:pt x="171" y="49"/>
                    </a:cubicBezTo>
                    <a:cubicBezTo>
                      <a:pt x="167" y="55"/>
                      <a:pt x="167" y="55"/>
                      <a:pt x="167" y="55"/>
                    </a:cubicBezTo>
                    <a:cubicBezTo>
                      <a:pt x="167" y="55"/>
                      <a:pt x="167" y="55"/>
                      <a:pt x="167" y="55"/>
                    </a:cubicBezTo>
                    <a:lnTo>
                      <a:pt x="174" y="54"/>
                    </a:lnTo>
                    <a:close/>
                  </a:path>
                </a:pathLst>
              </a:custGeom>
              <a:solidFill>
                <a:srgbClr val="FFFFFF"/>
              </a:solidFill>
              <a:ln w="3175" cap="flat">
                <a:solidFill>
                  <a:srgbClr val="FFFFFF"/>
                </a:solidFill>
                <a:prstDash val="solid"/>
                <a:miter lim="800000"/>
              </a:ln>
            </p:spPr>
            <p:txBody>
              <a:bodyPr anchor="ctr"/>
              <a:lstStyle/>
              <a:p>
                <a:pPr algn="ctr"/>
                <a:endParaRPr/>
              </a:p>
            </p:txBody>
          </p:sp>
          <p:sp>
            <p:nvSpPr>
              <p:cNvPr id="148" name="ïśľíḓé"/>
              <p:cNvSpPr/>
              <p:nvPr/>
            </p:nvSpPr>
            <p:spPr bwMode="auto">
              <a:xfrm>
                <a:off x="3667126" y="3184525"/>
                <a:ext cx="492125" cy="496888"/>
              </a:xfrm>
              <a:custGeom>
                <a:avLst/>
                <a:gdLst>
                  <a:gd name="T0" fmla="*/ 74 w 149"/>
                  <a:gd name="T1" fmla="*/ 0 h 149"/>
                  <a:gd name="T2" fmla="*/ 149 w 149"/>
                  <a:gd name="T3" fmla="*/ 74 h 149"/>
                  <a:gd name="T4" fmla="*/ 74 w 149"/>
                  <a:gd name="T5" fmla="*/ 149 h 149"/>
                  <a:gd name="T6" fmla="*/ 0 w 149"/>
                  <a:gd name="T7" fmla="*/ 74 h 149"/>
                  <a:gd name="T8" fmla="*/ 74 w 149"/>
                  <a:gd name="T9" fmla="*/ 0 h 149"/>
                  <a:gd name="T10" fmla="*/ 74 w 149"/>
                  <a:gd name="T11" fmla="*/ 2 h 149"/>
                  <a:gd name="T12" fmla="*/ 2 w 149"/>
                  <a:gd name="T13" fmla="*/ 74 h 149"/>
                  <a:gd name="T14" fmla="*/ 74 w 149"/>
                  <a:gd name="T15" fmla="*/ 146 h 149"/>
                  <a:gd name="T16" fmla="*/ 146 w 149"/>
                  <a:gd name="T17" fmla="*/ 74 h 149"/>
                  <a:gd name="T18" fmla="*/ 74 w 149"/>
                  <a:gd name="T19" fmla="*/ 2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49" h="149">
                    <a:moveTo>
                      <a:pt x="74" y="0"/>
                    </a:moveTo>
                    <a:cubicBezTo>
                      <a:pt x="115" y="0"/>
                      <a:pt x="149" y="33"/>
                      <a:pt x="149" y="74"/>
                    </a:cubicBezTo>
                    <a:cubicBezTo>
                      <a:pt x="149" y="115"/>
                      <a:pt x="115" y="149"/>
                      <a:pt x="74" y="149"/>
                    </a:cubicBezTo>
                    <a:cubicBezTo>
                      <a:pt x="33" y="149"/>
                      <a:pt x="0" y="115"/>
                      <a:pt x="0" y="74"/>
                    </a:cubicBezTo>
                    <a:cubicBezTo>
                      <a:pt x="0" y="33"/>
                      <a:pt x="33" y="0"/>
                      <a:pt x="74" y="0"/>
                    </a:cubicBezTo>
                    <a:close/>
                    <a:moveTo>
                      <a:pt x="74" y="2"/>
                    </a:moveTo>
                    <a:cubicBezTo>
                      <a:pt x="35" y="2"/>
                      <a:pt x="2" y="34"/>
                      <a:pt x="2" y="74"/>
                    </a:cubicBezTo>
                    <a:cubicBezTo>
                      <a:pt x="2" y="114"/>
                      <a:pt x="35" y="146"/>
                      <a:pt x="74" y="146"/>
                    </a:cubicBezTo>
                    <a:cubicBezTo>
                      <a:pt x="114" y="146"/>
                      <a:pt x="146" y="114"/>
                      <a:pt x="146" y="74"/>
                    </a:cubicBezTo>
                    <a:cubicBezTo>
                      <a:pt x="146" y="34"/>
                      <a:pt x="114" y="2"/>
                      <a:pt x="74" y="2"/>
                    </a:cubicBezTo>
                    <a:close/>
                  </a:path>
                </a:pathLst>
              </a:custGeom>
              <a:solidFill>
                <a:srgbClr val="00523A"/>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49" name="ïslíḍê"/>
              <p:cNvSpPr/>
              <p:nvPr/>
            </p:nvSpPr>
            <p:spPr bwMode="auto">
              <a:xfrm>
                <a:off x="3775076" y="3248025"/>
                <a:ext cx="274638" cy="146050"/>
              </a:xfrm>
              <a:custGeom>
                <a:avLst/>
                <a:gdLst>
                  <a:gd name="T0" fmla="*/ 10 w 83"/>
                  <a:gd name="T1" fmla="*/ 43 h 44"/>
                  <a:gd name="T2" fmla="*/ 18 w 83"/>
                  <a:gd name="T3" fmla="*/ 39 h 44"/>
                  <a:gd name="T4" fmla="*/ 67 w 83"/>
                  <a:gd name="T5" fmla="*/ 39 h 44"/>
                  <a:gd name="T6" fmla="*/ 73 w 83"/>
                  <a:gd name="T7" fmla="*/ 42 h 44"/>
                  <a:gd name="T8" fmla="*/ 76 w 83"/>
                  <a:gd name="T9" fmla="*/ 43 h 44"/>
                  <a:gd name="T10" fmla="*/ 83 w 83"/>
                  <a:gd name="T11" fmla="*/ 35 h 44"/>
                  <a:gd name="T12" fmla="*/ 76 w 83"/>
                  <a:gd name="T13" fmla="*/ 37 h 44"/>
                  <a:gd name="T14" fmla="*/ 69 w 83"/>
                  <a:gd name="T15" fmla="*/ 33 h 44"/>
                  <a:gd name="T16" fmla="*/ 70 w 83"/>
                  <a:gd name="T17" fmla="*/ 26 h 44"/>
                  <a:gd name="T18" fmla="*/ 64 w 83"/>
                  <a:gd name="T19" fmla="*/ 30 h 44"/>
                  <a:gd name="T20" fmla="*/ 59 w 83"/>
                  <a:gd name="T21" fmla="*/ 31 h 44"/>
                  <a:gd name="T22" fmla="*/ 56 w 83"/>
                  <a:gd name="T23" fmla="*/ 29 h 44"/>
                  <a:gd name="T24" fmla="*/ 56 w 83"/>
                  <a:gd name="T25" fmla="*/ 24 h 44"/>
                  <a:gd name="T26" fmla="*/ 58 w 83"/>
                  <a:gd name="T27" fmla="*/ 23 h 44"/>
                  <a:gd name="T28" fmla="*/ 58 w 83"/>
                  <a:gd name="T29" fmla="*/ 19 h 44"/>
                  <a:gd name="T30" fmla="*/ 54 w 83"/>
                  <a:gd name="T31" fmla="*/ 19 h 44"/>
                  <a:gd name="T32" fmla="*/ 53 w 83"/>
                  <a:gd name="T33" fmla="*/ 21 h 44"/>
                  <a:gd name="T34" fmla="*/ 44 w 83"/>
                  <a:gd name="T35" fmla="*/ 21 h 44"/>
                  <a:gd name="T36" fmla="*/ 43 w 83"/>
                  <a:gd name="T37" fmla="*/ 18 h 44"/>
                  <a:gd name="T38" fmla="*/ 44 w 83"/>
                  <a:gd name="T39" fmla="*/ 13 h 44"/>
                  <a:gd name="T40" fmla="*/ 43 w 83"/>
                  <a:gd name="T41" fmla="*/ 8 h 44"/>
                  <a:gd name="T42" fmla="*/ 43 w 83"/>
                  <a:gd name="T43" fmla="*/ 6 h 44"/>
                  <a:gd name="T44" fmla="*/ 43 w 83"/>
                  <a:gd name="T45" fmla="*/ 2 h 44"/>
                  <a:gd name="T46" fmla="*/ 43 w 83"/>
                  <a:gd name="T47" fmla="*/ 0 h 44"/>
                  <a:gd name="T48" fmla="*/ 40 w 83"/>
                  <a:gd name="T49" fmla="*/ 0 h 44"/>
                  <a:gd name="T50" fmla="*/ 39 w 83"/>
                  <a:gd name="T51" fmla="*/ 2 h 44"/>
                  <a:gd name="T52" fmla="*/ 39 w 83"/>
                  <a:gd name="T53" fmla="*/ 6 h 44"/>
                  <a:gd name="T54" fmla="*/ 39 w 83"/>
                  <a:gd name="T55" fmla="*/ 8 h 44"/>
                  <a:gd name="T56" fmla="*/ 38 w 83"/>
                  <a:gd name="T57" fmla="*/ 13 h 44"/>
                  <a:gd name="T58" fmla="*/ 38 w 83"/>
                  <a:gd name="T59" fmla="*/ 18 h 44"/>
                  <a:gd name="T60" fmla="*/ 38 w 83"/>
                  <a:gd name="T61" fmla="*/ 21 h 44"/>
                  <a:gd name="T62" fmla="*/ 30 w 83"/>
                  <a:gd name="T63" fmla="*/ 21 h 44"/>
                  <a:gd name="T64" fmla="*/ 29 w 83"/>
                  <a:gd name="T65" fmla="*/ 19 h 44"/>
                  <a:gd name="T66" fmla="*/ 25 w 83"/>
                  <a:gd name="T67" fmla="*/ 19 h 44"/>
                  <a:gd name="T68" fmla="*/ 25 w 83"/>
                  <a:gd name="T69" fmla="*/ 23 h 44"/>
                  <a:gd name="T70" fmla="*/ 26 w 83"/>
                  <a:gd name="T71" fmla="*/ 24 h 44"/>
                  <a:gd name="T72" fmla="*/ 27 w 83"/>
                  <a:gd name="T73" fmla="*/ 29 h 44"/>
                  <a:gd name="T74" fmla="*/ 22 w 83"/>
                  <a:gd name="T75" fmla="*/ 31 h 44"/>
                  <a:gd name="T76" fmla="*/ 13 w 83"/>
                  <a:gd name="T77" fmla="*/ 26 h 44"/>
                  <a:gd name="T78" fmla="*/ 13 w 83"/>
                  <a:gd name="T79" fmla="*/ 35 h 44"/>
                  <a:gd name="T80" fmla="*/ 7 w 83"/>
                  <a:gd name="T81" fmla="*/ 37 h 44"/>
                  <a:gd name="T82" fmla="*/ 0 w 83"/>
                  <a:gd name="T83" fmla="*/ 34 h 44"/>
                  <a:gd name="T84" fmla="*/ 5 w 83"/>
                  <a:gd name="T85" fmla="*/ 42 h 44"/>
                  <a:gd name="T86" fmla="*/ 10 w 83"/>
                  <a:gd name="T87" fmla="*/ 43 h 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83" h="44">
                    <a:moveTo>
                      <a:pt x="10" y="43"/>
                    </a:moveTo>
                    <a:cubicBezTo>
                      <a:pt x="18" y="39"/>
                      <a:pt x="18" y="39"/>
                      <a:pt x="18" y="39"/>
                    </a:cubicBezTo>
                    <a:cubicBezTo>
                      <a:pt x="67" y="39"/>
                      <a:pt x="67" y="39"/>
                      <a:pt x="67" y="39"/>
                    </a:cubicBezTo>
                    <a:cubicBezTo>
                      <a:pt x="73" y="42"/>
                      <a:pt x="73" y="42"/>
                      <a:pt x="73" y="42"/>
                    </a:cubicBezTo>
                    <a:cubicBezTo>
                      <a:pt x="74" y="43"/>
                      <a:pt x="75" y="43"/>
                      <a:pt x="76" y="43"/>
                    </a:cubicBezTo>
                    <a:cubicBezTo>
                      <a:pt x="80" y="42"/>
                      <a:pt x="83" y="35"/>
                      <a:pt x="83" y="35"/>
                    </a:cubicBezTo>
                    <a:cubicBezTo>
                      <a:pt x="83" y="35"/>
                      <a:pt x="79" y="38"/>
                      <a:pt x="76" y="37"/>
                    </a:cubicBezTo>
                    <a:cubicBezTo>
                      <a:pt x="73" y="37"/>
                      <a:pt x="69" y="36"/>
                      <a:pt x="69" y="33"/>
                    </a:cubicBezTo>
                    <a:cubicBezTo>
                      <a:pt x="69" y="30"/>
                      <a:pt x="70" y="27"/>
                      <a:pt x="70" y="26"/>
                    </a:cubicBezTo>
                    <a:cubicBezTo>
                      <a:pt x="70" y="26"/>
                      <a:pt x="67" y="29"/>
                      <a:pt x="64" y="30"/>
                    </a:cubicBezTo>
                    <a:cubicBezTo>
                      <a:pt x="61" y="32"/>
                      <a:pt x="60" y="31"/>
                      <a:pt x="59" y="31"/>
                    </a:cubicBezTo>
                    <a:cubicBezTo>
                      <a:pt x="57" y="30"/>
                      <a:pt x="56" y="29"/>
                      <a:pt x="56" y="29"/>
                    </a:cubicBezTo>
                    <a:cubicBezTo>
                      <a:pt x="56" y="24"/>
                      <a:pt x="56" y="24"/>
                      <a:pt x="56" y="24"/>
                    </a:cubicBezTo>
                    <a:cubicBezTo>
                      <a:pt x="58" y="23"/>
                      <a:pt x="58" y="23"/>
                      <a:pt x="58" y="23"/>
                    </a:cubicBezTo>
                    <a:cubicBezTo>
                      <a:pt x="58" y="19"/>
                      <a:pt x="58" y="19"/>
                      <a:pt x="58" y="19"/>
                    </a:cubicBezTo>
                    <a:cubicBezTo>
                      <a:pt x="54" y="19"/>
                      <a:pt x="54" y="19"/>
                      <a:pt x="54" y="19"/>
                    </a:cubicBezTo>
                    <a:cubicBezTo>
                      <a:pt x="54" y="19"/>
                      <a:pt x="54" y="21"/>
                      <a:pt x="53" y="21"/>
                    </a:cubicBezTo>
                    <a:cubicBezTo>
                      <a:pt x="52" y="21"/>
                      <a:pt x="44" y="21"/>
                      <a:pt x="44" y="21"/>
                    </a:cubicBezTo>
                    <a:cubicBezTo>
                      <a:pt x="44" y="21"/>
                      <a:pt x="43" y="20"/>
                      <a:pt x="43" y="18"/>
                    </a:cubicBezTo>
                    <a:cubicBezTo>
                      <a:pt x="44" y="17"/>
                      <a:pt x="44" y="17"/>
                      <a:pt x="44" y="13"/>
                    </a:cubicBezTo>
                    <a:cubicBezTo>
                      <a:pt x="44" y="10"/>
                      <a:pt x="44" y="9"/>
                      <a:pt x="43" y="8"/>
                    </a:cubicBezTo>
                    <a:cubicBezTo>
                      <a:pt x="43" y="7"/>
                      <a:pt x="42" y="7"/>
                      <a:pt x="43" y="6"/>
                    </a:cubicBezTo>
                    <a:cubicBezTo>
                      <a:pt x="44" y="5"/>
                      <a:pt x="44" y="4"/>
                      <a:pt x="43" y="2"/>
                    </a:cubicBezTo>
                    <a:cubicBezTo>
                      <a:pt x="42" y="1"/>
                      <a:pt x="43" y="2"/>
                      <a:pt x="43" y="0"/>
                    </a:cubicBezTo>
                    <a:cubicBezTo>
                      <a:pt x="40" y="0"/>
                      <a:pt x="40" y="0"/>
                      <a:pt x="40" y="0"/>
                    </a:cubicBezTo>
                    <a:cubicBezTo>
                      <a:pt x="39" y="0"/>
                      <a:pt x="40" y="1"/>
                      <a:pt x="39" y="2"/>
                    </a:cubicBezTo>
                    <a:cubicBezTo>
                      <a:pt x="38" y="3"/>
                      <a:pt x="38" y="5"/>
                      <a:pt x="39" y="6"/>
                    </a:cubicBezTo>
                    <a:cubicBezTo>
                      <a:pt x="39" y="7"/>
                      <a:pt x="40" y="7"/>
                      <a:pt x="39" y="8"/>
                    </a:cubicBezTo>
                    <a:cubicBezTo>
                      <a:pt x="38" y="9"/>
                      <a:pt x="38" y="10"/>
                      <a:pt x="38" y="13"/>
                    </a:cubicBezTo>
                    <a:cubicBezTo>
                      <a:pt x="38" y="16"/>
                      <a:pt x="38" y="17"/>
                      <a:pt x="38" y="18"/>
                    </a:cubicBezTo>
                    <a:cubicBezTo>
                      <a:pt x="39" y="20"/>
                      <a:pt x="38" y="21"/>
                      <a:pt x="38" y="21"/>
                    </a:cubicBezTo>
                    <a:cubicBezTo>
                      <a:pt x="37" y="21"/>
                      <a:pt x="30" y="21"/>
                      <a:pt x="30" y="21"/>
                    </a:cubicBezTo>
                    <a:cubicBezTo>
                      <a:pt x="30" y="21"/>
                      <a:pt x="29" y="20"/>
                      <a:pt x="29" y="19"/>
                    </a:cubicBezTo>
                    <a:cubicBezTo>
                      <a:pt x="25" y="19"/>
                      <a:pt x="25" y="19"/>
                      <a:pt x="25" y="19"/>
                    </a:cubicBezTo>
                    <a:cubicBezTo>
                      <a:pt x="25" y="23"/>
                      <a:pt x="25" y="23"/>
                      <a:pt x="25" y="23"/>
                    </a:cubicBezTo>
                    <a:cubicBezTo>
                      <a:pt x="26" y="24"/>
                      <a:pt x="26" y="24"/>
                      <a:pt x="26" y="24"/>
                    </a:cubicBezTo>
                    <a:cubicBezTo>
                      <a:pt x="27" y="29"/>
                      <a:pt x="27" y="29"/>
                      <a:pt x="27" y="29"/>
                    </a:cubicBezTo>
                    <a:cubicBezTo>
                      <a:pt x="27" y="29"/>
                      <a:pt x="24" y="31"/>
                      <a:pt x="22" y="31"/>
                    </a:cubicBezTo>
                    <a:cubicBezTo>
                      <a:pt x="19" y="31"/>
                      <a:pt x="13" y="26"/>
                      <a:pt x="13" y="26"/>
                    </a:cubicBezTo>
                    <a:cubicBezTo>
                      <a:pt x="13" y="26"/>
                      <a:pt x="14" y="33"/>
                      <a:pt x="13" y="35"/>
                    </a:cubicBezTo>
                    <a:cubicBezTo>
                      <a:pt x="13" y="37"/>
                      <a:pt x="10" y="37"/>
                      <a:pt x="7" y="37"/>
                    </a:cubicBezTo>
                    <a:cubicBezTo>
                      <a:pt x="4" y="37"/>
                      <a:pt x="0" y="35"/>
                      <a:pt x="0" y="34"/>
                    </a:cubicBezTo>
                    <a:cubicBezTo>
                      <a:pt x="0" y="34"/>
                      <a:pt x="3" y="40"/>
                      <a:pt x="5" y="42"/>
                    </a:cubicBezTo>
                    <a:cubicBezTo>
                      <a:pt x="7" y="44"/>
                      <a:pt x="10" y="43"/>
                      <a:pt x="10" y="43"/>
                    </a:cubicBez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50" name="íṡļïdê"/>
              <p:cNvSpPr/>
              <p:nvPr/>
            </p:nvSpPr>
            <p:spPr bwMode="auto">
              <a:xfrm>
                <a:off x="3614738" y="3370263"/>
                <a:ext cx="596900" cy="241300"/>
              </a:xfrm>
              <a:custGeom>
                <a:avLst/>
                <a:gdLst>
                  <a:gd name="T0" fmla="*/ 58 w 181"/>
                  <a:gd name="T1" fmla="*/ 72 h 72"/>
                  <a:gd name="T2" fmla="*/ 8 w 181"/>
                  <a:gd name="T3" fmla="*/ 72 h 72"/>
                  <a:gd name="T4" fmla="*/ 3 w 181"/>
                  <a:gd name="T5" fmla="*/ 63 h 72"/>
                  <a:gd name="T6" fmla="*/ 6 w 181"/>
                  <a:gd name="T7" fmla="*/ 63 h 72"/>
                  <a:gd name="T8" fmla="*/ 11 w 181"/>
                  <a:gd name="T9" fmla="*/ 55 h 72"/>
                  <a:gd name="T10" fmla="*/ 14 w 181"/>
                  <a:gd name="T11" fmla="*/ 55 h 72"/>
                  <a:gd name="T12" fmla="*/ 14 w 181"/>
                  <a:gd name="T13" fmla="*/ 29 h 72"/>
                  <a:gd name="T14" fmla="*/ 0 w 181"/>
                  <a:gd name="T15" fmla="*/ 4 h 72"/>
                  <a:gd name="T16" fmla="*/ 30 w 181"/>
                  <a:gd name="T17" fmla="*/ 0 h 72"/>
                  <a:gd name="T18" fmla="*/ 58 w 181"/>
                  <a:gd name="T19" fmla="*/ 8 h 72"/>
                  <a:gd name="T20" fmla="*/ 51 w 181"/>
                  <a:gd name="T21" fmla="*/ 25 h 72"/>
                  <a:gd name="T22" fmla="*/ 131 w 181"/>
                  <a:gd name="T23" fmla="*/ 25 h 72"/>
                  <a:gd name="T24" fmla="*/ 122 w 181"/>
                  <a:gd name="T25" fmla="*/ 8 h 72"/>
                  <a:gd name="T26" fmla="*/ 150 w 181"/>
                  <a:gd name="T27" fmla="*/ 0 h 72"/>
                  <a:gd name="T28" fmla="*/ 181 w 181"/>
                  <a:gd name="T29" fmla="*/ 5 h 72"/>
                  <a:gd name="T30" fmla="*/ 166 w 181"/>
                  <a:gd name="T31" fmla="*/ 28 h 72"/>
                  <a:gd name="T32" fmla="*/ 166 w 181"/>
                  <a:gd name="T33" fmla="*/ 55 h 72"/>
                  <a:gd name="T34" fmla="*/ 171 w 181"/>
                  <a:gd name="T35" fmla="*/ 55 h 72"/>
                  <a:gd name="T36" fmla="*/ 178 w 181"/>
                  <a:gd name="T37" fmla="*/ 65 h 72"/>
                  <a:gd name="T38" fmla="*/ 174 w 181"/>
                  <a:gd name="T39" fmla="*/ 72 h 72"/>
                  <a:gd name="T40" fmla="*/ 58 w 181"/>
                  <a:gd name="T41" fmla="*/ 72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1" h="72">
                    <a:moveTo>
                      <a:pt x="58" y="72"/>
                    </a:moveTo>
                    <a:cubicBezTo>
                      <a:pt x="8" y="72"/>
                      <a:pt x="8" y="72"/>
                      <a:pt x="8" y="72"/>
                    </a:cubicBezTo>
                    <a:cubicBezTo>
                      <a:pt x="3" y="63"/>
                      <a:pt x="3" y="63"/>
                      <a:pt x="3" y="63"/>
                    </a:cubicBezTo>
                    <a:cubicBezTo>
                      <a:pt x="6" y="63"/>
                      <a:pt x="6" y="63"/>
                      <a:pt x="6" y="63"/>
                    </a:cubicBezTo>
                    <a:cubicBezTo>
                      <a:pt x="7" y="61"/>
                      <a:pt x="10" y="57"/>
                      <a:pt x="11" y="55"/>
                    </a:cubicBezTo>
                    <a:cubicBezTo>
                      <a:pt x="12" y="55"/>
                      <a:pt x="13" y="55"/>
                      <a:pt x="14" y="55"/>
                    </a:cubicBezTo>
                    <a:cubicBezTo>
                      <a:pt x="14" y="45"/>
                      <a:pt x="14" y="39"/>
                      <a:pt x="14" y="29"/>
                    </a:cubicBezTo>
                    <a:cubicBezTo>
                      <a:pt x="6" y="25"/>
                      <a:pt x="0" y="19"/>
                      <a:pt x="0" y="4"/>
                    </a:cubicBezTo>
                    <a:cubicBezTo>
                      <a:pt x="13" y="19"/>
                      <a:pt x="25" y="20"/>
                      <a:pt x="30" y="0"/>
                    </a:cubicBezTo>
                    <a:cubicBezTo>
                      <a:pt x="40" y="22"/>
                      <a:pt x="50" y="16"/>
                      <a:pt x="58" y="8"/>
                    </a:cubicBezTo>
                    <a:cubicBezTo>
                      <a:pt x="59" y="17"/>
                      <a:pt x="51" y="24"/>
                      <a:pt x="51" y="25"/>
                    </a:cubicBezTo>
                    <a:cubicBezTo>
                      <a:pt x="131" y="25"/>
                      <a:pt x="131" y="25"/>
                      <a:pt x="131" y="25"/>
                    </a:cubicBezTo>
                    <a:cubicBezTo>
                      <a:pt x="128" y="21"/>
                      <a:pt x="123" y="15"/>
                      <a:pt x="122" y="8"/>
                    </a:cubicBezTo>
                    <a:cubicBezTo>
                      <a:pt x="131" y="18"/>
                      <a:pt x="141" y="23"/>
                      <a:pt x="150" y="0"/>
                    </a:cubicBezTo>
                    <a:cubicBezTo>
                      <a:pt x="160" y="23"/>
                      <a:pt x="169" y="16"/>
                      <a:pt x="181" y="5"/>
                    </a:cubicBezTo>
                    <a:cubicBezTo>
                      <a:pt x="178" y="23"/>
                      <a:pt x="174" y="23"/>
                      <a:pt x="166" y="28"/>
                    </a:cubicBezTo>
                    <a:cubicBezTo>
                      <a:pt x="166" y="38"/>
                      <a:pt x="166" y="45"/>
                      <a:pt x="166" y="55"/>
                    </a:cubicBezTo>
                    <a:cubicBezTo>
                      <a:pt x="168" y="55"/>
                      <a:pt x="169" y="55"/>
                      <a:pt x="171" y="55"/>
                    </a:cubicBezTo>
                    <a:cubicBezTo>
                      <a:pt x="178" y="65"/>
                      <a:pt x="178" y="65"/>
                      <a:pt x="178" y="65"/>
                    </a:cubicBezTo>
                    <a:cubicBezTo>
                      <a:pt x="174" y="72"/>
                      <a:pt x="174" y="72"/>
                      <a:pt x="174" y="72"/>
                    </a:cubicBezTo>
                    <a:lnTo>
                      <a:pt x="58" y="72"/>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51" name="iş1ïďe"/>
              <p:cNvSpPr/>
              <p:nvPr/>
            </p:nvSpPr>
            <p:spPr bwMode="auto">
              <a:xfrm>
                <a:off x="3624263" y="3381375"/>
                <a:ext cx="577850" cy="200025"/>
              </a:xfrm>
              <a:custGeom>
                <a:avLst/>
                <a:gdLst>
                  <a:gd name="T0" fmla="*/ 130 w 175"/>
                  <a:gd name="T1" fmla="*/ 51 h 60"/>
                  <a:gd name="T2" fmla="*/ 130 w 175"/>
                  <a:gd name="T3" fmla="*/ 50 h 60"/>
                  <a:gd name="T4" fmla="*/ 48 w 175"/>
                  <a:gd name="T5" fmla="*/ 50 h 60"/>
                  <a:gd name="T6" fmla="*/ 48 w 175"/>
                  <a:gd name="T7" fmla="*/ 51 h 60"/>
                  <a:gd name="T8" fmla="*/ 52 w 175"/>
                  <a:gd name="T9" fmla="*/ 51 h 60"/>
                  <a:gd name="T10" fmla="*/ 48 w 175"/>
                  <a:gd name="T11" fmla="*/ 60 h 60"/>
                  <a:gd name="T12" fmla="*/ 7 w 175"/>
                  <a:gd name="T13" fmla="*/ 60 h 60"/>
                  <a:gd name="T14" fmla="*/ 10 w 175"/>
                  <a:gd name="T15" fmla="*/ 54 h 60"/>
                  <a:gd name="T16" fmla="*/ 14 w 175"/>
                  <a:gd name="T17" fmla="*/ 54 h 60"/>
                  <a:gd name="T18" fmla="*/ 13 w 175"/>
                  <a:gd name="T19" fmla="*/ 25 h 60"/>
                  <a:gd name="T20" fmla="*/ 0 w 175"/>
                  <a:gd name="T21" fmla="*/ 7 h 60"/>
                  <a:gd name="T22" fmla="*/ 28 w 175"/>
                  <a:gd name="T23" fmla="*/ 0 h 60"/>
                  <a:gd name="T24" fmla="*/ 55 w 175"/>
                  <a:gd name="T25" fmla="*/ 7 h 60"/>
                  <a:gd name="T26" fmla="*/ 48 w 175"/>
                  <a:gd name="T27" fmla="*/ 22 h 60"/>
                  <a:gd name="T28" fmla="*/ 127 w 175"/>
                  <a:gd name="T29" fmla="*/ 22 h 60"/>
                  <a:gd name="T30" fmla="*/ 119 w 175"/>
                  <a:gd name="T31" fmla="*/ 7 h 60"/>
                  <a:gd name="T32" fmla="*/ 147 w 175"/>
                  <a:gd name="T33" fmla="*/ 0 h 60"/>
                  <a:gd name="T34" fmla="*/ 175 w 175"/>
                  <a:gd name="T35" fmla="*/ 7 h 60"/>
                  <a:gd name="T36" fmla="*/ 161 w 175"/>
                  <a:gd name="T37" fmla="*/ 24 h 60"/>
                  <a:gd name="T38" fmla="*/ 161 w 175"/>
                  <a:gd name="T39" fmla="*/ 53 h 60"/>
                  <a:gd name="T40" fmla="*/ 165 w 175"/>
                  <a:gd name="T41" fmla="*/ 53 h 60"/>
                  <a:gd name="T42" fmla="*/ 169 w 175"/>
                  <a:gd name="T43" fmla="*/ 60 h 60"/>
                  <a:gd name="T44" fmla="*/ 128 w 175"/>
                  <a:gd name="T45" fmla="*/ 60 h 60"/>
                  <a:gd name="T46" fmla="*/ 124 w 175"/>
                  <a:gd name="T47" fmla="*/ 51 h 60"/>
                  <a:gd name="T48" fmla="*/ 130 w 175"/>
                  <a:gd name="T49" fmla="*/ 51 h 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75" h="60">
                    <a:moveTo>
                      <a:pt x="130" y="51"/>
                    </a:moveTo>
                    <a:cubicBezTo>
                      <a:pt x="130" y="50"/>
                      <a:pt x="130" y="50"/>
                      <a:pt x="130" y="50"/>
                    </a:cubicBezTo>
                    <a:cubicBezTo>
                      <a:pt x="48" y="50"/>
                      <a:pt x="48" y="50"/>
                      <a:pt x="48" y="50"/>
                    </a:cubicBezTo>
                    <a:cubicBezTo>
                      <a:pt x="48" y="51"/>
                      <a:pt x="48" y="51"/>
                      <a:pt x="48" y="51"/>
                    </a:cubicBezTo>
                    <a:cubicBezTo>
                      <a:pt x="52" y="51"/>
                      <a:pt x="52" y="51"/>
                      <a:pt x="52" y="51"/>
                    </a:cubicBezTo>
                    <a:cubicBezTo>
                      <a:pt x="48" y="60"/>
                      <a:pt x="48" y="60"/>
                      <a:pt x="48" y="60"/>
                    </a:cubicBezTo>
                    <a:cubicBezTo>
                      <a:pt x="34" y="60"/>
                      <a:pt x="20" y="60"/>
                      <a:pt x="7" y="60"/>
                    </a:cubicBezTo>
                    <a:cubicBezTo>
                      <a:pt x="8" y="58"/>
                      <a:pt x="9" y="56"/>
                      <a:pt x="10" y="54"/>
                    </a:cubicBezTo>
                    <a:cubicBezTo>
                      <a:pt x="11" y="54"/>
                      <a:pt x="12" y="54"/>
                      <a:pt x="14" y="54"/>
                    </a:cubicBezTo>
                    <a:cubicBezTo>
                      <a:pt x="14" y="44"/>
                      <a:pt x="13" y="34"/>
                      <a:pt x="13" y="25"/>
                    </a:cubicBezTo>
                    <a:cubicBezTo>
                      <a:pt x="5" y="20"/>
                      <a:pt x="1" y="14"/>
                      <a:pt x="0" y="7"/>
                    </a:cubicBezTo>
                    <a:cubicBezTo>
                      <a:pt x="12" y="18"/>
                      <a:pt x="22" y="17"/>
                      <a:pt x="28" y="0"/>
                    </a:cubicBezTo>
                    <a:cubicBezTo>
                      <a:pt x="37" y="22"/>
                      <a:pt x="47" y="15"/>
                      <a:pt x="55" y="7"/>
                    </a:cubicBezTo>
                    <a:cubicBezTo>
                      <a:pt x="55" y="14"/>
                      <a:pt x="50" y="17"/>
                      <a:pt x="48" y="22"/>
                    </a:cubicBezTo>
                    <a:cubicBezTo>
                      <a:pt x="127" y="22"/>
                      <a:pt x="127" y="22"/>
                      <a:pt x="127" y="22"/>
                    </a:cubicBezTo>
                    <a:cubicBezTo>
                      <a:pt x="125" y="18"/>
                      <a:pt x="120" y="14"/>
                      <a:pt x="119" y="7"/>
                    </a:cubicBezTo>
                    <a:cubicBezTo>
                      <a:pt x="127" y="15"/>
                      <a:pt x="137" y="22"/>
                      <a:pt x="147" y="0"/>
                    </a:cubicBezTo>
                    <a:cubicBezTo>
                      <a:pt x="153" y="17"/>
                      <a:pt x="163" y="18"/>
                      <a:pt x="175" y="7"/>
                    </a:cubicBezTo>
                    <a:cubicBezTo>
                      <a:pt x="173" y="14"/>
                      <a:pt x="169" y="19"/>
                      <a:pt x="161" y="24"/>
                    </a:cubicBezTo>
                    <a:cubicBezTo>
                      <a:pt x="161" y="34"/>
                      <a:pt x="161" y="44"/>
                      <a:pt x="161" y="53"/>
                    </a:cubicBezTo>
                    <a:cubicBezTo>
                      <a:pt x="162" y="53"/>
                      <a:pt x="164" y="53"/>
                      <a:pt x="165" y="53"/>
                    </a:cubicBezTo>
                    <a:cubicBezTo>
                      <a:pt x="166" y="55"/>
                      <a:pt x="167" y="58"/>
                      <a:pt x="169" y="60"/>
                    </a:cubicBezTo>
                    <a:cubicBezTo>
                      <a:pt x="155" y="60"/>
                      <a:pt x="142" y="60"/>
                      <a:pt x="128" y="60"/>
                    </a:cubicBezTo>
                    <a:cubicBezTo>
                      <a:pt x="124" y="51"/>
                      <a:pt x="124" y="51"/>
                      <a:pt x="124" y="51"/>
                    </a:cubicBezTo>
                    <a:lnTo>
                      <a:pt x="130" y="51"/>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52" name="ïṩḷíḍé"/>
              <p:cNvSpPr/>
              <p:nvPr/>
            </p:nvSpPr>
            <p:spPr bwMode="auto">
              <a:xfrm>
                <a:off x="4065588"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53" name="ïśľíḍè"/>
              <p:cNvSpPr/>
              <p:nvPr/>
            </p:nvSpPr>
            <p:spPr bwMode="auto">
              <a:xfrm>
                <a:off x="3740151"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54" name="í$ḻîḋè"/>
              <p:cNvSpPr/>
              <p:nvPr/>
            </p:nvSpPr>
            <p:spPr bwMode="auto">
              <a:xfrm>
                <a:off x="4125913"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55" name="iṣļíḋe"/>
              <p:cNvSpPr/>
              <p:nvPr/>
            </p:nvSpPr>
            <p:spPr bwMode="auto">
              <a:xfrm>
                <a:off x="3709988"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56" name="iṩḷiḓé"/>
              <p:cNvSpPr/>
              <p:nvPr/>
            </p:nvSpPr>
            <p:spPr bwMode="auto">
              <a:xfrm>
                <a:off x="4095751"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57" name="iSľiḍè"/>
              <p:cNvSpPr/>
              <p:nvPr/>
            </p:nvSpPr>
            <p:spPr bwMode="auto">
              <a:xfrm>
                <a:off x="3663951" y="3460750"/>
                <a:ext cx="495300" cy="317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58" name="ïṩḷîḍe"/>
              <p:cNvSpPr/>
              <p:nvPr/>
            </p:nvSpPr>
            <p:spPr bwMode="auto">
              <a:xfrm>
                <a:off x="3663951" y="3473450"/>
                <a:ext cx="115888"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59" name="íšḻiḑê"/>
              <p:cNvSpPr/>
              <p:nvPr/>
            </p:nvSpPr>
            <p:spPr bwMode="auto">
              <a:xfrm>
                <a:off x="3789363" y="3473450"/>
                <a:ext cx="428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60" name="ïṩļïďè"/>
              <p:cNvSpPr/>
              <p:nvPr/>
            </p:nvSpPr>
            <p:spPr bwMode="auto">
              <a:xfrm>
                <a:off x="3851276" y="3473450"/>
                <a:ext cx="57150"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61" name="îṥlïḋê"/>
              <p:cNvSpPr/>
              <p:nvPr/>
            </p:nvSpPr>
            <p:spPr bwMode="auto">
              <a:xfrm>
                <a:off x="3917951" y="3473450"/>
                <a:ext cx="555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62" name="îṧľïdè"/>
              <p:cNvSpPr/>
              <p:nvPr/>
            </p:nvSpPr>
            <p:spPr bwMode="auto">
              <a:xfrm>
                <a:off x="3994151" y="3473450"/>
                <a:ext cx="428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63" name="iSḷîḓê"/>
              <p:cNvSpPr/>
              <p:nvPr/>
            </p:nvSpPr>
            <p:spPr bwMode="auto">
              <a:xfrm>
                <a:off x="4046538" y="3473450"/>
                <a:ext cx="11271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64" name="îślíďè"/>
              <p:cNvSpPr/>
              <p:nvPr/>
            </p:nvSpPr>
            <p:spPr bwMode="auto">
              <a:xfrm>
                <a:off x="3979863" y="3473450"/>
                <a:ext cx="7938"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65" name="iSḻïḍè"/>
              <p:cNvSpPr/>
              <p:nvPr/>
            </p:nvSpPr>
            <p:spPr bwMode="auto">
              <a:xfrm>
                <a:off x="3838576" y="3473450"/>
                <a:ext cx="6350"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66" name="ïṡliḑê"/>
              <p:cNvSpPr/>
              <p:nvPr/>
            </p:nvSpPr>
            <p:spPr bwMode="auto">
              <a:xfrm>
                <a:off x="3851276" y="3384550"/>
                <a:ext cx="26988"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67" name="islïďé"/>
              <p:cNvSpPr/>
              <p:nvPr/>
            </p:nvSpPr>
            <p:spPr bwMode="auto">
              <a:xfrm>
                <a:off x="3817938" y="3384550"/>
                <a:ext cx="26988" cy="15875"/>
              </a:xfrm>
              <a:custGeom>
                <a:avLst/>
                <a:gdLst>
                  <a:gd name="T0" fmla="*/ 7 w 8"/>
                  <a:gd name="T1" fmla="*/ 0 h 5"/>
                  <a:gd name="T2" fmla="*/ 8 w 8"/>
                  <a:gd name="T3" fmla="*/ 2 h 5"/>
                  <a:gd name="T4" fmla="*/ 1 w 8"/>
                  <a:gd name="T5" fmla="*/ 5 h 5"/>
                  <a:gd name="T6" fmla="*/ 7 w 8"/>
                  <a:gd name="T7" fmla="*/ 0 h 5"/>
                  <a:gd name="T8" fmla="*/ 7 w 8"/>
                  <a:gd name="T9" fmla="*/ 0 h 5"/>
                  <a:gd name="T10" fmla="*/ 7 w 8"/>
                  <a:gd name="T11" fmla="*/ 0 h 5"/>
                </a:gdLst>
                <a:ahLst/>
                <a:cxnLst>
                  <a:cxn ang="0">
                    <a:pos x="T0" y="T1"/>
                  </a:cxn>
                  <a:cxn ang="0">
                    <a:pos x="T2" y="T3"/>
                  </a:cxn>
                  <a:cxn ang="0">
                    <a:pos x="T4" y="T5"/>
                  </a:cxn>
                  <a:cxn ang="0">
                    <a:pos x="T6" y="T7"/>
                  </a:cxn>
                  <a:cxn ang="0">
                    <a:pos x="T8" y="T9"/>
                  </a:cxn>
                  <a:cxn ang="0">
                    <a:pos x="T10" y="T11"/>
                  </a:cxn>
                </a:cxnLst>
                <a:rect l="0" t="0" r="r" b="b"/>
                <a:pathLst>
                  <a:path w="8" h="5">
                    <a:moveTo>
                      <a:pt x="7" y="0"/>
                    </a:moveTo>
                    <a:cubicBezTo>
                      <a:pt x="8" y="2"/>
                      <a:pt x="8" y="2"/>
                      <a:pt x="8" y="2"/>
                    </a:cubicBezTo>
                    <a:cubicBezTo>
                      <a:pt x="1" y="5"/>
                      <a:pt x="1" y="5"/>
                      <a:pt x="1" y="5"/>
                    </a:cubicBezTo>
                    <a:cubicBezTo>
                      <a:pt x="1" y="5"/>
                      <a:pt x="0" y="2"/>
                      <a:pt x="7" y="0"/>
                    </a:cubicBezTo>
                    <a:close/>
                    <a:moveTo>
                      <a:pt x="7" y="0"/>
                    </a:moveTo>
                    <a:cubicBezTo>
                      <a:pt x="7" y="0"/>
                      <a:pt x="7" y="0"/>
                      <a:pt x="7"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68" name="îṥḷîdé"/>
              <p:cNvSpPr/>
              <p:nvPr/>
            </p:nvSpPr>
            <p:spPr bwMode="auto">
              <a:xfrm>
                <a:off x="3983038" y="3384550"/>
                <a:ext cx="26988" cy="15875"/>
              </a:xfrm>
              <a:custGeom>
                <a:avLst/>
                <a:gdLst>
                  <a:gd name="T0" fmla="*/ 1 w 8"/>
                  <a:gd name="T1" fmla="*/ 0 h 5"/>
                  <a:gd name="T2" fmla="*/ 0 w 8"/>
                  <a:gd name="T3" fmla="*/ 2 h 5"/>
                  <a:gd name="T4" fmla="*/ 7 w 8"/>
                  <a:gd name="T5" fmla="*/ 5 h 5"/>
                  <a:gd name="T6" fmla="*/ 1 w 8"/>
                  <a:gd name="T7" fmla="*/ 0 h 5"/>
                  <a:gd name="T8" fmla="*/ 1 w 8"/>
                  <a:gd name="T9" fmla="*/ 0 h 5"/>
                  <a:gd name="T10" fmla="*/ 1 w 8"/>
                  <a:gd name="T11" fmla="*/ 0 h 5"/>
                </a:gdLst>
                <a:ahLst/>
                <a:cxnLst>
                  <a:cxn ang="0">
                    <a:pos x="T0" y="T1"/>
                  </a:cxn>
                  <a:cxn ang="0">
                    <a:pos x="T2" y="T3"/>
                  </a:cxn>
                  <a:cxn ang="0">
                    <a:pos x="T4" y="T5"/>
                  </a:cxn>
                  <a:cxn ang="0">
                    <a:pos x="T6" y="T7"/>
                  </a:cxn>
                  <a:cxn ang="0">
                    <a:pos x="T8" y="T9"/>
                  </a:cxn>
                  <a:cxn ang="0">
                    <a:pos x="T10" y="T11"/>
                  </a:cxn>
                </a:cxnLst>
                <a:rect l="0" t="0" r="r" b="b"/>
                <a:pathLst>
                  <a:path w="8" h="5">
                    <a:moveTo>
                      <a:pt x="1" y="0"/>
                    </a:moveTo>
                    <a:cubicBezTo>
                      <a:pt x="0" y="2"/>
                      <a:pt x="0" y="2"/>
                      <a:pt x="0" y="2"/>
                    </a:cubicBezTo>
                    <a:cubicBezTo>
                      <a:pt x="7" y="5"/>
                      <a:pt x="7" y="5"/>
                      <a:pt x="7" y="5"/>
                    </a:cubicBezTo>
                    <a:cubicBezTo>
                      <a:pt x="7" y="5"/>
                      <a:pt x="8" y="2"/>
                      <a:pt x="1" y="0"/>
                    </a:cubicBezTo>
                    <a:close/>
                    <a:moveTo>
                      <a:pt x="1" y="0"/>
                    </a:moveTo>
                    <a:cubicBezTo>
                      <a:pt x="1" y="0"/>
                      <a:pt x="1" y="0"/>
                      <a:pt x="1"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69" name="isḷîḋé"/>
              <p:cNvSpPr/>
              <p:nvPr/>
            </p:nvSpPr>
            <p:spPr bwMode="auto">
              <a:xfrm>
                <a:off x="3884613" y="3384550"/>
                <a:ext cx="26988"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70" name="iśḷïḑè"/>
              <p:cNvSpPr/>
              <p:nvPr/>
            </p:nvSpPr>
            <p:spPr bwMode="auto">
              <a:xfrm>
                <a:off x="3917951" y="3384550"/>
                <a:ext cx="25400"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71" name="iṧľiďé"/>
              <p:cNvSpPr/>
              <p:nvPr/>
            </p:nvSpPr>
            <p:spPr bwMode="auto">
              <a:xfrm>
                <a:off x="3951288" y="3384550"/>
                <a:ext cx="25400"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72" name="išľïḍé"/>
              <p:cNvSpPr/>
              <p:nvPr/>
            </p:nvSpPr>
            <p:spPr bwMode="auto">
              <a:xfrm>
                <a:off x="3771901" y="3484563"/>
                <a:ext cx="7938"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173" name="îŝlîḑè"/>
              <p:cNvSpPr/>
              <p:nvPr/>
            </p:nvSpPr>
            <p:spPr bwMode="auto">
              <a:xfrm>
                <a:off x="3786188" y="3484563"/>
                <a:ext cx="46038" cy="60325"/>
              </a:xfrm>
              <a:custGeom>
                <a:avLst/>
                <a:gdLst>
                  <a:gd name="T0" fmla="*/ 8 w 29"/>
                  <a:gd name="T1" fmla="*/ 0 h 38"/>
                  <a:gd name="T2" fmla="*/ 20 w 29"/>
                  <a:gd name="T3" fmla="*/ 0 h 38"/>
                  <a:gd name="T4" fmla="*/ 29 w 29"/>
                  <a:gd name="T5" fmla="*/ 8 h 38"/>
                  <a:gd name="T6" fmla="*/ 29 w 29"/>
                  <a:gd name="T7" fmla="*/ 38 h 38"/>
                  <a:gd name="T8" fmla="*/ 0 w 29"/>
                  <a:gd name="T9" fmla="*/ 38 h 38"/>
                  <a:gd name="T10" fmla="*/ 0 w 29"/>
                  <a:gd name="T11" fmla="*/ 8 h 38"/>
                  <a:gd name="T12" fmla="*/ 8 w 29"/>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29" h="38">
                    <a:moveTo>
                      <a:pt x="8" y="0"/>
                    </a:moveTo>
                    <a:lnTo>
                      <a:pt x="20" y="0"/>
                    </a:lnTo>
                    <a:lnTo>
                      <a:pt x="29" y="8"/>
                    </a:lnTo>
                    <a:lnTo>
                      <a:pt x="29" y="38"/>
                    </a:lnTo>
                    <a:lnTo>
                      <a:pt x="0" y="38"/>
                    </a:lnTo>
                    <a:lnTo>
                      <a:pt x="0" y="8"/>
                    </a:lnTo>
                    <a:lnTo>
                      <a:pt x="8"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74" name="îṩḻíḓe"/>
              <p:cNvSpPr/>
              <p:nvPr/>
            </p:nvSpPr>
            <p:spPr bwMode="auto">
              <a:xfrm>
                <a:off x="3994151" y="3484563"/>
                <a:ext cx="46038" cy="60325"/>
              </a:xfrm>
              <a:custGeom>
                <a:avLst/>
                <a:gdLst>
                  <a:gd name="T0" fmla="*/ 8 w 29"/>
                  <a:gd name="T1" fmla="*/ 0 h 38"/>
                  <a:gd name="T2" fmla="*/ 18 w 29"/>
                  <a:gd name="T3" fmla="*/ 0 h 38"/>
                  <a:gd name="T4" fmla="*/ 29 w 29"/>
                  <a:gd name="T5" fmla="*/ 8 h 38"/>
                  <a:gd name="T6" fmla="*/ 29 w 29"/>
                  <a:gd name="T7" fmla="*/ 38 h 38"/>
                  <a:gd name="T8" fmla="*/ 0 w 29"/>
                  <a:gd name="T9" fmla="*/ 38 h 38"/>
                  <a:gd name="T10" fmla="*/ 0 w 29"/>
                  <a:gd name="T11" fmla="*/ 8 h 38"/>
                  <a:gd name="T12" fmla="*/ 8 w 29"/>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29" h="38">
                    <a:moveTo>
                      <a:pt x="8" y="0"/>
                    </a:moveTo>
                    <a:lnTo>
                      <a:pt x="18" y="0"/>
                    </a:lnTo>
                    <a:lnTo>
                      <a:pt x="29" y="8"/>
                    </a:lnTo>
                    <a:lnTo>
                      <a:pt x="29" y="38"/>
                    </a:lnTo>
                    <a:lnTo>
                      <a:pt x="0" y="38"/>
                    </a:lnTo>
                    <a:lnTo>
                      <a:pt x="0" y="8"/>
                    </a:lnTo>
                    <a:lnTo>
                      <a:pt x="8"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75" name="î$1îdè"/>
              <p:cNvSpPr/>
              <p:nvPr/>
            </p:nvSpPr>
            <p:spPr bwMode="auto">
              <a:xfrm>
                <a:off x="3851276" y="3484563"/>
                <a:ext cx="122238" cy="60325"/>
              </a:xfrm>
              <a:custGeom>
                <a:avLst/>
                <a:gdLst>
                  <a:gd name="T0" fmla="*/ 9 w 77"/>
                  <a:gd name="T1" fmla="*/ 0 h 38"/>
                  <a:gd name="T2" fmla="*/ 69 w 77"/>
                  <a:gd name="T3" fmla="*/ 0 h 38"/>
                  <a:gd name="T4" fmla="*/ 77 w 77"/>
                  <a:gd name="T5" fmla="*/ 8 h 38"/>
                  <a:gd name="T6" fmla="*/ 77 w 77"/>
                  <a:gd name="T7" fmla="*/ 38 h 38"/>
                  <a:gd name="T8" fmla="*/ 0 w 77"/>
                  <a:gd name="T9" fmla="*/ 38 h 38"/>
                  <a:gd name="T10" fmla="*/ 0 w 77"/>
                  <a:gd name="T11" fmla="*/ 8 h 38"/>
                  <a:gd name="T12" fmla="*/ 9 w 77"/>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77" h="38">
                    <a:moveTo>
                      <a:pt x="9" y="0"/>
                    </a:moveTo>
                    <a:lnTo>
                      <a:pt x="69" y="0"/>
                    </a:lnTo>
                    <a:lnTo>
                      <a:pt x="77" y="8"/>
                    </a:lnTo>
                    <a:lnTo>
                      <a:pt x="77" y="38"/>
                    </a:lnTo>
                    <a:lnTo>
                      <a:pt x="0" y="38"/>
                    </a:lnTo>
                    <a:lnTo>
                      <a:pt x="0" y="8"/>
                    </a:lnTo>
                    <a:lnTo>
                      <a:pt x="9"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76" name="iśľïḓe"/>
              <p:cNvSpPr/>
              <p:nvPr/>
            </p:nvSpPr>
            <p:spPr bwMode="auto">
              <a:xfrm>
                <a:off x="4046538" y="3484563"/>
                <a:ext cx="6350"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177" name="iṣļïḑè"/>
              <p:cNvSpPr/>
              <p:nvPr/>
            </p:nvSpPr>
            <p:spPr bwMode="auto">
              <a:xfrm>
                <a:off x="3838576" y="3484563"/>
                <a:ext cx="6350"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178" name="iṡḷidé"/>
              <p:cNvSpPr/>
              <p:nvPr/>
            </p:nvSpPr>
            <p:spPr bwMode="auto">
              <a:xfrm>
                <a:off x="3979863" y="3484563"/>
                <a:ext cx="3175"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179" name="íṡḷíḋe"/>
              <p:cNvSpPr/>
              <p:nvPr/>
            </p:nvSpPr>
            <p:spPr bwMode="auto">
              <a:xfrm>
                <a:off x="3811588" y="3551238"/>
                <a:ext cx="20478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80" name="íŝ1iḑê"/>
              <p:cNvSpPr/>
              <p:nvPr/>
            </p:nvSpPr>
            <p:spPr bwMode="auto">
              <a:xfrm>
                <a:off x="3805238" y="3557588"/>
                <a:ext cx="214313"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81" name="îṩḷiḑe"/>
              <p:cNvSpPr/>
              <p:nvPr/>
            </p:nvSpPr>
            <p:spPr bwMode="auto">
              <a:xfrm>
                <a:off x="3802063" y="3567113"/>
                <a:ext cx="220663" cy="1588"/>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82" name="iṧḻiḑê"/>
              <p:cNvSpPr/>
              <p:nvPr/>
            </p:nvSpPr>
            <p:spPr bwMode="auto">
              <a:xfrm>
                <a:off x="3802063" y="3570288"/>
                <a:ext cx="22383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83" name="ïṣḻîḋè"/>
              <p:cNvSpPr/>
              <p:nvPr/>
            </p:nvSpPr>
            <p:spPr bwMode="auto">
              <a:xfrm>
                <a:off x="3795713" y="3581400"/>
                <a:ext cx="234950"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84" name="îṡ1îḍé"/>
              <p:cNvSpPr/>
              <p:nvPr/>
            </p:nvSpPr>
            <p:spPr bwMode="auto">
              <a:xfrm>
                <a:off x="3633788" y="3587750"/>
                <a:ext cx="560388" cy="6350"/>
              </a:xfrm>
              <a:custGeom>
                <a:avLst/>
                <a:gdLst>
                  <a:gd name="T0" fmla="*/ 0 w 353"/>
                  <a:gd name="T1" fmla="*/ 0 h 4"/>
                  <a:gd name="T2" fmla="*/ 353 w 353"/>
                  <a:gd name="T3" fmla="*/ 0 h 4"/>
                  <a:gd name="T4" fmla="*/ 351 w 353"/>
                  <a:gd name="T5" fmla="*/ 4 h 4"/>
                  <a:gd name="T6" fmla="*/ 2 w 353"/>
                  <a:gd name="T7" fmla="*/ 4 h 4"/>
                  <a:gd name="T8" fmla="*/ 0 w 353"/>
                  <a:gd name="T9" fmla="*/ 0 h 4"/>
                </a:gdLst>
                <a:ahLst/>
                <a:cxnLst>
                  <a:cxn ang="0">
                    <a:pos x="T0" y="T1"/>
                  </a:cxn>
                  <a:cxn ang="0">
                    <a:pos x="T2" y="T3"/>
                  </a:cxn>
                  <a:cxn ang="0">
                    <a:pos x="T4" y="T5"/>
                  </a:cxn>
                  <a:cxn ang="0">
                    <a:pos x="T6" y="T7"/>
                  </a:cxn>
                  <a:cxn ang="0">
                    <a:pos x="T8" y="T9"/>
                  </a:cxn>
                </a:cxnLst>
                <a:rect l="0" t="0" r="r" b="b"/>
                <a:pathLst>
                  <a:path w="353" h="4">
                    <a:moveTo>
                      <a:pt x="0" y="0"/>
                    </a:moveTo>
                    <a:lnTo>
                      <a:pt x="353" y="0"/>
                    </a:lnTo>
                    <a:lnTo>
                      <a:pt x="351" y="4"/>
                    </a:lnTo>
                    <a:lnTo>
                      <a:pt x="2" y="4"/>
                    </a:lnTo>
                    <a:lnTo>
                      <a:pt x="0" y="0"/>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85" name="îš1íḑe"/>
              <p:cNvSpPr/>
              <p:nvPr/>
            </p:nvSpPr>
            <p:spPr bwMode="auto">
              <a:xfrm>
                <a:off x="3640138" y="3600450"/>
                <a:ext cx="547688" cy="6350"/>
              </a:xfrm>
              <a:custGeom>
                <a:avLst/>
                <a:gdLst>
                  <a:gd name="T0" fmla="*/ 0 w 345"/>
                  <a:gd name="T1" fmla="*/ 0 h 4"/>
                  <a:gd name="T2" fmla="*/ 345 w 345"/>
                  <a:gd name="T3" fmla="*/ 0 h 4"/>
                  <a:gd name="T4" fmla="*/ 343 w 345"/>
                  <a:gd name="T5" fmla="*/ 4 h 4"/>
                  <a:gd name="T6" fmla="*/ 2 w 345"/>
                  <a:gd name="T7" fmla="*/ 4 h 4"/>
                  <a:gd name="T8" fmla="*/ 0 w 345"/>
                  <a:gd name="T9" fmla="*/ 0 h 4"/>
                </a:gdLst>
                <a:ahLst/>
                <a:cxnLst>
                  <a:cxn ang="0">
                    <a:pos x="T0" y="T1"/>
                  </a:cxn>
                  <a:cxn ang="0">
                    <a:pos x="T2" y="T3"/>
                  </a:cxn>
                  <a:cxn ang="0">
                    <a:pos x="T4" y="T5"/>
                  </a:cxn>
                  <a:cxn ang="0">
                    <a:pos x="T6" y="T7"/>
                  </a:cxn>
                  <a:cxn ang="0">
                    <a:pos x="T8" y="T9"/>
                  </a:cxn>
                </a:cxnLst>
                <a:rect l="0" t="0" r="r" b="b"/>
                <a:pathLst>
                  <a:path w="345" h="4">
                    <a:moveTo>
                      <a:pt x="0" y="0"/>
                    </a:moveTo>
                    <a:lnTo>
                      <a:pt x="345" y="0"/>
                    </a:lnTo>
                    <a:lnTo>
                      <a:pt x="343" y="4"/>
                    </a:lnTo>
                    <a:lnTo>
                      <a:pt x="2" y="4"/>
                    </a:lnTo>
                    <a:lnTo>
                      <a:pt x="0" y="0"/>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86" name="iš1ïḍe"/>
              <p:cNvSpPr/>
              <p:nvPr/>
            </p:nvSpPr>
            <p:spPr bwMode="auto">
              <a:xfrm>
                <a:off x="3736976" y="3406775"/>
                <a:ext cx="352425" cy="4763"/>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87" name="îSḻîde"/>
              <p:cNvSpPr/>
              <p:nvPr/>
            </p:nvSpPr>
            <p:spPr bwMode="auto">
              <a:xfrm>
                <a:off x="3746501" y="3417888"/>
                <a:ext cx="3333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88" name="î$ḻîḑé"/>
              <p:cNvSpPr/>
              <p:nvPr/>
            </p:nvSpPr>
            <p:spPr bwMode="auto">
              <a:xfrm>
                <a:off x="3805238" y="3417888"/>
                <a:ext cx="211138" cy="1588"/>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89" name="íŝļïḓe"/>
              <p:cNvSpPr/>
              <p:nvPr/>
            </p:nvSpPr>
            <p:spPr bwMode="auto">
              <a:xfrm>
                <a:off x="3811588"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90" name="îS1iḍé"/>
              <p:cNvSpPr/>
              <p:nvPr/>
            </p:nvSpPr>
            <p:spPr bwMode="auto">
              <a:xfrm>
                <a:off x="3802063"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91" name="išlïdé"/>
              <p:cNvSpPr/>
              <p:nvPr/>
            </p:nvSpPr>
            <p:spPr bwMode="auto">
              <a:xfrm>
                <a:off x="3789363" y="3421063"/>
                <a:ext cx="6350"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92" name="ïSlïde"/>
              <p:cNvSpPr/>
              <p:nvPr/>
            </p:nvSpPr>
            <p:spPr bwMode="auto">
              <a:xfrm>
                <a:off x="3822701"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93" name="îşľïďe"/>
              <p:cNvSpPr/>
              <p:nvPr/>
            </p:nvSpPr>
            <p:spPr bwMode="auto">
              <a:xfrm>
                <a:off x="3832226"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94" name="ïşľíďê"/>
              <p:cNvSpPr/>
              <p:nvPr/>
            </p:nvSpPr>
            <p:spPr bwMode="auto">
              <a:xfrm>
                <a:off x="38449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95" name="íś1ïdè"/>
              <p:cNvSpPr/>
              <p:nvPr/>
            </p:nvSpPr>
            <p:spPr bwMode="auto">
              <a:xfrm>
                <a:off x="3854451"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0" y="0"/>
                      <a:pt x="1" y="0"/>
                      <a:pt x="2" y="0"/>
                    </a:cubicBezTo>
                    <a:cubicBezTo>
                      <a:pt x="2" y="3"/>
                      <a:pt x="2" y="6"/>
                      <a:pt x="2"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96" name="iṩḷiḍe"/>
              <p:cNvSpPr/>
              <p:nvPr/>
            </p:nvSpPr>
            <p:spPr bwMode="auto">
              <a:xfrm>
                <a:off x="3865563"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97" name="ïŝ1iďè"/>
              <p:cNvSpPr/>
              <p:nvPr/>
            </p:nvSpPr>
            <p:spPr bwMode="auto">
              <a:xfrm>
                <a:off x="3878263"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98" name="íṩļíḋê"/>
              <p:cNvSpPr/>
              <p:nvPr/>
            </p:nvSpPr>
            <p:spPr bwMode="auto">
              <a:xfrm>
                <a:off x="3887788"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99" name="ïṧ1ïdè"/>
              <p:cNvSpPr/>
              <p:nvPr/>
            </p:nvSpPr>
            <p:spPr bwMode="auto">
              <a:xfrm>
                <a:off x="3897313"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00" name="íŝḻîḍé"/>
              <p:cNvSpPr/>
              <p:nvPr/>
            </p:nvSpPr>
            <p:spPr bwMode="auto">
              <a:xfrm>
                <a:off x="3908426"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01" name="îşḻïḓé"/>
              <p:cNvSpPr/>
              <p:nvPr/>
            </p:nvSpPr>
            <p:spPr bwMode="auto">
              <a:xfrm>
                <a:off x="39211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02" name="íśļíďè"/>
              <p:cNvSpPr/>
              <p:nvPr/>
            </p:nvSpPr>
            <p:spPr bwMode="auto">
              <a:xfrm>
                <a:off x="3930651"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03" name="iŝ1ïdé"/>
              <p:cNvSpPr/>
              <p:nvPr/>
            </p:nvSpPr>
            <p:spPr bwMode="auto">
              <a:xfrm>
                <a:off x="3940176"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04" name="is1ídè"/>
              <p:cNvSpPr/>
              <p:nvPr/>
            </p:nvSpPr>
            <p:spPr bwMode="auto">
              <a:xfrm>
                <a:off x="3951288"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2" y="0"/>
                      <a:pt x="2" y="0"/>
                    </a:cubicBezTo>
                    <a:cubicBezTo>
                      <a:pt x="2" y="3"/>
                      <a:pt x="2" y="6"/>
                      <a:pt x="2" y="9"/>
                    </a:cubicBezTo>
                    <a:cubicBezTo>
                      <a:pt x="2"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05" name="islíďê"/>
              <p:cNvSpPr/>
              <p:nvPr/>
            </p:nvSpPr>
            <p:spPr bwMode="auto">
              <a:xfrm>
                <a:off x="3963988"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06" name="iṩlíḑê"/>
              <p:cNvSpPr/>
              <p:nvPr/>
            </p:nvSpPr>
            <p:spPr bwMode="auto">
              <a:xfrm>
                <a:off x="3973513"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07" name="îṥḷïďê"/>
              <p:cNvSpPr/>
              <p:nvPr/>
            </p:nvSpPr>
            <p:spPr bwMode="auto">
              <a:xfrm>
                <a:off x="3983038"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08" name="íṥḻïďè"/>
              <p:cNvSpPr/>
              <p:nvPr/>
            </p:nvSpPr>
            <p:spPr bwMode="auto">
              <a:xfrm>
                <a:off x="39973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09" name="íṡḷíḍè"/>
              <p:cNvSpPr/>
              <p:nvPr/>
            </p:nvSpPr>
            <p:spPr bwMode="auto">
              <a:xfrm>
                <a:off x="4006851"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10" name="î$ḷîḑé"/>
              <p:cNvSpPr/>
              <p:nvPr/>
            </p:nvSpPr>
            <p:spPr bwMode="auto">
              <a:xfrm>
                <a:off x="4016376" y="3421063"/>
                <a:ext cx="6350"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11" name="í$ľîdè"/>
              <p:cNvSpPr/>
              <p:nvPr/>
            </p:nvSpPr>
            <p:spPr bwMode="auto">
              <a:xfrm>
                <a:off x="4025901" y="3421063"/>
                <a:ext cx="7938"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12" name="iṥ1iḍè"/>
              <p:cNvSpPr/>
              <p:nvPr/>
            </p:nvSpPr>
            <p:spPr bwMode="auto">
              <a:xfrm>
                <a:off x="4040188" y="3417888"/>
                <a:ext cx="3968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13" name="ïslidé"/>
              <p:cNvSpPr/>
              <p:nvPr/>
            </p:nvSpPr>
            <p:spPr bwMode="auto">
              <a:xfrm>
                <a:off x="3679826"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14" name="íṡlïďè"/>
              <p:cNvSpPr/>
              <p:nvPr/>
            </p:nvSpPr>
            <p:spPr bwMode="auto">
              <a:xfrm>
                <a:off x="3884613" y="3490913"/>
                <a:ext cx="55563" cy="53975"/>
              </a:xfrm>
              <a:custGeom>
                <a:avLst/>
                <a:gdLst>
                  <a:gd name="T0" fmla="*/ 0 w 35"/>
                  <a:gd name="T1" fmla="*/ 0 h 34"/>
                  <a:gd name="T2" fmla="*/ 35 w 35"/>
                  <a:gd name="T3" fmla="*/ 0 h 34"/>
                  <a:gd name="T4" fmla="*/ 35 w 35"/>
                  <a:gd name="T5" fmla="*/ 34 h 34"/>
                  <a:gd name="T6" fmla="*/ 0 w 35"/>
                  <a:gd name="T7" fmla="*/ 34 h 34"/>
                  <a:gd name="T8" fmla="*/ 0 w 35"/>
                  <a:gd name="T9" fmla="*/ 0 h 34"/>
                  <a:gd name="T10" fmla="*/ 0 w 35"/>
                  <a:gd name="T11" fmla="*/ 0 h 34"/>
                  <a:gd name="T12" fmla="*/ 4 w 35"/>
                  <a:gd name="T13" fmla="*/ 8 h 34"/>
                  <a:gd name="T14" fmla="*/ 4 w 35"/>
                  <a:gd name="T15" fmla="*/ 27 h 34"/>
                  <a:gd name="T16" fmla="*/ 8 w 35"/>
                  <a:gd name="T17" fmla="*/ 27 h 34"/>
                  <a:gd name="T18" fmla="*/ 8 w 35"/>
                  <a:gd name="T19" fmla="*/ 8 h 34"/>
                  <a:gd name="T20" fmla="*/ 4 w 35"/>
                  <a:gd name="T21" fmla="*/ 8 h 34"/>
                  <a:gd name="T22" fmla="*/ 4 w 35"/>
                  <a:gd name="T23" fmla="*/ 8 h 34"/>
                  <a:gd name="T24" fmla="*/ 29 w 35"/>
                  <a:gd name="T25" fmla="*/ 8 h 34"/>
                  <a:gd name="T26" fmla="*/ 29 w 35"/>
                  <a:gd name="T27" fmla="*/ 27 h 34"/>
                  <a:gd name="T28" fmla="*/ 31 w 35"/>
                  <a:gd name="T29" fmla="*/ 27 h 34"/>
                  <a:gd name="T30" fmla="*/ 31 w 35"/>
                  <a:gd name="T31" fmla="*/ 8 h 34"/>
                  <a:gd name="T32" fmla="*/ 29 w 35"/>
                  <a:gd name="T33" fmla="*/ 8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35" h="34">
                    <a:moveTo>
                      <a:pt x="0" y="0"/>
                    </a:moveTo>
                    <a:lnTo>
                      <a:pt x="35" y="0"/>
                    </a:lnTo>
                    <a:lnTo>
                      <a:pt x="35" y="34"/>
                    </a:lnTo>
                    <a:lnTo>
                      <a:pt x="0" y="34"/>
                    </a:lnTo>
                    <a:lnTo>
                      <a:pt x="0" y="0"/>
                    </a:lnTo>
                    <a:lnTo>
                      <a:pt x="0" y="0"/>
                    </a:lnTo>
                    <a:close/>
                    <a:moveTo>
                      <a:pt x="4" y="8"/>
                    </a:moveTo>
                    <a:lnTo>
                      <a:pt x="4" y="27"/>
                    </a:lnTo>
                    <a:lnTo>
                      <a:pt x="8" y="27"/>
                    </a:lnTo>
                    <a:lnTo>
                      <a:pt x="8" y="8"/>
                    </a:lnTo>
                    <a:lnTo>
                      <a:pt x="4" y="8"/>
                    </a:lnTo>
                    <a:lnTo>
                      <a:pt x="4" y="8"/>
                    </a:lnTo>
                    <a:close/>
                    <a:moveTo>
                      <a:pt x="29" y="8"/>
                    </a:moveTo>
                    <a:lnTo>
                      <a:pt x="29" y="27"/>
                    </a:lnTo>
                    <a:lnTo>
                      <a:pt x="31" y="27"/>
                    </a:lnTo>
                    <a:lnTo>
                      <a:pt x="31" y="8"/>
                    </a:lnTo>
                    <a:lnTo>
                      <a:pt x="29" y="8"/>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15" name="iṧ1ïḓè"/>
              <p:cNvSpPr/>
              <p:nvPr/>
            </p:nvSpPr>
            <p:spPr bwMode="auto">
              <a:xfrm>
                <a:off x="3551238" y="3067050"/>
                <a:ext cx="722313" cy="727075"/>
              </a:xfrm>
              <a:custGeom>
                <a:avLst/>
                <a:gdLst>
                  <a:gd name="T0" fmla="*/ 109 w 219"/>
                  <a:gd name="T1" fmla="*/ 0 h 218"/>
                  <a:gd name="T2" fmla="*/ 219 w 219"/>
                  <a:gd name="T3" fmla="*/ 109 h 218"/>
                  <a:gd name="T4" fmla="*/ 109 w 219"/>
                  <a:gd name="T5" fmla="*/ 218 h 218"/>
                  <a:gd name="T6" fmla="*/ 0 w 219"/>
                  <a:gd name="T7" fmla="*/ 109 h 218"/>
                  <a:gd name="T8" fmla="*/ 109 w 219"/>
                  <a:gd name="T9" fmla="*/ 0 h 218"/>
                  <a:gd name="T10" fmla="*/ 109 w 219"/>
                  <a:gd name="T11" fmla="*/ 3 h 218"/>
                  <a:gd name="T12" fmla="*/ 4 w 219"/>
                  <a:gd name="T13" fmla="*/ 109 h 218"/>
                  <a:gd name="T14" fmla="*/ 109 w 219"/>
                  <a:gd name="T15" fmla="*/ 215 h 218"/>
                  <a:gd name="T16" fmla="*/ 215 w 219"/>
                  <a:gd name="T17" fmla="*/ 109 h 218"/>
                  <a:gd name="T18" fmla="*/ 109 w 219"/>
                  <a:gd name="T19" fmla="*/ 3 h 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9" h="218">
                    <a:moveTo>
                      <a:pt x="109" y="0"/>
                    </a:moveTo>
                    <a:cubicBezTo>
                      <a:pt x="170" y="0"/>
                      <a:pt x="219" y="49"/>
                      <a:pt x="219" y="109"/>
                    </a:cubicBezTo>
                    <a:cubicBezTo>
                      <a:pt x="219" y="169"/>
                      <a:pt x="170" y="218"/>
                      <a:pt x="109" y="218"/>
                    </a:cubicBezTo>
                    <a:cubicBezTo>
                      <a:pt x="49" y="218"/>
                      <a:pt x="0" y="169"/>
                      <a:pt x="0" y="109"/>
                    </a:cubicBezTo>
                    <a:cubicBezTo>
                      <a:pt x="0" y="49"/>
                      <a:pt x="49" y="0"/>
                      <a:pt x="109" y="0"/>
                    </a:cubicBezTo>
                    <a:close/>
                    <a:moveTo>
                      <a:pt x="109" y="3"/>
                    </a:moveTo>
                    <a:cubicBezTo>
                      <a:pt x="51" y="3"/>
                      <a:pt x="4" y="51"/>
                      <a:pt x="4" y="109"/>
                    </a:cubicBezTo>
                    <a:cubicBezTo>
                      <a:pt x="4" y="167"/>
                      <a:pt x="51" y="215"/>
                      <a:pt x="109" y="215"/>
                    </a:cubicBezTo>
                    <a:cubicBezTo>
                      <a:pt x="168" y="215"/>
                      <a:pt x="215" y="167"/>
                      <a:pt x="215" y="109"/>
                    </a:cubicBezTo>
                    <a:cubicBezTo>
                      <a:pt x="215" y="51"/>
                      <a:pt x="168" y="3"/>
                      <a:pt x="109" y="3"/>
                    </a:cubicBez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nvGrpSpPr>
            <p:cNvPr id="117" name="íşḷïḑe"/>
            <p:cNvGrpSpPr/>
            <p:nvPr userDrawn="1"/>
          </p:nvGrpSpPr>
          <p:grpSpPr>
            <a:xfrm>
              <a:off x="4894762" y="471192"/>
              <a:ext cx="4437911" cy="1614111"/>
              <a:chOff x="4412452" y="3106738"/>
              <a:chExt cx="2312689" cy="841148"/>
            </a:xfrm>
          </p:grpSpPr>
          <p:grpSp>
            <p:nvGrpSpPr>
              <p:cNvPr id="118" name="îṥľíḑé"/>
              <p:cNvGrpSpPr/>
              <p:nvPr/>
            </p:nvGrpSpPr>
            <p:grpSpPr>
              <a:xfrm>
                <a:off x="4422776" y="3106738"/>
                <a:ext cx="2293937" cy="617538"/>
                <a:chOff x="4422776" y="3106738"/>
                <a:chExt cx="2293937" cy="617538"/>
              </a:xfrm>
            </p:grpSpPr>
            <p:sp>
              <p:nvSpPr>
                <p:cNvPr id="135" name="išḻiḑé"/>
                <p:cNvSpPr/>
                <p:nvPr/>
              </p:nvSpPr>
              <p:spPr bwMode="auto">
                <a:xfrm>
                  <a:off x="4811713" y="3200400"/>
                  <a:ext cx="49213" cy="100013"/>
                </a:xfrm>
                <a:custGeom>
                  <a:avLst/>
                  <a:gdLst>
                    <a:gd name="T0" fmla="*/ 0 w 15"/>
                    <a:gd name="T1" fmla="*/ 1 h 30"/>
                    <a:gd name="T2" fmla="*/ 1 w 15"/>
                    <a:gd name="T3" fmla="*/ 12 h 30"/>
                    <a:gd name="T4" fmla="*/ 0 w 15"/>
                    <a:gd name="T5" fmla="*/ 21 h 30"/>
                    <a:gd name="T6" fmla="*/ 2 w 15"/>
                    <a:gd name="T7" fmla="*/ 28 h 30"/>
                    <a:gd name="T8" fmla="*/ 7 w 15"/>
                    <a:gd name="T9" fmla="*/ 30 h 30"/>
                    <a:gd name="T10" fmla="*/ 12 w 15"/>
                    <a:gd name="T11" fmla="*/ 26 h 30"/>
                    <a:gd name="T12" fmla="*/ 15 w 15"/>
                    <a:gd name="T13" fmla="*/ 18 h 30"/>
                    <a:gd name="T14" fmla="*/ 3 w 15"/>
                    <a:gd name="T15" fmla="*/ 0 h 30"/>
                    <a:gd name="T16" fmla="*/ 0 w 15"/>
                    <a:gd name="T17" fmla="*/ 1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5" h="30">
                      <a:moveTo>
                        <a:pt x="0" y="1"/>
                      </a:moveTo>
                      <a:cubicBezTo>
                        <a:pt x="1" y="12"/>
                        <a:pt x="1" y="12"/>
                        <a:pt x="1" y="12"/>
                      </a:cubicBezTo>
                      <a:cubicBezTo>
                        <a:pt x="1" y="13"/>
                        <a:pt x="0" y="18"/>
                        <a:pt x="0" y="21"/>
                      </a:cubicBezTo>
                      <a:cubicBezTo>
                        <a:pt x="0" y="24"/>
                        <a:pt x="2" y="25"/>
                        <a:pt x="2" y="28"/>
                      </a:cubicBezTo>
                      <a:cubicBezTo>
                        <a:pt x="7" y="30"/>
                        <a:pt x="7" y="30"/>
                        <a:pt x="7" y="30"/>
                      </a:cubicBezTo>
                      <a:cubicBezTo>
                        <a:pt x="9" y="27"/>
                        <a:pt x="10" y="29"/>
                        <a:pt x="12" y="26"/>
                      </a:cubicBezTo>
                      <a:cubicBezTo>
                        <a:pt x="14" y="23"/>
                        <a:pt x="14" y="21"/>
                        <a:pt x="15" y="18"/>
                      </a:cubicBezTo>
                      <a:cubicBezTo>
                        <a:pt x="12" y="7"/>
                        <a:pt x="13" y="5"/>
                        <a:pt x="3" y="0"/>
                      </a:cubicBezTo>
                      <a:lnTo>
                        <a:pt x="0" y="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36" name="íṥľíďè"/>
                <p:cNvSpPr/>
                <p:nvPr/>
              </p:nvSpPr>
              <p:spPr bwMode="auto">
                <a:xfrm>
                  <a:off x="5221288" y="3184525"/>
                  <a:ext cx="36513" cy="122238"/>
                </a:xfrm>
                <a:custGeom>
                  <a:avLst/>
                  <a:gdLst>
                    <a:gd name="T0" fmla="*/ 0 w 11"/>
                    <a:gd name="T1" fmla="*/ 3 h 37"/>
                    <a:gd name="T2" fmla="*/ 2 w 11"/>
                    <a:gd name="T3" fmla="*/ 14 h 37"/>
                    <a:gd name="T4" fmla="*/ 0 w 11"/>
                    <a:gd name="T5" fmla="*/ 33 h 37"/>
                    <a:gd name="T6" fmla="*/ 0 w 11"/>
                    <a:gd name="T7" fmla="*/ 36 h 37"/>
                    <a:gd name="T8" fmla="*/ 2 w 11"/>
                    <a:gd name="T9" fmla="*/ 37 h 37"/>
                    <a:gd name="T10" fmla="*/ 8 w 11"/>
                    <a:gd name="T11" fmla="*/ 27 h 37"/>
                    <a:gd name="T12" fmla="*/ 11 w 11"/>
                    <a:gd name="T13" fmla="*/ 17 h 37"/>
                    <a:gd name="T14" fmla="*/ 11 w 11"/>
                    <a:gd name="T15" fmla="*/ 15 h 37"/>
                    <a:gd name="T16" fmla="*/ 7 w 11"/>
                    <a:gd name="T17" fmla="*/ 2 h 37"/>
                    <a:gd name="T18" fmla="*/ 2 w 11"/>
                    <a:gd name="T19" fmla="*/ 0 h 37"/>
                    <a:gd name="T20" fmla="*/ 0 w 11"/>
                    <a:gd name="T21" fmla="*/ 3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1" h="37">
                      <a:moveTo>
                        <a:pt x="0" y="3"/>
                      </a:moveTo>
                      <a:cubicBezTo>
                        <a:pt x="2" y="14"/>
                        <a:pt x="2" y="14"/>
                        <a:pt x="2" y="14"/>
                      </a:cubicBezTo>
                      <a:cubicBezTo>
                        <a:pt x="2" y="19"/>
                        <a:pt x="0" y="27"/>
                        <a:pt x="0" y="33"/>
                      </a:cubicBezTo>
                      <a:cubicBezTo>
                        <a:pt x="0" y="36"/>
                        <a:pt x="0" y="36"/>
                        <a:pt x="0" y="36"/>
                      </a:cubicBezTo>
                      <a:cubicBezTo>
                        <a:pt x="2" y="36"/>
                        <a:pt x="1" y="37"/>
                        <a:pt x="2" y="37"/>
                      </a:cubicBezTo>
                      <a:cubicBezTo>
                        <a:pt x="3" y="37"/>
                        <a:pt x="7" y="28"/>
                        <a:pt x="8" y="27"/>
                      </a:cubicBezTo>
                      <a:cubicBezTo>
                        <a:pt x="9" y="24"/>
                        <a:pt x="11" y="21"/>
                        <a:pt x="11" y="17"/>
                      </a:cubicBezTo>
                      <a:cubicBezTo>
                        <a:pt x="11" y="15"/>
                        <a:pt x="11" y="15"/>
                        <a:pt x="11" y="15"/>
                      </a:cubicBezTo>
                      <a:cubicBezTo>
                        <a:pt x="11" y="7"/>
                        <a:pt x="8" y="7"/>
                        <a:pt x="7" y="2"/>
                      </a:cubicBezTo>
                      <a:cubicBezTo>
                        <a:pt x="2" y="0"/>
                        <a:pt x="2" y="0"/>
                        <a:pt x="2" y="0"/>
                      </a:cubicBezTo>
                      <a:cubicBezTo>
                        <a:pt x="2" y="1"/>
                        <a:pt x="0" y="1"/>
                        <a:pt x="0" y="3"/>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37" name="íś1iḑe"/>
                <p:cNvSpPr/>
                <p:nvPr/>
              </p:nvSpPr>
              <p:spPr bwMode="auto">
                <a:xfrm>
                  <a:off x="4554538" y="3251200"/>
                  <a:ext cx="119063" cy="58738"/>
                </a:xfrm>
                <a:custGeom>
                  <a:avLst/>
                  <a:gdLst>
                    <a:gd name="T0" fmla="*/ 0 w 36"/>
                    <a:gd name="T1" fmla="*/ 15 h 18"/>
                    <a:gd name="T2" fmla="*/ 2 w 36"/>
                    <a:gd name="T3" fmla="*/ 16 h 18"/>
                    <a:gd name="T4" fmla="*/ 13 w 36"/>
                    <a:gd name="T5" fmla="*/ 18 h 18"/>
                    <a:gd name="T6" fmla="*/ 16 w 36"/>
                    <a:gd name="T7" fmla="*/ 18 h 18"/>
                    <a:gd name="T8" fmla="*/ 22 w 36"/>
                    <a:gd name="T9" fmla="*/ 17 h 18"/>
                    <a:gd name="T10" fmla="*/ 23 w 36"/>
                    <a:gd name="T11" fmla="*/ 17 h 18"/>
                    <a:gd name="T12" fmla="*/ 30 w 36"/>
                    <a:gd name="T13" fmla="*/ 13 h 18"/>
                    <a:gd name="T14" fmla="*/ 36 w 36"/>
                    <a:gd name="T15" fmla="*/ 8 h 18"/>
                    <a:gd name="T16" fmla="*/ 36 w 36"/>
                    <a:gd name="T17" fmla="*/ 7 h 18"/>
                    <a:gd name="T18" fmla="*/ 36 w 36"/>
                    <a:gd name="T19" fmla="*/ 4 h 18"/>
                    <a:gd name="T20" fmla="*/ 32 w 36"/>
                    <a:gd name="T21" fmla="*/ 0 h 18"/>
                    <a:gd name="T22" fmla="*/ 24 w 36"/>
                    <a:gd name="T23" fmla="*/ 3 h 18"/>
                    <a:gd name="T24" fmla="*/ 16 w 36"/>
                    <a:gd name="T25" fmla="*/ 7 h 18"/>
                    <a:gd name="T26" fmla="*/ 0 w 36"/>
                    <a:gd name="T27" fmla="*/ 15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6" h="18">
                      <a:moveTo>
                        <a:pt x="0" y="15"/>
                      </a:moveTo>
                      <a:cubicBezTo>
                        <a:pt x="1" y="16"/>
                        <a:pt x="1" y="16"/>
                        <a:pt x="2" y="16"/>
                      </a:cubicBezTo>
                      <a:cubicBezTo>
                        <a:pt x="6" y="16"/>
                        <a:pt x="9" y="18"/>
                        <a:pt x="13" y="18"/>
                      </a:cubicBezTo>
                      <a:cubicBezTo>
                        <a:pt x="16" y="18"/>
                        <a:pt x="16" y="18"/>
                        <a:pt x="16" y="18"/>
                      </a:cubicBezTo>
                      <a:cubicBezTo>
                        <a:pt x="22" y="17"/>
                        <a:pt x="22" y="17"/>
                        <a:pt x="22" y="17"/>
                      </a:cubicBezTo>
                      <a:cubicBezTo>
                        <a:pt x="23" y="17"/>
                        <a:pt x="23" y="17"/>
                        <a:pt x="23" y="17"/>
                      </a:cubicBezTo>
                      <a:cubicBezTo>
                        <a:pt x="26" y="16"/>
                        <a:pt x="28" y="14"/>
                        <a:pt x="30" y="13"/>
                      </a:cubicBezTo>
                      <a:cubicBezTo>
                        <a:pt x="34" y="11"/>
                        <a:pt x="33" y="10"/>
                        <a:pt x="36" y="8"/>
                      </a:cubicBezTo>
                      <a:cubicBezTo>
                        <a:pt x="36" y="7"/>
                        <a:pt x="36" y="7"/>
                        <a:pt x="36" y="7"/>
                      </a:cubicBezTo>
                      <a:cubicBezTo>
                        <a:pt x="36" y="4"/>
                        <a:pt x="36" y="4"/>
                        <a:pt x="36" y="4"/>
                      </a:cubicBezTo>
                      <a:cubicBezTo>
                        <a:pt x="36" y="1"/>
                        <a:pt x="33" y="2"/>
                        <a:pt x="32" y="0"/>
                      </a:cubicBezTo>
                      <a:cubicBezTo>
                        <a:pt x="29" y="1"/>
                        <a:pt x="27" y="1"/>
                        <a:pt x="24" y="3"/>
                      </a:cubicBezTo>
                      <a:cubicBezTo>
                        <a:pt x="21" y="4"/>
                        <a:pt x="19" y="6"/>
                        <a:pt x="16" y="7"/>
                      </a:cubicBezTo>
                      <a:cubicBezTo>
                        <a:pt x="11" y="11"/>
                        <a:pt x="4" y="10"/>
                        <a:pt x="0" y="1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38" name="iṩ1iḋè"/>
                <p:cNvSpPr/>
                <p:nvPr/>
              </p:nvSpPr>
              <p:spPr bwMode="auto">
                <a:xfrm>
                  <a:off x="6359526" y="3263900"/>
                  <a:ext cx="93663" cy="139700"/>
                </a:xfrm>
                <a:custGeom>
                  <a:avLst/>
                  <a:gdLst>
                    <a:gd name="T0" fmla="*/ 15 w 28"/>
                    <a:gd name="T1" fmla="*/ 1 h 42"/>
                    <a:gd name="T2" fmla="*/ 6 w 28"/>
                    <a:gd name="T3" fmla="*/ 11 h 42"/>
                    <a:gd name="T4" fmla="*/ 6 w 28"/>
                    <a:gd name="T5" fmla="*/ 13 h 42"/>
                    <a:gd name="T6" fmla="*/ 5 w 28"/>
                    <a:gd name="T7" fmla="*/ 16 h 42"/>
                    <a:gd name="T8" fmla="*/ 6 w 28"/>
                    <a:gd name="T9" fmla="*/ 20 h 42"/>
                    <a:gd name="T10" fmla="*/ 6 w 28"/>
                    <a:gd name="T11" fmla="*/ 21 h 42"/>
                    <a:gd name="T12" fmla="*/ 0 w 28"/>
                    <a:gd name="T13" fmla="*/ 38 h 42"/>
                    <a:gd name="T14" fmla="*/ 0 w 28"/>
                    <a:gd name="T15" fmla="*/ 41 h 42"/>
                    <a:gd name="T16" fmla="*/ 3 w 28"/>
                    <a:gd name="T17" fmla="*/ 42 h 42"/>
                    <a:gd name="T18" fmla="*/ 9 w 28"/>
                    <a:gd name="T19" fmla="*/ 32 h 42"/>
                    <a:gd name="T20" fmla="*/ 12 w 28"/>
                    <a:gd name="T21" fmla="*/ 26 h 42"/>
                    <a:gd name="T22" fmla="*/ 14 w 28"/>
                    <a:gd name="T23" fmla="*/ 26 h 42"/>
                    <a:gd name="T24" fmla="*/ 20 w 28"/>
                    <a:gd name="T25" fmla="*/ 26 h 42"/>
                    <a:gd name="T26" fmla="*/ 28 w 28"/>
                    <a:gd name="T27" fmla="*/ 14 h 42"/>
                    <a:gd name="T28" fmla="*/ 28 w 28"/>
                    <a:gd name="T29" fmla="*/ 6 h 42"/>
                    <a:gd name="T30" fmla="*/ 28 w 28"/>
                    <a:gd name="T31" fmla="*/ 5 h 42"/>
                    <a:gd name="T32" fmla="*/ 27 w 28"/>
                    <a:gd name="T33" fmla="*/ 3 h 42"/>
                    <a:gd name="T34" fmla="*/ 26 w 28"/>
                    <a:gd name="T35" fmla="*/ 3 h 42"/>
                    <a:gd name="T36" fmla="*/ 24 w 28"/>
                    <a:gd name="T37" fmla="*/ 3 h 42"/>
                    <a:gd name="T38" fmla="*/ 23 w 28"/>
                    <a:gd name="T39" fmla="*/ 3 h 42"/>
                    <a:gd name="T40" fmla="*/ 20 w 28"/>
                    <a:gd name="T41" fmla="*/ 0 h 42"/>
                    <a:gd name="T42" fmla="*/ 15 w 28"/>
                    <a:gd name="T43" fmla="*/ 1 h 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 h="42">
                      <a:moveTo>
                        <a:pt x="15" y="1"/>
                      </a:moveTo>
                      <a:cubicBezTo>
                        <a:pt x="15" y="10"/>
                        <a:pt x="8" y="6"/>
                        <a:pt x="6" y="11"/>
                      </a:cubicBezTo>
                      <a:cubicBezTo>
                        <a:pt x="6" y="13"/>
                        <a:pt x="6" y="13"/>
                        <a:pt x="6" y="13"/>
                      </a:cubicBezTo>
                      <a:cubicBezTo>
                        <a:pt x="6" y="14"/>
                        <a:pt x="5" y="14"/>
                        <a:pt x="5" y="16"/>
                      </a:cubicBezTo>
                      <a:cubicBezTo>
                        <a:pt x="6" y="20"/>
                        <a:pt x="6" y="20"/>
                        <a:pt x="6" y="20"/>
                      </a:cubicBezTo>
                      <a:cubicBezTo>
                        <a:pt x="6" y="21"/>
                        <a:pt x="6" y="21"/>
                        <a:pt x="6" y="21"/>
                      </a:cubicBezTo>
                      <a:cubicBezTo>
                        <a:pt x="6" y="29"/>
                        <a:pt x="0" y="31"/>
                        <a:pt x="0" y="38"/>
                      </a:cubicBezTo>
                      <a:cubicBezTo>
                        <a:pt x="0" y="41"/>
                        <a:pt x="0" y="41"/>
                        <a:pt x="0" y="41"/>
                      </a:cubicBezTo>
                      <a:cubicBezTo>
                        <a:pt x="2" y="42"/>
                        <a:pt x="2" y="42"/>
                        <a:pt x="3" y="42"/>
                      </a:cubicBezTo>
                      <a:cubicBezTo>
                        <a:pt x="7" y="42"/>
                        <a:pt x="9" y="36"/>
                        <a:pt x="9" y="32"/>
                      </a:cubicBezTo>
                      <a:cubicBezTo>
                        <a:pt x="9" y="29"/>
                        <a:pt x="10" y="26"/>
                        <a:pt x="12" y="26"/>
                      </a:cubicBezTo>
                      <a:cubicBezTo>
                        <a:pt x="14" y="26"/>
                        <a:pt x="14" y="26"/>
                        <a:pt x="14" y="26"/>
                      </a:cubicBezTo>
                      <a:cubicBezTo>
                        <a:pt x="20" y="26"/>
                        <a:pt x="20" y="26"/>
                        <a:pt x="20" y="26"/>
                      </a:cubicBezTo>
                      <a:cubicBezTo>
                        <a:pt x="24" y="24"/>
                        <a:pt x="28" y="21"/>
                        <a:pt x="28" y="14"/>
                      </a:cubicBezTo>
                      <a:cubicBezTo>
                        <a:pt x="28" y="6"/>
                        <a:pt x="28" y="6"/>
                        <a:pt x="28" y="6"/>
                      </a:cubicBezTo>
                      <a:cubicBezTo>
                        <a:pt x="28" y="5"/>
                        <a:pt x="28" y="5"/>
                        <a:pt x="28" y="5"/>
                      </a:cubicBezTo>
                      <a:cubicBezTo>
                        <a:pt x="27" y="3"/>
                        <a:pt x="27" y="3"/>
                        <a:pt x="27" y="3"/>
                      </a:cubicBezTo>
                      <a:cubicBezTo>
                        <a:pt x="26" y="3"/>
                        <a:pt x="26" y="3"/>
                        <a:pt x="26" y="3"/>
                      </a:cubicBezTo>
                      <a:cubicBezTo>
                        <a:pt x="24" y="3"/>
                        <a:pt x="24" y="3"/>
                        <a:pt x="24" y="3"/>
                      </a:cubicBezTo>
                      <a:cubicBezTo>
                        <a:pt x="23" y="3"/>
                        <a:pt x="23" y="3"/>
                        <a:pt x="23" y="3"/>
                      </a:cubicBezTo>
                      <a:cubicBezTo>
                        <a:pt x="20" y="0"/>
                        <a:pt x="20" y="0"/>
                        <a:pt x="20" y="0"/>
                      </a:cubicBezTo>
                      <a:lnTo>
                        <a:pt x="15" y="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39" name="íṩlïḓè"/>
                <p:cNvSpPr/>
                <p:nvPr/>
              </p:nvSpPr>
              <p:spPr bwMode="auto">
                <a:xfrm>
                  <a:off x="5826126" y="3273425"/>
                  <a:ext cx="223838" cy="293688"/>
                </a:xfrm>
                <a:custGeom>
                  <a:avLst/>
                  <a:gdLst>
                    <a:gd name="T0" fmla="*/ 38 w 68"/>
                    <a:gd name="T1" fmla="*/ 16 h 88"/>
                    <a:gd name="T2" fmla="*/ 40 w 68"/>
                    <a:gd name="T3" fmla="*/ 5 h 88"/>
                    <a:gd name="T4" fmla="*/ 36 w 68"/>
                    <a:gd name="T5" fmla="*/ 1 h 88"/>
                    <a:gd name="T6" fmla="*/ 36 w 68"/>
                    <a:gd name="T7" fmla="*/ 1 h 88"/>
                    <a:gd name="T8" fmla="*/ 33 w 68"/>
                    <a:gd name="T9" fmla="*/ 0 h 88"/>
                    <a:gd name="T10" fmla="*/ 24 w 68"/>
                    <a:gd name="T11" fmla="*/ 7 h 88"/>
                    <a:gd name="T12" fmla="*/ 24 w 68"/>
                    <a:gd name="T13" fmla="*/ 8 h 88"/>
                    <a:gd name="T14" fmla="*/ 26 w 68"/>
                    <a:gd name="T15" fmla="*/ 18 h 88"/>
                    <a:gd name="T16" fmla="*/ 27 w 68"/>
                    <a:gd name="T17" fmla="*/ 28 h 88"/>
                    <a:gd name="T18" fmla="*/ 27 w 68"/>
                    <a:gd name="T19" fmla="*/ 39 h 88"/>
                    <a:gd name="T20" fmla="*/ 16 w 68"/>
                    <a:gd name="T21" fmla="*/ 48 h 88"/>
                    <a:gd name="T22" fmla="*/ 7 w 68"/>
                    <a:gd name="T23" fmla="*/ 49 h 88"/>
                    <a:gd name="T24" fmla="*/ 5 w 68"/>
                    <a:gd name="T25" fmla="*/ 49 h 88"/>
                    <a:gd name="T26" fmla="*/ 4 w 68"/>
                    <a:gd name="T27" fmla="*/ 49 h 88"/>
                    <a:gd name="T28" fmla="*/ 0 w 68"/>
                    <a:gd name="T29" fmla="*/ 54 h 88"/>
                    <a:gd name="T30" fmla="*/ 5 w 68"/>
                    <a:gd name="T31" fmla="*/ 60 h 88"/>
                    <a:gd name="T32" fmla="*/ 11 w 68"/>
                    <a:gd name="T33" fmla="*/ 60 h 88"/>
                    <a:gd name="T34" fmla="*/ 13 w 68"/>
                    <a:gd name="T35" fmla="*/ 59 h 88"/>
                    <a:gd name="T36" fmla="*/ 20 w 68"/>
                    <a:gd name="T37" fmla="*/ 66 h 88"/>
                    <a:gd name="T38" fmla="*/ 17 w 68"/>
                    <a:gd name="T39" fmla="*/ 72 h 88"/>
                    <a:gd name="T40" fmla="*/ 13 w 68"/>
                    <a:gd name="T41" fmla="*/ 76 h 88"/>
                    <a:gd name="T42" fmla="*/ 2 w 68"/>
                    <a:gd name="T43" fmla="*/ 82 h 88"/>
                    <a:gd name="T44" fmla="*/ 2 w 68"/>
                    <a:gd name="T45" fmla="*/ 83 h 88"/>
                    <a:gd name="T46" fmla="*/ 2 w 68"/>
                    <a:gd name="T47" fmla="*/ 87 h 88"/>
                    <a:gd name="T48" fmla="*/ 4 w 68"/>
                    <a:gd name="T49" fmla="*/ 88 h 88"/>
                    <a:gd name="T50" fmla="*/ 25 w 68"/>
                    <a:gd name="T51" fmla="*/ 77 h 88"/>
                    <a:gd name="T52" fmla="*/ 31 w 68"/>
                    <a:gd name="T53" fmla="*/ 69 h 88"/>
                    <a:gd name="T54" fmla="*/ 40 w 68"/>
                    <a:gd name="T55" fmla="*/ 63 h 88"/>
                    <a:gd name="T56" fmla="*/ 52 w 68"/>
                    <a:gd name="T57" fmla="*/ 70 h 88"/>
                    <a:gd name="T58" fmla="*/ 48 w 68"/>
                    <a:gd name="T59" fmla="*/ 79 h 88"/>
                    <a:gd name="T60" fmla="*/ 59 w 68"/>
                    <a:gd name="T61" fmla="*/ 81 h 88"/>
                    <a:gd name="T62" fmla="*/ 68 w 68"/>
                    <a:gd name="T63" fmla="*/ 71 h 88"/>
                    <a:gd name="T64" fmla="*/ 59 w 68"/>
                    <a:gd name="T65" fmla="*/ 62 h 88"/>
                    <a:gd name="T66" fmla="*/ 44 w 68"/>
                    <a:gd name="T67" fmla="*/ 60 h 88"/>
                    <a:gd name="T68" fmla="*/ 42 w 68"/>
                    <a:gd name="T69" fmla="*/ 60 h 88"/>
                    <a:gd name="T70" fmla="*/ 36 w 68"/>
                    <a:gd name="T71" fmla="*/ 53 h 88"/>
                    <a:gd name="T72" fmla="*/ 48 w 68"/>
                    <a:gd name="T73" fmla="*/ 42 h 88"/>
                    <a:gd name="T74" fmla="*/ 59 w 68"/>
                    <a:gd name="T75" fmla="*/ 32 h 88"/>
                    <a:gd name="T76" fmla="*/ 59 w 68"/>
                    <a:gd name="T77" fmla="*/ 30 h 88"/>
                    <a:gd name="T78" fmla="*/ 59 w 68"/>
                    <a:gd name="T79" fmla="*/ 29 h 88"/>
                    <a:gd name="T80" fmla="*/ 54 w 68"/>
                    <a:gd name="T81" fmla="*/ 26 h 88"/>
                    <a:gd name="T82" fmla="*/ 51 w 68"/>
                    <a:gd name="T83" fmla="*/ 27 h 88"/>
                    <a:gd name="T84" fmla="*/ 50 w 68"/>
                    <a:gd name="T85" fmla="*/ 27 h 88"/>
                    <a:gd name="T86" fmla="*/ 41 w 68"/>
                    <a:gd name="T87" fmla="*/ 33 h 88"/>
                    <a:gd name="T88" fmla="*/ 38 w 68"/>
                    <a:gd name="T89" fmla="*/ 28 h 88"/>
                    <a:gd name="T90" fmla="*/ 38 w 68"/>
                    <a:gd name="T91" fmla="*/ 27 h 88"/>
                    <a:gd name="T92" fmla="*/ 38 w 68"/>
                    <a:gd name="T93" fmla="*/ 16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68" h="88">
                      <a:moveTo>
                        <a:pt x="38" y="16"/>
                      </a:moveTo>
                      <a:cubicBezTo>
                        <a:pt x="39" y="11"/>
                        <a:pt x="40" y="9"/>
                        <a:pt x="40" y="5"/>
                      </a:cubicBezTo>
                      <a:cubicBezTo>
                        <a:pt x="40" y="3"/>
                        <a:pt x="38" y="1"/>
                        <a:pt x="36" y="1"/>
                      </a:cubicBezTo>
                      <a:cubicBezTo>
                        <a:pt x="36" y="1"/>
                        <a:pt x="36" y="1"/>
                        <a:pt x="36" y="1"/>
                      </a:cubicBezTo>
                      <a:cubicBezTo>
                        <a:pt x="34" y="1"/>
                        <a:pt x="34" y="1"/>
                        <a:pt x="33" y="0"/>
                      </a:cubicBezTo>
                      <a:cubicBezTo>
                        <a:pt x="28" y="3"/>
                        <a:pt x="28" y="1"/>
                        <a:pt x="24" y="7"/>
                      </a:cubicBezTo>
                      <a:cubicBezTo>
                        <a:pt x="24" y="8"/>
                        <a:pt x="24" y="8"/>
                        <a:pt x="24" y="8"/>
                      </a:cubicBezTo>
                      <a:cubicBezTo>
                        <a:pt x="24" y="12"/>
                        <a:pt x="26" y="14"/>
                        <a:pt x="26" y="18"/>
                      </a:cubicBezTo>
                      <a:cubicBezTo>
                        <a:pt x="27" y="28"/>
                        <a:pt x="27" y="28"/>
                        <a:pt x="27" y="28"/>
                      </a:cubicBezTo>
                      <a:cubicBezTo>
                        <a:pt x="27" y="39"/>
                        <a:pt x="27" y="39"/>
                        <a:pt x="27" y="39"/>
                      </a:cubicBezTo>
                      <a:cubicBezTo>
                        <a:pt x="28" y="45"/>
                        <a:pt x="22" y="48"/>
                        <a:pt x="16" y="48"/>
                      </a:cubicBezTo>
                      <a:cubicBezTo>
                        <a:pt x="7" y="49"/>
                        <a:pt x="7" y="49"/>
                        <a:pt x="7" y="49"/>
                      </a:cubicBezTo>
                      <a:cubicBezTo>
                        <a:pt x="5" y="49"/>
                        <a:pt x="5" y="49"/>
                        <a:pt x="5" y="49"/>
                      </a:cubicBezTo>
                      <a:cubicBezTo>
                        <a:pt x="4" y="49"/>
                        <a:pt x="4" y="49"/>
                        <a:pt x="4" y="49"/>
                      </a:cubicBezTo>
                      <a:cubicBezTo>
                        <a:pt x="2" y="50"/>
                        <a:pt x="0" y="51"/>
                        <a:pt x="0" y="54"/>
                      </a:cubicBezTo>
                      <a:cubicBezTo>
                        <a:pt x="0" y="56"/>
                        <a:pt x="3" y="60"/>
                        <a:pt x="5" y="60"/>
                      </a:cubicBezTo>
                      <a:cubicBezTo>
                        <a:pt x="11" y="60"/>
                        <a:pt x="11" y="60"/>
                        <a:pt x="11" y="60"/>
                      </a:cubicBezTo>
                      <a:cubicBezTo>
                        <a:pt x="12" y="60"/>
                        <a:pt x="12" y="60"/>
                        <a:pt x="13" y="59"/>
                      </a:cubicBezTo>
                      <a:cubicBezTo>
                        <a:pt x="17" y="62"/>
                        <a:pt x="17" y="60"/>
                        <a:pt x="20" y="66"/>
                      </a:cubicBezTo>
                      <a:cubicBezTo>
                        <a:pt x="18" y="69"/>
                        <a:pt x="20" y="68"/>
                        <a:pt x="17" y="72"/>
                      </a:cubicBezTo>
                      <a:cubicBezTo>
                        <a:pt x="15" y="73"/>
                        <a:pt x="15" y="75"/>
                        <a:pt x="13" y="76"/>
                      </a:cubicBezTo>
                      <a:cubicBezTo>
                        <a:pt x="8" y="79"/>
                        <a:pt x="7" y="80"/>
                        <a:pt x="2" y="82"/>
                      </a:cubicBezTo>
                      <a:cubicBezTo>
                        <a:pt x="2" y="83"/>
                        <a:pt x="2" y="83"/>
                        <a:pt x="2" y="83"/>
                      </a:cubicBezTo>
                      <a:cubicBezTo>
                        <a:pt x="2" y="87"/>
                        <a:pt x="2" y="87"/>
                        <a:pt x="2" y="87"/>
                      </a:cubicBezTo>
                      <a:cubicBezTo>
                        <a:pt x="4" y="87"/>
                        <a:pt x="3" y="88"/>
                        <a:pt x="4" y="88"/>
                      </a:cubicBezTo>
                      <a:cubicBezTo>
                        <a:pt x="13" y="88"/>
                        <a:pt x="20" y="82"/>
                        <a:pt x="25" y="77"/>
                      </a:cubicBezTo>
                      <a:cubicBezTo>
                        <a:pt x="26" y="76"/>
                        <a:pt x="30" y="71"/>
                        <a:pt x="31" y="69"/>
                      </a:cubicBezTo>
                      <a:cubicBezTo>
                        <a:pt x="33" y="65"/>
                        <a:pt x="35" y="63"/>
                        <a:pt x="40" y="63"/>
                      </a:cubicBezTo>
                      <a:cubicBezTo>
                        <a:pt x="45" y="63"/>
                        <a:pt x="49" y="67"/>
                        <a:pt x="52" y="70"/>
                      </a:cubicBezTo>
                      <a:cubicBezTo>
                        <a:pt x="48" y="79"/>
                        <a:pt x="48" y="79"/>
                        <a:pt x="48" y="79"/>
                      </a:cubicBezTo>
                      <a:cubicBezTo>
                        <a:pt x="50" y="79"/>
                        <a:pt x="58" y="81"/>
                        <a:pt x="59" y="81"/>
                      </a:cubicBezTo>
                      <a:cubicBezTo>
                        <a:pt x="65" y="81"/>
                        <a:pt x="67" y="76"/>
                        <a:pt x="68" y="71"/>
                      </a:cubicBezTo>
                      <a:cubicBezTo>
                        <a:pt x="67" y="65"/>
                        <a:pt x="63" y="64"/>
                        <a:pt x="59" y="62"/>
                      </a:cubicBezTo>
                      <a:cubicBezTo>
                        <a:pt x="53" y="59"/>
                        <a:pt x="51" y="60"/>
                        <a:pt x="44" y="60"/>
                      </a:cubicBezTo>
                      <a:cubicBezTo>
                        <a:pt x="43" y="60"/>
                        <a:pt x="43" y="60"/>
                        <a:pt x="42" y="60"/>
                      </a:cubicBezTo>
                      <a:cubicBezTo>
                        <a:pt x="40" y="59"/>
                        <a:pt x="36" y="56"/>
                        <a:pt x="36" y="53"/>
                      </a:cubicBezTo>
                      <a:cubicBezTo>
                        <a:pt x="36" y="51"/>
                        <a:pt x="45" y="44"/>
                        <a:pt x="48" y="42"/>
                      </a:cubicBezTo>
                      <a:cubicBezTo>
                        <a:pt x="50" y="41"/>
                        <a:pt x="59" y="34"/>
                        <a:pt x="59" y="32"/>
                      </a:cubicBezTo>
                      <a:cubicBezTo>
                        <a:pt x="59" y="30"/>
                        <a:pt x="59" y="30"/>
                        <a:pt x="59" y="30"/>
                      </a:cubicBezTo>
                      <a:cubicBezTo>
                        <a:pt x="59" y="29"/>
                        <a:pt x="59" y="29"/>
                        <a:pt x="59" y="29"/>
                      </a:cubicBezTo>
                      <a:cubicBezTo>
                        <a:pt x="54" y="26"/>
                        <a:pt x="54" y="26"/>
                        <a:pt x="54" y="26"/>
                      </a:cubicBezTo>
                      <a:cubicBezTo>
                        <a:pt x="53" y="27"/>
                        <a:pt x="53" y="27"/>
                        <a:pt x="51" y="27"/>
                      </a:cubicBezTo>
                      <a:cubicBezTo>
                        <a:pt x="50" y="27"/>
                        <a:pt x="50" y="27"/>
                        <a:pt x="50" y="27"/>
                      </a:cubicBezTo>
                      <a:cubicBezTo>
                        <a:pt x="46" y="32"/>
                        <a:pt x="46" y="30"/>
                        <a:pt x="41" y="33"/>
                      </a:cubicBezTo>
                      <a:cubicBezTo>
                        <a:pt x="40" y="31"/>
                        <a:pt x="39" y="30"/>
                        <a:pt x="38" y="28"/>
                      </a:cubicBezTo>
                      <a:cubicBezTo>
                        <a:pt x="38" y="27"/>
                        <a:pt x="38" y="27"/>
                        <a:pt x="38" y="27"/>
                      </a:cubicBezTo>
                      <a:lnTo>
                        <a:pt x="38" y="16"/>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40" name="ísḷïďè"/>
                <p:cNvSpPr/>
                <p:nvPr/>
              </p:nvSpPr>
              <p:spPr bwMode="auto">
                <a:xfrm>
                  <a:off x="4518026" y="3506788"/>
                  <a:ext cx="53975" cy="71438"/>
                </a:xfrm>
                <a:custGeom>
                  <a:avLst/>
                  <a:gdLst>
                    <a:gd name="T0" fmla="*/ 14 w 16"/>
                    <a:gd name="T1" fmla="*/ 17 h 21"/>
                    <a:gd name="T2" fmla="*/ 16 w 16"/>
                    <a:gd name="T3" fmla="*/ 12 h 21"/>
                    <a:gd name="T4" fmla="*/ 11 w 16"/>
                    <a:gd name="T5" fmla="*/ 5 h 21"/>
                    <a:gd name="T6" fmla="*/ 5 w 16"/>
                    <a:gd name="T7" fmla="*/ 0 h 21"/>
                    <a:gd name="T8" fmla="*/ 2 w 16"/>
                    <a:gd name="T9" fmla="*/ 4 h 21"/>
                    <a:gd name="T10" fmla="*/ 2 w 16"/>
                    <a:gd name="T11" fmla="*/ 5 h 21"/>
                    <a:gd name="T12" fmla="*/ 2 w 16"/>
                    <a:gd name="T13" fmla="*/ 8 h 21"/>
                    <a:gd name="T14" fmla="*/ 2 w 16"/>
                    <a:gd name="T15" fmla="*/ 9 h 21"/>
                    <a:gd name="T16" fmla="*/ 0 w 16"/>
                    <a:gd name="T17" fmla="*/ 17 h 21"/>
                    <a:gd name="T18" fmla="*/ 3 w 16"/>
                    <a:gd name="T19" fmla="*/ 21 h 21"/>
                    <a:gd name="T20" fmla="*/ 4 w 16"/>
                    <a:gd name="T21" fmla="*/ 21 h 21"/>
                    <a:gd name="T22" fmla="*/ 5 w 16"/>
                    <a:gd name="T23" fmla="*/ 21 h 21"/>
                    <a:gd name="T24" fmla="*/ 14 w 16"/>
                    <a:gd name="T25" fmla="*/ 17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1">
                      <a:moveTo>
                        <a:pt x="14" y="17"/>
                      </a:moveTo>
                      <a:cubicBezTo>
                        <a:pt x="14" y="15"/>
                        <a:pt x="16" y="13"/>
                        <a:pt x="16" y="12"/>
                      </a:cubicBezTo>
                      <a:cubicBezTo>
                        <a:pt x="16" y="11"/>
                        <a:pt x="12" y="7"/>
                        <a:pt x="11" y="5"/>
                      </a:cubicBezTo>
                      <a:cubicBezTo>
                        <a:pt x="11" y="3"/>
                        <a:pt x="8" y="0"/>
                        <a:pt x="5" y="0"/>
                      </a:cubicBezTo>
                      <a:cubicBezTo>
                        <a:pt x="4" y="0"/>
                        <a:pt x="3" y="3"/>
                        <a:pt x="2" y="4"/>
                      </a:cubicBezTo>
                      <a:cubicBezTo>
                        <a:pt x="2" y="5"/>
                        <a:pt x="2" y="5"/>
                        <a:pt x="2" y="5"/>
                      </a:cubicBezTo>
                      <a:cubicBezTo>
                        <a:pt x="2" y="8"/>
                        <a:pt x="2" y="8"/>
                        <a:pt x="2" y="8"/>
                      </a:cubicBezTo>
                      <a:cubicBezTo>
                        <a:pt x="2" y="9"/>
                        <a:pt x="2" y="9"/>
                        <a:pt x="2" y="9"/>
                      </a:cubicBezTo>
                      <a:cubicBezTo>
                        <a:pt x="1" y="11"/>
                        <a:pt x="0" y="14"/>
                        <a:pt x="0" y="17"/>
                      </a:cubicBezTo>
                      <a:cubicBezTo>
                        <a:pt x="0" y="19"/>
                        <a:pt x="1" y="20"/>
                        <a:pt x="3" y="21"/>
                      </a:cubicBezTo>
                      <a:cubicBezTo>
                        <a:pt x="4" y="21"/>
                        <a:pt x="4" y="21"/>
                        <a:pt x="4" y="21"/>
                      </a:cubicBezTo>
                      <a:cubicBezTo>
                        <a:pt x="5" y="21"/>
                        <a:pt x="5" y="21"/>
                        <a:pt x="5" y="21"/>
                      </a:cubicBezTo>
                      <a:cubicBezTo>
                        <a:pt x="7" y="21"/>
                        <a:pt x="11" y="17"/>
                        <a:pt x="14" y="17"/>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41" name="îṧļîḓé"/>
                <p:cNvSpPr/>
                <p:nvPr/>
              </p:nvSpPr>
              <p:spPr bwMode="auto">
                <a:xfrm>
                  <a:off x="5319713" y="3133725"/>
                  <a:ext cx="222250" cy="500063"/>
                </a:xfrm>
                <a:custGeom>
                  <a:avLst/>
                  <a:gdLst>
                    <a:gd name="T0" fmla="*/ 47 w 67"/>
                    <a:gd name="T1" fmla="*/ 96 h 150"/>
                    <a:gd name="T2" fmla="*/ 51 w 67"/>
                    <a:gd name="T3" fmla="*/ 96 h 150"/>
                    <a:gd name="T4" fmla="*/ 46 w 67"/>
                    <a:gd name="T5" fmla="*/ 114 h 150"/>
                    <a:gd name="T6" fmla="*/ 42 w 67"/>
                    <a:gd name="T7" fmla="*/ 113 h 150"/>
                    <a:gd name="T8" fmla="*/ 39 w 67"/>
                    <a:gd name="T9" fmla="*/ 108 h 150"/>
                    <a:gd name="T10" fmla="*/ 21 w 67"/>
                    <a:gd name="T11" fmla="*/ 78 h 150"/>
                    <a:gd name="T12" fmla="*/ 29 w 67"/>
                    <a:gd name="T13" fmla="*/ 73 h 150"/>
                    <a:gd name="T14" fmla="*/ 32 w 67"/>
                    <a:gd name="T15" fmla="*/ 74 h 150"/>
                    <a:gd name="T16" fmla="*/ 32 w 67"/>
                    <a:gd name="T17" fmla="*/ 77 h 150"/>
                    <a:gd name="T18" fmla="*/ 32 w 67"/>
                    <a:gd name="T19" fmla="*/ 79 h 150"/>
                    <a:gd name="T20" fmla="*/ 21 w 67"/>
                    <a:gd name="T21" fmla="*/ 78 h 150"/>
                    <a:gd name="T22" fmla="*/ 53 w 67"/>
                    <a:gd name="T23" fmla="*/ 118 h 150"/>
                    <a:gd name="T24" fmla="*/ 66 w 67"/>
                    <a:gd name="T25" fmla="*/ 108 h 150"/>
                    <a:gd name="T26" fmla="*/ 60 w 67"/>
                    <a:gd name="T27" fmla="*/ 98 h 150"/>
                    <a:gd name="T28" fmla="*/ 51 w 67"/>
                    <a:gd name="T29" fmla="*/ 82 h 150"/>
                    <a:gd name="T30" fmla="*/ 47 w 67"/>
                    <a:gd name="T31" fmla="*/ 71 h 150"/>
                    <a:gd name="T32" fmla="*/ 60 w 67"/>
                    <a:gd name="T33" fmla="*/ 58 h 150"/>
                    <a:gd name="T34" fmla="*/ 53 w 67"/>
                    <a:gd name="T35" fmla="*/ 52 h 150"/>
                    <a:gd name="T36" fmla="*/ 44 w 67"/>
                    <a:gd name="T37" fmla="*/ 50 h 150"/>
                    <a:gd name="T38" fmla="*/ 48 w 67"/>
                    <a:gd name="T39" fmla="*/ 38 h 150"/>
                    <a:gd name="T40" fmla="*/ 66 w 67"/>
                    <a:gd name="T41" fmla="*/ 17 h 150"/>
                    <a:gd name="T42" fmla="*/ 66 w 67"/>
                    <a:gd name="T43" fmla="*/ 13 h 150"/>
                    <a:gd name="T44" fmla="*/ 56 w 67"/>
                    <a:gd name="T45" fmla="*/ 1 h 150"/>
                    <a:gd name="T46" fmla="*/ 55 w 67"/>
                    <a:gd name="T47" fmla="*/ 7 h 150"/>
                    <a:gd name="T48" fmla="*/ 50 w 67"/>
                    <a:gd name="T49" fmla="*/ 18 h 150"/>
                    <a:gd name="T50" fmla="*/ 42 w 67"/>
                    <a:gd name="T51" fmla="*/ 15 h 150"/>
                    <a:gd name="T52" fmla="*/ 40 w 67"/>
                    <a:gd name="T53" fmla="*/ 15 h 150"/>
                    <a:gd name="T54" fmla="*/ 41 w 67"/>
                    <a:gd name="T55" fmla="*/ 26 h 150"/>
                    <a:gd name="T56" fmla="*/ 41 w 67"/>
                    <a:gd name="T57" fmla="*/ 30 h 150"/>
                    <a:gd name="T58" fmla="*/ 37 w 67"/>
                    <a:gd name="T59" fmla="*/ 33 h 150"/>
                    <a:gd name="T60" fmla="*/ 30 w 67"/>
                    <a:gd name="T61" fmla="*/ 29 h 150"/>
                    <a:gd name="T62" fmla="*/ 9 w 67"/>
                    <a:gd name="T63" fmla="*/ 50 h 150"/>
                    <a:gd name="T64" fmla="*/ 4 w 67"/>
                    <a:gd name="T65" fmla="*/ 59 h 150"/>
                    <a:gd name="T66" fmla="*/ 23 w 67"/>
                    <a:gd name="T67" fmla="*/ 51 h 150"/>
                    <a:gd name="T68" fmla="*/ 30 w 67"/>
                    <a:gd name="T69" fmla="*/ 58 h 150"/>
                    <a:gd name="T70" fmla="*/ 26 w 67"/>
                    <a:gd name="T71" fmla="*/ 65 h 150"/>
                    <a:gd name="T72" fmla="*/ 19 w 67"/>
                    <a:gd name="T73" fmla="*/ 64 h 150"/>
                    <a:gd name="T74" fmla="*/ 16 w 67"/>
                    <a:gd name="T75" fmla="*/ 67 h 150"/>
                    <a:gd name="T76" fmla="*/ 16 w 67"/>
                    <a:gd name="T77" fmla="*/ 72 h 150"/>
                    <a:gd name="T78" fmla="*/ 3 w 67"/>
                    <a:gd name="T79" fmla="*/ 105 h 150"/>
                    <a:gd name="T80" fmla="*/ 6 w 67"/>
                    <a:gd name="T81" fmla="*/ 110 h 150"/>
                    <a:gd name="T82" fmla="*/ 9 w 67"/>
                    <a:gd name="T83" fmla="*/ 111 h 150"/>
                    <a:gd name="T84" fmla="*/ 24 w 67"/>
                    <a:gd name="T85" fmla="*/ 89 h 150"/>
                    <a:gd name="T86" fmla="*/ 32 w 67"/>
                    <a:gd name="T87" fmla="*/ 93 h 150"/>
                    <a:gd name="T88" fmla="*/ 32 w 67"/>
                    <a:gd name="T89" fmla="*/ 96 h 150"/>
                    <a:gd name="T90" fmla="*/ 29 w 67"/>
                    <a:gd name="T91" fmla="*/ 113 h 150"/>
                    <a:gd name="T92" fmla="*/ 29 w 67"/>
                    <a:gd name="T93" fmla="*/ 115 h 150"/>
                    <a:gd name="T94" fmla="*/ 22 w 67"/>
                    <a:gd name="T95" fmla="*/ 122 h 150"/>
                    <a:gd name="T96" fmla="*/ 10 w 67"/>
                    <a:gd name="T97" fmla="*/ 124 h 150"/>
                    <a:gd name="T98" fmla="*/ 15 w 67"/>
                    <a:gd name="T99" fmla="*/ 144 h 150"/>
                    <a:gd name="T100" fmla="*/ 17 w 67"/>
                    <a:gd name="T101" fmla="*/ 150 h 150"/>
                    <a:gd name="T102" fmla="*/ 38 w 67"/>
                    <a:gd name="T103" fmla="*/ 125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67" h="150">
                      <a:moveTo>
                        <a:pt x="39" y="107"/>
                      </a:moveTo>
                      <a:cubicBezTo>
                        <a:pt x="39" y="103"/>
                        <a:pt x="44" y="96"/>
                        <a:pt x="47" y="96"/>
                      </a:cubicBezTo>
                      <a:cubicBezTo>
                        <a:pt x="50" y="96"/>
                        <a:pt x="50" y="96"/>
                        <a:pt x="50" y="96"/>
                      </a:cubicBezTo>
                      <a:cubicBezTo>
                        <a:pt x="51" y="96"/>
                        <a:pt x="51" y="96"/>
                        <a:pt x="51" y="96"/>
                      </a:cubicBezTo>
                      <a:cubicBezTo>
                        <a:pt x="53" y="98"/>
                        <a:pt x="55" y="101"/>
                        <a:pt x="55" y="104"/>
                      </a:cubicBezTo>
                      <a:cubicBezTo>
                        <a:pt x="55" y="108"/>
                        <a:pt x="49" y="112"/>
                        <a:pt x="46" y="114"/>
                      </a:cubicBezTo>
                      <a:cubicBezTo>
                        <a:pt x="45" y="114"/>
                        <a:pt x="45" y="113"/>
                        <a:pt x="43" y="113"/>
                      </a:cubicBezTo>
                      <a:cubicBezTo>
                        <a:pt x="42" y="113"/>
                        <a:pt x="42" y="113"/>
                        <a:pt x="42" y="113"/>
                      </a:cubicBezTo>
                      <a:cubicBezTo>
                        <a:pt x="39" y="109"/>
                        <a:pt x="39" y="109"/>
                        <a:pt x="39" y="109"/>
                      </a:cubicBezTo>
                      <a:cubicBezTo>
                        <a:pt x="39" y="108"/>
                        <a:pt x="39" y="108"/>
                        <a:pt x="39" y="108"/>
                      </a:cubicBezTo>
                      <a:cubicBezTo>
                        <a:pt x="39" y="107"/>
                        <a:pt x="39" y="107"/>
                        <a:pt x="39" y="107"/>
                      </a:cubicBezTo>
                      <a:close/>
                      <a:moveTo>
                        <a:pt x="21" y="78"/>
                      </a:moveTo>
                      <a:cubicBezTo>
                        <a:pt x="21" y="77"/>
                        <a:pt x="25" y="73"/>
                        <a:pt x="26" y="73"/>
                      </a:cubicBezTo>
                      <a:cubicBezTo>
                        <a:pt x="27" y="73"/>
                        <a:pt x="27" y="73"/>
                        <a:pt x="29" y="73"/>
                      </a:cubicBezTo>
                      <a:cubicBezTo>
                        <a:pt x="30" y="73"/>
                        <a:pt x="30" y="73"/>
                        <a:pt x="30" y="73"/>
                      </a:cubicBezTo>
                      <a:cubicBezTo>
                        <a:pt x="32" y="74"/>
                        <a:pt x="32" y="74"/>
                        <a:pt x="32" y="74"/>
                      </a:cubicBezTo>
                      <a:cubicBezTo>
                        <a:pt x="32" y="76"/>
                        <a:pt x="32" y="76"/>
                        <a:pt x="32" y="76"/>
                      </a:cubicBezTo>
                      <a:cubicBezTo>
                        <a:pt x="32" y="77"/>
                        <a:pt x="32" y="77"/>
                        <a:pt x="32" y="77"/>
                      </a:cubicBezTo>
                      <a:cubicBezTo>
                        <a:pt x="32" y="78"/>
                        <a:pt x="32" y="78"/>
                        <a:pt x="32" y="78"/>
                      </a:cubicBezTo>
                      <a:cubicBezTo>
                        <a:pt x="32" y="79"/>
                        <a:pt x="32" y="79"/>
                        <a:pt x="32" y="79"/>
                      </a:cubicBezTo>
                      <a:cubicBezTo>
                        <a:pt x="31" y="82"/>
                        <a:pt x="29" y="83"/>
                        <a:pt x="25" y="83"/>
                      </a:cubicBezTo>
                      <a:cubicBezTo>
                        <a:pt x="23" y="83"/>
                        <a:pt x="21" y="81"/>
                        <a:pt x="21" y="78"/>
                      </a:cubicBezTo>
                      <a:close/>
                      <a:moveTo>
                        <a:pt x="38" y="125"/>
                      </a:moveTo>
                      <a:cubicBezTo>
                        <a:pt x="43" y="122"/>
                        <a:pt x="47" y="120"/>
                        <a:pt x="53" y="118"/>
                      </a:cubicBezTo>
                      <a:cubicBezTo>
                        <a:pt x="57" y="116"/>
                        <a:pt x="57" y="116"/>
                        <a:pt x="60" y="114"/>
                      </a:cubicBezTo>
                      <a:cubicBezTo>
                        <a:pt x="64" y="111"/>
                        <a:pt x="63" y="110"/>
                        <a:pt x="66" y="108"/>
                      </a:cubicBezTo>
                      <a:cubicBezTo>
                        <a:pt x="67" y="104"/>
                        <a:pt x="67" y="104"/>
                        <a:pt x="67" y="104"/>
                      </a:cubicBezTo>
                      <a:cubicBezTo>
                        <a:pt x="64" y="100"/>
                        <a:pt x="64" y="101"/>
                        <a:pt x="60" y="98"/>
                      </a:cubicBezTo>
                      <a:cubicBezTo>
                        <a:pt x="58" y="96"/>
                        <a:pt x="55" y="95"/>
                        <a:pt x="54" y="92"/>
                      </a:cubicBezTo>
                      <a:cubicBezTo>
                        <a:pt x="53" y="88"/>
                        <a:pt x="53" y="84"/>
                        <a:pt x="51" y="82"/>
                      </a:cubicBezTo>
                      <a:cubicBezTo>
                        <a:pt x="49" y="79"/>
                        <a:pt x="47" y="77"/>
                        <a:pt x="47" y="73"/>
                      </a:cubicBezTo>
                      <a:cubicBezTo>
                        <a:pt x="47" y="72"/>
                        <a:pt x="47" y="72"/>
                        <a:pt x="47" y="71"/>
                      </a:cubicBezTo>
                      <a:cubicBezTo>
                        <a:pt x="49" y="67"/>
                        <a:pt x="47" y="67"/>
                        <a:pt x="53" y="64"/>
                      </a:cubicBezTo>
                      <a:cubicBezTo>
                        <a:pt x="55" y="64"/>
                        <a:pt x="60" y="60"/>
                        <a:pt x="60" y="58"/>
                      </a:cubicBezTo>
                      <a:cubicBezTo>
                        <a:pt x="60" y="55"/>
                        <a:pt x="60" y="55"/>
                        <a:pt x="60" y="55"/>
                      </a:cubicBezTo>
                      <a:cubicBezTo>
                        <a:pt x="60" y="53"/>
                        <a:pt x="56" y="51"/>
                        <a:pt x="53" y="52"/>
                      </a:cubicBezTo>
                      <a:cubicBezTo>
                        <a:pt x="47" y="52"/>
                        <a:pt x="47" y="52"/>
                        <a:pt x="47" y="52"/>
                      </a:cubicBezTo>
                      <a:cubicBezTo>
                        <a:pt x="46" y="52"/>
                        <a:pt x="45" y="51"/>
                        <a:pt x="44" y="50"/>
                      </a:cubicBezTo>
                      <a:cubicBezTo>
                        <a:pt x="44" y="47"/>
                        <a:pt x="44" y="47"/>
                        <a:pt x="44" y="47"/>
                      </a:cubicBezTo>
                      <a:cubicBezTo>
                        <a:pt x="44" y="44"/>
                        <a:pt x="47" y="41"/>
                        <a:pt x="48" y="38"/>
                      </a:cubicBezTo>
                      <a:cubicBezTo>
                        <a:pt x="49" y="34"/>
                        <a:pt x="50" y="33"/>
                        <a:pt x="53" y="30"/>
                      </a:cubicBezTo>
                      <a:cubicBezTo>
                        <a:pt x="56" y="27"/>
                        <a:pt x="66" y="22"/>
                        <a:pt x="66" y="17"/>
                      </a:cubicBezTo>
                      <a:cubicBezTo>
                        <a:pt x="66" y="14"/>
                        <a:pt x="66" y="14"/>
                        <a:pt x="66" y="14"/>
                      </a:cubicBezTo>
                      <a:cubicBezTo>
                        <a:pt x="66" y="13"/>
                        <a:pt x="66" y="13"/>
                        <a:pt x="66" y="13"/>
                      </a:cubicBezTo>
                      <a:cubicBezTo>
                        <a:pt x="65" y="10"/>
                        <a:pt x="62" y="0"/>
                        <a:pt x="58" y="0"/>
                      </a:cubicBezTo>
                      <a:cubicBezTo>
                        <a:pt x="57" y="0"/>
                        <a:pt x="57" y="0"/>
                        <a:pt x="56" y="1"/>
                      </a:cubicBezTo>
                      <a:cubicBezTo>
                        <a:pt x="56" y="3"/>
                        <a:pt x="55" y="3"/>
                        <a:pt x="55" y="5"/>
                      </a:cubicBezTo>
                      <a:cubicBezTo>
                        <a:pt x="55" y="7"/>
                        <a:pt x="55" y="7"/>
                        <a:pt x="55" y="7"/>
                      </a:cubicBezTo>
                      <a:cubicBezTo>
                        <a:pt x="55" y="11"/>
                        <a:pt x="53" y="15"/>
                        <a:pt x="51" y="18"/>
                      </a:cubicBezTo>
                      <a:cubicBezTo>
                        <a:pt x="50" y="18"/>
                        <a:pt x="50" y="18"/>
                        <a:pt x="50" y="18"/>
                      </a:cubicBezTo>
                      <a:cubicBezTo>
                        <a:pt x="48" y="18"/>
                        <a:pt x="48" y="18"/>
                        <a:pt x="47" y="19"/>
                      </a:cubicBezTo>
                      <a:cubicBezTo>
                        <a:pt x="42" y="15"/>
                        <a:pt x="42" y="15"/>
                        <a:pt x="42" y="15"/>
                      </a:cubicBezTo>
                      <a:cubicBezTo>
                        <a:pt x="41" y="15"/>
                        <a:pt x="41" y="15"/>
                        <a:pt x="41" y="15"/>
                      </a:cubicBezTo>
                      <a:cubicBezTo>
                        <a:pt x="40" y="15"/>
                        <a:pt x="40" y="15"/>
                        <a:pt x="40" y="15"/>
                      </a:cubicBezTo>
                      <a:cubicBezTo>
                        <a:pt x="39" y="15"/>
                        <a:pt x="38" y="16"/>
                        <a:pt x="38" y="17"/>
                      </a:cubicBezTo>
                      <a:cubicBezTo>
                        <a:pt x="38" y="19"/>
                        <a:pt x="41" y="22"/>
                        <a:pt x="41" y="26"/>
                      </a:cubicBezTo>
                      <a:cubicBezTo>
                        <a:pt x="41" y="29"/>
                        <a:pt x="41" y="29"/>
                        <a:pt x="41" y="29"/>
                      </a:cubicBezTo>
                      <a:cubicBezTo>
                        <a:pt x="41" y="30"/>
                        <a:pt x="41" y="30"/>
                        <a:pt x="41" y="30"/>
                      </a:cubicBezTo>
                      <a:cubicBezTo>
                        <a:pt x="38" y="33"/>
                        <a:pt x="38" y="33"/>
                        <a:pt x="38" y="33"/>
                      </a:cubicBezTo>
                      <a:cubicBezTo>
                        <a:pt x="37" y="33"/>
                        <a:pt x="37" y="33"/>
                        <a:pt x="37" y="33"/>
                      </a:cubicBezTo>
                      <a:cubicBezTo>
                        <a:pt x="35" y="33"/>
                        <a:pt x="35" y="34"/>
                        <a:pt x="34" y="34"/>
                      </a:cubicBezTo>
                      <a:cubicBezTo>
                        <a:pt x="32" y="33"/>
                        <a:pt x="31" y="31"/>
                        <a:pt x="30" y="29"/>
                      </a:cubicBezTo>
                      <a:cubicBezTo>
                        <a:pt x="24" y="29"/>
                        <a:pt x="30" y="41"/>
                        <a:pt x="19" y="45"/>
                      </a:cubicBezTo>
                      <a:cubicBezTo>
                        <a:pt x="16" y="46"/>
                        <a:pt x="12" y="48"/>
                        <a:pt x="9" y="50"/>
                      </a:cubicBezTo>
                      <a:cubicBezTo>
                        <a:pt x="6" y="51"/>
                        <a:pt x="1" y="53"/>
                        <a:pt x="0" y="55"/>
                      </a:cubicBezTo>
                      <a:cubicBezTo>
                        <a:pt x="1" y="58"/>
                        <a:pt x="1" y="57"/>
                        <a:pt x="4" y="59"/>
                      </a:cubicBezTo>
                      <a:cubicBezTo>
                        <a:pt x="6" y="59"/>
                        <a:pt x="6" y="59"/>
                        <a:pt x="6" y="59"/>
                      </a:cubicBezTo>
                      <a:cubicBezTo>
                        <a:pt x="10" y="59"/>
                        <a:pt x="20" y="51"/>
                        <a:pt x="23" y="51"/>
                      </a:cubicBezTo>
                      <a:cubicBezTo>
                        <a:pt x="25" y="51"/>
                        <a:pt x="24" y="51"/>
                        <a:pt x="27" y="52"/>
                      </a:cubicBezTo>
                      <a:cubicBezTo>
                        <a:pt x="29" y="54"/>
                        <a:pt x="29" y="55"/>
                        <a:pt x="30" y="58"/>
                      </a:cubicBezTo>
                      <a:cubicBezTo>
                        <a:pt x="30" y="59"/>
                        <a:pt x="30" y="59"/>
                        <a:pt x="30" y="59"/>
                      </a:cubicBezTo>
                      <a:cubicBezTo>
                        <a:pt x="30" y="62"/>
                        <a:pt x="28" y="64"/>
                        <a:pt x="26" y="65"/>
                      </a:cubicBezTo>
                      <a:cubicBezTo>
                        <a:pt x="21" y="64"/>
                        <a:pt x="21" y="64"/>
                        <a:pt x="21" y="64"/>
                      </a:cubicBezTo>
                      <a:cubicBezTo>
                        <a:pt x="20" y="64"/>
                        <a:pt x="20" y="64"/>
                        <a:pt x="19" y="64"/>
                      </a:cubicBezTo>
                      <a:cubicBezTo>
                        <a:pt x="18" y="64"/>
                        <a:pt x="18" y="64"/>
                        <a:pt x="18" y="64"/>
                      </a:cubicBezTo>
                      <a:cubicBezTo>
                        <a:pt x="16" y="67"/>
                        <a:pt x="16" y="67"/>
                        <a:pt x="16" y="67"/>
                      </a:cubicBezTo>
                      <a:cubicBezTo>
                        <a:pt x="16" y="68"/>
                        <a:pt x="16" y="68"/>
                        <a:pt x="16" y="68"/>
                      </a:cubicBezTo>
                      <a:cubicBezTo>
                        <a:pt x="16" y="72"/>
                        <a:pt x="16" y="72"/>
                        <a:pt x="16" y="72"/>
                      </a:cubicBezTo>
                      <a:cubicBezTo>
                        <a:pt x="16" y="78"/>
                        <a:pt x="13" y="85"/>
                        <a:pt x="11" y="90"/>
                      </a:cubicBezTo>
                      <a:cubicBezTo>
                        <a:pt x="9" y="94"/>
                        <a:pt x="3" y="100"/>
                        <a:pt x="3" y="105"/>
                      </a:cubicBezTo>
                      <a:cubicBezTo>
                        <a:pt x="3" y="106"/>
                        <a:pt x="4" y="109"/>
                        <a:pt x="5" y="110"/>
                      </a:cubicBezTo>
                      <a:cubicBezTo>
                        <a:pt x="6" y="110"/>
                        <a:pt x="6" y="110"/>
                        <a:pt x="6" y="110"/>
                      </a:cubicBezTo>
                      <a:cubicBezTo>
                        <a:pt x="7" y="110"/>
                        <a:pt x="7" y="110"/>
                        <a:pt x="7" y="110"/>
                      </a:cubicBezTo>
                      <a:cubicBezTo>
                        <a:pt x="9" y="110"/>
                        <a:pt x="8" y="110"/>
                        <a:pt x="9" y="111"/>
                      </a:cubicBezTo>
                      <a:cubicBezTo>
                        <a:pt x="11" y="109"/>
                        <a:pt x="15" y="101"/>
                        <a:pt x="15" y="98"/>
                      </a:cubicBezTo>
                      <a:cubicBezTo>
                        <a:pt x="17" y="94"/>
                        <a:pt x="20" y="89"/>
                        <a:pt x="24" y="89"/>
                      </a:cubicBezTo>
                      <a:cubicBezTo>
                        <a:pt x="25" y="89"/>
                        <a:pt x="25" y="89"/>
                        <a:pt x="26" y="88"/>
                      </a:cubicBezTo>
                      <a:cubicBezTo>
                        <a:pt x="28" y="90"/>
                        <a:pt x="32" y="90"/>
                        <a:pt x="32" y="93"/>
                      </a:cubicBezTo>
                      <a:cubicBezTo>
                        <a:pt x="32" y="94"/>
                        <a:pt x="32" y="94"/>
                        <a:pt x="32" y="94"/>
                      </a:cubicBezTo>
                      <a:cubicBezTo>
                        <a:pt x="32" y="96"/>
                        <a:pt x="32" y="96"/>
                        <a:pt x="32" y="96"/>
                      </a:cubicBezTo>
                      <a:cubicBezTo>
                        <a:pt x="28" y="102"/>
                        <a:pt x="25" y="101"/>
                        <a:pt x="23" y="104"/>
                      </a:cubicBezTo>
                      <a:cubicBezTo>
                        <a:pt x="26" y="109"/>
                        <a:pt x="27" y="108"/>
                        <a:pt x="29" y="113"/>
                      </a:cubicBezTo>
                      <a:cubicBezTo>
                        <a:pt x="29" y="114"/>
                        <a:pt x="29" y="114"/>
                        <a:pt x="29" y="114"/>
                      </a:cubicBezTo>
                      <a:cubicBezTo>
                        <a:pt x="29" y="115"/>
                        <a:pt x="29" y="115"/>
                        <a:pt x="29" y="115"/>
                      </a:cubicBezTo>
                      <a:cubicBezTo>
                        <a:pt x="29" y="116"/>
                        <a:pt x="29" y="116"/>
                        <a:pt x="29" y="116"/>
                      </a:cubicBezTo>
                      <a:cubicBezTo>
                        <a:pt x="28" y="119"/>
                        <a:pt x="26" y="123"/>
                        <a:pt x="22" y="122"/>
                      </a:cubicBezTo>
                      <a:cubicBezTo>
                        <a:pt x="15" y="122"/>
                        <a:pt x="15" y="122"/>
                        <a:pt x="15" y="122"/>
                      </a:cubicBezTo>
                      <a:cubicBezTo>
                        <a:pt x="14" y="122"/>
                        <a:pt x="11" y="124"/>
                        <a:pt x="10" y="124"/>
                      </a:cubicBezTo>
                      <a:cubicBezTo>
                        <a:pt x="13" y="127"/>
                        <a:pt x="23" y="129"/>
                        <a:pt x="23" y="133"/>
                      </a:cubicBezTo>
                      <a:cubicBezTo>
                        <a:pt x="23" y="137"/>
                        <a:pt x="18" y="142"/>
                        <a:pt x="15" y="144"/>
                      </a:cubicBezTo>
                      <a:cubicBezTo>
                        <a:pt x="15" y="150"/>
                        <a:pt x="15" y="150"/>
                        <a:pt x="15" y="150"/>
                      </a:cubicBezTo>
                      <a:cubicBezTo>
                        <a:pt x="17" y="150"/>
                        <a:pt x="17" y="150"/>
                        <a:pt x="17" y="150"/>
                      </a:cubicBezTo>
                      <a:cubicBezTo>
                        <a:pt x="20" y="150"/>
                        <a:pt x="27" y="141"/>
                        <a:pt x="29" y="139"/>
                      </a:cubicBezTo>
                      <a:cubicBezTo>
                        <a:pt x="33" y="135"/>
                        <a:pt x="34" y="129"/>
                        <a:pt x="38" y="12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42" name="iSļïḑé"/>
                <p:cNvSpPr/>
                <p:nvPr/>
              </p:nvSpPr>
              <p:spPr bwMode="auto">
                <a:xfrm>
                  <a:off x="4422776" y="3106738"/>
                  <a:ext cx="412750" cy="596900"/>
                </a:xfrm>
                <a:custGeom>
                  <a:avLst/>
                  <a:gdLst>
                    <a:gd name="T0" fmla="*/ 63 w 125"/>
                    <a:gd name="T1" fmla="*/ 83 h 179"/>
                    <a:gd name="T2" fmla="*/ 69 w 125"/>
                    <a:gd name="T3" fmla="*/ 84 h 179"/>
                    <a:gd name="T4" fmla="*/ 71 w 125"/>
                    <a:gd name="T5" fmla="*/ 95 h 179"/>
                    <a:gd name="T6" fmla="*/ 56 w 125"/>
                    <a:gd name="T7" fmla="*/ 91 h 179"/>
                    <a:gd name="T8" fmla="*/ 77 w 125"/>
                    <a:gd name="T9" fmla="*/ 77 h 179"/>
                    <a:gd name="T10" fmla="*/ 90 w 125"/>
                    <a:gd name="T11" fmla="*/ 82 h 179"/>
                    <a:gd name="T12" fmla="*/ 93 w 125"/>
                    <a:gd name="T13" fmla="*/ 96 h 179"/>
                    <a:gd name="T14" fmla="*/ 88 w 125"/>
                    <a:gd name="T15" fmla="*/ 106 h 179"/>
                    <a:gd name="T16" fmla="*/ 75 w 125"/>
                    <a:gd name="T17" fmla="*/ 89 h 179"/>
                    <a:gd name="T18" fmla="*/ 91 w 125"/>
                    <a:gd name="T19" fmla="*/ 29 h 179"/>
                    <a:gd name="T20" fmla="*/ 95 w 125"/>
                    <a:gd name="T21" fmla="*/ 4 h 179"/>
                    <a:gd name="T22" fmla="*/ 92 w 125"/>
                    <a:gd name="T23" fmla="*/ 0 h 179"/>
                    <a:gd name="T24" fmla="*/ 86 w 125"/>
                    <a:gd name="T25" fmla="*/ 0 h 179"/>
                    <a:gd name="T26" fmla="*/ 80 w 125"/>
                    <a:gd name="T27" fmla="*/ 7 h 179"/>
                    <a:gd name="T28" fmla="*/ 83 w 125"/>
                    <a:gd name="T29" fmla="*/ 30 h 179"/>
                    <a:gd name="T30" fmla="*/ 86 w 125"/>
                    <a:gd name="T31" fmla="*/ 50 h 179"/>
                    <a:gd name="T32" fmla="*/ 46 w 125"/>
                    <a:gd name="T33" fmla="*/ 84 h 179"/>
                    <a:gd name="T34" fmla="*/ 0 w 125"/>
                    <a:gd name="T35" fmla="*/ 99 h 179"/>
                    <a:gd name="T36" fmla="*/ 13 w 125"/>
                    <a:gd name="T37" fmla="*/ 108 h 179"/>
                    <a:gd name="T38" fmla="*/ 30 w 125"/>
                    <a:gd name="T39" fmla="*/ 100 h 179"/>
                    <a:gd name="T40" fmla="*/ 47 w 125"/>
                    <a:gd name="T41" fmla="*/ 92 h 179"/>
                    <a:gd name="T42" fmla="*/ 51 w 125"/>
                    <a:gd name="T43" fmla="*/ 109 h 179"/>
                    <a:gd name="T44" fmla="*/ 50 w 125"/>
                    <a:gd name="T45" fmla="*/ 118 h 179"/>
                    <a:gd name="T46" fmla="*/ 54 w 125"/>
                    <a:gd name="T47" fmla="*/ 125 h 179"/>
                    <a:gd name="T48" fmla="*/ 62 w 125"/>
                    <a:gd name="T49" fmla="*/ 119 h 179"/>
                    <a:gd name="T50" fmla="*/ 62 w 125"/>
                    <a:gd name="T51" fmla="*/ 113 h 179"/>
                    <a:gd name="T52" fmla="*/ 78 w 125"/>
                    <a:gd name="T53" fmla="*/ 111 h 179"/>
                    <a:gd name="T54" fmla="*/ 78 w 125"/>
                    <a:gd name="T55" fmla="*/ 113 h 179"/>
                    <a:gd name="T56" fmla="*/ 78 w 125"/>
                    <a:gd name="T57" fmla="*/ 118 h 179"/>
                    <a:gd name="T58" fmla="*/ 46 w 125"/>
                    <a:gd name="T59" fmla="*/ 147 h 179"/>
                    <a:gd name="T60" fmla="*/ 28 w 125"/>
                    <a:gd name="T61" fmla="*/ 158 h 179"/>
                    <a:gd name="T62" fmla="*/ 1 w 125"/>
                    <a:gd name="T63" fmla="*/ 170 h 179"/>
                    <a:gd name="T64" fmla="*/ 14 w 125"/>
                    <a:gd name="T65" fmla="*/ 178 h 179"/>
                    <a:gd name="T66" fmla="*/ 20 w 125"/>
                    <a:gd name="T67" fmla="*/ 179 h 179"/>
                    <a:gd name="T68" fmla="*/ 22 w 125"/>
                    <a:gd name="T69" fmla="*/ 179 h 179"/>
                    <a:gd name="T70" fmla="*/ 38 w 125"/>
                    <a:gd name="T71" fmla="*/ 169 h 179"/>
                    <a:gd name="T72" fmla="*/ 61 w 125"/>
                    <a:gd name="T73" fmla="*/ 150 h 179"/>
                    <a:gd name="T74" fmla="*/ 79 w 125"/>
                    <a:gd name="T75" fmla="*/ 135 h 179"/>
                    <a:gd name="T76" fmla="*/ 96 w 125"/>
                    <a:gd name="T77" fmla="*/ 119 h 179"/>
                    <a:gd name="T78" fmla="*/ 106 w 125"/>
                    <a:gd name="T79" fmla="*/ 149 h 179"/>
                    <a:gd name="T80" fmla="*/ 125 w 125"/>
                    <a:gd name="T81" fmla="*/ 152 h 179"/>
                    <a:gd name="T82" fmla="*/ 116 w 125"/>
                    <a:gd name="T83" fmla="*/ 120 h 179"/>
                    <a:gd name="T84" fmla="*/ 115 w 125"/>
                    <a:gd name="T85" fmla="*/ 125 h 179"/>
                    <a:gd name="T86" fmla="*/ 109 w 125"/>
                    <a:gd name="T87" fmla="*/ 129 h 179"/>
                    <a:gd name="T88" fmla="*/ 97 w 125"/>
                    <a:gd name="T89" fmla="*/ 92 h 179"/>
                    <a:gd name="T90" fmla="*/ 94 w 125"/>
                    <a:gd name="T91" fmla="*/ 76 h 179"/>
                    <a:gd name="T92" fmla="*/ 110 w 125"/>
                    <a:gd name="T93" fmla="*/ 60 h 179"/>
                    <a:gd name="T94" fmla="*/ 105 w 125"/>
                    <a:gd name="T95" fmla="*/ 57 h 179"/>
                    <a:gd name="T96" fmla="*/ 101 w 125"/>
                    <a:gd name="T97" fmla="*/ 59 h 179"/>
                    <a:gd name="T98" fmla="*/ 91 w 125"/>
                    <a:gd name="T99" fmla="*/ 54 h 179"/>
                    <a:gd name="T100" fmla="*/ 91 w 125"/>
                    <a:gd name="T101" fmla="*/ 29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25" h="179">
                      <a:moveTo>
                        <a:pt x="56" y="91"/>
                      </a:moveTo>
                      <a:cubicBezTo>
                        <a:pt x="56" y="87"/>
                        <a:pt x="60" y="85"/>
                        <a:pt x="63" y="83"/>
                      </a:cubicBezTo>
                      <a:cubicBezTo>
                        <a:pt x="64" y="83"/>
                        <a:pt x="64" y="83"/>
                        <a:pt x="64" y="83"/>
                      </a:cubicBezTo>
                      <a:cubicBezTo>
                        <a:pt x="67" y="83"/>
                        <a:pt x="67" y="84"/>
                        <a:pt x="69" y="84"/>
                      </a:cubicBezTo>
                      <a:cubicBezTo>
                        <a:pt x="71" y="94"/>
                        <a:pt x="71" y="94"/>
                        <a:pt x="71" y="94"/>
                      </a:cubicBezTo>
                      <a:cubicBezTo>
                        <a:pt x="71" y="95"/>
                        <a:pt x="71" y="95"/>
                        <a:pt x="71" y="95"/>
                      </a:cubicBezTo>
                      <a:cubicBezTo>
                        <a:pt x="68" y="100"/>
                        <a:pt x="68" y="99"/>
                        <a:pt x="63" y="101"/>
                      </a:cubicBezTo>
                      <a:cubicBezTo>
                        <a:pt x="61" y="99"/>
                        <a:pt x="56" y="95"/>
                        <a:pt x="56" y="91"/>
                      </a:cubicBezTo>
                      <a:close/>
                      <a:moveTo>
                        <a:pt x="72" y="83"/>
                      </a:moveTo>
                      <a:cubicBezTo>
                        <a:pt x="74" y="79"/>
                        <a:pt x="73" y="79"/>
                        <a:pt x="77" y="77"/>
                      </a:cubicBezTo>
                      <a:cubicBezTo>
                        <a:pt x="79" y="75"/>
                        <a:pt x="82" y="75"/>
                        <a:pt x="83" y="73"/>
                      </a:cubicBezTo>
                      <a:cubicBezTo>
                        <a:pt x="88" y="76"/>
                        <a:pt x="89" y="76"/>
                        <a:pt x="90" y="82"/>
                      </a:cubicBezTo>
                      <a:cubicBezTo>
                        <a:pt x="92" y="95"/>
                        <a:pt x="92" y="95"/>
                        <a:pt x="92" y="95"/>
                      </a:cubicBezTo>
                      <a:cubicBezTo>
                        <a:pt x="93" y="96"/>
                        <a:pt x="93" y="96"/>
                        <a:pt x="93" y="96"/>
                      </a:cubicBezTo>
                      <a:cubicBezTo>
                        <a:pt x="94" y="99"/>
                        <a:pt x="94" y="99"/>
                        <a:pt x="94" y="99"/>
                      </a:cubicBezTo>
                      <a:cubicBezTo>
                        <a:pt x="91" y="105"/>
                        <a:pt x="93" y="103"/>
                        <a:pt x="88" y="106"/>
                      </a:cubicBezTo>
                      <a:cubicBezTo>
                        <a:pt x="83" y="101"/>
                        <a:pt x="82" y="101"/>
                        <a:pt x="79" y="95"/>
                      </a:cubicBezTo>
                      <a:cubicBezTo>
                        <a:pt x="77" y="93"/>
                        <a:pt x="77" y="91"/>
                        <a:pt x="75" y="89"/>
                      </a:cubicBezTo>
                      <a:cubicBezTo>
                        <a:pt x="73" y="87"/>
                        <a:pt x="73" y="86"/>
                        <a:pt x="72" y="83"/>
                      </a:cubicBezTo>
                      <a:close/>
                      <a:moveTo>
                        <a:pt x="91" y="29"/>
                      </a:moveTo>
                      <a:cubicBezTo>
                        <a:pt x="91" y="22"/>
                        <a:pt x="95" y="12"/>
                        <a:pt x="95" y="4"/>
                      </a:cubicBezTo>
                      <a:cubicBezTo>
                        <a:pt x="95" y="4"/>
                        <a:pt x="95" y="4"/>
                        <a:pt x="95" y="4"/>
                      </a:cubicBezTo>
                      <a:cubicBezTo>
                        <a:pt x="95" y="3"/>
                        <a:pt x="95" y="3"/>
                        <a:pt x="95" y="3"/>
                      </a:cubicBezTo>
                      <a:cubicBezTo>
                        <a:pt x="93" y="0"/>
                        <a:pt x="95" y="1"/>
                        <a:pt x="92" y="0"/>
                      </a:cubicBezTo>
                      <a:cubicBezTo>
                        <a:pt x="91" y="0"/>
                        <a:pt x="91" y="0"/>
                        <a:pt x="91" y="0"/>
                      </a:cubicBezTo>
                      <a:cubicBezTo>
                        <a:pt x="86" y="0"/>
                        <a:pt x="86" y="0"/>
                        <a:pt x="86" y="0"/>
                      </a:cubicBezTo>
                      <a:cubicBezTo>
                        <a:pt x="85" y="0"/>
                        <a:pt x="85" y="0"/>
                        <a:pt x="85" y="0"/>
                      </a:cubicBezTo>
                      <a:cubicBezTo>
                        <a:pt x="82" y="1"/>
                        <a:pt x="80" y="4"/>
                        <a:pt x="80" y="7"/>
                      </a:cubicBezTo>
                      <a:cubicBezTo>
                        <a:pt x="83" y="30"/>
                        <a:pt x="83" y="30"/>
                        <a:pt x="83" y="30"/>
                      </a:cubicBezTo>
                      <a:cubicBezTo>
                        <a:pt x="83" y="30"/>
                        <a:pt x="83" y="30"/>
                        <a:pt x="83" y="30"/>
                      </a:cubicBezTo>
                      <a:cubicBezTo>
                        <a:pt x="83" y="38"/>
                        <a:pt x="86" y="44"/>
                        <a:pt x="86" y="49"/>
                      </a:cubicBezTo>
                      <a:cubicBezTo>
                        <a:pt x="86" y="50"/>
                        <a:pt x="86" y="50"/>
                        <a:pt x="86" y="50"/>
                      </a:cubicBezTo>
                      <a:cubicBezTo>
                        <a:pt x="87" y="62"/>
                        <a:pt x="87" y="62"/>
                        <a:pt x="87" y="62"/>
                      </a:cubicBezTo>
                      <a:cubicBezTo>
                        <a:pt x="87" y="68"/>
                        <a:pt x="52" y="81"/>
                        <a:pt x="46" y="84"/>
                      </a:cubicBezTo>
                      <a:cubicBezTo>
                        <a:pt x="39" y="87"/>
                        <a:pt x="31" y="89"/>
                        <a:pt x="23" y="92"/>
                      </a:cubicBezTo>
                      <a:cubicBezTo>
                        <a:pt x="20" y="94"/>
                        <a:pt x="0" y="96"/>
                        <a:pt x="0" y="99"/>
                      </a:cubicBezTo>
                      <a:cubicBezTo>
                        <a:pt x="0" y="101"/>
                        <a:pt x="9" y="108"/>
                        <a:pt x="11" y="108"/>
                      </a:cubicBezTo>
                      <a:cubicBezTo>
                        <a:pt x="13" y="108"/>
                        <a:pt x="13" y="108"/>
                        <a:pt x="13" y="108"/>
                      </a:cubicBezTo>
                      <a:cubicBezTo>
                        <a:pt x="14" y="108"/>
                        <a:pt x="14" y="108"/>
                        <a:pt x="14" y="108"/>
                      </a:cubicBezTo>
                      <a:cubicBezTo>
                        <a:pt x="20" y="105"/>
                        <a:pt x="24" y="103"/>
                        <a:pt x="30" y="100"/>
                      </a:cubicBezTo>
                      <a:cubicBezTo>
                        <a:pt x="34" y="98"/>
                        <a:pt x="41" y="93"/>
                        <a:pt x="45" y="93"/>
                      </a:cubicBezTo>
                      <a:cubicBezTo>
                        <a:pt x="46" y="93"/>
                        <a:pt x="46" y="93"/>
                        <a:pt x="47" y="92"/>
                      </a:cubicBezTo>
                      <a:cubicBezTo>
                        <a:pt x="49" y="94"/>
                        <a:pt x="52" y="96"/>
                        <a:pt x="51" y="101"/>
                      </a:cubicBezTo>
                      <a:cubicBezTo>
                        <a:pt x="51" y="109"/>
                        <a:pt x="51" y="109"/>
                        <a:pt x="51" y="109"/>
                      </a:cubicBezTo>
                      <a:cubicBezTo>
                        <a:pt x="51" y="110"/>
                        <a:pt x="51" y="110"/>
                        <a:pt x="51" y="110"/>
                      </a:cubicBezTo>
                      <a:cubicBezTo>
                        <a:pt x="50" y="118"/>
                        <a:pt x="50" y="118"/>
                        <a:pt x="50" y="118"/>
                      </a:cubicBezTo>
                      <a:cubicBezTo>
                        <a:pt x="50" y="119"/>
                        <a:pt x="50" y="119"/>
                        <a:pt x="50" y="120"/>
                      </a:cubicBezTo>
                      <a:cubicBezTo>
                        <a:pt x="51" y="123"/>
                        <a:pt x="51" y="123"/>
                        <a:pt x="54" y="125"/>
                      </a:cubicBezTo>
                      <a:cubicBezTo>
                        <a:pt x="56" y="125"/>
                        <a:pt x="56" y="125"/>
                        <a:pt x="56" y="125"/>
                      </a:cubicBezTo>
                      <a:cubicBezTo>
                        <a:pt x="59" y="125"/>
                        <a:pt x="60" y="121"/>
                        <a:pt x="62" y="119"/>
                      </a:cubicBezTo>
                      <a:cubicBezTo>
                        <a:pt x="62" y="118"/>
                        <a:pt x="62" y="118"/>
                        <a:pt x="62" y="118"/>
                      </a:cubicBezTo>
                      <a:cubicBezTo>
                        <a:pt x="62" y="113"/>
                        <a:pt x="62" y="113"/>
                        <a:pt x="62" y="113"/>
                      </a:cubicBezTo>
                      <a:cubicBezTo>
                        <a:pt x="63" y="110"/>
                        <a:pt x="68" y="106"/>
                        <a:pt x="71" y="106"/>
                      </a:cubicBezTo>
                      <a:cubicBezTo>
                        <a:pt x="75" y="106"/>
                        <a:pt x="77" y="109"/>
                        <a:pt x="78" y="111"/>
                      </a:cubicBezTo>
                      <a:cubicBezTo>
                        <a:pt x="78" y="112"/>
                        <a:pt x="78" y="112"/>
                        <a:pt x="78" y="112"/>
                      </a:cubicBezTo>
                      <a:cubicBezTo>
                        <a:pt x="78" y="113"/>
                        <a:pt x="78" y="113"/>
                        <a:pt x="78" y="113"/>
                      </a:cubicBezTo>
                      <a:cubicBezTo>
                        <a:pt x="78" y="115"/>
                        <a:pt x="78" y="115"/>
                        <a:pt x="79" y="116"/>
                      </a:cubicBezTo>
                      <a:cubicBezTo>
                        <a:pt x="78" y="117"/>
                        <a:pt x="78" y="117"/>
                        <a:pt x="78" y="118"/>
                      </a:cubicBezTo>
                      <a:cubicBezTo>
                        <a:pt x="78" y="119"/>
                        <a:pt x="78" y="119"/>
                        <a:pt x="78" y="119"/>
                      </a:cubicBezTo>
                      <a:cubicBezTo>
                        <a:pt x="72" y="130"/>
                        <a:pt x="57" y="140"/>
                        <a:pt x="46" y="147"/>
                      </a:cubicBezTo>
                      <a:cubicBezTo>
                        <a:pt x="44" y="148"/>
                        <a:pt x="40" y="151"/>
                        <a:pt x="37" y="152"/>
                      </a:cubicBezTo>
                      <a:cubicBezTo>
                        <a:pt x="35" y="153"/>
                        <a:pt x="29" y="157"/>
                        <a:pt x="28" y="158"/>
                      </a:cubicBezTo>
                      <a:cubicBezTo>
                        <a:pt x="25" y="161"/>
                        <a:pt x="12" y="165"/>
                        <a:pt x="6" y="165"/>
                      </a:cubicBezTo>
                      <a:cubicBezTo>
                        <a:pt x="4" y="165"/>
                        <a:pt x="2" y="168"/>
                        <a:pt x="1" y="170"/>
                      </a:cubicBezTo>
                      <a:cubicBezTo>
                        <a:pt x="4" y="171"/>
                        <a:pt x="4" y="173"/>
                        <a:pt x="7" y="175"/>
                      </a:cubicBezTo>
                      <a:cubicBezTo>
                        <a:pt x="10" y="176"/>
                        <a:pt x="12" y="176"/>
                        <a:pt x="14" y="178"/>
                      </a:cubicBezTo>
                      <a:cubicBezTo>
                        <a:pt x="18" y="179"/>
                        <a:pt x="18" y="179"/>
                        <a:pt x="18" y="179"/>
                      </a:cubicBezTo>
                      <a:cubicBezTo>
                        <a:pt x="20" y="179"/>
                        <a:pt x="18" y="179"/>
                        <a:pt x="20" y="179"/>
                      </a:cubicBezTo>
                      <a:cubicBezTo>
                        <a:pt x="21" y="179"/>
                        <a:pt x="21" y="179"/>
                        <a:pt x="21" y="179"/>
                      </a:cubicBezTo>
                      <a:cubicBezTo>
                        <a:pt x="22" y="179"/>
                        <a:pt x="22" y="179"/>
                        <a:pt x="22" y="179"/>
                      </a:cubicBezTo>
                      <a:cubicBezTo>
                        <a:pt x="26" y="177"/>
                        <a:pt x="30" y="175"/>
                        <a:pt x="33" y="173"/>
                      </a:cubicBezTo>
                      <a:cubicBezTo>
                        <a:pt x="35" y="171"/>
                        <a:pt x="36" y="170"/>
                        <a:pt x="38" y="169"/>
                      </a:cubicBezTo>
                      <a:cubicBezTo>
                        <a:pt x="39" y="168"/>
                        <a:pt x="43" y="166"/>
                        <a:pt x="43" y="166"/>
                      </a:cubicBezTo>
                      <a:cubicBezTo>
                        <a:pt x="49" y="160"/>
                        <a:pt x="55" y="156"/>
                        <a:pt x="61" y="150"/>
                      </a:cubicBezTo>
                      <a:cubicBezTo>
                        <a:pt x="64" y="148"/>
                        <a:pt x="67" y="145"/>
                        <a:pt x="70" y="143"/>
                      </a:cubicBezTo>
                      <a:cubicBezTo>
                        <a:pt x="73" y="140"/>
                        <a:pt x="76" y="137"/>
                        <a:pt x="79" y="135"/>
                      </a:cubicBezTo>
                      <a:cubicBezTo>
                        <a:pt x="82" y="132"/>
                        <a:pt x="85" y="130"/>
                        <a:pt x="87" y="127"/>
                      </a:cubicBezTo>
                      <a:cubicBezTo>
                        <a:pt x="90" y="124"/>
                        <a:pt x="91" y="119"/>
                        <a:pt x="96" y="119"/>
                      </a:cubicBezTo>
                      <a:cubicBezTo>
                        <a:pt x="98" y="119"/>
                        <a:pt x="100" y="126"/>
                        <a:pt x="100" y="128"/>
                      </a:cubicBezTo>
                      <a:cubicBezTo>
                        <a:pt x="100" y="132"/>
                        <a:pt x="105" y="145"/>
                        <a:pt x="106" y="149"/>
                      </a:cubicBezTo>
                      <a:cubicBezTo>
                        <a:pt x="108" y="155"/>
                        <a:pt x="111" y="165"/>
                        <a:pt x="118" y="165"/>
                      </a:cubicBezTo>
                      <a:cubicBezTo>
                        <a:pt x="119" y="163"/>
                        <a:pt x="125" y="161"/>
                        <a:pt x="125" y="152"/>
                      </a:cubicBezTo>
                      <a:cubicBezTo>
                        <a:pt x="125" y="143"/>
                        <a:pt x="120" y="120"/>
                        <a:pt x="117" y="116"/>
                      </a:cubicBezTo>
                      <a:cubicBezTo>
                        <a:pt x="117" y="118"/>
                        <a:pt x="116" y="118"/>
                        <a:pt x="116" y="120"/>
                      </a:cubicBezTo>
                      <a:cubicBezTo>
                        <a:pt x="116" y="123"/>
                        <a:pt x="115" y="121"/>
                        <a:pt x="115" y="124"/>
                      </a:cubicBezTo>
                      <a:cubicBezTo>
                        <a:pt x="115" y="125"/>
                        <a:pt x="115" y="125"/>
                        <a:pt x="115" y="125"/>
                      </a:cubicBezTo>
                      <a:cubicBezTo>
                        <a:pt x="115" y="126"/>
                        <a:pt x="114" y="129"/>
                        <a:pt x="112" y="129"/>
                      </a:cubicBezTo>
                      <a:cubicBezTo>
                        <a:pt x="109" y="129"/>
                        <a:pt x="109" y="129"/>
                        <a:pt x="109" y="129"/>
                      </a:cubicBezTo>
                      <a:cubicBezTo>
                        <a:pt x="105" y="129"/>
                        <a:pt x="102" y="110"/>
                        <a:pt x="100" y="105"/>
                      </a:cubicBezTo>
                      <a:cubicBezTo>
                        <a:pt x="98" y="101"/>
                        <a:pt x="98" y="97"/>
                        <a:pt x="97" y="92"/>
                      </a:cubicBezTo>
                      <a:cubicBezTo>
                        <a:pt x="96" y="87"/>
                        <a:pt x="94" y="86"/>
                        <a:pt x="94" y="79"/>
                      </a:cubicBezTo>
                      <a:cubicBezTo>
                        <a:pt x="94" y="76"/>
                        <a:pt x="94" y="76"/>
                        <a:pt x="94" y="76"/>
                      </a:cubicBezTo>
                      <a:cubicBezTo>
                        <a:pt x="94" y="65"/>
                        <a:pt x="110" y="67"/>
                        <a:pt x="110" y="61"/>
                      </a:cubicBezTo>
                      <a:cubicBezTo>
                        <a:pt x="110" y="60"/>
                        <a:pt x="110" y="60"/>
                        <a:pt x="110" y="60"/>
                      </a:cubicBezTo>
                      <a:cubicBezTo>
                        <a:pt x="110" y="58"/>
                        <a:pt x="109" y="57"/>
                        <a:pt x="108" y="57"/>
                      </a:cubicBezTo>
                      <a:cubicBezTo>
                        <a:pt x="105" y="57"/>
                        <a:pt x="105" y="57"/>
                        <a:pt x="105" y="57"/>
                      </a:cubicBezTo>
                      <a:cubicBezTo>
                        <a:pt x="104" y="57"/>
                        <a:pt x="104" y="57"/>
                        <a:pt x="104" y="57"/>
                      </a:cubicBezTo>
                      <a:cubicBezTo>
                        <a:pt x="103" y="58"/>
                        <a:pt x="102" y="59"/>
                        <a:pt x="101" y="59"/>
                      </a:cubicBezTo>
                      <a:cubicBezTo>
                        <a:pt x="99" y="60"/>
                        <a:pt x="99" y="59"/>
                        <a:pt x="97" y="60"/>
                      </a:cubicBezTo>
                      <a:cubicBezTo>
                        <a:pt x="95" y="59"/>
                        <a:pt x="91" y="56"/>
                        <a:pt x="91" y="54"/>
                      </a:cubicBezTo>
                      <a:cubicBezTo>
                        <a:pt x="91" y="41"/>
                        <a:pt x="91" y="41"/>
                        <a:pt x="91" y="41"/>
                      </a:cubicBezTo>
                      <a:lnTo>
                        <a:pt x="91" y="29"/>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43" name="íšlïďè"/>
                <p:cNvSpPr/>
                <p:nvPr/>
              </p:nvSpPr>
              <p:spPr bwMode="auto">
                <a:xfrm>
                  <a:off x="5478463" y="3581400"/>
                  <a:ext cx="46038" cy="76200"/>
                </a:xfrm>
                <a:custGeom>
                  <a:avLst/>
                  <a:gdLst>
                    <a:gd name="T0" fmla="*/ 14 w 14"/>
                    <a:gd name="T1" fmla="*/ 15 h 23"/>
                    <a:gd name="T2" fmla="*/ 10 w 14"/>
                    <a:gd name="T3" fmla="*/ 6 h 23"/>
                    <a:gd name="T4" fmla="*/ 3 w 14"/>
                    <a:gd name="T5" fmla="*/ 0 h 23"/>
                    <a:gd name="T6" fmla="*/ 0 w 14"/>
                    <a:gd name="T7" fmla="*/ 3 h 23"/>
                    <a:gd name="T8" fmla="*/ 5 w 14"/>
                    <a:gd name="T9" fmla="*/ 11 h 23"/>
                    <a:gd name="T10" fmla="*/ 5 w 14"/>
                    <a:gd name="T11" fmla="*/ 12 h 23"/>
                    <a:gd name="T12" fmla="*/ 5 w 14"/>
                    <a:gd name="T13" fmla="*/ 14 h 23"/>
                    <a:gd name="T14" fmla="*/ 5 w 14"/>
                    <a:gd name="T15" fmla="*/ 15 h 23"/>
                    <a:gd name="T16" fmla="*/ 2 w 14"/>
                    <a:gd name="T17" fmla="*/ 19 h 23"/>
                    <a:gd name="T18" fmla="*/ 2 w 14"/>
                    <a:gd name="T19" fmla="*/ 22 h 23"/>
                    <a:gd name="T20" fmla="*/ 5 w 14"/>
                    <a:gd name="T21" fmla="*/ 23 h 23"/>
                    <a:gd name="T22" fmla="*/ 6 w 14"/>
                    <a:gd name="T23" fmla="*/ 23 h 23"/>
                    <a:gd name="T24" fmla="*/ 11 w 14"/>
                    <a:gd name="T25" fmla="*/ 20 h 23"/>
                    <a:gd name="T26" fmla="*/ 14 w 14"/>
                    <a:gd name="T27" fmla="*/ 15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4" h="23">
                      <a:moveTo>
                        <a:pt x="14" y="15"/>
                      </a:moveTo>
                      <a:cubicBezTo>
                        <a:pt x="14" y="11"/>
                        <a:pt x="12" y="9"/>
                        <a:pt x="10" y="6"/>
                      </a:cubicBezTo>
                      <a:cubicBezTo>
                        <a:pt x="8" y="5"/>
                        <a:pt x="3" y="1"/>
                        <a:pt x="3" y="0"/>
                      </a:cubicBezTo>
                      <a:cubicBezTo>
                        <a:pt x="0" y="3"/>
                        <a:pt x="0" y="3"/>
                        <a:pt x="0" y="3"/>
                      </a:cubicBezTo>
                      <a:cubicBezTo>
                        <a:pt x="5" y="11"/>
                        <a:pt x="5" y="11"/>
                        <a:pt x="5" y="11"/>
                      </a:cubicBezTo>
                      <a:cubicBezTo>
                        <a:pt x="5" y="12"/>
                        <a:pt x="5" y="12"/>
                        <a:pt x="5" y="12"/>
                      </a:cubicBezTo>
                      <a:cubicBezTo>
                        <a:pt x="5" y="14"/>
                        <a:pt x="5" y="14"/>
                        <a:pt x="5" y="14"/>
                      </a:cubicBezTo>
                      <a:cubicBezTo>
                        <a:pt x="5" y="15"/>
                        <a:pt x="5" y="15"/>
                        <a:pt x="5" y="15"/>
                      </a:cubicBezTo>
                      <a:cubicBezTo>
                        <a:pt x="2" y="19"/>
                        <a:pt x="2" y="19"/>
                        <a:pt x="2" y="19"/>
                      </a:cubicBezTo>
                      <a:cubicBezTo>
                        <a:pt x="2" y="22"/>
                        <a:pt x="2" y="22"/>
                        <a:pt x="2" y="22"/>
                      </a:cubicBezTo>
                      <a:cubicBezTo>
                        <a:pt x="5" y="23"/>
                        <a:pt x="5" y="23"/>
                        <a:pt x="5" y="23"/>
                      </a:cubicBezTo>
                      <a:cubicBezTo>
                        <a:pt x="6" y="23"/>
                        <a:pt x="6" y="23"/>
                        <a:pt x="6" y="23"/>
                      </a:cubicBezTo>
                      <a:cubicBezTo>
                        <a:pt x="7" y="23"/>
                        <a:pt x="11" y="21"/>
                        <a:pt x="11" y="20"/>
                      </a:cubicBezTo>
                      <a:cubicBezTo>
                        <a:pt x="13" y="19"/>
                        <a:pt x="13" y="17"/>
                        <a:pt x="14" y="1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44" name="işḷîḑe"/>
                <p:cNvSpPr/>
                <p:nvPr/>
              </p:nvSpPr>
              <p:spPr bwMode="auto">
                <a:xfrm>
                  <a:off x="6310313" y="3136900"/>
                  <a:ext cx="406400" cy="554038"/>
                </a:xfrm>
                <a:custGeom>
                  <a:avLst/>
                  <a:gdLst>
                    <a:gd name="T0" fmla="*/ 101 w 123"/>
                    <a:gd name="T1" fmla="*/ 9 h 166"/>
                    <a:gd name="T2" fmla="*/ 96 w 123"/>
                    <a:gd name="T3" fmla="*/ 0 h 166"/>
                    <a:gd name="T4" fmla="*/ 76 w 123"/>
                    <a:gd name="T5" fmla="*/ 23 h 166"/>
                    <a:gd name="T6" fmla="*/ 66 w 123"/>
                    <a:gd name="T7" fmla="*/ 20 h 166"/>
                    <a:gd name="T8" fmla="*/ 69 w 123"/>
                    <a:gd name="T9" fmla="*/ 29 h 166"/>
                    <a:gd name="T10" fmla="*/ 64 w 123"/>
                    <a:gd name="T11" fmla="*/ 38 h 166"/>
                    <a:gd name="T12" fmla="*/ 71 w 123"/>
                    <a:gd name="T13" fmla="*/ 37 h 166"/>
                    <a:gd name="T14" fmla="*/ 78 w 123"/>
                    <a:gd name="T15" fmla="*/ 38 h 166"/>
                    <a:gd name="T16" fmla="*/ 104 w 123"/>
                    <a:gd name="T17" fmla="*/ 37 h 166"/>
                    <a:gd name="T18" fmla="*/ 97 w 123"/>
                    <a:gd name="T19" fmla="*/ 43 h 166"/>
                    <a:gd name="T20" fmla="*/ 85 w 123"/>
                    <a:gd name="T21" fmla="*/ 56 h 166"/>
                    <a:gd name="T22" fmla="*/ 78 w 123"/>
                    <a:gd name="T23" fmla="*/ 67 h 166"/>
                    <a:gd name="T24" fmla="*/ 72 w 123"/>
                    <a:gd name="T25" fmla="*/ 62 h 166"/>
                    <a:gd name="T26" fmla="*/ 72 w 123"/>
                    <a:gd name="T27" fmla="*/ 48 h 166"/>
                    <a:gd name="T28" fmla="*/ 63 w 123"/>
                    <a:gd name="T29" fmla="*/ 57 h 166"/>
                    <a:gd name="T30" fmla="*/ 56 w 123"/>
                    <a:gd name="T31" fmla="*/ 57 h 166"/>
                    <a:gd name="T32" fmla="*/ 61 w 123"/>
                    <a:gd name="T33" fmla="*/ 66 h 166"/>
                    <a:gd name="T34" fmla="*/ 59 w 123"/>
                    <a:gd name="T35" fmla="*/ 70 h 166"/>
                    <a:gd name="T36" fmla="*/ 68 w 123"/>
                    <a:gd name="T37" fmla="*/ 74 h 166"/>
                    <a:gd name="T38" fmla="*/ 68 w 123"/>
                    <a:gd name="T39" fmla="*/ 78 h 166"/>
                    <a:gd name="T40" fmla="*/ 40 w 123"/>
                    <a:gd name="T41" fmla="*/ 92 h 166"/>
                    <a:gd name="T42" fmla="*/ 24 w 123"/>
                    <a:gd name="T43" fmla="*/ 99 h 166"/>
                    <a:gd name="T44" fmla="*/ 3 w 123"/>
                    <a:gd name="T45" fmla="*/ 105 h 166"/>
                    <a:gd name="T46" fmla="*/ 2 w 123"/>
                    <a:gd name="T47" fmla="*/ 112 h 166"/>
                    <a:gd name="T48" fmla="*/ 14 w 123"/>
                    <a:gd name="T49" fmla="*/ 120 h 166"/>
                    <a:gd name="T50" fmla="*/ 32 w 123"/>
                    <a:gd name="T51" fmla="*/ 108 h 166"/>
                    <a:gd name="T52" fmla="*/ 55 w 123"/>
                    <a:gd name="T53" fmla="*/ 93 h 166"/>
                    <a:gd name="T54" fmla="*/ 63 w 123"/>
                    <a:gd name="T55" fmla="*/ 89 h 166"/>
                    <a:gd name="T56" fmla="*/ 82 w 123"/>
                    <a:gd name="T57" fmla="*/ 83 h 166"/>
                    <a:gd name="T58" fmla="*/ 82 w 123"/>
                    <a:gd name="T59" fmla="*/ 86 h 166"/>
                    <a:gd name="T60" fmla="*/ 74 w 123"/>
                    <a:gd name="T61" fmla="*/ 97 h 166"/>
                    <a:gd name="T62" fmla="*/ 61 w 123"/>
                    <a:gd name="T63" fmla="*/ 107 h 166"/>
                    <a:gd name="T64" fmla="*/ 64 w 123"/>
                    <a:gd name="T65" fmla="*/ 118 h 166"/>
                    <a:gd name="T66" fmla="*/ 55 w 123"/>
                    <a:gd name="T67" fmla="*/ 126 h 166"/>
                    <a:gd name="T68" fmla="*/ 40 w 123"/>
                    <a:gd name="T69" fmla="*/ 129 h 166"/>
                    <a:gd name="T70" fmla="*/ 30 w 123"/>
                    <a:gd name="T71" fmla="*/ 130 h 166"/>
                    <a:gd name="T72" fmla="*/ 35 w 123"/>
                    <a:gd name="T73" fmla="*/ 141 h 166"/>
                    <a:gd name="T74" fmla="*/ 38 w 123"/>
                    <a:gd name="T75" fmla="*/ 141 h 166"/>
                    <a:gd name="T76" fmla="*/ 56 w 123"/>
                    <a:gd name="T77" fmla="*/ 133 h 166"/>
                    <a:gd name="T78" fmla="*/ 63 w 123"/>
                    <a:gd name="T79" fmla="*/ 141 h 166"/>
                    <a:gd name="T80" fmla="*/ 56 w 123"/>
                    <a:gd name="T81" fmla="*/ 154 h 166"/>
                    <a:gd name="T82" fmla="*/ 53 w 123"/>
                    <a:gd name="T83" fmla="*/ 154 h 166"/>
                    <a:gd name="T84" fmla="*/ 49 w 123"/>
                    <a:gd name="T85" fmla="*/ 154 h 166"/>
                    <a:gd name="T86" fmla="*/ 46 w 123"/>
                    <a:gd name="T87" fmla="*/ 156 h 166"/>
                    <a:gd name="T88" fmla="*/ 56 w 123"/>
                    <a:gd name="T89" fmla="*/ 166 h 166"/>
                    <a:gd name="T90" fmla="*/ 71 w 123"/>
                    <a:gd name="T91" fmla="*/ 160 h 166"/>
                    <a:gd name="T92" fmla="*/ 75 w 123"/>
                    <a:gd name="T93" fmla="*/ 146 h 166"/>
                    <a:gd name="T94" fmla="*/ 80 w 123"/>
                    <a:gd name="T95" fmla="*/ 124 h 166"/>
                    <a:gd name="T96" fmla="*/ 94 w 123"/>
                    <a:gd name="T97" fmla="*/ 120 h 166"/>
                    <a:gd name="T98" fmla="*/ 81 w 123"/>
                    <a:gd name="T99" fmla="*/ 117 h 166"/>
                    <a:gd name="T100" fmla="*/ 72 w 123"/>
                    <a:gd name="T101" fmla="*/ 107 h 166"/>
                    <a:gd name="T102" fmla="*/ 78 w 123"/>
                    <a:gd name="T103" fmla="*/ 96 h 166"/>
                    <a:gd name="T104" fmla="*/ 92 w 123"/>
                    <a:gd name="T105" fmla="*/ 89 h 166"/>
                    <a:gd name="T106" fmla="*/ 102 w 123"/>
                    <a:gd name="T107" fmla="*/ 78 h 166"/>
                    <a:gd name="T108" fmla="*/ 95 w 123"/>
                    <a:gd name="T109" fmla="*/ 61 h 166"/>
                    <a:gd name="T110" fmla="*/ 109 w 123"/>
                    <a:gd name="T111" fmla="*/ 48 h 166"/>
                    <a:gd name="T112" fmla="*/ 116 w 123"/>
                    <a:gd name="T113" fmla="*/ 42 h 166"/>
                    <a:gd name="T114" fmla="*/ 121 w 123"/>
                    <a:gd name="T115" fmla="*/ 32 h 166"/>
                    <a:gd name="T116" fmla="*/ 116 w 123"/>
                    <a:gd name="T117" fmla="*/ 17 h 166"/>
                    <a:gd name="T118" fmla="*/ 104 w 123"/>
                    <a:gd name="T119" fmla="*/ 20 h 166"/>
                    <a:gd name="T120" fmla="*/ 93 w 123"/>
                    <a:gd name="T121" fmla="*/ 21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23" h="166">
                      <a:moveTo>
                        <a:pt x="93" y="21"/>
                      </a:moveTo>
                      <a:cubicBezTo>
                        <a:pt x="94" y="14"/>
                        <a:pt x="98" y="14"/>
                        <a:pt x="101" y="9"/>
                      </a:cubicBezTo>
                      <a:cubicBezTo>
                        <a:pt x="101" y="8"/>
                        <a:pt x="101" y="8"/>
                        <a:pt x="101" y="8"/>
                      </a:cubicBezTo>
                      <a:cubicBezTo>
                        <a:pt x="101" y="5"/>
                        <a:pt x="97" y="1"/>
                        <a:pt x="96" y="0"/>
                      </a:cubicBezTo>
                      <a:cubicBezTo>
                        <a:pt x="89" y="3"/>
                        <a:pt x="91" y="6"/>
                        <a:pt x="88" y="13"/>
                      </a:cubicBezTo>
                      <a:cubicBezTo>
                        <a:pt x="85" y="17"/>
                        <a:pt x="82" y="23"/>
                        <a:pt x="76" y="23"/>
                      </a:cubicBezTo>
                      <a:cubicBezTo>
                        <a:pt x="75" y="23"/>
                        <a:pt x="70" y="18"/>
                        <a:pt x="67" y="17"/>
                      </a:cubicBezTo>
                      <a:cubicBezTo>
                        <a:pt x="66" y="20"/>
                        <a:pt x="66" y="20"/>
                        <a:pt x="66" y="20"/>
                      </a:cubicBezTo>
                      <a:cubicBezTo>
                        <a:pt x="67" y="23"/>
                        <a:pt x="69" y="24"/>
                        <a:pt x="69" y="28"/>
                      </a:cubicBezTo>
                      <a:cubicBezTo>
                        <a:pt x="69" y="29"/>
                        <a:pt x="69" y="29"/>
                        <a:pt x="69" y="29"/>
                      </a:cubicBezTo>
                      <a:cubicBezTo>
                        <a:pt x="69" y="29"/>
                        <a:pt x="63" y="36"/>
                        <a:pt x="62" y="37"/>
                      </a:cubicBezTo>
                      <a:cubicBezTo>
                        <a:pt x="63" y="38"/>
                        <a:pt x="61" y="38"/>
                        <a:pt x="64" y="38"/>
                      </a:cubicBezTo>
                      <a:cubicBezTo>
                        <a:pt x="64" y="38"/>
                        <a:pt x="64" y="38"/>
                        <a:pt x="64" y="38"/>
                      </a:cubicBezTo>
                      <a:cubicBezTo>
                        <a:pt x="71" y="37"/>
                        <a:pt x="71" y="37"/>
                        <a:pt x="71" y="37"/>
                      </a:cubicBezTo>
                      <a:cubicBezTo>
                        <a:pt x="74" y="37"/>
                        <a:pt x="74" y="38"/>
                        <a:pt x="78" y="38"/>
                      </a:cubicBezTo>
                      <a:cubicBezTo>
                        <a:pt x="78" y="38"/>
                        <a:pt x="78" y="38"/>
                        <a:pt x="78" y="38"/>
                      </a:cubicBezTo>
                      <a:cubicBezTo>
                        <a:pt x="79" y="38"/>
                        <a:pt x="84" y="33"/>
                        <a:pt x="91" y="32"/>
                      </a:cubicBezTo>
                      <a:cubicBezTo>
                        <a:pt x="96" y="31"/>
                        <a:pt x="104" y="30"/>
                        <a:pt x="104" y="37"/>
                      </a:cubicBezTo>
                      <a:cubicBezTo>
                        <a:pt x="104" y="39"/>
                        <a:pt x="102" y="41"/>
                        <a:pt x="101" y="43"/>
                      </a:cubicBezTo>
                      <a:cubicBezTo>
                        <a:pt x="98" y="43"/>
                        <a:pt x="99" y="43"/>
                        <a:pt x="97" y="43"/>
                      </a:cubicBezTo>
                      <a:cubicBezTo>
                        <a:pt x="96" y="43"/>
                        <a:pt x="93" y="42"/>
                        <a:pt x="92" y="41"/>
                      </a:cubicBezTo>
                      <a:cubicBezTo>
                        <a:pt x="85" y="46"/>
                        <a:pt x="88" y="49"/>
                        <a:pt x="85" y="56"/>
                      </a:cubicBezTo>
                      <a:cubicBezTo>
                        <a:pt x="84" y="57"/>
                        <a:pt x="81" y="64"/>
                        <a:pt x="81" y="64"/>
                      </a:cubicBezTo>
                      <a:cubicBezTo>
                        <a:pt x="80" y="66"/>
                        <a:pt x="80" y="64"/>
                        <a:pt x="78" y="67"/>
                      </a:cubicBezTo>
                      <a:cubicBezTo>
                        <a:pt x="77" y="70"/>
                        <a:pt x="78" y="68"/>
                        <a:pt x="76" y="70"/>
                      </a:cubicBezTo>
                      <a:cubicBezTo>
                        <a:pt x="74" y="67"/>
                        <a:pt x="72" y="66"/>
                        <a:pt x="72" y="62"/>
                      </a:cubicBezTo>
                      <a:cubicBezTo>
                        <a:pt x="72" y="61"/>
                        <a:pt x="75" y="55"/>
                        <a:pt x="76" y="54"/>
                      </a:cubicBezTo>
                      <a:cubicBezTo>
                        <a:pt x="75" y="51"/>
                        <a:pt x="75" y="48"/>
                        <a:pt x="72" y="48"/>
                      </a:cubicBezTo>
                      <a:cubicBezTo>
                        <a:pt x="71" y="48"/>
                        <a:pt x="70" y="49"/>
                        <a:pt x="70" y="49"/>
                      </a:cubicBezTo>
                      <a:cubicBezTo>
                        <a:pt x="70" y="55"/>
                        <a:pt x="67" y="55"/>
                        <a:pt x="63" y="57"/>
                      </a:cubicBezTo>
                      <a:cubicBezTo>
                        <a:pt x="62" y="56"/>
                        <a:pt x="60" y="55"/>
                        <a:pt x="59" y="55"/>
                      </a:cubicBezTo>
                      <a:cubicBezTo>
                        <a:pt x="58" y="55"/>
                        <a:pt x="56" y="57"/>
                        <a:pt x="56" y="57"/>
                      </a:cubicBezTo>
                      <a:cubicBezTo>
                        <a:pt x="58" y="60"/>
                        <a:pt x="59" y="60"/>
                        <a:pt x="61" y="64"/>
                      </a:cubicBezTo>
                      <a:cubicBezTo>
                        <a:pt x="61" y="66"/>
                        <a:pt x="61" y="66"/>
                        <a:pt x="61" y="66"/>
                      </a:cubicBezTo>
                      <a:cubicBezTo>
                        <a:pt x="61" y="67"/>
                        <a:pt x="61" y="67"/>
                        <a:pt x="61" y="67"/>
                      </a:cubicBezTo>
                      <a:cubicBezTo>
                        <a:pt x="59" y="70"/>
                        <a:pt x="59" y="70"/>
                        <a:pt x="59" y="70"/>
                      </a:cubicBezTo>
                      <a:cubicBezTo>
                        <a:pt x="60" y="71"/>
                        <a:pt x="58" y="71"/>
                        <a:pt x="61" y="71"/>
                      </a:cubicBezTo>
                      <a:cubicBezTo>
                        <a:pt x="64" y="71"/>
                        <a:pt x="66" y="72"/>
                        <a:pt x="68" y="74"/>
                      </a:cubicBezTo>
                      <a:cubicBezTo>
                        <a:pt x="68" y="75"/>
                        <a:pt x="68" y="75"/>
                        <a:pt x="68" y="75"/>
                      </a:cubicBezTo>
                      <a:cubicBezTo>
                        <a:pt x="68" y="78"/>
                        <a:pt x="68" y="78"/>
                        <a:pt x="68" y="78"/>
                      </a:cubicBezTo>
                      <a:cubicBezTo>
                        <a:pt x="68" y="82"/>
                        <a:pt x="58" y="85"/>
                        <a:pt x="55" y="86"/>
                      </a:cubicBezTo>
                      <a:cubicBezTo>
                        <a:pt x="50" y="88"/>
                        <a:pt x="44" y="91"/>
                        <a:pt x="40" y="92"/>
                      </a:cubicBezTo>
                      <a:cubicBezTo>
                        <a:pt x="36" y="94"/>
                        <a:pt x="35" y="94"/>
                        <a:pt x="32" y="96"/>
                      </a:cubicBezTo>
                      <a:cubicBezTo>
                        <a:pt x="29" y="97"/>
                        <a:pt x="27" y="97"/>
                        <a:pt x="24" y="99"/>
                      </a:cubicBezTo>
                      <a:cubicBezTo>
                        <a:pt x="20" y="101"/>
                        <a:pt x="13" y="104"/>
                        <a:pt x="9" y="104"/>
                      </a:cubicBezTo>
                      <a:cubicBezTo>
                        <a:pt x="3" y="105"/>
                        <a:pt x="3" y="105"/>
                        <a:pt x="3" y="105"/>
                      </a:cubicBezTo>
                      <a:cubicBezTo>
                        <a:pt x="1" y="105"/>
                        <a:pt x="1" y="106"/>
                        <a:pt x="0" y="107"/>
                      </a:cubicBezTo>
                      <a:cubicBezTo>
                        <a:pt x="0" y="108"/>
                        <a:pt x="0" y="111"/>
                        <a:pt x="2" y="112"/>
                      </a:cubicBezTo>
                      <a:cubicBezTo>
                        <a:pt x="4" y="114"/>
                        <a:pt x="3" y="114"/>
                        <a:pt x="5" y="115"/>
                      </a:cubicBezTo>
                      <a:cubicBezTo>
                        <a:pt x="6" y="116"/>
                        <a:pt x="12" y="119"/>
                        <a:pt x="14" y="120"/>
                      </a:cubicBezTo>
                      <a:cubicBezTo>
                        <a:pt x="15" y="119"/>
                        <a:pt x="15" y="119"/>
                        <a:pt x="17" y="119"/>
                      </a:cubicBezTo>
                      <a:cubicBezTo>
                        <a:pt x="20" y="119"/>
                        <a:pt x="30" y="110"/>
                        <a:pt x="32" y="108"/>
                      </a:cubicBezTo>
                      <a:cubicBezTo>
                        <a:pt x="36" y="104"/>
                        <a:pt x="42" y="101"/>
                        <a:pt x="47" y="98"/>
                      </a:cubicBezTo>
                      <a:cubicBezTo>
                        <a:pt x="50" y="96"/>
                        <a:pt x="52" y="95"/>
                        <a:pt x="55" y="93"/>
                      </a:cubicBezTo>
                      <a:cubicBezTo>
                        <a:pt x="57" y="92"/>
                        <a:pt x="58" y="92"/>
                        <a:pt x="59" y="91"/>
                      </a:cubicBezTo>
                      <a:cubicBezTo>
                        <a:pt x="61" y="90"/>
                        <a:pt x="61" y="90"/>
                        <a:pt x="63" y="89"/>
                      </a:cubicBezTo>
                      <a:cubicBezTo>
                        <a:pt x="68" y="87"/>
                        <a:pt x="74" y="80"/>
                        <a:pt x="79" y="80"/>
                      </a:cubicBezTo>
                      <a:cubicBezTo>
                        <a:pt x="81" y="80"/>
                        <a:pt x="82" y="82"/>
                        <a:pt x="82" y="83"/>
                      </a:cubicBezTo>
                      <a:cubicBezTo>
                        <a:pt x="82" y="85"/>
                        <a:pt x="82" y="85"/>
                        <a:pt x="82" y="85"/>
                      </a:cubicBezTo>
                      <a:cubicBezTo>
                        <a:pt x="82" y="86"/>
                        <a:pt x="82" y="86"/>
                        <a:pt x="82" y="86"/>
                      </a:cubicBezTo>
                      <a:cubicBezTo>
                        <a:pt x="80" y="90"/>
                        <a:pt x="79" y="89"/>
                        <a:pt x="78" y="93"/>
                      </a:cubicBezTo>
                      <a:cubicBezTo>
                        <a:pt x="75" y="94"/>
                        <a:pt x="75" y="94"/>
                        <a:pt x="74" y="97"/>
                      </a:cubicBezTo>
                      <a:cubicBezTo>
                        <a:pt x="69" y="98"/>
                        <a:pt x="71" y="99"/>
                        <a:pt x="67" y="101"/>
                      </a:cubicBezTo>
                      <a:cubicBezTo>
                        <a:pt x="63" y="103"/>
                        <a:pt x="63" y="103"/>
                        <a:pt x="61" y="107"/>
                      </a:cubicBezTo>
                      <a:cubicBezTo>
                        <a:pt x="61" y="110"/>
                        <a:pt x="64" y="114"/>
                        <a:pt x="64" y="117"/>
                      </a:cubicBezTo>
                      <a:cubicBezTo>
                        <a:pt x="64" y="118"/>
                        <a:pt x="64" y="118"/>
                        <a:pt x="64" y="118"/>
                      </a:cubicBezTo>
                      <a:cubicBezTo>
                        <a:pt x="64" y="119"/>
                        <a:pt x="64" y="119"/>
                        <a:pt x="64" y="119"/>
                      </a:cubicBezTo>
                      <a:cubicBezTo>
                        <a:pt x="61" y="123"/>
                        <a:pt x="60" y="125"/>
                        <a:pt x="55" y="126"/>
                      </a:cubicBezTo>
                      <a:cubicBezTo>
                        <a:pt x="51" y="127"/>
                        <a:pt x="43" y="129"/>
                        <a:pt x="41" y="129"/>
                      </a:cubicBezTo>
                      <a:cubicBezTo>
                        <a:pt x="40" y="129"/>
                        <a:pt x="40" y="129"/>
                        <a:pt x="40" y="129"/>
                      </a:cubicBezTo>
                      <a:cubicBezTo>
                        <a:pt x="32" y="130"/>
                        <a:pt x="32" y="130"/>
                        <a:pt x="32" y="130"/>
                      </a:cubicBezTo>
                      <a:cubicBezTo>
                        <a:pt x="30" y="130"/>
                        <a:pt x="30" y="130"/>
                        <a:pt x="30" y="130"/>
                      </a:cubicBezTo>
                      <a:cubicBezTo>
                        <a:pt x="27" y="132"/>
                        <a:pt x="27" y="132"/>
                        <a:pt x="27" y="132"/>
                      </a:cubicBezTo>
                      <a:cubicBezTo>
                        <a:pt x="30" y="136"/>
                        <a:pt x="30" y="138"/>
                        <a:pt x="35" y="141"/>
                      </a:cubicBezTo>
                      <a:cubicBezTo>
                        <a:pt x="36" y="141"/>
                        <a:pt x="36" y="141"/>
                        <a:pt x="36" y="141"/>
                      </a:cubicBezTo>
                      <a:cubicBezTo>
                        <a:pt x="38" y="141"/>
                        <a:pt x="38" y="141"/>
                        <a:pt x="38" y="141"/>
                      </a:cubicBezTo>
                      <a:cubicBezTo>
                        <a:pt x="39" y="141"/>
                        <a:pt x="39" y="141"/>
                        <a:pt x="39" y="141"/>
                      </a:cubicBezTo>
                      <a:cubicBezTo>
                        <a:pt x="43" y="138"/>
                        <a:pt x="51" y="133"/>
                        <a:pt x="56" y="133"/>
                      </a:cubicBezTo>
                      <a:cubicBezTo>
                        <a:pt x="58" y="133"/>
                        <a:pt x="58" y="133"/>
                        <a:pt x="58" y="133"/>
                      </a:cubicBezTo>
                      <a:cubicBezTo>
                        <a:pt x="62" y="133"/>
                        <a:pt x="63" y="137"/>
                        <a:pt x="63" y="141"/>
                      </a:cubicBezTo>
                      <a:cubicBezTo>
                        <a:pt x="63" y="143"/>
                        <a:pt x="63" y="143"/>
                        <a:pt x="63" y="143"/>
                      </a:cubicBezTo>
                      <a:cubicBezTo>
                        <a:pt x="63" y="150"/>
                        <a:pt x="60" y="152"/>
                        <a:pt x="56" y="154"/>
                      </a:cubicBezTo>
                      <a:cubicBezTo>
                        <a:pt x="55" y="154"/>
                        <a:pt x="55" y="154"/>
                        <a:pt x="55" y="154"/>
                      </a:cubicBezTo>
                      <a:cubicBezTo>
                        <a:pt x="53" y="154"/>
                        <a:pt x="53" y="154"/>
                        <a:pt x="53" y="154"/>
                      </a:cubicBezTo>
                      <a:cubicBezTo>
                        <a:pt x="52" y="154"/>
                        <a:pt x="52" y="154"/>
                        <a:pt x="51" y="153"/>
                      </a:cubicBezTo>
                      <a:cubicBezTo>
                        <a:pt x="50" y="154"/>
                        <a:pt x="50" y="154"/>
                        <a:pt x="49" y="154"/>
                      </a:cubicBezTo>
                      <a:cubicBezTo>
                        <a:pt x="47" y="154"/>
                        <a:pt x="47" y="154"/>
                        <a:pt x="47" y="154"/>
                      </a:cubicBezTo>
                      <a:cubicBezTo>
                        <a:pt x="47" y="155"/>
                        <a:pt x="46" y="155"/>
                        <a:pt x="46" y="156"/>
                      </a:cubicBezTo>
                      <a:cubicBezTo>
                        <a:pt x="46" y="158"/>
                        <a:pt x="53" y="165"/>
                        <a:pt x="55" y="166"/>
                      </a:cubicBezTo>
                      <a:cubicBezTo>
                        <a:pt x="56" y="166"/>
                        <a:pt x="56" y="166"/>
                        <a:pt x="56" y="166"/>
                      </a:cubicBezTo>
                      <a:cubicBezTo>
                        <a:pt x="61" y="166"/>
                        <a:pt x="61" y="166"/>
                        <a:pt x="61" y="166"/>
                      </a:cubicBezTo>
                      <a:cubicBezTo>
                        <a:pt x="66" y="166"/>
                        <a:pt x="69" y="163"/>
                        <a:pt x="71" y="160"/>
                      </a:cubicBezTo>
                      <a:cubicBezTo>
                        <a:pt x="74" y="155"/>
                        <a:pt x="74" y="151"/>
                        <a:pt x="76" y="148"/>
                      </a:cubicBezTo>
                      <a:cubicBezTo>
                        <a:pt x="75" y="146"/>
                        <a:pt x="75" y="148"/>
                        <a:pt x="75" y="146"/>
                      </a:cubicBezTo>
                      <a:cubicBezTo>
                        <a:pt x="75" y="138"/>
                        <a:pt x="75" y="138"/>
                        <a:pt x="75" y="138"/>
                      </a:cubicBezTo>
                      <a:cubicBezTo>
                        <a:pt x="75" y="130"/>
                        <a:pt x="74" y="128"/>
                        <a:pt x="80" y="124"/>
                      </a:cubicBezTo>
                      <a:cubicBezTo>
                        <a:pt x="81" y="124"/>
                        <a:pt x="81" y="124"/>
                        <a:pt x="81" y="124"/>
                      </a:cubicBezTo>
                      <a:cubicBezTo>
                        <a:pt x="90" y="124"/>
                        <a:pt x="90" y="127"/>
                        <a:pt x="94" y="120"/>
                      </a:cubicBezTo>
                      <a:cubicBezTo>
                        <a:pt x="92" y="117"/>
                        <a:pt x="91" y="116"/>
                        <a:pt x="88" y="115"/>
                      </a:cubicBezTo>
                      <a:cubicBezTo>
                        <a:pt x="86" y="116"/>
                        <a:pt x="84" y="117"/>
                        <a:pt x="81" y="117"/>
                      </a:cubicBezTo>
                      <a:cubicBezTo>
                        <a:pt x="79" y="117"/>
                        <a:pt x="79" y="117"/>
                        <a:pt x="79" y="117"/>
                      </a:cubicBezTo>
                      <a:cubicBezTo>
                        <a:pt x="77" y="116"/>
                        <a:pt x="72" y="109"/>
                        <a:pt x="72" y="107"/>
                      </a:cubicBezTo>
                      <a:cubicBezTo>
                        <a:pt x="72" y="105"/>
                        <a:pt x="72" y="105"/>
                        <a:pt x="72" y="105"/>
                      </a:cubicBezTo>
                      <a:cubicBezTo>
                        <a:pt x="72" y="99"/>
                        <a:pt x="75" y="100"/>
                        <a:pt x="78" y="96"/>
                      </a:cubicBezTo>
                      <a:cubicBezTo>
                        <a:pt x="80" y="96"/>
                        <a:pt x="80" y="96"/>
                        <a:pt x="80" y="96"/>
                      </a:cubicBezTo>
                      <a:cubicBezTo>
                        <a:pt x="82" y="93"/>
                        <a:pt x="89" y="90"/>
                        <a:pt x="92" y="89"/>
                      </a:cubicBezTo>
                      <a:cubicBezTo>
                        <a:pt x="95" y="87"/>
                        <a:pt x="101" y="83"/>
                        <a:pt x="101" y="80"/>
                      </a:cubicBezTo>
                      <a:cubicBezTo>
                        <a:pt x="101" y="77"/>
                        <a:pt x="101" y="79"/>
                        <a:pt x="102" y="78"/>
                      </a:cubicBezTo>
                      <a:cubicBezTo>
                        <a:pt x="101" y="77"/>
                        <a:pt x="101" y="79"/>
                        <a:pt x="101" y="77"/>
                      </a:cubicBezTo>
                      <a:cubicBezTo>
                        <a:pt x="101" y="73"/>
                        <a:pt x="96" y="64"/>
                        <a:pt x="95" y="61"/>
                      </a:cubicBezTo>
                      <a:cubicBezTo>
                        <a:pt x="95" y="61"/>
                        <a:pt x="101" y="55"/>
                        <a:pt x="102" y="55"/>
                      </a:cubicBezTo>
                      <a:cubicBezTo>
                        <a:pt x="104" y="52"/>
                        <a:pt x="106" y="51"/>
                        <a:pt x="109" y="48"/>
                      </a:cubicBezTo>
                      <a:cubicBezTo>
                        <a:pt x="110" y="47"/>
                        <a:pt x="112" y="46"/>
                        <a:pt x="113" y="45"/>
                      </a:cubicBezTo>
                      <a:cubicBezTo>
                        <a:pt x="114" y="44"/>
                        <a:pt x="115" y="43"/>
                        <a:pt x="116" y="42"/>
                      </a:cubicBezTo>
                      <a:cubicBezTo>
                        <a:pt x="118" y="39"/>
                        <a:pt x="118" y="35"/>
                        <a:pt x="121" y="34"/>
                      </a:cubicBezTo>
                      <a:cubicBezTo>
                        <a:pt x="121" y="32"/>
                        <a:pt x="121" y="32"/>
                        <a:pt x="121" y="32"/>
                      </a:cubicBezTo>
                      <a:cubicBezTo>
                        <a:pt x="121" y="27"/>
                        <a:pt x="123" y="30"/>
                        <a:pt x="120" y="24"/>
                      </a:cubicBezTo>
                      <a:cubicBezTo>
                        <a:pt x="118" y="20"/>
                        <a:pt x="118" y="20"/>
                        <a:pt x="116" y="17"/>
                      </a:cubicBezTo>
                      <a:cubicBezTo>
                        <a:pt x="113" y="17"/>
                        <a:pt x="113" y="17"/>
                        <a:pt x="113" y="17"/>
                      </a:cubicBezTo>
                      <a:cubicBezTo>
                        <a:pt x="111" y="17"/>
                        <a:pt x="105" y="19"/>
                        <a:pt x="104" y="20"/>
                      </a:cubicBezTo>
                      <a:cubicBezTo>
                        <a:pt x="101" y="23"/>
                        <a:pt x="102" y="23"/>
                        <a:pt x="96" y="24"/>
                      </a:cubicBezTo>
                      <a:lnTo>
                        <a:pt x="93" y="2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45" name="íṥḻiďê"/>
                <p:cNvSpPr/>
                <p:nvPr/>
              </p:nvSpPr>
              <p:spPr bwMode="auto">
                <a:xfrm>
                  <a:off x="5159376" y="3357563"/>
                  <a:ext cx="117475" cy="366713"/>
                </a:xfrm>
                <a:custGeom>
                  <a:avLst/>
                  <a:gdLst>
                    <a:gd name="T0" fmla="*/ 23 w 36"/>
                    <a:gd name="T1" fmla="*/ 14 h 110"/>
                    <a:gd name="T2" fmla="*/ 23 w 36"/>
                    <a:gd name="T3" fmla="*/ 12 h 110"/>
                    <a:gd name="T4" fmla="*/ 18 w 36"/>
                    <a:gd name="T5" fmla="*/ 6 h 110"/>
                    <a:gd name="T6" fmla="*/ 13 w 36"/>
                    <a:gd name="T7" fmla="*/ 0 h 110"/>
                    <a:gd name="T8" fmla="*/ 11 w 36"/>
                    <a:gd name="T9" fmla="*/ 4 h 110"/>
                    <a:gd name="T10" fmla="*/ 13 w 36"/>
                    <a:gd name="T11" fmla="*/ 16 h 110"/>
                    <a:gd name="T12" fmla="*/ 12 w 36"/>
                    <a:gd name="T13" fmla="*/ 34 h 110"/>
                    <a:gd name="T14" fmla="*/ 7 w 36"/>
                    <a:gd name="T15" fmla="*/ 65 h 110"/>
                    <a:gd name="T16" fmla="*/ 3 w 36"/>
                    <a:gd name="T17" fmla="*/ 80 h 110"/>
                    <a:gd name="T18" fmla="*/ 0 w 36"/>
                    <a:gd name="T19" fmla="*/ 95 h 110"/>
                    <a:gd name="T20" fmla="*/ 0 w 36"/>
                    <a:gd name="T21" fmla="*/ 98 h 110"/>
                    <a:gd name="T22" fmla="*/ 0 w 36"/>
                    <a:gd name="T23" fmla="*/ 100 h 110"/>
                    <a:gd name="T24" fmla="*/ 4 w 36"/>
                    <a:gd name="T25" fmla="*/ 105 h 110"/>
                    <a:gd name="T26" fmla="*/ 9 w 36"/>
                    <a:gd name="T27" fmla="*/ 110 h 110"/>
                    <a:gd name="T28" fmla="*/ 15 w 36"/>
                    <a:gd name="T29" fmla="*/ 104 h 110"/>
                    <a:gd name="T30" fmla="*/ 18 w 36"/>
                    <a:gd name="T31" fmla="*/ 96 h 110"/>
                    <a:gd name="T32" fmla="*/ 18 w 36"/>
                    <a:gd name="T33" fmla="*/ 90 h 110"/>
                    <a:gd name="T34" fmla="*/ 21 w 36"/>
                    <a:gd name="T35" fmla="*/ 71 h 110"/>
                    <a:gd name="T36" fmla="*/ 25 w 36"/>
                    <a:gd name="T37" fmla="*/ 53 h 110"/>
                    <a:gd name="T38" fmla="*/ 30 w 36"/>
                    <a:gd name="T39" fmla="*/ 36 h 110"/>
                    <a:gd name="T40" fmla="*/ 35 w 36"/>
                    <a:gd name="T41" fmla="*/ 20 h 110"/>
                    <a:gd name="T42" fmla="*/ 33 w 36"/>
                    <a:gd name="T43" fmla="*/ 20 h 110"/>
                    <a:gd name="T44" fmla="*/ 30 w 36"/>
                    <a:gd name="T45" fmla="*/ 22 h 110"/>
                    <a:gd name="T46" fmla="*/ 23 w 36"/>
                    <a:gd name="T47" fmla="*/ 17 h 110"/>
                    <a:gd name="T48" fmla="*/ 23 w 36"/>
                    <a:gd name="T49" fmla="*/ 15 h 110"/>
                    <a:gd name="T50" fmla="*/ 23 w 36"/>
                    <a:gd name="T51" fmla="*/ 14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6" h="110">
                      <a:moveTo>
                        <a:pt x="23" y="14"/>
                      </a:moveTo>
                      <a:cubicBezTo>
                        <a:pt x="23" y="12"/>
                        <a:pt x="23" y="12"/>
                        <a:pt x="23" y="12"/>
                      </a:cubicBezTo>
                      <a:cubicBezTo>
                        <a:pt x="21" y="8"/>
                        <a:pt x="22" y="9"/>
                        <a:pt x="18" y="6"/>
                      </a:cubicBezTo>
                      <a:cubicBezTo>
                        <a:pt x="17" y="4"/>
                        <a:pt x="15" y="2"/>
                        <a:pt x="13" y="0"/>
                      </a:cubicBezTo>
                      <a:cubicBezTo>
                        <a:pt x="12" y="1"/>
                        <a:pt x="11" y="3"/>
                        <a:pt x="11" y="4"/>
                      </a:cubicBezTo>
                      <a:cubicBezTo>
                        <a:pt x="11" y="7"/>
                        <a:pt x="13" y="12"/>
                        <a:pt x="13" y="16"/>
                      </a:cubicBezTo>
                      <a:cubicBezTo>
                        <a:pt x="12" y="34"/>
                        <a:pt x="12" y="34"/>
                        <a:pt x="12" y="34"/>
                      </a:cubicBezTo>
                      <a:cubicBezTo>
                        <a:pt x="12" y="43"/>
                        <a:pt x="9" y="56"/>
                        <a:pt x="7" y="65"/>
                      </a:cubicBezTo>
                      <a:cubicBezTo>
                        <a:pt x="6" y="72"/>
                        <a:pt x="4" y="75"/>
                        <a:pt x="3" y="80"/>
                      </a:cubicBezTo>
                      <a:cubicBezTo>
                        <a:pt x="2" y="85"/>
                        <a:pt x="0" y="91"/>
                        <a:pt x="0" y="95"/>
                      </a:cubicBezTo>
                      <a:cubicBezTo>
                        <a:pt x="0" y="98"/>
                        <a:pt x="0" y="98"/>
                        <a:pt x="0" y="98"/>
                      </a:cubicBezTo>
                      <a:cubicBezTo>
                        <a:pt x="0" y="100"/>
                        <a:pt x="0" y="100"/>
                        <a:pt x="0" y="100"/>
                      </a:cubicBezTo>
                      <a:cubicBezTo>
                        <a:pt x="2" y="102"/>
                        <a:pt x="2" y="103"/>
                        <a:pt x="4" y="105"/>
                      </a:cubicBezTo>
                      <a:cubicBezTo>
                        <a:pt x="6" y="108"/>
                        <a:pt x="7" y="108"/>
                        <a:pt x="9" y="110"/>
                      </a:cubicBezTo>
                      <a:cubicBezTo>
                        <a:pt x="12" y="108"/>
                        <a:pt x="13" y="108"/>
                        <a:pt x="15" y="104"/>
                      </a:cubicBezTo>
                      <a:cubicBezTo>
                        <a:pt x="16" y="102"/>
                        <a:pt x="18" y="99"/>
                        <a:pt x="18" y="96"/>
                      </a:cubicBezTo>
                      <a:cubicBezTo>
                        <a:pt x="18" y="90"/>
                        <a:pt x="18" y="90"/>
                        <a:pt x="18" y="90"/>
                      </a:cubicBezTo>
                      <a:cubicBezTo>
                        <a:pt x="18" y="83"/>
                        <a:pt x="20" y="77"/>
                        <a:pt x="21" y="71"/>
                      </a:cubicBezTo>
                      <a:cubicBezTo>
                        <a:pt x="23" y="65"/>
                        <a:pt x="23" y="59"/>
                        <a:pt x="25" y="53"/>
                      </a:cubicBezTo>
                      <a:cubicBezTo>
                        <a:pt x="26" y="47"/>
                        <a:pt x="29" y="42"/>
                        <a:pt x="30" y="36"/>
                      </a:cubicBezTo>
                      <a:cubicBezTo>
                        <a:pt x="31" y="28"/>
                        <a:pt x="34" y="27"/>
                        <a:pt x="35" y="20"/>
                      </a:cubicBezTo>
                      <a:cubicBezTo>
                        <a:pt x="34" y="19"/>
                        <a:pt x="36" y="20"/>
                        <a:pt x="33" y="20"/>
                      </a:cubicBezTo>
                      <a:cubicBezTo>
                        <a:pt x="33" y="20"/>
                        <a:pt x="30" y="22"/>
                        <a:pt x="30" y="22"/>
                      </a:cubicBezTo>
                      <a:cubicBezTo>
                        <a:pt x="25" y="21"/>
                        <a:pt x="25" y="21"/>
                        <a:pt x="23" y="17"/>
                      </a:cubicBezTo>
                      <a:cubicBezTo>
                        <a:pt x="23" y="15"/>
                        <a:pt x="23" y="15"/>
                        <a:pt x="23" y="15"/>
                      </a:cubicBezTo>
                      <a:lnTo>
                        <a:pt x="23" y="14"/>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nvGrpSpPr>
              <p:cNvPr id="119" name="ïšľîḍê"/>
              <p:cNvGrpSpPr/>
              <p:nvPr/>
            </p:nvGrpSpPr>
            <p:grpSpPr>
              <a:xfrm>
                <a:off x="4412452" y="3781425"/>
                <a:ext cx="2312689" cy="166461"/>
                <a:chOff x="6986588" y="3521075"/>
                <a:chExt cx="1654176" cy="119063"/>
              </a:xfrm>
            </p:grpSpPr>
            <p:sp>
              <p:nvSpPr>
                <p:cNvPr id="120" name="îṩľîḑê"/>
                <p:cNvSpPr/>
                <p:nvPr/>
              </p:nvSpPr>
              <p:spPr bwMode="auto">
                <a:xfrm>
                  <a:off x="6986588" y="3521075"/>
                  <a:ext cx="155575" cy="119063"/>
                </a:xfrm>
                <a:custGeom>
                  <a:avLst/>
                  <a:gdLst>
                    <a:gd name="T0" fmla="*/ 84 w 98"/>
                    <a:gd name="T1" fmla="*/ 0 h 75"/>
                    <a:gd name="T2" fmla="*/ 59 w 98"/>
                    <a:gd name="T3" fmla="*/ 52 h 75"/>
                    <a:gd name="T4" fmla="*/ 57 w 98"/>
                    <a:gd name="T5" fmla="*/ 0 h 75"/>
                    <a:gd name="T6" fmla="*/ 40 w 98"/>
                    <a:gd name="T7" fmla="*/ 0 h 75"/>
                    <a:gd name="T8" fmla="*/ 15 w 98"/>
                    <a:gd name="T9" fmla="*/ 52 h 75"/>
                    <a:gd name="T10" fmla="*/ 15 w 98"/>
                    <a:gd name="T11" fmla="*/ 0 h 75"/>
                    <a:gd name="T12" fmla="*/ 0 w 98"/>
                    <a:gd name="T13" fmla="*/ 0 h 75"/>
                    <a:gd name="T14" fmla="*/ 2 w 98"/>
                    <a:gd name="T15" fmla="*/ 75 h 75"/>
                    <a:gd name="T16" fmla="*/ 19 w 98"/>
                    <a:gd name="T17" fmla="*/ 75 h 75"/>
                    <a:gd name="T18" fmla="*/ 44 w 98"/>
                    <a:gd name="T19" fmla="*/ 21 h 75"/>
                    <a:gd name="T20" fmla="*/ 46 w 98"/>
                    <a:gd name="T21" fmla="*/ 75 h 75"/>
                    <a:gd name="T22" fmla="*/ 63 w 98"/>
                    <a:gd name="T23" fmla="*/ 75 h 75"/>
                    <a:gd name="T24" fmla="*/ 98 w 98"/>
                    <a:gd name="T25" fmla="*/ 0 h 75"/>
                    <a:gd name="T26" fmla="*/ 84 w 98"/>
                    <a:gd name="T27"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98" h="75">
                      <a:moveTo>
                        <a:pt x="84" y="0"/>
                      </a:moveTo>
                      <a:lnTo>
                        <a:pt x="59" y="52"/>
                      </a:lnTo>
                      <a:lnTo>
                        <a:pt x="57" y="0"/>
                      </a:lnTo>
                      <a:lnTo>
                        <a:pt x="40" y="0"/>
                      </a:lnTo>
                      <a:lnTo>
                        <a:pt x="15" y="52"/>
                      </a:lnTo>
                      <a:lnTo>
                        <a:pt x="15" y="0"/>
                      </a:lnTo>
                      <a:lnTo>
                        <a:pt x="0" y="0"/>
                      </a:lnTo>
                      <a:lnTo>
                        <a:pt x="2" y="75"/>
                      </a:lnTo>
                      <a:lnTo>
                        <a:pt x="19" y="75"/>
                      </a:lnTo>
                      <a:lnTo>
                        <a:pt x="44" y="21"/>
                      </a:lnTo>
                      <a:lnTo>
                        <a:pt x="46" y="75"/>
                      </a:lnTo>
                      <a:lnTo>
                        <a:pt x="63" y="75"/>
                      </a:lnTo>
                      <a:lnTo>
                        <a:pt x="98" y="0"/>
                      </a:lnTo>
                      <a:lnTo>
                        <a:pt x="84"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21" name="îṩḷîde"/>
                <p:cNvSpPr/>
                <p:nvPr/>
              </p:nvSpPr>
              <p:spPr bwMode="auto">
                <a:xfrm>
                  <a:off x="7135813" y="3521075"/>
                  <a:ext cx="112713" cy="119063"/>
                </a:xfrm>
                <a:custGeom>
                  <a:avLst/>
                  <a:gdLst>
                    <a:gd name="T0" fmla="*/ 22 w 34"/>
                    <a:gd name="T1" fmla="*/ 20 h 36"/>
                    <a:gd name="T2" fmla="*/ 20 w 34"/>
                    <a:gd name="T3" fmla="*/ 26 h 36"/>
                    <a:gd name="T4" fmla="*/ 18 w 34"/>
                    <a:gd name="T5" fmla="*/ 29 h 36"/>
                    <a:gd name="T6" fmla="*/ 13 w 34"/>
                    <a:gd name="T7" fmla="*/ 30 h 36"/>
                    <a:gd name="T8" fmla="*/ 9 w 34"/>
                    <a:gd name="T9" fmla="*/ 29 h 36"/>
                    <a:gd name="T10" fmla="*/ 7 w 34"/>
                    <a:gd name="T11" fmla="*/ 25 h 36"/>
                    <a:gd name="T12" fmla="*/ 7 w 34"/>
                    <a:gd name="T13" fmla="*/ 24 h 36"/>
                    <a:gd name="T14" fmla="*/ 8 w 34"/>
                    <a:gd name="T15" fmla="*/ 19 h 36"/>
                    <a:gd name="T16" fmla="*/ 12 w 34"/>
                    <a:gd name="T17" fmla="*/ 0 h 36"/>
                    <a:gd name="T18" fmla="*/ 5 w 34"/>
                    <a:gd name="T19" fmla="*/ 0 h 36"/>
                    <a:gd name="T20" fmla="*/ 1 w 34"/>
                    <a:gd name="T21" fmla="*/ 19 h 36"/>
                    <a:gd name="T22" fmla="*/ 0 w 34"/>
                    <a:gd name="T23" fmla="*/ 23 h 36"/>
                    <a:gd name="T24" fmla="*/ 0 w 34"/>
                    <a:gd name="T25" fmla="*/ 25 h 36"/>
                    <a:gd name="T26" fmla="*/ 3 w 34"/>
                    <a:gd name="T27" fmla="*/ 33 h 36"/>
                    <a:gd name="T28" fmla="*/ 13 w 34"/>
                    <a:gd name="T29" fmla="*/ 36 h 36"/>
                    <a:gd name="T30" fmla="*/ 22 w 34"/>
                    <a:gd name="T31" fmla="*/ 34 h 36"/>
                    <a:gd name="T32" fmla="*/ 27 w 34"/>
                    <a:gd name="T33" fmla="*/ 29 h 36"/>
                    <a:gd name="T34" fmla="*/ 30 w 34"/>
                    <a:gd name="T35" fmla="*/ 20 h 36"/>
                    <a:gd name="T36" fmla="*/ 34 w 34"/>
                    <a:gd name="T37" fmla="*/ 0 h 36"/>
                    <a:gd name="T38" fmla="*/ 26 w 34"/>
                    <a:gd name="T39" fmla="*/ 0 h 36"/>
                    <a:gd name="T40" fmla="*/ 22 w 34"/>
                    <a:gd name="T41" fmla="*/ 2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4" h="36">
                      <a:moveTo>
                        <a:pt x="22" y="20"/>
                      </a:moveTo>
                      <a:cubicBezTo>
                        <a:pt x="22" y="23"/>
                        <a:pt x="21" y="25"/>
                        <a:pt x="20" y="26"/>
                      </a:cubicBezTo>
                      <a:cubicBezTo>
                        <a:pt x="20" y="28"/>
                        <a:pt x="19" y="29"/>
                        <a:pt x="18" y="29"/>
                      </a:cubicBezTo>
                      <a:cubicBezTo>
                        <a:pt x="17" y="30"/>
                        <a:pt x="15" y="30"/>
                        <a:pt x="13" y="30"/>
                      </a:cubicBezTo>
                      <a:cubicBezTo>
                        <a:pt x="11" y="30"/>
                        <a:pt x="10" y="30"/>
                        <a:pt x="9" y="29"/>
                      </a:cubicBezTo>
                      <a:cubicBezTo>
                        <a:pt x="8" y="28"/>
                        <a:pt x="7" y="27"/>
                        <a:pt x="7" y="25"/>
                      </a:cubicBezTo>
                      <a:cubicBezTo>
                        <a:pt x="7" y="25"/>
                        <a:pt x="7" y="25"/>
                        <a:pt x="7" y="24"/>
                      </a:cubicBezTo>
                      <a:cubicBezTo>
                        <a:pt x="8" y="19"/>
                        <a:pt x="8" y="19"/>
                        <a:pt x="8" y="19"/>
                      </a:cubicBezTo>
                      <a:cubicBezTo>
                        <a:pt x="12" y="0"/>
                        <a:pt x="12" y="0"/>
                        <a:pt x="12" y="0"/>
                      </a:cubicBezTo>
                      <a:cubicBezTo>
                        <a:pt x="5" y="0"/>
                        <a:pt x="5" y="0"/>
                        <a:pt x="5" y="0"/>
                      </a:cubicBezTo>
                      <a:cubicBezTo>
                        <a:pt x="1" y="19"/>
                        <a:pt x="1" y="19"/>
                        <a:pt x="1" y="19"/>
                      </a:cubicBezTo>
                      <a:cubicBezTo>
                        <a:pt x="1" y="21"/>
                        <a:pt x="0" y="23"/>
                        <a:pt x="0" y="23"/>
                      </a:cubicBezTo>
                      <a:cubicBezTo>
                        <a:pt x="0" y="24"/>
                        <a:pt x="0" y="25"/>
                        <a:pt x="0" y="25"/>
                      </a:cubicBezTo>
                      <a:cubicBezTo>
                        <a:pt x="0" y="29"/>
                        <a:pt x="1" y="31"/>
                        <a:pt x="3" y="33"/>
                      </a:cubicBezTo>
                      <a:cubicBezTo>
                        <a:pt x="6" y="35"/>
                        <a:pt x="9" y="36"/>
                        <a:pt x="13" y="36"/>
                      </a:cubicBezTo>
                      <a:cubicBezTo>
                        <a:pt x="16" y="36"/>
                        <a:pt x="19" y="36"/>
                        <a:pt x="22" y="34"/>
                      </a:cubicBezTo>
                      <a:cubicBezTo>
                        <a:pt x="24" y="33"/>
                        <a:pt x="25" y="31"/>
                        <a:pt x="27" y="29"/>
                      </a:cubicBezTo>
                      <a:cubicBezTo>
                        <a:pt x="28" y="27"/>
                        <a:pt x="29" y="24"/>
                        <a:pt x="30" y="20"/>
                      </a:cubicBezTo>
                      <a:cubicBezTo>
                        <a:pt x="34" y="0"/>
                        <a:pt x="34" y="0"/>
                        <a:pt x="34" y="0"/>
                      </a:cubicBezTo>
                      <a:cubicBezTo>
                        <a:pt x="26" y="0"/>
                        <a:pt x="26" y="0"/>
                        <a:pt x="26" y="0"/>
                      </a:cubicBezTo>
                      <a:lnTo>
                        <a:pt x="22" y="2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22" name="îṣḻîḑê"/>
                <p:cNvSpPr/>
                <p:nvPr/>
              </p:nvSpPr>
              <p:spPr bwMode="auto">
                <a:xfrm>
                  <a:off x="7248526" y="3521075"/>
                  <a:ext cx="114300" cy="119063"/>
                </a:xfrm>
                <a:custGeom>
                  <a:avLst/>
                  <a:gdLst>
                    <a:gd name="T0" fmla="*/ 58 w 72"/>
                    <a:gd name="T1" fmla="*/ 0 h 75"/>
                    <a:gd name="T2" fmla="*/ 52 w 72"/>
                    <a:gd name="T3" fmla="*/ 29 h 75"/>
                    <a:gd name="T4" fmla="*/ 22 w 72"/>
                    <a:gd name="T5" fmla="*/ 29 h 75"/>
                    <a:gd name="T6" fmla="*/ 29 w 72"/>
                    <a:gd name="T7" fmla="*/ 0 h 75"/>
                    <a:gd name="T8" fmla="*/ 14 w 72"/>
                    <a:gd name="T9" fmla="*/ 0 h 75"/>
                    <a:gd name="T10" fmla="*/ 0 w 72"/>
                    <a:gd name="T11" fmla="*/ 75 h 75"/>
                    <a:gd name="T12" fmla="*/ 14 w 72"/>
                    <a:gd name="T13" fmla="*/ 75 h 75"/>
                    <a:gd name="T14" fmla="*/ 20 w 72"/>
                    <a:gd name="T15" fmla="*/ 42 h 75"/>
                    <a:gd name="T16" fmla="*/ 50 w 72"/>
                    <a:gd name="T17" fmla="*/ 42 h 75"/>
                    <a:gd name="T18" fmla="*/ 43 w 72"/>
                    <a:gd name="T19" fmla="*/ 75 h 75"/>
                    <a:gd name="T20" fmla="*/ 58 w 72"/>
                    <a:gd name="T21" fmla="*/ 75 h 75"/>
                    <a:gd name="T22" fmla="*/ 72 w 72"/>
                    <a:gd name="T23" fmla="*/ 0 h 75"/>
                    <a:gd name="T24" fmla="*/ 58 w 72"/>
                    <a:gd name="T25"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2" h="75">
                      <a:moveTo>
                        <a:pt x="58" y="0"/>
                      </a:moveTo>
                      <a:lnTo>
                        <a:pt x="52" y="29"/>
                      </a:lnTo>
                      <a:lnTo>
                        <a:pt x="22" y="29"/>
                      </a:lnTo>
                      <a:lnTo>
                        <a:pt x="29" y="0"/>
                      </a:lnTo>
                      <a:lnTo>
                        <a:pt x="14" y="0"/>
                      </a:lnTo>
                      <a:lnTo>
                        <a:pt x="0" y="75"/>
                      </a:lnTo>
                      <a:lnTo>
                        <a:pt x="14" y="75"/>
                      </a:lnTo>
                      <a:lnTo>
                        <a:pt x="20" y="42"/>
                      </a:lnTo>
                      <a:lnTo>
                        <a:pt x="50" y="42"/>
                      </a:lnTo>
                      <a:lnTo>
                        <a:pt x="43" y="75"/>
                      </a:lnTo>
                      <a:lnTo>
                        <a:pt x="58" y="75"/>
                      </a:lnTo>
                      <a:lnTo>
                        <a:pt x="72" y="0"/>
                      </a:lnTo>
                      <a:lnTo>
                        <a:pt x="58"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23" name="ïṥlíḑê"/>
                <p:cNvSpPr/>
                <p:nvPr/>
              </p:nvSpPr>
              <p:spPr bwMode="auto">
                <a:xfrm>
                  <a:off x="7356476" y="3521075"/>
                  <a:ext cx="112713" cy="119063"/>
                </a:xfrm>
                <a:custGeom>
                  <a:avLst/>
                  <a:gdLst>
                    <a:gd name="T0" fmla="*/ 42 w 71"/>
                    <a:gd name="T1" fmla="*/ 0 h 75"/>
                    <a:gd name="T2" fmla="*/ 0 w 71"/>
                    <a:gd name="T3" fmla="*/ 75 h 75"/>
                    <a:gd name="T4" fmla="*/ 15 w 71"/>
                    <a:gd name="T5" fmla="*/ 75 h 75"/>
                    <a:gd name="T6" fmla="*/ 23 w 71"/>
                    <a:gd name="T7" fmla="*/ 59 h 75"/>
                    <a:gd name="T8" fmla="*/ 54 w 71"/>
                    <a:gd name="T9" fmla="*/ 59 h 75"/>
                    <a:gd name="T10" fmla="*/ 56 w 71"/>
                    <a:gd name="T11" fmla="*/ 75 h 75"/>
                    <a:gd name="T12" fmla="*/ 71 w 71"/>
                    <a:gd name="T13" fmla="*/ 75 h 75"/>
                    <a:gd name="T14" fmla="*/ 58 w 71"/>
                    <a:gd name="T15" fmla="*/ 0 h 75"/>
                    <a:gd name="T16" fmla="*/ 42 w 71"/>
                    <a:gd name="T17" fmla="*/ 0 h 75"/>
                    <a:gd name="T18" fmla="*/ 29 w 71"/>
                    <a:gd name="T19" fmla="*/ 46 h 75"/>
                    <a:gd name="T20" fmla="*/ 48 w 71"/>
                    <a:gd name="T21" fmla="*/ 17 h 75"/>
                    <a:gd name="T22" fmla="*/ 52 w 71"/>
                    <a:gd name="T23" fmla="*/ 46 h 75"/>
                    <a:gd name="T24" fmla="*/ 29 w 71"/>
                    <a:gd name="T25" fmla="*/ 4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75">
                      <a:moveTo>
                        <a:pt x="42" y="0"/>
                      </a:moveTo>
                      <a:lnTo>
                        <a:pt x="0" y="75"/>
                      </a:lnTo>
                      <a:lnTo>
                        <a:pt x="15" y="75"/>
                      </a:lnTo>
                      <a:lnTo>
                        <a:pt x="23" y="59"/>
                      </a:lnTo>
                      <a:lnTo>
                        <a:pt x="54" y="59"/>
                      </a:lnTo>
                      <a:lnTo>
                        <a:pt x="56" y="75"/>
                      </a:lnTo>
                      <a:lnTo>
                        <a:pt x="71" y="75"/>
                      </a:lnTo>
                      <a:lnTo>
                        <a:pt x="58" y="0"/>
                      </a:lnTo>
                      <a:lnTo>
                        <a:pt x="42" y="0"/>
                      </a:lnTo>
                      <a:close/>
                      <a:moveTo>
                        <a:pt x="29" y="46"/>
                      </a:moveTo>
                      <a:lnTo>
                        <a:pt x="48" y="17"/>
                      </a:lnTo>
                      <a:lnTo>
                        <a:pt x="52" y="46"/>
                      </a:lnTo>
                      <a:lnTo>
                        <a:pt x="29" y="46"/>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24" name="îş1íḋe"/>
                <p:cNvSpPr/>
                <p:nvPr/>
              </p:nvSpPr>
              <p:spPr bwMode="auto">
                <a:xfrm>
                  <a:off x="7481888" y="3521075"/>
                  <a:ext cx="119063" cy="119063"/>
                </a:xfrm>
                <a:custGeom>
                  <a:avLst/>
                  <a:gdLst>
                    <a:gd name="T0" fmla="*/ 50 w 75"/>
                    <a:gd name="T1" fmla="*/ 50 h 75"/>
                    <a:gd name="T2" fmla="*/ 31 w 75"/>
                    <a:gd name="T3" fmla="*/ 0 h 75"/>
                    <a:gd name="T4" fmla="*/ 17 w 75"/>
                    <a:gd name="T5" fmla="*/ 0 h 75"/>
                    <a:gd name="T6" fmla="*/ 0 w 75"/>
                    <a:gd name="T7" fmla="*/ 75 h 75"/>
                    <a:gd name="T8" fmla="*/ 15 w 75"/>
                    <a:gd name="T9" fmla="*/ 75 h 75"/>
                    <a:gd name="T10" fmla="*/ 25 w 75"/>
                    <a:gd name="T11" fmla="*/ 25 h 75"/>
                    <a:gd name="T12" fmla="*/ 46 w 75"/>
                    <a:gd name="T13" fmla="*/ 75 h 75"/>
                    <a:gd name="T14" fmla="*/ 58 w 75"/>
                    <a:gd name="T15" fmla="*/ 75 h 75"/>
                    <a:gd name="T16" fmla="*/ 75 w 75"/>
                    <a:gd name="T17" fmla="*/ 0 h 75"/>
                    <a:gd name="T18" fmla="*/ 61 w 75"/>
                    <a:gd name="T19" fmla="*/ 0 h 75"/>
                    <a:gd name="T20" fmla="*/ 50 w 75"/>
                    <a:gd name="T21" fmla="*/ 5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5" h="75">
                      <a:moveTo>
                        <a:pt x="50" y="50"/>
                      </a:moveTo>
                      <a:lnTo>
                        <a:pt x="31" y="0"/>
                      </a:lnTo>
                      <a:lnTo>
                        <a:pt x="17" y="0"/>
                      </a:lnTo>
                      <a:lnTo>
                        <a:pt x="0" y="75"/>
                      </a:lnTo>
                      <a:lnTo>
                        <a:pt x="15" y="75"/>
                      </a:lnTo>
                      <a:lnTo>
                        <a:pt x="25" y="25"/>
                      </a:lnTo>
                      <a:lnTo>
                        <a:pt x="46" y="75"/>
                      </a:lnTo>
                      <a:lnTo>
                        <a:pt x="58" y="75"/>
                      </a:lnTo>
                      <a:lnTo>
                        <a:pt x="75" y="0"/>
                      </a:lnTo>
                      <a:lnTo>
                        <a:pt x="61" y="0"/>
                      </a:lnTo>
                      <a:lnTo>
                        <a:pt x="50" y="5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25" name="îş1ïḋe"/>
                <p:cNvSpPr/>
                <p:nvPr/>
              </p:nvSpPr>
              <p:spPr bwMode="auto">
                <a:xfrm>
                  <a:off x="7653338" y="3521075"/>
                  <a:ext cx="112713" cy="119063"/>
                </a:xfrm>
                <a:custGeom>
                  <a:avLst/>
                  <a:gdLst>
                    <a:gd name="T0" fmla="*/ 22 w 34"/>
                    <a:gd name="T1" fmla="*/ 20 h 36"/>
                    <a:gd name="T2" fmla="*/ 20 w 34"/>
                    <a:gd name="T3" fmla="*/ 26 h 36"/>
                    <a:gd name="T4" fmla="*/ 18 w 34"/>
                    <a:gd name="T5" fmla="*/ 29 h 36"/>
                    <a:gd name="T6" fmla="*/ 13 w 34"/>
                    <a:gd name="T7" fmla="*/ 30 h 36"/>
                    <a:gd name="T8" fmla="*/ 9 w 34"/>
                    <a:gd name="T9" fmla="*/ 29 h 36"/>
                    <a:gd name="T10" fmla="*/ 7 w 34"/>
                    <a:gd name="T11" fmla="*/ 25 h 36"/>
                    <a:gd name="T12" fmla="*/ 7 w 34"/>
                    <a:gd name="T13" fmla="*/ 24 h 36"/>
                    <a:gd name="T14" fmla="*/ 8 w 34"/>
                    <a:gd name="T15" fmla="*/ 19 h 36"/>
                    <a:gd name="T16" fmla="*/ 12 w 34"/>
                    <a:gd name="T17" fmla="*/ 0 h 36"/>
                    <a:gd name="T18" fmla="*/ 5 w 34"/>
                    <a:gd name="T19" fmla="*/ 0 h 36"/>
                    <a:gd name="T20" fmla="*/ 1 w 34"/>
                    <a:gd name="T21" fmla="*/ 19 h 36"/>
                    <a:gd name="T22" fmla="*/ 0 w 34"/>
                    <a:gd name="T23" fmla="*/ 23 h 36"/>
                    <a:gd name="T24" fmla="*/ 0 w 34"/>
                    <a:gd name="T25" fmla="*/ 25 h 36"/>
                    <a:gd name="T26" fmla="*/ 3 w 34"/>
                    <a:gd name="T27" fmla="*/ 33 h 36"/>
                    <a:gd name="T28" fmla="*/ 13 w 34"/>
                    <a:gd name="T29" fmla="*/ 36 h 36"/>
                    <a:gd name="T30" fmla="*/ 22 w 34"/>
                    <a:gd name="T31" fmla="*/ 34 h 36"/>
                    <a:gd name="T32" fmla="*/ 27 w 34"/>
                    <a:gd name="T33" fmla="*/ 29 h 36"/>
                    <a:gd name="T34" fmla="*/ 30 w 34"/>
                    <a:gd name="T35" fmla="*/ 20 h 36"/>
                    <a:gd name="T36" fmla="*/ 34 w 34"/>
                    <a:gd name="T37" fmla="*/ 0 h 36"/>
                    <a:gd name="T38" fmla="*/ 26 w 34"/>
                    <a:gd name="T39" fmla="*/ 0 h 36"/>
                    <a:gd name="T40" fmla="*/ 22 w 34"/>
                    <a:gd name="T41" fmla="*/ 2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4" h="36">
                      <a:moveTo>
                        <a:pt x="22" y="20"/>
                      </a:moveTo>
                      <a:cubicBezTo>
                        <a:pt x="22" y="23"/>
                        <a:pt x="21" y="25"/>
                        <a:pt x="20" y="26"/>
                      </a:cubicBezTo>
                      <a:cubicBezTo>
                        <a:pt x="20" y="28"/>
                        <a:pt x="19" y="29"/>
                        <a:pt x="18" y="29"/>
                      </a:cubicBezTo>
                      <a:cubicBezTo>
                        <a:pt x="17" y="30"/>
                        <a:pt x="15" y="30"/>
                        <a:pt x="13" y="30"/>
                      </a:cubicBezTo>
                      <a:cubicBezTo>
                        <a:pt x="11" y="30"/>
                        <a:pt x="10" y="30"/>
                        <a:pt x="9" y="29"/>
                      </a:cubicBezTo>
                      <a:cubicBezTo>
                        <a:pt x="8" y="28"/>
                        <a:pt x="7" y="27"/>
                        <a:pt x="7" y="25"/>
                      </a:cubicBezTo>
                      <a:cubicBezTo>
                        <a:pt x="7" y="25"/>
                        <a:pt x="7" y="25"/>
                        <a:pt x="7" y="24"/>
                      </a:cubicBezTo>
                      <a:cubicBezTo>
                        <a:pt x="8" y="19"/>
                        <a:pt x="8" y="19"/>
                        <a:pt x="8" y="19"/>
                      </a:cubicBezTo>
                      <a:cubicBezTo>
                        <a:pt x="12" y="0"/>
                        <a:pt x="12" y="0"/>
                        <a:pt x="12" y="0"/>
                      </a:cubicBezTo>
                      <a:cubicBezTo>
                        <a:pt x="5" y="0"/>
                        <a:pt x="5" y="0"/>
                        <a:pt x="5" y="0"/>
                      </a:cubicBezTo>
                      <a:cubicBezTo>
                        <a:pt x="1" y="19"/>
                        <a:pt x="1" y="19"/>
                        <a:pt x="1" y="19"/>
                      </a:cubicBezTo>
                      <a:cubicBezTo>
                        <a:pt x="1" y="21"/>
                        <a:pt x="0" y="23"/>
                        <a:pt x="0" y="23"/>
                      </a:cubicBezTo>
                      <a:cubicBezTo>
                        <a:pt x="0" y="24"/>
                        <a:pt x="0" y="25"/>
                        <a:pt x="0" y="25"/>
                      </a:cubicBezTo>
                      <a:cubicBezTo>
                        <a:pt x="0" y="29"/>
                        <a:pt x="1" y="31"/>
                        <a:pt x="3" y="33"/>
                      </a:cubicBezTo>
                      <a:cubicBezTo>
                        <a:pt x="6" y="35"/>
                        <a:pt x="9" y="36"/>
                        <a:pt x="13" y="36"/>
                      </a:cubicBezTo>
                      <a:cubicBezTo>
                        <a:pt x="16" y="36"/>
                        <a:pt x="19" y="36"/>
                        <a:pt x="22" y="34"/>
                      </a:cubicBezTo>
                      <a:cubicBezTo>
                        <a:pt x="24" y="33"/>
                        <a:pt x="25" y="31"/>
                        <a:pt x="27" y="29"/>
                      </a:cubicBezTo>
                      <a:cubicBezTo>
                        <a:pt x="28" y="27"/>
                        <a:pt x="29" y="24"/>
                        <a:pt x="30" y="20"/>
                      </a:cubicBezTo>
                      <a:cubicBezTo>
                        <a:pt x="34" y="0"/>
                        <a:pt x="34" y="0"/>
                        <a:pt x="34" y="0"/>
                      </a:cubicBezTo>
                      <a:cubicBezTo>
                        <a:pt x="26" y="0"/>
                        <a:pt x="26" y="0"/>
                        <a:pt x="26" y="0"/>
                      </a:cubicBezTo>
                      <a:lnTo>
                        <a:pt x="22" y="2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26" name="íšlídè"/>
                <p:cNvSpPr/>
                <p:nvPr/>
              </p:nvSpPr>
              <p:spPr bwMode="auto">
                <a:xfrm>
                  <a:off x="7766051" y="3521075"/>
                  <a:ext cx="115888" cy="119063"/>
                </a:xfrm>
                <a:custGeom>
                  <a:avLst/>
                  <a:gdLst>
                    <a:gd name="T0" fmla="*/ 58 w 73"/>
                    <a:gd name="T1" fmla="*/ 0 h 75"/>
                    <a:gd name="T2" fmla="*/ 50 w 73"/>
                    <a:gd name="T3" fmla="*/ 50 h 75"/>
                    <a:gd name="T4" fmla="*/ 29 w 73"/>
                    <a:gd name="T5" fmla="*/ 0 h 75"/>
                    <a:gd name="T6" fmla="*/ 15 w 73"/>
                    <a:gd name="T7" fmla="*/ 0 h 75"/>
                    <a:gd name="T8" fmla="*/ 0 w 73"/>
                    <a:gd name="T9" fmla="*/ 75 h 75"/>
                    <a:gd name="T10" fmla="*/ 13 w 73"/>
                    <a:gd name="T11" fmla="*/ 75 h 75"/>
                    <a:gd name="T12" fmla="*/ 23 w 73"/>
                    <a:gd name="T13" fmla="*/ 25 h 75"/>
                    <a:gd name="T14" fmla="*/ 44 w 73"/>
                    <a:gd name="T15" fmla="*/ 75 h 75"/>
                    <a:gd name="T16" fmla="*/ 58 w 73"/>
                    <a:gd name="T17" fmla="*/ 75 h 75"/>
                    <a:gd name="T18" fmla="*/ 73 w 73"/>
                    <a:gd name="T19" fmla="*/ 0 h 75"/>
                    <a:gd name="T20" fmla="*/ 58 w 73"/>
                    <a:gd name="T21"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3" h="75">
                      <a:moveTo>
                        <a:pt x="58" y="0"/>
                      </a:moveTo>
                      <a:lnTo>
                        <a:pt x="50" y="50"/>
                      </a:lnTo>
                      <a:lnTo>
                        <a:pt x="29" y="0"/>
                      </a:lnTo>
                      <a:lnTo>
                        <a:pt x="15" y="0"/>
                      </a:lnTo>
                      <a:lnTo>
                        <a:pt x="0" y="75"/>
                      </a:lnTo>
                      <a:lnTo>
                        <a:pt x="13" y="75"/>
                      </a:lnTo>
                      <a:lnTo>
                        <a:pt x="23" y="25"/>
                      </a:lnTo>
                      <a:lnTo>
                        <a:pt x="44" y="75"/>
                      </a:lnTo>
                      <a:lnTo>
                        <a:pt x="58" y="75"/>
                      </a:lnTo>
                      <a:lnTo>
                        <a:pt x="73" y="0"/>
                      </a:lnTo>
                      <a:lnTo>
                        <a:pt x="58"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27" name="îṣḻîďe"/>
                <p:cNvSpPr/>
                <p:nvPr/>
              </p:nvSpPr>
              <p:spPr bwMode="auto">
                <a:xfrm>
                  <a:off x="7881938" y="3521075"/>
                  <a:ext cx="49213" cy="119063"/>
                </a:xfrm>
                <a:custGeom>
                  <a:avLst/>
                  <a:gdLst>
                    <a:gd name="T0" fmla="*/ 0 w 31"/>
                    <a:gd name="T1" fmla="*/ 75 h 75"/>
                    <a:gd name="T2" fmla="*/ 14 w 31"/>
                    <a:gd name="T3" fmla="*/ 75 h 75"/>
                    <a:gd name="T4" fmla="*/ 31 w 31"/>
                    <a:gd name="T5" fmla="*/ 0 h 75"/>
                    <a:gd name="T6" fmla="*/ 14 w 31"/>
                    <a:gd name="T7" fmla="*/ 0 h 75"/>
                    <a:gd name="T8" fmla="*/ 0 w 31"/>
                    <a:gd name="T9" fmla="*/ 75 h 75"/>
                  </a:gdLst>
                  <a:ahLst/>
                  <a:cxnLst>
                    <a:cxn ang="0">
                      <a:pos x="T0" y="T1"/>
                    </a:cxn>
                    <a:cxn ang="0">
                      <a:pos x="T2" y="T3"/>
                    </a:cxn>
                    <a:cxn ang="0">
                      <a:pos x="T4" y="T5"/>
                    </a:cxn>
                    <a:cxn ang="0">
                      <a:pos x="T6" y="T7"/>
                    </a:cxn>
                    <a:cxn ang="0">
                      <a:pos x="T8" y="T9"/>
                    </a:cxn>
                  </a:cxnLst>
                  <a:rect l="0" t="0" r="r" b="b"/>
                  <a:pathLst>
                    <a:path w="31" h="75">
                      <a:moveTo>
                        <a:pt x="0" y="75"/>
                      </a:moveTo>
                      <a:lnTo>
                        <a:pt x="14" y="75"/>
                      </a:lnTo>
                      <a:lnTo>
                        <a:pt x="31" y="0"/>
                      </a:lnTo>
                      <a:lnTo>
                        <a:pt x="14" y="0"/>
                      </a:lnTo>
                      <a:lnTo>
                        <a:pt x="0" y="75"/>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28" name="íŝḻiḋè"/>
                <p:cNvSpPr/>
                <p:nvPr/>
              </p:nvSpPr>
              <p:spPr bwMode="auto">
                <a:xfrm>
                  <a:off x="7940676" y="3521075"/>
                  <a:ext cx="109538" cy="119063"/>
                </a:xfrm>
                <a:custGeom>
                  <a:avLst/>
                  <a:gdLst>
                    <a:gd name="T0" fmla="*/ 54 w 69"/>
                    <a:gd name="T1" fmla="*/ 0 h 75"/>
                    <a:gd name="T2" fmla="*/ 23 w 69"/>
                    <a:gd name="T3" fmla="*/ 57 h 75"/>
                    <a:gd name="T4" fmla="*/ 15 w 69"/>
                    <a:gd name="T5" fmla="*/ 0 h 75"/>
                    <a:gd name="T6" fmla="*/ 0 w 69"/>
                    <a:gd name="T7" fmla="*/ 0 h 75"/>
                    <a:gd name="T8" fmla="*/ 13 w 69"/>
                    <a:gd name="T9" fmla="*/ 75 h 75"/>
                    <a:gd name="T10" fmla="*/ 29 w 69"/>
                    <a:gd name="T11" fmla="*/ 75 h 75"/>
                    <a:gd name="T12" fmla="*/ 69 w 69"/>
                    <a:gd name="T13" fmla="*/ 0 h 75"/>
                    <a:gd name="T14" fmla="*/ 54 w 69"/>
                    <a:gd name="T15" fmla="*/ 0 h 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9" h="75">
                      <a:moveTo>
                        <a:pt x="54" y="0"/>
                      </a:moveTo>
                      <a:lnTo>
                        <a:pt x="23" y="57"/>
                      </a:lnTo>
                      <a:lnTo>
                        <a:pt x="15" y="0"/>
                      </a:lnTo>
                      <a:lnTo>
                        <a:pt x="0" y="0"/>
                      </a:lnTo>
                      <a:lnTo>
                        <a:pt x="13" y="75"/>
                      </a:lnTo>
                      <a:lnTo>
                        <a:pt x="29" y="75"/>
                      </a:lnTo>
                      <a:lnTo>
                        <a:pt x="69" y="0"/>
                      </a:lnTo>
                      <a:lnTo>
                        <a:pt x="54"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29" name="î$ḷíďé"/>
                <p:cNvSpPr/>
                <p:nvPr/>
              </p:nvSpPr>
              <p:spPr bwMode="auto">
                <a:xfrm>
                  <a:off x="8037513" y="3521075"/>
                  <a:ext cx="111125" cy="119063"/>
                </a:xfrm>
                <a:custGeom>
                  <a:avLst/>
                  <a:gdLst>
                    <a:gd name="T0" fmla="*/ 68 w 70"/>
                    <a:gd name="T1" fmla="*/ 12 h 75"/>
                    <a:gd name="T2" fmla="*/ 70 w 70"/>
                    <a:gd name="T3" fmla="*/ 0 h 75"/>
                    <a:gd name="T4" fmla="*/ 16 w 70"/>
                    <a:gd name="T5" fmla="*/ 0 h 75"/>
                    <a:gd name="T6" fmla="*/ 0 w 70"/>
                    <a:gd name="T7" fmla="*/ 75 h 75"/>
                    <a:gd name="T8" fmla="*/ 58 w 70"/>
                    <a:gd name="T9" fmla="*/ 75 h 75"/>
                    <a:gd name="T10" fmla="*/ 60 w 70"/>
                    <a:gd name="T11" fmla="*/ 63 h 75"/>
                    <a:gd name="T12" fmla="*/ 16 w 70"/>
                    <a:gd name="T13" fmla="*/ 63 h 75"/>
                    <a:gd name="T14" fmla="*/ 22 w 70"/>
                    <a:gd name="T15" fmla="*/ 42 h 75"/>
                    <a:gd name="T16" fmla="*/ 60 w 70"/>
                    <a:gd name="T17" fmla="*/ 42 h 75"/>
                    <a:gd name="T18" fmla="*/ 62 w 70"/>
                    <a:gd name="T19" fmla="*/ 29 h 75"/>
                    <a:gd name="T20" fmla="*/ 24 w 70"/>
                    <a:gd name="T21" fmla="*/ 29 h 75"/>
                    <a:gd name="T22" fmla="*/ 29 w 70"/>
                    <a:gd name="T23" fmla="*/ 12 h 75"/>
                    <a:gd name="T24" fmla="*/ 68 w 70"/>
                    <a:gd name="T25" fmla="*/ 12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0" h="75">
                      <a:moveTo>
                        <a:pt x="68" y="12"/>
                      </a:moveTo>
                      <a:lnTo>
                        <a:pt x="70" y="0"/>
                      </a:lnTo>
                      <a:lnTo>
                        <a:pt x="16" y="0"/>
                      </a:lnTo>
                      <a:lnTo>
                        <a:pt x="0" y="75"/>
                      </a:lnTo>
                      <a:lnTo>
                        <a:pt x="58" y="75"/>
                      </a:lnTo>
                      <a:lnTo>
                        <a:pt x="60" y="63"/>
                      </a:lnTo>
                      <a:lnTo>
                        <a:pt x="16" y="63"/>
                      </a:lnTo>
                      <a:lnTo>
                        <a:pt x="22" y="42"/>
                      </a:lnTo>
                      <a:lnTo>
                        <a:pt x="60" y="42"/>
                      </a:lnTo>
                      <a:lnTo>
                        <a:pt x="62" y="29"/>
                      </a:lnTo>
                      <a:lnTo>
                        <a:pt x="24" y="29"/>
                      </a:lnTo>
                      <a:lnTo>
                        <a:pt x="29" y="12"/>
                      </a:lnTo>
                      <a:lnTo>
                        <a:pt x="68" y="12"/>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30" name="îṡlîďe"/>
                <p:cNvSpPr/>
                <p:nvPr/>
              </p:nvSpPr>
              <p:spPr bwMode="auto">
                <a:xfrm>
                  <a:off x="8145463" y="3521075"/>
                  <a:ext cx="115888" cy="119063"/>
                </a:xfrm>
                <a:custGeom>
                  <a:avLst/>
                  <a:gdLst>
                    <a:gd name="T0" fmla="*/ 30 w 35"/>
                    <a:gd name="T1" fmla="*/ 1 h 36"/>
                    <a:gd name="T2" fmla="*/ 24 w 35"/>
                    <a:gd name="T3" fmla="*/ 0 h 36"/>
                    <a:gd name="T4" fmla="*/ 8 w 35"/>
                    <a:gd name="T5" fmla="*/ 0 h 36"/>
                    <a:gd name="T6" fmla="*/ 0 w 35"/>
                    <a:gd name="T7" fmla="*/ 36 h 36"/>
                    <a:gd name="T8" fmla="*/ 8 w 35"/>
                    <a:gd name="T9" fmla="*/ 36 h 36"/>
                    <a:gd name="T10" fmla="*/ 11 w 35"/>
                    <a:gd name="T11" fmla="*/ 21 h 36"/>
                    <a:gd name="T12" fmla="*/ 14 w 35"/>
                    <a:gd name="T13" fmla="*/ 21 h 36"/>
                    <a:gd name="T14" fmla="*/ 17 w 35"/>
                    <a:gd name="T15" fmla="*/ 22 h 36"/>
                    <a:gd name="T16" fmla="*/ 21 w 35"/>
                    <a:gd name="T17" fmla="*/ 26 h 36"/>
                    <a:gd name="T18" fmla="*/ 24 w 35"/>
                    <a:gd name="T19" fmla="*/ 36 h 36"/>
                    <a:gd name="T20" fmla="*/ 32 w 35"/>
                    <a:gd name="T21" fmla="*/ 36 h 36"/>
                    <a:gd name="T22" fmla="*/ 27 w 35"/>
                    <a:gd name="T23" fmla="*/ 24 h 36"/>
                    <a:gd name="T24" fmla="*/ 24 w 35"/>
                    <a:gd name="T25" fmla="*/ 21 h 36"/>
                    <a:gd name="T26" fmla="*/ 32 w 35"/>
                    <a:gd name="T27" fmla="*/ 17 h 36"/>
                    <a:gd name="T28" fmla="*/ 35 w 35"/>
                    <a:gd name="T29" fmla="*/ 9 h 36"/>
                    <a:gd name="T30" fmla="*/ 34 w 35"/>
                    <a:gd name="T31" fmla="*/ 4 h 36"/>
                    <a:gd name="T32" fmla="*/ 30 w 35"/>
                    <a:gd name="T33" fmla="*/ 1 h 36"/>
                    <a:gd name="T34" fmla="*/ 27 w 35"/>
                    <a:gd name="T35" fmla="*/ 13 h 36"/>
                    <a:gd name="T36" fmla="*/ 24 w 35"/>
                    <a:gd name="T37" fmla="*/ 15 h 36"/>
                    <a:gd name="T38" fmla="*/ 16 w 35"/>
                    <a:gd name="T39" fmla="*/ 16 h 36"/>
                    <a:gd name="T40" fmla="*/ 12 w 35"/>
                    <a:gd name="T41" fmla="*/ 16 h 36"/>
                    <a:gd name="T42" fmla="*/ 14 w 35"/>
                    <a:gd name="T43" fmla="*/ 6 h 36"/>
                    <a:gd name="T44" fmla="*/ 22 w 35"/>
                    <a:gd name="T45" fmla="*/ 6 h 36"/>
                    <a:gd name="T46" fmla="*/ 26 w 35"/>
                    <a:gd name="T47" fmla="*/ 7 h 36"/>
                    <a:gd name="T48" fmla="*/ 28 w 35"/>
                    <a:gd name="T49" fmla="*/ 10 h 36"/>
                    <a:gd name="T50" fmla="*/ 27 w 35"/>
                    <a:gd name="T51" fmla="*/ 13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5" h="36">
                      <a:moveTo>
                        <a:pt x="30" y="1"/>
                      </a:moveTo>
                      <a:cubicBezTo>
                        <a:pt x="28" y="0"/>
                        <a:pt x="26" y="0"/>
                        <a:pt x="24" y="0"/>
                      </a:cubicBezTo>
                      <a:cubicBezTo>
                        <a:pt x="8" y="0"/>
                        <a:pt x="8" y="0"/>
                        <a:pt x="8" y="0"/>
                      </a:cubicBezTo>
                      <a:cubicBezTo>
                        <a:pt x="0" y="36"/>
                        <a:pt x="0" y="36"/>
                        <a:pt x="0" y="36"/>
                      </a:cubicBezTo>
                      <a:cubicBezTo>
                        <a:pt x="8" y="36"/>
                        <a:pt x="8" y="36"/>
                        <a:pt x="8" y="36"/>
                      </a:cubicBezTo>
                      <a:cubicBezTo>
                        <a:pt x="11" y="21"/>
                        <a:pt x="11" y="21"/>
                        <a:pt x="11" y="21"/>
                      </a:cubicBezTo>
                      <a:cubicBezTo>
                        <a:pt x="14" y="21"/>
                        <a:pt x="14" y="21"/>
                        <a:pt x="14" y="21"/>
                      </a:cubicBezTo>
                      <a:cubicBezTo>
                        <a:pt x="15" y="21"/>
                        <a:pt x="17" y="21"/>
                        <a:pt x="17" y="22"/>
                      </a:cubicBezTo>
                      <a:cubicBezTo>
                        <a:pt x="18" y="22"/>
                        <a:pt x="20" y="24"/>
                        <a:pt x="21" y="26"/>
                      </a:cubicBezTo>
                      <a:cubicBezTo>
                        <a:pt x="22" y="31"/>
                        <a:pt x="24" y="34"/>
                        <a:pt x="24" y="36"/>
                      </a:cubicBezTo>
                      <a:cubicBezTo>
                        <a:pt x="32" y="36"/>
                        <a:pt x="32" y="36"/>
                        <a:pt x="32" y="36"/>
                      </a:cubicBezTo>
                      <a:cubicBezTo>
                        <a:pt x="30" y="31"/>
                        <a:pt x="28" y="27"/>
                        <a:pt x="27" y="24"/>
                      </a:cubicBezTo>
                      <a:cubicBezTo>
                        <a:pt x="26" y="23"/>
                        <a:pt x="25" y="21"/>
                        <a:pt x="24" y="21"/>
                      </a:cubicBezTo>
                      <a:cubicBezTo>
                        <a:pt x="28" y="20"/>
                        <a:pt x="30" y="19"/>
                        <a:pt x="32" y="17"/>
                      </a:cubicBezTo>
                      <a:cubicBezTo>
                        <a:pt x="34" y="15"/>
                        <a:pt x="35" y="13"/>
                        <a:pt x="35" y="9"/>
                      </a:cubicBezTo>
                      <a:cubicBezTo>
                        <a:pt x="35" y="7"/>
                        <a:pt x="34" y="6"/>
                        <a:pt x="34" y="4"/>
                      </a:cubicBezTo>
                      <a:cubicBezTo>
                        <a:pt x="33" y="3"/>
                        <a:pt x="31" y="2"/>
                        <a:pt x="30" y="1"/>
                      </a:cubicBezTo>
                      <a:close/>
                      <a:moveTo>
                        <a:pt x="27" y="13"/>
                      </a:moveTo>
                      <a:cubicBezTo>
                        <a:pt x="26" y="14"/>
                        <a:pt x="25" y="14"/>
                        <a:pt x="24" y="15"/>
                      </a:cubicBezTo>
                      <a:cubicBezTo>
                        <a:pt x="22" y="15"/>
                        <a:pt x="20" y="16"/>
                        <a:pt x="16" y="16"/>
                      </a:cubicBezTo>
                      <a:cubicBezTo>
                        <a:pt x="12" y="16"/>
                        <a:pt x="12" y="16"/>
                        <a:pt x="12" y="16"/>
                      </a:cubicBezTo>
                      <a:cubicBezTo>
                        <a:pt x="14" y="6"/>
                        <a:pt x="14" y="6"/>
                        <a:pt x="14" y="6"/>
                      </a:cubicBezTo>
                      <a:cubicBezTo>
                        <a:pt x="22" y="6"/>
                        <a:pt x="22" y="6"/>
                        <a:pt x="22" y="6"/>
                      </a:cubicBezTo>
                      <a:cubicBezTo>
                        <a:pt x="24" y="6"/>
                        <a:pt x="25" y="6"/>
                        <a:pt x="26" y="7"/>
                      </a:cubicBezTo>
                      <a:cubicBezTo>
                        <a:pt x="27" y="7"/>
                        <a:pt x="28" y="8"/>
                        <a:pt x="28" y="10"/>
                      </a:cubicBezTo>
                      <a:cubicBezTo>
                        <a:pt x="28" y="11"/>
                        <a:pt x="27" y="12"/>
                        <a:pt x="27" y="13"/>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31" name="ïşľîḍé"/>
                <p:cNvSpPr/>
                <p:nvPr/>
              </p:nvSpPr>
              <p:spPr bwMode="auto">
                <a:xfrm>
                  <a:off x="8267701" y="3521075"/>
                  <a:ext cx="98425" cy="119063"/>
                </a:xfrm>
                <a:custGeom>
                  <a:avLst/>
                  <a:gdLst>
                    <a:gd name="T0" fmla="*/ 17 w 30"/>
                    <a:gd name="T1" fmla="*/ 5 h 36"/>
                    <a:gd name="T2" fmla="*/ 22 w 30"/>
                    <a:gd name="T3" fmla="*/ 7 h 36"/>
                    <a:gd name="T4" fmla="*/ 23 w 30"/>
                    <a:gd name="T5" fmla="*/ 11 h 36"/>
                    <a:gd name="T6" fmla="*/ 30 w 30"/>
                    <a:gd name="T7" fmla="*/ 10 h 36"/>
                    <a:gd name="T8" fmla="*/ 27 w 30"/>
                    <a:gd name="T9" fmla="*/ 3 h 36"/>
                    <a:gd name="T10" fmla="*/ 17 w 30"/>
                    <a:gd name="T11" fmla="*/ 0 h 36"/>
                    <a:gd name="T12" fmla="*/ 8 w 30"/>
                    <a:gd name="T13" fmla="*/ 3 h 36"/>
                    <a:gd name="T14" fmla="*/ 4 w 30"/>
                    <a:gd name="T15" fmla="*/ 10 h 36"/>
                    <a:gd name="T16" fmla="*/ 6 w 30"/>
                    <a:gd name="T17" fmla="*/ 14 h 36"/>
                    <a:gd name="T18" fmla="*/ 8 w 30"/>
                    <a:gd name="T19" fmla="*/ 18 h 36"/>
                    <a:gd name="T20" fmla="*/ 15 w 30"/>
                    <a:gd name="T21" fmla="*/ 21 h 36"/>
                    <a:gd name="T22" fmla="*/ 20 w 30"/>
                    <a:gd name="T23" fmla="*/ 23 h 36"/>
                    <a:gd name="T24" fmla="*/ 21 w 30"/>
                    <a:gd name="T25" fmla="*/ 26 h 36"/>
                    <a:gd name="T26" fmla="*/ 19 w 30"/>
                    <a:gd name="T27" fmla="*/ 29 h 36"/>
                    <a:gd name="T28" fmla="*/ 14 w 30"/>
                    <a:gd name="T29" fmla="*/ 30 h 36"/>
                    <a:gd name="T30" fmla="*/ 8 w 30"/>
                    <a:gd name="T31" fmla="*/ 28 h 36"/>
                    <a:gd name="T32" fmla="*/ 7 w 30"/>
                    <a:gd name="T33" fmla="*/ 24 h 36"/>
                    <a:gd name="T34" fmla="*/ 0 w 30"/>
                    <a:gd name="T35" fmla="*/ 24 h 36"/>
                    <a:gd name="T36" fmla="*/ 1 w 30"/>
                    <a:gd name="T37" fmla="*/ 30 h 36"/>
                    <a:gd name="T38" fmla="*/ 6 w 30"/>
                    <a:gd name="T39" fmla="*/ 35 h 36"/>
                    <a:gd name="T40" fmla="*/ 14 w 30"/>
                    <a:gd name="T41" fmla="*/ 36 h 36"/>
                    <a:gd name="T42" fmla="*/ 24 w 30"/>
                    <a:gd name="T43" fmla="*/ 33 h 36"/>
                    <a:gd name="T44" fmla="*/ 28 w 30"/>
                    <a:gd name="T45" fmla="*/ 25 h 36"/>
                    <a:gd name="T46" fmla="*/ 26 w 30"/>
                    <a:gd name="T47" fmla="*/ 19 h 36"/>
                    <a:gd name="T48" fmla="*/ 18 w 30"/>
                    <a:gd name="T49" fmla="*/ 14 h 36"/>
                    <a:gd name="T50" fmla="*/ 13 w 30"/>
                    <a:gd name="T51" fmla="*/ 12 h 36"/>
                    <a:gd name="T52" fmla="*/ 11 w 30"/>
                    <a:gd name="T53" fmla="*/ 9 h 36"/>
                    <a:gd name="T54" fmla="*/ 13 w 30"/>
                    <a:gd name="T55" fmla="*/ 6 h 36"/>
                    <a:gd name="T56" fmla="*/ 17 w 30"/>
                    <a:gd name="T57" fmla="*/ 5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0" h="36">
                      <a:moveTo>
                        <a:pt x="17" y="5"/>
                      </a:moveTo>
                      <a:cubicBezTo>
                        <a:pt x="19" y="5"/>
                        <a:pt x="21" y="6"/>
                        <a:pt x="22" y="7"/>
                      </a:cubicBezTo>
                      <a:cubicBezTo>
                        <a:pt x="23" y="8"/>
                        <a:pt x="23" y="9"/>
                        <a:pt x="23" y="11"/>
                      </a:cubicBezTo>
                      <a:cubicBezTo>
                        <a:pt x="30" y="10"/>
                        <a:pt x="30" y="10"/>
                        <a:pt x="30" y="10"/>
                      </a:cubicBezTo>
                      <a:cubicBezTo>
                        <a:pt x="30" y="7"/>
                        <a:pt x="29" y="4"/>
                        <a:pt x="27" y="3"/>
                      </a:cubicBezTo>
                      <a:cubicBezTo>
                        <a:pt x="24" y="1"/>
                        <a:pt x="21" y="0"/>
                        <a:pt x="17" y="0"/>
                      </a:cubicBezTo>
                      <a:cubicBezTo>
                        <a:pt x="13" y="0"/>
                        <a:pt x="10" y="1"/>
                        <a:pt x="8" y="3"/>
                      </a:cubicBezTo>
                      <a:cubicBezTo>
                        <a:pt x="5" y="5"/>
                        <a:pt x="4" y="7"/>
                        <a:pt x="4" y="10"/>
                      </a:cubicBezTo>
                      <a:cubicBezTo>
                        <a:pt x="4" y="12"/>
                        <a:pt x="5" y="13"/>
                        <a:pt x="6" y="14"/>
                      </a:cubicBezTo>
                      <a:cubicBezTo>
                        <a:pt x="6" y="16"/>
                        <a:pt x="7" y="17"/>
                        <a:pt x="8" y="18"/>
                      </a:cubicBezTo>
                      <a:cubicBezTo>
                        <a:pt x="10" y="18"/>
                        <a:pt x="12" y="19"/>
                        <a:pt x="15" y="21"/>
                      </a:cubicBezTo>
                      <a:cubicBezTo>
                        <a:pt x="17" y="22"/>
                        <a:pt x="19" y="23"/>
                        <a:pt x="20" y="23"/>
                      </a:cubicBezTo>
                      <a:cubicBezTo>
                        <a:pt x="20" y="24"/>
                        <a:pt x="21" y="25"/>
                        <a:pt x="21" y="26"/>
                      </a:cubicBezTo>
                      <a:cubicBezTo>
                        <a:pt x="21" y="27"/>
                        <a:pt x="20" y="28"/>
                        <a:pt x="19" y="29"/>
                      </a:cubicBezTo>
                      <a:cubicBezTo>
                        <a:pt x="18" y="30"/>
                        <a:pt x="16" y="30"/>
                        <a:pt x="14" y="30"/>
                      </a:cubicBezTo>
                      <a:cubicBezTo>
                        <a:pt x="11" y="30"/>
                        <a:pt x="9" y="30"/>
                        <a:pt x="8" y="28"/>
                      </a:cubicBezTo>
                      <a:cubicBezTo>
                        <a:pt x="8" y="28"/>
                        <a:pt x="7" y="26"/>
                        <a:pt x="7" y="24"/>
                      </a:cubicBezTo>
                      <a:cubicBezTo>
                        <a:pt x="0" y="24"/>
                        <a:pt x="0" y="24"/>
                        <a:pt x="0" y="24"/>
                      </a:cubicBezTo>
                      <a:cubicBezTo>
                        <a:pt x="0" y="27"/>
                        <a:pt x="0" y="29"/>
                        <a:pt x="1" y="30"/>
                      </a:cubicBezTo>
                      <a:cubicBezTo>
                        <a:pt x="2" y="32"/>
                        <a:pt x="4" y="34"/>
                        <a:pt x="6" y="35"/>
                      </a:cubicBezTo>
                      <a:cubicBezTo>
                        <a:pt x="8" y="36"/>
                        <a:pt x="11" y="36"/>
                        <a:pt x="14" y="36"/>
                      </a:cubicBezTo>
                      <a:cubicBezTo>
                        <a:pt x="18" y="36"/>
                        <a:pt x="22" y="35"/>
                        <a:pt x="24" y="33"/>
                      </a:cubicBezTo>
                      <a:cubicBezTo>
                        <a:pt x="27" y="31"/>
                        <a:pt x="28" y="28"/>
                        <a:pt x="28" y="25"/>
                      </a:cubicBezTo>
                      <a:cubicBezTo>
                        <a:pt x="28" y="22"/>
                        <a:pt x="27" y="20"/>
                        <a:pt x="26" y="19"/>
                      </a:cubicBezTo>
                      <a:cubicBezTo>
                        <a:pt x="25" y="18"/>
                        <a:pt x="22" y="16"/>
                        <a:pt x="18" y="14"/>
                      </a:cubicBezTo>
                      <a:cubicBezTo>
                        <a:pt x="15" y="13"/>
                        <a:pt x="13" y="12"/>
                        <a:pt x="13" y="12"/>
                      </a:cubicBezTo>
                      <a:cubicBezTo>
                        <a:pt x="12" y="11"/>
                        <a:pt x="11" y="10"/>
                        <a:pt x="11" y="9"/>
                      </a:cubicBezTo>
                      <a:cubicBezTo>
                        <a:pt x="11" y="8"/>
                        <a:pt x="12" y="7"/>
                        <a:pt x="13" y="6"/>
                      </a:cubicBezTo>
                      <a:cubicBezTo>
                        <a:pt x="14" y="6"/>
                        <a:pt x="15" y="5"/>
                        <a:pt x="17" y="5"/>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32" name="îṩľîďe"/>
                <p:cNvSpPr/>
                <p:nvPr/>
              </p:nvSpPr>
              <p:spPr bwMode="auto">
                <a:xfrm>
                  <a:off x="8374063" y="3521075"/>
                  <a:ext cx="46038" cy="119063"/>
                </a:xfrm>
                <a:custGeom>
                  <a:avLst/>
                  <a:gdLst>
                    <a:gd name="T0" fmla="*/ 0 w 29"/>
                    <a:gd name="T1" fmla="*/ 75 h 75"/>
                    <a:gd name="T2" fmla="*/ 14 w 29"/>
                    <a:gd name="T3" fmla="*/ 75 h 75"/>
                    <a:gd name="T4" fmla="*/ 29 w 29"/>
                    <a:gd name="T5" fmla="*/ 0 h 75"/>
                    <a:gd name="T6" fmla="*/ 14 w 29"/>
                    <a:gd name="T7" fmla="*/ 0 h 75"/>
                    <a:gd name="T8" fmla="*/ 0 w 29"/>
                    <a:gd name="T9" fmla="*/ 75 h 75"/>
                  </a:gdLst>
                  <a:ahLst/>
                  <a:cxnLst>
                    <a:cxn ang="0">
                      <a:pos x="T0" y="T1"/>
                    </a:cxn>
                    <a:cxn ang="0">
                      <a:pos x="T2" y="T3"/>
                    </a:cxn>
                    <a:cxn ang="0">
                      <a:pos x="T4" y="T5"/>
                    </a:cxn>
                    <a:cxn ang="0">
                      <a:pos x="T6" y="T7"/>
                    </a:cxn>
                    <a:cxn ang="0">
                      <a:pos x="T8" y="T9"/>
                    </a:cxn>
                  </a:cxnLst>
                  <a:rect l="0" t="0" r="r" b="b"/>
                  <a:pathLst>
                    <a:path w="29" h="75">
                      <a:moveTo>
                        <a:pt x="0" y="75"/>
                      </a:moveTo>
                      <a:lnTo>
                        <a:pt x="14" y="75"/>
                      </a:lnTo>
                      <a:lnTo>
                        <a:pt x="29" y="0"/>
                      </a:lnTo>
                      <a:lnTo>
                        <a:pt x="14" y="0"/>
                      </a:lnTo>
                      <a:lnTo>
                        <a:pt x="0" y="75"/>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33" name="iS1idè"/>
                <p:cNvSpPr/>
                <p:nvPr/>
              </p:nvSpPr>
              <p:spPr bwMode="auto">
                <a:xfrm>
                  <a:off x="8432801" y="3521075"/>
                  <a:ext cx="95250" cy="119063"/>
                </a:xfrm>
                <a:custGeom>
                  <a:avLst/>
                  <a:gdLst>
                    <a:gd name="T0" fmla="*/ 0 w 60"/>
                    <a:gd name="T1" fmla="*/ 12 h 75"/>
                    <a:gd name="T2" fmla="*/ 21 w 60"/>
                    <a:gd name="T3" fmla="*/ 12 h 75"/>
                    <a:gd name="T4" fmla="*/ 8 w 60"/>
                    <a:gd name="T5" fmla="*/ 75 h 75"/>
                    <a:gd name="T6" fmla="*/ 23 w 60"/>
                    <a:gd name="T7" fmla="*/ 75 h 75"/>
                    <a:gd name="T8" fmla="*/ 35 w 60"/>
                    <a:gd name="T9" fmla="*/ 12 h 75"/>
                    <a:gd name="T10" fmla="*/ 58 w 60"/>
                    <a:gd name="T11" fmla="*/ 12 h 75"/>
                    <a:gd name="T12" fmla="*/ 60 w 60"/>
                    <a:gd name="T13" fmla="*/ 0 h 75"/>
                    <a:gd name="T14" fmla="*/ 2 w 60"/>
                    <a:gd name="T15" fmla="*/ 0 h 75"/>
                    <a:gd name="T16" fmla="*/ 0 w 60"/>
                    <a:gd name="T17" fmla="*/ 12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0" h="75">
                      <a:moveTo>
                        <a:pt x="0" y="12"/>
                      </a:moveTo>
                      <a:lnTo>
                        <a:pt x="21" y="12"/>
                      </a:lnTo>
                      <a:lnTo>
                        <a:pt x="8" y="75"/>
                      </a:lnTo>
                      <a:lnTo>
                        <a:pt x="23" y="75"/>
                      </a:lnTo>
                      <a:lnTo>
                        <a:pt x="35" y="12"/>
                      </a:lnTo>
                      <a:lnTo>
                        <a:pt x="58" y="12"/>
                      </a:lnTo>
                      <a:lnTo>
                        <a:pt x="60" y="0"/>
                      </a:lnTo>
                      <a:lnTo>
                        <a:pt x="2" y="0"/>
                      </a:lnTo>
                      <a:lnTo>
                        <a:pt x="0" y="12"/>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34" name="iṣḷîḋe"/>
                <p:cNvSpPr/>
                <p:nvPr/>
              </p:nvSpPr>
              <p:spPr bwMode="auto">
                <a:xfrm>
                  <a:off x="8531226" y="3521075"/>
                  <a:ext cx="109538" cy="119063"/>
                </a:xfrm>
                <a:custGeom>
                  <a:avLst/>
                  <a:gdLst>
                    <a:gd name="T0" fmla="*/ 25 w 33"/>
                    <a:gd name="T1" fmla="*/ 0 h 36"/>
                    <a:gd name="T2" fmla="*/ 19 w 33"/>
                    <a:gd name="T3" fmla="*/ 7 h 36"/>
                    <a:gd name="T4" fmla="*/ 16 w 33"/>
                    <a:gd name="T5" fmla="*/ 12 h 36"/>
                    <a:gd name="T6" fmla="*/ 14 w 33"/>
                    <a:gd name="T7" fmla="*/ 15 h 36"/>
                    <a:gd name="T8" fmla="*/ 12 w 33"/>
                    <a:gd name="T9" fmla="*/ 10 h 36"/>
                    <a:gd name="T10" fmla="*/ 8 w 33"/>
                    <a:gd name="T11" fmla="*/ 0 h 36"/>
                    <a:gd name="T12" fmla="*/ 0 w 33"/>
                    <a:gd name="T13" fmla="*/ 0 h 36"/>
                    <a:gd name="T14" fmla="*/ 10 w 33"/>
                    <a:gd name="T15" fmla="*/ 22 h 36"/>
                    <a:gd name="T16" fmla="*/ 7 w 33"/>
                    <a:gd name="T17" fmla="*/ 36 h 36"/>
                    <a:gd name="T18" fmla="*/ 14 w 33"/>
                    <a:gd name="T19" fmla="*/ 36 h 36"/>
                    <a:gd name="T20" fmla="*/ 17 w 33"/>
                    <a:gd name="T21" fmla="*/ 23 h 36"/>
                    <a:gd name="T22" fmla="*/ 33 w 33"/>
                    <a:gd name="T23" fmla="*/ 0 h 36"/>
                    <a:gd name="T24" fmla="*/ 25 w 33"/>
                    <a:gd name="T25" fmla="*/ 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3" h="36">
                      <a:moveTo>
                        <a:pt x="25" y="0"/>
                      </a:moveTo>
                      <a:cubicBezTo>
                        <a:pt x="19" y="7"/>
                        <a:pt x="19" y="7"/>
                        <a:pt x="19" y="7"/>
                      </a:cubicBezTo>
                      <a:cubicBezTo>
                        <a:pt x="16" y="12"/>
                        <a:pt x="16" y="12"/>
                        <a:pt x="16" y="12"/>
                      </a:cubicBezTo>
                      <a:cubicBezTo>
                        <a:pt x="15" y="13"/>
                        <a:pt x="15" y="14"/>
                        <a:pt x="14" y="15"/>
                      </a:cubicBezTo>
                      <a:cubicBezTo>
                        <a:pt x="14" y="14"/>
                        <a:pt x="13" y="13"/>
                        <a:pt x="12" y="10"/>
                      </a:cubicBezTo>
                      <a:cubicBezTo>
                        <a:pt x="8" y="0"/>
                        <a:pt x="8" y="0"/>
                        <a:pt x="8" y="0"/>
                      </a:cubicBezTo>
                      <a:cubicBezTo>
                        <a:pt x="0" y="0"/>
                        <a:pt x="0" y="0"/>
                        <a:pt x="0" y="0"/>
                      </a:cubicBezTo>
                      <a:cubicBezTo>
                        <a:pt x="10" y="22"/>
                        <a:pt x="10" y="22"/>
                        <a:pt x="10" y="22"/>
                      </a:cubicBezTo>
                      <a:cubicBezTo>
                        <a:pt x="7" y="36"/>
                        <a:pt x="7" y="36"/>
                        <a:pt x="7" y="36"/>
                      </a:cubicBezTo>
                      <a:cubicBezTo>
                        <a:pt x="14" y="36"/>
                        <a:pt x="14" y="36"/>
                        <a:pt x="14" y="36"/>
                      </a:cubicBezTo>
                      <a:cubicBezTo>
                        <a:pt x="17" y="23"/>
                        <a:pt x="17" y="23"/>
                        <a:pt x="17" y="23"/>
                      </a:cubicBezTo>
                      <a:cubicBezTo>
                        <a:pt x="33" y="0"/>
                        <a:pt x="33" y="0"/>
                        <a:pt x="33" y="0"/>
                      </a:cubicBezTo>
                      <a:lnTo>
                        <a:pt x="25"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grpSp>
      <p:sp>
        <p:nvSpPr>
          <p:cNvPr id="216" name="矩形 215"/>
          <p:cNvSpPr/>
          <p:nvPr userDrawn="1"/>
        </p:nvSpPr>
        <p:spPr>
          <a:xfrm>
            <a:off x="12014027" y="0"/>
            <a:ext cx="177972"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217" name="图片占位符 216"/>
          <p:cNvSpPr>
            <a:spLocks noGrp="1"/>
          </p:cNvSpPr>
          <p:nvPr>
            <p:ph type="pic" sz="quarter" idx="15"/>
          </p:nvPr>
        </p:nvSpPr>
        <p:spPr>
          <a:xfrm>
            <a:off x="7916864" y="0"/>
            <a:ext cx="4097163" cy="6858000"/>
          </a:xfrm>
          <a:custGeom>
            <a:avLst/>
            <a:gdLst>
              <a:gd name="connsiteX0" fmla="*/ 533952 w 4167120"/>
              <a:gd name="connsiteY0" fmla="*/ 0 h 6858000"/>
              <a:gd name="connsiteX1" fmla="*/ 4167120 w 4167120"/>
              <a:gd name="connsiteY1" fmla="*/ 0 h 6858000"/>
              <a:gd name="connsiteX2" fmla="*/ 4167120 w 4167120"/>
              <a:gd name="connsiteY2" fmla="*/ 6858000 h 6858000"/>
              <a:gd name="connsiteX3" fmla="*/ 427599 w 4167120"/>
              <a:gd name="connsiteY3" fmla="*/ 6858000 h 6858000"/>
              <a:gd name="connsiteX4" fmla="*/ 322189 w 4167120"/>
              <a:gd name="connsiteY4" fmla="*/ 6466939 h 6858000"/>
              <a:gd name="connsiteX5" fmla="*/ 0 w 4167120"/>
              <a:gd name="connsiteY5" fmla="*/ 3599121 h 6858000"/>
              <a:gd name="connsiteX6" fmla="*/ 455902 w 4167120"/>
              <a:gd name="connsiteY6" fmla="*/ 23524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120" h="6858000">
                <a:moveTo>
                  <a:pt x="533952" y="0"/>
                </a:moveTo>
                <a:lnTo>
                  <a:pt x="4167120" y="0"/>
                </a:lnTo>
                <a:lnTo>
                  <a:pt x="4167120" y="6858000"/>
                </a:lnTo>
                <a:lnTo>
                  <a:pt x="427599" y="6858000"/>
                </a:lnTo>
                <a:lnTo>
                  <a:pt x="322189" y="6466939"/>
                </a:lnTo>
                <a:cubicBezTo>
                  <a:pt x="116715" y="5614442"/>
                  <a:pt x="0" y="4637502"/>
                  <a:pt x="0" y="3599121"/>
                </a:cubicBezTo>
                <a:cubicBezTo>
                  <a:pt x="0" y="2353065"/>
                  <a:pt x="168069" y="1195481"/>
                  <a:pt x="455902" y="235243"/>
                </a:cubicBezTo>
                <a:close/>
              </a:path>
            </a:pathLst>
          </a:custGeom>
        </p:spPr>
        <p:txBody>
          <a:bodyPr wrap="square">
            <a:noAutofit/>
          </a:bodyPr>
          <a:lstStyle/>
          <a:p>
            <a:endParaRPr kumimoji="1" lang="zh-CN" altLang="en-US"/>
          </a:p>
        </p:txBody>
      </p:sp>
      <p:sp>
        <p:nvSpPr>
          <p:cNvPr id="218" name="任意形状 217"/>
          <p:cNvSpPr/>
          <p:nvPr userDrawn="1"/>
        </p:nvSpPr>
        <p:spPr>
          <a:xfrm>
            <a:off x="7812540" y="-86497"/>
            <a:ext cx="4270127" cy="7027086"/>
          </a:xfrm>
          <a:custGeom>
            <a:avLst/>
            <a:gdLst>
              <a:gd name="connsiteX0" fmla="*/ 533952 w 4167120"/>
              <a:gd name="connsiteY0" fmla="*/ 0 h 6858000"/>
              <a:gd name="connsiteX1" fmla="*/ 4167120 w 4167120"/>
              <a:gd name="connsiteY1" fmla="*/ 0 h 6858000"/>
              <a:gd name="connsiteX2" fmla="*/ 4167120 w 4167120"/>
              <a:gd name="connsiteY2" fmla="*/ 6858000 h 6858000"/>
              <a:gd name="connsiteX3" fmla="*/ 427599 w 4167120"/>
              <a:gd name="connsiteY3" fmla="*/ 6858000 h 6858000"/>
              <a:gd name="connsiteX4" fmla="*/ 322189 w 4167120"/>
              <a:gd name="connsiteY4" fmla="*/ 6466939 h 6858000"/>
              <a:gd name="connsiteX5" fmla="*/ 0 w 4167120"/>
              <a:gd name="connsiteY5" fmla="*/ 3599121 h 6858000"/>
              <a:gd name="connsiteX6" fmla="*/ 455902 w 4167120"/>
              <a:gd name="connsiteY6" fmla="*/ 23524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120" h="6858000">
                <a:moveTo>
                  <a:pt x="533952" y="0"/>
                </a:moveTo>
                <a:lnTo>
                  <a:pt x="4167120" y="0"/>
                </a:lnTo>
                <a:lnTo>
                  <a:pt x="4167120" y="6858000"/>
                </a:lnTo>
                <a:lnTo>
                  <a:pt x="427599" y="6858000"/>
                </a:lnTo>
                <a:lnTo>
                  <a:pt x="322189" y="6466939"/>
                </a:lnTo>
                <a:cubicBezTo>
                  <a:pt x="116715" y="5614442"/>
                  <a:pt x="0" y="4637502"/>
                  <a:pt x="0" y="3599121"/>
                </a:cubicBezTo>
                <a:cubicBezTo>
                  <a:pt x="0" y="2353065"/>
                  <a:pt x="168069" y="1195481"/>
                  <a:pt x="455902" y="235243"/>
                </a:cubicBezTo>
                <a:close/>
              </a:path>
            </a:pathLst>
          </a:cu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Autofit/>
          </a:bodyPr>
          <a:lstStyle/>
          <a:p>
            <a:pPr algn="l">
              <a:lnSpc>
                <a:spcPct val="130000"/>
              </a:lnSpc>
            </a:pPr>
            <a:endParaRPr kumimoji="1" lang="zh-CN" altLang="en-US" sz="2000" dirty="0">
              <a:solidFill>
                <a:schemeClr val="tx1">
                  <a:lumMod val="75000"/>
                  <a:lumOff val="25000"/>
                </a:schemeClr>
              </a:solidFill>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标题结尾版式2">
    <p:spTree>
      <p:nvGrpSpPr>
        <p:cNvPr id="1" name=""/>
        <p:cNvGrpSpPr/>
        <p:nvPr/>
      </p:nvGrpSpPr>
      <p:grpSpPr>
        <a:xfrm>
          <a:off x="0" y="0"/>
          <a:ext cx="0" cy="0"/>
          <a:chOff x="0" y="0"/>
          <a:chExt cx="0" cy="0"/>
        </a:xfrm>
      </p:grpSpPr>
      <p:sp>
        <p:nvSpPr>
          <p:cNvPr id="37" name="任意形状 36"/>
          <p:cNvSpPr/>
          <p:nvPr userDrawn="1"/>
        </p:nvSpPr>
        <p:spPr>
          <a:xfrm>
            <a:off x="-134112" y="-106934"/>
            <a:ext cx="12468264" cy="3829332"/>
          </a:xfrm>
          <a:custGeom>
            <a:avLst/>
            <a:gdLst>
              <a:gd name="connsiteX0" fmla="*/ 0 w 12192000"/>
              <a:gd name="connsiteY0" fmla="*/ 0 h 3632200"/>
              <a:gd name="connsiteX1" fmla="*/ 12192000 w 12192000"/>
              <a:gd name="connsiteY1" fmla="*/ 0 h 3632200"/>
              <a:gd name="connsiteX2" fmla="*/ 12192000 w 12192000"/>
              <a:gd name="connsiteY2" fmla="*/ 2602097 h 3632200"/>
              <a:gd name="connsiteX3" fmla="*/ 11858362 w 12192000"/>
              <a:gd name="connsiteY3" fmla="*/ 2747371 h 3632200"/>
              <a:gd name="connsiteX4" fmla="*/ 6859519 w 12192000"/>
              <a:gd name="connsiteY4" fmla="*/ 3619648 h 3632200"/>
              <a:gd name="connsiteX5" fmla="*/ 6096062 w 12192000"/>
              <a:gd name="connsiteY5" fmla="*/ 3632200 h 3632200"/>
              <a:gd name="connsiteX6" fmla="*/ 6095939 w 12192000"/>
              <a:gd name="connsiteY6" fmla="*/ 3632200 h 3632200"/>
              <a:gd name="connsiteX7" fmla="*/ 5332482 w 12192000"/>
              <a:gd name="connsiteY7" fmla="*/ 3619648 h 3632200"/>
              <a:gd name="connsiteX8" fmla="*/ 333638 w 12192000"/>
              <a:gd name="connsiteY8" fmla="*/ 2747371 h 3632200"/>
              <a:gd name="connsiteX9" fmla="*/ 0 w 12192000"/>
              <a:gd name="connsiteY9" fmla="*/ 2602097 h 363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92000" h="3632200">
                <a:moveTo>
                  <a:pt x="0" y="0"/>
                </a:moveTo>
                <a:lnTo>
                  <a:pt x="12192000" y="0"/>
                </a:lnTo>
                <a:lnTo>
                  <a:pt x="12192000" y="2602097"/>
                </a:lnTo>
                <a:lnTo>
                  <a:pt x="11858362" y="2747371"/>
                </a:lnTo>
                <a:cubicBezTo>
                  <a:pt x="10640880" y="3227716"/>
                  <a:pt x="8867829" y="3553239"/>
                  <a:pt x="6859519" y="3619648"/>
                </a:cubicBezTo>
                <a:lnTo>
                  <a:pt x="6096062" y="3632200"/>
                </a:lnTo>
                <a:lnTo>
                  <a:pt x="6095939" y="3632200"/>
                </a:lnTo>
                <a:lnTo>
                  <a:pt x="5332482" y="3619648"/>
                </a:lnTo>
                <a:cubicBezTo>
                  <a:pt x="3324171" y="3553239"/>
                  <a:pt x="1551120" y="3227716"/>
                  <a:pt x="333638" y="2747371"/>
                </a:cubicBezTo>
                <a:lnTo>
                  <a:pt x="0" y="2602097"/>
                </a:lnTo>
                <a:close/>
              </a:path>
            </a:pathLst>
          </a:cu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Autofit/>
          </a:bodyPr>
          <a:lstStyle/>
          <a:p>
            <a:pPr algn="l">
              <a:lnSpc>
                <a:spcPct val="130000"/>
              </a:lnSpc>
            </a:pPr>
            <a:endParaRPr kumimoji="1" lang="zh-CN" altLang="en-US" sz="2000" dirty="0">
              <a:solidFill>
                <a:schemeClr val="tx1">
                  <a:lumMod val="75000"/>
                  <a:lumOff val="25000"/>
                </a:schemeClr>
              </a:solidFill>
            </a:endParaRPr>
          </a:p>
        </p:txBody>
      </p:sp>
      <p:sp>
        <p:nvSpPr>
          <p:cNvPr id="9" name="图片占位符 8"/>
          <p:cNvSpPr>
            <a:spLocks noGrp="1"/>
          </p:cNvSpPr>
          <p:nvPr>
            <p:ph type="pic" sz="quarter" idx="15"/>
          </p:nvPr>
        </p:nvSpPr>
        <p:spPr>
          <a:xfrm>
            <a:off x="0" y="0"/>
            <a:ext cx="12192000" cy="3632200"/>
          </a:xfrm>
          <a:custGeom>
            <a:avLst/>
            <a:gdLst>
              <a:gd name="connsiteX0" fmla="*/ 0 w 12192000"/>
              <a:gd name="connsiteY0" fmla="*/ 0 h 3632200"/>
              <a:gd name="connsiteX1" fmla="*/ 12192000 w 12192000"/>
              <a:gd name="connsiteY1" fmla="*/ 0 h 3632200"/>
              <a:gd name="connsiteX2" fmla="*/ 12192000 w 12192000"/>
              <a:gd name="connsiteY2" fmla="*/ 2602097 h 3632200"/>
              <a:gd name="connsiteX3" fmla="*/ 11858362 w 12192000"/>
              <a:gd name="connsiteY3" fmla="*/ 2747371 h 3632200"/>
              <a:gd name="connsiteX4" fmla="*/ 6859519 w 12192000"/>
              <a:gd name="connsiteY4" fmla="*/ 3619648 h 3632200"/>
              <a:gd name="connsiteX5" fmla="*/ 6096062 w 12192000"/>
              <a:gd name="connsiteY5" fmla="*/ 3632200 h 3632200"/>
              <a:gd name="connsiteX6" fmla="*/ 6095939 w 12192000"/>
              <a:gd name="connsiteY6" fmla="*/ 3632200 h 3632200"/>
              <a:gd name="connsiteX7" fmla="*/ 5332482 w 12192000"/>
              <a:gd name="connsiteY7" fmla="*/ 3619648 h 3632200"/>
              <a:gd name="connsiteX8" fmla="*/ 333638 w 12192000"/>
              <a:gd name="connsiteY8" fmla="*/ 2747371 h 3632200"/>
              <a:gd name="connsiteX9" fmla="*/ 0 w 12192000"/>
              <a:gd name="connsiteY9" fmla="*/ 2602097 h 363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92000" h="3632200">
                <a:moveTo>
                  <a:pt x="0" y="0"/>
                </a:moveTo>
                <a:lnTo>
                  <a:pt x="12192000" y="0"/>
                </a:lnTo>
                <a:lnTo>
                  <a:pt x="12192000" y="2602097"/>
                </a:lnTo>
                <a:lnTo>
                  <a:pt x="11858362" y="2747371"/>
                </a:lnTo>
                <a:cubicBezTo>
                  <a:pt x="10640880" y="3227716"/>
                  <a:pt x="8867829" y="3553239"/>
                  <a:pt x="6859519" y="3619648"/>
                </a:cubicBezTo>
                <a:lnTo>
                  <a:pt x="6096062" y="3632200"/>
                </a:lnTo>
                <a:lnTo>
                  <a:pt x="6095939" y="3632200"/>
                </a:lnTo>
                <a:lnTo>
                  <a:pt x="5332482" y="3619648"/>
                </a:lnTo>
                <a:cubicBezTo>
                  <a:pt x="3324171" y="3553239"/>
                  <a:pt x="1551120" y="3227716"/>
                  <a:pt x="333638" y="2747371"/>
                </a:cubicBezTo>
                <a:lnTo>
                  <a:pt x="0" y="2602097"/>
                </a:lnTo>
                <a:close/>
              </a:path>
            </a:pathLst>
          </a:custGeom>
        </p:spPr>
        <p:txBody>
          <a:bodyPr wrap="square">
            <a:noAutofit/>
          </a:bodyPr>
          <a:lstStyle/>
          <a:p>
            <a:endParaRPr kumimoji="1" lang="zh-CN" altLang="en-US" dirty="0"/>
          </a:p>
        </p:txBody>
      </p:sp>
      <p:grpSp>
        <p:nvGrpSpPr>
          <p:cNvPr id="2" name="íşḷïḑe"/>
          <p:cNvGrpSpPr/>
          <p:nvPr userDrawn="1"/>
        </p:nvGrpSpPr>
        <p:grpSpPr>
          <a:xfrm>
            <a:off x="10318826" y="6251198"/>
            <a:ext cx="1054401" cy="383497"/>
            <a:chOff x="4412452" y="3106738"/>
            <a:chExt cx="2312689" cy="841148"/>
          </a:xfrm>
        </p:grpSpPr>
        <p:grpSp>
          <p:nvGrpSpPr>
            <p:cNvPr id="5" name="îṥľíḑé"/>
            <p:cNvGrpSpPr/>
            <p:nvPr/>
          </p:nvGrpSpPr>
          <p:grpSpPr>
            <a:xfrm>
              <a:off x="4422776" y="3106738"/>
              <a:ext cx="2293937" cy="617538"/>
              <a:chOff x="4422776" y="3106738"/>
              <a:chExt cx="2293937" cy="617538"/>
            </a:xfrm>
          </p:grpSpPr>
          <p:sp>
            <p:nvSpPr>
              <p:cNvPr id="53" name="išḻiḑé"/>
              <p:cNvSpPr/>
              <p:nvPr/>
            </p:nvSpPr>
            <p:spPr bwMode="auto">
              <a:xfrm>
                <a:off x="4811713" y="3200400"/>
                <a:ext cx="49213" cy="100013"/>
              </a:xfrm>
              <a:custGeom>
                <a:avLst/>
                <a:gdLst>
                  <a:gd name="T0" fmla="*/ 0 w 15"/>
                  <a:gd name="T1" fmla="*/ 1 h 30"/>
                  <a:gd name="T2" fmla="*/ 1 w 15"/>
                  <a:gd name="T3" fmla="*/ 12 h 30"/>
                  <a:gd name="T4" fmla="*/ 0 w 15"/>
                  <a:gd name="T5" fmla="*/ 21 h 30"/>
                  <a:gd name="T6" fmla="*/ 2 w 15"/>
                  <a:gd name="T7" fmla="*/ 28 h 30"/>
                  <a:gd name="T8" fmla="*/ 7 w 15"/>
                  <a:gd name="T9" fmla="*/ 30 h 30"/>
                  <a:gd name="T10" fmla="*/ 12 w 15"/>
                  <a:gd name="T11" fmla="*/ 26 h 30"/>
                  <a:gd name="T12" fmla="*/ 15 w 15"/>
                  <a:gd name="T13" fmla="*/ 18 h 30"/>
                  <a:gd name="T14" fmla="*/ 3 w 15"/>
                  <a:gd name="T15" fmla="*/ 0 h 30"/>
                  <a:gd name="T16" fmla="*/ 0 w 15"/>
                  <a:gd name="T17" fmla="*/ 1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5" h="30">
                    <a:moveTo>
                      <a:pt x="0" y="1"/>
                    </a:moveTo>
                    <a:cubicBezTo>
                      <a:pt x="1" y="12"/>
                      <a:pt x="1" y="12"/>
                      <a:pt x="1" y="12"/>
                    </a:cubicBezTo>
                    <a:cubicBezTo>
                      <a:pt x="1" y="13"/>
                      <a:pt x="0" y="18"/>
                      <a:pt x="0" y="21"/>
                    </a:cubicBezTo>
                    <a:cubicBezTo>
                      <a:pt x="0" y="24"/>
                      <a:pt x="2" y="25"/>
                      <a:pt x="2" y="28"/>
                    </a:cubicBezTo>
                    <a:cubicBezTo>
                      <a:pt x="7" y="30"/>
                      <a:pt x="7" y="30"/>
                      <a:pt x="7" y="30"/>
                    </a:cubicBezTo>
                    <a:cubicBezTo>
                      <a:pt x="9" y="27"/>
                      <a:pt x="10" y="29"/>
                      <a:pt x="12" y="26"/>
                    </a:cubicBezTo>
                    <a:cubicBezTo>
                      <a:pt x="14" y="23"/>
                      <a:pt x="14" y="21"/>
                      <a:pt x="15" y="18"/>
                    </a:cubicBezTo>
                    <a:cubicBezTo>
                      <a:pt x="12" y="7"/>
                      <a:pt x="13" y="5"/>
                      <a:pt x="3" y="0"/>
                    </a:cubicBezTo>
                    <a:lnTo>
                      <a:pt x="0" y="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54" name="íṥľíďè"/>
              <p:cNvSpPr/>
              <p:nvPr/>
            </p:nvSpPr>
            <p:spPr bwMode="auto">
              <a:xfrm>
                <a:off x="5221288" y="3184525"/>
                <a:ext cx="36513" cy="122238"/>
              </a:xfrm>
              <a:custGeom>
                <a:avLst/>
                <a:gdLst>
                  <a:gd name="T0" fmla="*/ 0 w 11"/>
                  <a:gd name="T1" fmla="*/ 3 h 37"/>
                  <a:gd name="T2" fmla="*/ 2 w 11"/>
                  <a:gd name="T3" fmla="*/ 14 h 37"/>
                  <a:gd name="T4" fmla="*/ 0 w 11"/>
                  <a:gd name="T5" fmla="*/ 33 h 37"/>
                  <a:gd name="T6" fmla="*/ 0 w 11"/>
                  <a:gd name="T7" fmla="*/ 36 h 37"/>
                  <a:gd name="T8" fmla="*/ 2 w 11"/>
                  <a:gd name="T9" fmla="*/ 37 h 37"/>
                  <a:gd name="T10" fmla="*/ 8 w 11"/>
                  <a:gd name="T11" fmla="*/ 27 h 37"/>
                  <a:gd name="T12" fmla="*/ 11 w 11"/>
                  <a:gd name="T13" fmla="*/ 17 h 37"/>
                  <a:gd name="T14" fmla="*/ 11 w 11"/>
                  <a:gd name="T15" fmla="*/ 15 h 37"/>
                  <a:gd name="T16" fmla="*/ 7 w 11"/>
                  <a:gd name="T17" fmla="*/ 2 h 37"/>
                  <a:gd name="T18" fmla="*/ 2 w 11"/>
                  <a:gd name="T19" fmla="*/ 0 h 37"/>
                  <a:gd name="T20" fmla="*/ 0 w 11"/>
                  <a:gd name="T21" fmla="*/ 3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1" h="37">
                    <a:moveTo>
                      <a:pt x="0" y="3"/>
                    </a:moveTo>
                    <a:cubicBezTo>
                      <a:pt x="2" y="14"/>
                      <a:pt x="2" y="14"/>
                      <a:pt x="2" y="14"/>
                    </a:cubicBezTo>
                    <a:cubicBezTo>
                      <a:pt x="2" y="19"/>
                      <a:pt x="0" y="27"/>
                      <a:pt x="0" y="33"/>
                    </a:cubicBezTo>
                    <a:cubicBezTo>
                      <a:pt x="0" y="36"/>
                      <a:pt x="0" y="36"/>
                      <a:pt x="0" y="36"/>
                    </a:cubicBezTo>
                    <a:cubicBezTo>
                      <a:pt x="2" y="36"/>
                      <a:pt x="1" y="37"/>
                      <a:pt x="2" y="37"/>
                    </a:cubicBezTo>
                    <a:cubicBezTo>
                      <a:pt x="3" y="37"/>
                      <a:pt x="7" y="28"/>
                      <a:pt x="8" y="27"/>
                    </a:cubicBezTo>
                    <a:cubicBezTo>
                      <a:pt x="9" y="24"/>
                      <a:pt x="11" y="21"/>
                      <a:pt x="11" y="17"/>
                    </a:cubicBezTo>
                    <a:cubicBezTo>
                      <a:pt x="11" y="15"/>
                      <a:pt x="11" y="15"/>
                      <a:pt x="11" y="15"/>
                    </a:cubicBezTo>
                    <a:cubicBezTo>
                      <a:pt x="11" y="7"/>
                      <a:pt x="8" y="7"/>
                      <a:pt x="7" y="2"/>
                    </a:cubicBezTo>
                    <a:cubicBezTo>
                      <a:pt x="2" y="0"/>
                      <a:pt x="2" y="0"/>
                      <a:pt x="2" y="0"/>
                    </a:cubicBezTo>
                    <a:cubicBezTo>
                      <a:pt x="2" y="1"/>
                      <a:pt x="0" y="1"/>
                      <a:pt x="0" y="3"/>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55" name="íś1iḑe"/>
              <p:cNvSpPr/>
              <p:nvPr/>
            </p:nvSpPr>
            <p:spPr bwMode="auto">
              <a:xfrm>
                <a:off x="4554538" y="3251200"/>
                <a:ext cx="119063" cy="58738"/>
              </a:xfrm>
              <a:custGeom>
                <a:avLst/>
                <a:gdLst>
                  <a:gd name="T0" fmla="*/ 0 w 36"/>
                  <a:gd name="T1" fmla="*/ 15 h 18"/>
                  <a:gd name="T2" fmla="*/ 2 w 36"/>
                  <a:gd name="T3" fmla="*/ 16 h 18"/>
                  <a:gd name="T4" fmla="*/ 13 w 36"/>
                  <a:gd name="T5" fmla="*/ 18 h 18"/>
                  <a:gd name="T6" fmla="*/ 16 w 36"/>
                  <a:gd name="T7" fmla="*/ 18 h 18"/>
                  <a:gd name="T8" fmla="*/ 22 w 36"/>
                  <a:gd name="T9" fmla="*/ 17 h 18"/>
                  <a:gd name="T10" fmla="*/ 23 w 36"/>
                  <a:gd name="T11" fmla="*/ 17 h 18"/>
                  <a:gd name="T12" fmla="*/ 30 w 36"/>
                  <a:gd name="T13" fmla="*/ 13 h 18"/>
                  <a:gd name="T14" fmla="*/ 36 w 36"/>
                  <a:gd name="T15" fmla="*/ 8 h 18"/>
                  <a:gd name="T16" fmla="*/ 36 w 36"/>
                  <a:gd name="T17" fmla="*/ 7 h 18"/>
                  <a:gd name="T18" fmla="*/ 36 w 36"/>
                  <a:gd name="T19" fmla="*/ 4 h 18"/>
                  <a:gd name="T20" fmla="*/ 32 w 36"/>
                  <a:gd name="T21" fmla="*/ 0 h 18"/>
                  <a:gd name="T22" fmla="*/ 24 w 36"/>
                  <a:gd name="T23" fmla="*/ 3 h 18"/>
                  <a:gd name="T24" fmla="*/ 16 w 36"/>
                  <a:gd name="T25" fmla="*/ 7 h 18"/>
                  <a:gd name="T26" fmla="*/ 0 w 36"/>
                  <a:gd name="T27" fmla="*/ 15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6" h="18">
                    <a:moveTo>
                      <a:pt x="0" y="15"/>
                    </a:moveTo>
                    <a:cubicBezTo>
                      <a:pt x="1" y="16"/>
                      <a:pt x="1" y="16"/>
                      <a:pt x="2" y="16"/>
                    </a:cubicBezTo>
                    <a:cubicBezTo>
                      <a:pt x="6" y="16"/>
                      <a:pt x="9" y="18"/>
                      <a:pt x="13" y="18"/>
                    </a:cubicBezTo>
                    <a:cubicBezTo>
                      <a:pt x="16" y="18"/>
                      <a:pt x="16" y="18"/>
                      <a:pt x="16" y="18"/>
                    </a:cubicBezTo>
                    <a:cubicBezTo>
                      <a:pt x="22" y="17"/>
                      <a:pt x="22" y="17"/>
                      <a:pt x="22" y="17"/>
                    </a:cubicBezTo>
                    <a:cubicBezTo>
                      <a:pt x="23" y="17"/>
                      <a:pt x="23" y="17"/>
                      <a:pt x="23" y="17"/>
                    </a:cubicBezTo>
                    <a:cubicBezTo>
                      <a:pt x="26" y="16"/>
                      <a:pt x="28" y="14"/>
                      <a:pt x="30" y="13"/>
                    </a:cubicBezTo>
                    <a:cubicBezTo>
                      <a:pt x="34" y="11"/>
                      <a:pt x="33" y="10"/>
                      <a:pt x="36" y="8"/>
                    </a:cubicBezTo>
                    <a:cubicBezTo>
                      <a:pt x="36" y="7"/>
                      <a:pt x="36" y="7"/>
                      <a:pt x="36" y="7"/>
                    </a:cubicBezTo>
                    <a:cubicBezTo>
                      <a:pt x="36" y="4"/>
                      <a:pt x="36" y="4"/>
                      <a:pt x="36" y="4"/>
                    </a:cubicBezTo>
                    <a:cubicBezTo>
                      <a:pt x="36" y="1"/>
                      <a:pt x="33" y="2"/>
                      <a:pt x="32" y="0"/>
                    </a:cubicBezTo>
                    <a:cubicBezTo>
                      <a:pt x="29" y="1"/>
                      <a:pt x="27" y="1"/>
                      <a:pt x="24" y="3"/>
                    </a:cubicBezTo>
                    <a:cubicBezTo>
                      <a:pt x="21" y="4"/>
                      <a:pt x="19" y="6"/>
                      <a:pt x="16" y="7"/>
                    </a:cubicBezTo>
                    <a:cubicBezTo>
                      <a:pt x="11" y="11"/>
                      <a:pt x="4" y="10"/>
                      <a:pt x="0" y="1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56" name="iṩ1iḋè"/>
              <p:cNvSpPr/>
              <p:nvPr/>
            </p:nvSpPr>
            <p:spPr bwMode="auto">
              <a:xfrm>
                <a:off x="6359526" y="3263900"/>
                <a:ext cx="93663" cy="139700"/>
              </a:xfrm>
              <a:custGeom>
                <a:avLst/>
                <a:gdLst>
                  <a:gd name="T0" fmla="*/ 15 w 28"/>
                  <a:gd name="T1" fmla="*/ 1 h 42"/>
                  <a:gd name="T2" fmla="*/ 6 w 28"/>
                  <a:gd name="T3" fmla="*/ 11 h 42"/>
                  <a:gd name="T4" fmla="*/ 6 w 28"/>
                  <a:gd name="T5" fmla="*/ 13 h 42"/>
                  <a:gd name="T6" fmla="*/ 5 w 28"/>
                  <a:gd name="T7" fmla="*/ 16 h 42"/>
                  <a:gd name="T8" fmla="*/ 6 w 28"/>
                  <a:gd name="T9" fmla="*/ 20 h 42"/>
                  <a:gd name="T10" fmla="*/ 6 w 28"/>
                  <a:gd name="T11" fmla="*/ 21 h 42"/>
                  <a:gd name="T12" fmla="*/ 0 w 28"/>
                  <a:gd name="T13" fmla="*/ 38 h 42"/>
                  <a:gd name="T14" fmla="*/ 0 w 28"/>
                  <a:gd name="T15" fmla="*/ 41 h 42"/>
                  <a:gd name="T16" fmla="*/ 3 w 28"/>
                  <a:gd name="T17" fmla="*/ 42 h 42"/>
                  <a:gd name="T18" fmla="*/ 9 w 28"/>
                  <a:gd name="T19" fmla="*/ 32 h 42"/>
                  <a:gd name="T20" fmla="*/ 12 w 28"/>
                  <a:gd name="T21" fmla="*/ 26 h 42"/>
                  <a:gd name="T22" fmla="*/ 14 w 28"/>
                  <a:gd name="T23" fmla="*/ 26 h 42"/>
                  <a:gd name="T24" fmla="*/ 20 w 28"/>
                  <a:gd name="T25" fmla="*/ 26 h 42"/>
                  <a:gd name="T26" fmla="*/ 28 w 28"/>
                  <a:gd name="T27" fmla="*/ 14 h 42"/>
                  <a:gd name="T28" fmla="*/ 28 w 28"/>
                  <a:gd name="T29" fmla="*/ 6 h 42"/>
                  <a:gd name="T30" fmla="*/ 28 w 28"/>
                  <a:gd name="T31" fmla="*/ 5 h 42"/>
                  <a:gd name="T32" fmla="*/ 27 w 28"/>
                  <a:gd name="T33" fmla="*/ 3 h 42"/>
                  <a:gd name="T34" fmla="*/ 26 w 28"/>
                  <a:gd name="T35" fmla="*/ 3 h 42"/>
                  <a:gd name="T36" fmla="*/ 24 w 28"/>
                  <a:gd name="T37" fmla="*/ 3 h 42"/>
                  <a:gd name="T38" fmla="*/ 23 w 28"/>
                  <a:gd name="T39" fmla="*/ 3 h 42"/>
                  <a:gd name="T40" fmla="*/ 20 w 28"/>
                  <a:gd name="T41" fmla="*/ 0 h 42"/>
                  <a:gd name="T42" fmla="*/ 15 w 28"/>
                  <a:gd name="T43" fmla="*/ 1 h 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 h="42">
                    <a:moveTo>
                      <a:pt x="15" y="1"/>
                    </a:moveTo>
                    <a:cubicBezTo>
                      <a:pt x="15" y="10"/>
                      <a:pt x="8" y="6"/>
                      <a:pt x="6" y="11"/>
                    </a:cubicBezTo>
                    <a:cubicBezTo>
                      <a:pt x="6" y="13"/>
                      <a:pt x="6" y="13"/>
                      <a:pt x="6" y="13"/>
                    </a:cubicBezTo>
                    <a:cubicBezTo>
                      <a:pt x="6" y="14"/>
                      <a:pt x="5" y="14"/>
                      <a:pt x="5" y="16"/>
                    </a:cubicBezTo>
                    <a:cubicBezTo>
                      <a:pt x="6" y="20"/>
                      <a:pt x="6" y="20"/>
                      <a:pt x="6" y="20"/>
                    </a:cubicBezTo>
                    <a:cubicBezTo>
                      <a:pt x="6" y="21"/>
                      <a:pt x="6" y="21"/>
                      <a:pt x="6" y="21"/>
                    </a:cubicBezTo>
                    <a:cubicBezTo>
                      <a:pt x="6" y="29"/>
                      <a:pt x="0" y="31"/>
                      <a:pt x="0" y="38"/>
                    </a:cubicBezTo>
                    <a:cubicBezTo>
                      <a:pt x="0" y="41"/>
                      <a:pt x="0" y="41"/>
                      <a:pt x="0" y="41"/>
                    </a:cubicBezTo>
                    <a:cubicBezTo>
                      <a:pt x="2" y="42"/>
                      <a:pt x="2" y="42"/>
                      <a:pt x="3" y="42"/>
                    </a:cubicBezTo>
                    <a:cubicBezTo>
                      <a:pt x="7" y="42"/>
                      <a:pt x="9" y="36"/>
                      <a:pt x="9" y="32"/>
                    </a:cubicBezTo>
                    <a:cubicBezTo>
                      <a:pt x="9" y="29"/>
                      <a:pt x="10" y="26"/>
                      <a:pt x="12" y="26"/>
                    </a:cubicBezTo>
                    <a:cubicBezTo>
                      <a:pt x="14" y="26"/>
                      <a:pt x="14" y="26"/>
                      <a:pt x="14" y="26"/>
                    </a:cubicBezTo>
                    <a:cubicBezTo>
                      <a:pt x="20" y="26"/>
                      <a:pt x="20" y="26"/>
                      <a:pt x="20" y="26"/>
                    </a:cubicBezTo>
                    <a:cubicBezTo>
                      <a:pt x="24" y="24"/>
                      <a:pt x="28" y="21"/>
                      <a:pt x="28" y="14"/>
                    </a:cubicBezTo>
                    <a:cubicBezTo>
                      <a:pt x="28" y="6"/>
                      <a:pt x="28" y="6"/>
                      <a:pt x="28" y="6"/>
                    </a:cubicBezTo>
                    <a:cubicBezTo>
                      <a:pt x="28" y="5"/>
                      <a:pt x="28" y="5"/>
                      <a:pt x="28" y="5"/>
                    </a:cubicBezTo>
                    <a:cubicBezTo>
                      <a:pt x="27" y="3"/>
                      <a:pt x="27" y="3"/>
                      <a:pt x="27" y="3"/>
                    </a:cubicBezTo>
                    <a:cubicBezTo>
                      <a:pt x="26" y="3"/>
                      <a:pt x="26" y="3"/>
                      <a:pt x="26" y="3"/>
                    </a:cubicBezTo>
                    <a:cubicBezTo>
                      <a:pt x="24" y="3"/>
                      <a:pt x="24" y="3"/>
                      <a:pt x="24" y="3"/>
                    </a:cubicBezTo>
                    <a:cubicBezTo>
                      <a:pt x="23" y="3"/>
                      <a:pt x="23" y="3"/>
                      <a:pt x="23" y="3"/>
                    </a:cubicBezTo>
                    <a:cubicBezTo>
                      <a:pt x="20" y="0"/>
                      <a:pt x="20" y="0"/>
                      <a:pt x="20" y="0"/>
                    </a:cubicBezTo>
                    <a:lnTo>
                      <a:pt x="15" y="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57" name="íṩlïḓè"/>
              <p:cNvSpPr/>
              <p:nvPr/>
            </p:nvSpPr>
            <p:spPr bwMode="auto">
              <a:xfrm>
                <a:off x="5826126" y="3273425"/>
                <a:ext cx="223838" cy="293688"/>
              </a:xfrm>
              <a:custGeom>
                <a:avLst/>
                <a:gdLst>
                  <a:gd name="T0" fmla="*/ 38 w 68"/>
                  <a:gd name="T1" fmla="*/ 16 h 88"/>
                  <a:gd name="T2" fmla="*/ 40 w 68"/>
                  <a:gd name="T3" fmla="*/ 5 h 88"/>
                  <a:gd name="T4" fmla="*/ 36 w 68"/>
                  <a:gd name="T5" fmla="*/ 1 h 88"/>
                  <a:gd name="T6" fmla="*/ 36 w 68"/>
                  <a:gd name="T7" fmla="*/ 1 h 88"/>
                  <a:gd name="T8" fmla="*/ 33 w 68"/>
                  <a:gd name="T9" fmla="*/ 0 h 88"/>
                  <a:gd name="T10" fmla="*/ 24 w 68"/>
                  <a:gd name="T11" fmla="*/ 7 h 88"/>
                  <a:gd name="T12" fmla="*/ 24 w 68"/>
                  <a:gd name="T13" fmla="*/ 8 h 88"/>
                  <a:gd name="T14" fmla="*/ 26 w 68"/>
                  <a:gd name="T15" fmla="*/ 18 h 88"/>
                  <a:gd name="T16" fmla="*/ 27 w 68"/>
                  <a:gd name="T17" fmla="*/ 28 h 88"/>
                  <a:gd name="T18" fmla="*/ 27 w 68"/>
                  <a:gd name="T19" fmla="*/ 39 h 88"/>
                  <a:gd name="T20" fmla="*/ 16 w 68"/>
                  <a:gd name="T21" fmla="*/ 48 h 88"/>
                  <a:gd name="T22" fmla="*/ 7 w 68"/>
                  <a:gd name="T23" fmla="*/ 49 h 88"/>
                  <a:gd name="T24" fmla="*/ 5 w 68"/>
                  <a:gd name="T25" fmla="*/ 49 h 88"/>
                  <a:gd name="T26" fmla="*/ 4 w 68"/>
                  <a:gd name="T27" fmla="*/ 49 h 88"/>
                  <a:gd name="T28" fmla="*/ 0 w 68"/>
                  <a:gd name="T29" fmla="*/ 54 h 88"/>
                  <a:gd name="T30" fmla="*/ 5 w 68"/>
                  <a:gd name="T31" fmla="*/ 60 h 88"/>
                  <a:gd name="T32" fmla="*/ 11 w 68"/>
                  <a:gd name="T33" fmla="*/ 60 h 88"/>
                  <a:gd name="T34" fmla="*/ 13 w 68"/>
                  <a:gd name="T35" fmla="*/ 59 h 88"/>
                  <a:gd name="T36" fmla="*/ 20 w 68"/>
                  <a:gd name="T37" fmla="*/ 66 h 88"/>
                  <a:gd name="T38" fmla="*/ 17 w 68"/>
                  <a:gd name="T39" fmla="*/ 72 h 88"/>
                  <a:gd name="T40" fmla="*/ 13 w 68"/>
                  <a:gd name="T41" fmla="*/ 76 h 88"/>
                  <a:gd name="T42" fmla="*/ 2 w 68"/>
                  <a:gd name="T43" fmla="*/ 82 h 88"/>
                  <a:gd name="T44" fmla="*/ 2 w 68"/>
                  <a:gd name="T45" fmla="*/ 83 h 88"/>
                  <a:gd name="T46" fmla="*/ 2 w 68"/>
                  <a:gd name="T47" fmla="*/ 87 h 88"/>
                  <a:gd name="T48" fmla="*/ 4 w 68"/>
                  <a:gd name="T49" fmla="*/ 88 h 88"/>
                  <a:gd name="T50" fmla="*/ 25 w 68"/>
                  <a:gd name="T51" fmla="*/ 77 h 88"/>
                  <a:gd name="T52" fmla="*/ 31 w 68"/>
                  <a:gd name="T53" fmla="*/ 69 h 88"/>
                  <a:gd name="T54" fmla="*/ 40 w 68"/>
                  <a:gd name="T55" fmla="*/ 63 h 88"/>
                  <a:gd name="T56" fmla="*/ 52 w 68"/>
                  <a:gd name="T57" fmla="*/ 70 h 88"/>
                  <a:gd name="T58" fmla="*/ 48 w 68"/>
                  <a:gd name="T59" fmla="*/ 79 h 88"/>
                  <a:gd name="T60" fmla="*/ 59 w 68"/>
                  <a:gd name="T61" fmla="*/ 81 h 88"/>
                  <a:gd name="T62" fmla="*/ 68 w 68"/>
                  <a:gd name="T63" fmla="*/ 71 h 88"/>
                  <a:gd name="T64" fmla="*/ 59 w 68"/>
                  <a:gd name="T65" fmla="*/ 62 h 88"/>
                  <a:gd name="T66" fmla="*/ 44 w 68"/>
                  <a:gd name="T67" fmla="*/ 60 h 88"/>
                  <a:gd name="T68" fmla="*/ 42 w 68"/>
                  <a:gd name="T69" fmla="*/ 60 h 88"/>
                  <a:gd name="T70" fmla="*/ 36 w 68"/>
                  <a:gd name="T71" fmla="*/ 53 h 88"/>
                  <a:gd name="T72" fmla="*/ 48 w 68"/>
                  <a:gd name="T73" fmla="*/ 42 h 88"/>
                  <a:gd name="T74" fmla="*/ 59 w 68"/>
                  <a:gd name="T75" fmla="*/ 32 h 88"/>
                  <a:gd name="T76" fmla="*/ 59 w 68"/>
                  <a:gd name="T77" fmla="*/ 30 h 88"/>
                  <a:gd name="T78" fmla="*/ 59 w 68"/>
                  <a:gd name="T79" fmla="*/ 29 h 88"/>
                  <a:gd name="T80" fmla="*/ 54 w 68"/>
                  <a:gd name="T81" fmla="*/ 26 h 88"/>
                  <a:gd name="T82" fmla="*/ 51 w 68"/>
                  <a:gd name="T83" fmla="*/ 27 h 88"/>
                  <a:gd name="T84" fmla="*/ 50 w 68"/>
                  <a:gd name="T85" fmla="*/ 27 h 88"/>
                  <a:gd name="T86" fmla="*/ 41 w 68"/>
                  <a:gd name="T87" fmla="*/ 33 h 88"/>
                  <a:gd name="T88" fmla="*/ 38 w 68"/>
                  <a:gd name="T89" fmla="*/ 28 h 88"/>
                  <a:gd name="T90" fmla="*/ 38 w 68"/>
                  <a:gd name="T91" fmla="*/ 27 h 88"/>
                  <a:gd name="T92" fmla="*/ 38 w 68"/>
                  <a:gd name="T93" fmla="*/ 16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68" h="88">
                    <a:moveTo>
                      <a:pt x="38" y="16"/>
                    </a:moveTo>
                    <a:cubicBezTo>
                      <a:pt x="39" y="11"/>
                      <a:pt x="40" y="9"/>
                      <a:pt x="40" y="5"/>
                    </a:cubicBezTo>
                    <a:cubicBezTo>
                      <a:pt x="40" y="3"/>
                      <a:pt x="38" y="1"/>
                      <a:pt x="36" y="1"/>
                    </a:cubicBezTo>
                    <a:cubicBezTo>
                      <a:pt x="36" y="1"/>
                      <a:pt x="36" y="1"/>
                      <a:pt x="36" y="1"/>
                    </a:cubicBezTo>
                    <a:cubicBezTo>
                      <a:pt x="34" y="1"/>
                      <a:pt x="34" y="1"/>
                      <a:pt x="33" y="0"/>
                    </a:cubicBezTo>
                    <a:cubicBezTo>
                      <a:pt x="28" y="3"/>
                      <a:pt x="28" y="1"/>
                      <a:pt x="24" y="7"/>
                    </a:cubicBezTo>
                    <a:cubicBezTo>
                      <a:pt x="24" y="8"/>
                      <a:pt x="24" y="8"/>
                      <a:pt x="24" y="8"/>
                    </a:cubicBezTo>
                    <a:cubicBezTo>
                      <a:pt x="24" y="12"/>
                      <a:pt x="26" y="14"/>
                      <a:pt x="26" y="18"/>
                    </a:cubicBezTo>
                    <a:cubicBezTo>
                      <a:pt x="27" y="28"/>
                      <a:pt x="27" y="28"/>
                      <a:pt x="27" y="28"/>
                    </a:cubicBezTo>
                    <a:cubicBezTo>
                      <a:pt x="27" y="39"/>
                      <a:pt x="27" y="39"/>
                      <a:pt x="27" y="39"/>
                    </a:cubicBezTo>
                    <a:cubicBezTo>
                      <a:pt x="28" y="45"/>
                      <a:pt x="22" y="48"/>
                      <a:pt x="16" y="48"/>
                    </a:cubicBezTo>
                    <a:cubicBezTo>
                      <a:pt x="7" y="49"/>
                      <a:pt x="7" y="49"/>
                      <a:pt x="7" y="49"/>
                    </a:cubicBezTo>
                    <a:cubicBezTo>
                      <a:pt x="5" y="49"/>
                      <a:pt x="5" y="49"/>
                      <a:pt x="5" y="49"/>
                    </a:cubicBezTo>
                    <a:cubicBezTo>
                      <a:pt x="4" y="49"/>
                      <a:pt x="4" y="49"/>
                      <a:pt x="4" y="49"/>
                    </a:cubicBezTo>
                    <a:cubicBezTo>
                      <a:pt x="2" y="50"/>
                      <a:pt x="0" y="51"/>
                      <a:pt x="0" y="54"/>
                    </a:cubicBezTo>
                    <a:cubicBezTo>
                      <a:pt x="0" y="56"/>
                      <a:pt x="3" y="60"/>
                      <a:pt x="5" y="60"/>
                    </a:cubicBezTo>
                    <a:cubicBezTo>
                      <a:pt x="11" y="60"/>
                      <a:pt x="11" y="60"/>
                      <a:pt x="11" y="60"/>
                    </a:cubicBezTo>
                    <a:cubicBezTo>
                      <a:pt x="12" y="60"/>
                      <a:pt x="12" y="60"/>
                      <a:pt x="13" y="59"/>
                    </a:cubicBezTo>
                    <a:cubicBezTo>
                      <a:pt x="17" y="62"/>
                      <a:pt x="17" y="60"/>
                      <a:pt x="20" y="66"/>
                    </a:cubicBezTo>
                    <a:cubicBezTo>
                      <a:pt x="18" y="69"/>
                      <a:pt x="20" y="68"/>
                      <a:pt x="17" y="72"/>
                    </a:cubicBezTo>
                    <a:cubicBezTo>
                      <a:pt x="15" y="73"/>
                      <a:pt x="15" y="75"/>
                      <a:pt x="13" y="76"/>
                    </a:cubicBezTo>
                    <a:cubicBezTo>
                      <a:pt x="8" y="79"/>
                      <a:pt x="7" y="80"/>
                      <a:pt x="2" y="82"/>
                    </a:cubicBezTo>
                    <a:cubicBezTo>
                      <a:pt x="2" y="83"/>
                      <a:pt x="2" y="83"/>
                      <a:pt x="2" y="83"/>
                    </a:cubicBezTo>
                    <a:cubicBezTo>
                      <a:pt x="2" y="87"/>
                      <a:pt x="2" y="87"/>
                      <a:pt x="2" y="87"/>
                    </a:cubicBezTo>
                    <a:cubicBezTo>
                      <a:pt x="4" y="87"/>
                      <a:pt x="3" y="88"/>
                      <a:pt x="4" y="88"/>
                    </a:cubicBezTo>
                    <a:cubicBezTo>
                      <a:pt x="13" y="88"/>
                      <a:pt x="20" y="82"/>
                      <a:pt x="25" y="77"/>
                    </a:cubicBezTo>
                    <a:cubicBezTo>
                      <a:pt x="26" y="76"/>
                      <a:pt x="30" y="71"/>
                      <a:pt x="31" y="69"/>
                    </a:cubicBezTo>
                    <a:cubicBezTo>
                      <a:pt x="33" y="65"/>
                      <a:pt x="35" y="63"/>
                      <a:pt x="40" y="63"/>
                    </a:cubicBezTo>
                    <a:cubicBezTo>
                      <a:pt x="45" y="63"/>
                      <a:pt x="49" y="67"/>
                      <a:pt x="52" y="70"/>
                    </a:cubicBezTo>
                    <a:cubicBezTo>
                      <a:pt x="48" y="79"/>
                      <a:pt x="48" y="79"/>
                      <a:pt x="48" y="79"/>
                    </a:cubicBezTo>
                    <a:cubicBezTo>
                      <a:pt x="50" y="79"/>
                      <a:pt x="58" y="81"/>
                      <a:pt x="59" y="81"/>
                    </a:cubicBezTo>
                    <a:cubicBezTo>
                      <a:pt x="65" y="81"/>
                      <a:pt x="67" y="76"/>
                      <a:pt x="68" y="71"/>
                    </a:cubicBezTo>
                    <a:cubicBezTo>
                      <a:pt x="67" y="65"/>
                      <a:pt x="63" y="64"/>
                      <a:pt x="59" y="62"/>
                    </a:cubicBezTo>
                    <a:cubicBezTo>
                      <a:pt x="53" y="59"/>
                      <a:pt x="51" y="60"/>
                      <a:pt x="44" y="60"/>
                    </a:cubicBezTo>
                    <a:cubicBezTo>
                      <a:pt x="43" y="60"/>
                      <a:pt x="43" y="60"/>
                      <a:pt x="42" y="60"/>
                    </a:cubicBezTo>
                    <a:cubicBezTo>
                      <a:pt x="40" y="59"/>
                      <a:pt x="36" y="56"/>
                      <a:pt x="36" y="53"/>
                    </a:cubicBezTo>
                    <a:cubicBezTo>
                      <a:pt x="36" y="51"/>
                      <a:pt x="45" y="44"/>
                      <a:pt x="48" y="42"/>
                    </a:cubicBezTo>
                    <a:cubicBezTo>
                      <a:pt x="50" y="41"/>
                      <a:pt x="59" y="34"/>
                      <a:pt x="59" y="32"/>
                    </a:cubicBezTo>
                    <a:cubicBezTo>
                      <a:pt x="59" y="30"/>
                      <a:pt x="59" y="30"/>
                      <a:pt x="59" y="30"/>
                    </a:cubicBezTo>
                    <a:cubicBezTo>
                      <a:pt x="59" y="29"/>
                      <a:pt x="59" y="29"/>
                      <a:pt x="59" y="29"/>
                    </a:cubicBezTo>
                    <a:cubicBezTo>
                      <a:pt x="54" y="26"/>
                      <a:pt x="54" y="26"/>
                      <a:pt x="54" y="26"/>
                    </a:cubicBezTo>
                    <a:cubicBezTo>
                      <a:pt x="53" y="27"/>
                      <a:pt x="53" y="27"/>
                      <a:pt x="51" y="27"/>
                    </a:cubicBezTo>
                    <a:cubicBezTo>
                      <a:pt x="50" y="27"/>
                      <a:pt x="50" y="27"/>
                      <a:pt x="50" y="27"/>
                    </a:cubicBezTo>
                    <a:cubicBezTo>
                      <a:pt x="46" y="32"/>
                      <a:pt x="46" y="30"/>
                      <a:pt x="41" y="33"/>
                    </a:cubicBezTo>
                    <a:cubicBezTo>
                      <a:pt x="40" y="31"/>
                      <a:pt x="39" y="30"/>
                      <a:pt x="38" y="28"/>
                    </a:cubicBezTo>
                    <a:cubicBezTo>
                      <a:pt x="38" y="27"/>
                      <a:pt x="38" y="27"/>
                      <a:pt x="38" y="27"/>
                    </a:cubicBezTo>
                    <a:lnTo>
                      <a:pt x="38" y="16"/>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58" name="ísḷïďè"/>
              <p:cNvSpPr/>
              <p:nvPr/>
            </p:nvSpPr>
            <p:spPr bwMode="auto">
              <a:xfrm>
                <a:off x="4518026" y="3506788"/>
                <a:ext cx="53975" cy="71438"/>
              </a:xfrm>
              <a:custGeom>
                <a:avLst/>
                <a:gdLst>
                  <a:gd name="T0" fmla="*/ 14 w 16"/>
                  <a:gd name="T1" fmla="*/ 17 h 21"/>
                  <a:gd name="T2" fmla="*/ 16 w 16"/>
                  <a:gd name="T3" fmla="*/ 12 h 21"/>
                  <a:gd name="T4" fmla="*/ 11 w 16"/>
                  <a:gd name="T5" fmla="*/ 5 h 21"/>
                  <a:gd name="T6" fmla="*/ 5 w 16"/>
                  <a:gd name="T7" fmla="*/ 0 h 21"/>
                  <a:gd name="T8" fmla="*/ 2 w 16"/>
                  <a:gd name="T9" fmla="*/ 4 h 21"/>
                  <a:gd name="T10" fmla="*/ 2 w 16"/>
                  <a:gd name="T11" fmla="*/ 5 h 21"/>
                  <a:gd name="T12" fmla="*/ 2 w 16"/>
                  <a:gd name="T13" fmla="*/ 8 h 21"/>
                  <a:gd name="T14" fmla="*/ 2 w 16"/>
                  <a:gd name="T15" fmla="*/ 9 h 21"/>
                  <a:gd name="T16" fmla="*/ 0 w 16"/>
                  <a:gd name="T17" fmla="*/ 17 h 21"/>
                  <a:gd name="T18" fmla="*/ 3 w 16"/>
                  <a:gd name="T19" fmla="*/ 21 h 21"/>
                  <a:gd name="T20" fmla="*/ 4 w 16"/>
                  <a:gd name="T21" fmla="*/ 21 h 21"/>
                  <a:gd name="T22" fmla="*/ 5 w 16"/>
                  <a:gd name="T23" fmla="*/ 21 h 21"/>
                  <a:gd name="T24" fmla="*/ 14 w 16"/>
                  <a:gd name="T25" fmla="*/ 17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1">
                    <a:moveTo>
                      <a:pt x="14" y="17"/>
                    </a:moveTo>
                    <a:cubicBezTo>
                      <a:pt x="14" y="15"/>
                      <a:pt x="16" y="13"/>
                      <a:pt x="16" y="12"/>
                    </a:cubicBezTo>
                    <a:cubicBezTo>
                      <a:pt x="16" y="11"/>
                      <a:pt x="12" y="7"/>
                      <a:pt x="11" y="5"/>
                    </a:cubicBezTo>
                    <a:cubicBezTo>
                      <a:pt x="11" y="3"/>
                      <a:pt x="8" y="0"/>
                      <a:pt x="5" y="0"/>
                    </a:cubicBezTo>
                    <a:cubicBezTo>
                      <a:pt x="4" y="0"/>
                      <a:pt x="3" y="3"/>
                      <a:pt x="2" y="4"/>
                    </a:cubicBezTo>
                    <a:cubicBezTo>
                      <a:pt x="2" y="5"/>
                      <a:pt x="2" y="5"/>
                      <a:pt x="2" y="5"/>
                    </a:cubicBezTo>
                    <a:cubicBezTo>
                      <a:pt x="2" y="8"/>
                      <a:pt x="2" y="8"/>
                      <a:pt x="2" y="8"/>
                    </a:cubicBezTo>
                    <a:cubicBezTo>
                      <a:pt x="2" y="9"/>
                      <a:pt x="2" y="9"/>
                      <a:pt x="2" y="9"/>
                    </a:cubicBezTo>
                    <a:cubicBezTo>
                      <a:pt x="1" y="11"/>
                      <a:pt x="0" y="14"/>
                      <a:pt x="0" y="17"/>
                    </a:cubicBezTo>
                    <a:cubicBezTo>
                      <a:pt x="0" y="19"/>
                      <a:pt x="1" y="20"/>
                      <a:pt x="3" y="21"/>
                    </a:cubicBezTo>
                    <a:cubicBezTo>
                      <a:pt x="4" y="21"/>
                      <a:pt x="4" y="21"/>
                      <a:pt x="4" y="21"/>
                    </a:cubicBezTo>
                    <a:cubicBezTo>
                      <a:pt x="5" y="21"/>
                      <a:pt x="5" y="21"/>
                      <a:pt x="5" y="21"/>
                    </a:cubicBezTo>
                    <a:cubicBezTo>
                      <a:pt x="7" y="21"/>
                      <a:pt x="11" y="17"/>
                      <a:pt x="14" y="17"/>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59" name="îṧļîḓé"/>
              <p:cNvSpPr/>
              <p:nvPr/>
            </p:nvSpPr>
            <p:spPr bwMode="auto">
              <a:xfrm>
                <a:off x="5319713" y="3133725"/>
                <a:ext cx="222250" cy="500063"/>
              </a:xfrm>
              <a:custGeom>
                <a:avLst/>
                <a:gdLst>
                  <a:gd name="T0" fmla="*/ 47 w 67"/>
                  <a:gd name="T1" fmla="*/ 96 h 150"/>
                  <a:gd name="T2" fmla="*/ 51 w 67"/>
                  <a:gd name="T3" fmla="*/ 96 h 150"/>
                  <a:gd name="T4" fmla="*/ 46 w 67"/>
                  <a:gd name="T5" fmla="*/ 114 h 150"/>
                  <a:gd name="T6" fmla="*/ 42 w 67"/>
                  <a:gd name="T7" fmla="*/ 113 h 150"/>
                  <a:gd name="T8" fmla="*/ 39 w 67"/>
                  <a:gd name="T9" fmla="*/ 108 h 150"/>
                  <a:gd name="T10" fmla="*/ 21 w 67"/>
                  <a:gd name="T11" fmla="*/ 78 h 150"/>
                  <a:gd name="T12" fmla="*/ 29 w 67"/>
                  <a:gd name="T13" fmla="*/ 73 h 150"/>
                  <a:gd name="T14" fmla="*/ 32 w 67"/>
                  <a:gd name="T15" fmla="*/ 74 h 150"/>
                  <a:gd name="T16" fmla="*/ 32 w 67"/>
                  <a:gd name="T17" fmla="*/ 77 h 150"/>
                  <a:gd name="T18" fmla="*/ 32 w 67"/>
                  <a:gd name="T19" fmla="*/ 79 h 150"/>
                  <a:gd name="T20" fmla="*/ 21 w 67"/>
                  <a:gd name="T21" fmla="*/ 78 h 150"/>
                  <a:gd name="T22" fmla="*/ 53 w 67"/>
                  <a:gd name="T23" fmla="*/ 118 h 150"/>
                  <a:gd name="T24" fmla="*/ 66 w 67"/>
                  <a:gd name="T25" fmla="*/ 108 h 150"/>
                  <a:gd name="T26" fmla="*/ 60 w 67"/>
                  <a:gd name="T27" fmla="*/ 98 h 150"/>
                  <a:gd name="T28" fmla="*/ 51 w 67"/>
                  <a:gd name="T29" fmla="*/ 82 h 150"/>
                  <a:gd name="T30" fmla="*/ 47 w 67"/>
                  <a:gd name="T31" fmla="*/ 71 h 150"/>
                  <a:gd name="T32" fmla="*/ 60 w 67"/>
                  <a:gd name="T33" fmla="*/ 58 h 150"/>
                  <a:gd name="T34" fmla="*/ 53 w 67"/>
                  <a:gd name="T35" fmla="*/ 52 h 150"/>
                  <a:gd name="T36" fmla="*/ 44 w 67"/>
                  <a:gd name="T37" fmla="*/ 50 h 150"/>
                  <a:gd name="T38" fmla="*/ 48 w 67"/>
                  <a:gd name="T39" fmla="*/ 38 h 150"/>
                  <a:gd name="T40" fmla="*/ 66 w 67"/>
                  <a:gd name="T41" fmla="*/ 17 h 150"/>
                  <a:gd name="T42" fmla="*/ 66 w 67"/>
                  <a:gd name="T43" fmla="*/ 13 h 150"/>
                  <a:gd name="T44" fmla="*/ 56 w 67"/>
                  <a:gd name="T45" fmla="*/ 1 h 150"/>
                  <a:gd name="T46" fmla="*/ 55 w 67"/>
                  <a:gd name="T47" fmla="*/ 7 h 150"/>
                  <a:gd name="T48" fmla="*/ 50 w 67"/>
                  <a:gd name="T49" fmla="*/ 18 h 150"/>
                  <a:gd name="T50" fmla="*/ 42 w 67"/>
                  <a:gd name="T51" fmla="*/ 15 h 150"/>
                  <a:gd name="T52" fmla="*/ 40 w 67"/>
                  <a:gd name="T53" fmla="*/ 15 h 150"/>
                  <a:gd name="T54" fmla="*/ 41 w 67"/>
                  <a:gd name="T55" fmla="*/ 26 h 150"/>
                  <a:gd name="T56" fmla="*/ 41 w 67"/>
                  <a:gd name="T57" fmla="*/ 30 h 150"/>
                  <a:gd name="T58" fmla="*/ 37 w 67"/>
                  <a:gd name="T59" fmla="*/ 33 h 150"/>
                  <a:gd name="T60" fmla="*/ 30 w 67"/>
                  <a:gd name="T61" fmla="*/ 29 h 150"/>
                  <a:gd name="T62" fmla="*/ 9 w 67"/>
                  <a:gd name="T63" fmla="*/ 50 h 150"/>
                  <a:gd name="T64" fmla="*/ 4 w 67"/>
                  <a:gd name="T65" fmla="*/ 59 h 150"/>
                  <a:gd name="T66" fmla="*/ 23 w 67"/>
                  <a:gd name="T67" fmla="*/ 51 h 150"/>
                  <a:gd name="T68" fmla="*/ 30 w 67"/>
                  <a:gd name="T69" fmla="*/ 58 h 150"/>
                  <a:gd name="T70" fmla="*/ 26 w 67"/>
                  <a:gd name="T71" fmla="*/ 65 h 150"/>
                  <a:gd name="T72" fmla="*/ 19 w 67"/>
                  <a:gd name="T73" fmla="*/ 64 h 150"/>
                  <a:gd name="T74" fmla="*/ 16 w 67"/>
                  <a:gd name="T75" fmla="*/ 67 h 150"/>
                  <a:gd name="T76" fmla="*/ 16 w 67"/>
                  <a:gd name="T77" fmla="*/ 72 h 150"/>
                  <a:gd name="T78" fmla="*/ 3 w 67"/>
                  <a:gd name="T79" fmla="*/ 105 h 150"/>
                  <a:gd name="T80" fmla="*/ 6 w 67"/>
                  <a:gd name="T81" fmla="*/ 110 h 150"/>
                  <a:gd name="T82" fmla="*/ 9 w 67"/>
                  <a:gd name="T83" fmla="*/ 111 h 150"/>
                  <a:gd name="T84" fmla="*/ 24 w 67"/>
                  <a:gd name="T85" fmla="*/ 89 h 150"/>
                  <a:gd name="T86" fmla="*/ 32 w 67"/>
                  <a:gd name="T87" fmla="*/ 93 h 150"/>
                  <a:gd name="T88" fmla="*/ 32 w 67"/>
                  <a:gd name="T89" fmla="*/ 96 h 150"/>
                  <a:gd name="T90" fmla="*/ 29 w 67"/>
                  <a:gd name="T91" fmla="*/ 113 h 150"/>
                  <a:gd name="T92" fmla="*/ 29 w 67"/>
                  <a:gd name="T93" fmla="*/ 115 h 150"/>
                  <a:gd name="T94" fmla="*/ 22 w 67"/>
                  <a:gd name="T95" fmla="*/ 122 h 150"/>
                  <a:gd name="T96" fmla="*/ 10 w 67"/>
                  <a:gd name="T97" fmla="*/ 124 h 150"/>
                  <a:gd name="T98" fmla="*/ 15 w 67"/>
                  <a:gd name="T99" fmla="*/ 144 h 150"/>
                  <a:gd name="T100" fmla="*/ 17 w 67"/>
                  <a:gd name="T101" fmla="*/ 150 h 150"/>
                  <a:gd name="T102" fmla="*/ 38 w 67"/>
                  <a:gd name="T103" fmla="*/ 125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67" h="150">
                    <a:moveTo>
                      <a:pt x="39" y="107"/>
                    </a:moveTo>
                    <a:cubicBezTo>
                      <a:pt x="39" y="103"/>
                      <a:pt x="44" y="96"/>
                      <a:pt x="47" y="96"/>
                    </a:cubicBezTo>
                    <a:cubicBezTo>
                      <a:pt x="50" y="96"/>
                      <a:pt x="50" y="96"/>
                      <a:pt x="50" y="96"/>
                    </a:cubicBezTo>
                    <a:cubicBezTo>
                      <a:pt x="51" y="96"/>
                      <a:pt x="51" y="96"/>
                      <a:pt x="51" y="96"/>
                    </a:cubicBezTo>
                    <a:cubicBezTo>
                      <a:pt x="53" y="98"/>
                      <a:pt x="55" y="101"/>
                      <a:pt x="55" y="104"/>
                    </a:cubicBezTo>
                    <a:cubicBezTo>
                      <a:pt x="55" y="108"/>
                      <a:pt x="49" y="112"/>
                      <a:pt x="46" y="114"/>
                    </a:cubicBezTo>
                    <a:cubicBezTo>
                      <a:pt x="45" y="114"/>
                      <a:pt x="45" y="113"/>
                      <a:pt x="43" y="113"/>
                    </a:cubicBezTo>
                    <a:cubicBezTo>
                      <a:pt x="42" y="113"/>
                      <a:pt x="42" y="113"/>
                      <a:pt x="42" y="113"/>
                    </a:cubicBezTo>
                    <a:cubicBezTo>
                      <a:pt x="39" y="109"/>
                      <a:pt x="39" y="109"/>
                      <a:pt x="39" y="109"/>
                    </a:cubicBezTo>
                    <a:cubicBezTo>
                      <a:pt x="39" y="108"/>
                      <a:pt x="39" y="108"/>
                      <a:pt x="39" y="108"/>
                    </a:cubicBezTo>
                    <a:cubicBezTo>
                      <a:pt x="39" y="107"/>
                      <a:pt x="39" y="107"/>
                      <a:pt x="39" y="107"/>
                    </a:cubicBezTo>
                    <a:close/>
                    <a:moveTo>
                      <a:pt x="21" y="78"/>
                    </a:moveTo>
                    <a:cubicBezTo>
                      <a:pt x="21" y="77"/>
                      <a:pt x="25" y="73"/>
                      <a:pt x="26" y="73"/>
                    </a:cubicBezTo>
                    <a:cubicBezTo>
                      <a:pt x="27" y="73"/>
                      <a:pt x="27" y="73"/>
                      <a:pt x="29" y="73"/>
                    </a:cubicBezTo>
                    <a:cubicBezTo>
                      <a:pt x="30" y="73"/>
                      <a:pt x="30" y="73"/>
                      <a:pt x="30" y="73"/>
                    </a:cubicBezTo>
                    <a:cubicBezTo>
                      <a:pt x="32" y="74"/>
                      <a:pt x="32" y="74"/>
                      <a:pt x="32" y="74"/>
                    </a:cubicBezTo>
                    <a:cubicBezTo>
                      <a:pt x="32" y="76"/>
                      <a:pt x="32" y="76"/>
                      <a:pt x="32" y="76"/>
                    </a:cubicBezTo>
                    <a:cubicBezTo>
                      <a:pt x="32" y="77"/>
                      <a:pt x="32" y="77"/>
                      <a:pt x="32" y="77"/>
                    </a:cubicBezTo>
                    <a:cubicBezTo>
                      <a:pt x="32" y="78"/>
                      <a:pt x="32" y="78"/>
                      <a:pt x="32" y="78"/>
                    </a:cubicBezTo>
                    <a:cubicBezTo>
                      <a:pt x="32" y="79"/>
                      <a:pt x="32" y="79"/>
                      <a:pt x="32" y="79"/>
                    </a:cubicBezTo>
                    <a:cubicBezTo>
                      <a:pt x="31" y="82"/>
                      <a:pt x="29" y="83"/>
                      <a:pt x="25" y="83"/>
                    </a:cubicBezTo>
                    <a:cubicBezTo>
                      <a:pt x="23" y="83"/>
                      <a:pt x="21" y="81"/>
                      <a:pt x="21" y="78"/>
                    </a:cubicBezTo>
                    <a:close/>
                    <a:moveTo>
                      <a:pt x="38" y="125"/>
                    </a:moveTo>
                    <a:cubicBezTo>
                      <a:pt x="43" y="122"/>
                      <a:pt x="47" y="120"/>
                      <a:pt x="53" y="118"/>
                    </a:cubicBezTo>
                    <a:cubicBezTo>
                      <a:pt x="57" y="116"/>
                      <a:pt x="57" y="116"/>
                      <a:pt x="60" y="114"/>
                    </a:cubicBezTo>
                    <a:cubicBezTo>
                      <a:pt x="64" y="111"/>
                      <a:pt x="63" y="110"/>
                      <a:pt x="66" y="108"/>
                    </a:cubicBezTo>
                    <a:cubicBezTo>
                      <a:pt x="67" y="104"/>
                      <a:pt x="67" y="104"/>
                      <a:pt x="67" y="104"/>
                    </a:cubicBezTo>
                    <a:cubicBezTo>
                      <a:pt x="64" y="100"/>
                      <a:pt x="64" y="101"/>
                      <a:pt x="60" y="98"/>
                    </a:cubicBezTo>
                    <a:cubicBezTo>
                      <a:pt x="58" y="96"/>
                      <a:pt x="55" y="95"/>
                      <a:pt x="54" y="92"/>
                    </a:cubicBezTo>
                    <a:cubicBezTo>
                      <a:pt x="53" y="88"/>
                      <a:pt x="53" y="84"/>
                      <a:pt x="51" y="82"/>
                    </a:cubicBezTo>
                    <a:cubicBezTo>
                      <a:pt x="49" y="79"/>
                      <a:pt x="47" y="77"/>
                      <a:pt x="47" y="73"/>
                    </a:cubicBezTo>
                    <a:cubicBezTo>
                      <a:pt x="47" y="72"/>
                      <a:pt x="47" y="72"/>
                      <a:pt x="47" y="71"/>
                    </a:cubicBezTo>
                    <a:cubicBezTo>
                      <a:pt x="49" y="67"/>
                      <a:pt x="47" y="67"/>
                      <a:pt x="53" y="64"/>
                    </a:cubicBezTo>
                    <a:cubicBezTo>
                      <a:pt x="55" y="64"/>
                      <a:pt x="60" y="60"/>
                      <a:pt x="60" y="58"/>
                    </a:cubicBezTo>
                    <a:cubicBezTo>
                      <a:pt x="60" y="55"/>
                      <a:pt x="60" y="55"/>
                      <a:pt x="60" y="55"/>
                    </a:cubicBezTo>
                    <a:cubicBezTo>
                      <a:pt x="60" y="53"/>
                      <a:pt x="56" y="51"/>
                      <a:pt x="53" y="52"/>
                    </a:cubicBezTo>
                    <a:cubicBezTo>
                      <a:pt x="47" y="52"/>
                      <a:pt x="47" y="52"/>
                      <a:pt x="47" y="52"/>
                    </a:cubicBezTo>
                    <a:cubicBezTo>
                      <a:pt x="46" y="52"/>
                      <a:pt x="45" y="51"/>
                      <a:pt x="44" y="50"/>
                    </a:cubicBezTo>
                    <a:cubicBezTo>
                      <a:pt x="44" y="47"/>
                      <a:pt x="44" y="47"/>
                      <a:pt x="44" y="47"/>
                    </a:cubicBezTo>
                    <a:cubicBezTo>
                      <a:pt x="44" y="44"/>
                      <a:pt x="47" y="41"/>
                      <a:pt x="48" y="38"/>
                    </a:cubicBezTo>
                    <a:cubicBezTo>
                      <a:pt x="49" y="34"/>
                      <a:pt x="50" y="33"/>
                      <a:pt x="53" y="30"/>
                    </a:cubicBezTo>
                    <a:cubicBezTo>
                      <a:pt x="56" y="27"/>
                      <a:pt x="66" y="22"/>
                      <a:pt x="66" y="17"/>
                    </a:cubicBezTo>
                    <a:cubicBezTo>
                      <a:pt x="66" y="14"/>
                      <a:pt x="66" y="14"/>
                      <a:pt x="66" y="14"/>
                    </a:cubicBezTo>
                    <a:cubicBezTo>
                      <a:pt x="66" y="13"/>
                      <a:pt x="66" y="13"/>
                      <a:pt x="66" y="13"/>
                    </a:cubicBezTo>
                    <a:cubicBezTo>
                      <a:pt x="65" y="10"/>
                      <a:pt x="62" y="0"/>
                      <a:pt x="58" y="0"/>
                    </a:cubicBezTo>
                    <a:cubicBezTo>
                      <a:pt x="57" y="0"/>
                      <a:pt x="57" y="0"/>
                      <a:pt x="56" y="1"/>
                    </a:cubicBezTo>
                    <a:cubicBezTo>
                      <a:pt x="56" y="3"/>
                      <a:pt x="55" y="3"/>
                      <a:pt x="55" y="5"/>
                    </a:cubicBezTo>
                    <a:cubicBezTo>
                      <a:pt x="55" y="7"/>
                      <a:pt x="55" y="7"/>
                      <a:pt x="55" y="7"/>
                    </a:cubicBezTo>
                    <a:cubicBezTo>
                      <a:pt x="55" y="11"/>
                      <a:pt x="53" y="15"/>
                      <a:pt x="51" y="18"/>
                    </a:cubicBezTo>
                    <a:cubicBezTo>
                      <a:pt x="50" y="18"/>
                      <a:pt x="50" y="18"/>
                      <a:pt x="50" y="18"/>
                    </a:cubicBezTo>
                    <a:cubicBezTo>
                      <a:pt x="48" y="18"/>
                      <a:pt x="48" y="18"/>
                      <a:pt x="47" y="19"/>
                    </a:cubicBezTo>
                    <a:cubicBezTo>
                      <a:pt x="42" y="15"/>
                      <a:pt x="42" y="15"/>
                      <a:pt x="42" y="15"/>
                    </a:cubicBezTo>
                    <a:cubicBezTo>
                      <a:pt x="41" y="15"/>
                      <a:pt x="41" y="15"/>
                      <a:pt x="41" y="15"/>
                    </a:cubicBezTo>
                    <a:cubicBezTo>
                      <a:pt x="40" y="15"/>
                      <a:pt x="40" y="15"/>
                      <a:pt x="40" y="15"/>
                    </a:cubicBezTo>
                    <a:cubicBezTo>
                      <a:pt x="39" y="15"/>
                      <a:pt x="38" y="16"/>
                      <a:pt x="38" y="17"/>
                    </a:cubicBezTo>
                    <a:cubicBezTo>
                      <a:pt x="38" y="19"/>
                      <a:pt x="41" y="22"/>
                      <a:pt x="41" y="26"/>
                    </a:cubicBezTo>
                    <a:cubicBezTo>
                      <a:pt x="41" y="29"/>
                      <a:pt x="41" y="29"/>
                      <a:pt x="41" y="29"/>
                    </a:cubicBezTo>
                    <a:cubicBezTo>
                      <a:pt x="41" y="30"/>
                      <a:pt x="41" y="30"/>
                      <a:pt x="41" y="30"/>
                    </a:cubicBezTo>
                    <a:cubicBezTo>
                      <a:pt x="38" y="33"/>
                      <a:pt x="38" y="33"/>
                      <a:pt x="38" y="33"/>
                    </a:cubicBezTo>
                    <a:cubicBezTo>
                      <a:pt x="37" y="33"/>
                      <a:pt x="37" y="33"/>
                      <a:pt x="37" y="33"/>
                    </a:cubicBezTo>
                    <a:cubicBezTo>
                      <a:pt x="35" y="33"/>
                      <a:pt x="35" y="34"/>
                      <a:pt x="34" y="34"/>
                    </a:cubicBezTo>
                    <a:cubicBezTo>
                      <a:pt x="32" y="33"/>
                      <a:pt x="31" y="31"/>
                      <a:pt x="30" y="29"/>
                    </a:cubicBezTo>
                    <a:cubicBezTo>
                      <a:pt x="24" y="29"/>
                      <a:pt x="30" y="41"/>
                      <a:pt x="19" y="45"/>
                    </a:cubicBezTo>
                    <a:cubicBezTo>
                      <a:pt x="16" y="46"/>
                      <a:pt x="12" y="48"/>
                      <a:pt x="9" y="50"/>
                    </a:cubicBezTo>
                    <a:cubicBezTo>
                      <a:pt x="6" y="51"/>
                      <a:pt x="1" y="53"/>
                      <a:pt x="0" y="55"/>
                    </a:cubicBezTo>
                    <a:cubicBezTo>
                      <a:pt x="1" y="58"/>
                      <a:pt x="1" y="57"/>
                      <a:pt x="4" y="59"/>
                    </a:cubicBezTo>
                    <a:cubicBezTo>
                      <a:pt x="6" y="59"/>
                      <a:pt x="6" y="59"/>
                      <a:pt x="6" y="59"/>
                    </a:cubicBezTo>
                    <a:cubicBezTo>
                      <a:pt x="10" y="59"/>
                      <a:pt x="20" y="51"/>
                      <a:pt x="23" y="51"/>
                    </a:cubicBezTo>
                    <a:cubicBezTo>
                      <a:pt x="25" y="51"/>
                      <a:pt x="24" y="51"/>
                      <a:pt x="27" y="52"/>
                    </a:cubicBezTo>
                    <a:cubicBezTo>
                      <a:pt x="29" y="54"/>
                      <a:pt x="29" y="55"/>
                      <a:pt x="30" y="58"/>
                    </a:cubicBezTo>
                    <a:cubicBezTo>
                      <a:pt x="30" y="59"/>
                      <a:pt x="30" y="59"/>
                      <a:pt x="30" y="59"/>
                    </a:cubicBezTo>
                    <a:cubicBezTo>
                      <a:pt x="30" y="62"/>
                      <a:pt x="28" y="64"/>
                      <a:pt x="26" y="65"/>
                    </a:cubicBezTo>
                    <a:cubicBezTo>
                      <a:pt x="21" y="64"/>
                      <a:pt x="21" y="64"/>
                      <a:pt x="21" y="64"/>
                    </a:cubicBezTo>
                    <a:cubicBezTo>
                      <a:pt x="20" y="64"/>
                      <a:pt x="20" y="64"/>
                      <a:pt x="19" y="64"/>
                    </a:cubicBezTo>
                    <a:cubicBezTo>
                      <a:pt x="18" y="64"/>
                      <a:pt x="18" y="64"/>
                      <a:pt x="18" y="64"/>
                    </a:cubicBezTo>
                    <a:cubicBezTo>
                      <a:pt x="16" y="67"/>
                      <a:pt x="16" y="67"/>
                      <a:pt x="16" y="67"/>
                    </a:cubicBezTo>
                    <a:cubicBezTo>
                      <a:pt x="16" y="68"/>
                      <a:pt x="16" y="68"/>
                      <a:pt x="16" y="68"/>
                    </a:cubicBezTo>
                    <a:cubicBezTo>
                      <a:pt x="16" y="72"/>
                      <a:pt x="16" y="72"/>
                      <a:pt x="16" y="72"/>
                    </a:cubicBezTo>
                    <a:cubicBezTo>
                      <a:pt x="16" y="78"/>
                      <a:pt x="13" y="85"/>
                      <a:pt x="11" y="90"/>
                    </a:cubicBezTo>
                    <a:cubicBezTo>
                      <a:pt x="9" y="94"/>
                      <a:pt x="3" y="100"/>
                      <a:pt x="3" y="105"/>
                    </a:cubicBezTo>
                    <a:cubicBezTo>
                      <a:pt x="3" y="106"/>
                      <a:pt x="4" y="109"/>
                      <a:pt x="5" y="110"/>
                    </a:cubicBezTo>
                    <a:cubicBezTo>
                      <a:pt x="6" y="110"/>
                      <a:pt x="6" y="110"/>
                      <a:pt x="6" y="110"/>
                    </a:cubicBezTo>
                    <a:cubicBezTo>
                      <a:pt x="7" y="110"/>
                      <a:pt x="7" y="110"/>
                      <a:pt x="7" y="110"/>
                    </a:cubicBezTo>
                    <a:cubicBezTo>
                      <a:pt x="9" y="110"/>
                      <a:pt x="8" y="110"/>
                      <a:pt x="9" y="111"/>
                    </a:cubicBezTo>
                    <a:cubicBezTo>
                      <a:pt x="11" y="109"/>
                      <a:pt x="15" y="101"/>
                      <a:pt x="15" y="98"/>
                    </a:cubicBezTo>
                    <a:cubicBezTo>
                      <a:pt x="17" y="94"/>
                      <a:pt x="20" y="89"/>
                      <a:pt x="24" y="89"/>
                    </a:cubicBezTo>
                    <a:cubicBezTo>
                      <a:pt x="25" y="89"/>
                      <a:pt x="25" y="89"/>
                      <a:pt x="26" y="88"/>
                    </a:cubicBezTo>
                    <a:cubicBezTo>
                      <a:pt x="28" y="90"/>
                      <a:pt x="32" y="90"/>
                      <a:pt x="32" y="93"/>
                    </a:cubicBezTo>
                    <a:cubicBezTo>
                      <a:pt x="32" y="94"/>
                      <a:pt x="32" y="94"/>
                      <a:pt x="32" y="94"/>
                    </a:cubicBezTo>
                    <a:cubicBezTo>
                      <a:pt x="32" y="96"/>
                      <a:pt x="32" y="96"/>
                      <a:pt x="32" y="96"/>
                    </a:cubicBezTo>
                    <a:cubicBezTo>
                      <a:pt x="28" y="102"/>
                      <a:pt x="25" y="101"/>
                      <a:pt x="23" y="104"/>
                    </a:cubicBezTo>
                    <a:cubicBezTo>
                      <a:pt x="26" y="109"/>
                      <a:pt x="27" y="108"/>
                      <a:pt x="29" y="113"/>
                    </a:cubicBezTo>
                    <a:cubicBezTo>
                      <a:pt x="29" y="114"/>
                      <a:pt x="29" y="114"/>
                      <a:pt x="29" y="114"/>
                    </a:cubicBezTo>
                    <a:cubicBezTo>
                      <a:pt x="29" y="115"/>
                      <a:pt x="29" y="115"/>
                      <a:pt x="29" y="115"/>
                    </a:cubicBezTo>
                    <a:cubicBezTo>
                      <a:pt x="29" y="116"/>
                      <a:pt x="29" y="116"/>
                      <a:pt x="29" y="116"/>
                    </a:cubicBezTo>
                    <a:cubicBezTo>
                      <a:pt x="28" y="119"/>
                      <a:pt x="26" y="123"/>
                      <a:pt x="22" y="122"/>
                    </a:cubicBezTo>
                    <a:cubicBezTo>
                      <a:pt x="15" y="122"/>
                      <a:pt x="15" y="122"/>
                      <a:pt x="15" y="122"/>
                    </a:cubicBezTo>
                    <a:cubicBezTo>
                      <a:pt x="14" y="122"/>
                      <a:pt x="11" y="124"/>
                      <a:pt x="10" y="124"/>
                    </a:cubicBezTo>
                    <a:cubicBezTo>
                      <a:pt x="13" y="127"/>
                      <a:pt x="23" y="129"/>
                      <a:pt x="23" y="133"/>
                    </a:cubicBezTo>
                    <a:cubicBezTo>
                      <a:pt x="23" y="137"/>
                      <a:pt x="18" y="142"/>
                      <a:pt x="15" y="144"/>
                    </a:cubicBezTo>
                    <a:cubicBezTo>
                      <a:pt x="15" y="150"/>
                      <a:pt x="15" y="150"/>
                      <a:pt x="15" y="150"/>
                    </a:cubicBezTo>
                    <a:cubicBezTo>
                      <a:pt x="17" y="150"/>
                      <a:pt x="17" y="150"/>
                      <a:pt x="17" y="150"/>
                    </a:cubicBezTo>
                    <a:cubicBezTo>
                      <a:pt x="20" y="150"/>
                      <a:pt x="27" y="141"/>
                      <a:pt x="29" y="139"/>
                    </a:cubicBezTo>
                    <a:cubicBezTo>
                      <a:pt x="33" y="135"/>
                      <a:pt x="34" y="129"/>
                      <a:pt x="38" y="12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60" name="iSļïḑé"/>
              <p:cNvSpPr/>
              <p:nvPr/>
            </p:nvSpPr>
            <p:spPr bwMode="auto">
              <a:xfrm>
                <a:off x="4422776" y="3106738"/>
                <a:ext cx="412750" cy="596900"/>
              </a:xfrm>
              <a:custGeom>
                <a:avLst/>
                <a:gdLst>
                  <a:gd name="T0" fmla="*/ 63 w 125"/>
                  <a:gd name="T1" fmla="*/ 83 h 179"/>
                  <a:gd name="T2" fmla="*/ 69 w 125"/>
                  <a:gd name="T3" fmla="*/ 84 h 179"/>
                  <a:gd name="T4" fmla="*/ 71 w 125"/>
                  <a:gd name="T5" fmla="*/ 95 h 179"/>
                  <a:gd name="T6" fmla="*/ 56 w 125"/>
                  <a:gd name="T7" fmla="*/ 91 h 179"/>
                  <a:gd name="T8" fmla="*/ 77 w 125"/>
                  <a:gd name="T9" fmla="*/ 77 h 179"/>
                  <a:gd name="T10" fmla="*/ 90 w 125"/>
                  <a:gd name="T11" fmla="*/ 82 h 179"/>
                  <a:gd name="T12" fmla="*/ 93 w 125"/>
                  <a:gd name="T13" fmla="*/ 96 h 179"/>
                  <a:gd name="T14" fmla="*/ 88 w 125"/>
                  <a:gd name="T15" fmla="*/ 106 h 179"/>
                  <a:gd name="T16" fmla="*/ 75 w 125"/>
                  <a:gd name="T17" fmla="*/ 89 h 179"/>
                  <a:gd name="T18" fmla="*/ 91 w 125"/>
                  <a:gd name="T19" fmla="*/ 29 h 179"/>
                  <a:gd name="T20" fmla="*/ 95 w 125"/>
                  <a:gd name="T21" fmla="*/ 4 h 179"/>
                  <a:gd name="T22" fmla="*/ 92 w 125"/>
                  <a:gd name="T23" fmla="*/ 0 h 179"/>
                  <a:gd name="T24" fmla="*/ 86 w 125"/>
                  <a:gd name="T25" fmla="*/ 0 h 179"/>
                  <a:gd name="T26" fmla="*/ 80 w 125"/>
                  <a:gd name="T27" fmla="*/ 7 h 179"/>
                  <a:gd name="T28" fmla="*/ 83 w 125"/>
                  <a:gd name="T29" fmla="*/ 30 h 179"/>
                  <a:gd name="T30" fmla="*/ 86 w 125"/>
                  <a:gd name="T31" fmla="*/ 50 h 179"/>
                  <a:gd name="T32" fmla="*/ 46 w 125"/>
                  <a:gd name="T33" fmla="*/ 84 h 179"/>
                  <a:gd name="T34" fmla="*/ 0 w 125"/>
                  <a:gd name="T35" fmla="*/ 99 h 179"/>
                  <a:gd name="T36" fmla="*/ 13 w 125"/>
                  <a:gd name="T37" fmla="*/ 108 h 179"/>
                  <a:gd name="T38" fmla="*/ 30 w 125"/>
                  <a:gd name="T39" fmla="*/ 100 h 179"/>
                  <a:gd name="T40" fmla="*/ 47 w 125"/>
                  <a:gd name="T41" fmla="*/ 92 h 179"/>
                  <a:gd name="T42" fmla="*/ 51 w 125"/>
                  <a:gd name="T43" fmla="*/ 109 h 179"/>
                  <a:gd name="T44" fmla="*/ 50 w 125"/>
                  <a:gd name="T45" fmla="*/ 118 h 179"/>
                  <a:gd name="T46" fmla="*/ 54 w 125"/>
                  <a:gd name="T47" fmla="*/ 125 h 179"/>
                  <a:gd name="T48" fmla="*/ 62 w 125"/>
                  <a:gd name="T49" fmla="*/ 119 h 179"/>
                  <a:gd name="T50" fmla="*/ 62 w 125"/>
                  <a:gd name="T51" fmla="*/ 113 h 179"/>
                  <a:gd name="T52" fmla="*/ 78 w 125"/>
                  <a:gd name="T53" fmla="*/ 111 h 179"/>
                  <a:gd name="T54" fmla="*/ 78 w 125"/>
                  <a:gd name="T55" fmla="*/ 113 h 179"/>
                  <a:gd name="T56" fmla="*/ 78 w 125"/>
                  <a:gd name="T57" fmla="*/ 118 h 179"/>
                  <a:gd name="T58" fmla="*/ 46 w 125"/>
                  <a:gd name="T59" fmla="*/ 147 h 179"/>
                  <a:gd name="T60" fmla="*/ 28 w 125"/>
                  <a:gd name="T61" fmla="*/ 158 h 179"/>
                  <a:gd name="T62" fmla="*/ 1 w 125"/>
                  <a:gd name="T63" fmla="*/ 170 h 179"/>
                  <a:gd name="T64" fmla="*/ 14 w 125"/>
                  <a:gd name="T65" fmla="*/ 178 h 179"/>
                  <a:gd name="T66" fmla="*/ 20 w 125"/>
                  <a:gd name="T67" fmla="*/ 179 h 179"/>
                  <a:gd name="T68" fmla="*/ 22 w 125"/>
                  <a:gd name="T69" fmla="*/ 179 h 179"/>
                  <a:gd name="T70" fmla="*/ 38 w 125"/>
                  <a:gd name="T71" fmla="*/ 169 h 179"/>
                  <a:gd name="T72" fmla="*/ 61 w 125"/>
                  <a:gd name="T73" fmla="*/ 150 h 179"/>
                  <a:gd name="T74" fmla="*/ 79 w 125"/>
                  <a:gd name="T75" fmla="*/ 135 h 179"/>
                  <a:gd name="T76" fmla="*/ 96 w 125"/>
                  <a:gd name="T77" fmla="*/ 119 h 179"/>
                  <a:gd name="T78" fmla="*/ 106 w 125"/>
                  <a:gd name="T79" fmla="*/ 149 h 179"/>
                  <a:gd name="T80" fmla="*/ 125 w 125"/>
                  <a:gd name="T81" fmla="*/ 152 h 179"/>
                  <a:gd name="T82" fmla="*/ 116 w 125"/>
                  <a:gd name="T83" fmla="*/ 120 h 179"/>
                  <a:gd name="T84" fmla="*/ 115 w 125"/>
                  <a:gd name="T85" fmla="*/ 125 h 179"/>
                  <a:gd name="T86" fmla="*/ 109 w 125"/>
                  <a:gd name="T87" fmla="*/ 129 h 179"/>
                  <a:gd name="T88" fmla="*/ 97 w 125"/>
                  <a:gd name="T89" fmla="*/ 92 h 179"/>
                  <a:gd name="T90" fmla="*/ 94 w 125"/>
                  <a:gd name="T91" fmla="*/ 76 h 179"/>
                  <a:gd name="T92" fmla="*/ 110 w 125"/>
                  <a:gd name="T93" fmla="*/ 60 h 179"/>
                  <a:gd name="T94" fmla="*/ 105 w 125"/>
                  <a:gd name="T95" fmla="*/ 57 h 179"/>
                  <a:gd name="T96" fmla="*/ 101 w 125"/>
                  <a:gd name="T97" fmla="*/ 59 h 179"/>
                  <a:gd name="T98" fmla="*/ 91 w 125"/>
                  <a:gd name="T99" fmla="*/ 54 h 179"/>
                  <a:gd name="T100" fmla="*/ 91 w 125"/>
                  <a:gd name="T101" fmla="*/ 29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25" h="179">
                    <a:moveTo>
                      <a:pt x="56" y="91"/>
                    </a:moveTo>
                    <a:cubicBezTo>
                      <a:pt x="56" y="87"/>
                      <a:pt x="60" y="85"/>
                      <a:pt x="63" y="83"/>
                    </a:cubicBezTo>
                    <a:cubicBezTo>
                      <a:pt x="64" y="83"/>
                      <a:pt x="64" y="83"/>
                      <a:pt x="64" y="83"/>
                    </a:cubicBezTo>
                    <a:cubicBezTo>
                      <a:pt x="67" y="83"/>
                      <a:pt x="67" y="84"/>
                      <a:pt x="69" y="84"/>
                    </a:cubicBezTo>
                    <a:cubicBezTo>
                      <a:pt x="71" y="94"/>
                      <a:pt x="71" y="94"/>
                      <a:pt x="71" y="94"/>
                    </a:cubicBezTo>
                    <a:cubicBezTo>
                      <a:pt x="71" y="95"/>
                      <a:pt x="71" y="95"/>
                      <a:pt x="71" y="95"/>
                    </a:cubicBezTo>
                    <a:cubicBezTo>
                      <a:pt x="68" y="100"/>
                      <a:pt x="68" y="99"/>
                      <a:pt x="63" y="101"/>
                    </a:cubicBezTo>
                    <a:cubicBezTo>
                      <a:pt x="61" y="99"/>
                      <a:pt x="56" y="95"/>
                      <a:pt x="56" y="91"/>
                    </a:cubicBezTo>
                    <a:close/>
                    <a:moveTo>
                      <a:pt x="72" y="83"/>
                    </a:moveTo>
                    <a:cubicBezTo>
                      <a:pt x="74" y="79"/>
                      <a:pt x="73" y="79"/>
                      <a:pt x="77" y="77"/>
                    </a:cubicBezTo>
                    <a:cubicBezTo>
                      <a:pt x="79" y="75"/>
                      <a:pt x="82" y="75"/>
                      <a:pt x="83" y="73"/>
                    </a:cubicBezTo>
                    <a:cubicBezTo>
                      <a:pt x="88" y="76"/>
                      <a:pt x="89" y="76"/>
                      <a:pt x="90" y="82"/>
                    </a:cubicBezTo>
                    <a:cubicBezTo>
                      <a:pt x="92" y="95"/>
                      <a:pt x="92" y="95"/>
                      <a:pt x="92" y="95"/>
                    </a:cubicBezTo>
                    <a:cubicBezTo>
                      <a:pt x="93" y="96"/>
                      <a:pt x="93" y="96"/>
                      <a:pt x="93" y="96"/>
                    </a:cubicBezTo>
                    <a:cubicBezTo>
                      <a:pt x="94" y="99"/>
                      <a:pt x="94" y="99"/>
                      <a:pt x="94" y="99"/>
                    </a:cubicBezTo>
                    <a:cubicBezTo>
                      <a:pt x="91" y="105"/>
                      <a:pt x="93" y="103"/>
                      <a:pt x="88" y="106"/>
                    </a:cubicBezTo>
                    <a:cubicBezTo>
                      <a:pt x="83" y="101"/>
                      <a:pt x="82" y="101"/>
                      <a:pt x="79" y="95"/>
                    </a:cubicBezTo>
                    <a:cubicBezTo>
                      <a:pt x="77" y="93"/>
                      <a:pt x="77" y="91"/>
                      <a:pt x="75" y="89"/>
                    </a:cubicBezTo>
                    <a:cubicBezTo>
                      <a:pt x="73" y="87"/>
                      <a:pt x="73" y="86"/>
                      <a:pt x="72" y="83"/>
                    </a:cubicBezTo>
                    <a:close/>
                    <a:moveTo>
                      <a:pt x="91" y="29"/>
                    </a:moveTo>
                    <a:cubicBezTo>
                      <a:pt x="91" y="22"/>
                      <a:pt x="95" y="12"/>
                      <a:pt x="95" y="4"/>
                    </a:cubicBezTo>
                    <a:cubicBezTo>
                      <a:pt x="95" y="4"/>
                      <a:pt x="95" y="4"/>
                      <a:pt x="95" y="4"/>
                    </a:cubicBezTo>
                    <a:cubicBezTo>
                      <a:pt x="95" y="3"/>
                      <a:pt x="95" y="3"/>
                      <a:pt x="95" y="3"/>
                    </a:cubicBezTo>
                    <a:cubicBezTo>
                      <a:pt x="93" y="0"/>
                      <a:pt x="95" y="1"/>
                      <a:pt x="92" y="0"/>
                    </a:cubicBezTo>
                    <a:cubicBezTo>
                      <a:pt x="91" y="0"/>
                      <a:pt x="91" y="0"/>
                      <a:pt x="91" y="0"/>
                    </a:cubicBezTo>
                    <a:cubicBezTo>
                      <a:pt x="86" y="0"/>
                      <a:pt x="86" y="0"/>
                      <a:pt x="86" y="0"/>
                    </a:cubicBezTo>
                    <a:cubicBezTo>
                      <a:pt x="85" y="0"/>
                      <a:pt x="85" y="0"/>
                      <a:pt x="85" y="0"/>
                    </a:cubicBezTo>
                    <a:cubicBezTo>
                      <a:pt x="82" y="1"/>
                      <a:pt x="80" y="4"/>
                      <a:pt x="80" y="7"/>
                    </a:cubicBezTo>
                    <a:cubicBezTo>
                      <a:pt x="83" y="30"/>
                      <a:pt x="83" y="30"/>
                      <a:pt x="83" y="30"/>
                    </a:cubicBezTo>
                    <a:cubicBezTo>
                      <a:pt x="83" y="30"/>
                      <a:pt x="83" y="30"/>
                      <a:pt x="83" y="30"/>
                    </a:cubicBezTo>
                    <a:cubicBezTo>
                      <a:pt x="83" y="38"/>
                      <a:pt x="86" y="44"/>
                      <a:pt x="86" y="49"/>
                    </a:cubicBezTo>
                    <a:cubicBezTo>
                      <a:pt x="86" y="50"/>
                      <a:pt x="86" y="50"/>
                      <a:pt x="86" y="50"/>
                    </a:cubicBezTo>
                    <a:cubicBezTo>
                      <a:pt x="87" y="62"/>
                      <a:pt x="87" y="62"/>
                      <a:pt x="87" y="62"/>
                    </a:cubicBezTo>
                    <a:cubicBezTo>
                      <a:pt x="87" y="68"/>
                      <a:pt x="52" y="81"/>
                      <a:pt x="46" y="84"/>
                    </a:cubicBezTo>
                    <a:cubicBezTo>
                      <a:pt x="39" y="87"/>
                      <a:pt x="31" y="89"/>
                      <a:pt x="23" y="92"/>
                    </a:cubicBezTo>
                    <a:cubicBezTo>
                      <a:pt x="20" y="94"/>
                      <a:pt x="0" y="96"/>
                      <a:pt x="0" y="99"/>
                    </a:cubicBezTo>
                    <a:cubicBezTo>
                      <a:pt x="0" y="101"/>
                      <a:pt x="9" y="108"/>
                      <a:pt x="11" y="108"/>
                    </a:cubicBezTo>
                    <a:cubicBezTo>
                      <a:pt x="13" y="108"/>
                      <a:pt x="13" y="108"/>
                      <a:pt x="13" y="108"/>
                    </a:cubicBezTo>
                    <a:cubicBezTo>
                      <a:pt x="14" y="108"/>
                      <a:pt x="14" y="108"/>
                      <a:pt x="14" y="108"/>
                    </a:cubicBezTo>
                    <a:cubicBezTo>
                      <a:pt x="20" y="105"/>
                      <a:pt x="24" y="103"/>
                      <a:pt x="30" y="100"/>
                    </a:cubicBezTo>
                    <a:cubicBezTo>
                      <a:pt x="34" y="98"/>
                      <a:pt x="41" y="93"/>
                      <a:pt x="45" y="93"/>
                    </a:cubicBezTo>
                    <a:cubicBezTo>
                      <a:pt x="46" y="93"/>
                      <a:pt x="46" y="93"/>
                      <a:pt x="47" y="92"/>
                    </a:cubicBezTo>
                    <a:cubicBezTo>
                      <a:pt x="49" y="94"/>
                      <a:pt x="52" y="96"/>
                      <a:pt x="51" y="101"/>
                    </a:cubicBezTo>
                    <a:cubicBezTo>
                      <a:pt x="51" y="109"/>
                      <a:pt x="51" y="109"/>
                      <a:pt x="51" y="109"/>
                    </a:cubicBezTo>
                    <a:cubicBezTo>
                      <a:pt x="51" y="110"/>
                      <a:pt x="51" y="110"/>
                      <a:pt x="51" y="110"/>
                    </a:cubicBezTo>
                    <a:cubicBezTo>
                      <a:pt x="50" y="118"/>
                      <a:pt x="50" y="118"/>
                      <a:pt x="50" y="118"/>
                    </a:cubicBezTo>
                    <a:cubicBezTo>
                      <a:pt x="50" y="119"/>
                      <a:pt x="50" y="119"/>
                      <a:pt x="50" y="120"/>
                    </a:cubicBezTo>
                    <a:cubicBezTo>
                      <a:pt x="51" y="123"/>
                      <a:pt x="51" y="123"/>
                      <a:pt x="54" y="125"/>
                    </a:cubicBezTo>
                    <a:cubicBezTo>
                      <a:pt x="56" y="125"/>
                      <a:pt x="56" y="125"/>
                      <a:pt x="56" y="125"/>
                    </a:cubicBezTo>
                    <a:cubicBezTo>
                      <a:pt x="59" y="125"/>
                      <a:pt x="60" y="121"/>
                      <a:pt x="62" y="119"/>
                    </a:cubicBezTo>
                    <a:cubicBezTo>
                      <a:pt x="62" y="118"/>
                      <a:pt x="62" y="118"/>
                      <a:pt x="62" y="118"/>
                    </a:cubicBezTo>
                    <a:cubicBezTo>
                      <a:pt x="62" y="113"/>
                      <a:pt x="62" y="113"/>
                      <a:pt x="62" y="113"/>
                    </a:cubicBezTo>
                    <a:cubicBezTo>
                      <a:pt x="63" y="110"/>
                      <a:pt x="68" y="106"/>
                      <a:pt x="71" y="106"/>
                    </a:cubicBezTo>
                    <a:cubicBezTo>
                      <a:pt x="75" y="106"/>
                      <a:pt x="77" y="109"/>
                      <a:pt x="78" y="111"/>
                    </a:cubicBezTo>
                    <a:cubicBezTo>
                      <a:pt x="78" y="112"/>
                      <a:pt x="78" y="112"/>
                      <a:pt x="78" y="112"/>
                    </a:cubicBezTo>
                    <a:cubicBezTo>
                      <a:pt x="78" y="113"/>
                      <a:pt x="78" y="113"/>
                      <a:pt x="78" y="113"/>
                    </a:cubicBezTo>
                    <a:cubicBezTo>
                      <a:pt x="78" y="115"/>
                      <a:pt x="78" y="115"/>
                      <a:pt x="79" y="116"/>
                    </a:cubicBezTo>
                    <a:cubicBezTo>
                      <a:pt x="78" y="117"/>
                      <a:pt x="78" y="117"/>
                      <a:pt x="78" y="118"/>
                    </a:cubicBezTo>
                    <a:cubicBezTo>
                      <a:pt x="78" y="119"/>
                      <a:pt x="78" y="119"/>
                      <a:pt x="78" y="119"/>
                    </a:cubicBezTo>
                    <a:cubicBezTo>
                      <a:pt x="72" y="130"/>
                      <a:pt x="57" y="140"/>
                      <a:pt x="46" y="147"/>
                    </a:cubicBezTo>
                    <a:cubicBezTo>
                      <a:pt x="44" y="148"/>
                      <a:pt x="40" y="151"/>
                      <a:pt x="37" y="152"/>
                    </a:cubicBezTo>
                    <a:cubicBezTo>
                      <a:pt x="35" y="153"/>
                      <a:pt x="29" y="157"/>
                      <a:pt x="28" y="158"/>
                    </a:cubicBezTo>
                    <a:cubicBezTo>
                      <a:pt x="25" y="161"/>
                      <a:pt x="12" y="165"/>
                      <a:pt x="6" y="165"/>
                    </a:cubicBezTo>
                    <a:cubicBezTo>
                      <a:pt x="4" y="165"/>
                      <a:pt x="2" y="168"/>
                      <a:pt x="1" y="170"/>
                    </a:cubicBezTo>
                    <a:cubicBezTo>
                      <a:pt x="4" y="171"/>
                      <a:pt x="4" y="173"/>
                      <a:pt x="7" y="175"/>
                    </a:cubicBezTo>
                    <a:cubicBezTo>
                      <a:pt x="10" y="176"/>
                      <a:pt x="12" y="176"/>
                      <a:pt x="14" y="178"/>
                    </a:cubicBezTo>
                    <a:cubicBezTo>
                      <a:pt x="18" y="179"/>
                      <a:pt x="18" y="179"/>
                      <a:pt x="18" y="179"/>
                    </a:cubicBezTo>
                    <a:cubicBezTo>
                      <a:pt x="20" y="179"/>
                      <a:pt x="18" y="179"/>
                      <a:pt x="20" y="179"/>
                    </a:cubicBezTo>
                    <a:cubicBezTo>
                      <a:pt x="21" y="179"/>
                      <a:pt x="21" y="179"/>
                      <a:pt x="21" y="179"/>
                    </a:cubicBezTo>
                    <a:cubicBezTo>
                      <a:pt x="22" y="179"/>
                      <a:pt x="22" y="179"/>
                      <a:pt x="22" y="179"/>
                    </a:cubicBezTo>
                    <a:cubicBezTo>
                      <a:pt x="26" y="177"/>
                      <a:pt x="30" y="175"/>
                      <a:pt x="33" y="173"/>
                    </a:cubicBezTo>
                    <a:cubicBezTo>
                      <a:pt x="35" y="171"/>
                      <a:pt x="36" y="170"/>
                      <a:pt x="38" y="169"/>
                    </a:cubicBezTo>
                    <a:cubicBezTo>
                      <a:pt x="39" y="168"/>
                      <a:pt x="43" y="166"/>
                      <a:pt x="43" y="166"/>
                    </a:cubicBezTo>
                    <a:cubicBezTo>
                      <a:pt x="49" y="160"/>
                      <a:pt x="55" y="156"/>
                      <a:pt x="61" y="150"/>
                    </a:cubicBezTo>
                    <a:cubicBezTo>
                      <a:pt x="64" y="148"/>
                      <a:pt x="67" y="145"/>
                      <a:pt x="70" y="143"/>
                    </a:cubicBezTo>
                    <a:cubicBezTo>
                      <a:pt x="73" y="140"/>
                      <a:pt x="76" y="137"/>
                      <a:pt x="79" y="135"/>
                    </a:cubicBezTo>
                    <a:cubicBezTo>
                      <a:pt x="82" y="132"/>
                      <a:pt x="85" y="130"/>
                      <a:pt x="87" y="127"/>
                    </a:cubicBezTo>
                    <a:cubicBezTo>
                      <a:pt x="90" y="124"/>
                      <a:pt x="91" y="119"/>
                      <a:pt x="96" y="119"/>
                    </a:cubicBezTo>
                    <a:cubicBezTo>
                      <a:pt x="98" y="119"/>
                      <a:pt x="100" y="126"/>
                      <a:pt x="100" y="128"/>
                    </a:cubicBezTo>
                    <a:cubicBezTo>
                      <a:pt x="100" y="132"/>
                      <a:pt x="105" y="145"/>
                      <a:pt x="106" y="149"/>
                    </a:cubicBezTo>
                    <a:cubicBezTo>
                      <a:pt x="108" y="155"/>
                      <a:pt x="111" y="165"/>
                      <a:pt x="118" y="165"/>
                    </a:cubicBezTo>
                    <a:cubicBezTo>
                      <a:pt x="119" y="163"/>
                      <a:pt x="125" y="161"/>
                      <a:pt x="125" y="152"/>
                    </a:cubicBezTo>
                    <a:cubicBezTo>
                      <a:pt x="125" y="143"/>
                      <a:pt x="120" y="120"/>
                      <a:pt x="117" y="116"/>
                    </a:cubicBezTo>
                    <a:cubicBezTo>
                      <a:pt x="117" y="118"/>
                      <a:pt x="116" y="118"/>
                      <a:pt x="116" y="120"/>
                    </a:cubicBezTo>
                    <a:cubicBezTo>
                      <a:pt x="116" y="123"/>
                      <a:pt x="115" y="121"/>
                      <a:pt x="115" y="124"/>
                    </a:cubicBezTo>
                    <a:cubicBezTo>
                      <a:pt x="115" y="125"/>
                      <a:pt x="115" y="125"/>
                      <a:pt x="115" y="125"/>
                    </a:cubicBezTo>
                    <a:cubicBezTo>
                      <a:pt x="115" y="126"/>
                      <a:pt x="114" y="129"/>
                      <a:pt x="112" y="129"/>
                    </a:cubicBezTo>
                    <a:cubicBezTo>
                      <a:pt x="109" y="129"/>
                      <a:pt x="109" y="129"/>
                      <a:pt x="109" y="129"/>
                    </a:cubicBezTo>
                    <a:cubicBezTo>
                      <a:pt x="105" y="129"/>
                      <a:pt x="102" y="110"/>
                      <a:pt x="100" y="105"/>
                    </a:cubicBezTo>
                    <a:cubicBezTo>
                      <a:pt x="98" y="101"/>
                      <a:pt x="98" y="97"/>
                      <a:pt x="97" y="92"/>
                    </a:cubicBezTo>
                    <a:cubicBezTo>
                      <a:pt x="96" y="87"/>
                      <a:pt x="94" y="86"/>
                      <a:pt x="94" y="79"/>
                    </a:cubicBezTo>
                    <a:cubicBezTo>
                      <a:pt x="94" y="76"/>
                      <a:pt x="94" y="76"/>
                      <a:pt x="94" y="76"/>
                    </a:cubicBezTo>
                    <a:cubicBezTo>
                      <a:pt x="94" y="65"/>
                      <a:pt x="110" y="67"/>
                      <a:pt x="110" y="61"/>
                    </a:cubicBezTo>
                    <a:cubicBezTo>
                      <a:pt x="110" y="60"/>
                      <a:pt x="110" y="60"/>
                      <a:pt x="110" y="60"/>
                    </a:cubicBezTo>
                    <a:cubicBezTo>
                      <a:pt x="110" y="58"/>
                      <a:pt x="109" y="57"/>
                      <a:pt x="108" y="57"/>
                    </a:cubicBezTo>
                    <a:cubicBezTo>
                      <a:pt x="105" y="57"/>
                      <a:pt x="105" y="57"/>
                      <a:pt x="105" y="57"/>
                    </a:cubicBezTo>
                    <a:cubicBezTo>
                      <a:pt x="104" y="57"/>
                      <a:pt x="104" y="57"/>
                      <a:pt x="104" y="57"/>
                    </a:cubicBezTo>
                    <a:cubicBezTo>
                      <a:pt x="103" y="58"/>
                      <a:pt x="102" y="59"/>
                      <a:pt x="101" y="59"/>
                    </a:cubicBezTo>
                    <a:cubicBezTo>
                      <a:pt x="99" y="60"/>
                      <a:pt x="99" y="59"/>
                      <a:pt x="97" y="60"/>
                    </a:cubicBezTo>
                    <a:cubicBezTo>
                      <a:pt x="95" y="59"/>
                      <a:pt x="91" y="56"/>
                      <a:pt x="91" y="54"/>
                    </a:cubicBezTo>
                    <a:cubicBezTo>
                      <a:pt x="91" y="41"/>
                      <a:pt x="91" y="41"/>
                      <a:pt x="91" y="41"/>
                    </a:cubicBezTo>
                    <a:lnTo>
                      <a:pt x="91" y="29"/>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61" name="íšlïďè"/>
              <p:cNvSpPr/>
              <p:nvPr/>
            </p:nvSpPr>
            <p:spPr bwMode="auto">
              <a:xfrm>
                <a:off x="5478463" y="3581400"/>
                <a:ext cx="46038" cy="76200"/>
              </a:xfrm>
              <a:custGeom>
                <a:avLst/>
                <a:gdLst>
                  <a:gd name="T0" fmla="*/ 14 w 14"/>
                  <a:gd name="T1" fmla="*/ 15 h 23"/>
                  <a:gd name="T2" fmla="*/ 10 w 14"/>
                  <a:gd name="T3" fmla="*/ 6 h 23"/>
                  <a:gd name="T4" fmla="*/ 3 w 14"/>
                  <a:gd name="T5" fmla="*/ 0 h 23"/>
                  <a:gd name="T6" fmla="*/ 0 w 14"/>
                  <a:gd name="T7" fmla="*/ 3 h 23"/>
                  <a:gd name="T8" fmla="*/ 5 w 14"/>
                  <a:gd name="T9" fmla="*/ 11 h 23"/>
                  <a:gd name="T10" fmla="*/ 5 w 14"/>
                  <a:gd name="T11" fmla="*/ 12 h 23"/>
                  <a:gd name="T12" fmla="*/ 5 w 14"/>
                  <a:gd name="T13" fmla="*/ 14 h 23"/>
                  <a:gd name="T14" fmla="*/ 5 w 14"/>
                  <a:gd name="T15" fmla="*/ 15 h 23"/>
                  <a:gd name="T16" fmla="*/ 2 w 14"/>
                  <a:gd name="T17" fmla="*/ 19 h 23"/>
                  <a:gd name="T18" fmla="*/ 2 w 14"/>
                  <a:gd name="T19" fmla="*/ 22 h 23"/>
                  <a:gd name="T20" fmla="*/ 5 w 14"/>
                  <a:gd name="T21" fmla="*/ 23 h 23"/>
                  <a:gd name="T22" fmla="*/ 6 w 14"/>
                  <a:gd name="T23" fmla="*/ 23 h 23"/>
                  <a:gd name="T24" fmla="*/ 11 w 14"/>
                  <a:gd name="T25" fmla="*/ 20 h 23"/>
                  <a:gd name="T26" fmla="*/ 14 w 14"/>
                  <a:gd name="T27" fmla="*/ 15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4" h="23">
                    <a:moveTo>
                      <a:pt x="14" y="15"/>
                    </a:moveTo>
                    <a:cubicBezTo>
                      <a:pt x="14" y="11"/>
                      <a:pt x="12" y="9"/>
                      <a:pt x="10" y="6"/>
                    </a:cubicBezTo>
                    <a:cubicBezTo>
                      <a:pt x="8" y="5"/>
                      <a:pt x="3" y="1"/>
                      <a:pt x="3" y="0"/>
                    </a:cubicBezTo>
                    <a:cubicBezTo>
                      <a:pt x="0" y="3"/>
                      <a:pt x="0" y="3"/>
                      <a:pt x="0" y="3"/>
                    </a:cubicBezTo>
                    <a:cubicBezTo>
                      <a:pt x="5" y="11"/>
                      <a:pt x="5" y="11"/>
                      <a:pt x="5" y="11"/>
                    </a:cubicBezTo>
                    <a:cubicBezTo>
                      <a:pt x="5" y="12"/>
                      <a:pt x="5" y="12"/>
                      <a:pt x="5" y="12"/>
                    </a:cubicBezTo>
                    <a:cubicBezTo>
                      <a:pt x="5" y="14"/>
                      <a:pt x="5" y="14"/>
                      <a:pt x="5" y="14"/>
                    </a:cubicBezTo>
                    <a:cubicBezTo>
                      <a:pt x="5" y="15"/>
                      <a:pt x="5" y="15"/>
                      <a:pt x="5" y="15"/>
                    </a:cubicBezTo>
                    <a:cubicBezTo>
                      <a:pt x="2" y="19"/>
                      <a:pt x="2" y="19"/>
                      <a:pt x="2" y="19"/>
                    </a:cubicBezTo>
                    <a:cubicBezTo>
                      <a:pt x="2" y="22"/>
                      <a:pt x="2" y="22"/>
                      <a:pt x="2" y="22"/>
                    </a:cubicBezTo>
                    <a:cubicBezTo>
                      <a:pt x="5" y="23"/>
                      <a:pt x="5" y="23"/>
                      <a:pt x="5" y="23"/>
                    </a:cubicBezTo>
                    <a:cubicBezTo>
                      <a:pt x="6" y="23"/>
                      <a:pt x="6" y="23"/>
                      <a:pt x="6" y="23"/>
                    </a:cubicBezTo>
                    <a:cubicBezTo>
                      <a:pt x="7" y="23"/>
                      <a:pt x="11" y="21"/>
                      <a:pt x="11" y="20"/>
                    </a:cubicBezTo>
                    <a:cubicBezTo>
                      <a:pt x="13" y="19"/>
                      <a:pt x="13" y="17"/>
                      <a:pt x="14" y="1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62" name="işḷîḑe"/>
              <p:cNvSpPr/>
              <p:nvPr/>
            </p:nvSpPr>
            <p:spPr bwMode="auto">
              <a:xfrm>
                <a:off x="6310313" y="3136900"/>
                <a:ext cx="406400" cy="554038"/>
              </a:xfrm>
              <a:custGeom>
                <a:avLst/>
                <a:gdLst>
                  <a:gd name="T0" fmla="*/ 101 w 123"/>
                  <a:gd name="T1" fmla="*/ 9 h 166"/>
                  <a:gd name="T2" fmla="*/ 96 w 123"/>
                  <a:gd name="T3" fmla="*/ 0 h 166"/>
                  <a:gd name="T4" fmla="*/ 76 w 123"/>
                  <a:gd name="T5" fmla="*/ 23 h 166"/>
                  <a:gd name="T6" fmla="*/ 66 w 123"/>
                  <a:gd name="T7" fmla="*/ 20 h 166"/>
                  <a:gd name="T8" fmla="*/ 69 w 123"/>
                  <a:gd name="T9" fmla="*/ 29 h 166"/>
                  <a:gd name="T10" fmla="*/ 64 w 123"/>
                  <a:gd name="T11" fmla="*/ 38 h 166"/>
                  <a:gd name="T12" fmla="*/ 71 w 123"/>
                  <a:gd name="T13" fmla="*/ 37 h 166"/>
                  <a:gd name="T14" fmla="*/ 78 w 123"/>
                  <a:gd name="T15" fmla="*/ 38 h 166"/>
                  <a:gd name="T16" fmla="*/ 104 w 123"/>
                  <a:gd name="T17" fmla="*/ 37 h 166"/>
                  <a:gd name="T18" fmla="*/ 97 w 123"/>
                  <a:gd name="T19" fmla="*/ 43 h 166"/>
                  <a:gd name="T20" fmla="*/ 85 w 123"/>
                  <a:gd name="T21" fmla="*/ 56 h 166"/>
                  <a:gd name="T22" fmla="*/ 78 w 123"/>
                  <a:gd name="T23" fmla="*/ 67 h 166"/>
                  <a:gd name="T24" fmla="*/ 72 w 123"/>
                  <a:gd name="T25" fmla="*/ 62 h 166"/>
                  <a:gd name="T26" fmla="*/ 72 w 123"/>
                  <a:gd name="T27" fmla="*/ 48 h 166"/>
                  <a:gd name="T28" fmla="*/ 63 w 123"/>
                  <a:gd name="T29" fmla="*/ 57 h 166"/>
                  <a:gd name="T30" fmla="*/ 56 w 123"/>
                  <a:gd name="T31" fmla="*/ 57 h 166"/>
                  <a:gd name="T32" fmla="*/ 61 w 123"/>
                  <a:gd name="T33" fmla="*/ 66 h 166"/>
                  <a:gd name="T34" fmla="*/ 59 w 123"/>
                  <a:gd name="T35" fmla="*/ 70 h 166"/>
                  <a:gd name="T36" fmla="*/ 68 w 123"/>
                  <a:gd name="T37" fmla="*/ 74 h 166"/>
                  <a:gd name="T38" fmla="*/ 68 w 123"/>
                  <a:gd name="T39" fmla="*/ 78 h 166"/>
                  <a:gd name="T40" fmla="*/ 40 w 123"/>
                  <a:gd name="T41" fmla="*/ 92 h 166"/>
                  <a:gd name="T42" fmla="*/ 24 w 123"/>
                  <a:gd name="T43" fmla="*/ 99 h 166"/>
                  <a:gd name="T44" fmla="*/ 3 w 123"/>
                  <a:gd name="T45" fmla="*/ 105 h 166"/>
                  <a:gd name="T46" fmla="*/ 2 w 123"/>
                  <a:gd name="T47" fmla="*/ 112 h 166"/>
                  <a:gd name="T48" fmla="*/ 14 w 123"/>
                  <a:gd name="T49" fmla="*/ 120 h 166"/>
                  <a:gd name="T50" fmla="*/ 32 w 123"/>
                  <a:gd name="T51" fmla="*/ 108 h 166"/>
                  <a:gd name="T52" fmla="*/ 55 w 123"/>
                  <a:gd name="T53" fmla="*/ 93 h 166"/>
                  <a:gd name="T54" fmla="*/ 63 w 123"/>
                  <a:gd name="T55" fmla="*/ 89 h 166"/>
                  <a:gd name="T56" fmla="*/ 82 w 123"/>
                  <a:gd name="T57" fmla="*/ 83 h 166"/>
                  <a:gd name="T58" fmla="*/ 82 w 123"/>
                  <a:gd name="T59" fmla="*/ 86 h 166"/>
                  <a:gd name="T60" fmla="*/ 74 w 123"/>
                  <a:gd name="T61" fmla="*/ 97 h 166"/>
                  <a:gd name="T62" fmla="*/ 61 w 123"/>
                  <a:gd name="T63" fmla="*/ 107 h 166"/>
                  <a:gd name="T64" fmla="*/ 64 w 123"/>
                  <a:gd name="T65" fmla="*/ 118 h 166"/>
                  <a:gd name="T66" fmla="*/ 55 w 123"/>
                  <a:gd name="T67" fmla="*/ 126 h 166"/>
                  <a:gd name="T68" fmla="*/ 40 w 123"/>
                  <a:gd name="T69" fmla="*/ 129 h 166"/>
                  <a:gd name="T70" fmla="*/ 30 w 123"/>
                  <a:gd name="T71" fmla="*/ 130 h 166"/>
                  <a:gd name="T72" fmla="*/ 35 w 123"/>
                  <a:gd name="T73" fmla="*/ 141 h 166"/>
                  <a:gd name="T74" fmla="*/ 38 w 123"/>
                  <a:gd name="T75" fmla="*/ 141 h 166"/>
                  <a:gd name="T76" fmla="*/ 56 w 123"/>
                  <a:gd name="T77" fmla="*/ 133 h 166"/>
                  <a:gd name="T78" fmla="*/ 63 w 123"/>
                  <a:gd name="T79" fmla="*/ 141 h 166"/>
                  <a:gd name="T80" fmla="*/ 56 w 123"/>
                  <a:gd name="T81" fmla="*/ 154 h 166"/>
                  <a:gd name="T82" fmla="*/ 53 w 123"/>
                  <a:gd name="T83" fmla="*/ 154 h 166"/>
                  <a:gd name="T84" fmla="*/ 49 w 123"/>
                  <a:gd name="T85" fmla="*/ 154 h 166"/>
                  <a:gd name="T86" fmla="*/ 46 w 123"/>
                  <a:gd name="T87" fmla="*/ 156 h 166"/>
                  <a:gd name="T88" fmla="*/ 56 w 123"/>
                  <a:gd name="T89" fmla="*/ 166 h 166"/>
                  <a:gd name="T90" fmla="*/ 71 w 123"/>
                  <a:gd name="T91" fmla="*/ 160 h 166"/>
                  <a:gd name="T92" fmla="*/ 75 w 123"/>
                  <a:gd name="T93" fmla="*/ 146 h 166"/>
                  <a:gd name="T94" fmla="*/ 80 w 123"/>
                  <a:gd name="T95" fmla="*/ 124 h 166"/>
                  <a:gd name="T96" fmla="*/ 94 w 123"/>
                  <a:gd name="T97" fmla="*/ 120 h 166"/>
                  <a:gd name="T98" fmla="*/ 81 w 123"/>
                  <a:gd name="T99" fmla="*/ 117 h 166"/>
                  <a:gd name="T100" fmla="*/ 72 w 123"/>
                  <a:gd name="T101" fmla="*/ 107 h 166"/>
                  <a:gd name="T102" fmla="*/ 78 w 123"/>
                  <a:gd name="T103" fmla="*/ 96 h 166"/>
                  <a:gd name="T104" fmla="*/ 92 w 123"/>
                  <a:gd name="T105" fmla="*/ 89 h 166"/>
                  <a:gd name="T106" fmla="*/ 102 w 123"/>
                  <a:gd name="T107" fmla="*/ 78 h 166"/>
                  <a:gd name="T108" fmla="*/ 95 w 123"/>
                  <a:gd name="T109" fmla="*/ 61 h 166"/>
                  <a:gd name="T110" fmla="*/ 109 w 123"/>
                  <a:gd name="T111" fmla="*/ 48 h 166"/>
                  <a:gd name="T112" fmla="*/ 116 w 123"/>
                  <a:gd name="T113" fmla="*/ 42 h 166"/>
                  <a:gd name="T114" fmla="*/ 121 w 123"/>
                  <a:gd name="T115" fmla="*/ 32 h 166"/>
                  <a:gd name="T116" fmla="*/ 116 w 123"/>
                  <a:gd name="T117" fmla="*/ 17 h 166"/>
                  <a:gd name="T118" fmla="*/ 104 w 123"/>
                  <a:gd name="T119" fmla="*/ 20 h 166"/>
                  <a:gd name="T120" fmla="*/ 93 w 123"/>
                  <a:gd name="T121" fmla="*/ 21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23" h="166">
                    <a:moveTo>
                      <a:pt x="93" y="21"/>
                    </a:moveTo>
                    <a:cubicBezTo>
                      <a:pt x="94" y="14"/>
                      <a:pt x="98" y="14"/>
                      <a:pt x="101" y="9"/>
                    </a:cubicBezTo>
                    <a:cubicBezTo>
                      <a:pt x="101" y="8"/>
                      <a:pt x="101" y="8"/>
                      <a:pt x="101" y="8"/>
                    </a:cubicBezTo>
                    <a:cubicBezTo>
                      <a:pt x="101" y="5"/>
                      <a:pt x="97" y="1"/>
                      <a:pt x="96" y="0"/>
                    </a:cubicBezTo>
                    <a:cubicBezTo>
                      <a:pt x="89" y="3"/>
                      <a:pt x="91" y="6"/>
                      <a:pt x="88" y="13"/>
                    </a:cubicBezTo>
                    <a:cubicBezTo>
                      <a:pt x="85" y="17"/>
                      <a:pt x="82" y="23"/>
                      <a:pt x="76" y="23"/>
                    </a:cubicBezTo>
                    <a:cubicBezTo>
                      <a:pt x="75" y="23"/>
                      <a:pt x="70" y="18"/>
                      <a:pt x="67" y="17"/>
                    </a:cubicBezTo>
                    <a:cubicBezTo>
                      <a:pt x="66" y="20"/>
                      <a:pt x="66" y="20"/>
                      <a:pt x="66" y="20"/>
                    </a:cubicBezTo>
                    <a:cubicBezTo>
                      <a:pt x="67" y="23"/>
                      <a:pt x="69" y="24"/>
                      <a:pt x="69" y="28"/>
                    </a:cubicBezTo>
                    <a:cubicBezTo>
                      <a:pt x="69" y="29"/>
                      <a:pt x="69" y="29"/>
                      <a:pt x="69" y="29"/>
                    </a:cubicBezTo>
                    <a:cubicBezTo>
                      <a:pt x="69" y="29"/>
                      <a:pt x="63" y="36"/>
                      <a:pt x="62" y="37"/>
                    </a:cubicBezTo>
                    <a:cubicBezTo>
                      <a:pt x="63" y="38"/>
                      <a:pt x="61" y="38"/>
                      <a:pt x="64" y="38"/>
                    </a:cubicBezTo>
                    <a:cubicBezTo>
                      <a:pt x="64" y="38"/>
                      <a:pt x="64" y="38"/>
                      <a:pt x="64" y="38"/>
                    </a:cubicBezTo>
                    <a:cubicBezTo>
                      <a:pt x="71" y="37"/>
                      <a:pt x="71" y="37"/>
                      <a:pt x="71" y="37"/>
                    </a:cubicBezTo>
                    <a:cubicBezTo>
                      <a:pt x="74" y="37"/>
                      <a:pt x="74" y="38"/>
                      <a:pt x="78" y="38"/>
                    </a:cubicBezTo>
                    <a:cubicBezTo>
                      <a:pt x="78" y="38"/>
                      <a:pt x="78" y="38"/>
                      <a:pt x="78" y="38"/>
                    </a:cubicBezTo>
                    <a:cubicBezTo>
                      <a:pt x="79" y="38"/>
                      <a:pt x="84" y="33"/>
                      <a:pt x="91" y="32"/>
                    </a:cubicBezTo>
                    <a:cubicBezTo>
                      <a:pt x="96" y="31"/>
                      <a:pt x="104" y="30"/>
                      <a:pt x="104" y="37"/>
                    </a:cubicBezTo>
                    <a:cubicBezTo>
                      <a:pt x="104" y="39"/>
                      <a:pt x="102" y="41"/>
                      <a:pt x="101" y="43"/>
                    </a:cubicBezTo>
                    <a:cubicBezTo>
                      <a:pt x="98" y="43"/>
                      <a:pt x="99" y="43"/>
                      <a:pt x="97" y="43"/>
                    </a:cubicBezTo>
                    <a:cubicBezTo>
                      <a:pt x="96" y="43"/>
                      <a:pt x="93" y="42"/>
                      <a:pt x="92" y="41"/>
                    </a:cubicBezTo>
                    <a:cubicBezTo>
                      <a:pt x="85" y="46"/>
                      <a:pt x="88" y="49"/>
                      <a:pt x="85" y="56"/>
                    </a:cubicBezTo>
                    <a:cubicBezTo>
                      <a:pt x="84" y="57"/>
                      <a:pt x="81" y="64"/>
                      <a:pt x="81" y="64"/>
                    </a:cubicBezTo>
                    <a:cubicBezTo>
                      <a:pt x="80" y="66"/>
                      <a:pt x="80" y="64"/>
                      <a:pt x="78" y="67"/>
                    </a:cubicBezTo>
                    <a:cubicBezTo>
                      <a:pt x="77" y="70"/>
                      <a:pt x="78" y="68"/>
                      <a:pt x="76" y="70"/>
                    </a:cubicBezTo>
                    <a:cubicBezTo>
                      <a:pt x="74" y="67"/>
                      <a:pt x="72" y="66"/>
                      <a:pt x="72" y="62"/>
                    </a:cubicBezTo>
                    <a:cubicBezTo>
                      <a:pt x="72" y="61"/>
                      <a:pt x="75" y="55"/>
                      <a:pt x="76" y="54"/>
                    </a:cubicBezTo>
                    <a:cubicBezTo>
                      <a:pt x="75" y="51"/>
                      <a:pt x="75" y="48"/>
                      <a:pt x="72" y="48"/>
                    </a:cubicBezTo>
                    <a:cubicBezTo>
                      <a:pt x="71" y="48"/>
                      <a:pt x="70" y="49"/>
                      <a:pt x="70" y="49"/>
                    </a:cubicBezTo>
                    <a:cubicBezTo>
                      <a:pt x="70" y="55"/>
                      <a:pt x="67" y="55"/>
                      <a:pt x="63" y="57"/>
                    </a:cubicBezTo>
                    <a:cubicBezTo>
                      <a:pt x="62" y="56"/>
                      <a:pt x="60" y="55"/>
                      <a:pt x="59" y="55"/>
                    </a:cubicBezTo>
                    <a:cubicBezTo>
                      <a:pt x="58" y="55"/>
                      <a:pt x="56" y="57"/>
                      <a:pt x="56" y="57"/>
                    </a:cubicBezTo>
                    <a:cubicBezTo>
                      <a:pt x="58" y="60"/>
                      <a:pt x="59" y="60"/>
                      <a:pt x="61" y="64"/>
                    </a:cubicBezTo>
                    <a:cubicBezTo>
                      <a:pt x="61" y="66"/>
                      <a:pt x="61" y="66"/>
                      <a:pt x="61" y="66"/>
                    </a:cubicBezTo>
                    <a:cubicBezTo>
                      <a:pt x="61" y="67"/>
                      <a:pt x="61" y="67"/>
                      <a:pt x="61" y="67"/>
                    </a:cubicBezTo>
                    <a:cubicBezTo>
                      <a:pt x="59" y="70"/>
                      <a:pt x="59" y="70"/>
                      <a:pt x="59" y="70"/>
                    </a:cubicBezTo>
                    <a:cubicBezTo>
                      <a:pt x="60" y="71"/>
                      <a:pt x="58" y="71"/>
                      <a:pt x="61" y="71"/>
                    </a:cubicBezTo>
                    <a:cubicBezTo>
                      <a:pt x="64" y="71"/>
                      <a:pt x="66" y="72"/>
                      <a:pt x="68" y="74"/>
                    </a:cubicBezTo>
                    <a:cubicBezTo>
                      <a:pt x="68" y="75"/>
                      <a:pt x="68" y="75"/>
                      <a:pt x="68" y="75"/>
                    </a:cubicBezTo>
                    <a:cubicBezTo>
                      <a:pt x="68" y="78"/>
                      <a:pt x="68" y="78"/>
                      <a:pt x="68" y="78"/>
                    </a:cubicBezTo>
                    <a:cubicBezTo>
                      <a:pt x="68" y="82"/>
                      <a:pt x="58" y="85"/>
                      <a:pt x="55" y="86"/>
                    </a:cubicBezTo>
                    <a:cubicBezTo>
                      <a:pt x="50" y="88"/>
                      <a:pt x="44" y="91"/>
                      <a:pt x="40" y="92"/>
                    </a:cubicBezTo>
                    <a:cubicBezTo>
                      <a:pt x="36" y="94"/>
                      <a:pt x="35" y="94"/>
                      <a:pt x="32" y="96"/>
                    </a:cubicBezTo>
                    <a:cubicBezTo>
                      <a:pt x="29" y="97"/>
                      <a:pt x="27" y="97"/>
                      <a:pt x="24" y="99"/>
                    </a:cubicBezTo>
                    <a:cubicBezTo>
                      <a:pt x="20" y="101"/>
                      <a:pt x="13" y="104"/>
                      <a:pt x="9" y="104"/>
                    </a:cubicBezTo>
                    <a:cubicBezTo>
                      <a:pt x="3" y="105"/>
                      <a:pt x="3" y="105"/>
                      <a:pt x="3" y="105"/>
                    </a:cubicBezTo>
                    <a:cubicBezTo>
                      <a:pt x="1" y="105"/>
                      <a:pt x="1" y="106"/>
                      <a:pt x="0" y="107"/>
                    </a:cubicBezTo>
                    <a:cubicBezTo>
                      <a:pt x="0" y="108"/>
                      <a:pt x="0" y="111"/>
                      <a:pt x="2" y="112"/>
                    </a:cubicBezTo>
                    <a:cubicBezTo>
                      <a:pt x="4" y="114"/>
                      <a:pt x="3" y="114"/>
                      <a:pt x="5" y="115"/>
                    </a:cubicBezTo>
                    <a:cubicBezTo>
                      <a:pt x="6" y="116"/>
                      <a:pt x="12" y="119"/>
                      <a:pt x="14" y="120"/>
                    </a:cubicBezTo>
                    <a:cubicBezTo>
                      <a:pt x="15" y="119"/>
                      <a:pt x="15" y="119"/>
                      <a:pt x="17" y="119"/>
                    </a:cubicBezTo>
                    <a:cubicBezTo>
                      <a:pt x="20" y="119"/>
                      <a:pt x="30" y="110"/>
                      <a:pt x="32" y="108"/>
                    </a:cubicBezTo>
                    <a:cubicBezTo>
                      <a:pt x="36" y="104"/>
                      <a:pt x="42" y="101"/>
                      <a:pt x="47" y="98"/>
                    </a:cubicBezTo>
                    <a:cubicBezTo>
                      <a:pt x="50" y="96"/>
                      <a:pt x="52" y="95"/>
                      <a:pt x="55" y="93"/>
                    </a:cubicBezTo>
                    <a:cubicBezTo>
                      <a:pt x="57" y="92"/>
                      <a:pt x="58" y="92"/>
                      <a:pt x="59" y="91"/>
                    </a:cubicBezTo>
                    <a:cubicBezTo>
                      <a:pt x="61" y="90"/>
                      <a:pt x="61" y="90"/>
                      <a:pt x="63" y="89"/>
                    </a:cubicBezTo>
                    <a:cubicBezTo>
                      <a:pt x="68" y="87"/>
                      <a:pt x="74" y="80"/>
                      <a:pt x="79" y="80"/>
                    </a:cubicBezTo>
                    <a:cubicBezTo>
                      <a:pt x="81" y="80"/>
                      <a:pt x="82" y="82"/>
                      <a:pt x="82" y="83"/>
                    </a:cubicBezTo>
                    <a:cubicBezTo>
                      <a:pt x="82" y="85"/>
                      <a:pt x="82" y="85"/>
                      <a:pt x="82" y="85"/>
                    </a:cubicBezTo>
                    <a:cubicBezTo>
                      <a:pt x="82" y="86"/>
                      <a:pt x="82" y="86"/>
                      <a:pt x="82" y="86"/>
                    </a:cubicBezTo>
                    <a:cubicBezTo>
                      <a:pt x="80" y="90"/>
                      <a:pt x="79" y="89"/>
                      <a:pt x="78" y="93"/>
                    </a:cubicBezTo>
                    <a:cubicBezTo>
                      <a:pt x="75" y="94"/>
                      <a:pt x="75" y="94"/>
                      <a:pt x="74" y="97"/>
                    </a:cubicBezTo>
                    <a:cubicBezTo>
                      <a:pt x="69" y="98"/>
                      <a:pt x="71" y="99"/>
                      <a:pt x="67" y="101"/>
                    </a:cubicBezTo>
                    <a:cubicBezTo>
                      <a:pt x="63" y="103"/>
                      <a:pt x="63" y="103"/>
                      <a:pt x="61" y="107"/>
                    </a:cubicBezTo>
                    <a:cubicBezTo>
                      <a:pt x="61" y="110"/>
                      <a:pt x="64" y="114"/>
                      <a:pt x="64" y="117"/>
                    </a:cubicBezTo>
                    <a:cubicBezTo>
                      <a:pt x="64" y="118"/>
                      <a:pt x="64" y="118"/>
                      <a:pt x="64" y="118"/>
                    </a:cubicBezTo>
                    <a:cubicBezTo>
                      <a:pt x="64" y="119"/>
                      <a:pt x="64" y="119"/>
                      <a:pt x="64" y="119"/>
                    </a:cubicBezTo>
                    <a:cubicBezTo>
                      <a:pt x="61" y="123"/>
                      <a:pt x="60" y="125"/>
                      <a:pt x="55" y="126"/>
                    </a:cubicBezTo>
                    <a:cubicBezTo>
                      <a:pt x="51" y="127"/>
                      <a:pt x="43" y="129"/>
                      <a:pt x="41" y="129"/>
                    </a:cubicBezTo>
                    <a:cubicBezTo>
                      <a:pt x="40" y="129"/>
                      <a:pt x="40" y="129"/>
                      <a:pt x="40" y="129"/>
                    </a:cubicBezTo>
                    <a:cubicBezTo>
                      <a:pt x="32" y="130"/>
                      <a:pt x="32" y="130"/>
                      <a:pt x="32" y="130"/>
                    </a:cubicBezTo>
                    <a:cubicBezTo>
                      <a:pt x="30" y="130"/>
                      <a:pt x="30" y="130"/>
                      <a:pt x="30" y="130"/>
                    </a:cubicBezTo>
                    <a:cubicBezTo>
                      <a:pt x="27" y="132"/>
                      <a:pt x="27" y="132"/>
                      <a:pt x="27" y="132"/>
                    </a:cubicBezTo>
                    <a:cubicBezTo>
                      <a:pt x="30" y="136"/>
                      <a:pt x="30" y="138"/>
                      <a:pt x="35" y="141"/>
                    </a:cubicBezTo>
                    <a:cubicBezTo>
                      <a:pt x="36" y="141"/>
                      <a:pt x="36" y="141"/>
                      <a:pt x="36" y="141"/>
                    </a:cubicBezTo>
                    <a:cubicBezTo>
                      <a:pt x="38" y="141"/>
                      <a:pt x="38" y="141"/>
                      <a:pt x="38" y="141"/>
                    </a:cubicBezTo>
                    <a:cubicBezTo>
                      <a:pt x="39" y="141"/>
                      <a:pt x="39" y="141"/>
                      <a:pt x="39" y="141"/>
                    </a:cubicBezTo>
                    <a:cubicBezTo>
                      <a:pt x="43" y="138"/>
                      <a:pt x="51" y="133"/>
                      <a:pt x="56" y="133"/>
                    </a:cubicBezTo>
                    <a:cubicBezTo>
                      <a:pt x="58" y="133"/>
                      <a:pt x="58" y="133"/>
                      <a:pt x="58" y="133"/>
                    </a:cubicBezTo>
                    <a:cubicBezTo>
                      <a:pt x="62" y="133"/>
                      <a:pt x="63" y="137"/>
                      <a:pt x="63" y="141"/>
                    </a:cubicBezTo>
                    <a:cubicBezTo>
                      <a:pt x="63" y="143"/>
                      <a:pt x="63" y="143"/>
                      <a:pt x="63" y="143"/>
                    </a:cubicBezTo>
                    <a:cubicBezTo>
                      <a:pt x="63" y="150"/>
                      <a:pt x="60" y="152"/>
                      <a:pt x="56" y="154"/>
                    </a:cubicBezTo>
                    <a:cubicBezTo>
                      <a:pt x="55" y="154"/>
                      <a:pt x="55" y="154"/>
                      <a:pt x="55" y="154"/>
                    </a:cubicBezTo>
                    <a:cubicBezTo>
                      <a:pt x="53" y="154"/>
                      <a:pt x="53" y="154"/>
                      <a:pt x="53" y="154"/>
                    </a:cubicBezTo>
                    <a:cubicBezTo>
                      <a:pt x="52" y="154"/>
                      <a:pt x="52" y="154"/>
                      <a:pt x="51" y="153"/>
                    </a:cubicBezTo>
                    <a:cubicBezTo>
                      <a:pt x="50" y="154"/>
                      <a:pt x="50" y="154"/>
                      <a:pt x="49" y="154"/>
                    </a:cubicBezTo>
                    <a:cubicBezTo>
                      <a:pt x="47" y="154"/>
                      <a:pt x="47" y="154"/>
                      <a:pt x="47" y="154"/>
                    </a:cubicBezTo>
                    <a:cubicBezTo>
                      <a:pt x="47" y="155"/>
                      <a:pt x="46" y="155"/>
                      <a:pt x="46" y="156"/>
                    </a:cubicBezTo>
                    <a:cubicBezTo>
                      <a:pt x="46" y="158"/>
                      <a:pt x="53" y="165"/>
                      <a:pt x="55" y="166"/>
                    </a:cubicBezTo>
                    <a:cubicBezTo>
                      <a:pt x="56" y="166"/>
                      <a:pt x="56" y="166"/>
                      <a:pt x="56" y="166"/>
                    </a:cubicBezTo>
                    <a:cubicBezTo>
                      <a:pt x="61" y="166"/>
                      <a:pt x="61" y="166"/>
                      <a:pt x="61" y="166"/>
                    </a:cubicBezTo>
                    <a:cubicBezTo>
                      <a:pt x="66" y="166"/>
                      <a:pt x="69" y="163"/>
                      <a:pt x="71" y="160"/>
                    </a:cubicBezTo>
                    <a:cubicBezTo>
                      <a:pt x="74" y="155"/>
                      <a:pt x="74" y="151"/>
                      <a:pt x="76" y="148"/>
                    </a:cubicBezTo>
                    <a:cubicBezTo>
                      <a:pt x="75" y="146"/>
                      <a:pt x="75" y="148"/>
                      <a:pt x="75" y="146"/>
                    </a:cubicBezTo>
                    <a:cubicBezTo>
                      <a:pt x="75" y="138"/>
                      <a:pt x="75" y="138"/>
                      <a:pt x="75" y="138"/>
                    </a:cubicBezTo>
                    <a:cubicBezTo>
                      <a:pt x="75" y="130"/>
                      <a:pt x="74" y="128"/>
                      <a:pt x="80" y="124"/>
                    </a:cubicBezTo>
                    <a:cubicBezTo>
                      <a:pt x="81" y="124"/>
                      <a:pt x="81" y="124"/>
                      <a:pt x="81" y="124"/>
                    </a:cubicBezTo>
                    <a:cubicBezTo>
                      <a:pt x="90" y="124"/>
                      <a:pt x="90" y="127"/>
                      <a:pt x="94" y="120"/>
                    </a:cubicBezTo>
                    <a:cubicBezTo>
                      <a:pt x="92" y="117"/>
                      <a:pt x="91" y="116"/>
                      <a:pt x="88" y="115"/>
                    </a:cubicBezTo>
                    <a:cubicBezTo>
                      <a:pt x="86" y="116"/>
                      <a:pt x="84" y="117"/>
                      <a:pt x="81" y="117"/>
                    </a:cubicBezTo>
                    <a:cubicBezTo>
                      <a:pt x="79" y="117"/>
                      <a:pt x="79" y="117"/>
                      <a:pt x="79" y="117"/>
                    </a:cubicBezTo>
                    <a:cubicBezTo>
                      <a:pt x="77" y="116"/>
                      <a:pt x="72" y="109"/>
                      <a:pt x="72" y="107"/>
                    </a:cubicBezTo>
                    <a:cubicBezTo>
                      <a:pt x="72" y="105"/>
                      <a:pt x="72" y="105"/>
                      <a:pt x="72" y="105"/>
                    </a:cubicBezTo>
                    <a:cubicBezTo>
                      <a:pt x="72" y="99"/>
                      <a:pt x="75" y="100"/>
                      <a:pt x="78" y="96"/>
                    </a:cubicBezTo>
                    <a:cubicBezTo>
                      <a:pt x="80" y="96"/>
                      <a:pt x="80" y="96"/>
                      <a:pt x="80" y="96"/>
                    </a:cubicBezTo>
                    <a:cubicBezTo>
                      <a:pt x="82" y="93"/>
                      <a:pt x="89" y="90"/>
                      <a:pt x="92" y="89"/>
                    </a:cubicBezTo>
                    <a:cubicBezTo>
                      <a:pt x="95" y="87"/>
                      <a:pt x="101" y="83"/>
                      <a:pt x="101" y="80"/>
                    </a:cubicBezTo>
                    <a:cubicBezTo>
                      <a:pt x="101" y="77"/>
                      <a:pt x="101" y="79"/>
                      <a:pt x="102" y="78"/>
                    </a:cubicBezTo>
                    <a:cubicBezTo>
                      <a:pt x="101" y="77"/>
                      <a:pt x="101" y="79"/>
                      <a:pt x="101" y="77"/>
                    </a:cubicBezTo>
                    <a:cubicBezTo>
                      <a:pt x="101" y="73"/>
                      <a:pt x="96" y="64"/>
                      <a:pt x="95" y="61"/>
                    </a:cubicBezTo>
                    <a:cubicBezTo>
                      <a:pt x="95" y="61"/>
                      <a:pt x="101" y="55"/>
                      <a:pt x="102" y="55"/>
                    </a:cubicBezTo>
                    <a:cubicBezTo>
                      <a:pt x="104" y="52"/>
                      <a:pt x="106" y="51"/>
                      <a:pt x="109" y="48"/>
                    </a:cubicBezTo>
                    <a:cubicBezTo>
                      <a:pt x="110" y="47"/>
                      <a:pt x="112" y="46"/>
                      <a:pt x="113" y="45"/>
                    </a:cubicBezTo>
                    <a:cubicBezTo>
                      <a:pt x="114" y="44"/>
                      <a:pt x="115" y="43"/>
                      <a:pt x="116" y="42"/>
                    </a:cubicBezTo>
                    <a:cubicBezTo>
                      <a:pt x="118" y="39"/>
                      <a:pt x="118" y="35"/>
                      <a:pt x="121" y="34"/>
                    </a:cubicBezTo>
                    <a:cubicBezTo>
                      <a:pt x="121" y="32"/>
                      <a:pt x="121" y="32"/>
                      <a:pt x="121" y="32"/>
                    </a:cubicBezTo>
                    <a:cubicBezTo>
                      <a:pt x="121" y="27"/>
                      <a:pt x="123" y="30"/>
                      <a:pt x="120" y="24"/>
                    </a:cubicBezTo>
                    <a:cubicBezTo>
                      <a:pt x="118" y="20"/>
                      <a:pt x="118" y="20"/>
                      <a:pt x="116" y="17"/>
                    </a:cubicBezTo>
                    <a:cubicBezTo>
                      <a:pt x="113" y="17"/>
                      <a:pt x="113" y="17"/>
                      <a:pt x="113" y="17"/>
                    </a:cubicBezTo>
                    <a:cubicBezTo>
                      <a:pt x="111" y="17"/>
                      <a:pt x="105" y="19"/>
                      <a:pt x="104" y="20"/>
                    </a:cubicBezTo>
                    <a:cubicBezTo>
                      <a:pt x="101" y="23"/>
                      <a:pt x="102" y="23"/>
                      <a:pt x="96" y="24"/>
                    </a:cubicBezTo>
                    <a:lnTo>
                      <a:pt x="93" y="2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63" name="íṥḻiďê"/>
              <p:cNvSpPr/>
              <p:nvPr/>
            </p:nvSpPr>
            <p:spPr bwMode="auto">
              <a:xfrm>
                <a:off x="5159376" y="3357563"/>
                <a:ext cx="117475" cy="366713"/>
              </a:xfrm>
              <a:custGeom>
                <a:avLst/>
                <a:gdLst>
                  <a:gd name="T0" fmla="*/ 23 w 36"/>
                  <a:gd name="T1" fmla="*/ 14 h 110"/>
                  <a:gd name="T2" fmla="*/ 23 w 36"/>
                  <a:gd name="T3" fmla="*/ 12 h 110"/>
                  <a:gd name="T4" fmla="*/ 18 w 36"/>
                  <a:gd name="T5" fmla="*/ 6 h 110"/>
                  <a:gd name="T6" fmla="*/ 13 w 36"/>
                  <a:gd name="T7" fmla="*/ 0 h 110"/>
                  <a:gd name="T8" fmla="*/ 11 w 36"/>
                  <a:gd name="T9" fmla="*/ 4 h 110"/>
                  <a:gd name="T10" fmla="*/ 13 w 36"/>
                  <a:gd name="T11" fmla="*/ 16 h 110"/>
                  <a:gd name="T12" fmla="*/ 12 w 36"/>
                  <a:gd name="T13" fmla="*/ 34 h 110"/>
                  <a:gd name="T14" fmla="*/ 7 w 36"/>
                  <a:gd name="T15" fmla="*/ 65 h 110"/>
                  <a:gd name="T16" fmla="*/ 3 w 36"/>
                  <a:gd name="T17" fmla="*/ 80 h 110"/>
                  <a:gd name="T18" fmla="*/ 0 w 36"/>
                  <a:gd name="T19" fmla="*/ 95 h 110"/>
                  <a:gd name="T20" fmla="*/ 0 w 36"/>
                  <a:gd name="T21" fmla="*/ 98 h 110"/>
                  <a:gd name="T22" fmla="*/ 0 w 36"/>
                  <a:gd name="T23" fmla="*/ 100 h 110"/>
                  <a:gd name="T24" fmla="*/ 4 w 36"/>
                  <a:gd name="T25" fmla="*/ 105 h 110"/>
                  <a:gd name="T26" fmla="*/ 9 w 36"/>
                  <a:gd name="T27" fmla="*/ 110 h 110"/>
                  <a:gd name="T28" fmla="*/ 15 w 36"/>
                  <a:gd name="T29" fmla="*/ 104 h 110"/>
                  <a:gd name="T30" fmla="*/ 18 w 36"/>
                  <a:gd name="T31" fmla="*/ 96 h 110"/>
                  <a:gd name="T32" fmla="*/ 18 w 36"/>
                  <a:gd name="T33" fmla="*/ 90 h 110"/>
                  <a:gd name="T34" fmla="*/ 21 w 36"/>
                  <a:gd name="T35" fmla="*/ 71 h 110"/>
                  <a:gd name="T36" fmla="*/ 25 w 36"/>
                  <a:gd name="T37" fmla="*/ 53 h 110"/>
                  <a:gd name="T38" fmla="*/ 30 w 36"/>
                  <a:gd name="T39" fmla="*/ 36 h 110"/>
                  <a:gd name="T40" fmla="*/ 35 w 36"/>
                  <a:gd name="T41" fmla="*/ 20 h 110"/>
                  <a:gd name="T42" fmla="*/ 33 w 36"/>
                  <a:gd name="T43" fmla="*/ 20 h 110"/>
                  <a:gd name="T44" fmla="*/ 30 w 36"/>
                  <a:gd name="T45" fmla="*/ 22 h 110"/>
                  <a:gd name="T46" fmla="*/ 23 w 36"/>
                  <a:gd name="T47" fmla="*/ 17 h 110"/>
                  <a:gd name="T48" fmla="*/ 23 w 36"/>
                  <a:gd name="T49" fmla="*/ 15 h 110"/>
                  <a:gd name="T50" fmla="*/ 23 w 36"/>
                  <a:gd name="T51" fmla="*/ 14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6" h="110">
                    <a:moveTo>
                      <a:pt x="23" y="14"/>
                    </a:moveTo>
                    <a:cubicBezTo>
                      <a:pt x="23" y="12"/>
                      <a:pt x="23" y="12"/>
                      <a:pt x="23" y="12"/>
                    </a:cubicBezTo>
                    <a:cubicBezTo>
                      <a:pt x="21" y="8"/>
                      <a:pt x="22" y="9"/>
                      <a:pt x="18" y="6"/>
                    </a:cubicBezTo>
                    <a:cubicBezTo>
                      <a:pt x="17" y="4"/>
                      <a:pt x="15" y="2"/>
                      <a:pt x="13" y="0"/>
                    </a:cubicBezTo>
                    <a:cubicBezTo>
                      <a:pt x="12" y="1"/>
                      <a:pt x="11" y="3"/>
                      <a:pt x="11" y="4"/>
                    </a:cubicBezTo>
                    <a:cubicBezTo>
                      <a:pt x="11" y="7"/>
                      <a:pt x="13" y="12"/>
                      <a:pt x="13" y="16"/>
                    </a:cubicBezTo>
                    <a:cubicBezTo>
                      <a:pt x="12" y="34"/>
                      <a:pt x="12" y="34"/>
                      <a:pt x="12" y="34"/>
                    </a:cubicBezTo>
                    <a:cubicBezTo>
                      <a:pt x="12" y="43"/>
                      <a:pt x="9" y="56"/>
                      <a:pt x="7" y="65"/>
                    </a:cubicBezTo>
                    <a:cubicBezTo>
                      <a:pt x="6" y="72"/>
                      <a:pt x="4" y="75"/>
                      <a:pt x="3" y="80"/>
                    </a:cubicBezTo>
                    <a:cubicBezTo>
                      <a:pt x="2" y="85"/>
                      <a:pt x="0" y="91"/>
                      <a:pt x="0" y="95"/>
                    </a:cubicBezTo>
                    <a:cubicBezTo>
                      <a:pt x="0" y="98"/>
                      <a:pt x="0" y="98"/>
                      <a:pt x="0" y="98"/>
                    </a:cubicBezTo>
                    <a:cubicBezTo>
                      <a:pt x="0" y="100"/>
                      <a:pt x="0" y="100"/>
                      <a:pt x="0" y="100"/>
                    </a:cubicBezTo>
                    <a:cubicBezTo>
                      <a:pt x="2" y="102"/>
                      <a:pt x="2" y="103"/>
                      <a:pt x="4" y="105"/>
                    </a:cubicBezTo>
                    <a:cubicBezTo>
                      <a:pt x="6" y="108"/>
                      <a:pt x="7" y="108"/>
                      <a:pt x="9" y="110"/>
                    </a:cubicBezTo>
                    <a:cubicBezTo>
                      <a:pt x="12" y="108"/>
                      <a:pt x="13" y="108"/>
                      <a:pt x="15" y="104"/>
                    </a:cubicBezTo>
                    <a:cubicBezTo>
                      <a:pt x="16" y="102"/>
                      <a:pt x="18" y="99"/>
                      <a:pt x="18" y="96"/>
                    </a:cubicBezTo>
                    <a:cubicBezTo>
                      <a:pt x="18" y="90"/>
                      <a:pt x="18" y="90"/>
                      <a:pt x="18" y="90"/>
                    </a:cubicBezTo>
                    <a:cubicBezTo>
                      <a:pt x="18" y="83"/>
                      <a:pt x="20" y="77"/>
                      <a:pt x="21" y="71"/>
                    </a:cubicBezTo>
                    <a:cubicBezTo>
                      <a:pt x="23" y="65"/>
                      <a:pt x="23" y="59"/>
                      <a:pt x="25" y="53"/>
                    </a:cubicBezTo>
                    <a:cubicBezTo>
                      <a:pt x="26" y="47"/>
                      <a:pt x="29" y="42"/>
                      <a:pt x="30" y="36"/>
                    </a:cubicBezTo>
                    <a:cubicBezTo>
                      <a:pt x="31" y="28"/>
                      <a:pt x="34" y="27"/>
                      <a:pt x="35" y="20"/>
                    </a:cubicBezTo>
                    <a:cubicBezTo>
                      <a:pt x="34" y="19"/>
                      <a:pt x="36" y="20"/>
                      <a:pt x="33" y="20"/>
                    </a:cubicBezTo>
                    <a:cubicBezTo>
                      <a:pt x="33" y="20"/>
                      <a:pt x="30" y="22"/>
                      <a:pt x="30" y="22"/>
                    </a:cubicBezTo>
                    <a:cubicBezTo>
                      <a:pt x="25" y="21"/>
                      <a:pt x="25" y="21"/>
                      <a:pt x="23" y="17"/>
                    </a:cubicBezTo>
                    <a:cubicBezTo>
                      <a:pt x="23" y="15"/>
                      <a:pt x="23" y="15"/>
                      <a:pt x="23" y="15"/>
                    </a:cubicBezTo>
                    <a:lnTo>
                      <a:pt x="23" y="14"/>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nvGrpSpPr>
            <p:cNvPr id="6" name="ïšľîḍê"/>
            <p:cNvGrpSpPr/>
            <p:nvPr/>
          </p:nvGrpSpPr>
          <p:grpSpPr>
            <a:xfrm>
              <a:off x="4412452" y="3781425"/>
              <a:ext cx="2312689" cy="166461"/>
              <a:chOff x="6986588" y="3521075"/>
              <a:chExt cx="1654176" cy="119063"/>
            </a:xfrm>
          </p:grpSpPr>
          <p:sp>
            <p:nvSpPr>
              <p:cNvPr id="38" name="îṩľîḑê"/>
              <p:cNvSpPr/>
              <p:nvPr/>
            </p:nvSpPr>
            <p:spPr bwMode="auto">
              <a:xfrm>
                <a:off x="6986588" y="3521075"/>
                <a:ext cx="155575" cy="119063"/>
              </a:xfrm>
              <a:custGeom>
                <a:avLst/>
                <a:gdLst>
                  <a:gd name="T0" fmla="*/ 84 w 98"/>
                  <a:gd name="T1" fmla="*/ 0 h 75"/>
                  <a:gd name="T2" fmla="*/ 59 w 98"/>
                  <a:gd name="T3" fmla="*/ 52 h 75"/>
                  <a:gd name="T4" fmla="*/ 57 w 98"/>
                  <a:gd name="T5" fmla="*/ 0 h 75"/>
                  <a:gd name="T6" fmla="*/ 40 w 98"/>
                  <a:gd name="T7" fmla="*/ 0 h 75"/>
                  <a:gd name="T8" fmla="*/ 15 w 98"/>
                  <a:gd name="T9" fmla="*/ 52 h 75"/>
                  <a:gd name="T10" fmla="*/ 15 w 98"/>
                  <a:gd name="T11" fmla="*/ 0 h 75"/>
                  <a:gd name="T12" fmla="*/ 0 w 98"/>
                  <a:gd name="T13" fmla="*/ 0 h 75"/>
                  <a:gd name="T14" fmla="*/ 2 w 98"/>
                  <a:gd name="T15" fmla="*/ 75 h 75"/>
                  <a:gd name="T16" fmla="*/ 19 w 98"/>
                  <a:gd name="T17" fmla="*/ 75 h 75"/>
                  <a:gd name="T18" fmla="*/ 44 w 98"/>
                  <a:gd name="T19" fmla="*/ 21 h 75"/>
                  <a:gd name="T20" fmla="*/ 46 w 98"/>
                  <a:gd name="T21" fmla="*/ 75 h 75"/>
                  <a:gd name="T22" fmla="*/ 63 w 98"/>
                  <a:gd name="T23" fmla="*/ 75 h 75"/>
                  <a:gd name="T24" fmla="*/ 98 w 98"/>
                  <a:gd name="T25" fmla="*/ 0 h 75"/>
                  <a:gd name="T26" fmla="*/ 84 w 98"/>
                  <a:gd name="T27"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98" h="75">
                    <a:moveTo>
                      <a:pt x="84" y="0"/>
                    </a:moveTo>
                    <a:lnTo>
                      <a:pt x="59" y="52"/>
                    </a:lnTo>
                    <a:lnTo>
                      <a:pt x="57" y="0"/>
                    </a:lnTo>
                    <a:lnTo>
                      <a:pt x="40" y="0"/>
                    </a:lnTo>
                    <a:lnTo>
                      <a:pt x="15" y="52"/>
                    </a:lnTo>
                    <a:lnTo>
                      <a:pt x="15" y="0"/>
                    </a:lnTo>
                    <a:lnTo>
                      <a:pt x="0" y="0"/>
                    </a:lnTo>
                    <a:lnTo>
                      <a:pt x="2" y="75"/>
                    </a:lnTo>
                    <a:lnTo>
                      <a:pt x="19" y="75"/>
                    </a:lnTo>
                    <a:lnTo>
                      <a:pt x="44" y="21"/>
                    </a:lnTo>
                    <a:lnTo>
                      <a:pt x="46" y="75"/>
                    </a:lnTo>
                    <a:lnTo>
                      <a:pt x="63" y="75"/>
                    </a:lnTo>
                    <a:lnTo>
                      <a:pt x="98" y="0"/>
                    </a:lnTo>
                    <a:lnTo>
                      <a:pt x="84"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9" name="îṩḷîde"/>
              <p:cNvSpPr/>
              <p:nvPr/>
            </p:nvSpPr>
            <p:spPr bwMode="auto">
              <a:xfrm>
                <a:off x="7135813" y="3521075"/>
                <a:ext cx="112713" cy="119063"/>
              </a:xfrm>
              <a:custGeom>
                <a:avLst/>
                <a:gdLst>
                  <a:gd name="T0" fmla="*/ 22 w 34"/>
                  <a:gd name="T1" fmla="*/ 20 h 36"/>
                  <a:gd name="T2" fmla="*/ 20 w 34"/>
                  <a:gd name="T3" fmla="*/ 26 h 36"/>
                  <a:gd name="T4" fmla="*/ 18 w 34"/>
                  <a:gd name="T5" fmla="*/ 29 h 36"/>
                  <a:gd name="T6" fmla="*/ 13 w 34"/>
                  <a:gd name="T7" fmla="*/ 30 h 36"/>
                  <a:gd name="T8" fmla="*/ 9 w 34"/>
                  <a:gd name="T9" fmla="*/ 29 h 36"/>
                  <a:gd name="T10" fmla="*/ 7 w 34"/>
                  <a:gd name="T11" fmla="*/ 25 h 36"/>
                  <a:gd name="T12" fmla="*/ 7 w 34"/>
                  <a:gd name="T13" fmla="*/ 24 h 36"/>
                  <a:gd name="T14" fmla="*/ 8 w 34"/>
                  <a:gd name="T15" fmla="*/ 19 h 36"/>
                  <a:gd name="T16" fmla="*/ 12 w 34"/>
                  <a:gd name="T17" fmla="*/ 0 h 36"/>
                  <a:gd name="T18" fmla="*/ 5 w 34"/>
                  <a:gd name="T19" fmla="*/ 0 h 36"/>
                  <a:gd name="T20" fmla="*/ 1 w 34"/>
                  <a:gd name="T21" fmla="*/ 19 h 36"/>
                  <a:gd name="T22" fmla="*/ 0 w 34"/>
                  <a:gd name="T23" fmla="*/ 23 h 36"/>
                  <a:gd name="T24" fmla="*/ 0 w 34"/>
                  <a:gd name="T25" fmla="*/ 25 h 36"/>
                  <a:gd name="T26" fmla="*/ 3 w 34"/>
                  <a:gd name="T27" fmla="*/ 33 h 36"/>
                  <a:gd name="T28" fmla="*/ 13 w 34"/>
                  <a:gd name="T29" fmla="*/ 36 h 36"/>
                  <a:gd name="T30" fmla="*/ 22 w 34"/>
                  <a:gd name="T31" fmla="*/ 34 h 36"/>
                  <a:gd name="T32" fmla="*/ 27 w 34"/>
                  <a:gd name="T33" fmla="*/ 29 h 36"/>
                  <a:gd name="T34" fmla="*/ 30 w 34"/>
                  <a:gd name="T35" fmla="*/ 20 h 36"/>
                  <a:gd name="T36" fmla="*/ 34 w 34"/>
                  <a:gd name="T37" fmla="*/ 0 h 36"/>
                  <a:gd name="T38" fmla="*/ 26 w 34"/>
                  <a:gd name="T39" fmla="*/ 0 h 36"/>
                  <a:gd name="T40" fmla="*/ 22 w 34"/>
                  <a:gd name="T41" fmla="*/ 2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4" h="36">
                    <a:moveTo>
                      <a:pt x="22" y="20"/>
                    </a:moveTo>
                    <a:cubicBezTo>
                      <a:pt x="22" y="23"/>
                      <a:pt x="21" y="25"/>
                      <a:pt x="20" y="26"/>
                    </a:cubicBezTo>
                    <a:cubicBezTo>
                      <a:pt x="20" y="28"/>
                      <a:pt x="19" y="29"/>
                      <a:pt x="18" y="29"/>
                    </a:cubicBezTo>
                    <a:cubicBezTo>
                      <a:pt x="17" y="30"/>
                      <a:pt x="15" y="30"/>
                      <a:pt x="13" y="30"/>
                    </a:cubicBezTo>
                    <a:cubicBezTo>
                      <a:pt x="11" y="30"/>
                      <a:pt x="10" y="30"/>
                      <a:pt x="9" y="29"/>
                    </a:cubicBezTo>
                    <a:cubicBezTo>
                      <a:pt x="8" y="28"/>
                      <a:pt x="7" y="27"/>
                      <a:pt x="7" y="25"/>
                    </a:cubicBezTo>
                    <a:cubicBezTo>
                      <a:pt x="7" y="25"/>
                      <a:pt x="7" y="25"/>
                      <a:pt x="7" y="24"/>
                    </a:cubicBezTo>
                    <a:cubicBezTo>
                      <a:pt x="8" y="19"/>
                      <a:pt x="8" y="19"/>
                      <a:pt x="8" y="19"/>
                    </a:cubicBezTo>
                    <a:cubicBezTo>
                      <a:pt x="12" y="0"/>
                      <a:pt x="12" y="0"/>
                      <a:pt x="12" y="0"/>
                    </a:cubicBezTo>
                    <a:cubicBezTo>
                      <a:pt x="5" y="0"/>
                      <a:pt x="5" y="0"/>
                      <a:pt x="5" y="0"/>
                    </a:cubicBezTo>
                    <a:cubicBezTo>
                      <a:pt x="1" y="19"/>
                      <a:pt x="1" y="19"/>
                      <a:pt x="1" y="19"/>
                    </a:cubicBezTo>
                    <a:cubicBezTo>
                      <a:pt x="1" y="21"/>
                      <a:pt x="0" y="23"/>
                      <a:pt x="0" y="23"/>
                    </a:cubicBezTo>
                    <a:cubicBezTo>
                      <a:pt x="0" y="24"/>
                      <a:pt x="0" y="25"/>
                      <a:pt x="0" y="25"/>
                    </a:cubicBezTo>
                    <a:cubicBezTo>
                      <a:pt x="0" y="29"/>
                      <a:pt x="1" y="31"/>
                      <a:pt x="3" y="33"/>
                    </a:cubicBezTo>
                    <a:cubicBezTo>
                      <a:pt x="6" y="35"/>
                      <a:pt x="9" y="36"/>
                      <a:pt x="13" y="36"/>
                    </a:cubicBezTo>
                    <a:cubicBezTo>
                      <a:pt x="16" y="36"/>
                      <a:pt x="19" y="36"/>
                      <a:pt x="22" y="34"/>
                    </a:cubicBezTo>
                    <a:cubicBezTo>
                      <a:pt x="24" y="33"/>
                      <a:pt x="25" y="31"/>
                      <a:pt x="27" y="29"/>
                    </a:cubicBezTo>
                    <a:cubicBezTo>
                      <a:pt x="28" y="27"/>
                      <a:pt x="29" y="24"/>
                      <a:pt x="30" y="20"/>
                    </a:cubicBezTo>
                    <a:cubicBezTo>
                      <a:pt x="34" y="0"/>
                      <a:pt x="34" y="0"/>
                      <a:pt x="34" y="0"/>
                    </a:cubicBezTo>
                    <a:cubicBezTo>
                      <a:pt x="26" y="0"/>
                      <a:pt x="26" y="0"/>
                      <a:pt x="26" y="0"/>
                    </a:cubicBezTo>
                    <a:lnTo>
                      <a:pt x="22" y="2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40" name="îṣḻîḑê"/>
              <p:cNvSpPr/>
              <p:nvPr/>
            </p:nvSpPr>
            <p:spPr bwMode="auto">
              <a:xfrm>
                <a:off x="7248526" y="3521075"/>
                <a:ext cx="114300" cy="119063"/>
              </a:xfrm>
              <a:custGeom>
                <a:avLst/>
                <a:gdLst>
                  <a:gd name="T0" fmla="*/ 58 w 72"/>
                  <a:gd name="T1" fmla="*/ 0 h 75"/>
                  <a:gd name="T2" fmla="*/ 52 w 72"/>
                  <a:gd name="T3" fmla="*/ 29 h 75"/>
                  <a:gd name="T4" fmla="*/ 22 w 72"/>
                  <a:gd name="T5" fmla="*/ 29 h 75"/>
                  <a:gd name="T6" fmla="*/ 29 w 72"/>
                  <a:gd name="T7" fmla="*/ 0 h 75"/>
                  <a:gd name="T8" fmla="*/ 14 w 72"/>
                  <a:gd name="T9" fmla="*/ 0 h 75"/>
                  <a:gd name="T10" fmla="*/ 0 w 72"/>
                  <a:gd name="T11" fmla="*/ 75 h 75"/>
                  <a:gd name="T12" fmla="*/ 14 w 72"/>
                  <a:gd name="T13" fmla="*/ 75 h 75"/>
                  <a:gd name="T14" fmla="*/ 20 w 72"/>
                  <a:gd name="T15" fmla="*/ 42 h 75"/>
                  <a:gd name="T16" fmla="*/ 50 w 72"/>
                  <a:gd name="T17" fmla="*/ 42 h 75"/>
                  <a:gd name="T18" fmla="*/ 43 w 72"/>
                  <a:gd name="T19" fmla="*/ 75 h 75"/>
                  <a:gd name="T20" fmla="*/ 58 w 72"/>
                  <a:gd name="T21" fmla="*/ 75 h 75"/>
                  <a:gd name="T22" fmla="*/ 72 w 72"/>
                  <a:gd name="T23" fmla="*/ 0 h 75"/>
                  <a:gd name="T24" fmla="*/ 58 w 72"/>
                  <a:gd name="T25"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2" h="75">
                    <a:moveTo>
                      <a:pt x="58" y="0"/>
                    </a:moveTo>
                    <a:lnTo>
                      <a:pt x="52" y="29"/>
                    </a:lnTo>
                    <a:lnTo>
                      <a:pt x="22" y="29"/>
                    </a:lnTo>
                    <a:lnTo>
                      <a:pt x="29" y="0"/>
                    </a:lnTo>
                    <a:lnTo>
                      <a:pt x="14" y="0"/>
                    </a:lnTo>
                    <a:lnTo>
                      <a:pt x="0" y="75"/>
                    </a:lnTo>
                    <a:lnTo>
                      <a:pt x="14" y="75"/>
                    </a:lnTo>
                    <a:lnTo>
                      <a:pt x="20" y="42"/>
                    </a:lnTo>
                    <a:lnTo>
                      <a:pt x="50" y="42"/>
                    </a:lnTo>
                    <a:lnTo>
                      <a:pt x="43" y="75"/>
                    </a:lnTo>
                    <a:lnTo>
                      <a:pt x="58" y="75"/>
                    </a:lnTo>
                    <a:lnTo>
                      <a:pt x="72" y="0"/>
                    </a:lnTo>
                    <a:lnTo>
                      <a:pt x="58"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41" name="ïṥlíḑê"/>
              <p:cNvSpPr/>
              <p:nvPr/>
            </p:nvSpPr>
            <p:spPr bwMode="auto">
              <a:xfrm>
                <a:off x="7356476" y="3521075"/>
                <a:ext cx="112713" cy="119063"/>
              </a:xfrm>
              <a:custGeom>
                <a:avLst/>
                <a:gdLst>
                  <a:gd name="T0" fmla="*/ 42 w 71"/>
                  <a:gd name="T1" fmla="*/ 0 h 75"/>
                  <a:gd name="T2" fmla="*/ 0 w 71"/>
                  <a:gd name="T3" fmla="*/ 75 h 75"/>
                  <a:gd name="T4" fmla="*/ 15 w 71"/>
                  <a:gd name="T5" fmla="*/ 75 h 75"/>
                  <a:gd name="T6" fmla="*/ 23 w 71"/>
                  <a:gd name="T7" fmla="*/ 59 h 75"/>
                  <a:gd name="T8" fmla="*/ 54 w 71"/>
                  <a:gd name="T9" fmla="*/ 59 h 75"/>
                  <a:gd name="T10" fmla="*/ 56 w 71"/>
                  <a:gd name="T11" fmla="*/ 75 h 75"/>
                  <a:gd name="T12" fmla="*/ 71 w 71"/>
                  <a:gd name="T13" fmla="*/ 75 h 75"/>
                  <a:gd name="T14" fmla="*/ 58 w 71"/>
                  <a:gd name="T15" fmla="*/ 0 h 75"/>
                  <a:gd name="T16" fmla="*/ 42 w 71"/>
                  <a:gd name="T17" fmla="*/ 0 h 75"/>
                  <a:gd name="T18" fmla="*/ 29 w 71"/>
                  <a:gd name="T19" fmla="*/ 46 h 75"/>
                  <a:gd name="T20" fmla="*/ 48 w 71"/>
                  <a:gd name="T21" fmla="*/ 17 h 75"/>
                  <a:gd name="T22" fmla="*/ 52 w 71"/>
                  <a:gd name="T23" fmla="*/ 46 h 75"/>
                  <a:gd name="T24" fmla="*/ 29 w 71"/>
                  <a:gd name="T25" fmla="*/ 4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75">
                    <a:moveTo>
                      <a:pt x="42" y="0"/>
                    </a:moveTo>
                    <a:lnTo>
                      <a:pt x="0" y="75"/>
                    </a:lnTo>
                    <a:lnTo>
                      <a:pt x="15" y="75"/>
                    </a:lnTo>
                    <a:lnTo>
                      <a:pt x="23" y="59"/>
                    </a:lnTo>
                    <a:lnTo>
                      <a:pt x="54" y="59"/>
                    </a:lnTo>
                    <a:lnTo>
                      <a:pt x="56" y="75"/>
                    </a:lnTo>
                    <a:lnTo>
                      <a:pt x="71" y="75"/>
                    </a:lnTo>
                    <a:lnTo>
                      <a:pt x="58" y="0"/>
                    </a:lnTo>
                    <a:lnTo>
                      <a:pt x="42" y="0"/>
                    </a:lnTo>
                    <a:close/>
                    <a:moveTo>
                      <a:pt x="29" y="46"/>
                    </a:moveTo>
                    <a:lnTo>
                      <a:pt x="48" y="17"/>
                    </a:lnTo>
                    <a:lnTo>
                      <a:pt x="52" y="46"/>
                    </a:lnTo>
                    <a:lnTo>
                      <a:pt x="29" y="46"/>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42" name="îş1íḋe"/>
              <p:cNvSpPr/>
              <p:nvPr/>
            </p:nvSpPr>
            <p:spPr bwMode="auto">
              <a:xfrm>
                <a:off x="7481888" y="3521075"/>
                <a:ext cx="119063" cy="119063"/>
              </a:xfrm>
              <a:custGeom>
                <a:avLst/>
                <a:gdLst>
                  <a:gd name="T0" fmla="*/ 50 w 75"/>
                  <a:gd name="T1" fmla="*/ 50 h 75"/>
                  <a:gd name="T2" fmla="*/ 31 w 75"/>
                  <a:gd name="T3" fmla="*/ 0 h 75"/>
                  <a:gd name="T4" fmla="*/ 17 w 75"/>
                  <a:gd name="T5" fmla="*/ 0 h 75"/>
                  <a:gd name="T6" fmla="*/ 0 w 75"/>
                  <a:gd name="T7" fmla="*/ 75 h 75"/>
                  <a:gd name="T8" fmla="*/ 15 w 75"/>
                  <a:gd name="T9" fmla="*/ 75 h 75"/>
                  <a:gd name="T10" fmla="*/ 25 w 75"/>
                  <a:gd name="T11" fmla="*/ 25 h 75"/>
                  <a:gd name="T12" fmla="*/ 46 w 75"/>
                  <a:gd name="T13" fmla="*/ 75 h 75"/>
                  <a:gd name="T14" fmla="*/ 58 w 75"/>
                  <a:gd name="T15" fmla="*/ 75 h 75"/>
                  <a:gd name="T16" fmla="*/ 75 w 75"/>
                  <a:gd name="T17" fmla="*/ 0 h 75"/>
                  <a:gd name="T18" fmla="*/ 61 w 75"/>
                  <a:gd name="T19" fmla="*/ 0 h 75"/>
                  <a:gd name="T20" fmla="*/ 50 w 75"/>
                  <a:gd name="T21" fmla="*/ 5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5" h="75">
                    <a:moveTo>
                      <a:pt x="50" y="50"/>
                    </a:moveTo>
                    <a:lnTo>
                      <a:pt x="31" y="0"/>
                    </a:lnTo>
                    <a:lnTo>
                      <a:pt x="17" y="0"/>
                    </a:lnTo>
                    <a:lnTo>
                      <a:pt x="0" y="75"/>
                    </a:lnTo>
                    <a:lnTo>
                      <a:pt x="15" y="75"/>
                    </a:lnTo>
                    <a:lnTo>
                      <a:pt x="25" y="25"/>
                    </a:lnTo>
                    <a:lnTo>
                      <a:pt x="46" y="75"/>
                    </a:lnTo>
                    <a:lnTo>
                      <a:pt x="58" y="75"/>
                    </a:lnTo>
                    <a:lnTo>
                      <a:pt x="75" y="0"/>
                    </a:lnTo>
                    <a:lnTo>
                      <a:pt x="61" y="0"/>
                    </a:lnTo>
                    <a:lnTo>
                      <a:pt x="50" y="5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43" name="îş1ïḋe"/>
              <p:cNvSpPr/>
              <p:nvPr/>
            </p:nvSpPr>
            <p:spPr bwMode="auto">
              <a:xfrm>
                <a:off x="7653338" y="3521075"/>
                <a:ext cx="112713" cy="119063"/>
              </a:xfrm>
              <a:custGeom>
                <a:avLst/>
                <a:gdLst>
                  <a:gd name="T0" fmla="*/ 22 w 34"/>
                  <a:gd name="T1" fmla="*/ 20 h 36"/>
                  <a:gd name="T2" fmla="*/ 20 w 34"/>
                  <a:gd name="T3" fmla="*/ 26 h 36"/>
                  <a:gd name="T4" fmla="*/ 18 w 34"/>
                  <a:gd name="T5" fmla="*/ 29 h 36"/>
                  <a:gd name="T6" fmla="*/ 13 w 34"/>
                  <a:gd name="T7" fmla="*/ 30 h 36"/>
                  <a:gd name="T8" fmla="*/ 9 w 34"/>
                  <a:gd name="T9" fmla="*/ 29 h 36"/>
                  <a:gd name="T10" fmla="*/ 7 w 34"/>
                  <a:gd name="T11" fmla="*/ 25 h 36"/>
                  <a:gd name="T12" fmla="*/ 7 w 34"/>
                  <a:gd name="T13" fmla="*/ 24 h 36"/>
                  <a:gd name="T14" fmla="*/ 8 w 34"/>
                  <a:gd name="T15" fmla="*/ 19 h 36"/>
                  <a:gd name="T16" fmla="*/ 12 w 34"/>
                  <a:gd name="T17" fmla="*/ 0 h 36"/>
                  <a:gd name="T18" fmla="*/ 5 w 34"/>
                  <a:gd name="T19" fmla="*/ 0 h 36"/>
                  <a:gd name="T20" fmla="*/ 1 w 34"/>
                  <a:gd name="T21" fmla="*/ 19 h 36"/>
                  <a:gd name="T22" fmla="*/ 0 w 34"/>
                  <a:gd name="T23" fmla="*/ 23 h 36"/>
                  <a:gd name="T24" fmla="*/ 0 w 34"/>
                  <a:gd name="T25" fmla="*/ 25 h 36"/>
                  <a:gd name="T26" fmla="*/ 3 w 34"/>
                  <a:gd name="T27" fmla="*/ 33 h 36"/>
                  <a:gd name="T28" fmla="*/ 13 w 34"/>
                  <a:gd name="T29" fmla="*/ 36 h 36"/>
                  <a:gd name="T30" fmla="*/ 22 w 34"/>
                  <a:gd name="T31" fmla="*/ 34 h 36"/>
                  <a:gd name="T32" fmla="*/ 27 w 34"/>
                  <a:gd name="T33" fmla="*/ 29 h 36"/>
                  <a:gd name="T34" fmla="*/ 30 w 34"/>
                  <a:gd name="T35" fmla="*/ 20 h 36"/>
                  <a:gd name="T36" fmla="*/ 34 w 34"/>
                  <a:gd name="T37" fmla="*/ 0 h 36"/>
                  <a:gd name="T38" fmla="*/ 26 w 34"/>
                  <a:gd name="T39" fmla="*/ 0 h 36"/>
                  <a:gd name="T40" fmla="*/ 22 w 34"/>
                  <a:gd name="T41" fmla="*/ 2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4" h="36">
                    <a:moveTo>
                      <a:pt x="22" y="20"/>
                    </a:moveTo>
                    <a:cubicBezTo>
                      <a:pt x="22" y="23"/>
                      <a:pt x="21" y="25"/>
                      <a:pt x="20" y="26"/>
                    </a:cubicBezTo>
                    <a:cubicBezTo>
                      <a:pt x="20" y="28"/>
                      <a:pt x="19" y="29"/>
                      <a:pt x="18" y="29"/>
                    </a:cubicBezTo>
                    <a:cubicBezTo>
                      <a:pt x="17" y="30"/>
                      <a:pt x="15" y="30"/>
                      <a:pt x="13" y="30"/>
                    </a:cubicBezTo>
                    <a:cubicBezTo>
                      <a:pt x="11" y="30"/>
                      <a:pt x="10" y="30"/>
                      <a:pt x="9" y="29"/>
                    </a:cubicBezTo>
                    <a:cubicBezTo>
                      <a:pt x="8" y="28"/>
                      <a:pt x="7" y="27"/>
                      <a:pt x="7" y="25"/>
                    </a:cubicBezTo>
                    <a:cubicBezTo>
                      <a:pt x="7" y="25"/>
                      <a:pt x="7" y="25"/>
                      <a:pt x="7" y="24"/>
                    </a:cubicBezTo>
                    <a:cubicBezTo>
                      <a:pt x="8" y="19"/>
                      <a:pt x="8" y="19"/>
                      <a:pt x="8" y="19"/>
                    </a:cubicBezTo>
                    <a:cubicBezTo>
                      <a:pt x="12" y="0"/>
                      <a:pt x="12" y="0"/>
                      <a:pt x="12" y="0"/>
                    </a:cubicBezTo>
                    <a:cubicBezTo>
                      <a:pt x="5" y="0"/>
                      <a:pt x="5" y="0"/>
                      <a:pt x="5" y="0"/>
                    </a:cubicBezTo>
                    <a:cubicBezTo>
                      <a:pt x="1" y="19"/>
                      <a:pt x="1" y="19"/>
                      <a:pt x="1" y="19"/>
                    </a:cubicBezTo>
                    <a:cubicBezTo>
                      <a:pt x="1" y="21"/>
                      <a:pt x="0" y="23"/>
                      <a:pt x="0" y="23"/>
                    </a:cubicBezTo>
                    <a:cubicBezTo>
                      <a:pt x="0" y="24"/>
                      <a:pt x="0" y="25"/>
                      <a:pt x="0" y="25"/>
                    </a:cubicBezTo>
                    <a:cubicBezTo>
                      <a:pt x="0" y="29"/>
                      <a:pt x="1" y="31"/>
                      <a:pt x="3" y="33"/>
                    </a:cubicBezTo>
                    <a:cubicBezTo>
                      <a:pt x="6" y="35"/>
                      <a:pt x="9" y="36"/>
                      <a:pt x="13" y="36"/>
                    </a:cubicBezTo>
                    <a:cubicBezTo>
                      <a:pt x="16" y="36"/>
                      <a:pt x="19" y="36"/>
                      <a:pt x="22" y="34"/>
                    </a:cubicBezTo>
                    <a:cubicBezTo>
                      <a:pt x="24" y="33"/>
                      <a:pt x="25" y="31"/>
                      <a:pt x="27" y="29"/>
                    </a:cubicBezTo>
                    <a:cubicBezTo>
                      <a:pt x="28" y="27"/>
                      <a:pt x="29" y="24"/>
                      <a:pt x="30" y="20"/>
                    </a:cubicBezTo>
                    <a:cubicBezTo>
                      <a:pt x="34" y="0"/>
                      <a:pt x="34" y="0"/>
                      <a:pt x="34" y="0"/>
                    </a:cubicBezTo>
                    <a:cubicBezTo>
                      <a:pt x="26" y="0"/>
                      <a:pt x="26" y="0"/>
                      <a:pt x="26" y="0"/>
                    </a:cubicBezTo>
                    <a:lnTo>
                      <a:pt x="22" y="2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44" name="íšlídè"/>
              <p:cNvSpPr/>
              <p:nvPr/>
            </p:nvSpPr>
            <p:spPr bwMode="auto">
              <a:xfrm>
                <a:off x="7766051" y="3521075"/>
                <a:ext cx="115888" cy="119063"/>
              </a:xfrm>
              <a:custGeom>
                <a:avLst/>
                <a:gdLst>
                  <a:gd name="T0" fmla="*/ 58 w 73"/>
                  <a:gd name="T1" fmla="*/ 0 h 75"/>
                  <a:gd name="T2" fmla="*/ 50 w 73"/>
                  <a:gd name="T3" fmla="*/ 50 h 75"/>
                  <a:gd name="T4" fmla="*/ 29 w 73"/>
                  <a:gd name="T5" fmla="*/ 0 h 75"/>
                  <a:gd name="T6" fmla="*/ 15 w 73"/>
                  <a:gd name="T7" fmla="*/ 0 h 75"/>
                  <a:gd name="T8" fmla="*/ 0 w 73"/>
                  <a:gd name="T9" fmla="*/ 75 h 75"/>
                  <a:gd name="T10" fmla="*/ 13 w 73"/>
                  <a:gd name="T11" fmla="*/ 75 h 75"/>
                  <a:gd name="T12" fmla="*/ 23 w 73"/>
                  <a:gd name="T13" fmla="*/ 25 h 75"/>
                  <a:gd name="T14" fmla="*/ 44 w 73"/>
                  <a:gd name="T15" fmla="*/ 75 h 75"/>
                  <a:gd name="T16" fmla="*/ 58 w 73"/>
                  <a:gd name="T17" fmla="*/ 75 h 75"/>
                  <a:gd name="T18" fmla="*/ 73 w 73"/>
                  <a:gd name="T19" fmla="*/ 0 h 75"/>
                  <a:gd name="T20" fmla="*/ 58 w 73"/>
                  <a:gd name="T21"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3" h="75">
                    <a:moveTo>
                      <a:pt x="58" y="0"/>
                    </a:moveTo>
                    <a:lnTo>
                      <a:pt x="50" y="50"/>
                    </a:lnTo>
                    <a:lnTo>
                      <a:pt x="29" y="0"/>
                    </a:lnTo>
                    <a:lnTo>
                      <a:pt x="15" y="0"/>
                    </a:lnTo>
                    <a:lnTo>
                      <a:pt x="0" y="75"/>
                    </a:lnTo>
                    <a:lnTo>
                      <a:pt x="13" y="75"/>
                    </a:lnTo>
                    <a:lnTo>
                      <a:pt x="23" y="25"/>
                    </a:lnTo>
                    <a:lnTo>
                      <a:pt x="44" y="75"/>
                    </a:lnTo>
                    <a:lnTo>
                      <a:pt x="58" y="75"/>
                    </a:lnTo>
                    <a:lnTo>
                      <a:pt x="73" y="0"/>
                    </a:lnTo>
                    <a:lnTo>
                      <a:pt x="58"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45" name="îṣḻîďe"/>
              <p:cNvSpPr/>
              <p:nvPr/>
            </p:nvSpPr>
            <p:spPr bwMode="auto">
              <a:xfrm>
                <a:off x="7881938" y="3521075"/>
                <a:ext cx="49213" cy="119063"/>
              </a:xfrm>
              <a:custGeom>
                <a:avLst/>
                <a:gdLst>
                  <a:gd name="T0" fmla="*/ 0 w 31"/>
                  <a:gd name="T1" fmla="*/ 75 h 75"/>
                  <a:gd name="T2" fmla="*/ 14 w 31"/>
                  <a:gd name="T3" fmla="*/ 75 h 75"/>
                  <a:gd name="T4" fmla="*/ 31 w 31"/>
                  <a:gd name="T5" fmla="*/ 0 h 75"/>
                  <a:gd name="T6" fmla="*/ 14 w 31"/>
                  <a:gd name="T7" fmla="*/ 0 h 75"/>
                  <a:gd name="T8" fmla="*/ 0 w 31"/>
                  <a:gd name="T9" fmla="*/ 75 h 75"/>
                </a:gdLst>
                <a:ahLst/>
                <a:cxnLst>
                  <a:cxn ang="0">
                    <a:pos x="T0" y="T1"/>
                  </a:cxn>
                  <a:cxn ang="0">
                    <a:pos x="T2" y="T3"/>
                  </a:cxn>
                  <a:cxn ang="0">
                    <a:pos x="T4" y="T5"/>
                  </a:cxn>
                  <a:cxn ang="0">
                    <a:pos x="T6" y="T7"/>
                  </a:cxn>
                  <a:cxn ang="0">
                    <a:pos x="T8" y="T9"/>
                  </a:cxn>
                </a:cxnLst>
                <a:rect l="0" t="0" r="r" b="b"/>
                <a:pathLst>
                  <a:path w="31" h="75">
                    <a:moveTo>
                      <a:pt x="0" y="75"/>
                    </a:moveTo>
                    <a:lnTo>
                      <a:pt x="14" y="75"/>
                    </a:lnTo>
                    <a:lnTo>
                      <a:pt x="31" y="0"/>
                    </a:lnTo>
                    <a:lnTo>
                      <a:pt x="14" y="0"/>
                    </a:lnTo>
                    <a:lnTo>
                      <a:pt x="0" y="75"/>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46" name="íŝḻiḋè"/>
              <p:cNvSpPr/>
              <p:nvPr/>
            </p:nvSpPr>
            <p:spPr bwMode="auto">
              <a:xfrm>
                <a:off x="7940676" y="3521075"/>
                <a:ext cx="109538" cy="119063"/>
              </a:xfrm>
              <a:custGeom>
                <a:avLst/>
                <a:gdLst>
                  <a:gd name="T0" fmla="*/ 54 w 69"/>
                  <a:gd name="T1" fmla="*/ 0 h 75"/>
                  <a:gd name="T2" fmla="*/ 23 w 69"/>
                  <a:gd name="T3" fmla="*/ 57 h 75"/>
                  <a:gd name="T4" fmla="*/ 15 w 69"/>
                  <a:gd name="T5" fmla="*/ 0 h 75"/>
                  <a:gd name="T6" fmla="*/ 0 w 69"/>
                  <a:gd name="T7" fmla="*/ 0 h 75"/>
                  <a:gd name="T8" fmla="*/ 13 w 69"/>
                  <a:gd name="T9" fmla="*/ 75 h 75"/>
                  <a:gd name="T10" fmla="*/ 29 w 69"/>
                  <a:gd name="T11" fmla="*/ 75 h 75"/>
                  <a:gd name="T12" fmla="*/ 69 w 69"/>
                  <a:gd name="T13" fmla="*/ 0 h 75"/>
                  <a:gd name="T14" fmla="*/ 54 w 69"/>
                  <a:gd name="T15" fmla="*/ 0 h 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9" h="75">
                    <a:moveTo>
                      <a:pt x="54" y="0"/>
                    </a:moveTo>
                    <a:lnTo>
                      <a:pt x="23" y="57"/>
                    </a:lnTo>
                    <a:lnTo>
                      <a:pt x="15" y="0"/>
                    </a:lnTo>
                    <a:lnTo>
                      <a:pt x="0" y="0"/>
                    </a:lnTo>
                    <a:lnTo>
                      <a:pt x="13" y="75"/>
                    </a:lnTo>
                    <a:lnTo>
                      <a:pt x="29" y="75"/>
                    </a:lnTo>
                    <a:lnTo>
                      <a:pt x="69" y="0"/>
                    </a:lnTo>
                    <a:lnTo>
                      <a:pt x="54"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47" name="î$ḷíďé"/>
              <p:cNvSpPr/>
              <p:nvPr/>
            </p:nvSpPr>
            <p:spPr bwMode="auto">
              <a:xfrm>
                <a:off x="8037513" y="3521075"/>
                <a:ext cx="111125" cy="119063"/>
              </a:xfrm>
              <a:custGeom>
                <a:avLst/>
                <a:gdLst>
                  <a:gd name="T0" fmla="*/ 68 w 70"/>
                  <a:gd name="T1" fmla="*/ 12 h 75"/>
                  <a:gd name="T2" fmla="*/ 70 w 70"/>
                  <a:gd name="T3" fmla="*/ 0 h 75"/>
                  <a:gd name="T4" fmla="*/ 16 w 70"/>
                  <a:gd name="T5" fmla="*/ 0 h 75"/>
                  <a:gd name="T6" fmla="*/ 0 w 70"/>
                  <a:gd name="T7" fmla="*/ 75 h 75"/>
                  <a:gd name="T8" fmla="*/ 58 w 70"/>
                  <a:gd name="T9" fmla="*/ 75 h 75"/>
                  <a:gd name="T10" fmla="*/ 60 w 70"/>
                  <a:gd name="T11" fmla="*/ 63 h 75"/>
                  <a:gd name="T12" fmla="*/ 16 w 70"/>
                  <a:gd name="T13" fmla="*/ 63 h 75"/>
                  <a:gd name="T14" fmla="*/ 22 w 70"/>
                  <a:gd name="T15" fmla="*/ 42 h 75"/>
                  <a:gd name="T16" fmla="*/ 60 w 70"/>
                  <a:gd name="T17" fmla="*/ 42 h 75"/>
                  <a:gd name="T18" fmla="*/ 62 w 70"/>
                  <a:gd name="T19" fmla="*/ 29 h 75"/>
                  <a:gd name="T20" fmla="*/ 24 w 70"/>
                  <a:gd name="T21" fmla="*/ 29 h 75"/>
                  <a:gd name="T22" fmla="*/ 29 w 70"/>
                  <a:gd name="T23" fmla="*/ 12 h 75"/>
                  <a:gd name="T24" fmla="*/ 68 w 70"/>
                  <a:gd name="T25" fmla="*/ 12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0" h="75">
                    <a:moveTo>
                      <a:pt x="68" y="12"/>
                    </a:moveTo>
                    <a:lnTo>
                      <a:pt x="70" y="0"/>
                    </a:lnTo>
                    <a:lnTo>
                      <a:pt x="16" y="0"/>
                    </a:lnTo>
                    <a:lnTo>
                      <a:pt x="0" y="75"/>
                    </a:lnTo>
                    <a:lnTo>
                      <a:pt x="58" y="75"/>
                    </a:lnTo>
                    <a:lnTo>
                      <a:pt x="60" y="63"/>
                    </a:lnTo>
                    <a:lnTo>
                      <a:pt x="16" y="63"/>
                    </a:lnTo>
                    <a:lnTo>
                      <a:pt x="22" y="42"/>
                    </a:lnTo>
                    <a:lnTo>
                      <a:pt x="60" y="42"/>
                    </a:lnTo>
                    <a:lnTo>
                      <a:pt x="62" y="29"/>
                    </a:lnTo>
                    <a:lnTo>
                      <a:pt x="24" y="29"/>
                    </a:lnTo>
                    <a:lnTo>
                      <a:pt x="29" y="12"/>
                    </a:lnTo>
                    <a:lnTo>
                      <a:pt x="68" y="12"/>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48" name="îṡlîďe"/>
              <p:cNvSpPr/>
              <p:nvPr/>
            </p:nvSpPr>
            <p:spPr bwMode="auto">
              <a:xfrm>
                <a:off x="8145463" y="3521075"/>
                <a:ext cx="115888" cy="119063"/>
              </a:xfrm>
              <a:custGeom>
                <a:avLst/>
                <a:gdLst>
                  <a:gd name="T0" fmla="*/ 30 w 35"/>
                  <a:gd name="T1" fmla="*/ 1 h 36"/>
                  <a:gd name="T2" fmla="*/ 24 w 35"/>
                  <a:gd name="T3" fmla="*/ 0 h 36"/>
                  <a:gd name="T4" fmla="*/ 8 w 35"/>
                  <a:gd name="T5" fmla="*/ 0 h 36"/>
                  <a:gd name="T6" fmla="*/ 0 w 35"/>
                  <a:gd name="T7" fmla="*/ 36 h 36"/>
                  <a:gd name="T8" fmla="*/ 8 w 35"/>
                  <a:gd name="T9" fmla="*/ 36 h 36"/>
                  <a:gd name="T10" fmla="*/ 11 w 35"/>
                  <a:gd name="T11" fmla="*/ 21 h 36"/>
                  <a:gd name="T12" fmla="*/ 14 w 35"/>
                  <a:gd name="T13" fmla="*/ 21 h 36"/>
                  <a:gd name="T14" fmla="*/ 17 w 35"/>
                  <a:gd name="T15" fmla="*/ 22 h 36"/>
                  <a:gd name="T16" fmla="*/ 21 w 35"/>
                  <a:gd name="T17" fmla="*/ 26 h 36"/>
                  <a:gd name="T18" fmla="*/ 24 w 35"/>
                  <a:gd name="T19" fmla="*/ 36 h 36"/>
                  <a:gd name="T20" fmla="*/ 32 w 35"/>
                  <a:gd name="T21" fmla="*/ 36 h 36"/>
                  <a:gd name="T22" fmla="*/ 27 w 35"/>
                  <a:gd name="T23" fmla="*/ 24 h 36"/>
                  <a:gd name="T24" fmla="*/ 24 w 35"/>
                  <a:gd name="T25" fmla="*/ 21 h 36"/>
                  <a:gd name="T26" fmla="*/ 32 w 35"/>
                  <a:gd name="T27" fmla="*/ 17 h 36"/>
                  <a:gd name="T28" fmla="*/ 35 w 35"/>
                  <a:gd name="T29" fmla="*/ 9 h 36"/>
                  <a:gd name="T30" fmla="*/ 34 w 35"/>
                  <a:gd name="T31" fmla="*/ 4 h 36"/>
                  <a:gd name="T32" fmla="*/ 30 w 35"/>
                  <a:gd name="T33" fmla="*/ 1 h 36"/>
                  <a:gd name="T34" fmla="*/ 27 w 35"/>
                  <a:gd name="T35" fmla="*/ 13 h 36"/>
                  <a:gd name="T36" fmla="*/ 24 w 35"/>
                  <a:gd name="T37" fmla="*/ 15 h 36"/>
                  <a:gd name="T38" fmla="*/ 16 w 35"/>
                  <a:gd name="T39" fmla="*/ 16 h 36"/>
                  <a:gd name="T40" fmla="*/ 12 w 35"/>
                  <a:gd name="T41" fmla="*/ 16 h 36"/>
                  <a:gd name="T42" fmla="*/ 14 w 35"/>
                  <a:gd name="T43" fmla="*/ 6 h 36"/>
                  <a:gd name="T44" fmla="*/ 22 w 35"/>
                  <a:gd name="T45" fmla="*/ 6 h 36"/>
                  <a:gd name="T46" fmla="*/ 26 w 35"/>
                  <a:gd name="T47" fmla="*/ 7 h 36"/>
                  <a:gd name="T48" fmla="*/ 28 w 35"/>
                  <a:gd name="T49" fmla="*/ 10 h 36"/>
                  <a:gd name="T50" fmla="*/ 27 w 35"/>
                  <a:gd name="T51" fmla="*/ 13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5" h="36">
                    <a:moveTo>
                      <a:pt x="30" y="1"/>
                    </a:moveTo>
                    <a:cubicBezTo>
                      <a:pt x="28" y="0"/>
                      <a:pt x="26" y="0"/>
                      <a:pt x="24" y="0"/>
                    </a:cubicBezTo>
                    <a:cubicBezTo>
                      <a:pt x="8" y="0"/>
                      <a:pt x="8" y="0"/>
                      <a:pt x="8" y="0"/>
                    </a:cubicBezTo>
                    <a:cubicBezTo>
                      <a:pt x="0" y="36"/>
                      <a:pt x="0" y="36"/>
                      <a:pt x="0" y="36"/>
                    </a:cubicBezTo>
                    <a:cubicBezTo>
                      <a:pt x="8" y="36"/>
                      <a:pt x="8" y="36"/>
                      <a:pt x="8" y="36"/>
                    </a:cubicBezTo>
                    <a:cubicBezTo>
                      <a:pt x="11" y="21"/>
                      <a:pt x="11" y="21"/>
                      <a:pt x="11" y="21"/>
                    </a:cubicBezTo>
                    <a:cubicBezTo>
                      <a:pt x="14" y="21"/>
                      <a:pt x="14" y="21"/>
                      <a:pt x="14" y="21"/>
                    </a:cubicBezTo>
                    <a:cubicBezTo>
                      <a:pt x="15" y="21"/>
                      <a:pt x="17" y="21"/>
                      <a:pt x="17" y="22"/>
                    </a:cubicBezTo>
                    <a:cubicBezTo>
                      <a:pt x="18" y="22"/>
                      <a:pt x="20" y="24"/>
                      <a:pt x="21" y="26"/>
                    </a:cubicBezTo>
                    <a:cubicBezTo>
                      <a:pt x="22" y="31"/>
                      <a:pt x="24" y="34"/>
                      <a:pt x="24" y="36"/>
                    </a:cubicBezTo>
                    <a:cubicBezTo>
                      <a:pt x="32" y="36"/>
                      <a:pt x="32" y="36"/>
                      <a:pt x="32" y="36"/>
                    </a:cubicBezTo>
                    <a:cubicBezTo>
                      <a:pt x="30" y="31"/>
                      <a:pt x="28" y="27"/>
                      <a:pt x="27" y="24"/>
                    </a:cubicBezTo>
                    <a:cubicBezTo>
                      <a:pt x="26" y="23"/>
                      <a:pt x="25" y="21"/>
                      <a:pt x="24" y="21"/>
                    </a:cubicBezTo>
                    <a:cubicBezTo>
                      <a:pt x="28" y="20"/>
                      <a:pt x="30" y="19"/>
                      <a:pt x="32" y="17"/>
                    </a:cubicBezTo>
                    <a:cubicBezTo>
                      <a:pt x="34" y="15"/>
                      <a:pt x="35" y="13"/>
                      <a:pt x="35" y="9"/>
                    </a:cubicBezTo>
                    <a:cubicBezTo>
                      <a:pt x="35" y="7"/>
                      <a:pt x="34" y="6"/>
                      <a:pt x="34" y="4"/>
                    </a:cubicBezTo>
                    <a:cubicBezTo>
                      <a:pt x="33" y="3"/>
                      <a:pt x="31" y="2"/>
                      <a:pt x="30" y="1"/>
                    </a:cubicBezTo>
                    <a:close/>
                    <a:moveTo>
                      <a:pt x="27" y="13"/>
                    </a:moveTo>
                    <a:cubicBezTo>
                      <a:pt x="26" y="14"/>
                      <a:pt x="25" y="14"/>
                      <a:pt x="24" y="15"/>
                    </a:cubicBezTo>
                    <a:cubicBezTo>
                      <a:pt x="22" y="15"/>
                      <a:pt x="20" y="16"/>
                      <a:pt x="16" y="16"/>
                    </a:cubicBezTo>
                    <a:cubicBezTo>
                      <a:pt x="12" y="16"/>
                      <a:pt x="12" y="16"/>
                      <a:pt x="12" y="16"/>
                    </a:cubicBezTo>
                    <a:cubicBezTo>
                      <a:pt x="14" y="6"/>
                      <a:pt x="14" y="6"/>
                      <a:pt x="14" y="6"/>
                    </a:cubicBezTo>
                    <a:cubicBezTo>
                      <a:pt x="22" y="6"/>
                      <a:pt x="22" y="6"/>
                      <a:pt x="22" y="6"/>
                    </a:cubicBezTo>
                    <a:cubicBezTo>
                      <a:pt x="24" y="6"/>
                      <a:pt x="25" y="6"/>
                      <a:pt x="26" y="7"/>
                    </a:cubicBezTo>
                    <a:cubicBezTo>
                      <a:pt x="27" y="7"/>
                      <a:pt x="28" y="8"/>
                      <a:pt x="28" y="10"/>
                    </a:cubicBezTo>
                    <a:cubicBezTo>
                      <a:pt x="28" y="11"/>
                      <a:pt x="27" y="12"/>
                      <a:pt x="27" y="13"/>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49" name="ïşľîḍé"/>
              <p:cNvSpPr/>
              <p:nvPr/>
            </p:nvSpPr>
            <p:spPr bwMode="auto">
              <a:xfrm>
                <a:off x="8267701" y="3521075"/>
                <a:ext cx="98425" cy="119063"/>
              </a:xfrm>
              <a:custGeom>
                <a:avLst/>
                <a:gdLst>
                  <a:gd name="T0" fmla="*/ 17 w 30"/>
                  <a:gd name="T1" fmla="*/ 5 h 36"/>
                  <a:gd name="T2" fmla="*/ 22 w 30"/>
                  <a:gd name="T3" fmla="*/ 7 h 36"/>
                  <a:gd name="T4" fmla="*/ 23 w 30"/>
                  <a:gd name="T5" fmla="*/ 11 h 36"/>
                  <a:gd name="T6" fmla="*/ 30 w 30"/>
                  <a:gd name="T7" fmla="*/ 10 h 36"/>
                  <a:gd name="T8" fmla="*/ 27 w 30"/>
                  <a:gd name="T9" fmla="*/ 3 h 36"/>
                  <a:gd name="T10" fmla="*/ 17 w 30"/>
                  <a:gd name="T11" fmla="*/ 0 h 36"/>
                  <a:gd name="T12" fmla="*/ 8 w 30"/>
                  <a:gd name="T13" fmla="*/ 3 h 36"/>
                  <a:gd name="T14" fmla="*/ 4 w 30"/>
                  <a:gd name="T15" fmla="*/ 10 h 36"/>
                  <a:gd name="T16" fmla="*/ 6 w 30"/>
                  <a:gd name="T17" fmla="*/ 14 h 36"/>
                  <a:gd name="T18" fmla="*/ 8 w 30"/>
                  <a:gd name="T19" fmla="*/ 18 h 36"/>
                  <a:gd name="T20" fmla="*/ 15 w 30"/>
                  <a:gd name="T21" fmla="*/ 21 h 36"/>
                  <a:gd name="T22" fmla="*/ 20 w 30"/>
                  <a:gd name="T23" fmla="*/ 23 h 36"/>
                  <a:gd name="T24" fmla="*/ 21 w 30"/>
                  <a:gd name="T25" fmla="*/ 26 h 36"/>
                  <a:gd name="T26" fmla="*/ 19 w 30"/>
                  <a:gd name="T27" fmla="*/ 29 h 36"/>
                  <a:gd name="T28" fmla="*/ 14 w 30"/>
                  <a:gd name="T29" fmla="*/ 30 h 36"/>
                  <a:gd name="T30" fmla="*/ 8 w 30"/>
                  <a:gd name="T31" fmla="*/ 28 h 36"/>
                  <a:gd name="T32" fmla="*/ 7 w 30"/>
                  <a:gd name="T33" fmla="*/ 24 h 36"/>
                  <a:gd name="T34" fmla="*/ 0 w 30"/>
                  <a:gd name="T35" fmla="*/ 24 h 36"/>
                  <a:gd name="T36" fmla="*/ 1 w 30"/>
                  <a:gd name="T37" fmla="*/ 30 h 36"/>
                  <a:gd name="T38" fmla="*/ 6 w 30"/>
                  <a:gd name="T39" fmla="*/ 35 h 36"/>
                  <a:gd name="T40" fmla="*/ 14 w 30"/>
                  <a:gd name="T41" fmla="*/ 36 h 36"/>
                  <a:gd name="T42" fmla="*/ 24 w 30"/>
                  <a:gd name="T43" fmla="*/ 33 h 36"/>
                  <a:gd name="T44" fmla="*/ 28 w 30"/>
                  <a:gd name="T45" fmla="*/ 25 h 36"/>
                  <a:gd name="T46" fmla="*/ 26 w 30"/>
                  <a:gd name="T47" fmla="*/ 19 h 36"/>
                  <a:gd name="T48" fmla="*/ 18 w 30"/>
                  <a:gd name="T49" fmla="*/ 14 h 36"/>
                  <a:gd name="T50" fmla="*/ 13 w 30"/>
                  <a:gd name="T51" fmla="*/ 12 h 36"/>
                  <a:gd name="T52" fmla="*/ 11 w 30"/>
                  <a:gd name="T53" fmla="*/ 9 h 36"/>
                  <a:gd name="T54" fmla="*/ 13 w 30"/>
                  <a:gd name="T55" fmla="*/ 6 h 36"/>
                  <a:gd name="T56" fmla="*/ 17 w 30"/>
                  <a:gd name="T57" fmla="*/ 5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0" h="36">
                    <a:moveTo>
                      <a:pt x="17" y="5"/>
                    </a:moveTo>
                    <a:cubicBezTo>
                      <a:pt x="19" y="5"/>
                      <a:pt x="21" y="6"/>
                      <a:pt x="22" y="7"/>
                    </a:cubicBezTo>
                    <a:cubicBezTo>
                      <a:pt x="23" y="8"/>
                      <a:pt x="23" y="9"/>
                      <a:pt x="23" y="11"/>
                    </a:cubicBezTo>
                    <a:cubicBezTo>
                      <a:pt x="30" y="10"/>
                      <a:pt x="30" y="10"/>
                      <a:pt x="30" y="10"/>
                    </a:cubicBezTo>
                    <a:cubicBezTo>
                      <a:pt x="30" y="7"/>
                      <a:pt x="29" y="4"/>
                      <a:pt x="27" y="3"/>
                    </a:cubicBezTo>
                    <a:cubicBezTo>
                      <a:pt x="24" y="1"/>
                      <a:pt x="21" y="0"/>
                      <a:pt x="17" y="0"/>
                    </a:cubicBezTo>
                    <a:cubicBezTo>
                      <a:pt x="13" y="0"/>
                      <a:pt x="10" y="1"/>
                      <a:pt x="8" y="3"/>
                    </a:cubicBezTo>
                    <a:cubicBezTo>
                      <a:pt x="5" y="5"/>
                      <a:pt x="4" y="7"/>
                      <a:pt x="4" y="10"/>
                    </a:cubicBezTo>
                    <a:cubicBezTo>
                      <a:pt x="4" y="12"/>
                      <a:pt x="5" y="13"/>
                      <a:pt x="6" y="14"/>
                    </a:cubicBezTo>
                    <a:cubicBezTo>
                      <a:pt x="6" y="16"/>
                      <a:pt x="7" y="17"/>
                      <a:pt x="8" y="18"/>
                    </a:cubicBezTo>
                    <a:cubicBezTo>
                      <a:pt x="10" y="18"/>
                      <a:pt x="12" y="19"/>
                      <a:pt x="15" y="21"/>
                    </a:cubicBezTo>
                    <a:cubicBezTo>
                      <a:pt x="17" y="22"/>
                      <a:pt x="19" y="23"/>
                      <a:pt x="20" y="23"/>
                    </a:cubicBezTo>
                    <a:cubicBezTo>
                      <a:pt x="20" y="24"/>
                      <a:pt x="21" y="25"/>
                      <a:pt x="21" y="26"/>
                    </a:cubicBezTo>
                    <a:cubicBezTo>
                      <a:pt x="21" y="27"/>
                      <a:pt x="20" y="28"/>
                      <a:pt x="19" y="29"/>
                    </a:cubicBezTo>
                    <a:cubicBezTo>
                      <a:pt x="18" y="30"/>
                      <a:pt x="16" y="30"/>
                      <a:pt x="14" y="30"/>
                    </a:cubicBezTo>
                    <a:cubicBezTo>
                      <a:pt x="11" y="30"/>
                      <a:pt x="9" y="30"/>
                      <a:pt x="8" y="28"/>
                    </a:cubicBezTo>
                    <a:cubicBezTo>
                      <a:pt x="8" y="28"/>
                      <a:pt x="7" y="26"/>
                      <a:pt x="7" y="24"/>
                    </a:cubicBezTo>
                    <a:cubicBezTo>
                      <a:pt x="0" y="24"/>
                      <a:pt x="0" y="24"/>
                      <a:pt x="0" y="24"/>
                    </a:cubicBezTo>
                    <a:cubicBezTo>
                      <a:pt x="0" y="27"/>
                      <a:pt x="0" y="29"/>
                      <a:pt x="1" y="30"/>
                    </a:cubicBezTo>
                    <a:cubicBezTo>
                      <a:pt x="2" y="32"/>
                      <a:pt x="4" y="34"/>
                      <a:pt x="6" y="35"/>
                    </a:cubicBezTo>
                    <a:cubicBezTo>
                      <a:pt x="8" y="36"/>
                      <a:pt x="11" y="36"/>
                      <a:pt x="14" y="36"/>
                    </a:cubicBezTo>
                    <a:cubicBezTo>
                      <a:pt x="18" y="36"/>
                      <a:pt x="22" y="35"/>
                      <a:pt x="24" y="33"/>
                    </a:cubicBezTo>
                    <a:cubicBezTo>
                      <a:pt x="27" y="31"/>
                      <a:pt x="28" y="28"/>
                      <a:pt x="28" y="25"/>
                    </a:cubicBezTo>
                    <a:cubicBezTo>
                      <a:pt x="28" y="22"/>
                      <a:pt x="27" y="20"/>
                      <a:pt x="26" y="19"/>
                    </a:cubicBezTo>
                    <a:cubicBezTo>
                      <a:pt x="25" y="18"/>
                      <a:pt x="22" y="16"/>
                      <a:pt x="18" y="14"/>
                    </a:cubicBezTo>
                    <a:cubicBezTo>
                      <a:pt x="15" y="13"/>
                      <a:pt x="13" y="12"/>
                      <a:pt x="13" y="12"/>
                    </a:cubicBezTo>
                    <a:cubicBezTo>
                      <a:pt x="12" y="11"/>
                      <a:pt x="11" y="10"/>
                      <a:pt x="11" y="9"/>
                    </a:cubicBezTo>
                    <a:cubicBezTo>
                      <a:pt x="11" y="8"/>
                      <a:pt x="12" y="7"/>
                      <a:pt x="13" y="6"/>
                    </a:cubicBezTo>
                    <a:cubicBezTo>
                      <a:pt x="14" y="6"/>
                      <a:pt x="15" y="5"/>
                      <a:pt x="17" y="5"/>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50" name="îṩľîďe"/>
              <p:cNvSpPr/>
              <p:nvPr/>
            </p:nvSpPr>
            <p:spPr bwMode="auto">
              <a:xfrm>
                <a:off x="8374063" y="3521075"/>
                <a:ext cx="46038" cy="119063"/>
              </a:xfrm>
              <a:custGeom>
                <a:avLst/>
                <a:gdLst>
                  <a:gd name="T0" fmla="*/ 0 w 29"/>
                  <a:gd name="T1" fmla="*/ 75 h 75"/>
                  <a:gd name="T2" fmla="*/ 14 w 29"/>
                  <a:gd name="T3" fmla="*/ 75 h 75"/>
                  <a:gd name="T4" fmla="*/ 29 w 29"/>
                  <a:gd name="T5" fmla="*/ 0 h 75"/>
                  <a:gd name="T6" fmla="*/ 14 w 29"/>
                  <a:gd name="T7" fmla="*/ 0 h 75"/>
                  <a:gd name="T8" fmla="*/ 0 w 29"/>
                  <a:gd name="T9" fmla="*/ 75 h 75"/>
                </a:gdLst>
                <a:ahLst/>
                <a:cxnLst>
                  <a:cxn ang="0">
                    <a:pos x="T0" y="T1"/>
                  </a:cxn>
                  <a:cxn ang="0">
                    <a:pos x="T2" y="T3"/>
                  </a:cxn>
                  <a:cxn ang="0">
                    <a:pos x="T4" y="T5"/>
                  </a:cxn>
                  <a:cxn ang="0">
                    <a:pos x="T6" y="T7"/>
                  </a:cxn>
                  <a:cxn ang="0">
                    <a:pos x="T8" y="T9"/>
                  </a:cxn>
                </a:cxnLst>
                <a:rect l="0" t="0" r="r" b="b"/>
                <a:pathLst>
                  <a:path w="29" h="75">
                    <a:moveTo>
                      <a:pt x="0" y="75"/>
                    </a:moveTo>
                    <a:lnTo>
                      <a:pt x="14" y="75"/>
                    </a:lnTo>
                    <a:lnTo>
                      <a:pt x="29" y="0"/>
                    </a:lnTo>
                    <a:lnTo>
                      <a:pt x="14" y="0"/>
                    </a:lnTo>
                    <a:lnTo>
                      <a:pt x="0" y="75"/>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51" name="iS1idè"/>
              <p:cNvSpPr/>
              <p:nvPr/>
            </p:nvSpPr>
            <p:spPr bwMode="auto">
              <a:xfrm>
                <a:off x="8432801" y="3521075"/>
                <a:ext cx="95250" cy="119063"/>
              </a:xfrm>
              <a:custGeom>
                <a:avLst/>
                <a:gdLst>
                  <a:gd name="T0" fmla="*/ 0 w 60"/>
                  <a:gd name="T1" fmla="*/ 12 h 75"/>
                  <a:gd name="T2" fmla="*/ 21 w 60"/>
                  <a:gd name="T3" fmla="*/ 12 h 75"/>
                  <a:gd name="T4" fmla="*/ 8 w 60"/>
                  <a:gd name="T5" fmla="*/ 75 h 75"/>
                  <a:gd name="T6" fmla="*/ 23 w 60"/>
                  <a:gd name="T7" fmla="*/ 75 h 75"/>
                  <a:gd name="T8" fmla="*/ 35 w 60"/>
                  <a:gd name="T9" fmla="*/ 12 h 75"/>
                  <a:gd name="T10" fmla="*/ 58 w 60"/>
                  <a:gd name="T11" fmla="*/ 12 h 75"/>
                  <a:gd name="T12" fmla="*/ 60 w 60"/>
                  <a:gd name="T13" fmla="*/ 0 h 75"/>
                  <a:gd name="T14" fmla="*/ 2 w 60"/>
                  <a:gd name="T15" fmla="*/ 0 h 75"/>
                  <a:gd name="T16" fmla="*/ 0 w 60"/>
                  <a:gd name="T17" fmla="*/ 12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0" h="75">
                    <a:moveTo>
                      <a:pt x="0" y="12"/>
                    </a:moveTo>
                    <a:lnTo>
                      <a:pt x="21" y="12"/>
                    </a:lnTo>
                    <a:lnTo>
                      <a:pt x="8" y="75"/>
                    </a:lnTo>
                    <a:lnTo>
                      <a:pt x="23" y="75"/>
                    </a:lnTo>
                    <a:lnTo>
                      <a:pt x="35" y="12"/>
                    </a:lnTo>
                    <a:lnTo>
                      <a:pt x="58" y="12"/>
                    </a:lnTo>
                    <a:lnTo>
                      <a:pt x="60" y="0"/>
                    </a:lnTo>
                    <a:lnTo>
                      <a:pt x="2" y="0"/>
                    </a:lnTo>
                    <a:lnTo>
                      <a:pt x="0" y="12"/>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52" name="iṣḷîḋe"/>
              <p:cNvSpPr/>
              <p:nvPr/>
            </p:nvSpPr>
            <p:spPr bwMode="auto">
              <a:xfrm>
                <a:off x="8531226" y="3521075"/>
                <a:ext cx="109538" cy="119063"/>
              </a:xfrm>
              <a:custGeom>
                <a:avLst/>
                <a:gdLst>
                  <a:gd name="T0" fmla="*/ 25 w 33"/>
                  <a:gd name="T1" fmla="*/ 0 h 36"/>
                  <a:gd name="T2" fmla="*/ 19 w 33"/>
                  <a:gd name="T3" fmla="*/ 7 h 36"/>
                  <a:gd name="T4" fmla="*/ 16 w 33"/>
                  <a:gd name="T5" fmla="*/ 12 h 36"/>
                  <a:gd name="T6" fmla="*/ 14 w 33"/>
                  <a:gd name="T7" fmla="*/ 15 h 36"/>
                  <a:gd name="T8" fmla="*/ 12 w 33"/>
                  <a:gd name="T9" fmla="*/ 10 h 36"/>
                  <a:gd name="T10" fmla="*/ 8 w 33"/>
                  <a:gd name="T11" fmla="*/ 0 h 36"/>
                  <a:gd name="T12" fmla="*/ 0 w 33"/>
                  <a:gd name="T13" fmla="*/ 0 h 36"/>
                  <a:gd name="T14" fmla="*/ 10 w 33"/>
                  <a:gd name="T15" fmla="*/ 22 h 36"/>
                  <a:gd name="T16" fmla="*/ 7 w 33"/>
                  <a:gd name="T17" fmla="*/ 36 h 36"/>
                  <a:gd name="T18" fmla="*/ 14 w 33"/>
                  <a:gd name="T19" fmla="*/ 36 h 36"/>
                  <a:gd name="T20" fmla="*/ 17 w 33"/>
                  <a:gd name="T21" fmla="*/ 23 h 36"/>
                  <a:gd name="T22" fmla="*/ 33 w 33"/>
                  <a:gd name="T23" fmla="*/ 0 h 36"/>
                  <a:gd name="T24" fmla="*/ 25 w 33"/>
                  <a:gd name="T25" fmla="*/ 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3" h="36">
                    <a:moveTo>
                      <a:pt x="25" y="0"/>
                    </a:moveTo>
                    <a:cubicBezTo>
                      <a:pt x="19" y="7"/>
                      <a:pt x="19" y="7"/>
                      <a:pt x="19" y="7"/>
                    </a:cubicBezTo>
                    <a:cubicBezTo>
                      <a:pt x="16" y="12"/>
                      <a:pt x="16" y="12"/>
                      <a:pt x="16" y="12"/>
                    </a:cubicBezTo>
                    <a:cubicBezTo>
                      <a:pt x="15" y="13"/>
                      <a:pt x="15" y="14"/>
                      <a:pt x="14" y="15"/>
                    </a:cubicBezTo>
                    <a:cubicBezTo>
                      <a:pt x="14" y="14"/>
                      <a:pt x="13" y="13"/>
                      <a:pt x="12" y="10"/>
                    </a:cubicBezTo>
                    <a:cubicBezTo>
                      <a:pt x="8" y="0"/>
                      <a:pt x="8" y="0"/>
                      <a:pt x="8" y="0"/>
                    </a:cubicBezTo>
                    <a:cubicBezTo>
                      <a:pt x="0" y="0"/>
                      <a:pt x="0" y="0"/>
                      <a:pt x="0" y="0"/>
                    </a:cubicBezTo>
                    <a:cubicBezTo>
                      <a:pt x="10" y="22"/>
                      <a:pt x="10" y="22"/>
                      <a:pt x="10" y="22"/>
                    </a:cubicBezTo>
                    <a:cubicBezTo>
                      <a:pt x="7" y="36"/>
                      <a:pt x="7" y="36"/>
                      <a:pt x="7" y="36"/>
                    </a:cubicBezTo>
                    <a:cubicBezTo>
                      <a:pt x="14" y="36"/>
                      <a:pt x="14" y="36"/>
                      <a:pt x="14" y="36"/>
                    </a:cubicBezTo>
                    <a:cubicBezTo>
                      <a:pt x="17" y="23"/>
                      <a:pt x="17" y="23"/>
                      <a:pt x="17" y="23"/>
                    </a:cubicBezTo>
                    <a:cubicBezTo>
                      <a:pt x="33" y="0"/>
                      <a:pt x="33" y="0"/>
                      <a:pt x="33" y="0"/>
                    </a:cubicBezTo>
                    <a:lnTo>
                      <a:pt x="25"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标题">
    <p:spTree>
      <p:nvGrpSpPr>
        <p:cNvPr id="1" name=""/>
        <p:cNvGrpSpPr/>
        <p:nvPr/>
      </p:nvGrpSpPr>
      <p:grpSpPr>
        <a:xfrm>
          <a:off x="0" y="0"/>
          <a:ext cx="0" cy="0"/>
          <a:chOff x="0" y="0"/>
          <a:chExt cx="0" cy="0"/>
        </a:xfrm>
      </p:grpSpPr>
      <p:sp>
        <p:nvSpPr>
          <p:cNvPr id="2" name="标题 1"/>
          <p:cNvSpPr>
            <a:spLocks noGrp="1"/>
          </p:cNvSpPr>
          <p:nvPr>
            <p:ph type="title"/>
          </p:nvPr>
        </p:nvSpPr>
        <p:spPr>
          <a:xfrm>
            <a:off x="803275" y="393486"/>
            <a:ext cx="8970989" cy="663575"/>
          </a:xfrm>
          <a:prstGeom prst="rect">
            <a:avLst/>
          </a:prstGeom>
        </p:spPr>
        <p:txBody>
          <a:bodyPr lIns="0"/>
          <a:lstStyle>
            <a:lvl1pPr>
              <a:defRPr sz="3600" b="1">
                <a:solidFill>
                  <a:schemeClr val="accent2"/>
                </a:solidFill>
                <a:latin typeface="方正小标宋简体" panose="03000509000000000000" pitchFamily="2" charset="-122"/>
                <a:ea typeface="方正小标宋简体" panose="03000509000000000000" pitchFamily="2" charset="-122"/>
              </a:defRPr>
            </a:lvl1pPr>
          </a:lstStyle>
          <a:p>
            <a:r>
              <a:rPr lang="zh-CN" altLang="en-US" dirty="0"/>
              <a:t>单击此处编辑母版标题样式</a:t>
            </a:r>
          </a:p>
        </p:txBody>
      </p:sp>
      <p:grpSp>
        <p:nvGrpSpPr>
          <p:cNvPr id="245" name="组合 244"/>
          <p:cNvGrpSpPr/>
          <p:nvPr userDrawn="1"/>
        </p:nvGrpSpPr>
        <p:grpSpPr>
          <a:xfrm>
            <a:off x="9895088" y="468793"/>
            <a:ext cx="1480571" cy="458860"/>
            <a:chOff x="2558030" y="228446"/>
            <a:chExt cx="6774643" cy="2099603"/>
          </a:xfrm>
        </p:grpSpPr>
        <p:grpSp>
          <p:nvGrpSpPr>
            <p:cNvPr id="246" name="íšḻîďê"/>
            <p:cNvGrpSpPr/>
            <p:nvPr userDrawn="1"/>
          </p:nvGrpSpPr>
          <p:grpSpPr>
            <a:xfrm>
              <a:off x="2558030" y="228446"/>
              <a:ext cx="2085857" cy="2099603"/>
              <a:chOff x="3551238" y="3067050"/>
              <a:chExt cx="722313" cy="727075"/>
            </a:xfrm>
          </p:grpSpPr>
          <p:sp>
            <p:nvSpPr>
              <p:cNvPr id="276" name="ïş1íḍê"/>
              <p:cNvSpPr/>
              <p:nvPr/>
            </p:nvSpPr>
            <p:spPr bwMode="auto">
              <a:xfrm>
                <a:off x="3575051" y="3087688"/>
                <a:ext cx="673100" cy="679450"/>
              </a:xfrm>
              <a:custGeom>
                <a:avLst/>
                <a:gdLst>
                  <a:gd name="T0" fmla="*/ 102 w 204"/>
                  <a:gd name="T1" fmla="*/ 0 h 204"/>
                  <a:gd name="T2" fmla="*/ 204 w 204"/>
                  <a:gd name="T3" fmla="*/ 102 h 204"/>
                  <a:gd name="T4" fmla="*/ 102 w 204"/>
                  <a:gd name="T5" fmla="*/ 204 h 204"/>
                  <a:gd name="T6" fmla="*/ 0 w 204"/>
                  <a:gd name="T7" fmla="*/ 102 h 204"/>
                  <a:gd name="T8" fmla="*/ 102 w 204"/>
                  <a:gd name="T9" fmla="*/ 0 h 204"/>
                  <a:gd name="T10" fmla="*/ 102 w 204"/>
                  <a:gd name="T11" fmla="*/ 25 h 204"/>
                  <a:gd name="T12" fmla="*/ 24 w 204"/>
                  <a:gd name="T13" fmla="*/ 103 h 204"/>
                  <a:gd name="T14" fmla="*/ 102 w 204"/>
                  <a:gd name="T15" fmla="*/ 181 h 204"/>
                  <a:gd name="T16" fmla="*/ 180 w 204"/>
                  <a:gd name="T17" fmla="*/ 103 h 204"/>
                  <a:gd name="T18" fmla="*/ 102 w 204"/>
                  <a:gd name="T19" fmla="*/ 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04" h="204">
                    <a:moveTo>
                      <a:pt x="102" y="0"/>
                    </a:moveTo>
                    <a:cubicBezTo>
                      <a:pt x="159" y="0"/>
                      <a:pt x="204" y="46"/>
                      <a:pt x="204" y="102"/>
                    </a:cubicBezTo>
                    <a:cubicBezTo>
                      <a:pt x="204" y="158"/>
                      <a:pt x="159" y="204"/>
                      <a:pt x="102" y="204"/>
                    </a:cubicBezTo>
                    <a:cubicBezTo>
                      <a:pt x="46" y="204"/>
                      <a:pt x="0" y="158"/>
                      <a:pt x="0" y="102"/>
                    </a:cubicBezTo>
                    <a:cubicBezTo>
                      <a:pt x="0" y="46"/>
                      <a:pt x="46" y="0"/>
                      <a:pt x="102" y="0"/>
                    </a:cubicBezTo>
                    <a:close/>
                    <a:moveTo>
                      <a:pt x="102" y="25"/>
                    </a:moveTo>
                    <a:cubicBezTo>
                      <a:pt x="59" y="25"/>
                      <a:pt x="24" y="60"/>
                      <a:pt x="24" y="103"/>
                    </a:cubicBezTo>
                    <a:cubicBezTo>
                      <a:pt x="24" y="146"/>
                      <a:pt x="59" y="181"/>
                      <a:pt x="102" y="181"/>
                    </a:cubicBezTo>
                    <a:cubicBezTo>
                      <a:pt x="145" y="181"/>
                      <a:pt x="180" y="146"/>
                      <a:pt x="180" y="103"/>
                    </a:cubicBezTo>
                    <a:cubicBezTo>
                      <a:pt x="180" y="60"/>
                      <a:pt x="145" y="25"/>
                      <a:pt x="102" y="25"/>
                    </a:cubicBezTo>
                    <a:close/>
                  </a:path>
                </a:pathLst>
              </a:custGeom>
              <a:solidFill>
                <a:srgbClr val="00523A"/>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7" name="íšḻïḍè"/>
              <p:cNvSpPr/>
              <p:nvPr/>
            </p:nvSpPr>
            <p:spPr bwMode="auto">
              <a:xfrm>
                <a:off x="3621088" y="3103563"/>
                <a:ext cx="584200" cy="203200"/>
              </a:xfrm>
              <a:custGeom>
                <a:avLst/>
                <a:gdLst>
                  <a:gd name="T0" fmla="*/ 8 w 177"/>
                  <a:gd name="T1" fmla="*/ 53 h 61"/>
                  <a:gd name="T2" fmla="*/ 0 w 177"/>
                  <a:gd name="T3" fmla="*/ 56 h 61"/>
                  <a:gd name="T4" fmla="*/ 5 w 177"/>
                  <a:gd name="T5" fmla="*/ 52 h 61"/>
                  <a:gd name="T6" fmla="*/ 4 w 177"/>
                  <a:gd name="T7" fmla="*/ 50 h 61"/>
                  <a:gd name="T8" fmla="*/ 5 w 177"/>
                  <a:gd name="T9" fmla="*/ 48 h 61"/>
                  <a:gd name="T10" fmla="*/ 10 w 177"/>
                  <a:gd name="T11" fmla="*/ 41 h 61"/>
                  <a:gd name="T12" fmla="*/ 17 w 177"/>
                  <a:gd name="T13" fmla="*/ 50 h 61"/>
                  <a:gd name="T14" fmla="*/ 14 w 177"/>
                  <a:gd name="T15" fmla="*/ 35 h 61"/>
                  <a:gd name="T16" fmla="*/ 23 w 177"/>
                  <a:gd name="T17" fmla="*/ 46 h 61"/>
                  <a:gd name="T18" fmla="*/ 31 w 177"/>
                  <a:gd name="T19" fmla="*/ 38 h 61"/>
                  <a:gd name="T20" fmla="*/ 29 w 177"/>
                  <a:gd name="T21" fmla="*/ 40 h 61"/>
                  <a:gd name="T22" fmla="*/ 18 w 177"/>
                  <a:gd name="T23" fmla="*/ 32 h 61"/>
                  <a:gd name="T24" fmla="*/ 19 w 177"/>
                  <a:gd name="T25" fmla="*/ 30 h 61"/>
                  <a:gd name="T26" fmla="*/ 21 w 177"/>
                  <a:gd name="T27" fmla="*/ 27 h 61"/>
                  <a:gd name="T28" fmla="*/ 41 w 177"/>
                  <a:gd name="T29" fmla="*/ 29 h 61"/>
                  <a:gd name="T30" fmla="*/ 43 w 177"/>
                  <a:gd name="T31" fmla="*/ 29 h 61"/>
                  <a:gd name="T32" fmla="*/ 35 w 177"/>
                  <a:gd name="T33" fmla="*/ 35 h 61"/>
                  <a:gd name="T34" fmla="*/ 31 w 177"/>
                  <a:gd name="T35" fmla="*/ 21 h 61"/>
                  <a:gd name="T36" fmla="*/ 46 w 177"/>
                  <a:gd name="T37" fmla="*/ 11 h 61"/>
                  <a:gd name="T38" fmla="*/ 47 w 177"/>
                  <a:gd name="T39" fmla="*/ 11 h 61"/>
                  <a:gd name="T40" fmla="*/ 47 w 177"/>
                  <a:gd name="T41" fmla="*/ 26 h 61"/>
                  <a:gd name="T42" fmla="*/ 39 w 177"/>
                  <a:gd name="T43" fmla="*/ 15 h 61"/>
                  <a:gd name="T44" fmla="*/ 72 w 177"/>
                  <a:gd name="T45" fmla="*/ 16 h 61"/>
                  <a:gd name="T46" fmla="*/ 71 w 177"/>
                  <a:gd name="T47" fmla="*/ 2 h 61"/>
                  <a:gd name="T48" fmla="*/ 65 w 177"/>
                  <a:gd name="T49" fmla="*/ 15 h 61"/>
                  <a:gd name="T50" fmla="*/ 64 w 177"/>
                  <a:gd name="T51" fmla="*/ 4 h 61"/>
                  <a:gd name="T52" fmla="*/ 84 w 177"/>
                  <a:gd name="T53" fmla="*/ 1 h 61"/>
                  <a:gd name="T54" fmla="*/ 84 w 177"/>
                  <a:gd name="T55" fmla="*/ 1 h 61"/>
                  <a:gd name="T56" fmla="*/ 78 w 177"/>
                  <a:gd name="T57" fmla="*/ 16 h 61"/>
                  <a:gd name="T58" fmla="*/ 77 w 177"/>
                  <a:gd name="T59" fmla="*/ 15 h 61"/>
                  <a:gd name="T60" fmla="*/ 90 w 177"/>
                  <a:gd name="T61" fmla="*/ 1 h 61"/>
                  <a:gd name="T62" fmla="*/ 94 w 177"/>
                  <a:gd name="T63" fmla="*/ 15 h 61"/>
                  <a:gd name="T64" fmla="*/ 92 w 177"/>
                  <a:gd name="T65" fmla="*/ 15 h 61"/>
                  <a:gd name="T66" fmla="*/ 113 w 177"/>
                  <a:gd name="T67" fmla="*/ 3 h 61"/>
                  <a:gd name="T68" fmla="*/ 102 w 177"/>
                  <a:gd name="T69" fmla="*/ 2 h 61"/>
                  <a:gd name="T70" fmla="*/ 105 w 177"/>
                  <a:gd name="T71" fmla="*/ 14 h 61"/>
                  <a:gd name="T72" fmla="*/ 117 w 177"/>
                  <a:gd name="T73" fmla="*/ 5 h 61"/>
                  <a:gd name="T74" fmla="*/ 122 w 177"/>
                  <a:gd name="T75" fmla="*/ 19 h 61"/>
                  <a:gd name="T76" fmla="*/ 119 w 177"/>
                  <a:gd name="T77" fmla="*/ 13 h 61"/>
                  <a:gd name="T78" fmla="*/ 121 w 177"/>
                  <a:gd name="T79" fmla="*/ 12 h 61"/>
                  <a:gd name="T80" fmla="*/ 124 w 177"/>
                  <a:gd name="T81" fmla="*/ 10 h 61"/>
                  <a:gd name="T82" fmla="*/ 131 w 177"/>
                  <a:gd name="T83" fmla="*/ 26 h 61"/>
                  <a:gd name="T84" fmla="*/ 126 w 177"/>
                  <a:gd name="T85" fmla="*/ 23 h 61"/>
                  <a:gd name="T86" fmla="*/ 124 w 177"/>
                  <a:gd name="T87" fmla="*/ 23 h 61"/>
                  <a:gd name="T88" fmla="*/ 137 w 177"/>
                  <a:gd name="T89" fmla="*/ 14 h 61"/>
                  <a:gd name="T90" fmla="*/ 133 w 177"/>
                  <a:gd name="T91" fmla="*/ 11 h 61"/>
                  <a:gd name="T92" fmla="*/ 137 w 177"/>
                  <a:gd name="T93" fmla="*/ 32 h 61"/>
                  <a:gd name="T94" fmla="*/ 137 w 177"/>
                  <a:gd name="T95" fmla="*/ 32 h 61"/>
                  <a:gd name="T96" fmla="*/ 145 w 177"/>
                  <a:gd name="T97" fmla="*/ 19 h 61"/>
                  <a:gd name="T98" fmla="*/ 146 w 177"/>
                  <a:gd name="T99" fmla="*/ 19 h 61"/>
                  <a:gd name="T100" fmla="*/ 159 w 177"/>
                  <a:gd name="T101" fmla="*/ 31 h 61"/>
                  <a:gd name="T102" fmla="*/ 149 w 177"/>
                  <a:gd name="T103" fmla="*/ 42 h 61"/>
                  <a:gd name="T104" fmla="*/ 155 w 177"/>
                  <a:gd name="T105" fmla="*/ 27 h 61"/>
                  <a:gd name="T106" fmla="*/ 166 w 177"/>
                  <a:gd name="T107" fmla="*/ 40 h 61"/>
                  <a:gd name="T108" fmla="*/ 160 w 177"/>
                  <a:gd name="T109" fmla="*/ 37 h 61"/>
                  <a:gd name="T110" fmla="*/ 153 w 177"/>
                  <a:gd name="T111" fmla="*/ 46 h 61"/>
                  <a:gd name="T112" fmla="*/ 177 w 177"/>
                  <a:gd name="T113" fmla="*/ 55 h 61"/>
                  <a:gd name="T114" fmla="*/ 162 w 177"/>
                  <a:gd name="T115" fmla="*/ 60 h 61"/>
                  <a:gd name="T116" fmla="*/ 165 w 177"/>
                  <a:gd name="T117" fmla="*/ 55 h 61"/>
                  <a:gd name="T118" fmla="*/ 173 w 177"/>
                  <a:gd name="T119" fmla="*/ 49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77" h="61">
                    <a:moveTo>
                      <a:pt x="6" y="46"/>
                    </a:moveTo>
                    <a:cubicBezTo>
                      <a:pt x="6" y="46"/>
                      <a:pt x="6" y="46"/>
                      <a:pt x="6" y="46"/>
                    </a:cubicBezTo>
                    <a:cubicBezTo>
                      <a:pt x="6" y="46"/>
                      <a:pt x="6" y="46"/>
                      <a:pt x="6" y="46"/>
                    </a:cubicBezTo>
                    <a:cubicBezTo>
                      <a:pt x="6" y="46"/>
                      <a:pt x="6" y="47"/>
                      <a:pt x="6" y="47"/>
                    </a:cubicBezTo>
                    <a:cubicBezTo>
                      <a:pt x="6" y="47"/>
                      <a:pt x="6" y="47"/>
                      <a:pt x="6" y="47"/>
                    </a:cubicBezTo>
                    <a:cubicBezTo>
                      <a:pt x="17" y="57"/>
                      <a:pt x="17" y="57"/>
                      <a:pt x="17" y="57"/>
                    </a:cubicBezTo>
                    <a:cubicBezTo>
                      <a:pt x="17" y="57"/>
                      <a:pt x="17" y="57"/>
                      <a:pt x="17" y="57"/>
                    </a:cubicBezTo>
                    <a:cubicBezTo>
                      <a:pt x="8" y="53"/>
                      <a:pt x="8" y="53"/>
                      <a:pt x="8" y="53"/>
                    </a:cubicBezTo>
                    <a:cubicBezTo>
                      <a:pt x="8" y="54"/>
                      <a:pt x="8" y="54"/>
                      <a:pt x="8" y="54"/>
                    </a:cubicBezTo>
                    <a:cubicBezTo>
                      <a:pt x="15" y="60"/>
                      <a:pt x="15" y="60"/>
                      <a:pt x="15" y="60"/>
                    </a:cubicBezTo>
                    <a:cubicBezTo>
                      <a:pt x="15" y="61"/>
                      <a:pt x="15" y="61"/>
                      <a:pt x="15" y="61"/>
                    </a:cubicBezTo>
                    <a:cubicBezTo>
                      <a:pt x="1" y="55"/>
                      <a:pt x="1" y="55"/>
                      <a:pt x="1" y="55"/>
                    </a:cubicBezTo>
                    <a:cubicBezTo>
                      <a:pt x="1" y="55"/>
                      <a:pt x="1" y="55"/>
                      <a:pt x="1" y="55"/>
                    </a:cubicBezTo>
                    <a:cubicBezTo>
                      <a:pt x="1" y="55"/>
                      <a:pt x="1" y="55"/>
                      <a:pt x="1" y="55"/>
                    </a:cubicBezTo>
                    <a:cubicBezTo>
                      <a:pt x="0" y="56"/>
                      <a:pt x="0" y="56"/>
                      <a:pt x="0" y="56"/>
                    </a:cubicBezTo>
                    <a:cubicBezTo>
                      <a:pt x="0" y="56"/>
                      <a:pt x="0" y="56"/>
                      <a:pt x="0" y="56"/>
                    </a:cubicBezTo>
                    <a:cubicBezTo>
                      <a:pt x="2" y="53"/>
                      <a:pt x="2" y="53"/>
                      <a:pt x="2" y="53"/>
                    </a:cubicBezTo>
                    <a:cubicBezTo>
                      <a:pt x="2" y="53"/>
                      <a:pt x="2" y="53"/>
                      <a:pt x="2" y="53"/>
                    </a:cubicBezTo>
                    <a:cubicBezTo>
                      <a:pt x="2" y="53"/>
                      <a:pt x="2" y="53"/>
                      <a:pt x="2" y="53"/>
                    </a:cubicBezTo>
                    <a:cubicBezTo>
                      <a:pt x="2" y="53"/>
                      <a:pt x="2" y="54"/>
                      <a:pt x="2" y="54"/>
                    </a:cubicBezTo>
                    <a:cubicBezTo>
                      <a:pt x="2" y="54"/>
                      <a:pt x="2" y="54"/>
                      <a:pt x="2" y="54"/>
                    </a:cubicBezTo>
                    <a:cubicBezTo>
                      <a:pt x="11" y="58"/>
                      <a:pt x="11" y="58"/>
                      <a:pt x="11" y="58"/>
                    </a:cubicBezTo>
                    <a:cubicBezTo>
                      <a:pt x="12" y="58"/>
                      <a:pt x="12" y="58"/>
                      <a:pt x="12" y="58"/>
                    </a:cubicBezTo>
                    <a:cubicBezTo>
                      <a:pt x="5" y="52"/>
                      <a:pt x="5" y="52"/>
                      <a:pt x="5" y="52"/>
                    </a:cubicBezTo>
                    <a:cubicBezTo>
                      <a:pt x="4" y="52"/>
                      <a:pt x="4" y="52"/>
                      <a:pt x="4" y="52"/>
                    </a:cubicBezTo>
                    <a:cubicBezTo>
                      <a:pt x="3" y="52"/>
                      <a:pt x="3" y="52"/>
                      <a:pt x="3" y="52"/>
                    </a:cubicBezTo>
                    <a:cubicBezTo>
                      <a:pt x="3" y="52"/>
                      <a:pt x="3" y="52"/>
                      <a:pt x="3" y="52"/>
                    </a:cubicBezTo>
                    <a:cubicBezTo>
                      <a:pt x="3" y="52"/>
                      <a:pt x="3" y="52"/>
                      <a:pt x="3" y="52"/>
                    </a:cubicBezTo>
                    <a:cubicBezTo>
                      <a:pt x="2" y="52"/>
                      <a:pt x="2" y="52"/>
                      <a:pt x="2" y="52"/>
                    </a:cubicBezTo>
                    <a:cubicBezTo>
                      <a:pt x="4" y="49"/>
                      <a:pt x="4" y="49"/>
                      <a:pt x="4" y="49"/>
                    </a:cubicBezTo>
                    <a:cubicBezTo>
                      <a:pt x="4" y="49"/>
                      <a:pt x="4" y="49"/>
                      <a:pt x="4" y="49"/>
                    </a:cubicBezTo>
                    <a:cubicBezTo>
                      <a:pt x="4" y="50"/>
                      <a:pt x="4" y="50"/>
                      <a:pt x="4" y="50"/>
                    </a:cubicBezTo>
                    <a:cubicBezTo>
                      <a:pt x="4" y="50"/>
                      <a:pt x="4" y="50"/>
                      <a:pt x="4" y="50"/>
                    </a:cubicBezTo>
                    <a:cubicBezTo>
                      <a:pt x="4" y="50"/>
                      <a:pt x="4" y="50"/>
                      <a:pt x="4" y="51"/>
                    </a:cubicBezTo>
                    <a:cubicBezTo>
                      <a:pt x="13" y="54"/>
                      <a:pt x="13" y="54"/>
                      <a:pt x="13" y="54"/>
                    </a:cubicBezTo>
                    <a:cubicBezTo>
                      <a:pt x="13" y="54"/>
                      <a:pt x="13" y="54"/>
                      <a:pt x="13" y="54"/>
                    </a:cubicBezTo>
                    <a:cubicBezTo>
                      <a:pt x="6" y="48"/>
                      <a:pt x="6" y="48"/>
                      <a:pt x="6" y="48"/>
                    </a:cubicBezTo>
                    <a:cubicBezTo>
                      <a:pt x="6" y="48"/>
                      <a:pt x="6" y="48"/>
                      <a:pt x="5" y="48"/>
                    </a:cubicBezTo>
                    <a:cubicBezTo>
                      <a:pt x="5" y="48"/>
                      <a:pt x="5" y="48"/>
                      <a:pt x="5" y="48"/>
                    </a:cubicBezTo>
                    <a:cubicBezTo>
                      <a:pt x="5" y="48"/>
                      <a:pt x="5" y="48"/>
                      <a:pt x="5" y="48"/>
                    </a:cubicBezTo>
                    <a:cubicBezTo>
                      <a:pt x="4" y="48"/>
                      <a:pt x="4" y="48"/>
                      <a:pt x="4" y="48"/>
                    </a:cubicBezTo>
                    <a:cubicBezTo>
                      <a:pt x="6" y="46"/>
                      <a:pt x="6" y="46"/>
                      <a:pt x="6" y="46"/>
                    </a:cubicBezTo>
                    <a:close/>
                    <a:moveTo>
                      <a:pt x="22" y="48"/>
                    </a:moveTo>
                    <a:cubicBezTo>
                      <a:pt x="22" y="49"/>
                      <a:pt x="21" y="49"/>
                      <a:pt x="21" y="49"/>
                    </a:cubicBezTo>
                    <a:cubicBezTo>
                      <a:pt x="20" y="50"/>
                      <a:pt x="19" y="49"/>
                      <a:pt x="18" y="48"/>
                    </a:cubicBezTo>
                    <a:cubicBezTo>
                      <a:pt x="10" y="42"/>
                      <a:pt x="10" y="42"/>
                      <a:pt x="10" y="42"/>
                    </a:cubicBezTo>
                    <a:cubicBezTo>
                      <a:pt x="10" y="42"/>
                      <a:pt x="10" y="41"/>
                      <a:pt x="10" y="41"/>
                    </a:cubicBezTo>
                    <a:cubicBezTo>
                      <a:pt x="10" y="41"/>
                      <a:pt x="10" y="41"/>
                      <a:pt x="10" y="41"/>
                    </a:cubicBezTo>
                    <a:cubicBezTo>
                      <a:pt x="10" y="40"/>
                      <a:pt x="10" y="40"/>
                      <a:pt x="10" y="40"/>
                    </a:cubicBezTo>
                    <a:cubicBezTo>
                      <a:pt x="10" y="40"/>
                      <a:pt x="10" y="40"/>
                      <a:pt x="10" y="40"/>
                    </a:cubicBezTo>
                    <a:cubicBezTo>
                      <a:pt x="7" y="43"/>
                      <a:pt x="7" y="43"/>
                      <a:pt x="7" y="43"/>
                    </a:cubicBezTo>
                    <a:cubicBezTo>
                      <a:pt x="8" y="43"/>
                      <a:pt x="8" y="43"/>
                      <a:pt x="8" y="43"/>
                    </a:cubicBezTo>
                    <a:cubicBezTo>
                      <a:pt x="8" y="43"/>
                      <a:pt x="8" y="43"/>
                      <a:pt x="8" y="43"/>
                    </a:cubicBezTo>
                    <a:cubicBezTo>
                      <a:pt x="8" y="43"/>
                      <a:pt x="8" y="43"/>
                      <a:pt x="8" y="43"/>
                    </a:cubicBezTo>
                    <a:cubicBezTo>
                      <a:pt x="9" y="43"/>
                      <a:pt x="9" y="43"/>
                      <a:pt x="9" y="43"/>
                    </a:cubicBezTo>
                    <a:cubicBezTo>
                      <a:pt x="17" y="50"/>
                      <a:pt x="17" y="50"/>
                      <a:pt x="17" y="50"/>
                    </a:cubicBezTo>
                    <a:cubicBezTo>
                      <a:pt x="18" y="50"/>
                      <a:pt x="19" y="51"/>
                      <a:pt x="20" y="50"/>
                    </a:cubicBezTo>
                    <a:cubicBezTo>
                      <a:pt x="21" y="50"/>
                      <a:pt x="22" y="50"/>
                      <a:pt x="23" y="49"/>
                    </a:cubicBezTo>
                    <a:cubicBezTo>
                      <a:pt x="24" y="48"/>
                      <a:pt x="24" y="47"/>
                      <a:pt x="24" y="46"/>
                    </a:cubicBezTo>
                    <a:cubicBezTo>
                      <a:pt x="24" y="45"/>
                      <a:pt x="23" y="44"/>
                      <a:pt x="22" y="43"/>
                    </a:cubicBezTo>
                    <a:cubicBezTo>
                      <a:pt x="14" y="36"/>
                      <a:pt x="14" y="36"/>
                      <a:pt x="14" y="36"/>
                    </a:cubicBezTo>
                    <a:cubicBezTo>
                      <a:pt x="14" y="36"/>
                      <a:pt x="14" y="36"/>
                      <a:pt x="14" y="36"/>
                    </a:cubicBezTo>
                    <a:cubicBezTo>
                      <a:pt x="14" y="36"/>
                      <a:pt x="14" y="36"/>
                      <a:pt x="14" y="35"/>
                    </a:cubicBezTo>
                    <a:cubicBezTo>
                      <a:pt x="14" y="35"/>
                      <a:pt x="14" y="35"/>
                      <a:pt x="14" y="35"/>
                    </a:cubicBezTo>
                    <a:cubicBezTo>
                      <a:pt x="14" y="35"/>
                      <a:pt x="14" y="35"/>
                      <a:pt x="14" y="35"/>
                    </a:cubicBezTo>
                    <a:cubicBezTo>
                      <a:pt x="12" y="37"/>
                      <a:pt x="12" y="37"/>
                      <a:pt x="12" y="37"/>
                    </a:cubicBezTo>
                    <a:cubicBezTo>
                      <a:pt x="12" y="38"/>
                      <a:pt x="12" y="38"/>
                      <a:pt x="12" y="38"/>
                    </a:cubicBezTo>
                    <a:cubicBezTo>
                      <a:pt x="13" y="37"/>
                      <a:pt x="13" y="37"/>
                      <a:pt x="13" y="37"/>
                    </a:cubicBezTo>
                    <a:cubicBezTo>
                      <a:pt x="13" y="37"/>
                      <a:pt x="13" y="37"/>
                      <a:pt x="13" y="37"/>
                    </a:cubicBezTo>
                    <a:cubicBezTo>
                      <a:pt x="13" y="37"/>
                      <a:pt x="14" y="37"/>
                      <a:pt x="14" y="37"/>
                    </a:cubicBezTo>
                    <a:cubicBezTo>
                      <a:pt x="22" y="44"/>
                      <a:pt x="22" y="44"/>
                      <a:pt x="22" y="44"/>
                    </a:cubicBezTo>
                    <a:cubicBezTo>
                      <a:pt x="23" y="44"/>
                      <a:pt x="23" y="45"/>
                      <a:pt x="23" y="46"/>
                    </a:cubicBezTo>
                    <a:cubicBezTo>
                      <a:pt x="23" y="47"/>
                      <a:pt x="23" y="47"/>
                      <a:pt x="22" y="48"/>
                    </a:cubicBezTo>
                    <a:close/>
                    <a:moveTo>
                      <a:pt x="33" y="36"/>
                    </a:moveTo>
                    <a:cubicBezTo>
                      <a:pt x="33" y="36"/>
                      <a:pt x="33" y="36"/>
                      <a:pt x="33" y="36"/>
                    </a:cubicBezTo>
                    <a:cubicBezTo>
                      <a:pt x="33" y="36"/>
                      <a:pt x="34" y="36"/>
                      <a:pt x="34" y="36"/>
                    </a:cubicBezTo>
                    <a:cubicBezTo>
                      <a:pt x="34" y="35"/>
                      <a:pt x="34" y="35"/>
                      <a:pt x="34" y="35"/>
                    </a:cubicBezTo>
                    <a:cubicBezTo>
                      <a:pt x="35" y="36"/>
                      <a:pt x="35" y="36"/>
                      <a:pt x="35" y="36"/>
                    </a:cubicBezTo>
                    <a:cubicBezTo>
                      <a:pt x="32" y="39"/>
                      <a:pt x="32" y="39"/>
                      <a:pt x="32" y="39"/>
                    </a:cubicBezTo>
                    <a:cubicBezTo>
                      <a:pt x="31" y="38"/>
                      <a:pt x="31" y="38"/>
                      <a:pt x="31" y="38"/>
                    </a:cubicBezTo>
                    <a:cubicBezTo>
                      <a:pt x="32" y="38"/>
                      <a:pt x="32" y="38"/>
                      <a:pt x="32" y="38"/>
                    </a:cubicBezTo>
                    <a:cubicBezTo>
                      <a:pt x="32" y="38"/>
                      <a:pt x="32" y="37"/>
                      <a:pt x="32" y="37"/>
                    </a:cubicBezTo>
                    <a:cubicBezTo>
                      <a:pt x="32" y="37"/>
                      <a:pt x="32" y="37"/>
                      <a:pt x="32" y="37"/>
                    </a:cubicBezTo>
                    <a:cubicBezTo>
                      <a:pt x="27" y="32"/>
                      <a:pt x="27" y="32"/>
                      <a:pt x="27" y="32"/>
                    </a:cubicBezTo>
                    <a:cubicBezTo>
                      <a:pt x="23" y="36"/>
                      <a:pt x="23" y="36"/>
                      <a:pt x="23" y="36"/>
                    </a:cubicBezTo>
                    <a:cubicBezTo>
                      <a:pt x="28" y="40"/>
                      <a:pt x="28" y="40"/>
                      <a:pt x="28" y="40"/>
                    </a:cubicBezTo>
                    <a:cubicBezTo>
                      <a:pt x="28" y="41"/>
                      <a:pt x="28" y="41"/>
                      <a:pt x="28" y="41"/>
                    </a:cubicBezTo>
                    <a:cubicBezTo>
                      <a:pt x="28" y="41"/>
                      <a:pt x="29" y="41"/>
                      <a:pt x="29" y="40"/>
                    </a:cubicBezTo>
                    <a:cubicBezTo>
                      <a:pt x="29" y="40"/>
                      <a:pt x="29" y="40"/>
                      <a:pt x="29" y="40"/>
                    </a:cubicBezTo>
                    <a:cubicBezTo>
                      <a:pt x="30" y="41"/>
                      <a:pt x="30" y="41"/>
                      <a:pt x="30" y="41"/>
                    </a:cubicBezTo>
                    <a:cubicBezTo>
                      <a:pt x="27" y="43"/>
                      <a:pt x="27" y="43"/>
                      <a:pt x="27" y="43"/>
                    </a:cubicBezTo>
                    <a:cubicBezTo>
                      <a:pt x="26" y="43"/>
                      <a:pt x="26" y="43"/>
                      <a:pt x="26" y="43"/>
                    </a:cubicBezTo>
                    <a:cubicBezTo>
                      <a:pt x="27" y="43"/>
                      <a:pt x="27" y="43"/>
                      <a:pt x="27" y="43"/>
                    </a:cubicBezTo>
                    <a:cubicBezTo>
                      <a:pt x="27" y="42"/>
                      <a:pt x="27" y="42"/>
                      <a:pt x="27" y="42"/>
                    </a:cubicBezTo>
                    <a:cubicBezTo>
                      <a:pt x="27" y="42"/>
                      <a:pt x="27" y="42"/>
                      <a:pt x="27" y="41"/>
                    </a:cubicBezTo>
                    <a:cubicBezTo>
                      <a:pt x="18" y="32"/>
                      <a:pt x="18" y="32"/>
                      <a:pt x="18" y="32"/>
                    </a:cubicBezTo>
                    <a:cubicBezTo>
                      <a:pt x="18" y="32"/>
                      <a:pt x="17" y="32"/>
                      <a:pt x="17" y="32"/>
                    </a:cubicBezTo>
                    <a:cubicBezTo>
                      <a:pt x="17" y="32"/>
                      <a:pt x="17" y="32"/>
                      <a:pt x="17" y="32"/>
                    </a:cubicBezTo>
                    <a:cubicBezTo>
                      <a:pt x="16" y="32"/>
                      <a:pt x="16" y="32"/>
                      <a:pt x="16" y="32"/>
                    </a:cubicBezTo>
                    <a:cubicBezTo>
                      <a:pt x="16" y="32"/>
                      <a:pt x="16" y="32"/>
                      <a:pt x="16" y="32"/>
                    </a:cubicBezTo>
                    <a:cubicBezTo>
                      <a:pt x="19" y="29"/>
                      <a:pt x="19" y="29"/>
                      <a:pt x="19" y="29"/>
                    </a:cubicBezTo>
                    <a:cubicBezTo>
                      <a:pt x="19" y="29"/>
                      <a:pt x="19" y="29"/>
                      <a:pt x="19" y="29"/>
                    </a:cubicBezTo>
                    <a:cubicBezTo>
                      <a:pt x="19" y="30"/>
                      <a:pt x="19" y="30"/>
                      <a:pt x="19" y="30"/>
                    </a:cubicBezTo>
                    <a:cubicBezTo>
                      <a:pt x="19" y="30"/>
                      <a:pt x="19" y="30"/>
                      <a:pt x="19" y="30"/>
                    </a:cubicBezTo>
                    <a:cubicBezTo>
                      <a:pt x="19" y="30"/>
                      <a:pt x="19" y="31"/>
                      <a:pt x="19" y="31"/>
                    </a:cubicBezTo>
                    <a:cubicBezTo>
                      <a:pt x="23" y="35"/>
                      <a:pt x="23" y="35"/>
                      <a:pt x="23" y="35"/>
                    </a:cubicBezTo>
                    <a:cubicBezTo>
                      <a:pt x="27" y="31"/>
                      <a:pt x="27" y="31"/>
                      <a:pt x="27" y="31"/>
                    </a:cubicBezTo>
                    <a:cubicBezTo>
                      <a:pt x="23" y="27"/>
                      <a:pt x="23" y="27"/>
                      <a:pt x="23" y="27"/>
                    </a:cubicBezTo>
                    <a:cubicBezTo>
                      <a:pt x="23" y="27"/>
                      <a:pt x="22" y="27"/>
                      <a:pt x="22" y="27"/>
                    </a:cubicBezTo>
                    <a:cubicBezTo>
                      <a:pt x="22" y="27"/>
                      <a:pt x="22" y="27"/>
                      <a:pt x="22" y="27"/>
                    </a:cubicBezTo>
                    <a:cubicBezTo>
                      <a:pt x="21" y="27"/>
                      <a:pt x="21" y="27"/>
                      <a:pt x="21" y="27"/>
                    </a:cubicBezTo>
                    <a:cubicBezTo>
                      <a:pt x="21" y="27"/>
                      <a:pt x="21" y="27"/>
                      <a:pt x="21" y="27"/>
                    </a:cubicBezTo>
                    <a:cubicBezTo>
                      <a:pt x="24" y="24"/>
                      <a:pt x="24" y="24"/>
                      <a:pt x="24" y="24"/>
                    </a:cubicBezTo>
                    <a:cubicBezTo>
                      <a:pt x="24" y="25"/>
                      <a:pt x="24" y="25"/>
                      <a:pt x="24" y="25"/>
                    </a:cubicBezTo>
                    <a:cubicBezTo>
                      <a:pt x="24" y="25"/>
                      <a:pt x="24" y="25"/>
                      <a:pt x="24" y="25"/>
                    </a:cubicBezTo>
                    <a:cubicBezTo>
                      <a:pt x="24" y="25"/>
                      <a:pt x="24" y="25"/>
                      <a:pt x="24" y="26"/>
                    </a:cubicBezTo>
                    <a:cubicBezTo>
                      <a:pt x="24" y="26"/>
                      <a:pt x="24" y="26"/>
                      <a:pt x="24" y="26"/>
                    </a:cubicBezTo>
                    <a:cubicBezTo>
                      <a:pt x="33" y="36"/>
                      <a:pt x="33" y="36"/>
                      <a:pt x="33" y="36"/>
                    </a:cubicBezTo>
                    <a:close/>
                    <a:moveTo>
                      <a:pt x="38" y="26"/>
                    </a:moveTo>
                    <a:cubicBezTo>
                      <a:pt x="41" y="29"/>
                      <a:pt x="41" y="29"/>
                      <a:pt x="41" y="29"/>
                    </a:cubicBezTo>
                    <a:cubicBezTo>
                      <a:pt x="41" y="29"/>
                      <a:pt x="41" y="30"/>
                      <a:pt x="41" y="30"/>
                    </a:cubicBezTo>
                    <a:cubicBezTo>
                      <a:pt x="41" y="30"/>
                      <a:pt x="41" y="30"/>
                      <a:pt x="41" y="30"/>
                    </a:cubicBezTo>
                    <a:cubicBezTo>
                      <a:pt x="41" y="31"/>
                      <a:pt x="41" y="31"/>
                      <a:pt x="41" y="31"/>
                    </a:cubicBezTo>
                    <a:cubicBezTo>
                      <a:pt x="41" y="31"/>
                      <a:pt x="41" y="31"/>
                      <a:pt x="41" y="31"/>
                    </a:cubicBezTo>
                    <a:cubicBezTo>
                      <a:pt x="44" y="29"/>
                      <a:pt x="44" y="29"/>
                      <a:pt x="44" y="29"/>
                    </a:cubicBezTo>
                    <a:cubicBezTo>
                      <a:pt x="44" y="28"/>
                      <a:pt x="44" y="28"/>
                      <a:pt x="44" y="28"/>
                    </a:cubicBezTo>
                    <a:cubicBezTo>
                      <a:pt x="44" y="29"/>
                      <a:pt x="44" y="29"/>
                      <a:pt x="44" y="29"/>
                    </a:cubicBezTo>
                    <a:cubicBezTo>
                      <a:pt x="43" y="29"/>
                      <a:pt x="43" y="29"/>
                      <a:pt x="43" y="29"/>
                    </a:cubicBezTo>
                    <a:cubicBezTo>
                      <a:pt x="43" y="29"/>
                      <a:pt x="42" y="29"/>
                      <a:pt x="42" y="28"/>
                    </a:cubicBezTo>
                    <a:cubicBezTo>
                      <a:pt x="31" y="18"/>
                      <a:pt x="31" y="18"/>
                      <a:pt x="31" y="18"/>
                    </a:cubicBezTo>
                    <a:cubicBezTo>
                      <a:pt x="30" y="20"/>
                      <a:pt x="30" y="20"/>
                      <a:pt x="30" y="20"/>
                    </a:cubicBezTo>
                    <a:cubicBezTo>
                      <a:pt x="35" y="33"/>
                      <a:pt x="35" y="33"/>
                      <a:pt x="35" y="33"/>
                    </a:cubicBezTo>
                    <a:cubicBezTo>
                      <a:pt x="35" y="33"/>
                      <a:pt x="35" y="34"/>
                      <a:pt x="35" y="34"/>
                    </a:cubicBezTo>
                    <a:cubicBezTo>
                      <a:pt x="35" y="34"/>
                      <a:pt x="35" y="34"/>
                      <a:pt x="35" y="35"/>
                    </a:cubicBezTo>
                    <a:cubicBezTo>
                      <a:pt x="35" y="35"/>
                      <a:pt x="35" y="35"/>
                      <a:pt x="35" y="35"/>
                    </a:cubicBezTo>
                    <a:cubicBezTo>
                      <a:pt x="35" y="35"/>
                      <a:pt x="35" y="35"/>
                      <a:pt x="35" y="35"/>
                    </a:cubicBezTo>
                    <a:cubicBezTo>
                      <a:pt x="38" y="33"/>
                      <a:pt x="38" y="33"/>
                      <a:pt x="38" y="33"/>
                    </a:cubicBezTo>
                    <a:cubicBezTo>
                      <a:pt x="38" y="33"/>
                      <a:pt x="38" y="33"/>
                      <a:pt x="38" y="33"/>
                    </a:cubicBezTo>
                    <a:cubicBezTo>
                      <a:pt x="37" y="33"/>
                      <a:pt x="37" y="33"/>
                      <a:pt x="37" y="33"/>
                    </a:cubicBezTo>
                    <a:cubicBezTo>
                      <a:pt x="37" y="33"/>
                      <a:pt x="37" y="33"/>
                      <a:pt x="36" y="33"/>
                    </a:cubicBezTo>
                    <a:cubicBezTo>
                      <a:pt x="36" y="33"/>
                      <a:pt x="36" y="32"/>
                      <a:pt x="36" y="32"/>
                    </a:cubicBezTo>
                    <a:cubicBezTo>
                      <a:pt x="34" y="29"/>
                      <a:pt x="34" y="29"/>
                      <a:pt x="34" y="29"/>
                    </a:cubicBezTo>
                    <a:cubicBezTo>
                      <a:pt x="38" y="26"/>
                      <a:pt x="38" y="26"/>
                      <a:pt x="38" y="26"/>
                    </a:cubicBezTo>
                    <a:close/>
                    <a:moveTo>
                      <a:pt x="31" y="21"/>
                    </a:moveTo>
                    <a:cubicBezTo>
                      <a:pt x="31" y="21"/>
                      <a:pt x="31" y="21"/>
                      <a:pt x="31" y="21"/>
                    </a:cubicBezTo>
                    <a:cubicBezTo>
                      <a:pt x="34" y="28"/>
                      <a:pt x="34" y="28"/>
                      <a:pt x="34" y="28"/>
                    </a:cubicBezTo>
                    <a:cubicBezTo>
                      <a:pt x="37" y="26"/>
                      <a:pt x="37" y="26"/>
                      <a:pt x="37" y="26"/>
                    </a:cubicBezTo>
                    <a:cubicBezTo>
                      <a:pt x="31" y="21"/>
                      <a:pt x="31" y="21"/>
                      <a:pt x="31" y="21"/>
                    </a:cubicBezTo>
                    <a:close/>
                    <a:moveTo>
                      <a:pt x="51" y="21"/>
                    </a:moveTo>
                    <a:cubicBezTo>
                      <a:pt x="51" y="21"/>
                      <a:pt x="51" y="21"/>
                      <a:pt x="51" y="21"/>
                    </a:cubicBezTo>
                    <a:cubicBezTo>
                      <a:pt x="46" y="11"/>
                      <a:pt x="46" y="11"/>
                      <a:pt x="46" y="11"/>
                    </a:cubicBezTo>
                    <a:cubicBezTo>
                      <a:pt x="46" y="11"/>
                      <a:pt x="46" y="11"/>
                      <a:pt x="46" y="11"/>
                    </a:cubicBezTo>
                    <a:cubicBezTo>
                      <a:pt x="46" y="11"/>
                      <a:pt x="46" y="11"/>
                      <a:pt x="45" y="11"/>
                    </a:cubicBezTo>
                    <a:cubicBezTo>
                      <a:pt x="45" y="11"/>
                      <a:pt x="45" y="11"/>
                      <a:pt x="45" y="11"/>
                    </a:cubicBezTo>
                    <a:cubicBezTo>
                      <a:pt x="44" y="11"/>
                      <a:pt x="44" y="11"/>
                      <a:pt x="44" y="11"/>
                    </a:cubicBezTo>
                    <a:cubicBezTo>
                      <a:pt x="48" y="9"/>
                      <a:pt x="48" y="9"/>
                      <a:pt x="48" y="9"/>
                    </a:cubicBezTo>
                    <a:cubicBezTo>
                      <a:pt x="48" y="10"/>
                      <a:pt x="48" y="10"/>
                      <a:pt x="48" y="10"/>
                    </a:cubicBezTo>
                    <a:cubicBezTo>
                      <a:pt x="47" y="10"/>
                      <a:pt x="47" y="10"/>
                      <a:pt x="47" y="10"/>
                    </a:cubicBezTo>
                    <a:cubicBezTo>
                      <a:pt x="47" y="10"/>
                      <a:pt x="47" y="10"/>
                      <a:pt x="47" y="10"/>
                    </a:cubicBezTo>
                    <a:cubicBezTo>
                      <a:pt x="47" y="10"/>
                      <a:pt x="47" y="11"/>
                      <a:pt x="47" y="11"/>
                    </a:cubicBezTo>
                    <a:cubicBezTo>
                      <a:pt x="53" y="24"/>
                      <a:pt x="53" y="24"/>
                      <a:pt x="53" y="24"/>
                    </a:cubicBezTo>
                    <a:cubicBezTo>
                      <a:pt x="53" y="24"/>
                      <a:pt x="53" y="24"/>
                      <a:pt x="53" y="24"/>
                    </a:cubicBezTo>
                    <a:cubicBezTo>
                      <a:pt x="53" y="24"/>
                      <a:pt x="53" y="24"/>
                      <a:pt x="53" y="24"/>
                    </a:cubicBezTo>
                    <a:cubicBezTo>
                      <a:pt x="40" y="15"/>
                      <a:pt x="40" y="15"/>
                      <a:pt x="40" y="15"/>
                    </a:cubicBezTo>
                    <a:cubicBezTo>
                      <a:pt x="40" y="15"/>
                      <a:pt x="40" y="15"/>
                      <a:pt x="40" y="15"/>
                    </a:cubicBezTo>
                    <a:cubicBezTo>
                      <a:pt x="46" y="26"/>
                      <a:pt x="46" y="26"/>
                      <a:pt x="46" y="26"/>
                    </a:cubicBezTo>
                    <a:cubicBezTo>
                      <a:pt x="46" y="26"/>
                      <a:pt x="46" y="26"/>
                      <a:pt x="46" y="26"/>
                    </a:cubicBezTo>
                    <a:cubicBezTo>
                      <a:pt x="47" y="26"/>
                      <a:pt x="47" y="26"/>
                      <a:pt x="47" y="26"/>
                    </a:cubicBezTo>
                    <a:cubicBezTo>
                      <a:pt x="48" y="26"/>
                      <a:pt x="48" y="26"/>
                      <a:pt x="48" y="26"/>
                    </a:cubicBezTo>
                    <a:cubicBezTo>
                      <a:pt x="48" y="26"/>
                      <a:pt x="48" y="26"/>
                      <a:pt x="48" y="26"/>
                    </a:cubicBezTo>
                    <a:cubicBezTo>
                      <a:pt x="45" y="28"/>
                      <a:pt x="45" y="28"/>
                      <a:pt x="45" y="28"/>
                    </a:cubicBezTo>
                    <a:cubicBezTo>
                      <a:pt x="44" y="28"/>
                      <a:pt x="44" y="28"/>
                      <a:pt x="44" y="28"/>
                    </a:cubicBezTo>
                    <a:cubicBezTo>
                      <a:pt x="45" y="27"/>
                      <a:pt x="45" y="27"/>
                      <a:pt x="45" y="27"/>
                    </a:cubicBezTo>
                    <a:cubicBezTo>
                      <a:pt x="45" y="27"/>
                      <a:pt x="45" y="27"/>
                      <a:pt x="45" y="27"/>
                    </a:cubicBezTo>
                    <a:cubicBezTo>
                      <a:pt x="46" y="27"/>
                      <a:pt x="46" y="26"/>
                      <a:pt x="45" y="26"/>
                    </a:cubicBezTo>
                    <a:cubicBezTo>
                      <a:pt x="39" y="15"/>
                      <a:pt x="39" y="15"/>
                      <a:pt x="39" y="15"/>
                    </a:cubicBezTo>
                    <a:cubicBezTo>
                      <a:pt x="39" y="14"/>
                      <a:pt x="39" y="14"/>
                      <a:pt x="39" y="14"/>
                    </a:cubicBezTo>
                    <a:cubicBezTo>
                      <a:pt x="39" y="14"/>
                      <a:pt x="39" y="14"/>
                      <a:pt x="38" y="14"/>
                    </a:cubicBezTo>
                    <a:cubicBezTo>
                      <a:pt x="38" y="15"/>
                      <a:pt x="38" y="15"/>
                      <a:pt x="38" y="15"/>
                    </a:cubicBezTo>
                    <a:cubicBezTo>
                      <a:pt x="37" y="14"/>
                      <a:pt x="37" y="14"/>
                      <a:pt x="37" y="14"/>
                    </a:cubicBezTo>
                    <a:cubicBezTo>
                      <a:pt x="40" y="13"/>
                      <a:pt x="40" y="13"/>
                      <a:pt x="40" y="13"/>
                    </a:cubicBezTo>
                    <a:cubicBezTo>
                      <a:pt x="51" y="21"/>
                      <a:pt x="51" y="21"/>
                      <a:pt x="51" y="21"/>
                    </a:cubicBezTo>
                    <a:close/>
                    <a:moveTo>
                      <a:pt x="70" y="17"/>
                    </a:moveTo>
                    <a:cubicBezTo>
                      <a:pt x="70" y="17"/>
                      <a:pt x="71" y="17"/>
                      <a:pt x="72" y="16"/>
                    </a:cubicBezTo>
                    <a:cubicBezTo>
                      <a:pt x="72" y="15"/>
                      <a:pt x="72" y="14"/>
                      <a:pt x="72" y="14"/>
                    </a:cubicBezTo>
                    <a:cubicBezTo>
                      <a:pt x="70" y="3"/>
                      <a:pt x="70" y="3"/>
                      <a:pt x="70" y="3"/>
                    </a:cubicBezTo>
                    <a:cubicBezTo>
                      <a:pt x="70" y="3"/>
                      <a:pt x="69" y="3"/>
                      <a:pt x="69" y="3"/>
                    </a:cubicBezTo>
                    <a:cubicBezTo>
                      <a:pt x="69" y="3"/>
                      <a:pt x="69" y="3"/>
                      <a:pt x="69" y="3"/>
                    </a:cubicBezTo>
                    <a:cubicBezTo>
                      <a:pt x="68" y="3"/>
                      <a:pt x="68" y="3"/>
                      <a:pt x="68" y="3"/>
                    </a:cubicBezTo>
                    <a:cubicBezTo>
                      <a:pt x="68" y="2"/>
                      <a:pt x="68" y="2"/>
                      <a:pt x="68" y="2"/>
                    </a:cubicBezTo>
                    <a:cubicBezTo>
                      <a:pt x="71" y="1"/>
                      <a:pt x="71" y="1"/>
                      <a:pt x="71" y="1"/>
                    </a:cubicBezTo>
                    <a:cubicBezTo>
                      <a:pt x="71" y="2"/>
                      <a:pt x="71" y="2"/>
                      <a:pt x="71" y="2"/>
                    </a:cubicBezTo>
                    <a:cubicBezTo>
                      <a:pt x="71" y="2"/>
                      <a:pt x="71" y="2"/>
                      <a:pt x="71" y="2"/>
                    </a:cubicBezTo>
                    <a:cubicBezTo>
                      <a:pt x="71" y="2"/>
                      <a:pt x="70" y="2"/>
                      <a:pt x="70" y="2"/>
                    </a:cubicBezTo>
                    <a:cubicBezTo>
                      <a:pt x="70" y="3"/>
                      <a:pt x="70" y="3"/>
                      <a:pt x="70" y="3"/>
                    </a:cubicBezTo>
                    <a:cubicBezTo>
                      <a:pt x="73" y="13"/>
                      <a:pt x="73" y="13"/>
                      <a:pt x="73" y="13"/>
                    </a:cubicBezTo>
                    <a:cubicBezTo>
                      <a:pt x="73" y="15"/>
                      <a:pt x="73" y="16"/>
                      <a:pt x="72" y="16"/>
                    </a:cubicBezTo>
                    <a:cubicBezTo>
                      <a:pt x="71" y="17"/>
                      <a:pt x="71" y="18"/>
                      <a:pt x="70" y="18"/>
                    </a:cubicBezTo>
                    <a:cubicBezTo>
                      <a:pt x="68" y="18"/>
                      <a:pt x="67" y="18"/>
                      <a:pt x="66" y="18"/>
                    </a:cubicBezTo>
                    <a:cubicBezTo>
                      <a:pt x="66" y="17"/>
                      <a:pt x="65" y="17"/>
                      <a:pt x="65" y="15"/>
                    </a:cubicBezTo>
                    <a:cubicBezTo>
                      <a:pt x="62" y="5"/>
                      <a:pt x="62" y="5"/>
                      <a:pt x="62" y="5"/>
                    </a:cubicBezTo>
                    <a:cubicBezTo>
                      <a:pt x="62" y="5"/>
                      <a:pt x="62" y="4"/>
                      <a:pt x="62" y="4"/>
                    </a:cubicBezTo>
                    <a:cubicBezTo>
                      <a:pt x="62" y="4"/>
                      <a:pt x="62" y="4"/>
                      <a:pt x="61" y="4"/>
                    </a:cubicBezTo>
                    <a:cubicBezTo>
                      <a:pt x="61" y="4"/>
                      <a:pt x="61" y="4"/>
                      <a:pt x="61" y="4"/>
                    </a:cubicBezTo>
                    <a:cubicBezTo>
                      <a:pt x="61" y="4"/>
                      <a:pt x="61" y="4"/>
                      <a:pt x="61" y="4"/>
                    </a:cubicBezTo>
                    <a:cubicBezTo>
                      <a:pt x="65" y="3"/>
                      <a:pt x="65" y="3"/>
                      <a:pt x="65" y="3"/>
                    </a:cubicBezTo>
                    <a:cubicBezTo>
                      <a:pt x="65" y="4"/>
                      <a:pt x="65" y="4"/>
                      <a:pt x="65" y="4"/>
                    </a:cubicBezTo>
                    <a:cubicBezTo>
                      <a:pt x="64" y="4"/>
                      <a:pt x="64" y="4"/>
                      <a:pt x="64" y="4"/>
                    </a:cubicBezTo>
                    <a:cubicBezTo>
                      <a:pt x="64" y="4"/>
                      <a:pt x="64" y="4"/>
                      <a:pt x="64" y="4"/>
                    </a:cubicBezTo>
                    <a:cubicBezTo>
                      <a:pt x="64" y="4"/>
                      <a:pt x="64" y="4"/>
                      <a:pt x="64" y="5"/>
                    </a:cubicBezTo>
                    <a:cubicBezTo>
                      <a:pt x="66" y="15"/>
                      <a:pt x="66" y="15"/>
                      <a:pt x="66" y="15"/>
                    </a:cubicBezTo>
                    <a:cubicBezTo>
                      <a:pt x="66" y="16"/>
                      <a:pt x="67" y="17"/>
                      <a:pt x="67" y="17"/>
                    </a:cubicBezTo>
                    <a:cubicBezTo>
                      <a:pt x="68" y="18"/>
                      <a:pt x="69" y="18"/>
                      <a:pt x="70" y="17"/>
                    </a:cubicBezTo>
                    <a:close/>
                    <a:moveTo>
                      <a:pt x="84" y="12"/>
                    </a:moveTo>
                    <a:cubicBezTo>
                      <a:pt x="84" y="12"/>
                      <a:pt x="84" y="12"/>
                      <a:pt x="84" y="12"/>
                    </a:cubicBezTo>
                    <a:cubicBezTo>
                      <a:pt x="84" y="1"/>
                      <a:pt x="84" y="1"/>
                      <a:pt x="84" y="1"/>
                    </a:cubicBezTo>
                    <a:cubicBezTo>
                      <a:pt x="84" y="1"/>
                      <a:pt x="84" y="1"/>
                      <a:pt x="83" y="1"/>
                    </a:cubicBezTo>
                    <a:cubicBezTo>
                      <a:pt x="83" y="1"/>
                      <a:pt x="83" y="1"/>
                      <a:pt x="83" y="1"/>
                    </a:cubicBezTo>
                    <a:cubicBezTo>
                      <a:pt x="82" y="1"/>
                      <a:pt x="82" y="1"/>
                      <a:pt x="82" y="1"/>
                    </a:cubicBezTo>
                    <a:cubicBezTo>
                      <a:pt x="82" y="0"/>
                      <a:pt x="82" y="0"/>
                      <a:pt x="82" y="0"/>
                    </a:cubicBezTo>
                    <a:cubicBezTo>
                      <a:pt x="86" y="0"/>
                      <a:pt x="86" y="0"/>
                      <a:pt x="86" y="0"/>
                    </a:cubicBezTo>
                    <a:cubicBezTo>
                      <a:pt x="86" y="1"/>
                      <a:pt x="86" y="1"/>
                      <a:pt x="86" y="1"/>
                    </a:cubicBezTo>
                    <a:cubicBezTo>
                      <a:pt x="85" y="1"/>
                      <a:pt x="85" y="1"/>
                      <a:pt x="85" y="1"/>
                    </a:cubicBezTo>
                    <a:cubicBezTo>
                      <a:pt x="85" y="1"/>
                      <a:pt x="85" y="1"/>
                      <a:pt x="84" y="1"/>
                    </a:cubicBezTo>
                    <a:cubicBezTo>
                      <a:pt x="84" y="1"/>
                      <a:pt x="84" y="1"/>
                      <a:pt x="84" y="1"/>
                    </a:cubicBezTo>
                    <a:cubicBezTo>
                      <a:pt x="85" y="16"/>
                      <a:pt x="85" y="16"/>
                      <a:pt x="85" y="16"/>
                    </a:cubicBezTo>
                    <a:cubicBezTo>
                      <a:pt x="85" y="16"/>
                      <a:pt x="85" y="16"/>
                      <a:pt x="85" y="16"/>
                    </a:cubicBezTo>
                    <a:cubicBezTo>
                      <a:pt x="85" y="16"/>
                      <a:pt x="85" y="16"/>
                      <a:pt x="85" y="16"/>
                    </a:cubicBezTo>
                    <a:cubicBezTo>
                      <a:pt x="77" y="3"/>
                      <a:pt x="77" y="3"/>
                      <a:pt x="77" y="3"/>
                    </a:cubicBezTo>
                    <a:cubicBezTo>
                      <a:pt x="77" y="3"/>
                      <a:pt x="77" y="3"/>
                      <a:pt x="77" y="3"/>
                    </a:cubicBezTo>
                    <a:cubicBezTo>
                      <a:pt x="77" y="15"/>
                      <a:pt x="77" y="15"/>
                      <a:pt x="77" y="15"/>
                    </a:cubicBezTo>
                    <a:cubicBezTo>
                      <a:pt x="77" y="15"/>
                      <a:pt x="78" y="15"/>
                      <a:pt x="78" y="16"/>
                    </a:cubicBezTo>
                    <a:cubicBezTo>
                      <a:pt x="78" y="16"/>
                      <a:pt x="78" y="16"/>
                      <a:pt x="78" y="16"/>
                    </a:cubicBezTo>
                    <a:cubicBezTo>
                      <a:pt x="79" y="16"/>
                      <a:pt x="79" y="16"/>
                      <a:pt x="79" y="16"/>
                    </a:cubicBezTo>
                    <a:cubicBezTo>
                      <a:pt x="79" y="16"/>
                      <a:pt x="79" y="16"/>
                      <a:pt x="79" y="16"/>
                    </a:cubicBezTo>
                    <a:cubicBezTo>
                      <a:pt x="75" y="16"/>
                      <a:pt x="75" y="16"/>
                      <a:pt x="75" y="16"/>
                    </a:cubicBezTo>
                    <a:cubicBezTo>
                      <a:pt x="75" y="16"/>
                      <a:pt x="75" y="16"/>
                      <a:pt x="75" y="16"/>
                    </a:cubicBezTo>
                    <a:cubicBezTo>
                      <a:pt x="76" y="16"/>
                      <a:pt x="76" y="16"/>
                      <a:pt x="76" y="16"/>
                    </a:cubicBezTo>
                    <a:cubicBezTo>
                      <a:pt x="76" y="16"/>
                      <a:pt x="77" y="16"/>
                      <a:pt x="77" y="16"/>
                    </a:cubicBezTo>
                    <a:cubicBezTo>
                      <a:pt x="77" y="15"/>
                      <a:pt x="77" y="15"/>
                      <a:pt x="77" y="15"/>
                    </a:cubicBezTo>
                    <a:cubicBezTo>
                      <a:pt x="76" y="2"/>
                      <a:pt x="76" y="2"/>
                      <a:pt x="76" y="2"/>
                    </a:cubicBezTo>
                    <a:cubicBezTo>
                      <a:pt x="76" y="2"/>
                      <a:pt x="76" y="2"/>
                      <a:pt x="76" y="1"/>
                    </a:cubicBezTo>
                    <a:cubicBezTo>
                      <a:pt x="76" y="1"/>
                      <a:pt x="75" y="1"/>
                      <a:pt x="75" y="1"/>
                    </a:cubicBezTo>
                    <a:cubicBezTo>
                      <a:pt x="74" y="1"/>
                      <a:pt x="74" y="1"/>
                      <a:pt x="74" y="1"/>
                    </a:cubicBezTo>
                    <a:cubicBezTo>
                      <a:pt x="74" y="1"/>
                      <a:pt x="74" y="1"/>
                      <a:pt x="74" y="1"/>
                    </a:cubicBezTo>
                    <a:cubicBezTo>
                      <a:pt x="77" y="1"/>
                      <a:pt x="77" y="1"/>
                      <a:pt x="77" y="1"/>
                    </a:cubicBezTo>
                    <a:cubicBezTo>
                      <a:pt x="84" y="12"/>
                      <a:pt x="84" y="12"/>
                      <a:pt x="84" y="12"/>
                    </a:cubicBezTo>
                    <a:close/>
                    <a:moveTo>
                      <a:pt x="90" y="1"/>
                    </a:moveTo>
                    <a:cubicBezTo>
                      <a:pt x="90" y="0"/>
                      <a:pt x="90" y="0"/>
                      <a:pt x="90" y="0"/>
                    </a:cubicBezTo>
                    <a:cubicBezTo>
                      <a:pt x="98" y="1"/>
                      <a:pt x="98" y="1"/>
                      <a:pt x="98" y="1"/>
                    </a:cubicBezTo>
                    <a:cubicBezTo>
                      <a:pt x="98" y="1"/>
                      <a:pt x="98" y="1"/>
                      <a:pt x="98" y="1"/>
                    </a:cubicBezTo>
                    <a:cubicBezTo>
                      <a:pt x="96" y="1"/>
                      <a:pt x="96" y="1"/>
                      <a:pt x="96" y="1"/>
                    </a:cubicBezTo>
                    <a:cubicBezTo>
                      <a:pt x="95" y="1"/>
                      <a:pt x="95" y="1"/>
                      <a:pt x="95" y="1"/>
                    </a:cubicBezTo>
                    <a:cubicBezTo>
                      <a:pt x="95" y="1"/>
                      <a:pt x="95" y="1"/>
                      <a:pt x="95" y="2"/>
                    </a:cubicBezTo>
                    <a:cubicBezTo>
                      <a:pt x="94" y="15"/>
                      <a:pt x="94" y="15"/>
                      <a:pt x="94" y="15"/>
                    </a:cubicBezTo>
                    <a:cubicBezTo>
                      <a:pt x="94" y="15"/>
                      <a:pt x="94" y="15"/>
                      <a:pt x="94" y="15"/>
                    </a:cubicBezTo>
                    <a:cubicBezTo>
                      <a:pt x="94" y="15"/>
                      <a:pt x="94" y="15"/>
                      <a:pt x="95" y="15"/>
                    </a:cubicBezTo>
                    <a:cubicBezTo>
                      <a:pt x="97" y="16"/>
                      <a:pt x="97" y="16"/>
                      <a:pt x="97" y="16"/>
                    </a:cubicBezTo>
                    <a:cubicBezTo>
                      <a:pt x="97" y="16"/>
                      <a:pt x="97" y="16"/>
                      <a:pt x="97" y="16"/>
                    </a:cubicBezTo>
                    <a:cubicBezTo>
                      <a:pt x="89" y="16"/>
                      <a:pt x="89" y="16"/>
                      <a:pt x="89" y="16"/>
                    </a:cubicBezTo>
                    <a:cubicBezTo>
                      <a:pt x="89" y="15"/>
                      <a:pt x="89" y="15"/>
                      <a:pt x="89" y="15"/>
                    </a:cubicBezTo>
                    <a:cubicBezTo>
                      <a:pt x="91" y="15"/>
                      <a:pt x="91" y="15"/>
                      <a:pt x="91" y="15"/>
                    </a:cubicBezTo>
                    <a:cubicBezTo>
                      <a:pt x="92" y="15"/>
                      <a:pt x="92" y="15"/>
                      <a:pt x="92" y="15"/>
                    </a:cubicBezTo>
                    <a:cubicBezTo>
                      <a:pt x="92" y="15"/>
                      <a:pt x="92" y="15"/>
                      <a:pt x="92" y="15"/>
                    </a:cubicBezTo>
                    <a:cubicBezTo>
                      <a:pt x="93" y="2"/>
                      <a:pt x="93" y="2"/>
                      <a:pt x="93" y="2"/>
                    </a:cubicBezTo>
                    <a:cubicBezTo>
                      <a:pt x="93" y="1"/>
                      <a:pt x="93" y="1"/>
                      <a:pt x="93" y="1"/>
                    </a:cubicBezTo>
                    <a:cubicBezTo>
                      <a:pt x="93" y="1"/>
                      <a:pt x="93" y="1"/>
                      <a:pt x="92" y="1"/>
                    </a:cubicBezTo>
                    <a:cubicBezTo>
                      <a:pt x="90" y="1"/>
                      <a:pt x="90" y="1"/>
                      <a:pt x="90" y="1"/>
                    </a:cubicBezTo>
                    <a:close/>
                    <a:moveTo>
                      <a:pt x="109" y="3"/>
                    </a:moveTo>
                    <a:cubicBezTo>
                      <a:pt x="109" y="2"/>
                      <a:pt x="109" y="2"/>
                      <a:pt x="109" y="2"/>
                    </a:cubicBezTo>
                    <a:cubicBezTo>
                      <a:pt x="113" y="3"/>
                      <a:pt x="113" y="3"/>
                      <a:pt x="113" y="3"/>
                    </a:cubicBezTo>
                    <a:cubicBezTo>
                      <a:pt x="113" y="3"/>
                      <a:pt x="113" y="3"/>
                      <a:pt x="113" y="3"/>
                    </a:cubicBezTo>
                    <a:cubicBezTo>
                      <a:pt x="112" y="3"/>
                      <a:pt x="112" y="3"/>
                      <a:pt x="112" y="3"/>
                    </a:cubicBezTo>
                    <a:cubicBezTo>
                      <a:pt x="112" y="3"/>
                      <a:pt x="112" y="3"/>
                      <a:pt x="111" y="4"/>
                    </a:cubicBezTo>
                    <a:cubicBezTo>
                      <a:pt x="111" y="4"/>
                      <a:pt x="111" y="4"/>
                      <a:pt x="111" y="4"/>
                    </a:cubicBezTo>
                    <a:cubicBezTo>
                      <a:pt x="105" y="17"/>
                      <a:pt x="105" y="17"/>
                      <a:pt x="105" y="17"/>
                    </a:cubicBezTo>
                    <a:cubicBezTo>
                      <a:pt x="104" y="17"/>
                      <a:pt x="104" y="17"/>
                      <a:pt x="104" y="17"/>
                    </a:cubicBezTo>
                    <a:cubicBezTo>
                      <a:pt x="103" y="3"/>
                      <a:pt x="103" y="3"/>
                      <a:pt x="103" y="3"/>
                    </a:cubicBezTo>
                    <a:cubicBezTo>
                      <a:pt x="103" y="3"/>
                      <a:pt x="103" y="2"/>
                      <a:pt x="103" y="2"/>
                    </a:cubicBezTo>
                    <a:cubicBezTo>
                      <a:pt x="103" y="2"/>
                      <a:pt x="103" y="2"/>
                      <a:pt x="102" y="2"/>
                    </a:cubicBezTo>
                    <a:cubicBezTo>
                      <a:pt x="102" y="2"/>
                      <a:pt x="102" y="2"/>
                      <a:pt x="102" y="2"/>
                    </a:cubicBezTo>
                    <a:cubicBezTo>
                      <a:pt x="102" y="1"/>
                      <a:pt x="102" y="1"/>
                      <a:pt x="102" y="1"/>
                    </a:cubicBezTo>
                    <a:cubicBezTo>
                      <a:pt x="106" y="2"/>
                      <a:pt x="106" y="2"/>
                      <a:pt x="106" y="2"/>
                    </a:cubicBezTo>
                    <a:cubicBezTo>
                      <a:pt x="106" y="2"/>
                      <a:pt x="106" y="2"/>
                      <a:pt x="106" y="2"/>
                    </a:cubicBezTo>
                    <a:cubicBezTo>
                      <a:pt x="105" y="2"/>
                      <a:pt x="105" y="2"/>
                      <a:pt x="105" y="2"/>
                    </a:cubicBezTo>
                    <a:cubicBezTo>
                      <a:pt x="105" y="2"/>
                      <a:pt x="105" y="2"/>
                      <a:pt x="105" y="2"/>
                    </a:cubicBezTo>
                    <a:cubicBezTo>
                      <a:pt x="105" y="3"/>
                      <a:pt x="105" y="3"/>
                      <a:pt x="105" y="3"/>
                    </a:cubicBezTo>
                    <a:cubicBezTo>
                      <a:pt x="105" y="14"/>
                      <a:pt x="105" y="14"/>
                      <a:pt x="105" y="14"/>
                    </a:cubicBezTo>
                    <a:cubicBezTo>
                      <a:pt x="106" y="14"/>
                      <a:pt x="106" y="14"/>
                      <a:pt x="106" y="14"/>
                    </a:cubicBezTo>
                    <a:cubicBezTo>
                      <a:pt x="110" y="4"/>
                      <a:pt x="110" y="4"/>
                      <a:pt x="110" y="4"/>
                    </a:cubicBezTo>
                    <a:cubicBezTo>
                      <a:pt x="110" y="4"/>
                      <a:pt x="110" y="4"/>
                      <a:pt x="110" y="3"/>
                    </a:cubicBezTo>
                    <a:cubicBezTo>
                      <a:pt x="110" y="3"/>
                      <a:pt x="110" y="3"/>
                      <a:pt x="110" y="3"/>
                    </a:cubicBezTo>
                    <a:cubicBezTo>
                      <a:pt x="109" y="3"/>
                      <a:pt x="109" y="3"/>
                      <a:pt x="109" y="3"/>
                    </a:cubicBezTo>
                    <a:close/>
                    <a:moveTo>
                      <a:pt x="116" y="5"/>
                    </a:moveTo>
                    <a:cubicBezTo>
                      <a:pt x="116" y="5"/>
                      <a:pt x="116" y="5"/>
                      <a:pt x="116" y="5"/>
                    </a:cubicBezTo>
                    <a:cubicBezTo>
                      <a:pt x="117" y="5"/>
                      <a:pt x="117" y="5"/>
                      <a:pt x="117" y="5"/>
                    </a:cubicBezTo>
                    <a:cubicBezTo>
                      <a:pt x="117" y="5"/>
                      <a:pt x="117" y="6"/>
                      <a:pt x="117" y="6"/>
                    </a:cubicBezTo>
                    <a:cubicBezTo>
                      <a:pt x="113" y="18"/>
                      <a:pt x="113" y="18"/>
                      <a:pt x="113" y="18"/>
                    </a:cubicBezTo>
                    <a:cubicBezTo>
                      <a:pt x="113" y="18"/>
                      <a:pt x="113" y="19"/>
                      <a:pt x="113" y="19"/>
                    </a:cubicBezTo>
                    <a:cubicBezTo>
                      <a:pt x="112" y="19"/>
                      <a:pt x="112" y="19"/>
                      <a:pt x="112" y="19"/>
                    </a:cubicBezTo>
                    <a:cubicBezTo>
                      <a:pt x="111" y="18"/>
                      <a:pt x="111" y="18"/>
                      <a:pt x="111" y="18"/>
                    </a:cubicBezTo>
                    <a:cubicBezTo>
                      <a:pt x="111" y="19"/>
                      <a:pt x="111" y="19"/>
                      <a:pt x="111" y="19"/>
                    </a:cubicBezTo>
                    <a:cubicBezTo>
                      <a:pt x="120" y="22"/>
                      <a:pt x="120" y="22"/>
                      <a:pt x="120" y="22"/>
                    </a:cubicBezTo>
                    <a:cubicBezTo>
                      <a:pt x="122" y="19"/>
                      <a:pt x="122" y="19"/>
                      <a:pt x="122" y="19"/>
                    </a:cubicBezTo>
                    <a:cubicBezTo>
                      <a:pt x="122" y="18"/>
                      <a:pt x="122" y="18"/>
                      <a:pt x="122" y="18"/>
                    </a:cubicBezTo>
                    <a:cubicBezTo>
                      <a:pt x="121" y="19"/>
                      <a:pt x="120" y="20"/>
                      <a:pt x="120" y="20"/>
                    </a:cubicBezTo>
                    <a:cubicBezTo>
                      <a:pt x="119" y="21"/>
                      <a:pt x="118" y="21"/>
                      <a:pt x="117" y="20"/>
                    </a:cubicBezTo>
                    <a:cubicBezTo>
                      <a:pt x="115" y="20"/>
                      <a:pt x="115" y="20"/>
                      <a:pt x="115" y="20"/>
                    </a:cubicBezTo>
                    <a:cubicBezTo>
                      <a:pt x="115" y="20"/>
                      <a:pt x="114" y="19"/>
                      <a:pt x="114" y="19"/>
                    </a:cubicBezTo>
                    <a:cubicBezTo>
                      <a:pt x="114" y="19"/>
                      <a:pt x="114" y="19"/>
                      <a:pt x="114" y="19"/>
                    </a:cubicBezTo>
                    <a:cubicBezTo>
                      <a:pt x="116" y="12"/>
                      <a:pt x="116" y="12"/>
                      <a:pt x="116" y="12"/>
                    </a:cubicBezTo>
                    <a:cubicBezTo>
                      <a:pt x="119" y="13"/>
                      <a:pt x="119" y="13"/>
                      <a:pt x="119" y="13"/>
                    </a:cubicBezTo>
                    <a:cubicBezTo>
                      <a:pt x="120" y="13"/>
                      <a:pt x="120" y="13"/>
                      <a:pt x="120" y="14"/>
                    </a:cubicBezTo>
                    <a:cubicBezTo>
                      <a:pt x="120" y="14"/>
                      <a:pt x="120" y="15"/>
                      <a:pt x="120" y="15"/>
                    </a:cubicBezTo>
                    <a:cubicBezTo>
                      <a:pt x="120" y="16"/>
                      <a:pt x="120" y="16"/>
                      <a:pt x="120" y="16"/>
                    </a:cubicBezTo>
                    <a:cubicBezTo>
                      <a:pt x="120" y="16"/>
                      <a:pt x="120" y="16"/>
                      <a:pt x="120" y="16"/>
                    </a:cubicBezTo>
                    <a:cubicBezTo>
                      <a:pt x="122" y="11"/>
                      <a:pt x="122" y="11"/>
                      <a:pt x="122" y="11"/>
                    </a:cubicBezTo>
                    <a:cubicBezTo>
                      <a:pt x="122" y="11"/>
                      <a:pt x="122" y="11"/>
                      <a:pt x="122" y="11"/>
                    </a:cubicBezTo>
                    <a:cubicBezTo>
                      <a:pt x="121" y="11"/>
                      <a:pt x="121" y="11"/>
                      <a:pt x="121" y="11"/>
                    </a:cubicBezTo>
                    <a:cubicBezTo>
                      <a:pt x="121" y="12"/>
                      <a:pt x="121" y="12"/>
                      <a:pt x="121" y="12"/>
                    </a:cubicBezTo>
                    <a:cubicBezTo>
                      <a:pt x="120" y="13"/>
                      <a:pt x="120" y="13"/>
                      <a:pt x="119" y="12"/>
                    </a:cubicBezTo>
                    <a:cubicBezTo>
                      <a:pt x="117" y="12"/>
                      <a:pt x="117" y="12"/>
                      <a:pt x="117" y="12"/>
                    </a:cubicBezTo>
                    <a:cubicBezTo>
                      <a:pt x="118" y="6"/>
                      <a:pt x="118" y="6"/>
                      <a:pt x="118" y="6"/>
                    </a:cubicBezTo>
                    <a:cubicBezTo>
                      <a:pt x="118" y="6"/>
                      <a:pt x="119" y="6"/>
                      <a:pt x="119" y="6"/>
                    </a:cubicBezTo>
                    <a:cubicBezTo>
                      <a:pt x="119" y="6"/>
                      <a:pt x="119" y="6"/>
                      <a:pt x="119" y="6"/>
                    </a:cubicBezTo>
                    <a:cubicBezTo>
                      <a:pt x="122" y="7"/>
                      <a:pt x="122" y="7"/>
                      <a:pt x="122" y="7"/>
                    </a:cubicBezTo>
                    <a:cubicBezTo>
                      <a:pt x="122" y="7"/>
                      <a:pt x="123" y="7"/>
                      <a:pt x="123" y="8"/>
                    </a:cubicBezTo>
                    <a:cubicBezTo>
                      <a:pt x="124" y="8"/>
                      <a:pt x="124" y="9"/>
                      <a:pt x="124" y="10"/>
                    </a:cubicBezTo>
                    <a:cubicBezTo>
                      <a:pt x="125" y="10"/>
                      <a:pt x="125" y="10"/>
                      <a:pt x="125" y="10"/>
                    </a:cubicBezTo>
                    <a:cubicBezTo>
                      <a:pt x="125" y="7"/>
                      <a:pt x="125" y="7"/>
                      <a:pt x="125" y="7"/>
                    </a:cubicBezTo>
                    <a:cubicBezTo>
                      <a:pt x="116" y="4"/>
                      <a:pt x="116" y="4"/>
                      <a:pt x="116" y="4"/>
                    </a:cubicBezTo>
                    <a:cubicBezTo>
                      <a:pt x="116" y="5"/>
                      <a:pt x="116" y="5"/>
                      <a:pt x="116" y="5"/>
                    </a:cubicBezTo>
                    <a:close/>
                    <a:moveTo>
                      <a:pt x="136" y="17"/>
                    </a:moveTo>
                    <a:cubicBezTo>
                      <a:pt x="136" y="18"/>
                      <a:pt x="135" y="19"/>
                      <a:pt x="134" y="19"/>
                    </a:cubicBezTo>
                    <a:cubicBezTo>
                      <a:pt x="133" y="19"/>
                      <a:pt x="133" y="19"/>
                      <a:pt x="132" y="19"/>
                    </a:cubicBezTo>
                    <a:cubicBezTo>
                      <a:pt x="131" y="26"/>
                      <a:pt x="131" y="26"/>
                      <a:pt x="131" y="26"/>
                    </a:cubicBezTo>
                    <a:cubicBezTo>
                      <a:pt x="131" y="26"/>
                      <a:pt x="131" y="27"/>
                      <a:pt x="131" y="27"/>
                    </a:cubicBezTo>
                    <a:cubicBezTo>
                      <a:pt x="131" y="27"/>
                      <a:pt x="131" y="27"/>
                      <a:pt x="132" y="27"/>
                    </a:cubicBezTo>
                    <a:cubicBezTo>
                      <a:pt x="132" y="27"/>
                      <a:pt x="132" y="27"/>
                      <a:pt x="132" y="27"/>
                    </a:cubicBezTo>
                    <a:cubicBezTo>
                      <a:pt x="132" y="28"/>
                      <a:pt x="132" y="28"/>
                      <a:pt x="132" y="28"/>
                    </a:cubicBezTo>
                    <a:cubicBezTo>
                      <a:pt x="130" y="27"/>
                      <a:pt x="130" y="27"/>
                      <a:pt x="130" y="27"/>
                    </a:cubicBezTo>
                    <a:cubicBezTo>
                      <a:pt x="130" y="18"/>
                      <a:pt x="130" y="18"/>
                      <a:pt x="130" y="18"/>
                    </a:cubicBezTo>
                    <a:cubicBezTo>
                      <a:pt x="129" y="17"/>
                      <a:pt x="129" y="17"/>
                      <a:pt x="129" y="17"/>
                    </a:cubicBezTo>
                    <a:cubicBezTo>
                      <a:pt x="126" y="23"/>
                      <a:pt x="126" y="23"/>
                      <a:pt x="126" y="23"/>
                    </a:cubicBezTo>
                    <a:cubicBezTo>
                      <a:pt x="125" y="24"/>
                      <a:pt x="125" y="24"/>
                      <a:pt x="126" y="24"/>
                    </a:cubicBezTo>
                    <a:cubicBezTo>
                      <a:pt x="126" y="24"/>
                      <a:pt x="126" y="24"/>
                      <a:pt x="126" y="24"/>
                    </a:cubicBezTo>
                    <a:cubicBezTo>
                      <a:pt x="126" y="25"/>
                      <a:pt x="126" y="25"/>
                      <a:pt x="126" y="25"/>
                    </a:cubicBezTo>
                    <a:cubicBezTo>
                      <a:pt x="126" y="25"/>
                      <a:pt x="126" y="25"/>
                      <a:pt x="126" y="25"/>
                    </a:cubicBezTo>
                    <a:cubicBezTo>
                      <a:pt x="122" y="23"/>
                      <a:pt x="122" y="23"/>
                      <a:pt x="122" y="23"/>
                    </a:cubicBezTo>
                    <a:cubicBezTo>
                      <a:pt x="123" y="23"/>
                      <a:pt x="123" y="23"/>
                      <a:pt x="123" y="23"/>
                    </a:cubicBezTo>
                    <a:cubicBezTo>
                      <a:pt x="123" y="23"/>
                      <a:pt x="123" y="23"/>
                      <a:pt x="123" y="23"/>
                    </a:cubicBezTo>
                    <a:cubicBezTo>
                      <a:pt x="123" y="23"/>
                      <a:pt x="124" y="23"/>
                      <a:pt x="124" y="23"/>
                    </a:cubicBezTo>
                    <a:cubicBezTo>
                      <a:pt x="124" y="23"/>
                      <a:pt x="124" y="23"/>
                      <a:pt x="124" y="23"/>
                    </a:cubicBezTo>
                    <a:cubicBezTo>
                      <a:pt x="130" y="11"/>
                      <a:pt x="130" y="11"/>
                      <a:pt x="130" y="11"/>
                    </a:cubicBezTo>
                    <a:cubicBezTo>
                      <a:pt x="130" y="11"/>
                      <a:pt x="130" y="11"/>
                      <a:pt x="130" y="10"/>
                    </a:cubicBezTo>
                    <a:cubicBezTo>
                      <a:pt x="130" y="10"/>
                      <a:pt x="130" y="10"/>
                      <a:pt x="130" y="10"/>
                    </a:cubicBezTo>
                    <a:cubicBezTo>
                      <a:pt x="129" y="10"/>
                      <a:pt x="129" y="10"/>
                      <a:pt x="129" y="10"/>
                    </a:cubicBezTo>
                    <a:cubicBezTo>
                      <a:pt x="130" y="9"/>
                      <a:pt x="130" y="9"/>
                      <a:pt x="130" y="9"/>
                    </a:cubicBezTo>
                    <a:cubicBezTo>
                      <a:pt x="134" y="12"/>
                      <a:pt x="134" y="12"/>
                      <a:pt x="134" y="12"/>
                    </a:cubicBezTo>
                    <a:cubicBezTo>
                      <a:pt x="135" y="12"/>
                      <a:pt x="136" y="13"/>
                      <a:pt x="137" y="14"/>
                    </a:cubicBezTo>
                    <a:cubicBezTo>
                      <a:pt x="137" y="15"/>
                      <a:pt x="137" y="16"/>
                      <a:pt x="136" y="17"/>
                    </a:cubicBezTo>
                    <a:close/>
                    <a:moveTo>
                      <a:pt x="129" y="17"/>
                    </a:moveTo>
                    <a:cubicBezTo>
                      <a:pt x="131" y="18"/>
                      <a:pt x="131" y="18"/>
                      <a:pt x="131" y="18"/>
                    </a:cubicBezTo>
                    <a:cubicBezTo>
                      <a:pt x="131" y="18"/>
                      <a:pt x="132" y="18"/>
                      <a:pt x="133" y="18"/>
                    </a:cubicBezTo>
                    <a:cubicBezTo>
                      <a:pt x="134" y="18"/>
                      <a:pt x="134" y="17"/>
                      <a:pt x="135" y="16"/>
                    </a:cubicBezTo>
                    <a:cubicBezTo>
                      <a:pt x="135" y="15"/>
                      <a:pt x="136" y="15"/>
                      <a:pt x="135" y="14"/>
                    </a:cubicBezTo>
                    <a:cubicBezTo>
                      <a:pt x="135" y="13"/>
                      <a:pt x="135" y="12"/>
                      <a:pt x="133" y="12"/>
                    </a:cubicBezTo>
                    <a:cubicBezTo>
                      <a:pt x="133" y="11"/>
                      <a:pt x="133" y="11"/>
                      <a:pt x="133" y="11"/>
                    </a:cubicBezTo>
                    <a:cubicBezTo>
                      <a:pt x="132" y="11"/>
                      <a:pt x="132" y="11"/>
                      <a:pt x="132" y="11"/>
                    </a:cubicBezTo>
                    <a:cubicBezTo>
                      <a:pt x="132" y="11"/>
                      <a:pt x="132" y="11"/>
                      <a:pt x="132" y="12"/>
                    </a:cubicBezTo>
                    <a:cubicBezTo>
                      <a:pt x="129" y="17"/>
                      <a:pt x="129" y="17"/>
                      <a:pt x="129" y="17"/>
                    </a:cubicBezTo>
                    <a:close/>
                    <a:moveTo>
                      <a:pt x="141" y="25"/>
                    </a:moveTo>
                    <a:cubicBezTo>
                      <a:pt x="142" y="27"/>
                      <a:pt x="142" y="28"/>
                      <a:pt x="142" y="28"/>
                    </a:cubicBezTo>
                    <a:cubicBezTo>
                      <a:pt x="142" y="29"/>
                      <a:pt x="142" y="30"/>
                      <a:pt x="142" y="30"/>
                    </a:cubicBezTo>
                    <a:cubicBezTo>
                      <a:pt x="141" y="31"/>
                      <a:pt x="141" y="32"/>
                      <a:pt x="140" y="32"/>
                    </a:cubicBezTo>
                    <a:cubicBezTo>
                      <a:pt x="139" y="32"/>
                      <a:pt x="138" y="32"/>
                      <a:pt x="137" y="32"/>
                    </a:cubicBezTo>
                    <a:cubicBezTo>
                      <a:pt x="137" y="31"/>
                      <a:pt x="136" y="30"/>
                      <a:pt x="136" y="29"/>
                    </a:cubicBezTo>
                    <a:cubicBezTo>
                      <a:pt x="135" y="28"/>
                      <a:pt x="136" y="27"/>
                      <a:pt x="136" y="26"/>
                    </a:cubicBezTo>
                    <a:cubicBezTo>
                      <a:pt x="136" y="26"/>
                      <a:pt x="136" y="26"/>
                      <a:pt x="136" y="26"/>
                    </a:cubicBezTo>
                    <a:cubicBezTo>
                      <a:pt x="134" y="30"/>
                      <a:pt x="134" y="30"/>
                      <a:pt x="134" y="30"/>
                    </a:cubicBezTo>
                    <a:cubicBezTo>
                      <a:pt x="134" y="30"/>
                      <a:pt x="134" y="30"/>
                      <a:pt x="134" y="30"/>
                    </a:cubicBezTo>
                    <a:cubicBezTo>
                      <a:pt x="135" y="30"/>
                      <a:pt x="135" y="30"/>
                      <a:pt x="135" y="30"/>
                    </a:cubicBezTo>
                    <a:cubicBezTo>
                      <a:pt x="135" y="30"/>
                      <a:pt x="135" y="30"/>
                      <a:pt x="136" y="31"/>
                    </a:cubicBezTo>
                    <a:cubicBezTo>
                      <a:pt x="136" y="31"/>
                      <a:pt x="136" y="32"/>
                      <a:pt x="137" y="32"/>
                    </a:cubicBezTo>
                    <a:cubicBezTo>
                      <a:pt x="138" y="33"/>
                      <a:pt x="139" y="33"/>
                      <a:pt x="140" y="33"/>
                    </a:cubicBezTo>
                    <a:cubicBezTo>
                      <a:pt x="142" y="33"/>
                      <a:pt x="142" y="32"/>
                      <a:pt x="143" y="31"/>
                    </a:cubicBezTo>
                    <a:cubicBezTo>
                      <a:pt x="144" y="30"/>
                      <a:pt x="144" y="29"/>
                      <a:pt x="144" y="28"/>
                    </a:cubicBezTo>
                    <a:cubicBezTo>
                      <a:pt x="144" y="27"/>
                      <a:pt x="143" y="26"/>
                      <a:pt x="142" y="25"/>
                    </a:cubicBezTo>
                    <a:cubicBezTo>
                      <a:pt x="141" y="23"/>
                      <a:pt x="141" y="22"/>
                      <a:pt x="141" y="22"/>
                    </a:cubicBezTo>
                    <a:cubicBezTo>
                      <a:pt x="141" y="21"/>
                      <a:pt x="141" y="20"/>
                      <a:pt x="141" y="20"/>
                    </a:cubicBezTo>
                    <a:cubicBezTo>
                      <a:pt x="142" y="19"/>
                      <a:pt x="142" y="19"/>
                      <a:pt x="143" y="19"/>
                    </a:cubicBezTo>
                    <a:cubicBezTo>
                      <a:pt x="144" y="18"/>
                      <a:pt x="144" y="18"/>
                      <a:pt x="145" y="19"/>
                    </a:cubicBezTo>
                    <a:cubicBezTo>
                      <a:pt x="146" y="20"/>
                      <a:pt x="147" y="20"/>
                      <a:pt x="147" y="21"/>
                    </a:cubicBezTo>
                    <a:cubicBezTo>
                      <a:pt x="147" y="22"/>
                      <a:pt x="147" y="23"/>
                      <a:pt x="147" y="24"/>
                    </a:cubicBezTo>
                    <a:cubicBezTo>
                      <a:pt x="147" y="24"/>
                      <a:pt x="147" y="24"/>
                      <a:pt x="147" y="24"/>
                    </a:cubicBezTo>
                    <a:cubicBezTo>
                      <a:pt x="149" y="21"/>
                      <a:pt x="149" y="21"/>
                      <a:pt x="149" y="21"/>
                    </a:cubicBezTo>
                    <a:cubicBezTo>
                      <a:pt x="149" y="21"/>
                      <a:pt x="149" y="21"/>
                      <a:pt x="148" y="21"/>
                    </a:cubicBezTo>
                    <a:cubicBezTo>
                      <a:pt x="148" y="21"/>
                      <a:pt x="148" y="21"/>
                      <a:pt x="148" y="21"/>
                    </a:cubicBezTo>
                    <a:cubicBezTo>
                      <a:pt x="148" y="21"/>
                      <a:pt x="147" y="20"/>
                      <a:pt x="147" y="20"/>
                    </a:cubicBezTo>
                    <a:cubicBezTo>
                      <a:pt x="147" y="19"/>
                      <a:pt x="146" y="19"/>
                      <a:pt x="146" y="19"/>
                    </a:cubicBezTo>
                    <a:cubicBezTo>
                      <a:pt x="145" y="18"/>
                      <a:pt x="144" y="18"/>
                      <a:pt x="143" y="18"/>
                    </a:cubicBezTo>
                    <a:cubicBezTo>
                      <a:pt x="141" y="18"/>
                      <a:pt x="141" y="19"/>
                      <a:pt x="140" y="19"/>
                    </a:cubicBezTo>
                    <a:cubicBezTo>
                      <a:pt x="139" y="20"/>
                      <a:pt x="139" y="21"/>
                      <a:pt x="139" y="22"/>
                    </a:cubicBezTo>
                    <a:cubicBezTo>
                      <a:pt x="140" y="23"/>
                      <a:pt x="140" y="24"/>
                      <a:pt x="141" y="25"/>
                    </a:cubicBezTo>
                    <a:close/>
                    <a:moveTo>
                      <a:pt x="154" y="26"/>
                    </a:moveTo>
                    <a:cubicBezTo>
                      <a:pt x="154" y="26"/>
                      <a:pt x="154" y="26"/>
                      <a:pt x="154" y="26"/>
                    </a:cubicBezTo>
                    <a:cubicBezTo>
                      <a:pt x="159" y="31"/>
                      <a:pt x="159" y="31"/>
                      <a:pt x="159" y="31"/>
                    </a:cubicBezTo>
                    <a:cubicBezTo>
                      <a:pt x="159" y="31"/>
                      <a:pt x="159" y="31"/>
                      <a:pt x="159" y="31"/>
                    </a:cubicBezTo>
                    <a:cubicBezTo>
                      <a:pt x="158" y="30"/>
                      <a:pt x="158" y="30"/>
                      <a:pt x="158" y="30"/>
                    </a:cubicBezTo>
                    <a:cubicBezTo>
                      <a:pt x="157" y="29"/>
                      <a:pt x="157" y="29"/>
                      <a:pt x="157" y="29"/>
                    </a:cubicBezTo>
                    <a:cubicBezTo>
                      <a:pt x="157" y="29"/>
                      <a:pt x="157" y="29"/>
                      <a:pt x="156" y="30"/>
                    </a:cubicBezTo>
                    <a:cubicBezTo>
                      <a:pt x="147" y="39"/>
                      <a:pt x="147" y="39"/>
                      <a:pt x="147" y="39"/>
                    </a:cubicBezTo>
                    <a:cubicBezTo>
                      <a:pt x="147" y="39"/>
                      <a:pt x="147" y="39"/>
                      <a:pt x="147" y="40"/>
                    </a:cubicBezTo>
                    <a:cubicBezTo>
                      <a:pt x="147" y="40"/>
                      <a:pt x="147" y="40"/>
                      <a:pt x="148" y="40"/>
                    </a:cubicBezTo>
                    <a:cubicBezTo>
                      <a:pt x="149" y="42"/>
                      <a:pt x="149" y="42"/>
                      <a:pt x="149" y="42"/>
                    </a:cubicBezTo>
                    <a:cubicBezTo>
                      <a:pt x="149" y="42"/>
                      <a:pt x="149" y="42"/>
                      <a:pt x="149" y="42"/>
                    </a:cubicBezTo>
                    <a:cubicBezTo>
                      <a:pt x="143" y="37"/>
                      <a:pt x="143" y="37"/>
                      <a:pt x="143" y="37"/>
                    </a:cubicBezTo>
                    <a:cubicBezTo>
                      <a:pt x="144" y="37"/>
                      <a:pt x="144" y="37"/>
                      <a:pt x="144" y="37"/>
                    </a:cubicBezTo>
                    <a:cubicBezTo>
                      <a:pt x="145" y="38"/>
                      <a:pt x="145" y="38"/>
                      <a:pt x="145" y="38"/>
                    </a:cubicBezTo>
                    <a:cubicBezTo>
                      <a:pt x="146" y="38"/>
                      <a:pt x="146" y="38"/>
                      <a:pt x="146" y="38"/>
                    </a:cubicBezTo>
                    <a:cubicBezTo>
                      <a:pt x="146" y="38"/>
                      <a:pt x="146" y="38"/>
                      <a:pt x="146" y="38"/>
                    </a:cubicBezTo>
                    <a:cubicBezTo>
                      <a:pt x="155" y="29"/>
                      <a:pt x="155" y="29"/>
                      <a:pt x="155" y="29"/>
                    </a:cubicBezTo>
                    <a:cubicBezTo>
                      <a:pt x="155" y="28"/>
                      <a:pt x="156" y="28"/>
                      <a:pt x="156" y="28"/>
                    </a:cubicBezTo>
                    <a:cubicBezTo>
                      <a:pt x="156" y="28"/>
                      <a:pt x="155" y="28"/>
                      <a:pt x="155" y="27"/>
                    </a:cubicBezTo>
                    <a:cubicBezTo>
                      <a:pt x="154" y="26"/>
                      <a:pt x="154" y="26"/>
                      <a:pt x="154" y="26"/>
                    </a:cubicBezTo>
                    <a:close/>
                    <a:moveTo>
                      <a:pt x="155" y="50"/>
                    </a:moveTo>
                    <a:cubicBezTo>
                      <a:pt x="156" y="50"/>
                      <a:pt x="156" y="50"/>
                      <a:pt x="156" y="50"/>
                    </a:cubicBezTo>
                    <a:cubicBezTo>
                      <a:pt x="155" y="49"/>
                      <a:pt x="155" y="49"/>
                      <a:pt x="155" y="49"/>
                    </a:cubicBezTo>
                    <a:cubicBezTo>
                      <a:pt x="155" y="49"/>
                      <a:pt x="155" y="49"/>
                      <a:pt x="155" y="49"/>
                    </a:cubicBezTo>
                    <a:cubicBezTo>
                      <a:pt x="155" y="49"/>
                      <a:pt x="155" y="48"/>
                      <a:pt x="155" y="48"/>
                    </a:cubicBezTo>
                    <a:cubicBezTo>
                      <a:pt x="165" y="40"/>
                      <a:pt x="165" y="40"/>
                      <a:pt x="165" y="40"/>
                    </a:cubicBezTo>
                    <a:cubicBezTo>
                      <a:pt x="166" y="40"/>
                      <a:pt x="166" y="40"/>
                      <a:pt x="166" y="40"/>
                    </a:cubicBezTo>
                    <a:cubicBezTo>
                      <a:pt x="166" y="40"/>
                      <a:pt x="166" y="40"/>
                      <a:pt x="167" y="40"/>
                    </a:cubicBezTo>
                    <a:cubicBezTo>
                      <a:pt x="167" y="41"/>
                      <a:pt x="167" y="42"/>
                      <a:pt x="167" y="42"/>
                    </a:cubicBezTo>
                    <a:cubicBezTo>
                      <a:pt x="167" y="43"/>
                      <a:pt x="167" y="43"/>
                      <a:pt x="166" y="45"/>
                    </a:cubicBezTo>
                    <a:cubicBezTo>
                      <a:pt x="166" y="45"/>
                      <a:pt x="166" y="45"/>
                      <a:pt x="166" y="45"/>
                    </a:cubicBezTo>
                    <a:cubicBezTo>
                      <a:pt x="169" y="42"/>
                      <a:pt x="169" y="42"/>
                      <a:pt x="169" y="42"/>
                    </a:cubicBezTo>
                    <a:cubicBezTo>
                      <a:pt x="163" y="35"/>
                      <a:pt x="163" y="35"/>
                      <a:pt x="163" y="35"/>
                    </a:cubicBezTo>
                    <a:cubicBezTo>
                      <a:pt x="160" y="37"/>
                      <a:pt x="160" y="37"/>
                      <a:pt x="160" y="37"/>
                    </a:cubicBezTo>
                    <a:cubicBezTo>
                      <a:pt x="160" y="37"/>
                      <a:pt x="160" y="37"/>
                      <a:pt x="160" y="37"/>
                    </a:cubicBezTo>
                    <a:cubicBezTo>
                      <a:pt x="162" y="37"/>
                      <a:pt x="163" y="37"/>
                      <a:pt x="163" y="37"/>
                    </a:cubicBezTo>
                    <a:cubicBezTo>
                      <a:pt x="163" y="37"/>
                      <a:pt x="164" y="37"/>
                      <a:pt x="164" y="38"/>
                    </a:cubicBezTo>
                    <a:cubicBezTo>
                      <a:pt x="165" y="38"/>
                      <a:pt x="165" y="38"/>
                      <a:pt x="165" y="38"/>
                    </a:cubicBezTo>
                    <a:cubicBezTo>
                      <a:pt x="165" y="39"/>
                      <a:pt x="165" y="39"/>
                      <a:pt x="164" y="39"/>
                    </a:cubicBezTo>
                    <a:cubicBezTo>
                      <a:pt x="154" y="47"/>
                      <a:pt x="154" y="47"/>
                      <a:pt x="154" y="47"/>
                    </a:cubicBezTo>
                    <a:cubicBezTo>
                      <a:pt x="154" y="47"/>
                      <a:pt x="154" y="47"/>
                      <a:pt x="154" y="47"/>
                    </a:cubicBezTo>
                    <a:cubicBezTo>
                      <a:pt x="154" y="47"/>
                      <a:pt x="153" y="47"/>
                      <a:pt x="153" y="47"/>
                    </a:cubicBezTo>
                    <a:cubicBezTo>
                      <a:pt x="153" y="46"/>
                      <a:pt x="153" y="46"/>
                      <a:pt x="153" y="46"/>
                    </a:cubicBezTo>
                    <a:cubicBezTo>
                      <a:pt x="152" y="47"/>
                      <a:pt x="152" y="47"/>
                      <a:pt x="152" y="47"/>
                    </a:cubicBezTo>
                    <a:cubicBezTo>
                      <a:pt x="155" y="50"/>
                      <a:pt x="155" y="50"/>
                      <a:pt x="155" y="50"/>
                    </a:cubicBezTo>
                    <a:close/>
                    <a:moveTo>
                      <a:pt x="174" y="54"/>
                    </a:moveTo>
                    <a:cubicBezTo>
                      <a:pt x="174" y="54"/>
                      <a:pt x="175" y="54"/>
                      <a:pt x="175" y="53"/>
                    </a:cubicBezTo>
                    <a:cubicBezTo>
                      <a:pt x="175" y="53"/>
                      <a:pt x="175" y="53"/>
                      <a:pt x="174" y="53"/>
                    </a:cubicBezTo>
                    <a:cubicBezTo>
                      <a:pt x="174" y="52"/>
                      <a:pt x="174" y="52"/>
                      <a:pt x="174" y="52"/>
                    </a:cubicBezTo>
                    <a:cubicBezTo>
                      <a:pt x="175" y="52"/>
                      <a:pt x="175" y="52"/>
                      <a:pt x="175" y="52"/>
                    </a:cubicBezTo>
                    <a:cubicBezTo>
                      <a:pt x="177" y="55"/>
                      <a:pt x="177" y="55"/>
                      <a:pt x="177" y="55"/>
                    </a:cubicBezTo>
                    <a:cubicBezTo>
                      <a:pt x="176" y="55"/>
                      <a:pt x="176" y="55"/>
                      <a:pt x="176" y="55"/>
                    </a:cubicBezTo>
                    <a:cubicBezTo>
                      <a:pt x="176" y="55"/>
                      <a:pt x="176" y="55"/>
                      <a:pt x="176" y="55"/>
                    </a:cubicBezTo>
                    <a:cubicBezTo>
                      <a:pt x="176" y="55"/>
                      <a:pt x="176" y="55"/>
                      <a:pt x="175" y="55"/>
                    </a:cubicBezTo>
                    <a:cubicBezTo>
                      <a:pt x="175" y="55"/>
                      <a:pt x="175" y="55"/>
                      <a:pt x="174" y="55"/>
                    </a:cubicBezTo>
                    <a:cubicBezTo>
                      <a:pt x="166" y="56"/>
                      <a:pt x="166" y="56"/>
                      <a:pt x="166" y="56"/>
                    </a:cubicBezTo>
                    <a:cubicBezTo>
                      <a:pt x="162" y="58"/>
                      <a:pt x="162" y="58"/>
                      <a:pt x="162" y="58"/>
                    </a:cubicBezTo>
                    <a:cubicBezTo>
                      <a:pt x="162" y="59"/>
                      <a:pt x="162" y="59"/>
                      <a:pt x="162" y="59"/>
                    </a:cubicBezTo>
                    <a:cubicBezTo>
                      <a:pt x="161" y="59"/>
                      <a:pt x="162" y="59"/>
                      <a:pt x="162" y="60"/>
                    </a:cubicBezTo>
                    <a:cubicBezTo>
                      <a:pt x="162" y="60"/>
                      <a:pt x="162" y="60"/>
                      <a:pt x="162" y="60"/>
                    </a:cubicBezTo>
                    <a:cubicBezTo>
                      <a:pt x="162" y="61"/>
                      <a:pt x="162" y="61"/>
                      <a:pt x="162" y="61"/>
                    </a:cubicBezTo>
                    <a:cubicBezTo>
                      <a:pt x="159" y="56"/>
                      <a:pt x="159" y="56"/>
                      <a:pt x="159" y="56"/>
                    </a:cubicBezTo>
                    <a:cubicBezTo>
                      <a:pt x="160" y="56"/>
                      <a:pt x="160" y="56"/>
                      <a:pt x="160" y="56"/>
                    </a:cubicBezTo>
                    <a:cubicBezTo>
                      <a:pt x="160" y="57"/>
                      <a:pt x="160" y="57"/>
                      <a:pt x="160" y="57"/>
                    </a:cubicBezTo>
                    <a:cubicBezTo>
                      <a:pt x="160" y="57"/>
                      <a:pt x="160" y="57"/>
                      <a:pt x="161" y="57"/>
                    </a:cubicBezTo>
                    <a:cubicBezTo>
                      <a:pt x="161" y="57"/>
                      <a:pt x="161" y="57"/>
                      <a:pt x="161" y="57"/>
                    </a:cubicBezTo>
                    <a:cubicBezTo>
                      <a:pt x="165" y="55"/>
                      <a:pt x="165" y="55"/>
                      <a:pt x="165" y="55"/>
                    </a:cubicBezTo>
                    <a:cubicBezTo>
                      <a:pt x="171" y="48"/>
                      <a:pt x="171" y="48"/>
                      <a:pt x="171" y="48"/>
                    </a:cubicBezTo>
                    <a:cubicBezTo>
                      <a:pt x="171" y="48"/>
                      <a:pt x="171" y="48"/>
                      <a:pt x="171" y="47"/>
                    </a:cubicBezTo>
                    <a:cubicBezTo>
                      <a:pt x="171" y="47"/>
                      <a:pt x="171" y="47"/>
                      <a:pt x="171" y="47"/>
                    </a:cubicBezTo>
                    <a:cubicBezTo>
                      <a:pt x="171" y="46"/>
                      <a:pt x="171" y="46"/>
                      <a:pt x="171" y="46"/>
                    </a:cubicBezTo>
                    <a:cubicBezTo>
                      <a:pt x="171" y="46"/>
                      <a:pt x="171" y="46"/>
                      <a:pt x="171" y="46"/>
                    </a:cubicBezTo>
                    <a:cubicBezTo>
                      <a:pt x="173" y="50"/>
                      <a:pt x="173" y="50"/>
                      <a:pt x="173" y="50"/>
                    </a:cubicBezTo>
                    <a:cubicBezTo>
                      <a:pt x="173" y="50"/>
                      <a:pt x="173" y="50"/>
                      <a:pt x="173" y="50"/>
                    </a:cubicBezTo>
                    <a:cubicBezTo>
                      <a:pt x="173" y="49"/>
                      <a:pt x="173" y="49"/>
                      <a:pt x="173" y="49"/>
                    </a:cubicBezTo>
                    <a:cubicBezTo>
                      <a:pt x="172" y="49"/>
                      <a:pt x="172" y="49"/>
                      <a:pt x="172" y="49"/>
                    </a:cubicBezTo>
                    <a:cubicBezTo>
                      <a:pt x="172" y="49"/>
                      <a:pt x="172" y="49"/>
                      <a:pt x="171" y="49"/>
                    </a:cubicBezTo>
                    <a:cubicBezTo>
                      <a:pt x="167" y="55"/>
                      <a:pt x="167" y="55"/>
                      <a:pt x="167" y="55"/>
                    </a:cubicBezTo>
                    <a:cubicBezTo>
                      <a:pt x="167" y="55"/>
                      <a:pt x="167" y="55"/>
                      <a:pt x="167" y="55"/>
                    </a:cubicBezTo>
                    <a:lnTo>
                      <a:pt x="174" y="54"/>
                    </a:lnTo>
                    <a:close/>
                  </a:path>
                </a:pathLst>
              </a:custGeom>
              <a:solidFill>
                <a:srgbClr val="FFFFFF"/>
              </a:solidFill>
              <a:ln w="3175" cap="flat">
                <a:solidFill>
                  <a:srgbClr val="FFFFFF"/>
                </a:solidFill>
                <a:prstDash val="solid"/>
                <a:miter lim="800000"/>
              </a:ln>
            </p:spPr>
            <p:txBody>
              <a:bodyPr anchor="ctr"/>
              <a:lstStyle/>
              <a:p>
                <a:pPr algn="ctr"/>
                <a:endParaRPr/>
              </a:p>
            </p:txBody>
          </p:sp>
          <p:sp>
            <p:nvSpPr>
              <p:cNvPr id="278" name="ïśľíḓé"/>
              <p:cNvSpPr/>
              <p:nvPr/>
            </p:nvSpPr>
            <p:spPr bwMode="auto">
              <a:xfrm>
                <a:off x="3667126" y="3184525"/>
                <a:ext cx="492125" cy="496888"/>
              </a:xfrm>
              <a:custGeom>
                <a:avLst/>
                <a:gdLst>
                  <a:gd name="T0" fmla="*/ 74 w 149"/>
                  <a:gd name="T1" fmla="*/ 0 h 149"/>
                  <a:gd name="T2" fmla="*/ 149 w 149"/>
                  <a:gd name="T3" fmla="*/ 74 h 149"/>
                  <a:gd name="T4" fmla="*/ 74 w 149"/>
                  <a:gd name="T5" fmla="*/ 149 h 149"/>
                  <a:gd name="T6" fmla="*/ 0 w 149"/>
                  <a:gd name="T7" fmla="*/ 74 h 149"/>
                  <a:gd name="T8" fmla="*/ 74 w 149"/>
                  <a:gd name="T9" fmla="*/ 0 h 149"/>
                  <a:gd name="T10" fmla="*/ 74 w 149"/>
                  <a:gd name="T11" fmla="*/ 2 h 149"/>
                  <a:gd name="T12" fmla="*/ 2 w 149"/>
                  <a:gd name="T13" fmla="*/ 74 h 149"/>
                  <a:gd name="T14" fmla="*/ 74 w 149"/>
                  <a:gd name="T15" fmla="*/ 146 h 149"/>
                  <a:gd name="T16" fmla="*/ 146 w 149"/>
                  <a:gd name="T17" fmla="*/ 74 h 149"/>
                  <a:gd name="T18" fmla="*/ 74 w 149"/>
                  <a:gd name="T19" fmla="*/ 2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49" h="149">
                    <a:moveTo>
                      <a:pt x="74" y="0"/>
                    </a:moveTo>
                    <a:cubicBezTo>
                      <a:pt x="115" y="0"/>
                      <a:pt x="149" y="33"/>
                      <a:pt x="149" y="74"/>
                    </a:cubicBezTo>
                    <a:cubicBezTo>
                      <a:pt x="149" y="115"/>
                      <a:pt x="115" y="149"/>
                      <a:pt x="74" y="149"/>
                    </a:cubicBezTo>
                    <a:cubicBezTo>
                      <a:pt x="33" y="149"/>
                      <a:pt x="0" y="115"/>
                      <a:pt x="0" y="74"/>
                    </a:cubicBezTo>
                    <a:cubicBezTo>
                      <a:pt x="0" y="33"/>
                      <a:pt x="33" y="0"/>
                      <a:pt x="74" y="0"/>
                    </a:cubicBezTo>
                    <a:close/>
                    <a:moveTo>
                      <a:pt x="74" y="2"/>
                    </a:moveTo>
                    <a:cubicBezTo>
                      <a:pt x="35" y="2"/>
                      <a:pt x="2" y="34"/>
                      <a:pt x="2" y="74"/>
                    </a:cubicBezTo>
                    <a:cubicBezTo>
                      <a:pt x="2" y="114"/>
                      <a:pt x="35" y="146"/>
                      <a:pt x="74" y="146"/>
                    </a:cubicBezTo>
                    <a:cubicBezTo>
                      <a:pt x="114" y="146"/>
                      <a:pt x="146" y="114"/>
                      <a:pt x="146" y="74"/>
                    </a:cubicBezTo>
                    <a:cubicBezTo>
                      <a:pt x="146" y="34"/>
                      <a:pt x="114" y="2"/>
                      <a:pt x="74" y="2"/>
                    </a:cubicBezTo>
                    <a:close/>
                  </a:path>
                </a:pathLst>
              </a:custGeom>
              <a:solidFill>
                <a:srgbClr val="00523A"/>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9" name="ïslíḍê"/>
              <p:cNvSpPr/>
              <p:nvPr/>
            </p:nvSpPr>
            <p:spPr bwMode="auto">
              <a:xfrm>
                <a:off x="3775076" y="3248025"/>
                <a:ext cx="274638" cy="146050"/>
              </a:xfrm>
              <a:custGeom>
                <a:avLst/>
                <a:gdLst>
                  <a:gd name="T0" fmla="*/ 10 w 83"/>
                  <a:gd name="T1" fmla="*/ 43 h 44"/>
                  <a:gd name="T2" fmla="*/ 18 w 83"/>
                  <a:gd name="T3" fmla="*/ 39 h 44"/>
                  <a:gd name="T4" fmla="*/ 67 w 83"/>
                  <a:gd name="T5" fmla="*/ 39 h 44"/>
                  <a:gd name="T6" fmla="*/ 73 w 83"/>
                  <a:gd name="T7" fmla="*/ 42 h 44"/>
                  <a:gd name="T8" fmla="*/ 76 w 83"/>
                  <a:gd name="T9" fmla="*/ 43 h 44"/>
                  <a:gd name="T10" fmla="*/ 83 w 83"/>
                  <a:gd name="T11" fmla="*/ 35 h 44"/>
                  <a:gd name="T12" fmla="*/ 76 w 83"/>
                  <a:gd name="T13" fmla="*/ 37 h 44"/>
                  <a:gd name="T14" fmla="*/ 69 w 83"/>
                  <a:gd name="T15" fmla="*/ 33 h 44"/>
                  <a:gd name="T16" fmla="*/ 70 w 83"/>
                  <a:gd name="T17" fmla="*/ 26 h 44"/>
                  <a:gd name="T18" fmla="*/ 64 w 83"/>
                  <a:gd name="T19" fmla="*/ 30 h 44"/>
                  <a:gd name="T20" fmla="*/ 59 w 83"/>
                  <a:gd name="T21" fmla="*/ 31 h 44"/>
                  <a:gd name="T22" fmla="*/ 56 w 83"/>
                  <a:gd name="T23" fmla="*/ 29 h 44"/>
                  <a:gd name="T24" fmla="*/ 56 w 83"/>
                  <a:gd name="T25" fmla="*/ 24 h 44"/>
                  <a:gd name="T26" fmla="*/ 58 w 83"/>
                  <a:gd name="T27" fmla="*/ 23 h 44"/>
                  <a:gd name="T28" fmla="*/ 58 w 83"/>
                  <a:gd name="T29" fmla="*/ 19 h 44"/>
                  <a:gd name="T30" fmla="*/ 54 w 83"/>
                  <a:gd name="T31" fmla="*/ 19 h 44"/>
                  <a:gd name="T32" fmla="*/ 53 w 83"/>
                  <a:gd name="T33" fmla="*/ 21 h 44"/>
                  <a:gd name="T34" fmla="*/ 44 w 83"/>
                  <a:gd name="T35" fmla="*/ 21 h 44"/>
                  <a:gd name="T36" fmla="*/ 43 w 83"/>
                  <a:gd name="T37" fmla="*/ 18 h 44"/>
                  <a:gd name="T38" fmla="*/ 44 w 83"/>
                  <a:gd name="T39" fmla="*/ 13 h 44"/>
                  <a:gd name="T40" fmla="*/ 43 w 83"/>
                  <a:gd name="T41" fmla="*/ 8 h 44"/>
                  <a:gd name="T42" fmla="*/ 43 w 83"/>
                  <a:gd name="T43" fmla="*/ 6 h 44"/>
                  <a:gd name="T44" fmla="*/ 43 w 83"/>
                  <a:gd name="T45" fmla="*/ 2 h 44"/>
                  <a:gd name="T46" fmla="*/ 43 w 83"/>
                  <a:gd name="T47" fmla="*/ 0 h 44"/>
                  <a:gd name="T48" fmla="*/ 40 w 83"/>
                  <a:gd name="T49" fmla="*/ 0 h 44"/>
                  <a:gd name="T50" fmla="*/ 39 w 83"/>
                  <a:gd name="T51" fmla="*/ 2 h 44"/>
                  <a:gd name="T52" fmla="*/ 39 w 83"/>
                  <a:gd name="T53" fmla="*/ 6 h 44"/>
                  <a:gd name="T54" fmla="*/ 39 w 83"/>
                  <a:gd name="T55" fmla="*/ 8 h 44"/>
                  <a:gd name="T56" fmla="*/ 38 w 83"/>
                  <a:gd name="T57" fmla="*/ 13 h 44"/>
                  <a:gd name="T58" fmla="*/ 38 w 83"/>
                  <a:gd name="T59" fmla="*/ 18 h 44"/>
                  <a:gd name="T60" fmla="*/ 38 w 83"/>
                  <a:gd name="T61" fmla="*/ 21 h 44"/>
                  <a:gd name="T62" fmla="*/ 30 w 83"/>
                  <a:gd name="T63" fmla="*/ 21 h 44"/>
                  <a:gd name="T64" fmla="*/ 29 w 83"/>
                  <a:gd name="T65" fmla="*/ 19 h 44"/>
                  <a:gd name="T66" fmla="*/ 25 w 83"/>
                  <a:gd name="T67" fmla="*/ 19 h 44"/>
                  <a:gd name="T68" fmla="*/ 25 w 83"/>
                  <a:gd name="T69" fmla="*/ 23 h 44"/>
                  <a:gd name="T70" fmla="*/ 26 w 83"/>
                  <a:gd name="T71" fmla="*/ 24 h 44"/>
                  <a:gd name="T72" fmla="*/ 27 w 83"/>
                  <a:gd name="T73" fmla="*/ 29 h 44"/>
                  <a:gd name="T74" fmla="*/ 22 w 83"/>
                  <a:gd name="T75" fmla="*/ 31 h 44"/>
                  <a:gd name="T76" fmla="*/ 13 w 83"/>
                  <a:gd name="T77" fmla="*/ 26 h 44"/>
                  <a:gd name="T78" fmla="*/ 13 w 83"/>
                  <a:gd name="T79" fmla="*/ 35 h 44"/>
                  <a:gd name="T80" fmla="*/ 7 w 83"/>
                  <a:gd name="T81" fmla="*/ 37 h 44"/>
                  <a:gd name="T82" fmla="*/ 0 w 83"/>
                  <a:gd name="T83" fmla="*/ 34 h 44"/>
                  <a:gd name="T84" fmla="*/ 5 w 83"/>
                  <a:gd name="T85" fmla="*/ 42 h 44"/>
                  <a:gd name="T86" fmla="*/ 10 w 83"/>
                  <a:gd name="T87" fmla="*/ 43 h 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83" h="44">
                    <a:moveTo>
                      <a:pt x="10" y="43"/>
                    </a:moveTo>
                    <a:cubicBezTo>
                      <a:pt x="18" y="39"/>
                      <a:pt x="18" y="39"/>
                      <a:pt x="18" y="39"/>
                    </a:cubicBezTo>
                    <a:cubicBezTo>
                      <a:pt x="67" y="39"/>
                      <a:pt x="67" y="39"/>
                      <a:pt x="67" y="39"/>
                    </a:cubicBezTo>
                    <a:cubicBezTo>
                      <a:pt x="73" y="42"/>
                      <a:pt x="73" y="42"/>
                      <a:pt x="73" y="42"/>
                    </a:cubicBezTo>
                    <a:cubicBezTo>
                      <a:pt x="74" y="43"/>
                      <a:pt x="75" y="43"/>
                      <a:pt x="76" y="43"/>
                    </a:cubicBezTo>
                    <a:cubicBezTo>
                      <a:pt x="80" y="42"/>
                      <a:pt x="83" y="35"/>
                      <a:pt x="83" y="35"/>
                    </a:cubicBezTo>
                    <a:cubicBezTo>
                      <a:pt x="83" y="35"/>
                      <a:pt x="79" y="38"/>
                      <a:pt x="76" y="37"/>
                    </a:cubicBezTo>
                    <a:cubicBezTo>
                      <a:pt x="73" y="37"/>
                      <a:pt x="69" y="36"/>
                      <a:pt x="69" y="33"/>
                    </a:cubicBezTo>
                    <a:cubicBezTo>
                      <a:pt x="69" y="30"/>
                      <a:pt x="70" y="27"/>
                      <a:pt x="70" y="26"/>
                    </a:cubicBezTo>
                    <a:cubicBezTo>
                      <a:pt x="70" y="26"/>
                      <a:pt x="67" y="29"/>
                      <a:pt x="64" y="30"/>
                    </a:cubicBezTo>
                    <a:cubicBezTo>
                      <a:pt x="61" y="32"/>
                      <a:pt x="60" y="31"/>
                      <a:pt x="59" y="31"/>
                    </a:cubicBezTo>
                    <a:cubicBezTo>
                      <a:pt x="57" y="30"/>
                      <a:pt x="56" y="29"/>
                      <a:pt x="56" y="29"/>
                    </a:cubicBezTo>
                    <a:cubicBezTo>
                      <a:pt x="56" y="24"/>
                      <a:pt x="56" y="24"/>
                      <a:pt x="56" y="24"/>
                    </a:cubicBezTo>
                    <a:cubicBezTo>
                      <a:pt x="58" y="23"/>
                      <a:pt x="58" y="23"/>
                      <a:pt x="58" y="23"/>
                    </a:cubicBezTo>
                    <a:cubicBezTo>
                      <a:pt x="58" y="19"/>
                      <a:pt x="58" y="19"/>
                      <a:pt x="58" y="19"/>
                    </a:cubicBezTo>
                    <a:cubicBezTo>
                      <a:pt x="54" y="19"/>
                      <a:pt x="54" y="19"/>
                      <a:pt x="54" y="19"/>
                    </a:cubicBezTo>
                    <a:cubicBezTo>
                      <a:pt x="54" y="19"/>
                      <a:pt x="54" y="21"/>
                      <a:pt x="53" y="21"/>
                    </a:cubicBezTo>
                    <a:cubicBezTo>
                      <a:pt x="52" y="21"/>
                      <a:pt x="44" y="21"/>
                      <a:pt x="44" y="21"/>
                    </a:cubicBezTo>
                    <a:cubicBezTo>
                      <a:pt x="44" y="21"/>
                      <a:pt x="43" y="20"/>
                      <a:pt x="43" y="18"/>
                    </a:cubicBezTo>
                    <a:cubicBezTo>
                      <a:pt x="44" y="17"/>
                      <a:pt x="44" y="17"/>
                      <a:pt x="44" y="13"/>
                    </a:cubicBezTo>
                    <a:cubicBezTo>
                      <a:pt x="44" y="10"/>
                      <a:pt x="44" y="9"/>
                      <a:pt x="43" y="8"/>
                    </a:cubicBezTo>
                    <a:cubicBezTo>
                      <a:pt x="43" y="7"/>
                      <a:pt x="42" y="7"/>
                      <a:pt x="43" y="6"/>
                    </a:cubicBezTo>
                    <a:cubicBezTo>
                      <a:pt x="44" y="5"/>
                      <a:pt x="44" y="4"/>
                      <a:pt x="43" y="2"/>
                    </a:cubicBezTo>
                    <a:cubicBezTo>
                      <a:pt x="42" y="1"/>
                      <a:pt x="43" y="2"/>
                      <a:pt x="43" y="0"/>
                    </a:cubicBezTo>
                    <a:cubicBezTo>
                      <a:pt x="40" y="0"/>
                      <a:pt x="40" y="0"/>
                      <a:pt x="40" y="0"/>
                    </a:cubicBezTo>
                    <a:cubicBezTo>
                      <a:pt x="39" y="0"/>
                      <a:pt x="40" y="1"/>
                      <a:pt x="39" y="2"/>
                    </a:cubicBezTo>
                    <a:cubicBezTo>
                      <a:pt x="38" y="3"/>
                      <a:pt x="38" y="5"/>
                      <a:pt x="39" y="6"/>
                    </a:cubicBezTo>
                    <a:cubicBezTo>
                      <a:pt x="39" y="7"/>
                      <a:pt x="40" y="7"/>
                      <a:pt x="39" y="8"/>
                    </a:cubicBezTo>
                    <a:cubicBezTo>
                      <a:pt x="38" y="9"/>
                      <a:pt x="38" y="10"/>
                      <a:pt x="38" y="13"/>
                    </a:cubicBezTo>
                    <a:cubicBezTo>
                      <a:pt x="38" y="16"/>
                      <a:pt x="38" y="17"/>
                      <a:pt x="38" y="18"/>
                    </a:cubicBezTo>
                    <a:cubicBezTo>
                      <a:pt x="39" y="20"/>
                      <a:pt x="38" y="21"/>
                      <a:pt x="38" y="21"/>
                    </a:cubicBezTo>
                    <a:cubicBezTo>
                      <a:pt x="37" y="21"/>
                      <a:pt x="30" y="21"/>
                      <a:pt x="30" y="21"/>
                    </a:cubicBezTo>
                    <a:cubicBezTo>
                      <a:pt x="30" y="21"/>
                      <a:pt x="29" y="20"/>
                      <a:pt x="29" y="19"/>
                    </a:cubicBezTo>
                    <a:cubicBezTo>
                      <a:pt x="25" y="19"/>
                      <a:pt x="25" y="19"/>
                      <a:pt x="25" y="19"/>
                    </a:cubicBezTo>
                    <a:cubicBezTo>
                      <a:pt x="25" y="23"/>
                      <a:pt x="25" y="23"/>
                      <a:pt x="25" y="23"/>
                    </a:cubicBezTo>
                    <a:cubicBezTo>
                      <a:pt x="26" y="24"/>
                      <a:pt x="26" y="24"/>
                      <a:pt x="26" y="24"/>
                    </a:cubicBezTo>
                    <a:cubicBezTo>
                      <a:pt x="27" y="29"/>
                      <a:pt x="27" y="29"/>
                      <a:pt x="27" y="29"/>
                    </a:cubicBezTo>
                    <a:cubicBezTo>
                      <a:pt x="27" y="29"/>
                      <a:pt x="24" y="31"/>
                      <a:pt x="22" y="31"/>
                    </a:cubicBezTo>
                    <a:cubicBezTo>
                      <a:pt x="19" y="31"/>
                      <a:pt x="13" y="26"/>
                      <a:pt x="13" y="26"/>
                    </a:cubicBezTo>
                    <a:cubicBezTo>
                      <a:pt x="13" y="26"/>
                      <a:pt x="14" y="33"/>
                      <a:pt x="13" y="35"/>
                    </a:cubicBezTo>
                    <a:cubicBezTo>
                      <a:pt x="13" y="37"/>
                      <a:pt x="10" y="37"/>
                      <a:pt x="7" y="37"/>
                    </a:cubicBezTo>
                    <a:cubicBezTo>
                      <a:pt x="4" y="37"/>
                      <a:pt x="0" y="35"/>
                      <a:pt x="0" y="34"/>
                    </a:cubicBezTo>
                    <a:cubicBezTo>
                      <a:pt x="0" y="34"/>
                      <a:pt x="3" y="40"/>
                      <a:pt x="5" y="42"/>
                    </a:cubicBezTo>
                    <a:cubicBezTo>
                      <a:pt x="7" y="44"/>
                      <a:pt x="10" y="43"/>
                      <a:pt x="10" y="43"/>
                    </a:cubicBez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80" name="íṡļïdê"/>
              <p:cNvSpPr/>
              <p:nvPr/>
            </p:nvSpPr>
            <p:spPr bwMode="auto">
              <a:xfrm>
                <a:off x="3614738" y="3370263"/>
                <a:ext cx="596900" cy="241300"/>
              </a:xfrm>
              <a:custGeom>
                <a:avLst/>
                <a:gdLst>
                  <a:gd name="T0" fmla="*/ 58 w 181"/>
                  <a:gd name="T1" fmla="*/ 72 h 72"/>
                  <a:gd name="T2" fmla="*/ 8 w 181"/>
                  <a:gd name="T3" fmla="*/ 72 h 72"/>
                  <a:gd name="T4" fmla="*/ 3 w 181"/>
                  <a:gd name="T5" fmla="*/ 63 h 72"/>
                  <a:gd name="T6" fmla="*/ 6 w 181"/>
                  <a:gd name="T7" fmla="*/ 63 h 72"/>
                  <a:gd name="T8" fmla="*/ 11 w 181"/>
                  <a:gd name="T9" fmla="*/ 55 h 72"/>
                  <a:gd name="T10" fmla="*/ 14 w 181"/>
                  <a:gd name="T11" fmla="*/ 55 h 72"/>
                  <a:gd name="T12" fmla="*/ 14 w 181"/>
                  <a:gd name="T13" fmla="*/ 29 h 72"/>
                  <a:gd name="T14" fmla="*/ 0 w 181"/>
                  <a:gd name="T15" fmla="*/ 4 h 72"/>
                  <a:gd name="T16" fmla="*/ 30 w 181"/>
                  <a:gd name="T17" fmla="*/ 0 h 72"/>
                  <a:gd name="T18" fmla="*/ 58 w 181"/>
                  <a:gd name="T19" fmla="*/ 8 h 72"/>
                  <a:gd name="T20" fmla="*/ 51 w 181"/>
                  <a:gd name="T21" fmla="*/ 25 h 72"/>
                  <a:gd name="T22" fmla="*/ 131 w 181"/>
                  <a:gd name="T23" fmla="*/ 25 h 72"/>
                  <a:gd name="T24" fmla="*/ 122 w 181"/>
                  <a:gd name="T25" fmla="*/ 8 h 72"/>
                  <a:gd name="T26" fmla="*/ 150 w 181"/>
                  <a:gd name="T27" fmla="*/ 0 h 72"/>
                  <a:gd name="T28" fmla="*/ 181 w 181"/>
                  <a:gd name="T29" fmla="*/ 5 h 72"/>
                  <a:gd name="T30" fmla="*/ 166 w 181"/>
                  <a:gd name="T31" fmla="*/ 28 h 72"/>
                  <a:gd name="T32" fmla="*/ 166 w 181"/>
                  <a:gd name="T33" fmla="*/ 55 h 72"/>
                  <a:gd name="T34" fmla="*/ 171 w 181"/>
                  <a:gd name="T35" fmla="*/ 55 h 72"/>
                  <a:gd name="T36" fmla="*/ 178 w 181"/>
                  <a:gd name="T37" fmla="*/ 65 h 72"/>
                  <a:gd name="T38" fmla="*/ 174 w 181"/>
                  <a:gd name="T39" fmla="*/ 72 h 72"/>
                  <a:gd name="T40" fmla="*/ 58 w 181"/>
                  <a:gd name="T41" fmla="*/ 72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1" h="72">
                    <a:moveTo>
                      <a:pt x="58" y="72"/>
                    </a:moveTo>
                    <a:cubicBezTo>
                      <a:pt x="8" y="72"/>
                      <a:pt x="8" y="72"/>
                      <a:pt x="8" y="72"/>
                    </a:cubicBezTo>
                    <a:cubicBezTo>
                      <a:pt x="3" y="63"/>
                      <a:pt x="3" y="63"/>
                      <a:pt x="3" y="63"/>
                    </a:cubicBezTo>
                    <a:cubicBezTo>
                      <a:pt x="6" y="63"/>
                      <a:pt x="6" y="63"/>
                      <a:pt x="6" y="63"/>
                    </a:cubicBezTo>
                    <a:cubicBezTo>
                      <a:pt x="7" y="61"/>
                      <a:pt x="10" y="57"/>
                      <a:pt x="11" y="55"/>
                    </a:cubicBezTo>
                    <a:cubicBezTo>
                      <a:pt x="12" y="55"/>
                      <a:pt x="13" y="55"/>
                      <a:pt x="14" y="55"/>
                    </a:cubicBezTo>
                    <a:cubicBezTo>
                      <a:pt x="14" y="45"/>
                      <a:pt x="14" y="39"/>
                      <a:pt x="14" y="29"/>
                    </a:cubicBezTo>
                    <a:cubicBezTo>
                      <a:pt x="6" y="25"/>
                      <a:pt x="0" y="19"/>
                      <a:pt x="0" y="4"/>
                    </a:cubicBezTo>
                    <a:cubicBezTo>
                      <a:pt x="13" y="19"/>
                      <a:pt x="25" y="20"/>
                      <a:pt x="30" y="0"/>
                    </a:cubicBezTo>
                    <a:cubicBezTo>
                      <a:pt x="40" y="22"/>
                      <a:pt x="50" y="16"/>
                      <a:pt x="58" y="8"/>
                    </a:cubicBezTo>
                    <a:cubicBezTo>
                      <a:pt x="59" y="17"/>
                      <a:pt x="51" y="24"/>
                      <a:pt x="51" y="25"/>
                    </a:cubicBezTo>
                    <a:cubicBezTo>
                      <a:pt x="131" y="25"/>
                      <a:pt x="131" y="25"/>
                      <a:pt x="131" y="25"/>
                    </a:cubicBezTo>
                    <a:cubicBezTo>
                      <a:pt x="128" y="21"/>
                      <a:pt x="123" y="15"/>
                      <a:pt x="122" y="8"/>
                    </a:cubicBezTo>
                    <a:cubicBezTo>
                      <a:pt x="131" y="18"/>
                      <a:pt x="141" y="23"/>
                      <a:pt x="150" y="0"/>
                    </a:cubicBezTo>
                    <a:cubicBezTo>
                      <a:pt x="160" y="23"/>
                      <a:pt x="169" y="16"/>
                      <a:pt x="181" y="5"/>
                    </a:cubicBezTo>
                    <a:cubicBezTo>
                      <a:pt x="178" y="23"/>
                      <a:pt x="174" y="23"/>
                      <a:pt x="166" y="28"/>
                    </a:cubicBezTo>
                    <a:cubicBezTo>
                      <a:pt x="166" y="38"/>
                      <a:pt x="166" y="45"/>
                      <a:pt x="166" y="55"/>
                    </a:cubicBezTo>
                    <a:cubicBezTo>
                      <a:pt x="168" y="55"/>
                      <a:pt x="169" y="55"/>
                      <a:pt x="171" y="55"/>
                    </a:cubicBezTo>
                    <a:cubicBezTo>
                      <a:pt x="178" y="65"/>
                      <a:pt x="178" y="65"/>
                      <a:pt x="178" y="65"/>
                    </a:cubicBezTo>
                    <a:cubicBezTo>
                      <a:pt x="174" y="72"/>
                      <a:pt x="174" y="72"/>
                      <a:pt x="174" y="72"/>
                    </a:cubicBezTo>
                    <a:lnTo>
                      <a:pt x="58" y="72"/>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81" name="iş1ïďe"/>
              <p:cNvSpPr/>
              <p:nvPr/>
            </p:nvSpPr>
            <p:spPr bwMode="auto">
              <a:xfrm>
                <a:off x="3624263" y="3381375"/>
                <a:ext cx="577850" cy="200025"/>
              </a:xfrm>
              <a:custGeom>
                <a:avLst/>
                <a:gdLst>
                  <a:gd name="T0" fmla="*/ 130 w 175"/>
                  <a:gd name="T1" fmla="*/ 51 h 60"/>
                  <a:gd name="T2" fmla="*/ 130 w 175"/>
                  <a:gd name="T3" fmla="*/ 50 h 60"/>
                  <a:gd name="T4" fmla="*/ 48 w 175"/>
                  <a:gd name="T5" fmla="*/ 50 h 60"/>
                  <a:gd name="T6" fmla="*/ 48 w 175"/>
                  <a:gd name="T7" fmla="*/ 51 h 60"/>
                  <a:gd name="T8" fmla="*/ 52 w 175"/>
                  <a:gd name="T9" fmla="*/ 51 h 60"/>
                  <a:gd name="T10" fmla="*/ 48 w 175"/>
                  <a:gd name="T11" fmla="*/ 60 h 60"/>
                  <a:gd name="T12" fmla="*/ 7 w 175"/>
                  <a:gd name="T13" fmla="*/ 60 h 60"/>
                  <a:gd name="T14" fmla="*/ 10 w 175"/>
                  <a:gd name="T15" fmla="*/ 54 h 60"/>
                  <a:gd name="T16" fmla="*/ 14 w 175"/>
                  <a:gd name="T17" fmla="*/ 54 h 60"/>
                  <a:gd name="T18" fmla="*/ 13 w 175"/>
                  <a:gd name="T19" fmla="*/ 25 h 60"/>
                  <a:gd name="T20" fmla="*/ 0 w 175"/>
                  <a:gd name="T21" fmla="*/ 7 h 60"/>
                  <a:gd name="T22" fmla="*/ 28 w 175"/>
                  <a:gd name="T23" fmla="*/ 0 h 60"/>
                  <a:gd name="T24" fmla="*/ 55 w 175"/>
                  <a:gd name="T25" fmla="*/ 7 h 60"/>
                  <a:gd name="T26" fmla="*/ 48 w 175"/>
                  <a:gd name="T27" fmla="*/ 22 h 60"/>
                  <a:gd name="T28" fmla="*/ 127 w 175"/>
                  <a:gd name="T29" fmla="*/ 22 h 60"/>
                  <a:gd name="T30" fmla="*/ 119 w 175"/>
                  <a:gd name="T31" fmla="*/ 7 h 60"/>
                  <a:gd name="T32" fmla="*/ 147 w 175"/>
                  <a:gd name="T33" fmla="*/ 0 h 60"/>
                  <a:gd name="T34" fmla="*/ 175 w 175"/>
                  <a:gd name="T35" fmla="*/ 7 h 60"/>
                  <a:gd name="T36" fmla="*/ 161 w 175"/>
                  <a:gd name="T37" fmla="*/ 24 h 60"/>
                  <a:gd name="T38" fmla="*/ 161 w 175"/>
                  <a:gd name="T39" fmla="*/ 53 h 60"/>
                  <a:gd name="T40" fmla="*/ 165 w 175"/>
                  <a:gd name="T41" fmla="*/ 53 h 60"/>
                  <a:gd name="T42" fmla="*/ 169 w 175"/>
                  <a:gd name="T43" fmla="*/ 60 h 60"/>
                  <a:gd name="T44" fmla="*/ 128 w 175"/>
                  <a:gd name="T45" fmla="*/ 60 h 60"/>
                  <a:gd name="T46" fmla="*/ 124 w 175"/>
                  <a:gd name="T47" fmla="*/ 51 h 60"/>
                  <a:gd name="T48" fmla="*/ 130 w 175"/>
                  <a:gd name="T49" fmla="*/ 51 h 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75" h="60">
                    <a:moveTo>
                      <a:pt x="130" y="51"/>
                    </a:moveTo>
                    <a:cubicBezTo>
                      <a:pt x="130" y="50"/>
                      <a:pt x="130" y="50"/>
                      <a:pt x="130" y="50"/>
                    </a:cubicBezTo>
                    <a:cubicBezTo>
                      <a:pt x="48" y="50"/>
                      <a:pt x="48" y="50"/>
                      <a:pt x="48" y="50"/>
                    </a:cubicBezTo>
                    <a:cubicBezTo>
                      <a:pt x="48" y="51"/>
                      <a:pt x="48" y="51"/>
                      <a:pt x="48" y="51"/>
                    </a:cubicBezTo>
                    <a:cubicBezTo>
                      <a:pt x="52" y="51"/>
                      <a:pt x="52" y="51"/>
                      <a:pt x="52" y="51"/>
                    </a:cubicBezTo>
                    <a:cubicBezTo>
                      <a:pt x="48" y="60"/>
                      <a:pt x="48" y="60"/>
                      <a:pt x="48" y="60"/>
                    </a:cubicBezTo>
                    <a:cubicBezTo>
                      <a:pt x="34" y="60"/>
                      <a:pt x="20" y="60"/>
                      <a:pt x="7" y="60"/>
                    </a:cubicBezTo>
                    <a:cubicBezTo>
                      <a:pt x="8" y="58"/>
                      <a:pt x="9" y="56"/>
                      <a:pt x="10" y="54"/>
                    </a:cubicBezTo>
                    <a:cubicBezTo>
                      <a:pt x="11" y="54"/>
                      <a:pt x="12" y="54"/>
                      <a:pt x="14" y="54"/>
                    </a:cubicBezTo>
                    <a:cubicBezTo>
                      <a:pt x="14" y="44"/>
                      <a:pt x="13" y="34"/>
                      <a:pt x="13" y="25"/>
                    </a:cubicBezTo>
                    <a:cubicBezTo>
                      <a:pt x="5" y="20"/>
                      <a:pt x="1" y="14"/>
                      <a:pt x="0" y="7"/>
                    </a:cubicBezTo>
                    <a:cubicBezTo>
                      <a:pt x="12" y="18"/>
                      <a:pt x="22" y="17"/>
                      <a:pt x="28" y="0"/>
                    </a:cubicBezTo>
                    <a:cubicBezTo>
                      <a:pt x="37" y="22"/>
                      <a:pt x="47" y="15"/>
                      <a:pt x="55" y="7"/>
                    </a:cubicBezTo>
                    <a:cubicBezTo>
                      <a:pt x="55" y="14"/>
                      <a:pt x="50" y="17"/>
                      <a:pt x="48" y="22"/>
                    </a:cubicBezTo>
                    <a:cubicBezTo>
                      <a:pt x="127" y="22"/>
                      <a:pt x="127" y="22"/>
                      <a:pt x="127" y="22"/>
                    </a:cubicBezTo>
                    <a:cubicBezTo>
                      <a:pt x="125" y="18"/>
                      <a:pt x="120" y="14"/>
                      <a:pt x="119" y="7"/>
                    </a:cubicBezTo>
                    <a:cubicBezTo>
                      <a:pt x="127" y="15"/>
                      <a:pt x="137" y="22"/>
                      <a:pt x="147" y="0"/>
                    </a:cubicBezTo>
                    <a:cubicBezTo>
                      <a:pt x="153" y="17"/>
                      <a:pt x="163" y="18"/>
                      <a:pt x="175" y="7"/>
                    </a:cubicBezTo>
                    <a:cubicBezTo>
                      <a:pt x="173" y="14"/>
                      <a:pt x="169" y="19"/>
                      <a:pt x="161" y="24"/>
                    </a:cubicBezTo>
                    <a:cubicBezTo>
                      <a:pt x="161" y="34"/>
                      <a:pt x="161" y="44"/>
                      <a:pt x="161" y="53"/>
                    </a:cubicBezTo>
                    <a:cubicBezTo>
                      <a:pt x="162" y="53"/>
                      <a:pt x="164" y="53"/>
                      <a:pt x="165" y="53"/>
                    </a:cubicBezTo>
                    <a:cubicBezTo>
                      <a:pt x="166" y="55"/>
                      <a:pt x="167" y="58"/>
                      <a:pt x="169" y="60"/>
                    </a:cubicBezTo>
                    <a:cubicBezTo>
                      <a:pt x="155" y="60"/>
                      <a:pt x="142" y="60"/>
                      <a:pt x="128" y="60"/>
                    </a:cubicBezTo>
                    <a:cubicBezTo>
                      <a:pt x="124" y="51"/>
                      <a:pt x="124" y="51"/>
                      <a:pt x="124" y="51"/>
                    </a:cubicBezTo>
                    <a:lnTo>
                      <a:pt x="130" y="51"/>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82" name="ïṩḷíḍé"/>
              <p:cNvSpPr/>
              <p:nvPr/>
            </p:nvSpPr>
            <p:spPr bwMode="auto">
              <a:xfrm>
                <a:off x="4065588"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3" name="ïśľíḍè"/>
              <p:cNvSpPr/>
              <p:nvPr/>
            </p:nvSpPr>
            <p:spPr bwMode="auto">
              <a:xfrm>
                <a:off x="3740151"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4" name="í$ḻîḋè"/>
              <p:cNvSpPr/>
              <p:nvPr/>
            </p:nvSpPr>
            <p:spPr bwMode="auto">
              <a:xfrm>
                <a:off x="4125913"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5" name="iṣļíḋe"/>
              <p:cNvSpPr/>
              <p:nvPr/>
            </p:nvSpPr>
            <p:spPr bwMode="auto">
              <a:xfrm>
                <a:off x="3709988"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6" name="iṩḷiḓé"/>
              <p:cNvSpPr/>
              <p:nvPr/>
            </p:nvSpPr>
            <p:spPr bwMode="auto">
              <a:xfrm>
                <a:off x="4095751"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7" name="iSľiḍè"/>
              <p:cNvSpPr/>
              <p:nvPr/>
            </p:nvSpPr>
            <p:spPr bwMode="auto">
              <a:xfrm>
                <a:off x="3663951" y="3460750"/>
                <a:ext cx="495300" cy="317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8" name="ïṩḷîḍe"/>
              <p:cNvSpPr/>
              <p:nvPr/>
            </p:nvSpPr>
            <p:spPr bwMode="auto">
              <a:xfrm>
                <a:off x="3663951" y="3473450"/>
                <a:ext cx="115888"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9" name="íšḻiḑê"/>
              <p:cNvSpPr/>
              <p:nvPr/>
            </p:nvSpPr>
            <p:spPr bwMode="auto">
              <a:xfrm>
                <a:off x="3789363" y="3473450"/>
                <a:ext cx="428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0" name="ïṩļïďè"/>
              <p:cNvSpPr/>
              <p:nvPr/>
            </p:nvSpPr>
            <p:spPr bwMode="auto">
              <a:xfrm>
                <a:off x="3851276" y="3473450"/>
                <a:ext cx="57150"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1" name="îṥlïḋê"/>
              <p:cNvSpPr/>
              <p:nvPr/>
            </p:nvSpPr>
            <p:spPr bwMode="auto">
              <a:xfrm>
                <a:off x="3917951" y="3473450"/>
                <a:ext cx="555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2" name="îṧľïdè"/>
              <p:cNvSpPr/>
              <p:nvPr/>
            </p:nvSpPr>
            <p:spPr bwMode="auto">
              <a:xfrm>
                <a:off x="3994151" y="3473450"/>
                <a:ext cx="428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3" name="iSḷîḓê"/>
              <p:cNvSpPr/>
              <p:nvPr/>
            </p:nvSpPr>
            <p:spPr bwMode="auto">
              <a:xfrm>
                <a:off x="4046538" y="3473450"/>
                <a:ext cx="11271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4" name="îślíďè"/>
              <p:cNvSpPr/>
              <p:nvPr/>
            </p:nvSpPr>
            <p:spPr bwMode="auto">
              <a:xfrm>
                <a:off x="3979863" y="3473450"/>
                <a:ext cx="7938"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5" name="iSḻïḍè"/>
              <p:cNvSpPr/>
              <p:nvPr/>
            </p:nvSpPr>
            <p:spPr bwMode="auto">
              <a:xfrm>
                <a:off x="3838576" y="3473450"/>
                <a:ext cx="6350"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6" name="ïṡliḑê"/>
              <p:cNvSpPr/>
              <p:nvPr/>
            </p:nvSpPr>
            <p:spPr bwMode="auto">
              <a:xfrm>
                <a:off x="3851276" y="3384550"/>
                <a:ext cx="26988"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97" name="islïďé"/>
              <p:cNvSpPr/>
              <p:nvPr/>
            </p:nvSpPr>
            <p:spPr bwMode="auto">
              <a:xfrm>
                <a:off x="3817938" y="3384550"/>
                <a:ext cx="26988" cy="15875"/>
              </a:xfrm>
              <a:custGeom>
                <a:avLst/>
                <a:gdLst>
                  <a:gd name="T0" fmla="*/ 7 w 8"/>
                  <a:gd name="T1" fmla="*/ 0 h 5"/>
                  <a:gd name="T2" fmla="*/ 8 w 8"/>
                  <a:gd name="T3" fmla="*/ 2 h 5"/>
                  <a:gd name="T4" fmla="*/ 1 w 8"/>
                  <a:gd name="T5" fmla="*/ 5 h 5"/>
                  <a:gd name="T6" fmla="*/ 7 w 8"/>
                  <a:gd name="T7" fmla="*/ 0 h 5"/>
                  <a:gd name="T8" fmla="*/ 7 w 8"/>
                  <a:gd name="T9" fmla="*/ 0 h 5"/>
                  <a:gd name="T10" fmla="*/ 7 w 8"/>
                  <a:gd name="T11" fmla="*/ 0 h 5"/>
                </a:gdLst>
                <a:ahLst/>
                <a:cxnLst>
                  <a:cxn ang="0">
                    <a:pos x="T0" y="T1"/>
                  </a:cxn>
                  <a:cxn ang="0">
                    <a:pos x="T2" y="T3"/>
                  </a:cxn>
                  <a:cxn ang="0">
                    <a:pos x="T4" y="T5"/>
                  </a:cxn>
                  <a:cxn ang="0">
                    <a:pos x="T6" y="T7"/>
                  </a:cxn>
                  <a:cxn ang="0">
                    <a:pos x="T8" y="T9"/>
                  </a:cxn>
                  <a:cxn ang="0">
                    <a:pos x="T10" y="T11"/>
                  </a:cxn>
                </a:cxnLst>
                <a:rect l="0" t="0" r="r" b="b"/>
                <a:pathLst>
                  <a:path w="8" h="5">
                    <a:moveTo>
                      <a:pt x="7" y="0"/>
                    </a:moveTo>
                    <a:cubicBezTo>
                      <a:pt x="8" y="2"/>
                      <a:pt x="8" y="2"/>
                      <a:pt x="8" y="2"/>
                    </a:cubicBezTo>
                    <a:cubicBezTo>
                      <a:pt x="1" y="5"/>
                      <a:pt x="1" y="5"/>
                      <a:pt x="1" y="5"/>
                    </a:cubicBezTo>
                    <a:cubicBezTo>
                      <a:pt x="1" y="5"/>
                      <a:pt x="0" y="2"/>
                      <a:pt x="7" y="0"/>
                    </a:cubicBezTo>
                    <a:close/>
                    <a:moveTo>
                      <a:pt x="7" y="0"/>
                    </a:moveTo>
                    <a:cubicBezTo>
                      <a:pt x="7" y="0"/>
                      <a:pt x="7" y="0"/>
                      <a:pt x="7"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98" name="îṥḷîdé"/>
              <p:cNvSpPr/>
              <p:nvPr/>
            </p:nvSpPr>
            <p:spPr bwMode="auto">
              <a:xfrm>
                <a:off x="3983038" y="3384550"/>
                <a:ext cx="26988" cy="15875"/>
              </a:xfrm>
              <a:custGeom>
                <a:avLst/>
                <a:gdLst>
                  <a:gd name="T0" fmla="*/ 1 w 8"/>
                  <a:gd name="T1" fmla="*/ 0 h 5"/>
                  <a:gd name="T2" fmla="*/ 0 w 8"/>
                  <a:gd name="T3" fmla="*/ 2 h 5"/>
                  <a:gd name="T4" fmla="*/ 7 w 8"/>
                  <a:gd name="T5" fmla="*/ 5 h 5"/>
                  <a:gd name="T6" fmla="*/ 1 w 8"/>
                  <a:gd name="T7" fmla="*/ 0 h 5"/>
                  <a:gd name="T8" fmla="*/ 1 w 8"/>
                  <a:gd name="T9" fmla="*/ 0 h 5"/>
                  <a:gd name="T10" fmla="*/ 1 w 8"/>
                  <a:gd name="T11" fmla="*/ 0 h 5"/>
                </a:gdLst>
                <a:ahLst/>
                <a:cxnLst>
                  <a:cxn ang="0">
                    <a:pos x="T0" y="T1"/>
                  </a:cxn>
                  <a:cxn ang="0">
                    <a:pos x="T2" y="T3"/>
                  </a:cxn>
                  <a:cxn ang="0">
                    <a:pos x="T4" y="T5"/>
                  </a:cxn>
                  <a:cxn ang="0">
                    <a:pos x="T6" y="T7"/>
                  </a:cxn>
                  <a:cxn ang="0">
                    <a:pos x="T8" y="T9"/>
                  </a:cxn>
                  <a:cxn ang="0">
                    <a:pos x="T10" y="T11"/>
                  </a:cxn>
                </a:cxnLst>
                <a:rect l="0" t="0" r="r" b="b"/>
                <a:pathLst>
                  <a:path w="8" h="5">
                    <a:moveTo>
                      <a:pt x="1" y="0"/>
                    </a:moveTo>
                    <a:cubicBezTo>
                      <a:pt x="0" y="2"/>
                      <a:pt x="0" y="2"/>
                      <a:pt x="0" y="2"/>
                    </a:cubicBezTo>
                    <a:cubicBezTo>
                      <a:pt x="7" y="5"/>
                      <a:pt x="7" y="5"/>
                      <a:pt x="7" y="5"/>
                    </a:cubicBezTo>
                    <a:cubicBezTo>
                      <a:pt x="7" y="5"/>
                      <a:pt x="8" y="2"/>
                      <a:pt x="1" y="0"/>
                    </a:cubicBezTo>
                    <a:close/>
                    <a:moveTo>
                      <a:pt x="1" y="0"/>
                    </a:moveTo>
                    <a:cubicBezTo>
                      <a:pt x="1" y="0"/>
                      <a:pt x="1" y="0"/>
                      <a:pt x="1"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99" name="isḷîḋé"/>
              <p:cNvSpPr/>
              <p:nvPr/>
            </p:nvSpPr>
            <p:spPr bwMode="auto">
              <a:xfrm>
                <a:off x="3884613" y="3384550"/>
                <a:ext cx="26988"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0" name="iśḷïḑè"/>
              <p:cNvSpPr/>
              <p:nvPr/>
            </p:nvSpPr>
            <p:spPr bwMode="auto">
              <a:xfrm>
                <a:off x="3917951" y="3384550"/>
                <a:ext cx="25400"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1" name="iṧľiďé"/>
              <p:cNvSpPr/>
              <p:nvPr/>
            </p:nvSpPr>
            <p:spPr bwMode="auto">
              <a:xfrm>
                <a:off x="3951288" y="3384550"/>
                <a:ext cx="25400"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2" name="išľïḍé"/>
              <p:cNvSpPr/>
              <p:nvPr/>
            </p:nvSpPr>
            <p:spPr bwMode="auto">
              <a:xfrm>
                <a:off x="3771901" y="3484563"/>
                <a:ext cx="7938"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3" name="îŝlîḑè"/>
              <p:cNvSpPr/>
              <p:nvPr/>
            </p:nvSpPr>
            <p:spPr bwMode="auto">
              <a:xfrm>
                <a:off x="3786188" y="3484563"/>
                <a:ext cx="46038" cy="60325"/>
              </a:xfrm>
              <a:custGeom>
                <a:avLst/>
                <a:gdLst>
                  <a:gd name="T0" fmla="*/ 8 w 29"/>
                  <a:gd name="T1" fmla="*/ 0 h 38"/>
                  <a:gd name="T2" fmla="*/ 20 w 29"/>
                  <a:gd name="T3" fmla="*/ 0 h 38"/>
                  <a:gd name="T4" fmla="*/ 29 w 29"/>
                  <a:gd name="T5" fmla="*/ 8 h 38"/>
                  <a:gd name="T6" fmla="*/ 29 w 29"/>
                  <a:gd name="T7" fmla="*/ 38 h 38"/>
                  <a:gd name="T8" fmla="*/ 0 w 29"/>
                  <a:gd name="T9" fmla="*/ 38 h 38"/>
                  <a:gd name="T10" fmla="*/ 0 w 29"/>
                  <a:gd name="T11" fmla="*/ 8 h 38"/>
                  <a:gd name="T12" fmla="*/ 8 w 29"/>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29" h="38">
                    <a:moveTo>
                      <a:pt x="8" y="0"/>
                    </a:moveTo>
                    <a:lnTo>
                      <a:pt x="20" y="0"/>
                    </a:lnTo>
                    <a:lnTo>
                      <a:pt x="29" y="8"/>
                    </a:lnTo>
                    <a:lnTo>
                      <a:pt x="29" y="38"/>
                    </a:lnTo>
                    <a:lnTo>
                      <a:pt x="0" y="38"/>
                    </a:lnTo>
                    <a:lnTo>
                      <a:pt x="0" y="8"/>
                    </a:lnTo>
                    <a:lnTo>
                      <a:pt x="8"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4" name="îṩḻíḓe"/>
              <p:cNvSpPr/>
              <p:nvPr/>
            </p:nvSpPr>
            <p:spPr bwMode="auto">
              <a:xfrm>
                <a:off x="3994151" y="3484563"/>
                <a:ext cx="46038" cy="60325"/>
              </a:xfrm>
              <a:custGeom>
                <a:avLst/>
                <a:gdLst>
                  <a:gd name="T0" fmla="*/ 8 w 29"/>
                  <a:gd name="T1" fmla="*/ 0 h 38"/>
                  <a:gd name="T2" fmla="*/ 18 w 29"/>
                  <a:gd name="T3" fmla="*/ 0 h 38"/>
                  <a:gd name="T4" fmla="*/ 29 w 29"/>
                  <a:gd name="T5" fmla="*/ 8 h 38"/>
                  <a:gd name="T6" fmla="*/ 29 w 29"/>
                  <a:gd name="T7" fmla="*/ 38 h 38"/>
                  <a:gd name="T8" fmla="*/ 0 w 29"/>
                  <a:gd name="T9" fmla="*/ 38 h 38"/>
                  <a:gd name="T10" fmla="*/ 0 w 29"/>
                  <a:gd name="T11" fmla="*/ 8 h 38"/>
                  <a:gd name="T12" fmla="*/ 8 w 29"/>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29" h="38">
                    <a:moveTo>
                      <a:pt x="8" y="0"/>
                    </a:moveTo>
                    <a:lnTo>
                      <a:pt x="18" y="0"/>
                    </a:lnTo>
                    <a:lnTo>
                      <a:pt x="29" y="8"/>
                    </a:lnTo>
                    <a:lnTo>
                      <a:pt x="29" y="38"/>
                    </a:lnTo>
                    <a:lnTo>
                      <a:pt x="0" y="38"/>
                    </a:lnTo>
                    <a:lnTo>
                      <a:pt x="0" y="8"/>
                    </a:lnTo>
                    <a:lnTo>
                      <a:pt x="8"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5" name="î$1îdè"/>
              <p:cNvSpPr/>
              <p:nvPr/>
            </p:nvSpPr>
            <p:spPr bwMode="auto">
              <a:xfrm>
                <a:off x="3851276" y="3484563"/>
                <a:ext cx="122238" cy="60325"/>
              </a:xfrm>
              <a:custGeom>
                <a:avLst/>
                <a:gdLst>
                  <a:gd name="T0" fmla="*/ 9 w 77"/>
                  <a:gd name="T1" fmla="*/ 0 h 38"/>
                  <a:gd name="T2" fmla="*/ 69 w 77"/>
                  <a:gd name="T3" fmla="*/ 0 h 38"/>
                  <a:gd name="T4" fmla="*/ 77 w 77"/>
                  <a:gd name="T5" fmla="*/ 8 h 38"/>
                  <a:gd name="T6" fmla="*/ 77 w 77"/>
                  <a:gd name="T7" fmla="*/ 38 h 38"/>
                  <a:gd name="T8" fmla="*/ 0 w 77"/>
                  <a:gd name="T9" fmla="*/ 38 h 38"/>
                  <a:gd name="T10" fmla="*/ 0 w 77"/>
                  <a:gd name="T11" fmla="*/ 8 h 38"/>
                  <a:gd name="T12" fmla="*/ 9 w 77"/>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77" h="38">
                    <a:moveTo>
                      <a:pt x="9" y="0"/>
                    </a:moveTo>
                    <a:lnTo>
                      <a:pt x="69" y="0"/>
                    </a:lnTo>
                    <a:lnTo>
                      <a:pt x="77" y="8"/>
                    </a:lnTo>
                    <a:lnTo>
                      <a:pt x="77" y="38"/>
                    </a:lnTo>
                    <a:lnTo>
                      <a:pt x="0" y="38"/>
                    </a:lnTo>
                    <a:lnTo>
                      <a:pt x="0" y="8"/>
                    </a:lnTo>
                    <a:lnTo>
                      <a:pt x="9"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6" name="iśľïḓe"/>
              <p:cNvSpPr/>
              <p:nvPr/>
            </p:nvSpPr>
            <p:spPr bwMode="auto">
              <a:xfrm>
                <a:off x="4046538" y="3484563"/>
                <a:ext cx="6350"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7" name="iṣļïḑè"/>
              <p:cNvSpPr/>
              <p:nvPr/>
            </p:nvSpPr>
            <p:spPr bwMode="auto">
              <a:xfrm>
                <a:off x="3838576" y="3484563"/>
                <a:ext cx="6350"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8" name="iṡḷidé"/>
              <p:cNvSpPr/>
              <p:nvPr/>
            </p:nvSpPr>
            <p:spPr bwMode="auto">
              <a:xfrm>
                <a:off x="3979863" y="3484563"/>
                <a:ext cx="3175"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9" name="íṡḷíḋe"/>
              <p:cNvSpPr/>
              <p:nvPr/>
            </p:nvSpPr>
            <p:spPr bwMode="auto">
              <a:xfrm>
                <a:off x="3811588" y="3551238"/>
                <a:ext cx="20478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0" name="íŝ1iḑê"/>
              <p:cNvSpPr/>
              <p:nvPr/>
            </p:nvSpPr>
            <p:spPr bwMode="auto">
              <a:xfrm>
                <a:off x="3805238" y="3557588"/>
                <a:ext cx="214313"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1" name="îṩḷiḑe"/>
              <p:cNvSpPr/>
              <p:nvPr/>
            </p:nvSpPr>
            <p:spPr bwMode="auto">
              <a:xfrm>
                <a:off x="3802063" y="3567113"/>
                <a:ext cx="220663" cy="1588"/>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2" name="iṧḻiḑê"/>
              <p:cNvSpPr/>
              <p:nvPr/>
            </p:nvSpPr>
            <p:spPr bwMode="auto">
              <a:xfrm>
                <a:off x="3802063" y="3570288"/>
                <a:ext cx="22383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3" name="ïṣḻîḋè"/>
              <p:cNvSpPr/>
              <p:nvPr/>
            </p:nvSpPr>
            <p:spPr bwMode="auto">
              <a:xfrm>
                <a:off x="3795713" y="3581400"/>
                <a:ext cx="234950"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4" name="îṡ1îḍé"/>
              <p:cNvSpPr/>
              <p:nvPr/>
            </p:nvSpPr>
            <p:spPr bwMode="auto">
              <a:xfrm>
                <a:off x="3633788" y="3587750"/>
                <a:ext cx="560388" cy="6350"/>
              </a:xfrm>
              <a:custGeom>
                <a:avLst/>
                <a:gdLst>
                  <a:gd name="T0" fmla="*/ 0 w 353"/>
                  <a:gd name="T1" fmla="*/ 0 h 4"/>
                  <a:gd name="T2" fmla="*/ 353 w 353"/>
                  <a:gd name="T3" fmla="*/ 0 h 4"/>
                  <a:gd name="T4" fmla="*/ 351 w 353"/>
                  <a:gd name="T5" fmla="*/ 4 h 4"/>
                  <a:gd name="T6" fmla="*/ 2 w 353"/>
                  <a:gd name="T7" fmla="*/ 4 h 4"/>
                  <a:gd name="T8" fmla="*/ 0 w 353"/>
                  <a:gd name="T9" fmla="*/ 0 h 4"/>
                </a:gdLst>
                <a:ahLst/>
                <a:cxnLst>
                  <a:cxn ang="0">
                    <a:pos x="T0" y="T1"/>
                  </a:cxn>
                  <a:cxn ang="0">
                    <a:pos x="T2" y="T3"/>
                  </a:cxn>
                  <a:cxn ang="0">
                    <a:pos x="T4" y="T5"/>
                  </a:cxn>
                  <a:cxn ang="0">
                    <a:pos x="T6" y="T7"/>
                  </a:cxn>
                  <a:cxn ang="0">
                    <a:pos x="T8" y="T9"/>
                  </a:cxn>
                </a:cxnLst>
                <a:rect l="0" t="0" r="r" b="b"/>
                <a:pathLst>
                  <a:path w="353" h="4">
                    <a:moveTo>
                      <a:pt x="0" y="0"/>
                    </a:moveTo>
                    <a:lnTo>
                      <a:pt x="353" y="0"/>
                    </a:lnTo>
                    <a:lnTo>
                      <a:pt x="351" y="4"/>
                    </a:lnTo>
                    <a:lnTo>
                      <a:pt x="2" y="4"/>
                    </a:lnTo>
                    <a:lnTo>
                      <a:pt x="0" y="0"/>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15" name="îš1íḑe"/>
              <p:cNvSpPr/>
              <p:nvPr/>
            </p:nvSpPr>
            <p:spPr bwMode="auto">
              <a:xfrm>
                <a:off x="3640138" y="3600450"/>
                <a:ext cx="547688" cy="6350"/>
              </a:xfrm>
              <a:custGeom>
                <a:avLst/>
                <a:gdLst>
                  <a:gd name="T0" fmla="*/ 0 w 345"/>
                  <a:gd name="T1" fmla="*/ 0 h 4"/>
                  <a:gd name="T2" fmla="*/ 345 w 345"/>
                  <a:gd name="T3" fmla="*/ 0 h 4"/>
                  <a:gd name="T4" fmla="*/ 343 w 345"/>
                  <a:gd name="T5" fmla="*/ 4 h 4"/>
                  <a:gd name="T6" fmla="*/ 2 w 345"/>
                  <a:gd name="T7" fmla="*/ 4 h 4"/>
                  <a:gd name="T8" fmla="*/ 0 w 345"/>
                  <a:gd name="T9" fmla="*/ 0 h 4"/>
                </a:gdLst>
                <a:ahLst/>
                <a:cxnLst>
                  <a:cxn ang="0">
                    <a:pos x="T0" y="T1"/>
                  </a:cxn>
                  <a:cxn ang="0">
                    <a:pos x="T2" y="T3"/>
                  </a:cxn>
                  <a:cxn ang="0">
                    <a:pos x="T4" y="T5"/>
                  </a:cxn>
                  <a:cxn ang="0">
                    <a:pos x="T6" y="T7"/>
                  </a:cxn>
                  <a:cxn ang="0">
                    <a:pos x="T8" y="T9"/>
                  </a:cxn>
                </a:cxnLst>
                <a:rect l="0" t="0" r="r" b="b"/>
                <a:pathLst>
                  <a:path w="345" h="4">
                    <a:moveTo>
                      <a:pt x="0" y="0"/>
                    </a:moveTo>
                    <a:lnTo>
                      <a:pt x="345" y="0"/>
                    </a:lnTo>
                    <a:lnTo>
                      <a:pt x="343" y="4"/>
                    </a:lnTo>
                    <a:lnTo>
                      <a:pt x="2" y="4"/>
                    </a:lnTo>
                    <a:lnTo>
                      <a:pt x="0" y="0"/>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16" name="iš1ïḍe"/>
              <p:cNvSpPr/>
              <p:nvPr/>
            </p:nvSpPr>
            <p:spPr bwMode="auto">
              <a:xfrm>
                <a:off x="3736976" y="3406775"/>
                <a:ext cx="352425" cy="4763"/>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7" name="îSḻîde"/>
              <p:cNvSpPr/>
              <p:nvPr/>
            </p:nvSpPr>
            <p:spPr bwMode="auto">
              <a:xfrm>
                <a:off x="3746501" y="3417888"/>
                <a:ext cx="3333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8" name="î$ḻîḑé"/>
              <p:cNvSpPr/>
              <p:nvPr/>
            </p:nvSpPr>
            <p:spPr bwMode="auto">
              <a:xfrm>
                <a:off x="3805238" y="3417888"/>
                <a:ext cx="211138" cy="1588"/>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9" name="íŝļïḓe"/>
              <p:cNvSpPr/>
              <p:nvPr/>
            </p:nvSpPr>
            <p:spPr bwMode="auto">
              <a:xfrm>
                <a:off x="3811588"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20" name="îS1iḍé"/>
              <p:cNvSpPr/>
              <p:nvPr/>
            </p:nvSpPr>
            <p:spPr bwMode="auto">
              <a:xfrm>
                <a:off x="3802063"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21" name="išlïdé"/>
              <p:cNvSpPr/>
              <p:nvPr/>
            </p:nvSpPr>
            <p:spPr bwMode="auto">
              <a:xfrm>
                <a:off x="3789363" y="3421063"/>
                <a:ext cx="6350"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22" name="ïSlïde"/>
              <p:cNvSpPr/>
              <p:nvPr/>
            </p:nvSpPr>
            <p:spPr bwMode="auto">
              <a:xfrm>
                <a:off x="3822701"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3" name="îşľïďe"/>
              <p:cNvSpPr/>
              <p:nvPr/>
            </p:nvSpPr>
            <p:spPr bwMode="auto">
              <a:xfrm>
                <a:off x="3832226"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4" name="ïşľíďê"/>
              <p:cNvSpPr/>
              <p:nvPr/>
            </p:nvSpPr>
            <p:spPr bwMode="auto">
              <a:xfrm>
                <a:off x="38449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5" name="íś1ïdè"/>
              <p:cNvSpPr/>
              <p:nvPr/>
            </p:nvSpPr>
            <p:spPr bwMode="auto">
              <a:xfrm>
                <a:off x="3854451"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0" y="0"/>
                      <a:pt x="1" y="0"/>
                      <a:pt x="2" y="0"/>
                    </a:cubicBezTo>
                    <a:cubicBezTo>
                      <a:pt x="2" y="3"/>
                      <a:pt x="2" y="6"/>
                      <a:pt x="2"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6" name="iṩḷiḍe"/>
              <p:cNvSpPr/>
              <p:nvPr/>
            </p:nvSpPr>
            <p:spPr bwMode="auto">
              <a:xfrm>
                <a:off x="3865563"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7" name="ïŝ1iďè"/>
              <p:cNvSpPr/>
              <p:nvPr/>
            </p:nvSpPr>
            <p:spPr bwMode="auto">
              <a:xfrm>
                <a:off x="3878263"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8" name="íṩļíḋê"/>
              <p:cNvSpPr/>
              <p:nvPr/>
            </p:nvSpPr>
            <p:spPr bwMode="auto">
              <a:xfrm>
                <a:off x="3887788"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9" name="ïṧ1ïdè"/>
              <p:cNvSpPr/>
              <p:nvPr/>
            </p:nvSpPr>
            <p:spPr bwMode="auto">
              <a:xfrm>
                <a:off x="3897313"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0" name="íŝḻîḍé"/>
              <p:cNvSpPr/>
              <p:nvPr/>
            </p:nvSpPr>
            <p:spPr bwMode="auto">
              <a:xfrm>
                <a:off x="3908426"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1" name="îşḻïḓé"/>
              <p:cNvSpPr/>
              <p:nvPr/>
            </p:nvSpPr>
            <p:spPr bwMode="auto">
              <a:xfrm>
                <a:off x="39211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2" name="íśļíďè"/>
              <p:cNvSpPr/>
              <p:nvPr/>
            </p:nvSpPr>
            <p:spPr bwMode="auto">
              <a:xfrm>
                <a:off x="3930651"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3" name="iŝ1ïdé"/>
              <p:cNvSpPr/>
              <p:nvPr/>
            </p:nvSpPr>
            <p:spPr bwMode="auto">
              <a:xfrm>
                <a:off x="3940176"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4" name="is1ídè"/>
              <p:cNvSpPr/>
              <p:nvPr/>
            </p:nvSpPr>
            <p:spPr bwMode="auto">
              <a:xfrm>
                <a:off x="3951288"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2" y="0"/>
                      <a:pt x="2" y="0"/>
                    </a:cubicBezTo>
                    <a:cubicBezTo>
                      <a:pt x="2" y="3"/>
                      <a:pt x="2" y="6"/>
                      <a:pt x="2" y="9"/>
                    </a:cubicBezTo>
                    <a:cubicBezTo>
                      <a:pt x="2"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5" name="islíďê"/>
              <p:cNvSpPr/>
              <p:nvPr/>
            </p:nvSpPr>
            <p:spPr bwMode="auto">
              <a:xfrm>
                <a:off x="3963988"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6" name="iṩlíḑê"/>
              <p:cNvSpPr/>
              <p:nvPr/>
            </p:nvSpPr>
            <p:spPr bwMode="auto">
              <a:xfrm>
                <a:off x="3973513"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7" name="îṥḷïďê"/>
              <p:cNvSpPr/>
              <p:nvPr/>
            </p:nvSpPr>
            <p:spPr bwMode="auto">
              <a:xfrm>
                <a:off x="3983038"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8" name="íṥḻïďè"/>
              <p:cNvSpPr/>
              <p:nvPr/>
            </p:nvSpPr>
            <p:spPr bwMode="auto">
              <a:xfrm>
                <a:off x="39973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9" name="íṡḷíḍè"/>
              <p:cNvSpPr/>
              <p:nvPr/>
            </p:nvSpPr>
            <p:spPr bwMode="auto">
              <a:xfrm>
                <a:off x="4006851"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0" name="î$ḷîḑé"/>
              <p:cNvSpPr/>
              <p:nvPr/>
            </p:nvSpPr>
            <p:spPr bwMode="auto">
              <a:xfrm>
                <a:off x="4016376" y="3421063"/>
                <a:ext cx="6350"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1" name="í$ľîdè"/>
              <p:cNvSpPr/>
              <p:nvPr/>
            </p:nvSpPr>
            <p:spPr bwMode="auto">
              <a:xfrm>
                <a:off x="4025901" y="3421063"/>
                <a:ext cx="7938"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2" name="iṥ1iḍè"/>
              <p:cNvSpPr/>
              <p:nvPr/>
            </p:nvSpPr>
            <p:spPr bwMode="auto">
              <a:xfrm>
                <a:off x="4040188" y="3417888"/>
                <a:ext cx="3968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3" name="ïslidé"/>
              <p:cNvSpPr/>
              <p:nvPr/>
            </p:nvSpPr>
            <p:spPr bwMode="auto">
              <a:xfrm>
                <a:off x="3679826"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4" name="íṡlïďè"/>
              <p:cNvSpPr/>
              <p:nvPr/>
            </p:nvSpPr>
            <p:spPr bwMode="auto">
              <a:xfrm>
                <a:off x="3884613" y="3490913"/>
                <a:ext cx="55563" cy="53975"/>
              </a:xfrm>
              <a:custGeom>
                <a:avLst/>
                <a:gdLst>
                  <a:gd name="T0" fmla="*/ 0 w 35"/>
                  <a:gd name="T1" fmla="*/ 0 h 34"/>
                  <a:gd name="T2" fmla="*/ 35 w 35"/>
                  <a:gd name="T3" fmla="*/ 0 h 34"/>
                  <a:gd name="T4" fmla="*/ 35 w 35"/>
                  <a:gd name="T5" fmla="*/ 34 h 34"/>
                  <a:gd name="T6" fmla="*/ 0 w 35"/>
                  <a:gd name="T7" fmla="*/ 34 h 34"/>
                  <a:gd name="T8" fmla="*/ 0 w 35"/>
                  <a:gd name="T9" fmla="*/ 0 h 34"/>
                  <a:gd name="T10" fmla="*/ 0 w 35"/>
                  <a:gd name="T11" fmla="*/ 0 h 34"/>
                  <a:gd name="T12" fmla="*/ 4 w 35"/>
                  <a:gd name="T13" fmla="*/ 8 h 34"/>
                  <a:gd name="T14" fmla="*/ 4 w 35"/>
                  <a:gd name="T15" fmla="*/ 27 h 34"/>
                  <a:gd name="T16" fmla="*/ 8 w 35"/>
                  <a:gd name="T17" fmla="*/ 27 h 34"/>
                  <a:gd name="T18" fmla="*/ 8 w 35"/>
                  <a:gd name="T19" fmla="*/ 8 h 34"/>
                  <a:gd name="T20" fmla="*/ 4 w 35"/>
                  <a:gd name="T21" fmla="*/ 8 h 34"/>
                  <a:gd name="T22" fmla="*/ 4 w 35"/>
                  <a:gd name="T23" fmla="*/ 8 h 34"/>
                  <a:gd name="T24" fmla="*/ 29 w 35"/>
                  <a:gd name="T25" fmla="*/ 8 h 34"/>
                  <a:gd name="T26" fmla="*/ 29 w 35"/>
                  <a:gd name="T27" fmla="*/ 27 h 34"/>
                  <a:gd name="T28" fmla="*/ 31 w 35"/>
                  <a:gd name="T29" fmla="*/ 27 h 34"/>
                  <a:gd name="T30" fmla="*/ 31 w 35"/>
                  <a:gd name="T31" fmla="*/ 8 h 34"/>
                  <a:gd name="T32" fmla="*/ 29 w 35"/>
                  <a:gd name="T33" fmla="*/ 8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35" h="34">
                    <a:moveTo>
                      <a:pt x="0" y="0"/>
                    </a:moveTo>
                    <a:lnTo>
                      <a:pt x="35" y="0"/>
                    </a:lnTo>
                    <a:lnTo>
                      <a:pt x="35" y="34"/>
                    </a:lnTo>
                    <a:lnTo>
                      <a:pt x="0" y="34"/>
                    </a:lnTo>
                    <a:lnTo>
                      <a:pt x="0" y="0"/>
                    </a:lnTo>
                    <a:lnTo>
                      <a:pt x="0" y="0"/>
                    </a:lnTo>
                    <a:close/>
                    <a:moveTo>
                      <a:pt x="4" y="8"/>
                    </a:moveTo>
                    <a:lnTo>
                      <a:pt x="4" y="27"/>
                    </a:lnTo>
                    <a:lnTo>
                      <a:pt x="8" y="27"/>
                    </a:lnTo>
                    <a:lnTo>
                      <a:pt x="8" y="8"/>
                    </a:lnTo>
                    <a:lnTo>
                      <a:pt x="4" y="8"/>
                    </a:lnTo>
                    <a:lnTo>
                      <a:pt x="4" y="8"/>
                    </a:lnTo>
                    <a:close/>
                    <a:moveTo>
                      <a:pt x="29" y="8"/>
                    </a:moveTo>
                    <a:lnTo>
                      <a:pt x="29" y="27"/>
                    </a:lnTo>
                    <a:lnTo>
                      <a:pt x="31" y="27"/>
                    </a:lnTo>
                    <a:lnTo>
                      <a:pt x="31" y="8"/>
                    </a:lnTo>
                    <a:lnTo>
                      <a:pt x="29" y="8"/>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45" name="iṧ1ïḓè"/>
              <p:cNvSpPr/>
              <p:nvPr/>
            </p:nvSpPr>
            <p:spPr bwMode="auto">
              <a:xfrm>
                <a:off x="3551238" y="3067050"/>
                <a:ext cx="722313" cy="727075"/>
              </a:xfrm>
              <a:custGeom>
                <a:avLst/>
                <a:gdLst>
                  <a:gd name="T0" fmla="*/ 109 w 219"/>
                  <a:gd name="T1" fmla="*/ 0 h 218"/>
                  <a:gd name="T2" fmla="*/ 219 w 219"/>
                  <a:gd name="T3" fmla="*/ 109 h 218"/>
                  <a:gd name="T4" fmla="*/ 109 w 219"/>
                  <a:gd name="T5" fmla="*/ 218 h 218"/>
                  <a:gd name="T6" fmla="*/ 0 w 219"/>
                  <a:gd name="T7" fmla="*/ 109 h 218"/>
                  <a:gd name="T8" fmla="*/ 109 w 219"/>
                  <a:gd name="T9" fmla="*/ 0 h 218"/>
                  <a:gd name="T10" fmla="*/ 109 w 219"/>
                  <a:gd name="T11" fmla="*/ 3 h 218"/>
                  <a:gd name="T12" fmla="*/ 4 w 219"/>
                  <a:gd name="T13" fmla="*/ 109 h 218"/>
                  <a:gd name="T14" fmla="*/ 109 w 219"/>
                  <a:gd name="T15" fmla="*/ 215 h 218"/>
                  <a:gd name="T16" fmla="*/ 215 w 219"/>
                  <a:gd name="T17" fmla="*/ 109 h 218"/>
                  <a:gd name="T18" fmla="*/ 109 w 219"/>
                  <a:gd name="T19" fmla="*/ 3 h 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9" h="218">
                    <a:moveTo>
                      <a:pt x="109" y="0"/>
                    </a:moveTo>
                    <a:cubicBezTo>
                      <a:pt x="170" y="0"/>
                      <a:pt x="219" y="49"/>
                      <a:pt x="219" y="109"/>
                    </a:cubicBezTo>
                    <a:cubicBezTo>
                      <a:pt x="219" y="169"/>
                      <a:pt x="170" y="218"/>
                      <a:pt x="109" y="218"/>
                    </a:cubicBezTo>
                    <a:cubicBezTo>
                      <a:pt x="49" y="218"/>
                      <a:pt x="0" y="169"/>
                      <a:pt x="0" y="109"/>
                    </a:cubicBezTo>
                    <a:cubicBezTo>
                      <a:pt x="0" y="49"/>
                      <a:pt x="49" y="0"/>
                      <a:pt x="109" y="0"/>
                    </a:cubicBezTo>
                    <a:close/>
                    <a:moveTo>
                      <a:pt x="109" y="3"/>
                    </a:moveTo>
                    <a:cubicBezTo>
                      <a:pt x="51" y="3"/>
                      <a:pt x="4" y="51"/>
                      <a:pt x="4" y="109"/>
                    </a:cubicBezTo>
                    <a:cubicBezTo>
                      <a:pt x="4" y="167"/>
                      <a:pt x="51" y="215"/>
                      <a:pt x="109" y="215"/>
                    </a:cubicBezTo>
                    <a:cubicBezTo>
                      <a:pt x="168" y="215"/>
                      <a:pt x="215" y="167"/>
                      <a:pt x="215" y="109"/>
                    </a:cubicBezTo>
                    <a:cubicBezTo>
                      <a:pt x="215" y="51"/>
                      <a:pt x="168" y="3"/>
                      <a:pt x="109" y="3"/>
                    </a:cubicBez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nvGrpSpPr>
            <p:cNvPr id="247" name="íşḷïḑe"/>
            <p:cNvGrpSpPr/>
            <p:nvPr userDrawn="1"/>
          </p:nvGrpSpPr>
          <p:grpSpPr>
            <a:xfrm>
              <a:off x="4894762" y="471192"/>
              <a:ext cx="4437911" cy="1614111"/>
              <a:chOff x="4412452" y="3106738"/>
              <a:chExt cx="2312689" cy="841148"/>
            </a:xfrm>
          </p:grpSpPr>
          <p:grpSp>
            <p:nvGrpSpPr>
              <p:cNvPr id="248" name="îṥľíḑé"/>
              <p:cNvGrpSpPr/>
              <p:nvPr/>
            </p:nvGrpSpPr>
            <p:grpSpPr>
              <a:xfrm>
                <a:off x="4422776" y="3106738"/>
                <a:ext cx="2293937" cy="617538"/>
                <a:chOff x="4422776" y="3106738"/>
                <a:chExt cx="2293937" cy="617538"/>
              </a:xfrm>
            </p:grpSpPr>
            <p:sp>
              <p:nvSpPr>
                <p:cNvPr id="265" name="išḻiḑé"/>
                <p:cNvSpPr/>
                <p:nvPr/>
              </p:nvSpPr>
              <p:spPr bwMode="auto">
                <a:xfrm>
                  <a:off x="4811713" y="3200400"/>
                  <a:ext cx="49213" cy="100013"/>
                </a:xfrm>
                <a:custGeom>
                  <a:avLst/>
                  <a:gdLst>
                    <a:gd name="T0" fmla="*/ 0 w 15"/>
                    <a:gd name="T1" fmla="*/ 1 h 30"/>
                    <a:gd name="T2" fmla="*/ 1 w 15"/>
                    <a:gd name="T3" fmla="*/ 12 h 30"/>
                    <a:gd name="T4" fmla="*/ 0 w 15"/>
                    <a:gd name="T5" fmla="*/ 21 h 30"/>
                    <a:gd name="T6" fmla="*/ 2 w 15"/>
                    <a:gd name="T7" fmla="*/ 28 h 30"/>
                    <a:gd name="T8" fmla="*/ 7 w 15"/>
                    <a:gd name="T9" fmla="*/ 30 h 30"/>
                    <a:gd name="T10" fmla="*/ 12 w 15"/>
                    <a:gd name="T11" fmla="*/ 26 h 30"/>
                    <a:gd name="T12" fmla="*/ 15 w 15"/>
                    <a:gd name="T13" fmla="*/ 18 h 30"/>
                    <a:gd name="T14" fmla="*/ 3 w 15"/>
                    <a:gd name="T15" fmla="*/ 0 h 30"/>
                    <a:gd name="T16" fmla="*/ 0 w 15"/>
                    <a:gd name="T17" fmla="*/ 1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5" h="30">
                      <a:moveTo>
                        <a:pt x="0" y="1"/>
                      </a:moveTo>
                      <a:cubicBezTo>
                        <a:pt x="1" y="12"/>
                        <a:pt x="1" y="12"/>
                        <a:pt x="1" y="12"/>
                      </a:cubicBezTo>
                      <a:cubicBezTo>
                        <a:pt x="1" y="13"/>
                        <a:pt x="0" y="18"/>
                        <a:pt x="0" y="21"/>
                      </a:cubicBezTo>
                      <a:cubicBezTo>
                        <a:pt x="0" y="24"/>
                        <a:pt x="2" y="25"/>
                        <a:pt x="2" y="28"/>
                      </a:cubicBezTo>
                      <a:cubicBezTo>
                        <a:pt x="7" y="30"/>
                        <a:pt x="7" y="30"/>
                        <a:pt x="7" y="30"/>
                      </a:cubicBezTo>
                      <a:cubicBezTo>
                        <a:pt x="9" y="27"/>
                        <a:pt x="10" y="29"/>
                        <a:pt x="12" y="26"/>
                      </a:cubicBezTo>
                      <a:cubicBezTo>
                        <a:pt x="14" y="23"/>
                        <a:pt x="14" y="21"/>
                        <a:pt x="15" y="18"/>
                      </a:cubicBezTo>
                      <a:cubicBezTo>
                        <a:pt x="12" y="7"/>
                        <a:pt x="13" y="5"/>
                        <a:pt x="3" y="0"/>
                      </a:cubicBezTo>
                      <a:lnTo>
                        <a:pt x="0" y="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6" name="íṥľíďè"/>
                <p:cNvSpPr/>
                <p:nvPr/>
              </p:nvSpPr>
              <p:spPr bwMode="auto">
                <a:xfrm>
                  <a:off x="5221288" y="3184525"/>
                  <a:ext cx="36513" cy="122238"/>
                </a:xfrm>
                <a:custGeom>
                  <a:avLst/>
                  <a:gdLst>
                    <a:gd name="T0" fmla="*/ 0 w 11"/>
                    <a:gd name="T1" fmla="*/ 3 h 37"/>
                    <a:gd name="T2" fmla="*/ 2 w 11"/>
                    <a:gd name="T3" fmla="*/ 14 h 37"/>
                    <a:gd name="T4" fmla="*/ 0 w 11"/>
                    <a:gd name="T5" fmla="*/ 33 h 37"/>
                    <a:gd name="T6" fmla="*/ 0 w 11"/>
                    <a:gd name="T7" fmla="*/ 36 h 37"/>
                    <a:gd name="T8" fmla="*/ 2 w 11"/>
                    <a:gd name="T9" fmla="*/ 37 h 37"/>
                    <a:gd name="T10" fmla="*/ 8 w 11"/>
                    <a:gd name="T11" fmla="*/ 27 h 37"/>
                    <a:gd name="T12" fmla="*/ 11 w 11"/>
                    <a:gd name="T13" fmla="*/ 17 h 37"/>
                    <a:gd name="T14" fmla="*/ 11 w 11"/>
                    <a:gd name="T15" fmla="*/ 15 h 37"/>
                    <a:gd name="T16" fmla="*/ 7 w 11"/>
                    <a:gd name="T17" fmla="*/ 2 h 37"/>
                    <a:gd name="T18" fmla="*/ 2 w 11"/>
                    <a:gd name="T19" fmla="*/ 0 h 37"/>
                    <a:gd name="T20" fmla="*/ 0 w 11"/>
                    <a:gd name="T21" fmla="*/ 3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1" h="37">
                      <a:moveTo>
                        <a:pt x="0" y="3"/>
                      </a:moveTo>
                      <a:cubicBezTo>
                        <a:pt x="2" y="14"/>
                        <a:pt x="2" y="14"/>
                        <a:pt x="2" y="14"/>
                      </a:cubicBezTo>
                      <a:cubicBezTo>
                        <a:pt x="2" y="19"/>
                        <a:pt x="0" y="27"/>
                        <a:pt x="0" y="33"/>
                      </a:cubicBezTo>
                      <a:cubicBezTo>
                        <a:pt x="0" y="36"/>
                        <a:pt x="0" y="36"/>
                        <a:pt x="0" y="36"/>
                      </a:cubicBezTo>
                      <a:cubicBezTo>
                        <a:pt x="2" y="36"/>
                        <a:pt x="1" y="37"/>
                        <a:pt x="2" y="37"/>
                      </a:cubicBezTo>
                      <a:cubicBezTo>
                        <a:pt x="3" y="37"/>
                        <a:pt x="7" y="28"/>
                        <a:pt x="8" y="27"/>
                      </a:cubicBezTo>
                      <a:cubicBezTo>
                        <a:pt x="9" y="24"/>
                        <a:pt x="11" y="21"/>
                        <a:pt x="11" y="17"/>
                      </a:cubicBezTo>
                      <a:cubicBezTo>
                        <a:pt x="11" y="15"/>
                        <a:pt x="11" y="15"/>
                        <a:pt x="11" y="15"/>
                      </a:cubicBezTo>
                      <a:cubicBezTo>
                        <a:pt x="11" y="7"/>
                        <a:pt x="8" y="7"/>
                        <a:pt x="7" y="2"/>
                      </a:cubicBezTo>
                      <a:cubicBezTo>
                        <a:pt x="2" y="0"/>
                        <a:pt x="2" y="0"/>
                        <a:pt x="2" y="0"/>
                      </a:cubicBezTo>
                      <a:cubicBezTo>
                        <a:pt x="2" y="1"/>
                        <a:pt x="0" y="1"/>
                        <a:pt x="0" y="3"/>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7" name="íś1iḑe"/>
                <p:cNvSpPr/>
                <p:nvPr/>
              </p:nvSpPr>
              <p:spPr bwMode="auto">
                <a:xfrm>
                  <a:off x="4554538" y="3251200"/>
                  <a:ext cx="119063" cy="58738"/>
                </a:xfrm>
                <a:custGeom>
                  <a:avLst/>
                  <a:gdLst>
                    <a:gd name="T0" fmla="*/ 0 w 36"/>
                    <a:gd name="T1" fmla="*/ 15 h 18"/>
                    <a:gd name="T2" fmla="*/ 2 w 36"/>
                    <a:gd name="T3" fmla="*/ 16 h 18"/>
                    <a:gd name="T4" fmla="*/ 13 w 36"/>
                    <a:gd name="T5" fmla="*/ 18 h 18"/>
                    <a:gd name="T6" fmla="*/ 16 w 36"/>
                    <a:gd name="T7" fmla="*/ 18 h 18"/>
                    <a:gd name="T8" fmla="*/ 22 w 36"/>
                    <a:gd name="T9" fmla="*/ 17 h 18"/>
                    <a:gd name="T10" fmla="*/ 23 w 36"/>
                    <a:gd name="T11" fmla="*/ 17 h 18"/>
                    <a:gd name="T12" fmla="*/ 30 w 36"/>
                    <a:gd name="T13" fmla="*/ 13 h 18"/>
                    <a:gd name="T14" fmla="*/ 36 w 36"/>
                    <a:gd name="T15" fmla="*/ 8 h 18"/>
                    <a:gd name="T16" fmla="*/ 36 w 36"/>
                    <a:gd name="T17" fmla="*/ 7 h 18"/>
                    <a:gd name="T18" fmla="*/ 36 w 36"/>
                    <a:gd name="T19" fmla="*/ 4 h 18"/>
                    <a:gd name="T20" fmla="*/ 32 w 36"/>
                    <a:gd name="T21" fmla="*/ 0 h 18"/>
                    <a:gd name="T22" fmla="*/ 24 w 36"/>
                    <a:gd name="T23" fmla="*/ 3 h 18"/>
                    <a:gd name="T24" fmla="*/ 16 w 36"/>
                    <a:gd name="T25" fmla="*/ 7 h 18"/>
                    <a:gd name="T26" fmla="*/ 0 w 36"/>
                    <a:gd name="T27" fmla="*/ 15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6" h="18">
                      <a:moveTo>
                        <a:pt x="0" y="15"/>
                      </a:moveTo>
                      <a:cubicBezTo>
                        <a:pt x="1" y="16"/>
                        <a:pt x="1" y="16"/>
                        <a:pt x="2" y="16"/>
                      </a:cubicBezTo>
                      <a:cubicBezTo>
                        <a:pt x="6" y="16"/>
                        <a:pt x="9" y="18"/>
                        <a:pt x="13" y="18"/>
                      </a:cubicBezTo>
                      <a:cubicBezTo>
                        <a:pt x="16" y="18"/>
                        <a:pt x="16" y="18"/>
                        <a:pt x="16" y="18"/>
                      </a:cubicBezTo>
                      <a:cubicBezTo>
                        <a:pt x="22" y="17"/>
                        <a:pt x="22" y="17"/>
                        <a:pt x="22" y="17"/>
                      </a:cubicBezTo>
                      <a:cubicBezTo>
                        <a:pt x="23" y="17"/>
                        <a:pt x="23" y="17"/>
                        <a:pt x="23" y="17"/>
                      </a:cubicBezTo>
                      <a:cubicBezTo>
                        <a:pt x="26" y="16"/>
                        <a:pt x="28" y="14"/>
                        <a:pt x="30" y="13"/>
                      </a:cubicBezTo>
                      <a:cubicBezTo>
                        <a:pt x="34" y="11"/>
                        <a:pt x="33" y="10"/>
                        <a:pt x="36" y="8"/>
                      </a:cubicBezTo>
                      <a:cubicBezTo>
                        <a:pt x="36" y="7"/>
                        <a:pt x="36" y="7"/>
                        <a:pt x="36" y="7"/>
                      </a:cubicBezTo>
                      <a:cubicBezTo>
                        <a:pt x="36" y="4"/>
                        <a:pt x="36" y="4"/>
                        <a:pt x="36" y="4"/>
                      </a:cubicBezTo>
                      <a:cubicBezTo>
                        <a:pt x="36" y="1"/>
                        <a:pt x="33" y="2"/>
                        <a:pt x="32" y="0"/>
                      </a:cubicBezTo>
                      <a:cubicBezTo>
                        <a:pt x="29" y="1"/>
                        <a:pt x="27" y="1"/>
                        <a:pt x="24" y="3"/>
                      </a:cubicBezTo>
                      <a:cubicBezTo>
                        <a:pt x="21" y="4"/>
                        <a:pt x="19" y="6"/>
                        <a:pt x="16" y="7"/>
                      </a:cubicBezTo>
                      <a:cubicBezTo>
                        <a:pt x="11" y="11"/>
                        <a:pt x="4" y="10"/>
                        <a:pt x="0" y="1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8" name="iṩ1iḋè"/>
                <p:cNvSpPr/>
                <p:nvPr/>
              </p:nvSpPr>
              <p:spPr bwMode="auto">
                <a:xfrm>
                  <a:off x="6359526" y="3263900"/>
                  <a:ext cx="93663" cy="139700"/>
                </a:xfrm>
                <a:custGeom>
                  <a:avLst/>
                  <a:gdLst>
                    <a:gd name="T0" fmla="*/ 15 w 28"/>
                    <a:gd name="T1" fmla="*/ 1 h 42"/>
                    <a:gd name="T2" fmla="*/ 6 w 28"/>
                    <a:gd name="T3" fmla="*/ 11 h 42"/>
                    <a:gd name="T4" fmla="*/ 6 w 28"/>
                    <a:gd name="T5" fmla="*/ 13 h 42"/>
                    <a:gd name="T6" fmla="*/ 5 w 28"/>
                    <a:gd name="T7" fmla="*/ 16 h 42"/>
                    <a:gd name="T8" fmla="*/ 6 w 28"/>
                    <a:gd name="T9" fmla="*/ 20 h 42"/>
                    <a:gd name="T10" fmla="*/ 6 w 28"/>
                    <a:gd name="T11" fmla="*/ 21 h 42"/>
                    <a:gd name="T12" fmla="*/ 0 w 28"/>
                    <a:gd name="T13" fmla="*/ 38 h 42"/>
                    <a:gd name="T14" fmla="*/ 0 w 28"/>
                    <a:gd name="T15" fmla="*/ 41 h 42"/>
                    <a:gd name="T16" fmla="*/ 3 w 28"/>
                    <a:gd name="T17" fmla="*/ 42 h 42"/>
                    <a:gd name="T18" fmla="*/ 9 w 28"/>
                    <a:gd name="T19" fmla="*/ 32 h 42"/>
                    <a:gd name="T20" fmla="*/ 12 w 28"/>
                    <a:gd name="T21" fmla="*/ 26 h 42"/>
                    <a:gd name="T22" fmla="*/ 14 w 28"/>
                    <a:gd name="T23" fmla="*/ 26 h 42"/>
                    <a:gd name="T24" fmla="*/ 20 w 28"/>
                    <a:gd name="T25" fmla="*/ 26 h 42"/>
                    <a:gd name="T26" fmla="*/ 28 w 28"/>
                    <a:gd name="T27" fmla="*/ 14 h 42"/>
                    <a:gd name="T28" fmla="*/ 28 w 28"/>
                    <a:gd name="T29" fmla="*/ 6 h 42"/>
                    <a:gd name="T30" fmla="*/ 28 w 28"/>
                    <a:gd name="T31" fmla="*/ 5 h 42"/>
                    <a:gd name="T32" fmla="*/ 27 w 28"/>
                    <a:gd name="T33" fmla="*/ 3 h 42"/>
                    <a:gd name="T34" fmla="*/ 26 w 28"/>
                    <a:gd name="T35" fmla="*/ 3 h 42"/>
                    <a:gd name="T36" fmla="*/ 24 w 28"/>
                    <a:gd name="T37" fmla="*/ 3 h 42"/>
                    <a:gd name="T38" fmla="*/ 23 w 28"/>
                    <a:gd name="T39" fmla="*/ 3 h 42"/>
                    <a:gd name="T40" fmla="*/ 20 w 28"/>
                    <a:gd name="T41" fmla="*/ 0 h 42"/>
                    <a:gd name="T42" fmla="*/ 15 w 28"/>
                    <a:gd name="T43" fmla="*/ 1 h 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 h="42">
                      <a:moveTo>
                        <a:pt x="15" y="1"/>
                      </a:moveTo>
                      <a:cubicBezTo>
                        <a:pt x="15" y="10"/>
                        <a:pt x="8" y="6"/>
                        <a:pt x="6" y="11"/>
                      </a:cubicBezTo>
                      <a:cubicBezTo>
                        <a:pt x="6" y="13"/>
                        <a:pt x="6" y="13"/>
                        <a:pt x="6" y="13"/>
                      </a:cubicBezTo>
                      <a:cubicBezTo>
                        <a:pt x="6" y="14"/>
                        <a:pt x="5" y="14"/>
                        <a:pt x="5" y="16"/>
                      </a:cubicBezTo>
                      <a:cubicBezTo>
                        <a:pt x="6" y="20"/>
                        <a:pt x="6" y="20"/>
                        <a:pt x="6" y="20"/>
                      </a:cubicBezTo>
                      <a:cubicBezTo>
                        <a:pt x="6" y="21"/>
                        <a:pt x="6" y="21"/>
                        <a:pt x="6" y="21"/>
                      </a:cubicBezTo>
                      <a:cubicBezTo>
                        <a:pt x="6" y="29"/>
                        <a:pt x="0" y="31"/>
                        <a:pt x="0" y="38"/>
                      </a:cubicBezTo>
                      <a:cubicBezTo>
                        <a:pt x="0" y="41"/>
                        <a:pt x="0" y="41"/>
                        <a:pt x="0" y="41"/>
                      </a:cubicBezTo>
                      <a:cubicBezTo>
                        <a:pt x="2" y="42"/>
                        <a:pt x="2" y="42"/>
                        <a:pt x="3" y="42"/>
                      </a:cubicBezTo>
                      <a:cubicBezTo>
                        <a:pt x="7" y="42"/>
                        <a:pt x="9" y="36"/>
                        <a:pt x="9" y="32"/>
                      </a:cubicBezTo>
                      <a:cubicBezTo>
                        <a:pt x="9" y="29"/>
                        <a:pt x="10" y="26"/>
                        <a:pt x="12" y="26"/>
                      </a:cubicBezTo>
                      <a:cubicBezTo>
                        <a:pt x="14" y="26"/>
                        <a:pt x="14" y="26"/>
                        <a:pt x="14" y="26"/>
                      </a:cubicBezTo>
                      <a:cubicBezTo>
                        <a:pt x="20" y="26"/>
                        <a:pt x="20" y="26"/>
                        <a:pt x="20" y="26"/>
                      </a:cubicBezTo>
                      <a:cubicBezTo>
                        <a:pt x="24" y="24"/>
                        <a:pt x="28" y="21"/>
                        <a:pt x="28" y="14"/>
                      </a:cubicBezTo>
                      <a:cubicBezTo>
                        <a:pt x="28" y="6"/>
                        <a:pt x="28" y="6"/>
                        <a:pt x="28" y="6"/>
                      </a:cubicBezTo>
                      <a:cubicBezTo>
                        <a:pt x="28" y="5"/>
                        <a:pt x="28" y="5"/>
                        <a:pt x="28" y="5"/>
                      </a:cubicBezTo>
                      <a:cubicBezTo>
                        <a:pt x="27" y="3"/>
                        <a:pt x="27" y="3"/>
                        <a:pt x="27" y="3"/>
                      </a:cubicBezTo>
                      <a:cubicBezTo>
                        <a:pt x="26" y="3"/>
                        <a:pt x="26" y="3"/>
                        <a:pt x="26" y="3"/>
                      </a:cubicBezTo>
                      <a:cubicBezTo>
                        <a:pt x="24" y="3"/>
                        <a:pt x="24" y="3"/>
                        <a:pt x="24" y="3"/>
                      </a:cubicBezTo>
                      <a:cubicBezTo>
                        <a:pt x="23" y="3"/>
                        <a:pt x="23" y="3"/>
                        <a:pt x="23" y="3"/>
                      </a:cubicBezTo>
                      <a:cubicBezTo>
                        <a:pt x="20" y="0"/>
                        <a:pt x="20" y="0"/>
                        <a:pt x="20" y="0"/>
                      </a:cubicBezTo>
                      <a:lnTo>
                        <a:pt x="15" y="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9" name="íṩlïḓè"/>
                <p:cNvSpPr/>
                <p:nvPr/>
              </p:nvSpPr>
              <p:spPr bwMode="auto">
                <a:xfrm>
                  <a:off x="5826126" y="3273425"/>
                  <a:ext cx="223838" cy="293688"/>
                </a:xfrm>
                <a:custGeom>
                  <a:avLst/>
                  <a:gdLst>
                    <a:gd name="T0" fmla="*/ 38 w 68"/>
                    <a:gd name="T1" fmla="*/ 16 h 88"/>
                    <a:gd name="T2" fmla="*/ 40 w 68"/>
                    <a:gd name="T3" fmla="*/ 5 h 88"/>
                    <a:gd name="T4" fmla="*/ 36 w 68"/>
                    <a:gd name="T5" fmla="*/ 1 h 88"/>
                    <a:gd name="T6" fmla="*/ 36 w 68"/>
                    <a:gd name="T7" fmla="*/ 1 h 88"/>
                    <a:gd name="T8" fmla="*/ 33 w 68"/>
                    <a:gd name="T9" fmla="*/ 0 h 88"/>
                    <a:gd name="T10" fmla="*/ 24 w 68"/>
                    <a:gd name="T11" fmla="*/ 7 h 88"/>
                    <a:gd name="T12" fmla="*/ 24 w 68"/>
                    <a:gd name="T13" fmla="*/ 8 h 88"/>
                    <a:gd name="T14" fmla="*/ 26 w 68"/>
                    <a:gd name="T15" fmla="*/ 18 h 88"/>
                    <a:gd name="T16" fmla="*/ 27 w 68"/>
                    <a:gd name="T17" fmla="*/ 28 h 88"/>
                    <a:gd name="T18" fmla="*/ 27 w 68"/>
                    <a:gd name="T19" fmla="*/ 39 h 88"/>
                    <a:gd name="T20" fmla="*/ 16 w 68"/>
                    <a:gd name="T21" fmla="*/ 48 h 88"/>
                    <a:gd name="T22" fmla="*/ 7 w 68"/>
                    <a:gd name="T23" fmla="*/ 49 h 88"/>
                    <a:gd name="T24" fmla="*/ 5 w 68"/>
                    <a:gd name="T25" fmla="*/ 49 h 88"/>
                    <a:gd name="T26" fmla="*/ 4 w 68"/>
                    <a:gd name="T27" fmla="*/ 49 h 88"/>
                    <a:gd name="T28" fmla="*/ 0 w 68"/>
                    <a:gd name="T29" fmla="*/ 54 h 88"/>
                    <a:gd name="T30" fmla="*/ 5 w 68"/>
                    <a:gd name="T31" fmla="*/ 60 h 88"/>
                    <a:gd name="T32" fmla="*/ 11 w 68"/>
                    <a:gd name="T33" fmla="*/ 60 h 88"/>
                    <a:gd name="T34" fmla="*/ 13 w 68"/>
                    <a:gd name="T35" fmla="*/ 59 h 88"/>
                    <a:gd name="T36" fmla="*/ 20 w 68"/>
                    <a:gd name="T37" fmla="*/ 66 h 88"/>
                    <a:gd name="T38" fmla="*/ 17 w 68"/>
                    <a:gd name="T39" fmla="*/ 72 h 88"/>
                    <a:gd name="T40" fmla="*/ 13 w 68"/>
                    <a:gd name="T41" fmla="*/ 76 h 88"/>
                    <a:gd name="T42" fmla="*/ 2 w 68"/>
                    <a:gd name="T43" fmla="*/ 82 h 88"/>
                    <a:gd name="T44" fmla="*/ 2 w 68"/>
                    <a:gd name="T45" fmla="*/ 83 h 88"/>
                    <a:gd name="T46" fmla="*/ 2 w 68"/>
                    <a:gd name="T47" fmla="*/ 87 h 88"/>
                    <a:gd name="T48" fmla="*/ 4 w 68"/>
                    <a:gd name="T49" fmla="*/ 88 h 88"/>
                    <a:gd name="T50" fmla="*/ 25 w 68"/>
                    <a:gd name="T51" fmla="*/ 77 h 88"/>
                    <a:gd name="T52" fmla="*/ 31 w 68"/>
                    <a:gd name="T53" fmla="*/ 69 h 88"/>
                    <a:gd name="T54" fmla="*/ 40 w 68"/>
                    <a:gd name="T55" fmla="*/ 63 h 88"/>
                    <a:gd name="T56" fmla="*/ 52 w 68"/>
                    <a:gd name="T57" fmla="*/ 70 h 88"/>
                    <a:gd name="T58" fmla="*/ 48 w 68"/>
                    <a:gd name="T59" fmla="*/ 79 h 88"/>
                    <a:gd name="T60" fmla="*/ 59 w 68"/>
                    <a:gd name="T61" fmla="*/ 81 h 88"/>
                    <a:gd name="T62" fmla="*/ 68 w 68"/>
                    <a:gd name="T63" fmla="*/ 71 h 88"/>
                    <a:gd name="T64" fmla="*/ 59 w 68"/>
                    <a:gd name="T65" fmla="*/ 62 h 88"/>
                    <a:gd name="T66" fmla="*/ 44 w 68"/>
                    <a:gd name="T67" fmla="*/ 60 h 88"/>
                    <a:gd name="T68" fmla="*/ 42 w 68"/>
                    <a:gd name="T69" fmla="*/ 60 h 88"/>
                    <a:gd name="T70" fmla="*/ 36 w 68"/>
                    <a:gd name="T71" fmla="*/ 53 h 88"/>
                    <a:gd name="T72" fmla="*/ 48 w 68"/>
                    <a:gd name="T73" fmla="*/ 42 h 88"/>
                    <a:gd name="T74" fmla="*/ 59 w 68"/>
                    <a:gd name="T75" fmla="*/ 32 h 88"/>
                    <a:gd name="T76" fmla="*/ 59 w 68"/>
                    <a:gd name="T77" fmla="*/ 30 h 88"/>
                    <a:gd name="T78" fmla="*/ 59 w 68"/>
                    <a:gd name="T79" fmla="*/ 29 h 88"/>
                    <a:gd name="T80" fmla="*/ 54 w 68"/>
                    <a:gd name="T81" fmla="*/ 26 h 88"/>
                    <a:gd name="T82" fmla="*/ 51 w 68"/>
                    <a:gd name="T83" fmla="*/ 27 h 88"/>
                    <a:gd name="T84" fmla="*/ 50 w 68"/>
                    <a:gd name="T85" fmla="*/ 27 h 88"/>
                    <a:gd name="T86" fmla="*/ 41 w 68"/>
                    <a:gd name="T87" fmla="*/ 33 h 88"/>
                    <a:gd name="T88" fmla="*/ 38 w 68"/>
                    <a:gd name="T89" fmla="*/ 28 h 88"/>
                    <a:gd name="T90" fmla="*/ 38 w 68"/>
                    <a:gd name="T91" fmla="*/ 27 h 88"/>
                    <a:gd name="T92" fmla="*/ 38 w 68"/>
                    <a:gd name="T93" fmla="*/ 16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68" h="88">
                      <a:moveTo>
                        <a:pt x="38" y="16"/>
                      </a:moveTo>
                      <a:cubicBezTo>
                        <a:pt x="39" y="11"/>
                        <a:pt x="40" y="9"/>
                        <a:pt x="40" y="5"/>
                      </a:cubicBezTo>
                      <a:cubicBezTo>
                        <a:pt x="40" y="3"/>
                        <a:pt x="38" y="1"/>
                        <a:pt x="36" y="1"/>
                      </a:cubicBezTo>
                      <a:cubicBezTo>
                        <a:pt x="36" y="1"/>
                        <a:pt x="36" y="1"/>
                        <a:pt x="36" y="1"/>
                      </a:cubicBezTo>
                      <a:cubicBezTo>
                        <a:pt x="34" y="1"/>
                        <a:pt x="34" y="1"/>
                        <a:pt x="33" y="0"/>
                      </a:cubicBezTo>
                      <a:cubicBezTo>
                        <a:pt x="28" y="3"/>
                        <a:pt x="28" y="1"/>
                        <a:pt x="24" y="7"/>
                      </a:cubicBezTo>
                      <a:cubicBezTo>
                        <a:pt x="24" y="8"/>
                        <a:pt x="24" y="8"/>
                        <a:pt x="24" y="8"/>
                      </a:cubicBezTo>
                      <a:cubicBezTo>
                        <a:pt x="24" y="12"/>
                        <a:pt x="26" y="14"/>
                        <a:pt x="26" y="18"/>
                      </a:cubicBezTo>
                      <a:cubicBezTo>
                        <a:pt x="27" y="28"/>
                        <a:pt x="27" y="28"/>
                        <a:pt x="27" y="28"/>
                      </a:cubicBezTo>
                      <a:cubicBezTo>
                        <a:pt x="27" y="39"/>
                        <a:pt x="27" y="39"/>
                        <a:pt x="27" y="39"/>
                      </a:cubicBezTo>
                      <a:cubicBezTo>
                        <a:pt x="28" y="45"/>
                        <a:pt x="22" y="48"/>
                        <a:pt x="16" y="48"/>
                      </a:cubicBezTo>
                      <a:cubicBezTo>
                        <a:pt x="7" y="49"/>
                        <a:pt x="7" y="49"/>
                        <a:pt x="7" y="49"/>
                      </a:cubicBezTo>
                      <a:cubicBezTo>
                        <a:pt x="5" y="49"/>
                        <a:pt x="5" y="49"/>
                        <a:pt x="5" y="49"/>
                      </a:cubicBezTo>
                      <a:cubicBezTo>
                        <a:pt x="4" y="49"/>
                        <a:pt x="4" y="49"/>
                        <a:pt x="4" y="49"/>
                      </a:cubicBezTo>
                      <a:cubicBezTo>
                        <a:pt x="2" y="50"/>
                        <a:pt x="0" y="51"/>
                        <a:pt x="0" y="54"/>
                      </a:cubicBezTo>
                      <a:cubicBezTo>
                        <a:pt x="0" y="56"/>
                        <a:pt x="3" y="60"/>
                        <a:pt x="5" y="60"/>
                      </a:cubicBezTo>
                      <a:cubicBezTo>
                        <a:pt x="11" y="60"/>
                        <a:pt x="11" y="60"/>
                        <a:pt x="11" y="60"/>
                      </a:cubicBezTo>
                      <a:cubicBezTo>
                        <a:pt x="12" y="60"/>
                        <a:pt x="12" y="60"/>
                        <a:pt x="13" y="59"/>
                      </a:cubicBezTo>
                      <a:cubicBezTo>
                        <a:pt x="17" y="62"/>
                        <a:pt x="17" y="60"/>
                        <a:pt x="20" y="66"/>
                      </a:cubicBezTo>
                      <a:cubicBezTo>
                        <a:pt x="18" y="69"/>
                        <a:pt x="20" y="68"/>
                        <a:pt x="17" y="72"/>
                      </a:cubicBezTo>
                      <a:cubicBezTo>
                        <a:pt x="15" y="73"/>
                        <a:pt x="15" y="75"/>
                        <a:pt x="13" y="76"/>
                      </a:cubicBezTo>
                      <a:cubicBezTo>
                        <a:pt x="8" y="79"/>
                        <a:pt x="7" y="80"/>
                        <a:pt x="2" y="82"/>
                      </a:cubicBezTo>
                      <a:cubicBezTo>
                        <a:pt x="2" y="83"/>
                        <a:pt x="2" y="83"/>
                        <a:pt x="2" y="83"/>
                      </a:cubicBezTo>
                      <a:cubicBezTo>
                        <a:pt x="2" y="87"/>
                        <a:pt x="2" y="87"/>
                        <a:pt x="2" y="87"/>
                      </a:cubicBezTo>
                      <a:cubicBezTo>
                        <a:pt x="4" y="87"/>
                        <a:pt x="3" y="88"/>
                        <a:pt x="4" y="88"/>
                      </a:cubicBezTo>
                      <a:cubicBezTo>
                        <a:pt x="13" y="88"/>
                        <a:pt x="20" y="82"/>
                        <a:pt x="25" y="77"/>
                      </a:cubicBezTo>
                      <a:cubicBezTo>
                        <a:pt x="26" y="76"/>
                        <a:pt x="30" y="71"/>
                        <a:pt x="31" y="69"/>
                      </a:cubicBezTo>
                      <a:cubicBezTo>
                        <a:pt x="33" y="65"/>
                        <a:pt x="35" y="63"/>
                        <a:pt x="40" y="63"/>
                      </a:cubicBezTo>
                      <a:cubicBezTo>
                        <a:pt x="45" y="63"/>
                        <a:pt x="49" y="67"/>
                        <a:pt x="52" y="70"/>
                      </a:cubicBezTo>
                      <a:cubicBezTo>
                        <a:pt x="48" y="79"/>
                        <a:pt x="48" y="79"/>
                        <a:pt x="48" y="79"/>
                      </a:cubicBezTo>
                      <a:cubicBezTo>
                        <a:pt x="50" y="79"/>
                        <a:pt x="58" y="81"/>
                        <a:pt x="59" y="81"/>
                      </a:cubicBezTo>
                      <a:cubicBezTo>
                        <a:pt x="65" y="81"/>
                        <a:pt x="67" y="76"/>
                        <a:pt x="68" y="71"/>
                      </a:cubicBezTo>
                      <a:cubicBezTo>
                        <a:pt x="67" y="65"/>
                        <a:pt x="63" y="64"/>
                        <a:pt x="59" y="62"/>
                      </a:cubicBezTo>
                      <a:cubicBezTo>
                        <a:pt x="53" y="59"/>
                        <a:pt x="51" y="60"/>
                        <a:pt x="44" y="60"/>
                      </a:cubicBezTo>
                      <a:cubicBezTo>
                        <a:pt x="43" y="60"/>
                        <a:pt x="43" y="60"/>
                        <a:pt x="42" y="60"/>
                      </a:cubicBezTo>
                      <a:cubicBezTo>
                        <a:pt x="40" y="59"/>
                        <a:pt x="36" y="56"/>
                        <a:pt x="36" y="53"/>
                      </a:cubicBezTo>
                      <a:cubicBezTo>
                        <a:pt x="36" y="51"/>
                        <a:pt x="45" y="44"/>
                        <a:pt x="48" y="42"/>
                      </a:cubicBezTo>
                      <a:cubicBezTo>
                        <a:pt x="50" y="41"/>
                        <a:pt x="59" y="34"/>
                        <a:pt x="59" y="32"/>
                      </a:cubicBezTo>
                      <a:cubicBezTo>
                        <a:pt x="59" y="30"/>
                        <a:pt x="59" y="30"/>
                        <a:pt x="59" y="30"/>
                      </a:cubicBezTo>
                      <a:cubicBezTo>
                        <a:pt x="59" y="29"/>
                        <a:pt x="59" y="29"/>
                        <a:pt x="59" y="29"/>
                      </a:cubicBezTo>
                      <a:cubicBezTo>
                        <a:pt x="54" y="26"/>
                        <a:pt x="54" y="26"/>
                        <a:pt x="54" y="26"/>
                      </a:cubicBezTo>
                      <a:cubicBezTo>
                        <a:pt x="53" y="27"/>
                        <a:pt x="53" y="27"/>
                        <a:pt x="51" y="27"/>
                      </a:cubicBezTo>
                      <a:cubicBezTo>
                        <a:pt x="50" y="27"/>
                        <a:pt x="50" y="27"/>
                        <a:pt x="50" y="27"/>
                      </a:cubicBezTo>
                      <a:cubicBezTo>
                        <a:pt x="46" y="32"/>
                        <a:pt x="46" y="30"/>
                        <a:pt x="41" y="33"/>
                      </a:cubicBezTo>
                      <a:cubicBezTo>
                        <a:pt x="40" y="31"/>
                        <a:pt x="39" y="30"/>
                        <a:pt x="38" y="28"/>
                      </a:cubicBezTo>
                      <a:cubicBezTo>
                        <a:pt x="38" y="27"/>
                        <a:pt x="38" y="27"/>
                        <a:pt x="38" y="27"/>
                      </a:cubicBezTo>
                      <a:lnTo>
                        <a:pt x="38" y="16"/>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0" name="ísḷïďè"/>
                <p:cNvSpPr/>
                <p:nvPr/>
              </p:nvSpPr>
              <p:spPr bwMode="auto">
                <a:xfrm>
                  <a:off x="4518026" y="3506788"/>
                  <a:ext cx="53975" cy="71438"/>
                </a:xfrm>
                <a:custGeom>
                  <a:avLst/>
                  <a:gdLst>
                    <a:gd name="T0" fmla="*/ 14 w 16"/>
                    <a:gd name="T1" fmla="*/ 17 h 21"/>
                    <a:gd name="T2" fmla="*/ 16 w 16"/>
                    <a:gd name="T3" fmla="*/ 12 h 21"/>
                    <a:gd name="T4" fmla="*/ 11 w 16"/>
                    <a:gd name="T5" fmla="*/ 5 h 21"/>
                    <a:gd name="T6" fmla="*/ 5 w 16"/>
                    <a:gd name="T7" fmla="*/ 0 h 21"/>
                    <a:gd name="T8" fmla="*/ 2 w 16"/>
                    <a:gd name="T9" fmla="*/ 4 h 21"/>
                    <a:gd name="T10" fmla="*/ 2 w 16"/>
                    <a:gd name="T11" fmla="*/ 5 h 21"/>
                    <a:gd name="T12" fmla="*/ 2 w 16"/>
                    <a:gd name="T13" fmla="*/ 8 h 21"/>
                    <a:gd name="T14" fmla="*/ 2 w 16"/>
                    <a:gd name="T15" fmla="*/ 9 h 21"/>
                    <a:gd name="T16" fmla="*/ 0 w 16"/>
                    <a:gd name="T17" fmla="*/ 17 h 21"/>
                    <a:gd name="T18" fmla="*/ 3 w 16"/>
                    <a:gd name="T19" fmla="*/ 21 h 21"/>
                    <a:gd name="T20" fmla="*/ 4 w 16"/>
                    <a:gd name="T21" fmla="*/ 21 h 21"/>
                    <a:gd name="T22" fmla="*/ 5 w 16"/>
                    <a:gd name="T23" fmla="*/ 21 h 21"/>
                    <a:gd name="T24" fmla="*/ 14 w 16"/>
                    <a:gd name="T25" fmla="*/ 17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1">
                      <a:moveTo>
                        <a:pt x="14" y="17"/>
                      </a:moveTo>
                      <a:cubicBezTo>
                        <a:pt x="14" y="15"/>
                        <a:pt x="16" y="13"/>
                        <a:pt x="16" y="12"/>
                      </a:cubicBezTo>
                      <a:cubicBezTo>
                        <a:pt x="16" y="11"/>
                        <a:pt x="12" y="7"/>
                        <a:pt x="11" y="5"/>
                      </a:cubicBezTo>
                      <a:cubicBezTo>
                        <a:pt x="11" y="3"/>
                        <a:pt x="8" y="0"/>
                        <a:pt x="5" y="0"/>
                      </a:cubicBezTo>
                      <a:cubicBezTo>
                        <a:pt x="4" y="0"/>
                        <a:pt x="3" y="3"/>
                        <a:pt x="2" y="4"/>
                      </a:cubicBezTo>
                      <a:cubicBezTo>
                        <a:pt x="2" y="5"/>
                        <a:pt x="2" y="5"/>
                        <a:pt x="2" y="5"/>
                      </a:cubicBezTo>
                      <a:cubicBezTo>
                        <a:pt x="2" y="8"/>
                        <a:pt x="2" y="8"/>
                        <a:pt x="2" y="8"/>
                      </a:cubicBezTo>
                      <a:cubicBezTo>
                        <a:pt x="2" y="9"/>
                        <a:pt x="2" y="9"/>
                        <a:pt x="2" y="9"/>
                      </a:cubicBezTo>
                      <a:cubicBezTo>
                        <a:pt x="1" y="11"/>
                        <a:pt x="0" y="14"/>
                        <a:pt x="0" y="17"/>
                      </a:cubicBezTo>
                      <a:cubicBezTo>
                        <a:pt x="0" y="19"/>
                        <a:pt x="1" y="20"/>
                        <a:pt x="3" y="21"/>
                      </a:cubicBezTo>
                      <a:cubicBezTo>
                        <a:pt x="4" y="21"/>
                        <a:pt x="4" y="21"/>
                        <a:pt x="4" y="21"/>
                      </a:cubicBezTo>
                      <a:cubicBezTo>
                        <a:pt x="5" y="21"/>
                        <a:pt x="5" y="21"/>
                        <a:pt x="5" y="21"/>
                      </a:cubicBezTo>
                      <a:cubicBezTo>
                        <a:pt x="7" y="21"/>
                        <a:pt x="11" y="17"/>
                        <a:pt x="14" y="17"/>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1" name="îṧļîḓé"/>
                <p:cNvSpPr/>
                <p:nvPr/>
              </p:nvSpPr>
              <p:spPr bwMode="auto">
                <a:xfrm>
                  <a:off x="5319713" y="3133725"/>
                  <a:ext cx="222250" cy="500063"/>
                </a:xfrm>
                <a:custGeom>
                  <a:avLst/>
                  <a:gdLst>
                    <a:gd name="T0" fmla="*/ 47 w 67"/>
                    <a:gd name="T1" fmla="*/ 96 h 150"/>
                    <a:gd name="T2" fmla="*/ 51 w 67"/>
                    <a:gd name="T3" fmla="*/ 96 h 150"/>
                    <a:gd name="T4" fmla="*/ 46 w 67"/>
                    <a:gd name="T5" fmla="*/ 114 h 150"/>
                    <a:gd name="T6" fmla="*/ 42 w 67"/>
                    <a:gd name="T7" fmla="*/ 113 h 150"/>
                    <a:gd name="T8" fmla="*/ 39 w 67"/>
                    <a:gd name="T9" fmla="*/ 108 h 150"/>
                    <a:gd name="T10" fmla="*/ 21 w 67"/>
                    <a:gd name="T11" fmla="*/ 78 h 150"/>
                    <a:gd name="T12" fmla="*/ 29 w 67"/>
                    <a:gd name="T13" fmla="*/ 73 h 150"/>
                    <a:gd name="T14" fmla="*/ 32 w 67"/>
                    <a:gd name="T15" fmla="*/ 74 h 150"/>
                    <a:gd name="T16" fmla="*/ 32 w 67"/>
                    <a:gd name="T17" fmla="*/ 77 h 150"/>
                    <a:gd name="T18" fmla="*/ 32 w 67"/>
                    <a:gd name="T19" fmla="*/ 79 h 150"/>
                    <a:gd name="T20" fmla="*/ 21 w 67"/>
                    <a:gd name="T21" fmla="*/ 78 h 150"/>
                    <a:gd name="T22" fmla="*/ 53 w 67"/>
                    <a:gd name="T23" fmla="*/ 118 h 150"/>
                    <a:gd name="T24" fmla="*/ 66 w 67"/>
                    <a:gd name="T25" fmla="*/ 108 h 150"/>
                    <a:gd name="T26" fmla="*/ 60 w 67"/>
                    <a:gd name="T27" fmla="*/ 98 h 150"/>
                    <a:gd name="T28" fmla="*/ 51 w 67"/>
                    <a:gd name="T29" fmla="*/ 82 h 150"/>
                    <a:gd name="T30" fmla="*/ 47 w 67"/>
                    <a:gd name="T31" fmla="*/ 71 h 150"/>
                    <a:gd name="T32" fmla="*/ 60 w 67"/>
                    <a:gd name="T33" fmla="*/ 58 h 150"/>
                    <a:gd name="T34" fmla="*/ 53 w 67"/>
                    <a:gd name="T35" fmla="*/ 52 h 150"/>
                    <a:gd name="T36" fmla="*/ 44 w 67"/>
                    <a:gd name="T37" fmla="*/ 50 h 150"/>
                    <a:gd name="T38" fmla="*/ 48 w 67"/>
                    <a:gd name="T39" fmla="*/ 38 h 150"/>
                    <a:gd name="T40" fmla="*/ 66 w 67"/>
                    <a:gd name="T41" fmla="*/ 17 h 150"/>
                    <a:gd name="T42" fmla="*/ 66 w 67"/>
                    <a:gd name="T43" fmla="*/ 13 h 150"/>
                    <a:gd name="T44" fmla="*/ 56 w 67"/>
                    <a:gd name="T45" fmla="*/ 1 h 150"/>
                    <a:gd name="T46" fmla="*/ 55 w 67"/>
                    <a:gd name="T47" fmla="*/ 7 h 150"/>
                    <a:gd name="T48" fmla="*/ 50 w 67"/>
                    <a:gd name="T49" fmla="*/ 18 h 150"/>
                    <a:gd name="T50" fmla="*/ 42 w 67"/>
                    <a:gd name="T51" fmla="*/ 15 h 150"/>
                    <a:gd name="T52" fmla="*/ 40 w 67"/>
                    <a:gd name="T53" fmla="*/ 15 h 150"/>
                    <a:gd name="T54" fmla="*/ 41 w 67"/>
                    <a:gd name="T55" fmla="*/ 26 h 150"/>
                    <a:gd name="T56" fmla="*/ 41 w 67"/>
                    <a:gd name="T57" fmla="*/ 30 h 150"/>
                    <a:gd name="T58" fmla="*/ 37 w 67"/>
                    <a:gd name="T59" fmla="*/ 33 h 150"/>
                    <a:gd name="T60" fmla="*/ 30 w 67"/>
                    <a:gd name="T61" fmla="*/ 29 h 150"/>
                    <a:gd name="T62" fmla="*/ 9 w 67"/>
                    <a:gd name="T63" fmla="*/ 50 h 150"/>
                    <a:gd name="T64" fmla="*/ 4 w 67"/>
                    <a:gd name="T65" fmla="*/ 59 h 150"/>
                    <a:gd name="T66" fmla="*/ 23 w 67"/>
                    <a:gd name="T67" fmla="*/ 51 h 150"/>
                    <a:gd name="T68" fmla="*/ 30 w 67"/>
                    <a:gd name="T69" fmla="*/ 58 h 150"/>
                    <a:gd name="T70" fmla="*/ 26 w 67"/>
                    <a:gd name="T71" fmla="*/ 65 h 150"/>
                    <a:gd name="T72" fmla="*/ 19 w 67"/>
                    <a:gd name="T73" fmla="*/ 64 h 150"/>
                    <a:gd name="T74" fmla="*/ 16 w 67"/>
                    <a:gd name="T75" fmla="*/ 67 h 150"/>
                    <a:gd name="T76" fmla="*/ 16 w 67"/>
                    <a:gd name="T77" fmla="*/ 72 h 150"/>
                    <a:gd name="T78" fmla="*/ 3 w 67"/>
                    <a:gd name="T79" fmla="*/ 105 h 150"/>
                    <a:gd name="T80" fmla="*/ 6 w 67"/>
                    <a:gd name="T81" fmla="*/ 110 h 150"/>
                    <a:gd name="T82" fmla="*/ 9 w 67"/>
                    <a:gd name="T83" fmla="*/ 111 h 150"/>
                    <a:gd name="T84" fmla="*/ 24 w 67"/>
                    <a:gd name="T85" fmla="*/ 89 h 150"/>
                    <a:gd name="T86" fmla="*/ 32 w 67"/>
                    <a:gd name="T87" fmla="*/ 93 h 150"/>
                    <a:gd name="T88" fmla="*/ 32 w 67"/>
                    <a:gd name="T89" fmla="*/ 96 h 150"/>
                    <a:gd name="T90" fmla="*/ 29 w 67"/>
                    <a:gd name="T91" fmla="*/ 113 h 150"/>
                    <a:gd name="T92" fmla="*/ 29 w 67"/>
                    <a:gd name="T93" fmla="*/ 115 h 150"/>
                    <a:gd name="T94" fmla="*/ 22 w 67"/>
                    <a:gd name="T95" fmla="*/ 122 h 150"/>
                    <a:gd name="T96" fmla="*/ 10 w 67"/>
                    <a:gd name="T97" fmla="*/ 124 h 150"/>
                    <a:gd name="T98" fmla="*/ 15 w 67"/>
                    <a:gd name="T99" fmla="*/ 144 h 150"/>
                    <a:gd name="T100" fmla="*/ 17 w 67"/>
                    <a:gd name="T101" fmla="*/ 150 h 150"/>
                    <a:gd name="T102" fmla="*/ 38 w 67"/>
                    <a:gd name="T103" fmla="*/ 125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67" h="150">
                      <a:moveTo>
                        <a:pt x="39" y="107"/>
                      </a:moveTo>
                      <a:cubicBezTo>
                        <a:pt x="39" y="103"/>
                        <a:pt x="44" y="96"/>
                        <a:pt x="47" y="96"/>
                      </a:cubicBezTo>
                      <a:cubicBezTo>
                        <a:pt x="50" y="96"/>
                        <a:pt x="50" y="96"/>
                        <a:pt x="50" y="96"/>
                      </a:cubicBezTo>
                      <a:cubicBezTo>
                        <a:pt x="51" y="96"/>
                        <a:pt x="51" y="96"/>
                        <a:pt x="51" y="96"/>
                      </a:cubicBezTo>
                      <a:cubicBezTo>
                        <a:pt x="53" y="98"/>
                        <a:pt x="55" y="101"/>
                        <a:pt x="55" y="104"/>
                      </a:cubicBezTo>
                      <a:cubicBezTo>
                        <a:pt x="55" y="108"/>
                        <a:pt x="49" y="112"/>
                        <a:pt x="46" y="114"/>
                      </a:cubicBezTo>
                      <a:cubicBezTo>
                        <a:pt x="45" y="114"/>
                        <a:pt x="45" y="113"/>
                        <a:pt x="43" y="113"/>
                      </a:cubicBezTo>
                      <a:cubicBezTo>
                        <a:pt x="42" y="113"/>
                        <a:pt x="42" y="113"/>
                        <a:pt x="42" y="113"/>
                      </a:cubicBezTo>
                      <a:cubicBezTo>
                        <a:pt x="39" y="109"/>
                        <a:pt x="39" y="109"/>
                        <a:pt x="39" y="109"/>
                      </a:cubicBezTo>
                      <a:cubicBezTo>
                        <a:pt x="39" y="108"/>
                        <a:pt x="39" y="108"/>
                        <a:pt x="39" y="108"/>
                      </a:cubicBezTo>
                      <a:cubicBezTo>
                        <a:pt x="39" y="107"/>
                        <a:pt x="39" y="107"/>
                        <a:pt x="39" y="107"/>
                      </a:cubicBezTo>
                      <a:close/>
                      <a:moveTo>
                        <a:pt x="21" y="78"/>
                      </a:moveTo>
                      <a:cubicBezTo>
                        <a:pt x="21" y="77"/>
                        <a:pt x="25" y="73"/>
                        <a:pt x="26" y="73"/>
                      </a:cubicBezTo>
                      <a:cubicBezTo>
                        <a:pt x="27" y="73"/>
                        <a:pt x="27" y="73"/>
                        <a:pt x="29" y="73"/>
                      </a:cubicBezTo>
                      <a:cubicBezTo>
                        <a:pt x="30" y="73"/>
                        <a:pt x="30" y="73"/>
                        <a:pt x="30" y="73"/>
                      </a:cubicBezTo>
                      <a:cubicBezTo>
                        <a:pt x="32" y="74"/>
                        <a:pt x="32" y="74"/>
                        <a:pt x="32" y="74"/>
                      </a:cubicBezTo>
                      <a:cubicBezTo>
                        <a:pt x="32" y="76"/>
                        <a:pt x="32" y="76"/>
                        <a:pt x="32" y="76"/>
                      </a:cubicBezTo>
                      <a:cubicBezTo>
                        <a:pt x="32" y="77"/>
                        <a:pt x="32" y="77"/>
                        <a:pt x="32" y="77"/>
                      </a:cubicBezTo>
                      <a:cubicBezTo>
                        <a:pt x="32" y="78"/>
                        <a:pt x="32" y="78"/>
                        <a:pt x="32" y="78"/>
                      </a:cubicBezTo>
                      <a:cubicBezTo>
                        <a:pt x="32" y="79"/>
                        <a:pt x="32" y="79"/>
                        <a:pt x="32" y="79"/>
                      </a:cubicBezTo>
                      <a:cubicBezTo>
                        <a:pt x="31" y="82"/>
                        <a:pt x="29" y="83"/>
                        <a:pt x="25" y="83"/>
                      </a:cubicBezTo>
                      <a:cubicBezTo>
                        <a:pt x="23" y="83"/>
                        <a:pt x="21" y="81"/>
                        <a:pt x="21" y="78"/>
                      </a:cubicBezTo>
                      <a:close/>
                      <a:moveTo>
                        <a:pt x="38" y="125"/>
                      </a:moveTo>
                      <a:cubicBezTo>
                        <a:pt x="43" y="122"/>
                        <a:pt x="47" y="120"/>
                        <a:pt x="53" y="118"/>
                      </a:cubicBezTo>
                      <a:cubicBezTo>
                        <a:pt x="57" y="116"/>
                        <a:pt x="57" y="116"/>
                        <a:pt x="60" y="114"/>
                      </a:cubicBezTo>
                      <a:cubicBezTo>
                        <a:pt x="64" y="111"/>
                        <a:pt x="63" y="110"/>
                        <a:pt x="66" y="108"/>
                      </a:cubicBezTo>
                      <a:cubicBezTo>
                        <a:pt x="67" y="104"/>
                        <a:pt x="67" y="104"/>
                        <a:pt x="67" y="104"/>
                      </a:cubicBezTo>
                      <a:cubicBezTo>
                        <a:pt x="64" y="100"/>
                        <a:pt x="64" y="101"/>
                        <a:pt x="60" y="98"/>
                      </a:cubicBezTo>
                      <a:cubicBezTo>
                        <a:pt x="58" y="96"/>
                        <a:pt x="55" y="95"/>
                        <a:pt x="54" y="92"/>
                      </a:cubicBezTo>
                      <a:cubicBezTo>
                        <a:pt x="53" y="88"/>
                        <a:pt x="53" y="84"/>
                        <a:pt x="51" y="82"/>
                      </a:cubicBezTo>
                      <a:cubicBezTo>
                        <a:pt x="49" y="79"/>
                        <a:pt x="47" y="77"/>
                        <a:pt x="47" y="73"/>
                      </a:cubicBezTo>
                      <a:cubicBezTo>
                        <a:pt x="47" y="72"/>
                        <a:pt x="47" y="72"/>
                        <a:pt x="47" y="71"/>
                      </a:cubicBezTo>
                      <a:cubicBezTo>
                        <a:pt x="49" y="67"/>
                        <a:pt x="47" y="67"/>
                        <a:pt x="53" y="64"/>
                      </a:cubicBezTo>
                      <a:cubicBezTo>
                        <a:pt x="55" y="64"/>
                        <a:pt x="60" y="60"/>
                        <a:pt x="60" y="58"/>
                      </a:cubicBezTo>
                      <a:cubicBezTo>
                        <a:pt x="60" y="55"/>
                        <a:pt x="60" y="55"/>
                        <a:pt x="60" y="55"/>
                      </a:cubicBezTo>
                      <a:cubicBezTo>
                        <a:pt x="60" y="53"/>
                        <a:pt x="56" y="51"/>
                        <a:pt x="53" y="52"/>
                      </a:cubicBezTo>
                      <a:cubicBezTo>
                        <a:pt x="47" y="52"/>
                        <a:pt x="47" y="52"/>
                        <a:pt x="47" y="52"/>
                      </a:cubicBezTo>
                      <a:cubicBezTo>
                        <a:pt x="46" y="52"/>
                        <a:pt x="45" y="51"/>
                        <a:pt x="44" y="50"/>
                      </a:cubicBezTo>
                      <a:cubicBezTo>
                        <a:pt x="44" y="47"/>
                        <a:pt x="44" y="47"/>
                        <a:pt x="44" y="47"/>
                      </a:cubicBezTo>
                      <a:cubicBezTo>
                        <a:pt x="44" y="44"/>
                        <a:pt x="47" y="41"/>
                        <a:pt x="48" y="38"/>
                      </a:cubicBezTo>
                      <a:cubicBezTo>
                        <a:pt x="49" y="34"/>
                        <a:pt x="50" y="33"/>
                        <a:pt x="53" y="30"/>
                      </a:cubicBezTo>
                      <a:cubicBezTo>
                        <a:pt x="56" y="27"/>
                        <a:pt x="66" y="22"/>
                        <a:pt x="66" y="17"/>
                      </a:cubicBezTo>
                      <a:cubicBezTo>
                        <a:pt x="66" y="14"/>
                        <a:pt x="66" y="14"/>
                        <a:pt x="66" y="14"/>
                      </a:cubicBezTo>
                      <a:cubicBezTo>
                        <a:pt x="66" y="13"/>
                        <a:pt x="66" y="13"/>
                        <a:pt x="66" y="13"/>
                      </a:cubicBezTo>
                      <a:cubicBezTo>
                        <a:pt x="65" y="10"/>
                        <a:pt x="62" y="0"/>
                        <a:pt x="58" y="0"/>
                      </a:cubicBezTo>
                      <a:cubicBezTo>
                        <a:pt x="57" y="0"/>
                        <a:pt x="57" y="0"/>
                        <a:pt x="56" y="1"/>
                      </a:cubicBezTo>
                      <a:cubicBezTo>
                        <a:pt x="56" y="3"/>
                        <a:pt x="55" y="3"/>
                        <a:pt x="55" y="5"/>
                      </a:cubicBezTo>
                      <a:cubicBezTo>
                        <a:pt x="55" y="7"/>
                        <a:pt x="55" y="7"/>
                        <a:pt x="55" y="7"/>
                      </a:cubicBezTo>
                      <a:cubicBezTo>
                        <a:pt x="55" y="11"/>
                        <a:pt x="53" y="15"/>
                        <a:pt x="51" y="18"/>
                      </a:cubicBezTo>
                      <a:cubicBezTo>
                        <a:pt x="50" y="18"/>
                        <a:pt x="50" y="18"/>
                        <a:pt x="50" y="18"/>
                      </a:cubicBezTo>
                      <a:cubicBezTo>
                        <a:pt x="48" y="18"/>
                        <a:pt x="48" y="18"/>
                        <a:pt x="47" y="19"/>
                      </a:cubicBezTo>
                      <a:cubicBezTo>
                        <a:pt x="42" y="15"/>
                        <a:pt x="42" y="15"/>
                        <a:pt x="42" y="15"/>
                      </a:cubicBezTo>
                      <a:cubicBezTo>
                        <a:pt x="41" y="15"/>
                        <a:pt x="41" y="15"/>
                        <a:pt x="41" y="15"/>
                      </a:cubicBezTo>
                      <a:cubicBezTo>
                        <a:pt x="40" y="15"/>
                        <a:pt x="40" y="15"/>
                        <a:pt x="40" y="15"/>
                      </a:cubicBezTo>
                      <a:cubicBezTo>
                        <a:pt x="39" y="15"/>
                        <a:pt x="38" y="16"/>
                        <a:pt x="38" y="17"/>
                      </a:cubicBezTo>
                      <a:cubicBezTo>
                        <a:pt x="38" y="19"/>
                        <a:pt x="41" y="22"/>
                        <a:pt x="41" y="26"/>
                      </a:cubicBezTo>
                      <a:cubicBezTo>
                        <a:pt x="41" y="29"/>
                        <a:pt x="41" y="29"/>
                        <a:pt x="41" y="29"/>
                      </a:cubicBezTo>
                      <a:cubicBezTo>
                        <a:pt x="41" y="30"/>
                        <a:pt x="41" y="30"/>
                        <a:pt x="41" y="30"/>
                      </a:cubicBezTo>
                      <a:cubicBezTo>
                        <a:pt x="38" y="33"/>
                        <a:pt x="38" y="33"/>
                        <a:pt x="38" y="33"/>
                      </a:cubicBezTo>
                      <a:cubicBezTo>
                        <a:pt x="37" y="33"/>
                        <a:pt x="37" y="33"/>
                        <a:pt x="37" y="33"/>
                      </a:cubicBezTo>
                      <a:cubicBezTo>
                        <a:pt x="35" y="33"/>
                        <a:pt x="35" y="34"/>
                        <a:pt x="34" y="34"/>
                      </a:cubicBezTo>
                      <a:cubicBezTo>
                        <a:pt x="32" y="33"/>
                        <a:pt x="31" y="31"/>
                        <a:pt x="30" y="29"/>
                      </a:cubicBezTo>
                      <a:cubicBezTo>
                        <a:pt x="24" y="29"/>
                        <a:pt x="30" y="41"/>
                        <a:pt x="19" y="45"/>
                      </a:cubicBezTo>
                      <a:cubicBezTo>
                        <a:pt x="16" y="46"/>
                        <a:pt x="12" y="48"/>
                        <a:pt x="9" y="50"/>
                      </a:cubicBezTo>
                      <a:cubicBezTo>
                        <a:pt x="6" y="51"/>
                        <a:pt x="1" y="53"/>
                        <a:pt x="0" y="55"/>
                      </a:cubicBezTo>
                      <a:cubicBezTo>
                        <a:pt x="1" y="58"/>
                        <a:pt x="1" y="57"/>
                        <a:pt x="4" y="59"/>
                      </a:cubicBezTo>
                      <a:cubicBezTo>
                        <a:pt x="6" y="59"/>
                        <a:pt x="6" y="59"/>
                        <a:pt x="6" y="59"/>
                      </a:cubicBezTo>
                      <a:cubicBezTo>
                        <a:pt x="10" y="59"/>
                        <a:pt x="20" y="51"/>
                        <a:pt x="23" y="51"/>
                      </a:cubicBezTo>
                      <a:cubicBezTo>
                        <a:pt x="25" y="51"/>
                        <a:pt x="24" y="51"/>
                        <a:pt x="27" y="52"/>
                      </a:cubicBezTo>
                      <a:cubicBezTo>
                        <a:pt x="29" y="54"/>
                        <a:pt x="29" y="55"/>
                        <a:pt x="30" y="58"/>
                      </a:cubicBezTo>
                      <a:cubicBezTo>
                        <a:pt x="30" y="59"/>
                        <a:pt x="30" y="59"/>
                        <a:pt x="30" y="59"/>
                      </a:cubicBezTo>
                      <a:cubicBezTo>
                        <a:pt x="30" y="62"/>
                        <a:pt x="28" y="64"/>
                        <a:pt x="26" y="65"/>
                      </a:cubicBezTo>
                      <a:cubicBezTo>
                        <a:pt x="21" y="64"/>
                        <a:pt x="21" y="64"/>
                        <a:pt x="21" y="64"/>
                      </a:cubicBezTo>
                      <a:cubicBezTo>
                        <a:pt x="20" y="64"/>
                        <a:pt x="20" y="64"/>
                        <a:pt x="19" y="64"/>
                      </a:cubicBezTo>
                      <a:cubicBezTo>
                        <a:pt x="18" y="64"/>
                        <a:pt x="18" y="64"/>
                        <a:pt x="18" y="64"/>
                      </a:cubicBezTo>
                      <a:cubicBezTo>
                        <a:pt x="16" y="67"/>
                        <a:pt x="16" y="67"/>
                        <a:pt x="16" y="67"/>
                      </a:cubicBezTo>
                      <a:cubicBezTo>
                        <a:pt x="16" y="68"/>
                        <a:pt x="16" y="68"/>
                        <a:pt x="16" y="68"/>
                      </a:cubicBezTo>
                      <a:cubicBezTo>
                        <a:pt x="16" y="72"/>
                        <a:pt x="16" y="72"/>
                        <a:pt x="16" y="72"/>
                      </a:cubicBezTo>
                      <a:cubicBezTo>
                        <a:pt x="16" y="78"/>
                        <a:pt x="13" y="85"/>
                        <a:pt x="11" y="90"/>
                      </a:cubicBezTo>
                      <a:cubicBezTo>
                        <a:pt x="9" y="94"/>
                        <a:pt x="3" y="100"/>
                        <a:pt x="3" y="105"/>
                      </a:cubicBezTo>
                      <a:cubicBezTo>
                        <a:pt x="3" y="106"/>
                        <a:pt x="4" y="109"/>
                        <a:pt x="5" y="110"/>
                      </a:cubicBezTo>
                      <a:cubicBezTo>
                        <a:pt x="6" y="110"/>
                        <a:pt x="6" y="110"/>
                        <a:pt x="6" y="110"/>
                      </a:cubicBezTo>
                      <a:cubicBezTo>
                        <a:pt x="7" y="110"/>
                        <a:pt x="7" y="110"/>
                        <a:pt x="7" y="110"/>
                      </a:cubicBezTo>
                      <a:cubicBezTo>
                        <a:pt x="9" y="110"/>
                        <a:pt x="8" y="110"/>
                        <a:pt x="9" y="111"/>
                      </a:cubicBezTo>
                      <a:cubicBezTo>
                        <a:pt x="11" y="109"/>
                        <a:pt x="15" y="101"/>
                        <a:pt x="15" y="98"/>
                      </a:cubicBezTo>
                      <a:cubicBezTo>
                        <a:pt x="17" y="94"/>
                        <a:pt x="20" y="89"/>
                        <a:pt x="24" y="89"/>
                      </a:cubicBezTo>
                      <a:cubicBezTo>
                        <a:pt x="25" y="89"/>
                        <a:pt x="25" y="89"/>
                        <a:pt x="26" y="88"/>
                      </a:cubicBezTo>
                      <a:cubicBezTo>
                        <a:pt x="28" y="90"/>
                        <a:pt x="32" y="90"/>
                        <a:pt x="32" y="93"/>
                      </a:cubicBezTo>
                      <a:cubicBezTo>
                        <a:pt x="32" y="94"/>
                        <a:pt x="32" y="94"/>
                        <a:pt x="32" y="94"/>
                      </a:cubicBezTo>
                      <a:cubicBezTo>
                        <a:pt x="32" y="96"/>
                        <a:pt x="32" y="96"/>
                        <a:pt x="32" y="96"/>
                      </a:cubicBezTo>
                      <a:cubicBezTo>
                        <a:pt x="28" y="102"/>
                        <a:pt x="25" y="101"/>
                        <a:pt x="23" y="104"/>
                      </a:cubicBezTo>
                      <a:cubicBezTo>
                        <a:pt x="26" y="109"/>
                        <a:pt x="27" y="108"/>
                        <a:pt x="29" y="113"/>
                      </a:cubicBezTo>
                      <a:cubicBezTo>
                        <a:pt x="29" y="114"/>
                        <a:pt x="29" y="114"/>
                        <a:pt x="29" y="114"/>
                      </a:cubicBezTo>
                      <a:cubicBezTo>
                        <a:pt x="29" y="115"/>
                        <a:pt x="29" y="115"/>
                        <a:pt x="29" y="115"/>
                      </a:cubicBezTo>
                      <a:cubicBezTo>
                        <a:pt x="29" y="116"/>
                        <a:pt x="29" y="116"/>
                        <a:pt x="29" y="116"/>
                      </a:cubicBezTo>
                      <a:cubicBezTo>
                        <a:pt x="28" y="119"/>
                        <a:pt x="26" y="123"/>
                        <a:pt x="22" y="122"/>
                      </a:cubicBezTo>
                      <a:cubicBezTo>
                        <a:pt x="15" y="122"/>
                        <a:pt x="15" y="122"/>
                        <a:pt x="15" y="122"/>
                      </a:cubicBezTo>
                      <a:cubicBezTo>
                        <a:pt x="14" y="122"/>
                        <a:pt x="11" y="124"/>
                        <a:pt x="10" y="124"/>
                      </a:cubicBezTo>
                      <a:cubicBezTo>
                        <a:pt x="13" y="127"/>
                        <a:pt x="23" y="129"/>
                        <a:pt x="23" y="133"/>
                      </a:cubicBezTo>
                      <a:cubicBezTo>
                        <a:pt x="23" y="137"/>
                        <a:pt x="18" y="142"/>
                        <a:pt x="15" y="144"/>
                      </a:cubicBezTo>
                      <a:cubicBezTo>
                        <a:pt x="15" y="150"/>
                        <a:pt x="15" y="150"/>
                        <a:pt x="15" y="150"/>
                      </a:cubicBezTo>
                      <a:cubicBezTo>
                        <a:pt x="17" y="150"/>
                        <a:pt x="17" y="150"/>
                        <a:pt x="17" y="150"/>
                      </a:cubicBezTo>
                      <a:cubicBezTo>
                        <a:pt x="20" y="150"/>
                        <a:pt x="27" y="141"/>
                        <a:pt x="29" y="139"/>
                      </a:cubicBezTo>
                      <a:cubicBezTo>
                        <a:pt x="33" y="135"/>
                        <a:pt x="34" y="129"/>
                        <a:pt x="38" y="12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2" name="iSļïḑé"/>
                <p:cNvSpPr/>
                <p:nvPr/>
              </p:nvSpPr>
              <p:spPr bwMode="auto">
                <a:xfrm>
                  <a:off x="4422776" y="3106738"/>
                  <a:ext cx="412750" cy="596900"/>
                </a:xfrm>
                <a:custGeom>
                  <a:avLst/>
                  <a:gdLst>
                    <a:gd name="T0" fmla="*/ 63 w 125"/>
                    <a:gd name="T1" fmla="*/ 83 h 179"/>
                    <a:gd name="T2" fmla="*/ 69 w 125"/>
                    <a:gd name="T3" fmla="*/ 84 h 179"/>
                    <a:gd name="T4" fmla="*/ 71 w 125"/>
                    <a:gd name="T5" fmla="*/ 95 h 179"/>
                    <a:gd name="T6" fmla="*/ 56 w 125"/>
                    <a:gd name="T7" fmla="*/ 91 h 179"/>
                    <a:gd name="T8" fmla="*/ 77 w 125"/>
                    <a:gd name="T9" fmla="*/ 77 h 179"/>
                    <a:gd name="T10" fmla="*/ 90 w 125"/>
                    <a:gd name="T11" fmla="*/ 82 h 179"/>
                    <a:gd name="T12" fmla="*/ 93 w 125"/>
                    <a:gd name="T13" fmla="*/ 96 h 179"/>
                    <a:gd name="T14" fmla="*/ 88 w 125"/>
                    <a:gd name="T15" fmla="*/ 106 h 179"/>
                    <a:gd name="T16" fmla="*/ 75 w 125"/>
                    <a:gd name="T17" fmla="*/ 89 h 179"/>
                    <a:gd name="T18" fmla="*/ 91 w 125"/>
                    <a:gd name="T19" fmla="*/ 29 h 179"/>
                    <a:gd name="T20" fmla="*/ 95 w 125"/>
                    <a:gd name="T21" fmla="*/ 4 h 179"/>
                    <a:gd name="T22" fmla="*/ 92 w 125"/>
                    <a:gd name="T23" fmla="*/ 0 h 179"/>
                    <a:gd name="T24" fmla="*/ 86 w 125"/>
                    <a:gd name="T25" fmla="*/ 0 h 179"/>
                    <a:gd name="T26" fmla="*/ 80 w 125"/>
                    <a:gd name="T27" fmla="*/ 7 h 179"/>
                    <a:gd name="T28" fmla="*/ 83 w 125"/>
                    <a:gd name="T29" fmla="*/ 30 h 179"/>
                    <a:gd name="T30" fmla="*/ 86 w 125"/>
                    <a:gd name="T31" fmla="*/ 50 h 179"/>
                    <a:gd name="T32" fmla="*/ 46 w 125"/>
                    <a:gd name="T33" fmla="*/ 84 h 179"/>
                    <a:gd name="T34" fmla="*/ 0 w 125"/>
                    <a:gd name="T35" fmla="*/ 99 h 179"/>
                    <a:gd name="T36" fmla="*/ 13 w 125"/>
                    <a:gd name="T37" fmla="*/ 108 h 179"/>
                    <a:gd name="T38" fmla="*/ 30 w 125"/>
                    <a:gd name="T39" fmla="*/ 100 h 179"/>
                    <a:gd name="T40" fmla="*/ 47 w 125"/>
                    <a:gd name="T41" fmla="*/ 92 h 179"/>
                    <a:gd name="T42" fmla="*/ 51 w 125"/>
                    <a:gd name="T43" fmla="*/ 109 h 179"/>
                    <a:gd name="T44" fmla="*/ 50 w 125"/>
                    <a:gd name="T45" fmla="*/ 118 h 179"/>
                    <a:gd name="T46" fmla="*/ 54 w 125"/>
                    <a:gd name="T47" fmla="*/ 125 h 179"/>
                    <a:gd name="T48" fmla="*/ 62 w 125"/>
                    <a:gd name="T49" fmla="*/ 119 h 179"/>
                    <a:gd name="T50" fmla="*/ 62 w 125"/>
                    <a:gd name="T51" fmla="*/ 113 h 179"/>
                    <a:gd name="T52" fmla="*/ 78 w 125"/>
                    <a:gd name="T53" fmla="*/ 111 h 179"/>
                    <a:gd name="T54" fmla="*/ 78 w 125"/>
                    <a:gd name="T55" fmla="*/ 113 h 179"/>
                    <a:gd name="T56" fmla="*/ 78 w 125"/>
                    <a:gd name="T57" fmla="*/ 118 h 179"/>
                    <a:gd name="T58" fmla="*/ 46 w 125"/>
                    <a:gd name="T59" fmla="*/ 147 h 179"/>
                    <a:gd name="T60" fmla="*/ 28 w 125"/>
                    <a:gd name="T61" fmla="*/ 158 h 179"/>
                    <a:gd name="T62" fmla="*/ 1 w 125"/>
                    <a:gd name="T63" fmla="*/ 170 h 179"/>
                    <a:gd name="T64" fmla="*/ 14 w 125"/>
                    <a:gd name="T65" fmla="*/ 178 h 179"/>
                    <a:gd name="T66" fmla="*/ 20 w 125"/>
                    <a:gd name="T67" fmla="*/ 179 h 179"/>
                    <a:gd name="T68" fmla="*/ 22 w 125"/>
                    <a:gd name="T69" fmla="*/ 179 h 179"/>
                    <a:gd name="T70" fmla="*/ 38 w 125"/>
                    <a:gd name="T71" fmla="*/ 169 h 179"/>
                    <a:gd name="T72" fmla="*/ 61 w 125"/>
                    <a:gd name="T73" fmla="*/ 150 h 179"/>
                    <a:gd name="T74" fmla="*/ 79 w 125"/>
                    <a:gd name="T75" fmla="*/ 135 h 179"/>
                    <a:gd name="T76" fmla="*/ 96 w 125"/>
                    <a:gd name="T77" fmla="*/ 119 h 179"/>
                    <a:gd name="T78" fmla="*/ 106 w 125"/>
                    <a:gd name="T79" fmla="*/ 149 h 179"/>
                    <a:gd name="T80" fmla="*/ 125 w 125"/>
                    <a:gd name="T81" fmla="*/ 152 h 179"/>
                    <a:gd name="T82" fmla="*/ 116 w 125"/>
                    <a:gd name="T83" fmla="*/ 120 h 179"/>
                    <a:gd name="T84" fmla="*/ 115 w 125"/>
                    <a:gd name="T85" fmla="*/ 125 h 179"/>
                    <a:gd name="T86" fmla="*/ 109 w 125"/>
                    <a:gd name="T87" fmla="*/ 129 h 179"/>
                    <a:gd name="T88" fmla="*/ 97 w 125"/>
                    <a:gd name="T89" fmla="*/ 92 h 179"/>
                    <a:gd name="T90" fmla="*/ 94 w 125"/>
                    <a:gd name="T91" fmla="*/ 76 h 179"/>
                    <a:gd name="T92" fmla="*/ 110 w 125"/>
                    <a:gd name="T93" fmla="*/ 60 h 179"/>
                    <a:gd name="T94" fmla="*/ 105 w 125"/>
                    <a:gd name="T95" fmla="*/ 57 h 179"/>
                    <a:gd name="T96" fmla="*/ 101 w 125"/>
                    <a:gd name="T97" fmla="*/ 59 h 179"/>
                    <a:gd name="T98" fmla="*/ 91 w 125"/>
                    <a:gd name="T99" fmla="*/ 54 h 179"/>
                    <a:gd name="T100" fmla="*/ 91 w 125"/>
                    <a:gd name="T101" fmla="*/ 29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25" h="179">
                      <a:moveTo>
                        <a:pt x="56" y="91"/>
                      </a:moveTo>
                      <a:cubicBezTo>
                        <a:pt x="56" y="87"/>
                        <a:pt x="60" y="85"/>
                        <a:pt x="63" y="83"/>
                      </a:cubicBezTo>
                      <a:cubicBezTo>
                        <a:pt x="64" y="83"/>
                        <a:pt x="64" y="83"/>
                        <a:pt x="64" y="83"/>
                      </a:cubicBezTo>
                      <a:cubicBezTo>
                        <a:pt x="67" y="83"/>
                        <a:pt x="67" y="84"/>
                        <a:pt x="69" y="84"/>
                      </a:cubicBezTo>
                      <a:cubicBezTo>
                        <a:pt x="71" y="94"/>
                        <a:pt x="71" y="94"/>
                        <a:pt x="71" y="94"/>
                      </a:cubicBezTo>
                      <a:cubicBezTo>
                        <a:pt x="71" y="95"/>
                        <a:pt x="71" y="95"/>
                        <a:pt x="71" y="95"/>
                      </a:cubicBezTo>
                      <a:cubicBezTo>
                        <a:pt x="68" y="100"/>
                        <a:pt x="68" y="99"/>
                        <a:pt x="63" y="101"/>
                      </a:cubicBezTo>
                      <a:cubicBezTo>
                        <a:pt x="61" y="99"/>
                        <a:pt x="56" y="95"/>
                        <a:pt x="56" y="91"/>
                      </a:cubicBezTo>
                      <a:close/>
                      <a:moveTo>
                        <a:pt x="72" y="83"/>
                      </a:moveTo>
                      <a:cubicBezTo>
                        <a:pt x="74" y="79"/>
                        <a:pt x="73" y="79"/>
                        <a:pt x="77" y="77"/>
                      </a:cubicBezTo>
                      <a:cubicBezTo>
                        <a:pt x="79" y="75"/>
                        <a:pt x="82" y="75"/>
                        <a:pt x="83" y="73"/>
                      </a:cubicBezTo>
                      <a:cubicBezTo>
                        <a:pt x="88" y="76"/>
                        <a:pt x="89" y="76"/>
                        <a:pt x="90" y="82"/>
                      </a:cubicBezTo>
                      <a:cubicBezTo>
                        <a:pt x="92" y="95"/>
                        <a:pt x="92" y="95"/>
                        <a:pt x="92" y="95"/>
                      </a:cubicBezTo>
                      <a:cubicBezTo>
                        <a:pt x="93" y="96"/>
                        <a:pt x="93" y="96"/>
                        <a:pt x="93" y="96"/>
                      </a:cubicBezTo>
                      <a:cubicBezTo>
                        <a:pt x="94" y="99"/>
                        <a:pt x="94" y="99"/>
                        <a:pt x="94" y="99"/>
                      </a:cubicBezTo>
                      <a:cubicBezTo>
                        <a:pt x="91" y="105"/>
                        <a:pt x="93" y="103"/>
                        <a:pt x="88" y="106"/>
                      </a:cubicBezTo>
                      <a:cubicBezTo>
                        <a:pt x="83" y="101"/>
                        <a:pt x="82" y="101"/>
                        <a:pt x="79" y="95"/>
                      </a:cubicBezTo>
                      <a:cubicBezTo>
                        <a:pt x="77" y="93"/>
                        <a:pt x="77" y="91"/>
                        <a:pt x="75" y="89"/>
                      </a:cubicBezTo>
                      <a:cubicBezTo>
                        <a:pt x="73" y="87"/>
                        <a:pt x="73" y="86"/>
                        <a:pt x="72" y="83"/>
                      </a:cubicBezTo>
                      <a:close/>
                      <a:moveTo>
                        <a:pt x="91" y="29"/>
                      </a:moveTo>
                      <a:cubicBezTo>
                        <a:pt x="91" y="22"/>
                        <a:pt x="95" y="12"/>
                        <a:pt x="95" y="4"/>
                      </a:cubicBezTo>
                      <a:cubicBezTo>
                        <a:pt x="95" y="4"/>
                        <a:pt x="95" y="4"/>
                        <a:pt x="95" y="4"/>
                      </a:cubicBezTo>
                      <a:cubicBezTo>
                        <a:pt x="95" y="3"/>
                        <a:pt x="95" y="3"/>
                        <a:pt x="95" y="3"/>
                      </a:cubicBezTo>
                      <a:cubicBezTo>
                        <a:pt x="93" y="0"/>
                        <a:pt x="95" y="1"/>
                        <a:pt x="92" y="0"/>
                      </a:cubicBezTo>
                      <a:cubicBezTo>
                        <a:pt x="91" y="0"/>
                        <a:pt x="91" y="0"/>
                        <a:pt x="91" y="0"/>
                      </a:cubicBezTo>
                      <a:cubicBezTo>
                        <a:pt x="86" y="0"/>
                        <a:pt x="86" y="0"/>
                        <a:pt x="86" y="0"/>
                      </a:cubicBezTo>
                      <a:cubicBezTo>
                        <a:pt x="85" y="0"/>
                        <a:pt x="85" y="0"/>
                        <a:pt x="85" y="0"/>
                      </a:cubicBezTo>
                      <a:cubicBezTo>
                        <a:pt x="82" y="1"/>
                        <a:pt x="80" y="4"/>
                        <a:pt x="80" y="7"/>
                      </a:cubicBezTo>
                      <a:cubicBezTo>
                        <a:pt x="83" y="30"/>
                        <a:pt x="83" y="30"/>
                        <a:pt x="83" y="30"/>
                      </a:cubicBezTo>
                      <a:cubicBezTo>
                        <a:pt x="83" y="30"/>
                        <a:pt x="83" y="30"/>
                        <a:pt x="83" y="30"/>
                      </a:cubicBezTo>
                      <a:cubicBezTo>
                        <a:pt x="83" y="38"/>
                        <a:pt x="86" y="44"/>
                        <a:pt x="86" y="49"/>
                      </a:cubicBezTo>
                      <a:cubicBezTo>
                        <a:pt x="86" y="50"/>
                        <a:pt x="86" y="50"/>
                        <a:pt x="86" y="50"/>
                      </a:cubicBezTo>
                      <a:cubicBezTo>
                        <a:pt x="87" y="62"/>
                        <a:pt x="87" y="62"/>
                        <a:pt x="87" y="62"/>
                      </a:cubicBezTo>
                      <a:cubicBezTo>
                        <a:pt x="87" y="68"/>
                        <a:pt x="52" y="81"/>
                        <a:pt x="46" y="84"/>
                      </a:cubicBezTo>
                      <a:cubicBezTo>
                        <a:pt x="39" y="87"/>
                        <a:pt x="31" y="89"/>
                        <a:pt x="23" y="92"/>
                      </a:cubicBezTo>
                      <a:cubicBezTo>
                        <a:pt x="20" y="94"/>
                        <a:pt x="0" y="96"/>
                        <a:pt x="0" y="99"/>
                      </a:cubicBezTo>
                      <a:cubicBezTo>
                        <a:pt x="0" y="101"/>
                        <a:pt x="9" y="108"/>
                        <a:pt x="11" y="108"/>
                      </a:cubicBezTo>
                      <a:cubicBezTo>
                        <a:pt x="13" y="108"/>
                        <a:pt x="13" y="108"/>
                        <a:pt x="13" y="108"/>
                      </a:cubicBezTo>
                      <a:cubicBezTo>
                        <a:pt x="14" y="108"/>
                        <a:pt x="14" y="108"/>
                        <a:pt x="14" y="108"/>
                      </a:cubicBezTo>
                      <a:cubicBezTo>
                        <a:pt x="20" y="105"/>
                        <a:pt x="24" y="103"/>
                        <a:pt x="30" y="100"/>
                      </a:cubicBezTo>
                      <a:cubicBezTo>
                        <a:pt x="34" y="98"/>
                        <a:pt x="41" y="93"/>
                        <a:pt x="45" y="93"/>
                      </a:cubicBezTo>
                      <a:cubicBezTo>
                        <a:pt x="46" y="93"/>
                        <a:pt x="46" y="93"/>
                        <a:pt x="47" y="92"/>
                      </a:cubicBezTo>
                      <a:cubicBezTo>
                        <a:pt x="49" y="94"/>
                        <a:pt x="52" y="96"/>
                        <a:pt x="51" y="101"/>
                      </a:cubicBezTo>
                      <a:cubicBezTo>
                        <a:pt x="51" y="109"/>
                        <a:pt x="51" y="109"/>
                        <a:pt x="51" y="109"/>
                      </a:cubicBezTo>
                      <a:cubicBezTo>
                        <a:pt x="51" y="110"/>
                        <a:pt x="51" y="110"/>
                        <a:pt x="51" y="110"/>
                      </a:cubicBezTo>
                      <a:cubicBezTo>
                        <a:pt x="50" y="118"/>
                        <a:pt x="50" y="118"/>
                        <a:pt x="50" y="118"/>
                      </a:cubicBezTo>
                      <a:cubicBezTo>
                        <a:pt x="50" y="119"/>
                        <a:pt x="50" y="119"/>
                        <a:pt x="50" y="120"/>
                      </a:cubicBezTo>
                      <a:cubicBezTo>
                        <a:pt x="51" y="123"/>
                        <a:pt x="51" y="123"/>
                        <a:pt x="54" y="125"/>
                      </a:cubicBezTo>
                      <a:cubicBezTo>
                        <a:pt x="56" y="125"/>
                        <a:pt x="56" y="125"/>
                        <a:pt x="56" y="125"/>
                      </a:cubicBezTo>
                      <a:cubicBezTo>
                        <a:pt x="59" y="125"/>
                        <a:pt x="60" y="121"/>
                        <a:pt x="62" y="119"/>
                      </a:cubicBezTo>
                      <a:cubicBezTo>
                        <a:pt x="62" y="118"/>
                        <a:pt x="62" y="118"/>
                        <a:pt x="62" y="118"/>
                      </a:cubicBezTo>
                      <a:cubicBezTo>
                        <a:pt x="62" y="113"/>
                        <a:pt x="62" y="113"/>
                        <a:pt x="62" y="113"/>
                      </a:cubicBezTo>
                      <a:cubicBezTo>
                        <a:pt x="63" y="110"/>
                        <a:pt x="68" y="106"/>
                        <a:pt x="71" y="106"/>
                      </a:cubicBezTo>
                      <a:cubicBezTo>
                        <a:pt x="75" y="106"/>
                        <a:pt x="77" y="109"/>
                        <a:pt x="78" y="111"/>
                      </a:cubicBezTo>
                      <a:cubicBezTo>
                        <a:pt x="78" y="112"/>
                        <a:pt x="78" y="112"/>
                        <a:pt x="78" y="112"/>
                      </a:cubicBezTo>
                      <a:cubicBezTo>
                        <a:pt x="78" y="113"/>
                        <a:pt x="78" y="113"/>
                        <a:pt x="78" y="113"/>
                      </a:cubicBezTo>
                      <a:cubicBezTo>
                        <a:pt x="78" y="115"/>
                        <a:pt x="78" y="115"/>
                        <a:pt x="79" y="116"/>
                      </a:cubicBezTo>
                      <a:cubicBezTo>
                        <a:pt x="78" y="117"/>
                        <a:pt x="78" y="117"/>
                        <a:pt x="78" y="118"/>
                      </a:cubicBezTo>
                      <a:cubicBezTo>
                        <a:pt x="78" y="119"/>
                        <a:pt x="78" y="119"/>
                        <a:pt x="78" y="119"/>
                      </a:cubicBezTo>
                      <a:cubicBezTo>
                        <a:pt x="72" y="130"/>
                        <a:pt x="57" y="140"/>
                        <a:pt x="46" y="147"/>
                      </a:cubicBezTo>
                      <a:cubicBezTo>
                        <a:pt x="44" y="148"/>
                        <a:pt x="40" y="151"/>
                        <a:pt x="37" y="152"/>
                      </a:cubicBezTo>
                      <a:cubicBezTo>
                        <a:pt x="35" y="153"/>
                        <a:pt x="29" y="157"/>
                        <a:pt x="28" y="158"/>
                      </a:cubicBezTo>
                      <a:cubicBezTo>
                        <a:pt x="25" y="161"/>
                        <a:pt x="12" y="165"/>
                        <a:pt x="6" y="165"/>
                      </a:cubicBezTo>
                      <a:cubicBezTo>
                        <a:pt x="4" y="165"/>
                        <a:pt x="2" y="168"/>
                        <a:pt x="1" y="170"/>
                      </a:cubicBezTo>
                      <a:cubicBezTo>
                        <a:pt x="4" y="171"/>
                        <a:pt x="4" y="173"/>
                        <a:pt x="7" y="175"/>
                      </a:cubicBezTo>
                      <a:cubicBezTo>
                        <a:pt x="10" y="176"/>
                        <a:pt x="12" y="176"/>
                        <a:pt x="14" y="178"/>
                      </a:cubicBezTo>
                      <a:cubicBezTo>
                        <a:pt x="18" y="179"/>
                        <a:pt x="18" y="179"/>
                        <a:pt x="18" y="179"/>
                      </a:cubicBezTo>
                      <a:cubicBezTo>
                        <a:pt x="20" y="179"/>
                        <a:pt x="18" y="179"/>
                        <a:pt x="20" y="179"/>
                      </a:cubicBezTo>
                      <a:cubicBezTo>
                        <a:pt x="21" y="179"/>
                        <a:pt x="21" y="179"/>
                        <a:pt x="21" y="179"/>
                      </a:cubicBezTo>
                      <a:cubicBezTo>
                        <a:pt x="22" y="179"/>
                        <a:pt x="22" y="179"/>
                        <a:pt x="22" y="179"/>
                      </a:cubicBezTo>
                      <a:cubicBezTo>
                        <a:pt x="26" y="177"/>
                        <a:pt x="30" y="175"/>
                        <a:pt x="33" y="173"/>
                      </a:cubicBezTo>
                      <a:cubicBezTo>
                        <a:pt x="35" y="171"/>
                        <a:pt x="36" y="170"/>
                        <a:pt x="38" y="169"/>
                      </a:cubicBezTo>
                      <a:cubicBezTo>
                        <a:pt x="39" y="168"/>
                        <a:pt x="43" y="166"/>
                        <a:pt x="43" y="166"/>
                      </a:cubicBezTo>
                      <a:cubicBezTo>
                        <a:pt x="49" y="160"/>
                        <a:pt x="55" y="156"/>
                        <a:pt x="61" y="150"/>
                      </a:cubicBezTo>
                      <a:cubicBezTo>
                        <a:pt x="64" y="148"/>
                        <a:pt x="67" y="145"/>
                        <a:pt x="70" y="143"/>
                      </a:cubicBezTo>
                      <a:cubicBezTo>
                        <a:pt x="73" y="140"/>
                        <a:pt x="76" y="137"/>
                        <a:pt x="79" y="135"/>
                      </a:cubicBezTo>
                      <a:cubicBezTo>
                        <a:pt x="82" y="132"/>
                        <a:pt x="85" y="130"/>
                        <a:pt x="87" y="127"/>
                      </a:cubicBezTo>
                      <a:cubicBezTo>
                        <a:pt x="90" y="124"/>
                        <a:pt x="91" y="119"/>
                        <a:pt x="96" y="119"/>
                      </a:cubicBezTo>
                      <a:cubicBezTo>
                        <a:pt x="98" y="119"/>
                        <a:pt x="100" y="126"/>
                        <a:pt x="100" y="128"/>
                      </a:cubicBezTo>
                      <a:cubicBezTo>
                        <a:pt x="100" y="132"/>
                        <a:pt x="105" y="145"/>
                        <a:pt x="106" y="149"/>
                      </a:cubicBezTo>
                      <a:cubicBezTo>
                        <a:pt x="108" y="155"/>
                        <a:pt x="111" y="165"/>
                        <a:pt x="118" y="165"/>
                      </a:cubicBezTo>
                      <a:cubicBezTo>
                        <a:pt x="119" y="163"/>
                        <a:pt x="125" y="161"/>
                        <a:pt x="125" y="152"/>
                      </a:cubicBezTo>
                      <a:cubicBezTo>
                        <a:pt x="125" y="143"/>
                        <a:pt x="120" y="120"/>
                        <a:pt x="117" y="116"/>
                      </a:cubicBezTo>
                      <a:cubicBezTo>
                        <a:pt x="117" y="118"/>
                        <a:pt x="116" y="118"/>
                        <a:pt x="116" y="120"/>
                      </a:cubicBezTo>
                      <a:cubicBezTo>
                        <a:pt x="116" y="123"/>
                        <a:pt x="115" y="121"/>
                        <a:pt x="115" y="124"/>
                      </a:cubicBezTo>
                      <a:cubicBezTo>
                        <a:pt x="115" y="125"/>
                        <a:pt x="115" y="125"/>
                        <a:pt x="115" y="125"/>
                      </a:cubicBezTo>
                      <a:cubicBezTo>
                        <a:pt x="115" y="126"/>
                        <a:pt x="114" y="129"/>
                        <a:pt x="112" y="129"/>
                      </a:cubicBezTo>
                      <a:cubicBezTo>
                        <a:pt x="109" y="129"/>
                        <a:pt x="109" y="129"/>
                        <a:pt x="109" y="129"/>
                      </a:cubicBezTo>
                      <a:cubicBezTo>
                        <a:pt x="105" y="129"/>
                        <a:pt x="102" y="110"/>
                        <a:pt x="100" y="105"/>
                      </a:cubicBezTo>
                      <a:cubicBezTo>
                        <a:pt x="98" y="101"/>
                        <a:pt x="98" y="97"/>
                        <a:pt x="97" y="92"/>
                      </a:cubicBezTo>
                      <a:cubicBezTo>
                        <a:pt x="96" y="87"/>
                        <a:pt x="94" y="86"/>
                        <a:pt x="94" y="79"/>
                      </a:cubicBezTo>
                      <a:cubicBezTo>
                        <a:pt x="94" y="76"/>
                        <a:pt x="94" y="76"/>
                        <a:pt x="94" y="76"/>
                      </a:cubicBezTo>
                      <a:cubicBezTo>
                        <a:pt x="94" y="65"/>
                        <a:pt x="110" y="67"/>
                        <a:pt x="110" y="61"/>
                      </a:cubicBezTo>
                      <a:cubicBezTo>
                        <a:pt x="110" y="60"/>
                        <a:pt x="110" y="60"/>
                        <a:pt x="110" y="60"/>
                      </a:cubicBezTo>
                      <a:cubicBezTo>
                        <a:pt x="110" y="58"/>
                        <a:pt x="109" y="57"/>
                        <a:pt x="108" y="57"/>
                      </a:cubicBezTo>
                      <a:cubicBezTo>
                        <a:pt x="105" y="57"/>
                        <a:pt x="105" y="57"/>
                        <a:pt x="105" y="57"/>
                      </a:cubicBezTo>
                      <a:cubicBezTo>
                        <a:pt x="104" y="57"/>
                        <a:pt x="104" y="57"/>
                        <a:pt x="104" y="57"/>
                      </a:cubicBezTo>
                      <a:cubicBezTo>
                        <a:pt x="103" y="58"/>
                        <a:pt x="102" y="59"/>
                        <a:pt x="101" y="59"/>
                      </a:cubicBezTo>
                      <a:cubicBezTo>
                        <a:pt x="99" y="60"/>
                        <a:pt x="99" y="59"/>
                        <a:pt x="97" y="60"/>
                      </a:cubicBezTo>
                      <a:cubicBezTo>
                        <a:pt x="95" y="59"/>
                        <a:pt x="91" y="56"/>
                        <a:pt x="91" y="54"/>
                      </a:cubicBezTo>
                      <a:cubicBezTo>
                        <a:pt x="91" y="41"/>
                        <a:pt x="91" y="41"/>
                        <a:pt x="91" y="41"/>
                      </a:cubicBezTo>
                      <a:lnTo>
                        <a:pt x="91" y="29"/>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3" name="íšlïďè"/>
                <p:cNvSpPr/>
                <p:nvPr/>
              </p:nvSpPr>
              <p:spPr bwMode="auto">
                <a:xfrm>
                  <a:off x="5478463" y="3581400"/>
                  <a:ext cx="46038" cy="76200"/>
                </a:xfrm>
                <a:custGeom>
                  <a:avLst/>
                  <a:gdLst>
                    <a:gd name="T0" fmla="*/ 14 w 14"/>
                    <a:gd name="T1" fmla="*/ 15 h 23"/>
                    <a:gd name="T2" fmla="*/ 10 w 14"/>
                    <a:gd name="T3" fmla="*/ 6 h 23"/>
                    <a:gd name="T4" fmla="*/ 3 w 14"/>
                    <a:gd name="T5" fmla="*/ 0 h 23"/>
                    <a:gd name="T6" fmla="*/ 0 w 14"/>
                    <a:gd name="T7" fmla="*/ 3 h 23"/>
                    <a:gd name="T8" fmla="*/ 5 w 14"/>
                    <a:gd name="T9" fmla="*/ 11 h 23"/>
                    <a:gd name="T10" fmla="*/ 5 w 14"/>
                    <a:gd name="T11" fmla="*/ 12 h 23"/>
                    <a:gd name="T12" fmla="*/ 5 w 14"/>
                    <a:gd name="T13" fmla="*/ 14 h 23"/>
                    <a:gd name="T14" fmla="*/ 5 w 14"/>
                    <a:gd name="T15" fmla="*/ 15 h 23"/>
                    <a:gd name="T16" fmla="*/ 2 w 14"/>
                    <a:gd name="T17" fmla="*/ 19 h 23"/>
                    <a:gd name="T18" fmla="*/ 2 w 14"/>
                    <a:gd name="T19" fmla="*/ 22 h 23"/>
                    <a:gd name="T20" fmla="*/ 5 w 14"/>
                    <a:gd name="T21" fmla="*/ 23 h 23"/>
                    <a:gd name="T22" fmla="*/ 6 w 14"/>
                    <a:gd name="T23" fmla="*/ 23 h 23"/>
                    <a:gd name="T24" fmla="*/ 11 w 14"/>
                    <a:gd name="T25" fmla="*/ 20 h 23"/>
                    <a:gd name="T26" fmla="*/ 14 w 14"/>
                    <a:gd name="T27" fmla="*/ 15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4" h="23">
                      <a:moveTo>
                        <a:pt x="14" y="15"/>
                      </a:moveTo>
                      <a:cubicBezTo>
                        <a:pt x="14" y="11"/>
                        <a:pt x="12" y="9"/>
                        <a:pt x="10" y="6"/>
                      </a:cubicBezTo>
                      <a:cubicBezTo>
                        <a:pt x="8" y="5"/>
                        <a:pt x="3" y="1"/>
                        <a:pt x="3" y="0"/>
                      </a:cubicBezTo>
                      <a:cubicBezTo>
                        <a:pt x="0" y="3"/>
                        <a:pt x="0" y="3"/>
                        <a:pt x="0" y="3"/>
                      </a:cubicBezTo>
                      <a:cubicBezTo>
                        <a:pt x="5" y="11"/>
                        <a:pt x="5" y="11"/>
                        <a:pt x="5" y="11"/>
                      </a:cubicBezTo>
                      <a:cubicBezTo>
                        <a:pt x="5" y="12"/>
                        <a:pt x="5" y="12"/>
                        <a:pt x="5" y="12"/>
                      </a:cubicBezTo>
                      <a:cubicBezTo>
                        <a:pt x="5" y="14"/>
                        <a:pt x="5" y="14"/>
                        <a:pt x="5" y="14"/>
                      </a:cubicBezTo>
                      <a:cubicBezTo>
                        <a:pt x="5" y="15"/>
                        <a:pt x="5" y="15"/>
                        <a:pt x="5" y="15"/>
                      </a:cubicBezTo>
                      <a:cubicBezTo>
                        <a:pt x="2" y="19"/>
                        <a:pt x="2" y="19"/>
                        <a:pt x="2" y="19"/>
                      </a:cubicBezTo>
                      <a:cubicBezTo>
                        <a:pt x="2" y="22"/>
                        <a:pt x="2" y="22"/>
                        <a:pt x="2" y="22"/>
                      </a:cubicBezTo>
                      <a:cubicBezTo>
                        <a:pt x="5" y="23"/>
                        <a:pt x="5" y="23"/>
                        <a:pt x="5" y="23"/>
                      </a:cubicBezTo>
                      <a:cubicBezTo>
                        <a:pt x="6" y="23"/>
                        <a:pt x="6" y="23"/>
                        <a:pt x="6" y="23"/>
                      </a:cubicBezTo>
                      <a:cubicBezTo>
                        <a:pt x="7" y="23"/>
                        <a:pt x="11" y="21"/>
                        <a:pt x="11" y="20"/>
                      </a:cubicBezTo>
                      <a:cubicBezTo>
                        <a:pt x="13" y="19"/>
                        <a:pt x="13" y="17"/>
                        <a:pt x="14" y="1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4" name="işḷîḑe"/>
                <p:cNvSpPr/>
                <p:nvPr/>
              </p:nvSpPr>
              <p:spPr bwMode="auto">
                <a:xfrm>
                  <a:off x="6310313" y="3136900"/>
                  <a:ext cx="406400" cy="554038"/>
                </a:xfrm>
                <a:custGeom>
                  <a:avLst/>
                  <a:gdLst>
                    <a:gd name="T0" fmla="*/ 101 w 123"/>
                    <a:gd name="T1" fmla="*/ 9 h 166"/>
                    <a:gd name="T2" fmla="*/ 96 w 123"/>
                    <a:gd name="T3" fmla="*/ 0 h 166"/>
                    <a:gd name="T4" fmla="*/ 76 w 123"/>
                    <a:gd name="T5" fmla="*/ 23 h 166"/>
                    <a:gd name="T6" fmla="*/ 66 w 123"/>
                    <a:gd name="T7" fmla="*/ 20 h 166"/>
                    <a:gd name="T8" fmla="*/ 69 w 123"/>
                    <a:gd name="T9" fmla="*/ 29 h 166"/>
                    <a:gd name="T10" fmla="*/ 64 w 123"/>
                    <a:gd name="T11" fmla="*/ 38 h 166"/>
                    <a:gd name="T12" fmla="*/ 71 w 123"/>
                    <a:gd name="T13" fmla="*/ 37 h 166"/>
                    <a:gd name="T14" fmla="*/ 78 w 123"/>
                    <a:gd name="T15" fmla="*/ 38 h 166"/>
                    <a:gd name="T16" fmla="*/ 104 w 123"/>
                    <a:gd name="T17" fmla="*/ 37 h 166"/>
                    <a:gd name="T18" fmla="*/ 97 w 123"/>
                    <a:gd name="T19" fmla="*/ 43 h 166"/>
                    <a:gd name="T20" fmla="*/ 85 w 123"/>
                    <a:gd name="T21" fmla="*/ 56 h 166"/>
                    <a:gd name="T22" fmla="*/ 78 w 123"/>
                    <a:gd name="T23" fmla="*/ 67 h 166"/>
                    <a:gd name="T24" fmla="*/ 72 w 123"/>
                    <a:gd name="T25" fmla="*/ 62 h 166"/>
                    <a:gd name="T26" fmla="*/ 72 w 123"/>
                    <a:gd name="T27" fmla="*/ 48 h 166"/>
                    <a:gd name="T28" fmla="*/ 63 w 123"/>
                    <a:gd name="T29" fmla="*/ 57 h 166"/>
                    <a:gd name="T30" fmla="*/ 56 w 123"/>
                    <a:gd name="T31" fmla="*/ 57 h 166"/>
                    <a:gd name="T32" fmla="*/ 61 w 123"/>
                    <a:gd name="T33" fmla="*/ 66 h 166"/>
                    <a:gd name="T34" fmla="*/ 59 w 123"/>
                    <a:gd name="T35" fmla="*/ 70 h 166"/>
                    <a:gd name="T36" fmla="*/ 68 w 123"/>
                    <a:gd name="T37" fmla="*/ 74 h 166"/>
                    <a:gd name="T38" fmla="*/ 68 w 123"/>
                    <a:gd name="T39" fmla="*/ 78 h 166"/>
                    <a:gd name="T40" fmla="*/ 40 w 123"/>
                    <a:gd name="T41" fmla="*/ 92 h 166"/>
                    <a:gd name="T42" fmla="*/ 24 w 123"/>
                    <a:gd name="T43" fmla="*/ 99 h 166"/>
                    <a:gd name="T44" fmla="*/ 3 w 123"/>
                    <a:gd name="T45" fmla="*/ 105 h 166"/>
                    <a:gd name="T46" fmla="*/ 2 w 123"/>
                    <a:gd name="T47" fmla="*/ 112 h 166"/>
                    <a:gd name="T48" fmla="*/ 14 w 123"/>
                    <a:gd name="T49" fmla="*/ 120 h 166"/>
                    <a:gd name="T50" fmla="*/ 32 w 123"/>
                    <a:gd name="T51" fmla="*/ 108 h 166"/>
                    <a:gd name="T52" fmla="*/ 55 w 123"/>
                    <a:gd name="T53" fmla="*/ 93 h 166"/>
                    <a:gd name="T54" fmla="*/ 63 w 123"/>
                    <a:gd name="T55" fmla="*/ 89 h 166"/>
                    <a:gd name="T56" fmla="*/ 82 w 123"/>
                    <a:gd name="T57" fmla="*/ 83 h 166"/>
                    <a:gd name="T58" fmla="*/ 82 w 123"/>
                    <a:gd name="T59" fmla="*/ 86 h 166"/>
                    <a:gd name="T60" fmla="*/ 74 w 123"/>
                    <a:gd name="T61" fmla="*/ 97 h 166"/>
                    <a:gd name="T62" fmla="*/ 61 w 123"/>
                    <a:gd name="T63" fmla="*/ 107 h 166"/>
                    <a:gd name="T64" fmla="*/ 64 w 123"/>
                    <a:gd name="T65" fmla="*/ 118 h 166"/>
                    <a:gd name="T66" fmla="*/ 55 w 123"/>
                    <a:gd name="T67" fmla="*/ 126 h 166"/>
                    <a:gd name="T68" fmla="*/ 40 w 123"/>
                    <a:gd name="T69" fmla="*/ 129 h 166"/>
                    <a:gd name="T70" fmla="*/ 30 w 123"/>
                    <a:gd name="T71" fmla="*/ 130 h 166"/>
                    <a:gd name="T72" fmla="*/ 35 w 123"/>
                    <a:gd name="T73" fmla="*/ 141 h 166"/>
                    <a:gd name="T74" fmla="*/ 38 w 123"/>
                    <a:gd name="T75" fmla="*/ 141 h 166"/>
                    <a:gd name="T76" fmla="*/ 56 w 123"/>
                    <a:gd name="T77" fmla="*/ 133 h 166"/>
                    <a:gd name="T78" fmla="*/ 63 w 123"/>
                    <a:gd name="T79" fmla="*/ 141 h 166"/>
                    <a:gd name="T80" fmla="*/ 56 w 123"/>
                    <a:gd name="T81" fmla="*/ 154 h 166"/>
                    <a:gd name="T82" fmla="*/ 53 w 123"/>
                    <a:gd name="T83" fmla="*/ 154 h 166"/>
                    <a:gd name="T84" fmla="*/ 49 w 123"/>
                    <a:gd name="T85" fmla="*/ 154 h 166"/>
                    <a:gd name="T86" fmla="*/ 46 w 123"/>
                    <a:gd name="T87" fmla="*/ 156 h 166"/>
                    <a:gd name="T88" fmla="*/ 56 w 123"/>
                    <a:gd name="T89" fmla="*/ 166 h 166"/>
                    <a:gd name="T90" fmla="*/ 71 w 123"/>
                    <a:gd name="T91" fmla="*/ 160 h 166"/>
                    <a:gd name="T92" fmla="*/ 75 w 123"/>
                    <a:gd name="T93" fmla="*/ 146 h 166"/>
                    <a:gd name="T94" fmla="*/ 80 w 123"/>
                    <a:gd name="T95" fmla="*/ 124 h 166"/>
                    <a:gd name="T96" fmla="*/ 94 w 123"/>
                    <a:gd name="T97" fmla="*/ 120 h 166"/>
                    <a:gd name="T98" fmla="*/ 81 w 123"/>
                    <a:gd name="T99" fmla="*/ 117 h 166"/>
                    <a:gd name="T100" fmla="*/ 72 w 123"/>
                    <a:gd name="T101" fmla="*/ 107 h 166"/>
                    <a:gd name="T102" fmla="*/ 78 w 123"/>
                    <a:gd name="T103" fmla="*/ 96 h 166"/>
                    <a:gd name="T104" fmla="*/ 92 w 123"/>
                    <a:gd name="T105" fmla="*/ 89 h 166"/>
                    <a:gd name="T106" fmla="*/ 102 w 123"/>
                    <a:gd name="T107" fmla="*/ 78 h 166"/>
                    <a:gd name="T108" fmla="*/ 95 w 123"/>
                    <a:gd name="T109" fmla="*/ 61 h 166"/>
                    <a:gd name="T110" fmla="*/ 109 w 123"/>
                    <a:gd name="T111" fmla="*/ 48 h 166"/>
                    <a:gd name="T112" fmla="*/ 116 w 123"/>
                    <a:gd name="T113" fmla="*/ 42 h 166"/>
                    <a:gd name="T114" fmla="*/ 121 w 123"/>
                    <a:gd name="T115" fmla="*/ 32 h 166"/>
                    <a:gd name="T116" fmla="*/ 116 w 123"/>
                    <a:gd name="T117" fmla="*/ 17 h 166"/>
                    <a:gd name="T118" fmla="*/ 104 w 123"/>
                    <a:gd name="T119" fmla="*/ 20 h 166"/>
                    <a:gd name="T120" fmla="*/ 93 w 123"/>
                    <a:gd name="T121" fmla="*/ 21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23" h="166">
                      <a:moveTo>
                        <a:pt x="93" y="21"/>
                      </a:moveTo>
                      <a:cubicBezTo>
                        <a:pt x="94" y="14"/>
                        <a:pt x="98" y="14"/>
                        <a:pt x="101" y="9"/>
                      </a:cubicBezTo>
                      <a:cubicBezTo>
                        <a:pt x="101" y="8"/>
                        <a:pt x="101" y="8"/>
                        <a:pt x="101" y="8"/>
                      </a:cubicBezTo>
                      <a:cubicBezTo>
                        <a:pt x="101" y="5"/>
                        <a:pt x="97" y="1"/>
                        <a:pt x="96" y="0"/>
                      </a:cubicBezTo>
                      <a:cubicBezTo>
                        <a:pt x="89" y="3"/>
                        <a:pt x="91" y="6"/>
                        <a:pt x="88" y="13"/>
                      </a:cubicBezTo>
                      <a:cubicBezTo>
                        <a:pt x="85" y="17"/>
                        <a:pt x="82" y="23"/>
                        <a:pt x="76" y="23"/>
                      </a:cubicBezTo>
                      <a:cubicBezTo>
                        <a:pt x="75" y="23"/>
                        <a:pt x="70" y="18"/>
                        <a:pt x="67" y="17"/>
                      </a:cubicBezTo>
                      <a:cubicBezTo>
                        <a:pt x="66" y="20"/>
                        <a:pt x="66" y="20"/>
                        <a:pt x="66" y="20"/>
                      </a:cubicBezTo>
                      <a:cubicBezTo>
                        <a:pt x="67" y="23"/>
                        <a:pt x="69" y="24"/>
                        <a:pt x="69" y="28"/>
                      </a:cubicBezTo>
                      <a:cubicBezTo>
                        <a:pt x="69" y="29"/>
                        <a:pt x="69" y="29"/>
                        <a:pt x="69" y="29"/>
                      </a:cubicBezTo>
                      <a:cubicBezTo>
                        <a:pt x="69" y="29"/>
                        <a:pt x="63" y="36"/>
                        <a:pt x="62" y="37"/>
                      </a:cubicBezTo>
                      <a:cubicBezTo>
                        <a:pt x="63" y="38"/>
                        <a:pt x="61" y="38"/>
                        <a:pt x="64" y="38"/>
                      </a:cubicBezTo>
                      <a:cubicBezTo>
                        <a:pt x="64" y="38"/>
                        <a:pt x="64" y="38"/>
                        <a:pt x="64" y="38"/>
                      </a:cubicBezTo>
                      <a:cubicBezTo>
                        <a:pt x="71" y="37"/>
                        <a:pt x="71" y="37"/>
                        <a:pt x="71" y="37"/>
                      </a:cubicBezTo>
                      <a:cubicBezTo>
                        <a:pt x="74" y="37"/>
                        <a:pt x="74" y="38"/>
                        <a:pt x="78" y="38"/>
                      </a:cubicBezTo>
                      <a:cubicBezTo>
                        <a:pt x="78" y="38"/>
                        <a:pt x="78" y="38"/>
                        <a:pt x="78" y="38"/>
                      </a:cubicBezTo>
                      <a:cubicBezTo>
                        <a:pt x="79" y="38"/>
                        <a:pt x="84" y="33"/>
                        <a:pt x="91" y="32"/>
                      </a:cubicBezTo>
                      <a:cubicBezTo>
                        <a:pt x="96" y="31"/>
                        <a:pt x="104" y="30"/>
                        <a:pt x="104" y="37"/>
                      </a:cubicBezTo>
                      <a:cubicBezTo>
                        <a:pt x="104" y="39"/>
                        <a:pt x="102" y="41"/>
                        <a:pt x="101" y="43"/>
                      </a:cubicBezTo>
                      <a:cubicBezTo>
                        <a:pt x="98" y="43"/>
                        <a:pt x="99" y="43"/>
                        <a:pt x="97" y="43"/>
                      </a:cubicBezTo>
                      <a:cubicBezTo>
                        <a:pt x="96" y="43"/>
                        <a:pt x="93" y="42"/>
                        <a:pt x="92" y="41"/>
                      </a:cubicBezTo>
                      <a:cubicBezTo>
                        <a:pt x="85" y="46"/>
                        <a:pt x="88" y="49"/>
                        <a:pt x="85" y="56"/>
                      </a:cubicBezTo>
                      <a:cubicBezTo>
                        <a:pt x="84" y="57"/>
                        <a:pt x="81" y="64"/>
                        <a:pt x="81" y="64"/>
                      </a:cubicBezTo>
                      <a:cubicBezTo>
                        <a:pt x="80" y="66"/>
                        <a:pt x="80" y="64"/>
                        <a:pt x="78" y="67"/>
                      </a:cubicBezTo>
                      <a:cubicBezTo>
                        <a:pt x="77" y="70"/>
                        <a:pt x="78" y="68"/>
                        <a:pt x="76" y="70"/>
                      </a:cubicBezTo>
                      <a:cubicBezTo>
                        <a:pt x="74" y="67"/>
                        <a:pt x="72" y="66"/>
                        <a:pt x="72" y="62"/>
                      </a:cubicBezTo>
                      <a:cubicBezTo>
                        <a:pt x="72" y="61"/>
                        <a:pt x="75" y="55"/>
                        <a:pt x="76" y="54"/>
                      </a:cubicBezTo>
                      <a:cubicBezTo>
                        <a:pt x="75" y="51"/>
                        <a:pt x="75" y="48"/>
                        <a:pt x="72" y="48"/>
                      </a:cubicBezTo>
                      <a:cubicBezTo>
                        <a:pt x="71" y="48"/>
                        <a:pt x="70" y="49"/>
                        <a:pt x="70" y="49"/>
                      </a:cubicBezTo>
                      <a:cubicBezTo>
                        <a:pt x="70" y="55"/>
                        <a:pt x="67" y="55"/>
                        <a:pt x="63" y="57"/>
                      </a:cubicBezTo>
                      <a:cubicBezTo>
                        <a:pt x="62" y="56"/>
                        <a:pt x="60" y="55"/>
                        <a:pt x="59" y="55"/>
                      </a:cubicBezTo>
                      <a:cubicBezTo>
                        <a:pt x="58" y="55"/>
                        <a:pt x="56" y="57"/>
                        <a:pt x="56" y="57"/>
                      </a:cubicBezTo>
                      <a:cubicBezTo>
                        <a:pt x="58" y="60"/>
                        <a:pt x="59" y="60"/>
                        <a:pt x="61" y="64"/>
                      </a:cubicBezTo>
                      <a:cubicBezTo>
                        <a:pt x="61" y="66"/>
                        <a:pt x="61" y="66"/>
                        <a:pt x="61" y="66"/>
                      </a:cubicBezTo>
                      <a:cubicBezTo>
                        <a:pt x="61" y="67"/>
                        <a:pt x="61" y="67"/>
                        <a:pt x="61" y="67"/>
                      </a:cubicBezTo>
                      <a:cubicBezTo>
                        <a:pt x="59" y="70"/>
                        <a:pt x="59" y="70"/>
                        <a:pt x="59" y="70"/>
                      </a:cubicBezTo>
                      <a:cubicBezTo>
                        <a:pt x="60" y="71"/>
                        <a:pt x="58" y="71"/>
                        <a:pt x="61" y="71"/>
                      </a:cubicBezTo>
                      <a:cubicBezTo>
                        <a:pt x="64" y="71"/>
                        <a:pt x="66" y="72"/>
                        <a:pt x="68" y="74"/>
                      </a:cubicBezTo>
                      <a:cubicBezTo>
                        <a:pt x="68" y="75"/>
                        <a:pt x="68" y="75"/>
                        <a:pt x="68" y="75"/>
                      </a:cubicBezTo>
                      <a:cubicBezTo>
                        <a:pt x="68" y="78"/>
                        <a:pt x="68" y="78"/>
                        <a:pt x="68" y="78"/>
                      </a:cubicBezTo>
                      <a:cubicBezTo>
                        <a:pt x="68" y="82"/>
                        <a:pt x="58" y="85"/>
                        <a:pt x="55" y="86"/>
                      </a:cubicBezTo>
                      <a:cubicBezTo>
                        <a:pt x="50" y="88"/>
                        <a:pt x="44" y="91"/>
                        <a:pt x="40" y="92"/>
                      </a:cubicBezTo>
                      <a:cubicBezTo>
                        <a:pt x="36" y="94"/>
                        <a:pt x="35" y="94"/>
                        <a:pt x="32" y="96"/>
                      </a:cubicBezTo>
                      <a:cubicBezTo>
                        <a:pt x="29" y="97"/>
                        <a:pt x="27" y="97"/>
                        <a:pt x="24" y="99"/>
                      </a:cubicBezTo>
                      <a:cubicBezTo>
                        <a:pt x="20" y="101"/>
                        <a:pt x="13" y="104"/>
                        <a:pt x="9" y="104"/>
                      </a:cubicBezTo>
                      <a:cubicBezTo>
                        <a:pt x="3" y="105"/>
                        <a:pt x="3" y="105"/>
                        <a:pt x="3" y="105"/>
                      </a:cubicBezTo>
                      <a:cubicBezTo>
                        <a:pt x="1" y="105"/>
                        <a:pt x="1" y="106"/>
                        <a:pt x="0" y="107"/>
                      </a:cubicBezTo>
                      <a:cubicBezTo>
                        <a:pt x="0" y="108"/>
                        <a:pt x="0" y="111"/>
                        <a:pt x="2" y="112"/>
                      </a:cubicBezTo>
                      <a:cubicBezTo>
                        <a:pt x="4" y="114"/>
                        <a:pt x="3" y="114"/>
                        <a:pt x="5" y="115"/>
                      </a:cubicBezTo>
                      <a:cubicBezTo>
                        <a:pt x="6" y="116"/>
                        <a:pt x="12" y="119"/>
                        <a:pt x="14" y="120"/>
                      </a:cubicBezTo>
                      <a:cubicBezTo>
                        <a:pt x="15" y="119"/>
                        <a:pt x="15" y="119"/>
                        <a:pt x="17" y="119"/>
                      </a:cubicBezTo>
                      <a:cubicBezTo>
                        <a:pt x="20" y="119"/>
                        <a:pt x="30" y="110"/>
                        <a:pt x="32" y="108"/>
                      </a:cubicBezTo>
                      <a:cubicBezTo>
                        <a:pt x="36" y="104"/>
                        <a:pt x="42" y="101"/>
                        <a:pt x="47" y="98"/>
                      </a:cubicBezTo>
                      <a:cubicBezTo>
                        <a:pt x="50" y="96"/>
                        <a:pt x="52" y="95"/>
                        <a:pt x="55" y="93"/>
                      </a:cubicBezTo>
                      <a:cubicBezTo>
                        <a:pt x="57" y="92"/>
                        <a:pt x="58" y="92"/>
                        <a:pt x="59" y="91"/>
                      </a:cubicBezTo>
                      <a:cubicBezTo>
                        <a:pt x="61" y="90"/>
                        <a:pt x="61" y="90"/>
                        <a:pt x="63" y="89"/>
                      </a:cubicBezTo>
                      <a:cubicBezTo>
                        <a:pt x="68" y="87"/>
                        <a:pt x="74" y="80"/>
                        <a:pt x="79" y="80"/>
                      </a:cubicBezTo>
                      <a:cubicBezTo>
                        <a:pt x="81" y="80"/>
                        <a:pt x="82" y="82"/>
                        <a:pt x="82" y="83"/>
                      </a:cubicBezTo>
                      <a:cubicBezTo>
                        <a:pt x="82" y="85"/>
                        <a:pt x="82" y="85"/>
                        <a:pt x="82" y="85"/>
                      </a:cubicBezTo>
                      <a:cubicBezTo>
                        <a:pt x="82" y="86"/>
                        <a:pt x="82" y="86"/>
                        <a:pt x="82" y="86"/>
                      </a:cubicBezTo>
                      <a:cubicBezTo>
                        <a:pt x="80" y="90"/>
                        <a:pt x="79" y="89"/>
                        <a:pt x="78" y="93"/>
                      </a:cubicBezTo>
                      <a:cubicBezTo>
                        <a:pt x="75" y="94"/>
                        <a:pt x="75" y="94"/>
                        <a:pt x="74" y="97"/>
                      </a:cubicBezTo>
                      <a:cubicBezTo>
                        <a:pt x="69" y="98"/>
                        <a:pt x="71" y="99"/>
                        <a:pt x="67" y="101"/>
                      </a:cubicBezTo>
                      <a:cubicBezTo>
                        <a:pt x="63" y="103"/>
                        <a:pt x="63" y="103"/>
                        <a:pt x="61" y="107"/>
                      </a:cubicBezTo>
                      <a:cubicBezTo>
                        <a:pt x="61" y="110"/>
                        <a:pt x="64" y="114"/>
                        <a:pt x="64" y="117"/>
                      </a:cubicBezTo>
                      <a:cubicBezTo>
                        <a:pt x="64" y="118"/>
                        <a:pt x="64" y="118"/>
                        <a:pt x="64" y="118"/>
                      </a:cubicBezTo>
                      <a:cubicBezTo>
                        <a:pt x="64" y="119"/>
                        <a:pt x="64" y="119"/>
                        <a:pt x="64" y="119"/>
                      </a:cubicBezTo>
                      <a:cubicBezTo>
                        <a:pt x="61" y="123"/>
                        <a:pt x="60" y="125"/>
                        <a:pt x="55" y="126"/>
                      </a:cubicBezTo>
                      <a:cubicBezTo>
                        <a:pt x="51" y="127"/>
                        <a:pt x="43" y="129"/>
                        <a:pt x="41" y="129"/>
                      </a:cubicBezTo>
                      <a:cubicBezTo>
                        <a:pt x="40" y="129"/>
                        <a:pt x="40" y="129"/>
                        <a:pt x="40" y="129"/>
                      </a:cubicBezTo>
                      <a:cubicBezTo>
                        <a:pt x="32" y="130"/>
                        <a:pt x="32" y="130"/>
                        <a:pt x="32" y="130"/>
                      </a:cubicBezTo>
                      <a:cubicBezTo>
                        <a:pt x="30" y="130"/>
                        <a:pt x="30" y="130"/>
                        <a:pt x="30" y="130"/>
                      </a:cubicBezTo>
                      <a:cubicBezTo>
                        <a:pt x="27" y="132"/>
                        <a:pt x="27" y="132"/>
                        <a:pt x="27" y="132"/>
                      </a:cubicBezTo>
                      <a:cubicBezTo>
                        <a:pt x="30" y="136"/>
                        <a:pt x="30" y="138"/>
                        <a:pt x="35" y="141"/>
                      </a:cubicBezTo>
                      <a:cubicBezTo>
                        <a:pt x="36" y="141"/>
                        <a:pt x="36" y="141"/>
                        <a:pt x="36" y="141"/>
                      </a:cubicBezTo>
                      <a:cubicBezTo>
                        <a:pt x="38" y="141"/>
                        <a:pt x="38" y="141"/>
                        <a:pt x="38" y="141"/>
                      </a:cubicBezTo>
                      <a:cubicBezTo>
                        <a:pt x="39" y="141"/>
                        <a:pt x="39" y="141"/>
                        <a:pt x="39" y="141"/>
                      </a:cubicBezTo>
                      <a:cubicBezTo>
                        <a:pt x="43" y="138"/>
                        <a:pt x="51" y="133"/>
                        <a:pt x="56" y="133"/>
                      </a:cubicBezTo>
                      <a:cubicBezTo>
                        <a:pt x="58" y="133"/>
                        <a:pt x="58" y="133"/>
                        <a:pt x="58" y="133"/>
                      </a:cubicBezTo>
                      <a:cubicBezTo>
                        <a:pt x="62" y="133"/>
                        <a:pt x="63" y="137"/>
                        <a:pt x="63" y="141"/>
                      </a:cubicBezTo>
                      <a:cubicBezTo>
                        <a:pt x="63" y="143"/>
                        <a:pt x="63" y="143"/>
                        <a:pt x="63" y="143"/>
                      </a:cubicBezTo>
                      <a:cubicBezTo>
                        <a:pt x="63" y="150"/>
                        <a:pt x="60" y="152"/>
                        <a:pt x="56" y="154"/>
                      </a:cubicBezTo>
                      <a:cubicBezTo>
                        <a:pt x="55" y="154"/>
                        <a:pt x="55" y="154"/>
                        <a:pt x="55" y="154"/>
                      </a:cubicBezTo>
                      <a:cubicBezTo>
                        <a:pt x="53" y="154"/>
                        <a:pt x="53" y="154"/>
                        <a:pt x="53" y="154"/>
                      </a:cubicBezTo>
                      <a:cubicBezTo>
                        <a:pt x="52" y="154"/>
                        <a:pt x="52" y="154"/>
                        <a:pt x="51" y="153"/>
                      </a:cubicBezTo>
                      <a:cubicBezTo>
                        <a:pt x="50" y="154"/>
                        <a:pt x="50" y="154"/>
                        <a:pt x="49" y="154"/>
                      </a:cubicBezTo>
                      <a:cubicBezTo>
                        <a:pt x="47" y="154"/>
                        <a:pt x="47" y="154"/>
                        <a:pt x="47" y="154"/>
                      </a:cubicBezTo>
                      <a:cubicBezTo>
                        <a:pt x="47" y="155"/>
                        <a:pt x="46" y="155"/>
                        <a:pt x="46" y="156"/>
                      </a:cubicBezTo>
                      <a:cubicBezTo>
                        <a:pt x="46" y="158"/>
                        <a:pt x="53" y="165"/>
                        <a:pt x="55" y="166"/>
                      </a:cubicBezTo>
                      <a:cubicBezTo>
                        <a:pt x="56" y="166"/>
                        <a:pt x="56" y="166"/>
                        <a:pt x="56" y="166"/>
                      </a:cubicBezTo>
                      <a:cubicBezTo>
                        <a:pt x="61" y="166"/>
                        <a:pt x="61" y="166"/>
                        <a:pt x="61" y="166"/>
                      </a:cubicBezTo>
                      <a:cubicBezTo>
                        <a:pt x="66" y="166"/>
                        <a:pt x="69" y="163"/>
                        <a:pt x="71" y="160"/>
                      </a:cubicBezTo>
                      <a:cubicBezTo>
                        <a:pt x="74" y="155"/>
                        <a:pt x="74" y="151"/>
                        <a:pt x="76" y="148"/>
                      </a:cubicBezTo>
                      <a:cubicBezTo>
                        <a:pt x="75" y="146"/>
                        <a:pt x="75" y="148"/>
                        <a:pt x="75" y="146"/>
                      </a:cubicBezTo>
                      <a:cubicBezTo>
                        <a:pt x="75" y="138"/>
                        <a:pt x="75" y="138"/>
                        <a:pt x="75" y="138"/>
                      </a:cubicBezTo>
                      <a:cubicBezTo>
                        <a:pt x="75" y="130"/>
                        <a:pt x="74" y="128"/>
                        <a:pt x="80" y="124"/>
                      </a:cubicBezTo>
                      <a:cubicBezTo>
                        <a:pt x="81" y="124"/>
                        <a:pt x="81" y="124"/>
                        <a:pt x="81" y="124"/>
                      </a:cubicBezTo>
                      <a:cubicBezTo>
                        <a:pt x="90" y="124"/>
                        <a:pt x="90" y="127"/>
                        <a:pt x="94" y="120"/>
                      </a:cubicBezTo>
                      <a:cubicBezTo>
                        <a:pt x="92" y="117"/>
                        <a:pt x="91" y="116"/>
                        <a:pt x="88" y="115"/>
                      </a:cubicBezTo>
                      <a:cubicBezTo>
                        <a:pt x="86" y="116"/>
                        <a:pt x="84" y="117"/>
                        <a:pt x="81" y="117"/>
                      </a:cubicBezTo>
                      <a:cubicBezTo>
                        <a:pt x="79" y="117"/>
                        <a:pt x="79" y="117"/>
                        <a:pt x="79" y="117"/>
                      </a:cubicBezTo>
                      <a:cubicBezTo>
                        <a:pt x="77" y="116"/>
                        <a:pt x="72" y="109"/>
                        <a:pt x="72" y="107"/>
                      </a:cubicBezTo>
                      <a:cubicBezTo>
                        <a:pt x="72" y="105"/>
                        <a:pt x="72" y="105"/>
                        <a:pt x="72" y="105"/>
                      </a:cubicBezTo>
                      <a:cubicBezTo>
                        <a:pt x="72" y="99"/>
                        <a:pt x="75" y="100"/>
                        <a:pt x="78" y="96"/>
                      </a:cubicBezTo>
                      <a:cubicBezTo>
                        <a:pt x="80" y="96"/>
                        <a:pt x="80" y="96"/>
                        <a:pt x="80" y="96"/>
                      </a:cubicBezTo>
                      <a:cubicBezTo>
                        <a:pt x="82" y="93"/>
                        <a:pt x="89" y="90"/>
                        <a:pt x="92" y="89"/>
                      </a:cubicBezTo>
                      <a:cubicBezTo>
                        <a:pt x="95" y="87"/>
                        <a:pt x="101" y="83"/>
                        <a:pt x="101" y="80"/>
                      </a:cubicBezTo>
                      <a:cubicBezTo>
                        <a:pt x="101" y="77"/>
                        <a:pt x="101" y="79"/>
                        <a:pt x="102" y="78"/>
                      </a:cubicBezTo>
                      <a:cubicBezTo>
                        <a:pt x="101" y="77"/>
                        <a:pt x="101" y="79"/>
                        <a:pt x="101" y="77"/>
                      </a:cubicBezTo>
                      <a:cubicBezTo>
                        <a:pt x="101" y="73"/>
                        <a:pt x="96" y="64"/>
                        <a:pt x="95" y="61"/>
                      </a:cubicBezTo>
                      <a:cubicBezTo>
                        <a:pt x="95" y="61"/>
                        <a:pt x="101" y="55"/>
                        <a:pt x="102" y="55"/>
                      </a:cubicBezTo>
                      <a:cubicBezTo>
                        <a:pt x="104" y="52"/>
                        <a:pt x="106" y="51"/>
                        <a:pt x="109" y="48"/>
                      </a:cubicBezTo>
                      <a:cubicBezTo>
                        <a:pt x="110" y="47"/>
                        <a:pt x="112" y="46"/>
                        <a:pt x="113" y="45"/>
                      </a:cubicBezTo>
                      <a:cubicBezTo>
                        <a:pt x="114" y="44"/>
                        <a:pt x="115" y="43"/>
                        <a:pt x="116" y="42"/>
                      </a:cubicBezTo>
                      <a:cubicBezTo>
                        <a:pt x="118" y="39"/>
                        <a:pt x="118" y="35"/>
                        <a:pt x="121" y="34"/>
                      </a:cubicBezTo>
                      <a:cubicBezTo>
                        <a:pt x="121" y="32"/>
                        <a:pt x="121" y="32"/>
                        <a:pt x="121" y="32"/>
                      </a:cubicBezTo>
                      <a:cubicBezTo>
                        <a:pt x="121" y="27"/>
                        <a:pt x="123" y="30"/>
                        <a:pt x="120" y="24"/>
                      </a:cubicBezTo>
                      <a:cubicBezTo>
                        <a:pt x="118" y="20"/>
                        <a:pt x="118" y="20"/>
                        <a:pt x="116" y="17"/>
                      </a:cubicBezTo>
                      <a:cubicBezTo>
                        <a:pt x="113" y="17"/>
                        <a:pt x="113" y="17"/>
                        <a:pt x="113" y="17"/>
                      </a:cubicBezTo>
                      <a:cubicBezTo>
                        <a:pt x="111" y="17"/>
                        <a:pt x="105" y="19"/>
                        <a:pt x="104" y="20"/>
                      </a:cubicBezTo>
                      <a:cubicBezTo>
                        <a:pt x="101" y="23"/>
                        <a:pt x="102" y="23"/>
                        <a:pt x="96" y="24"/>
                      </a:cubicBezTo>
                      <a:lnTo>
                        <a:pt x="93" y="2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5" name="íṥḻiďê"/>
                <p:cNvSpPr/>
                <p:nvPr/>
              </p:nvSpPr>
              <p:spPr bwMode="auto">
                <a:xfrm>
                  <a:off x="5159376" y="3357563"/>
                  <a:ext cx="117475" cy="366713"/>
                </a:xfrm>
                <a:custGeom>
                  <a:avLst/>
                  <a:gdLst>
                    <a:gd name="T0" fmla="*/ 23 w 36"/>
                    <a:gd name="T1" fmla="*/ 14 h 110"/>
                    <a:gd name="T2" fmla="*/ 23 w 36"/>
                    <a:gd name="T3" fmla="*/ 12 h 110"/>
                    <a:gd name="T4" fmla="*/ 18 w 36"/>
                    <a:gd name="T5" fmla="*/ 6 h 110"/>
                    <a:gd name="T6" fmla="*/ 13 w 36"/>
                    <a:gd name="T7" fmla="*/ 0 h 110"/>
                    <a:gd name="T8" fmla="*/ 11 w 36"/>
                    <a:gd name="T9" fmla="*/ 4 h 110"/>
                    <a:gd name="T10" fmla="*/ 13 w 36"/>
                    <a:gd name="T11" fmla="*/ 16 h 110"/>
                    <a:gd name="T12" fmla="*/ 12 w 36"/>
                    <a:gd name="T13" fmla="*/ 34 h 110"/>
                    <a:gd name="T14" fmla="*/ 7 w 36"/>
                    <a:gd name="T15" fmla="*/ 65 h 110"/>
                    <a:gd name="T16" fmla="*/ 3 w 36"/>
                    <a:gd name="T17" fmla="*/ 80 h 110"/>
                    <a:gd name="T18" fmla="*/ 0 w 36"/>
                    <a:gd name="T19" fmla="*/ 95 h 110"/>
                    <a:gd name="T20" fmla="*/ 0 w 36"/>
                    <a:gd name="T21" fmla="*/ 98 h 110"/>
                    <a:gd name="T22" fmla="*/ 0 w 36"/>
                    <a:gd name="T23" fmla="*/ 100 h 110"/>
                    <a:gd name="T24" fmla="*/ 4 w 36"/>
                    <a:gd name="T25" fmla="*/ 105 h 110"/>
                    <a:gd name="T26" fmla="*/ 9 w 36"/>
                    <a:gd name="T27" fmla="*/ 110 h 110"/>
                    <a:gd name="T28" fmla="*/ 15 w 36"/>
                    <a:gd name="T29" fmla="*/ 104 h 110"/>
                    <a:gd name="T30" fmla="*/ 18 w 36"/>
                    <a:gd name="T31" fmla="*/ 96 h 110"/>
                    <a:gd name="T32" fmla="*/ 18 w 36"/>
                    <a:gd name="T33" fmla="*/ 90 h 110"/>
                    <a:gd name="T34" fmla="*/ 21 w 36"/>
                    <a:gd name="T35" fmla="*/ 71 h 110"/>
                    <a:gd name="T36" fmla="*/ 25 w 36"/>
                    <a:gd name="T37" fmla="*/ 53 h 110"/>
                    <a:gd name="T38" fmla="*/ 30 w 36"/>
                    <a:gd name="T39" fmla="*/ 36 h 110"/>
                    <a:gd name="T40" fmla="*/ 35 w 36"/>
                    <a:gd name="T41" fmla="*/ 20 h 110"/>
                    <a:gd name="T42" fmla="*/ 33 w 36"/>
                    <a:gd name="T43" fmla="*/ 20 h 110"/>
                    <a:gd name="T44" fmla="*/ 30 w 36"/>
                    <a:gd name="T45" fmla="*/ 22 h 110"/>
                    <a:gd name="T46" fmla="*/ 23 w 36"/>
                    <a:gd name="T47" fmla="*/ 17 h 110"/>
                    <a:gd name="T48" fmla="*/ 23 w 36"/>
                    <a:gd name="T49" fmla="*/ 15 h 110"/>
                    <a:gd name="T50" fmla="*/ 23 w 36"/>
                    <a:gd name="T51" fmla="*/ 14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6" h="110">
                      <a:moveTo>
                        <a:pt x="23" y="14"/>
                      </a:moveTo>
                      <a:cubicBezTo>
                        <a:pt x="23" y="12"/>
                        <a:pt x="23" y="12"/>
                        <a:pt x="23" y="12"/>
                      </a:cubicBezTo>
                      <a:cubicBezTo>
                        <a:pt x="21" y="8"/>
                        <a:pt x="22" y="9"/>
                        <a:pt x="18" y="6"/>
                      </a:cubicBezTo>
                      <a:cubicBezTo>
                        <a:pt x="17" y="4"/>
                        <a:pt x="15" y="2"/>
                        <a:pt x="13" y="0"/>
                      </a:cubicBezTo>
                      <a:cubicBezTo>
                        <a:pt x="12" y="1"/>
                        <a:pt x="11" y="3"/>
                        <a:pt x="11" y="4"/>
                      </a:cubicBezTo>
                      <a:cubicBezTo>
                        <a:pt x="11" y="7"/>
                        <a:pt x="13" y="12"/>
                        <a:pt x="13" y="16"/>
                      </a:cubicBezTo>
                      <a:cubicBezTo>
                        <a:pt x="12" y="34"/>
                        <a:pt x="12" y="34"/>
                        <a:pt x="12" y="34"/>
                      </a:cubicBezTo>
                      <a:cubicBezTo>
                        <a:pt x="12" y="43"/>
                        <a:pt x="9" y="56"/>
                        <a:pt x="7" y="65"/>
                      </a:cubicBezTo>
                      <a:cubicBezTo>
                        <a:pt x="6" y="72"/>
                        <a:pt x="4" y="75"/>
                        <a:pt x="3" y="80"/>
                      </a:cubicBezTo>
                      <a:cubicBezTo>
                        <a:pt x="2" y="85"/>
                        <a:pt x="0" y="91"/>
                        <a:pt x="0" y="95"/>
                      </a:cubicBezTo>
                      <a:cubicBezTo>
                        <a:pt x="0" y="98"/>
                        <a:pt x="0" y="98"/>
                        <a:pt x="0" y="98"/>
                      </a:cubicBezTo>
                      <a:cubicBezTo>
                        <a:pt x="0" y="100"/>
                        <a:pt x="0" y="100"/>
                        <a:pt x="0" y="100"/>
                      </a:cubicBezTo>
                      <a:cubicBezTo>
                        <a:pt x="2" y="102"/>
                        <a:pt x="2" y="103"/>
                        <a:pt x="4" y="105"/>
                      </a:cubicBezTo>
                      <a:cubicBezTo>
                        <a:pt x="6" y="108"/>
                        <a:pt x="7" y="108"/>
                        <a:pt x="9" y="110"/>
                      </a:cubicBezTo>
                      <a:cubicBezTo>
                        <a:pt x="12" y="108"/>
                        <a:pt x="13" y="108"/>
                        <a:pt x="15" y="104"/>
                      </a:cubicBezTo>
                      <a:cubicBezTo>
                        <a:pt x="16" y="102"/>
                        <a:pt x="18" y="99"/>
                        <a:pt x="18" y="96"/>
                      </a:cubicBezTo>
                      <a:cubicBezTo>
                        <a:pt x="18" y="90"/>
                        <a:pt x="18" y="90"/>
                        <a:pt x="18" y="90"/>
                      </a:cubicBezTo>
                      <a:cubicBezTo>
                        <a:pt x="18" y="83"/>
                        <a:pt x="20" y="77"/>
                        <a:pt x="21" y="71"/>
                      </a:cubicBezTo>
                      <a:cubicBezTo>
                        <a:pt x="23" y="65"/>
                        <a:pt x="23" y="59"/>
                        <a:pt x="25" y="53"/>
                      </a:cubicBezTo>
                      <a:cubicBezTo>
                        <a:pt x="26" y="47"/>
                        <a:pt x="29" y="42"/>
                        <a:pt x="30" y="36"/>
                      </a:cubicBezTo>
                      <a:cubicBezTo>
                        <a:pt x="31" y="28"/>
                        <a:pt x="34" y="27"/>
                        <a:pt x="35" y="20"/>
                      </a:cubicBezTo>
                      <a:cubicBezTo>
                        <a:pt x="34" y="19"/>
                        <a:pt x="36" y="20"/>
                        <a:pt x="33" y="20"/>
                      </a:cubicBezTo>
                      <a:cubicBezTo>
                        <a:pt x="33" y="20"/>
                        <a:pt x="30" y="22"/>
                        <a:pt x="30" y="22"/>
                      </a:cubicBezTo>
                      <a:cubicBezTo>
                        <a:pt x="25" y="21"/>
                        <a:pt x="25" y="21"/>
                        <a:pt x="23" y="17"/>
                      </a:cubicBezTo>
                      <a:cubicBezTo>
                        <a:pt x="23" y="15"/>
                        <a:pt x="23" y="15"/>
                        <a:pt x="23" y="15"/>
                      </a:cubicBezTo>
                      <a:lnTo>
                        <a:pt x="23" y="14"/>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nvGrpSpPr>
              <p:cNvPr id="249" name="ïšľîḍê"/>
              <p:cNvGrpSpPr/>
              <p:nvPr/>
            </p:nvGrpSpPr>
            <p:grpSpPr>
              <a:xfrm>
                <a:off x="4412452" y="3781425"/>
                <a:ext cx="2312689" cy="166461"/>
                <a:chOff x="6986588" y="3521075"/>
                <a:chExt cx="1654176" cy="119063"/>
              </a:xfrm>
            </p:grpSpPr>
            <p:sp>
              <p:nvSpPr>
                <p:cNvPr id="250" name="îṩľîḑê"/>
                <p:cNvSpPr/>
                <p:nvPr/>
              </p:nvSpPr>
              <p:spPr bwMode="auto">
                <a:xfrm>
                  <a:off x="6986588" y="3521075"/>
                  <a:ext cx="155575" cy="119063"/>
                </a:xfrm>
                <a:custGeom>
                  <a:avLst/>
                  <a:gdLst>
                    <a:gd name="T0" fmla="*/ 84 w 98"/>
                    <a:gd name="T1" fmla="*/ 0 h 75"/>
                    <a:gd name="T2" fmla="*/ 59 w 98"/>
                    <a:gd name="T3" fmla="*/ 52 h 75"/>
                    <a:gd name="T4" fmla="*/ 57 w 98"/>
                    <a:gd name="T5" fmla="*/ 0 h 75"/>
                    <a:gd name="T6" fmla="*/ 40 w 98"/>
                    <a:gd name="T7" fmla="*/ 0 h 75"/>
                    <a:gd name="T8" fmla="*/ 15 w 98"/>
                    <a:gd name="T9" fmla="*/ 52 h 75"/>
                    <a:gd name="T10" fmla="*/ 15 w 98"/>
                    <a:gd name="T11" fmla="*/ 0 h 75"/>
                    <a:gd name="T12" fmla="*/ 0 w 98"/>
                    <a:gd name="T13" fmla="*/ 0 h 75"/>
                    <a:gd name="T14" fmla="*/ 2 w 98"/>
                    <a:gd name="T15" fmla="*/ 75 h 75"/>
                    <a:gd name="T16" fmla="*/ 19 w 98"/>
                    <a:gd name="T17" fmla="*/ 75 h 75"/>
                    <a:gd name="T18" fmla="*/ 44 w 98"/>
                    <a:gd name="T19" fmla="*/ 21 h 75"/>
                    <a:gd name="T20" fmla="*/ 46 w 98"/>
                    <a:gd name="T21" fmla="*/ 75 h 75"/>
                    <a:gd name="T22" fmla="*/ 63 w 98"/>
                    <a:gd name="T23" fmla="*/ 75 h 75"/>
                    <a:gd name="T24" fmla="*/ 98 w 98"/>
                    <a:gd name="T25" fmla="*/ 0 h 75"/>
                    <a:gd name="T26" fmla="*/ 84 w 98"/>
                    <a:gd name="T27"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98" h="75">
                      <a:moveTo>
                        <a:pt x="84" y="0"/>
                      </a:moveTo>
                      <a:lnTo>
                        <a:pt x="59" y="52"/>
                      </a:lnTo>
                      <a:lnTo>
                        <a:pt x="57" y="0"/>
                      </a:lnTo>
                      <a:lnTo>
                        <a:pt x="40" y="0"/>
                      </a:lnTo>
                      <a:lnTo>
                        <a:pt x="15" y="52"/>
                      </a:lnTo>
                      <a:lnTo>
                        <a:pt x="15" y="0"/>
                      </a:lnTo>
                      <a:lnTo>
                        <a:pt x="0" y="0"/>
                      </a:lnTo>
                      <a:lnTo>
                        <a:pt x="2" y="75"/>
                      </a:lnTo>
                      <a:lnTo>
                        <a:pt x="19" y="75"/>
                      </a:lnTo>
                      <a:lnTo>
                        <a:pt x="44" y="21"/>
                      </a:lnTo>
                      <a:lnTo>
                        <a:pt x="46" y="75"/>
                      </a:lnTo>
                      <a:lnTo>
                        <a:pt x="63" y="75"/>
                      </a:lnTo>
                      <a:lnTo>
                        <a:pt x="98" y="0"/>
                      </a:lnTo>
                      <a:lnTo>
                        <a:pt x="84"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1" name="îṩḷîde"/>
                <p:cNvSpPr/>
                <p:nvPr/>
              </p:nvSpPr>
              <p:spPr bwMode="auto">
                <a:xfrm>
                  <a:off x="7135813" y="3521075"/>
                  <a:ext cx="112713" cy="119063"/>
                </a:xfrm>
                <a:custGeom>
                  <a:avLst/>
                  <a:gdLst>
                    <a:gd name="T0" fmla="*/ 22 w 34"/>
                    <a:gd name="T1" fmla="*/ 20 h 36"/>
                    <a:gd name="T2" fmla="*/ 20 w 34"/>
                    <a:gd name="T3" fmla="*/ 26 h 36"/>
                    <a:gd name="T4" fmla="*/ 18 w 34"/>
                    <a:gd name="T5" fmla="*/ 29 h 36"/>
                    <a:gd name="T6" fmla="*/ 13 w 34"/>
                    <a:gd name="T7" fmla="*/ 30 h 36"/>
                    <a:gd name="T8" fmla="*/ 9 w 34"/>
                    <a:gd name="T9" fmla="*/ 29 h 36"/>
                    <a:gd name="T10" fmla="*/ 7 w 34"/>
                    <a:gd name="T11" fmla="*/ 25 h 36"/>
                    <a:gd name="T12" fmla="*/ 7 w 34"/>
                    <a:gd name="T13" fmla="*/ 24 h 36"/>
                    <a:gd name="T14" fmla="*/ 8 w 34"/>
                    <a:gd name="T15" fmla="*/ 19 h 36"/>
                    <a:gd name="T16" fmla="*/ 12 w 34"/>
                    <a:gd name="T17" fmla="*/ 0 h 36"/>
                    <a:gd name="T18" fmla="*/ 5 w 34"/>
                    <a:gd name="T19" fmla="*/ 0 h 36"/>
                    <a:gd name="T20" fmla="*/ 1 w 34"/>
                    <a:gd name="T21" fmla="*/ 19 h 36"/>
                    <a:gd name="T22" fmla="*/ 0 w 34"/>
                    <a:gd name="T23" fmla="*/ 23 h 36"/>
                    <a:gd name="T24" fmla="*/ 0 w 34"/>
                    <a:gd name="T25" fmla="*/ 25 h 36"/>
                    <a:gd name="T26" fmla="*/ 3 w 34"/>
                    <a:gd name="T27" fmla="*/ 33 h 36"/>
                    <a:gd name="T28" fmla="*/ 13 w 34"/>
                    <a:gd name="T29" fmla="*/ 36 h 36"/>
                    <a:gd name="T30" fmla="*/ 22 w 34"/>
                    <a:gd name="T31" fmla="*/ 34 h 36"/>
                    <a:gd name="T32" fmla="*/ 27 w 34"/>
                    <a:gd name="T33" fmla="*/ 29 h 36"/>
                    <a:gd name="T34" fmla="*/ 30 w 34"/>
                    <a:gd name="T35" fmla="*/ 20 h 36"/>
                    <a:gd name="T36" fmla="*/ 34 w 34"/>
                    <a:gd name="T37" fmla="*/ 0 h 36"/>
                    <a:gd name="T38" fmla="*/ 26 w 34"/>
                    <a:gd name="T39" fmla="*/ 0 h 36"/>
                    <a:gd name="T40" fmla="*/ 22 w 34"/>
                    <a:gd name="T41" fmla="*/ 2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4" h="36">
                      <a:moveTo>
                        <a:pt x="22" y="20"/>
                      </a:moveTo>
                      <a:cubicBezTo>
                        <a:pt x="22" y="23"/>
                        <a:pt x="21" y="25"/>
                        <a:pt x="20" y="26"/>
                      </a:cubicBezTo>
                      <a:cubicBezTo>
                        <a:pt x="20" y="28"/>
                        <a:pt x="19" y="29"/>
                        <a:pt x="18" y="29"/>
                      </a:cubicBezTo>
                      <a:cubicBezTo>
                        <a:pt x="17" y="30"/>
                        <a:pt x="15" y="30"/>
                        <a:pt x="13" y="30"/>
                      </a:cubicBezTo>
                      <a:cubicBezTo>
                        <a:pt x="11" y="30"/>
                        <a:pt x="10" y="30"/>
                        <a:pt x="9" y="29"/>
                      </a:cubicBezTo>
                      <a:cubicBezTo>
                        <a:pt x="8" y="28"/>
                        <a:pt x="7" y="27"/>
                        <a:pt x="7" y="25"/>
                      </a:cubicBezTo>
                      <a:cubicBezTo>
                        <a:pt x="7" y="25"/>
                        <a:pt x="7" y="25"/>
                        <a:pt x="7" y="24"/>
                      </a:cubicBezTo>
                      <a:cubicBezTo>
                        <a:pt x="8" y="19"/>
                        <a:pt x="8" y="19"/>
                        <a:pt x="8" y="19"/>
                      </a:cubicBezTo>
                      <a:cubicBezTo>
                        <a:pt x="12" y="0"/>
                        <a:pt x="12" y="0"/>
                        <a:pt x="12" y="0"/>
                      </a:cubicBezTo>
                      <a:cubicBezTo>
                        <a:pt x="5" y="0"/>
                        <a:pt x="5" y="0"/>
                        <a:pt x="5" y="0"/>
                      </a:cubicBezTo>
                      <a:cubicBezTo>
                        <a:pt x="1" y="19"/>
                        <a:pt x="1" y="19"/>
                        <a:pt x="1" y="19"/>
                      </a:cubicBezTo>
                      <a:cubicBezTo>
                        <a:pt x="1" y="21"/>
                        <a:pt x="0" y="23"/>
                        <a:pt x="0" y="23"/>
                      </a:cubicBezTo>
                      <a:cubicBezTo>
                        <a:pt x="0" y="24"/>
                        <a:pt x="0" y="25"/>
                        <a:pt x="0" y="25"/>
                      </a:cubicBezTo>
                      <a:cubicBezTo>
                        <a:pt x="0" y="29"/>
                        <a:pt x="1" y="31"/>
                        <a:pt x="3" y="33"/>
                      </a:cubicBezTo>
                      <a:cubicBezTo>
                        <a:pt x="6" y="35"/>
                        <a:pt x="9" y="36"/>
                        <a:pt x="13" y="36"/>
                      </a:cubicBezTo>
                      <a:cubicBezTo>
                        <a:pt x="16" y="36"/>
                        <a:pt x="19" y="36"/>
                        <a:pt x="22" y="34"/>
                      </a:cubicBezTo>
                      <a:cubicBezTo>
                        <a:pt x="24" y="33"/>
                        <a:pt x="25" y="31"/>
                        <a:pt x="27" y="29"/>
                      </a:cubicBezTo>
                      <a:cubicBezTo>
                        <a:pt x="28" y="27"/>
                        <a:pt x="29" y="24"/>
                        <a:pt x="30" y="20"/>
                      </a:cubicBezTo>
                      <a:cubicBezTo>
                        <a:pt x="34" y="0"/>
                        <a:pt x="34" y="0"/>
                        <a:pt x="34" y="0"/>
                      </a:cubicBezTo>
                      <a:cubicBezTo>
                        <a:pt x="26" y="0"/>
                        <a:pt x="26" y="0"/>
                        <a:pt x="26" y="0"/>
                      </a:cubicBezTo>
                      <a:lnTo>
                        <a:pt x="22" y="2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2" name="îṣḻîḑê"/>
                <p:cNvSpPr/>
                <p:nvPr/>
              </p:nvSpPr>
              <p:spPr bwMode="auto">
                <a:xfrm>
                  <a:off x="7248526" y="3521075"/>
                  <a:ext cx="114300" cy="119063"/>
                </a:xfrm>
                <a:custGeom>
                  <a:avLst/>
                  <a:gdLst>
                    <a:gd name="T0" fmla="*/ 58 w 72"/>
                    <a:gd name="T1" fmla="*/ 0 h 75"/>
                    <a:gd name="T2" fmla="*/ 52 w 72"/>
                    <a:gd name="T3" fmla="*/ 29 h 75"/>
                    <a:gd name="T4" fmla="*/ 22 w 72"/>
                    <a:gd name="T5" fmla="*/ 29 h 75"/>
                    <a:gd name="T6" fmla="*/ 29 w 72"/>
                    <a:gd name="T7" fmla="*/ 0 h 75"/>
                    <a:gd name="T8" fmla="*/ 14 w 72"/>
                    <a:gd name="T9" fmla="*/ 0 h 75"/>
                    <a:gd name="T10" fmla="*/ 0 w 72"/>
                    <a:gd name="T11" fmla="*/ 75 h 75"/>
                    <a:gd name="T12" fmla="*/ 14 w 72"/>
                    <a:gd name="T13" fmla="*/ 75 h 75"/>
                    <a:gd name="T14" fmla="*/ 20 w 72"/>
                    <a:gd name="T15" fmla="*/ 42 h 75"/>
                    <a:gd name="T16" fmla="*/ 50 w 72"/>
                    <a:gd name="T17" fmla="*/ 42 h 75"/>
                    <a:gd name="T18" fmla="*/ 43 w 72"/>
                    <a:gd name="T19" fmla="*/ 75 h 75"/>
                    <a:gd name="T20" fmla="*/ 58 w 72"/>
                    <a:gd name="T21" fmla="*/ 75 h 75"/>
                    <a:gd name="T22" fmla="*/ 72 w 72"/>
                    <a:gd name="T23" fmla="*/ 0 h 75"/>
                    <a:gd name="T24" fmla="*/ 58 w 72"/>
                    <a:gd name="T25"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2" h="75">
                      <a:moveTo>
                        <a:pt x="58" y="0"/>
                      </a:moveTo>
                      <a:lnTo>
                        <a:pt x="52" y="29"/>
                      </a:lnTo>
                      <a:lnTo>
                        <a:pt x="22" y="29"/>
                      </a:lnTo>
                      <a:lnTo>
                        <a:pt x="29" y="0"/>
                      </a:lnTo>
                      <a:lnTo>
                        <a:pt x="14" y="0"/>
                      </a:lnTo>
                      <a:lnTo>
                        <a:pt x="0" y="75"/>
                      </a:lnTo>
                      <a:lnTo>
                        <a:pt x="14" y="75"/>
                      </a:lnTo>
                      <a:lnTo>
                        <a:pt x="20" y="42"/>
                      </a:lnTo>
                      <a:lnTo>
                        <a:pt x="50" y="42"/>
                      </a:lnTo>
                      <a:lnTo>
                        <a:pt x="43" y="75"/>
                      </a:lnTo>
                      <a:lnTo>
                        <a:pt x="58" y="75"/>
                      </a:lnTo>
                      <a:lnTo>
                        <a:pt x="72" y="0"/>
                      </a:lnTo>
                      <a:lnTo>
                        <a:pt x="58"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3" name="ïṥlíḑê"/>
                <p:cNvSpPr/>
                <p:nvPr/>
              </p:nvSpPr>
              <p:spPr bwMode="auto">
                <a:xfrm>
                  <a:off x="7356476" y="3521075"/>
                  <a:ext cx="112713" cy="119063"/>
                </a:xfrm>
                <a:custGeom>
                  <a:avLst/>
                  <a:gdLst>
                    <a:gd name="T0" fmla="*/ 42 w 71"/>
                    <a:gd name="T1" fmla="*/ 0 h 75"/>
                    <a:gd name="T2" fmla="*/ 0 w 71"/>
                    <a:gd name="T3" fmla="*/ 75 h 75"/>
                    <a:gd name="T4" fmla="*/ 15 w 71"/>
                    <a:gd name="T5" fmla="*/ 75 h 75"/>
                    <a:gd name="T6" fmla="*/ 23 w 71"/>
                    <a:gd name="T7" fmla="*/ 59 h 75"/>
                    <a:gd name="T8" fmla="*/ 54 w 71"/>
                    <a:gd name="T9" fmla="*/ 59 h 75"/>
                    <a:gd name="T10" fmla="*/ 56 w 71"/>
                    <a:gd name="T11" fmla="*/ 75 h 75"/>
                    <a:gd name="T12" fmla="*/ 71 w 71"/>
                    <a:gd name="T13" fmla="*/ 75 h 75"/>
                    <a:gd name="T14" fmla="*/ 58 w 71"/>
                    <a:gd name="T15" fmla="*/ 0 h 75"/>
                    <a:gd name="T16" fmla="*/ 42 w 71"/>
                    <a:gd name="T17" fmla="*/ 0 h 75"/>
                    <a:gd name="T18" fmla="*/ 29 w 71"/>
                    <a:gd name="T19" fmla="*/ 46 h 75"/>
                    <a:gd name="T20" fmla="*/ 48 w 71"/>
                    <a:gd name="T21" fmla="*/ 17 h 75"/>
                    <a:gd name="T22" fmla="*/ 52 w 71"/>
                    <a:gd name="T23" fmla="*/ 46 h 75"/>
                    <a:gd name="T24" fmla="*/ 29 w 71"/>
                    <a:gd name="T25" fmla="*/ 4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75">
                      <a:moveTo>
                        <a:pt x="42" y="0"/>
                      </a:moveTo>
                      <a:lnTo>
                        <a:pt x="0" y="75"/>
                      </a:lnTo>
                      <a:lnTo>
                        <a:pt x="15" y="75"/>
                      </a:lnTo>
                      <a:lnTo>
                        <a:pt x="23" y="59"/>
                      </a:lnTo>
                      <a:lnTo>
                        <a:pt x="54" y="59"/>
                      </a:lnTo>
                      <a:lnTo>
                        <a:pt x="56" y="75"/>
                      </a:lnTo>
                      <a:lnTo>
                        <a:pt x="71" y="75"/>
                      </a:lnTo>
                      <a:lnTo>
                        <a:pt x="58" y="0"/>
                      </a:lnTo>
                      <a:lnTo>
                        <a:pt x="42" y="0"/>
                      </a:lnTo>
                      <a:close/>
                      <a:moveTo>
                        <a:pt x="29" y="46"/>
                      </a:moveTo>
                      <a:lnTo>
                        <a:pt x="48" y="17"/>
                      </a:lnTo>
                      <a:lnTo>
                        <a:pt x="52" y="46"/>
                      </a:lnTo>
                      <a:lnTo>
                        <a:pt x="29" y="46"/>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4" name="îş1íḋe"/>
                <p:cNvSpPr/>
                <p:nvPr/>
              </p:nvSpPr>
              <p:spPr bwMode="auto">
                <a:xfrm>
                  <a:off x="7481888" y="3521075"/>
                  <a:ext cx="119063" cy="119063"/>
                </a:xfrm>
                <a:custGeom>
                  <a:avLst/>
                  <a:gdLst>
                    <a:gd name="T0" fmla="*/ 50 w 75"/>
                    <a:gd name="T1" fmla="*/ 50 h 75"/>
                    <a:gd name="T2" fmla="*/ 31 w 75"/>
                    <a:gd name="T3" fmla="*/ 0 h 75"/>
                    <a:gd name="T4" fmla="*/ 17 w 75"/>
                    <a:gd name="T5" fmla="*/ 0 h 75"/>
                    <a:gd name="T6" fmla="*/ 0 w 75"/>
                    <a:gd name="T7" fmla="*/ 75 h 75"/>
                    <a:gd name="T8" fmla="*/ 15 w 75"/>
                    <a:gd name="T9" fmla="*/ 75 h 75"/>
                    <a:gd name="T10" fmla="*/ 25 w 75"/>
                    <a:gd name="T11" fmla="*/ 25 h 75"/>
                    <a:gd name="T12" fmla="*/ 46 w 75"/>
                    <a:gd name="T13" fmla="*/ 75 h 75"/>
                    <a:gd name="T14" fmla="*/ 58 w 75"/>
                    <a:gd name="T15" fmla="*/ 75 h 75"/>
                    <a:gd name="T16" fmla="*/ 75 w 75"/>
                    <a:gd name="T17" fmla="*/ 0 h 75"/>
                    <a:gd name="T18" fmla="*/ 61 w 75"/>
                    <a:gd name="T19" fmla="*/ 0 h 75"/>
                    <a:gd name="T20" fmla="*/ 50 w 75"/>
                    <a:gd name="T21" fmla="*/ 5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5" h="75">
                      <a:moveTo>
                        <a:pt x="50" y="50"/>
                      </a:moveTo>
                      <a:lnTo>
                        <a:pt x="31" y="0"/>
                      </a:lnTo>
                      <a:lnTo>
                        <a:pt x="17" y="0"/>
                      </a:lnTo>
                      <a:lnTo>
                        <a:pt x="0" y="75"/>
                      </a:lnTo>
                      <a:lnTo>
                        <a:pt x="15" y="75"/>
                      </a:lnTo>
                      <a:lnTo>
                        <a:pt x="25" y="25"/>
                      </a:lnTo>
                      <a:lnTo>
                        <a:pt x="46" y="75"/>
                      </a:lnTo>
                      <a:lnTo>
                        <a:pt x="58" y="75"/>
                      </a:lnTo>
                      <a:lnTo>
                        <a:pt x="75" y="0"/>
                      </a:lnTo>
                      <a:lnTo>
                        <a:pt x="61" y="0"/>
                      </a:lnTo>
                      <a:lnTo>
                        <a:pt x="50" y="5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5" name="îş1ïḋe"/>
                <p:cNvSpPr/>
                <p:nvPr/>
              </p:nvSpPr>
              <p:spPr bwMode="auto">
                <a:xfrm>
                  <a:off x="7653338" y="3521075"/>
                  <a:ext cx="112713" cy="119063"/>
                </a:xfrm>
                <a:custGeom>
                  <a:avLst/>
                  <a:gdLst>
                    <a:gd name="T0" fmla="*/ 22 w 34"/>
                    <a:gd name="T1" fmla="*/ 20 h 36"/>
                    <a:gd name="T2" fmla="*/ 20 w 34"/>
                    <a:gd name="T3" fmla="*/ 26 h 36"/>
                    <a:gd name="T4" fmla="*/ 18 w 34"/>
                    <a:gd name="T5" fmla="*/ 29 h 36"/>
                    <a:gd name="T6" fmla="*/ 13 w 34"/>
                    <a:gd name="T7" fmla="*/ 30 h 36"/>
                    <a:gd name="T8" fmla="*/ 9 w 34"/>
                    <a:gd name="T9" fmla="*/ 29 h 36"/>
                    <a:gd name="T10" fmla="*/ 7 w 34"/>
                    <a:gd name="T11" fmla="*/ 25 h 36"/>
                    <a:gd name="T12" fmla="*/ 7 w 34"/>
                    <a:gd name="T13" fmla="*/ 24 h 36"/>
                    <a:gd name="T14" fmla="*/ 8 w 34"/>
                    <a:gd name="T15" fmla="*/ 19 h 36"/>
                    <a:gd name="T16" fmla="*/ 12 w 34"/>
                    <a:gd name="T17" fmla="*/ 0 h 36"/>
                    <a:gd name="T18" fmla="*/ 5 w 34"/>
                    <a:gd name="T19" fmla="*/ 0 h 36"/>
                    <a:gd name="T20" fmla="*/ 1 w 34"/>
                    <a:gd name="T21" fmla="*/ 19 h 36"/>
                    <a:gd name="T22" fmla="*/ 0 w 34"/>
                    <a:gd name="T23" fmla="*/ 23 h 36"/>
                    <a:gd name="T24" fmla="*/ 0 w 34"/>
                    <a:gd name="T25" fmla="*/ 25 h 36"/>
                    <a:gd name="T26" fmla="*/ 3 w 34"/>
                    <a:gd name="T27" fmla="*/ 33 h 36"/>
                    <a:gd name="T28" fmla="*/ 13 w 34"/>
                    <a:gd name="T29" fmla="*/ 36 h 36"/>
                    <a:gd name="T30" fmla="*/ 22 w 34"/>
                    <a:gd name="T31" fmla="*/ 34 h 36"/>
                    <a:gd name="T32" fmla="*/ 27 w 34"/>
                    <a:gd name="T33" fmla="*/ 29 h 36"/>
                    <a:gd name="T34" fmla="*/ 30 w 34"/>
                    <a:gd name="T35" fmla="*/ 20 h 36"/>
                    <a:gd name="T36" fmla="*/ 34 w 34"/>
                    <a:gd name="T37" fmla="*/ 0 h 36"/>
                    <a:gd name="T38" fmla="*/ 26 w 34"/>
                    <a:gd name="T39" fmla="*/ 0 h 36"/>
                    <a:gd name="T40" fmla="*/ 22 w 34"/>
                    <a:gd name="T41" fmla="*/ 2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4" h="36">
                      <a:moveTo>
                        <a:pt x="22" y="20"/>
                      </a:moveTo>
                      <a:cubicBezTo>
                        <a:pt x="22" y="23"/>
                        <a:pt x="21" y="25"/>
                        <a:pt x="20" y="26"/>
                      </a:cubicBezTo>
                      <a:cubicBezTo>
                        <a:pt x="20" y="28"/>
                        <a:pt x="19" y="29"/>
                        <a:pt x="18" y="29"/>
                      </a:cubicBezTo>
                      <a:cubicBezTo>
                        <a:pt x="17" y="30"/>
                        <a:pt x="15" y="30"/>
                        <a:pt x="13" y="30"/>
                      </a:cubicBezTo>
                      <a:cubicBezTo>
                        <a:pt x="11" y="30"/>
                        <a:pt x="10" y="30"/>
                        <a:pt x="9" y="29"/>
                      </a:cubicBezTo>
                      <a:cubicBezTo>
                        <a:pt x="8" y="28"/>
                        <a:pt x="7" y="27"/>
                        <a:pt x="7" y="25"/>
                      </a:cubicBezTo>
                      <a:cubicBezTo>
                        <a:pt x="7" y="25"/>
                        <a:pt x="7" y="25"/>
                        <a:pt x="7" y="24"/>
                      </a:cubicBezTo>
                      <a:cubicBezTo>
                        <a:pt x="8" y="19"/>
                        <a:pt x="8" y="19"/>
                        <a:pt x="8" y="19"/>
                      </a:cubicBezTo>
                      <a:cubicBezTo>
                        <a:pt x="12" y="0"/>
                        <a:pt x="12" y="0"/>
                        <a:pt x="12" y="0"/>
                      </a:cubicBezTo>
                      <a:cubicBezTo>
                        <a:pt x="5" y="0"/>
                        <a:pt x="5" y="0"/>
                        <a:pt x="5" y="0"/>
                      </a:cubicBezTo>
                      <a:cubicBezTo>
                        <a:pt x="1" y="19"/>
                        <a:pt x="1" y="19"/>
                        <a:pt x="1" y="19"/>
                      </a:cubicBezTo>
                      <a:cubicBezTo>
                        <a:pt x="1" y="21"/>
                        <a:pt x="0" y="23"/>
                        <a:pt x="0" y="23"/>
                      </a:cubicBezTo>
                      <a:cubicBezTo>
                        <a:pt x="0" y="24"/>
                        <a:pt x="0" y="25"/>
                        <a:pt x="0" y="25"/>
                      </a:cubicBezTo>
                      <a:cubicBezTo>
                        <a:pt x="0" y="29"/>
                        <a:pt x="1" y="31"/>
                        <a:pt x="3" y="33"/>
                      </a:cubicBezTo>
                      <a:cubicBezTo>
                        <a:pt x="6" y="35"/>
                        <a:pt x="9" y="36"/>
                        <a:pt x="13" y="36"/>
                      </a:cubicBezTo>
                      <a:cubicBezTo>
                        <a:pt x="16" y="36"/>
                        <a:pt x="19" y="36"/>
                        <a:pt x="22" y="34"/>
                      </a:cubicBezTo>
                      <a:cubicBezTo>
                        <a:pt x="24" y="33"/>
                        <a:pt x="25" y="31"/>
                        <a:pt x="27" y="29"/>
                      </a:cubicBezTo>
                      <a:cubicBezTo>
                        <a:pt x="28" y="27"/>
                        <a:pt x="29" y="24"/>
                        <a:pt x="30" y="20"/>
                      </a:cubicBezTo>
                      <a:cubicBezTo>
                        <a:pt x="34" y="0"/>
                        <a:pt x="34" y="0"/>
                        <a:pt x="34" y="0"/>
                      </a:cubicBezTo>
                      <a:cubicBezTo>
                        <a:pt x="26" y="0"/>
                        <a:pt x="26" y="0"/>
                        <a:pt x="26" y="0"/>
                      </a:cubicBezTo>
                      <a:lnTo>
                        <a:pt x="22" y="2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6" name="íšlídè"/>
                <p:cNvSpPr/>
                <p:nvPr/>
              </p:nvSpPr>
              <p:spPr bwMode="auto">
                <a:xfrm>
                  <a:off x="7766051" y="3521075"/>
                  <a:ext cx="115888" cy="119063"/>
                </a:xfrm>
                <a:custGeom>
                  <a:avLst/>
                  <a:gdLst>
                    <a:gd name="T0" fmla="*/ 58 w 73"/>
                    <a:gd name="T1" fmla="*/ 0 h 75"/>
                    <a:gd name="T2" fmla="*/ 50 w 73"/>
                    <a:gd name="T3" fmla="*/ 50 h 75"/>
                    <a:gd name="T4" fmla="*/ 29 w 73"/>
                    <a:gd name="T5" fmla="*/ 0 h 75"/>
                    <a:gd name="T6" fmla="*/ 15 w 73"/>
                    <a:gd name="T7" fmla="*/ 0 h 75"/>
                    <a:gd name="T8" fmla="*/ 0 w 73"/>
                    <a:gd name="T9" fmla="*/ 75 h 75"/>
                    <a:gd name="T10" fmla="*/ 13 w 73"/>
                    <a:gd name="T11" fmla="*/ 75 h 75"/>
                    <a:gd name="T12" fmla="*/ 23 w 73"/>
                    <a:gd name="T13" fmla="*/ 25 h 75"/>
                    <a:gd name="T14" fmla="*/ 44 w 73"/>
                    <a:gd name="T15" fmla="*/ 75 h 75"/>
                    <a:gd name="T16" fmla="*/ 58 w 73"/>
                    <a:gd name="T17" fmla="*/ 75 h 75"/>
                    <a:gd name="T18" fmla="*/ 73 w 73"/>
                    <a:gd name="T19" fmla="*/ 0 h 75"/>
                    <a:gd name="T20" fmla="*/ 58 w 73"/>
                    <a:gd name="T21"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3" h="75">
                      <a:moveTo>
                        <a:pt x="58" y="0"/>
                      </a:moveTo>
                      <a:lnTo>
                        <a:pt x="50" y="50"/>
                      </a:lnTo>
                      <a:lnTo>
                        <a:pt x="29" y="0"/>
                      </a:lnTo>
                      <a:lnTo>
                        <a:pt x="15" y="0"/>
                      </a:lnTo>
                      <a:lnTo>
                        <a:pt x="0" y="75"/>
                      </a:lnTo>
                      <a:lnTo>
                        <a:pt x="13" y="75"/>
                      </a:lnTo>
                      <a:lnTo>
                        <a:pt x="23" y="25"/>
                      </a:lnTo>
                      <a:lnTo>
                        <a:pt x="44" y="75"/>
                      </a:lnTo>
                      <a:lnTo>
                        <a:pt x="58" y="75"/>
                      </a:lnTo>
                      <a:lnTo>
                        <a:pt x="73" y="0"/>
                      </a:lnTo>
                      <a:lnTo>
                        <a:pt x="58"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7" name="îṣḻîďe"/>
                <p:cNvSpPr/>
                <p:nvPr/>
              </p:nvSpPr>
              <p:spPr bwMode="auto">
                <a:xfrm>
                  <a:off x="7881938" y="3521075"/>
                  <a:ext cx="49213" cy="119063"/>
                </a:xfrm>
                <a:custGeom>
                  <a:avLst/>
                  <a:gdLst>
                    <a:gd name="T0" fmla="*/ 0 w 31"/>
                    <a:gd name="T1" fmla="*/ 75 h 75"/>
                    <a:gd name="T2" fmla="*/ 14 w 31"/>
                    <a:gd name="T3" fmla="*/ 75 h 75"/>
                    <a:gd name="T4" fmla="*/ 31 w 31"/>
                    <a:gd name="T5" fmla="*/ 0 h 75"/>
                    <a:gd name="T6" fmla="*/ 14 w 31"/>
                    <a:gd name="T7" fmla="*/ 0 h 75"/>
                    <a:gd name="T8" fmla="*/ 0 w 31"/>
                    <a:gd name="T9" fmla="*/ 75 h 75"/>
                  </a:gdLst>
                  <a:ahLst/>
                  <a:cxnLst>
                    <a:cxn ang="0">
                      <a:pos x="T0" y="T1"/>
                    </a:cxn>
                    <a:cxn ang="0">
                      <a:pos x="T2" y="T3"/>
                    </a:cxn>
                    <a:cxn ang="0">
                      <a:pos x="T4" y="T5"/>
                    </a:cxn>
                    <a:cxn ang="0">
                      <a:pos x="T6" y="T7"/>
                    </a:cxn>
                    <a:cxn ang="0">
                      <a:pos x="T8" y="T9"/>
                    </a:cxn>
                  </a:cxnLst>
                  <a:rect l="0" t="0" r="r" b="b"/>
                  <a:pathLst>
                    <a:path w="31" h="75">
                      <a:moveTo>
                        <a:pt x="0" y="75"/>
                      </a:moveTo>
                      <a:lnTo>
                        <a:pt x="14" y="75"/>
                      </a:lnTo>
                      <a:lnTo>
                        <a:pt x="31" y="0"/>
                      </a:lnTo>
                      <a:lnTo>
                        <a:pt x="14" y="0"/>
                      </a:lnTo>
                      <a:lnTo>
                        <a:pt x="0" y="75"/>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8" name="íŝḻiḋè"/>
                <p:cNvSpPr/>
                <p:nvPr/>
              </p:nvSpPr>
              <p:spPr bwMode="auto">
                <a:xfrm>
                  <a:off x="7940676" y="3521075"/>
                  <a:ext cx="109538" cy="119063"/>
                </a:xfrm>
                <a:custGeom>
                  <a:avLst/>
                  <a:gdLst>
                    <a:gd name="T0" fmla="*/ 54 w 69"/>
                    <a:gd name="T1" fmla="*/ 0 h 75"/>
                    <a:gd name="T2" fmla="*/ 23 w 69"/>
                    <a:gd name="T3" fmla="*/ 57 h 75"/>
                    <a:gd name="T4" fmla="*/ 15 w 69"/>
                    <a:gd name="T5" fmla="*/ 0 h 75"/>
                    <a:gd name="T6" fmla="*/ 0 w 69"/>
                    <a:gd name="T7" fmla="*/ 0 h 75"/>
                    <a:gd name="T8" fmla="*/ 13 w 69"/>
                    <a:gd name="T9" fmla="*/ 75 h 75"/>
                    <a:gd name="T10" fmla="*/ 29 w 69"/>
                    <a:gd name="T11" fmla="*/ 75 h 75"/>
                    <a:gd name="T12" fmla="*/ 69 w 69"/>
                    <a:gd name="T13" fmla="*/ 0 h 75"/>
                    <a:gd name="T14" fmla="*/ 54 w 69"/>
                    <a:gd name="T15" fmla="*/ 0 h 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9" h="75">
                      <a:moveTo>
                        <a:pt x="54" y="0"/>
                      </a:moveTo>
                      <a:lnTo>
                        <a:pt x="23" y="57"/>
                      </a:lnTo>
                      <a:lnTo>
                        <a:pt x="15" y="0"/>
                      </a:lnTo>
                      <a:lnTo>
                        <a:pt x="0" y="0"/>
                      </a:lnTo>
                      <a:lnTo>
                        <a:pt x="13" y="75"/>
                      </a:lnTo>
                      <a:lnTo>
                        <a:pt x="29" y="75"/>
                      </a:lnTo>
                      <a:lnTo>
                        <a:pt x="69" y="0"/>
                      </a:lnTo>
                      <a:lnTo>
                        <a:pt x="54"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9" name="î$ḷíďé"/>
                <p:cNvSpPr/>
                <p:nvPr/>
              </p:nvSpPr>
              <p:spPr bwMode="auto">
                <a:xfrm>
                  <a:off x="8037513" y="3521075"/>
                  <a:ext cx="111125" cy="119063"/>
                </a:xfrm>
                <a:custGeom>
                  <a:avLst/>
                  <a:gdLst>
                    <a:gd name="T0" fmla="*/ 68 w 70"/>
                    <a:gd name="T1" fmla="*/ 12 h 75"/>
                    <a:gd name="T2" fmla="*/ 70 w 70"/>
                    <a:gd name="T3" fmla="*/ 0 h 75"/>
                    <a:gd name="T4" fmla="*/ 16 w 70"/>
                    <a:gd name="T5" fmla="*/ 0 h 75"/>
                    <a:gd name="T6" fmla="*/ 0 w 70"/>
                    <a:gd name="T7" fmla="*/ 75 h 75"/>
                    <a:gd name="T8" fmla="*/ 58 w 70"/>
                    <a:gd name="T9" fmla="*/ 75 h 75"/>
                    <a:gd name="T10" fmla="*/ 60 w 70"/>
                    <a:gd name="T11" fmla="*/ 63 h 75"/>
                    <a:gd name="T12" fmla="*/ 16 w 70"/>
                    <a:gd name="T13" fmla="*/ 63 h 75"/>
                    <a:gd name="T14" fmla="*/ 22 w 70"/>
                    <a:gd name="T15" fmla="*/ 42 h 75"/>
                    <a:gd name="T16" fmla="*/ 60 w 70"/>
                    <a:gd name="T17" fmla="*/ 42 h 75"/>
                    <a:gd name="T18" fmla="*/ 62 w 70"/>
                    <a:gd name="T19" fmla="*/ 29 h 75"/>
                    <a:gd name="T20" fmla="*/ 24 w 70"/>
                    <a:gd name="T21" fmla="*/ 29 h 75"/>
                    <a:gd name="T22" fmla="*/ 29 w 70"/>
                    <a:gd name="T23" fmla="*/ 12 h 75"/>
                    <a:gd name="T24" fmla="*/ 68 w 70"/>
                    <a:gd name="T25" fmla="*/ 12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0" h="75">
                      <a:moveTo>
                        <a:pt x="68" y="12"/>
                      </a:moveTo>
                      <a:lnTo>
                        <a:pt x="70" y="0"/>
                      </a:lnTo>
                      <a:lnTo>
                        <a:pt x="16" y="0"/>
                      </a:lnTo>
                      <a:lnTo>
                        <a:pt x="0" y="75"/>
                      </a:lnTo>
                      <a:lnTo>
                        <a:pt x="58" y="75"/>
                      </a:lnTo>
                      <a:lnTo>
                        <a:pt x="60" y="63"/>
                      </a:lnTo>
                      <a:lnTo>
                        <a:pt x="16" y="63"/>
                      </a:lnTo>
                      <a:lnTo>
                        <a:pt x="22" y="42"/>
                      </a:lnTo>
                      <a:lnTo>
                        <a:pt x="60" y="42"/>
                      </a:lnTo>
                      <a:lnTo>
                        <a:pt x="62" y="29"/>
                      </a:lnTo>
                      <a:lnTo>
                        <a:pt x="24" y="29"/>
                      </a:lnTo>
                      <a:lnTo>
                        <a:pt x="29" y="12"/>
                      </a:lnTo>
                      <a:lnTo>
                        <a:pt x="68" y="12"/>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0" name="îṡlîďe"/>
                <p:cNvSpPr/>
                <p:nvPr/>
              </p:nvSpPr>
              <p:spPr bwMode="auto">
                <a:xfrm>
                  <a:off x="8145463" y="3521075"/>
                  <a:ext cx="115888" cy="119063"/>
                </a:xfrm>
                <a:custGeom>
                  <a:avLst/>
                  <a:gdLst>
                    <a:gd name="T0" fmla="*/ 30 w 35"/>
                    <a:gd name="T1" fmla="*/ 1 h 36"/>
                    <a:gd name="T2" fmla="*/ 24 w 35"/>
                    <a:gd name="T3" fmla="*/ 0 h 36"/>
                    <a:gd name="T4" fmla="*/ 8 w 35"/>
                    <a:gd name="T5" fmla="*/ 0 h 36"/>
                    <a:gd name="T6" fmla="*/ 0 w 35"/>
                    <a:gd name="T7" fmla="*/ 36 h 36"/>
                    <a:gd name="T8" fmla="*/ 8 w 35"/>
                    <a:gd name="T9" fmla="*/ 36 h 36"/>
                    <a:gd name="T10" fmla="*/ 11 w 35"/>
                    <a:gd name="T11" fmla="*/ 21 h 36"/>
                    <a:gd name="T12" fmla="*/ 14 w 35"/>
                    <a:gd name="T13" fmla="*/ 21 h 36"/>
                    <a:gd name="T14" fmla="*/ 17 w 35"/>
                    <a:gd name="T15" fmla="*/ 22 h 36"/>
                    <a:gd name="T16" fmla="*/ 21 w 35"/>
                    <a:gd name="T17" fmla="*/ 26 h 36"/>
                    <a:gd name="T18" fmla="*/ 24 w 35"/>
                    <a:gd name="T19" fmla="*/ 36 h 36"/>
                    <a:gd name="T20" fmla="*/ 32 w 35"/>
                    <a:gd name="T21" fmla="*/ 36 h 36"/>
                    <a:gd name="T22" fmla="*/ 27 w 35"/>
                    <a:gd name="T23" fmla="*/ 24 h 36"/>
                    <a:gd name="T24" fmla="*/ 24 w 35"/>
                    <a:gd name="T25" fmla="*/ 21 h 36"/>
                    <a:gd name="T26" fmla="*/ 32 w 35"/>
                    <a:gd name="T27" fmla="*/ 17 h 36"/>
                    <a:gd name="T28" fmla="*/ 35 w 35"/>
                    <a:gd name="T29" fmla="*/ 9 h 36"/>
                    <a:gd name="T30" fmla="*/ 34 w 35"/>
                    <a:gd name="T31" fmla="*/ 4 h 36"/>
                    <a:gd name="T32" fmla="*/ 30 w 35"/>
                    <a:gd name="T33" fmla="*/ 1 h 36"/>
                    <a:gd name="T34" fmla="*/ 27 w 35"/>
                    <a:gd name="T35" fmla="*/ 13 h 36"/>
                    <a:gd name="T36" fmla="*/ 24 w 35"/>
                    <a:gd name="T37" fmla="*/ 15 h 36"/>
                    <a:gd name="T38" fmla="*/ 16 w 35"/>
                    <a:gd name="T39" fmla="*/ 16 h 36"/>
                    <a:gd name="T40" fmla="*/ 12 w 35"/>
                    <a:gd name="T41" fmla="*/ 16 h 36"/>
                    <a:gd name="T42" fmla="*/ 14 w 35"/>
                    <a:gd name="T43" fmla="*/ 6 h 36"/>
                    <a:gd name="T44" fmla="*/ 22 w 35"/>
                    <a:gd name="T45" fmla="*/ 6 h 36"/>
                    <a:gd name="T46" fmla="*/ 26 w 35"/>
                    <a:gd name="T47" fmla="*/ 7 h 36"/>
                    <a:gd name="T48" fmla="*/ 28 w 35"/>
                    <a:gd name="T49" fmla="*/ 10 h 36"/>
                    <a:gd name="T50" fmla="*/ 27 w 35"/>
                    <a:gd name="T51" fmla="*/ 13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5" h="36">
                      <a:moveTo>
                        <a:pt x="30" y="1"/>
                      </a:moveTo>
                      <a:cubicBezTo>
                        <a:pt x="28" y="0"/>
                        <a:pt x="26" y="0"/>
                        <a:pt x="24" y="0"/>
                      </a:cubicBezTo>
                      <a:cubicBezTo>
                        <a:pt x="8" y="0"/>
                        <a:pt x="8" y="0"/>
                        <a:pt x="8" y="0"/>
                      </a:cubicBezTo>
                      <a:cubicBezTo>
                        <a:pt x="0" y="36"/>
                        <a:pt x="0" y="36"/>
                        <a:pt x="0" y="36"/>
                      </a:cubicBezTo>
                      <a:cubicBezTo>
                        <a:pt x="8" y="36"/>
                        <a:pt x="8" y="36"/>
                        <a:pt x="8" y="36"/>
                      </a:cubicBezTo>
                      <a:cubicBezTo>
                        <a:pt x="11" y="21"/>
                        <a:pt x="11" y="21"/>
                        <a:pt x="11" y="21"/>
                      </a:cubicBezTo>
                      <a:cubicBezTo>
                        <a:pt x="14" y="21"/>
                        <a:pt x="14" y="21"/>
                        <a:pt x="14" y="21"/>
                      </a:cubicBezTo>
                      <a:cubicBezTo>
                        <a:pt x="15" y="21"/>
                        <a:pt x="17" y="21"/>
                        <a:pt x="17" y="22"/>
                      </a:cubicBezTo>
                      <a:cubicBezTo>
                        <a:pt x="18" y="22"/>
                        <a:pt x="20" y="24"/>
                        <a:pt x="21" y="26"/>
                      </a:cubicBezTo>
                      <a:cubicBezTo>
                        <a:pt x="22" y="31"/>
                        <a:pt x="24" y="34"/>
                        <a:pt x="24" y="36"/>
                      </a:cubicBezTo>
                      <a:cubicBezTo>
                        <a:pt x="32" y="36"/>
                        <a:pt x="32" y="36"/>
                        <a:pt x="32" y="36"/>
                      </a:cubicBezTo>
                      <a:cubicBezTo>
                        <a:pt x="30" y="31"/>
                        <a:pt x="28" y="27"/>
                        <a:pt x="27" y="24"/>
                      </a:cubicBezTo>
                      <a:cubicBezTo>
                        <a:pt x="26" y="23"/>
                        <a:pt x="25" y="21"/>
                        <a:pt x="24" y="21"/>
                      </a:cubicBezTo>
                      <a:cubicBezTo>
                        <a:pt x="28" y="20"/>
                        <a:pt x="30" y="19"/>
                        <a:pt x="32" y="17"/>
                      </a:cubicBezTo>
                      <a:cubicBezTo>
                        <a:pt x="34" y="15"/>
                        <a:pt x="35" y="13"/>
                        <a:pt x="35" y="9"/>
                      </a:cubicBezTo>
                      <a:cubicBezTo>
                        <a:pt x="35" y="7"/>
                        <a:pt x="34" y="6"/>
                        <a:pt x="34" y="4"/>
                      </a:cubicBezTo>
                      <a:cubicBezTo>
                        <a:pt x="33" y="3"/>
                        <a:pt x="31" y="2"/>
                        <a:pt x="30" y="1"/>
                      </a:cubicBezTo>
                      <a:close/>
                      <a:moveTo>
                        <a:pt x="27" y="13"/>
                      </a:moveTo>
                      <a:cubicBezTo>
                        <a:pt x="26" y="14"/>
                        <a:pt x="25" y="14"/>
                        <a:pt x="24" y="15"/>
                      </a:cubicBezTo>
                      <a:cubicBezTo>
                        <a:pt x="22" y="15"/>
                        <a:pt x="20" y="16"/>
                        <a:pt x="16" y="16"/>
                      </a:cubicBezTo>
                      <a:cubicBezTo>
                        <a:pt x="12" y="16"/>
                        <a:pt x="12" y="16"/>
                        <a:pt x="12" y="16"/>
                      </a:cubicBezTo>
                      <a:cubicBezTo>
                        <a:pt x="14" y="6"/>
                        <a:pt x="14" y="6"/>
                        <a:pt x="14" y="6"/>
                      </a:cubicBezTo>
                      <a:cubicBezTo>
                        <a:pt x="22" y="6"/>
                        <a:pt x="22" y="6"/>
                        <a:pt x="22" y="6"/>
                      </a:cubicBezTo>
                      <a:cubicBezTo>
                        <a:pt x="24" y="6"/>
                        <a:pt x="25" y="6"/>
                        <a:pt x="26" y="7"/>
                      </a:cubicBezTo>
                      <a:cubicBezTo>
                        <a:pt x="27" y="7"/>
                        <a:pt x="28" y="8"/>
                        <a:pt x="28" y="10"/>
                      </a:cubicBezTo>
                      <a:cubicBezTo>
                        <a:pt x="28" y="11"/>
                        <a:pt x="27" y="12"/>
                        <a:pt x="27" y="13"/>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1" name="ïşľîḍé"/>
                <p:cNvSpPr/>
                <p:nvPr/>
              </p:nvSpPr>
              <p:spPr bwMode="auto">
                <a:xfrm>
                  <a:off x="8267701" y="3521075"/>
                  <a:ext cx="98425" cy="119063"/>
                </a:xfrm>
                <a:custGeom>
                  <a:avLst/>
                  <a:gdLst>
                    <a:gd name="T0" fmla="*/ 17 w 30"/>
                    <a:gd name="T1" fmla="*/ 5 h 36"/>
                    <a:gd name="T2" fmla="*/ 22 w 30"/>
                    <a:gd name="T3" fmla="*/ 7 h 36"/>
                    <a:gd name="T4" fmla="*/ 23 w 30"/>
                    <a:gd name="T5" fmla="*/ 11 h 36"/>
                    <a:gd name="T6" fmla="*/ 30 w 30"/>
                    <a:gd name="T7" fmla="*/ 10 h 36"/>
                    <a:gd name="T8" fmla="*/ 27 w 30"/>
                    <a:gd name="T9" fmla="*/ 3 h 36"/>
                    <a:gd name="T10" fmla="*/ 17 w 30"/>
                    <a:gd name="T11" fmla="*/ 0 h 36"/>
                    <a:gd name="T12" fmla="*/ 8 w 30"/>
                    <a:gd name="T13" fmla="*/ 3 h 36"/>
                    <a:gd name="T14" fmla="*/ 4 w 30"/>
                    <a:gd name="T15" fmla="*/ 10 h 36"/>
                    <a:gd name="T16" fmla="*/ 6 w 30"/>
                    <a:gd name="T17" fmla="*/ 14 h 36"/>
                    <a:gd name="T18" fmla="*/ 8 w 30"/>
                    <a:gd name="T19" fmla="*/ 18 h 36"/>
                    <a:gd name="T20" fmla="*/ 15 w 30"/>
                    <a:gd name="T21" fmla="*/ 21 h 36"/>
                    <a:gd name="T22" fmla="*/ 20 w 30"/>
                    <a:gd name="T23" fmla="*/ 23 h 36"/>
                    <a:gd name="T24" fmla="*/ 21 w 30"/>
                    <a:gd name="T25" fmla="*/ 26 h 36"/>
                    <a:gd name="T26" fmla="*/ 19 w 30"/>
                    <a:gd name="T27" fmla="*/ 29 h 36"/>
                    <a:gd name="T28" fmla="*/ 14 w 30"/>
                    <a:gd name="T29" fmla="*/ 30 h 36"/>
                    <a:gd name="T30" fmla="*/ 8 w 30"/>
                    <a:gd name="T31" fmla="*/ 28 h 36"/>
                    <a:gd name="T32" fmla="*/ 7 w 30"/>
                    <a:gd name="T33" fmla="*/ 24 h 36"/>
                    <a:gd name="T34" fmla="*/ 0 w 30"/>
                    <a:gd name="T35" fmla="*/ 24 h 36"/>
                    <a:gd name="T36" fmla="*/ 1 w 30"/>
                    <a:gd name="T37" fmla="*/ 30 h 36"/>
                    <a:gd name="T38" fmla="*/ 6 w 30"/>
                    <a:gd name="T39" fmla="*/ 35 h 36"/>
                    <a:gd name="T40" fmla="*/ 14 w 30"/>
                    <a:gd name="T41" fmla="*/ 36 h 36"/>
                    <a:gd name="T42" fmla="*/ 24 w 30"/>
                    <a:gd name="T43" fmla="*/ 33 h 36"/>
                    <a:gd name="T44" fmla="*/ 28 w 30"/>
                    <a:gd name="T45" fmla="*/ 25 h 36"/>
                    <a:gd name="T46" fmla="*/ 26 w 30"/>
                    <a:gd name="T47" fmla="*/ 19 h 36"/>
                    <a:gd name="T48" fmla="*/ 18 w 30"/>
                    <a:gd name="T49" fmla="*/ 14 h 36"/>
                    <a:gd name="T50" fmla="*/ 13 w 30"/>
                    <a:gd name="T51" fmla="*/ 12 h 36"/>
                    <a:gd name="T52" fmla="*/ 11 w 30"/>
                    <a:gd name="T53" fmla="*/ 9 h 36"/>
                    <a:gd name="T54" fmla="*/ 13 w 30"/>
                    <a:gd name="T55" fmla="*/ 6 h 36"/>
                    <a:gd name="T56" fmla="*/ 17 w 30"/>
                    <a:gd name="T57" fmla="*/ 5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0" h="36">
                      <a:moveTo>
                        <a:pt x="17" y="5"/>
                      </a:moveTo>
                      <a:cubicBezTo>
                        <a:pt x="19" y="5"/>
                        <a:pt x="21" y="6"/>
                        <a:pt x="22" y="7"/>
                      </a:cubicBezTo>
                      <a:cubicBezTo>
                        <a:pt x="23" y="8"/>
                        <a:pt x="23" y="9"/>
                        <a:pt x="23" y="11"/>
                      </a:cubicBezTo>
                      <a:cubicBezTo>
                        <a:pt x="30" y="10"/>
                        <a:pt x="30" y="10"/>
                        <a:pt x="30" y="10"/>
                      </a:cubicBezTo>
                      <a:cubicBezTo>
                        <a:pt x="30" y="7"/>
                        <a:pt x="29" y="4"/>
                        <a:pt x="27" y="3"/>
                      </a:cubicBezTo>
                      <a:cubicBezTo>
                        <a:pt x="24" y="1"/>
                        <a:pt x="21" y="0"/>
                        <a:pt x="17" y="0"/>
                      </a:cubicBezTo>
                      <a:cubicBezTo>
                        <a:pt x="13" y="0"/>
                        <a:pt x="10" y="1"/>
                        <a:pt x="8" y="3"/>
                      </a:cubicBezTo>
                      <a:cubicBezTo>
                        <a:pt x="5" y="5"/>
                        <a:pt x="4" y="7"/>
                        <a:pt x="4" y="10"/>
                      </a:cubicBezTo>
                      <a:cubicBezTo>
                        <a:pt x="4" y="12"/>
                        <a:pt x="5" y="13"/>
                        <a:pt x="6" y="14"/>
                      </a:cubicBezTo>
                      <a:cubicBezTo>
                        <a:pt x="6" y="16"/>
                        <a:pt x="7" y="17"/>
                        <a:pt x="8" y="18"/>
                      </a:cubicBezTo>
                      <a:cubicBezTo>
                        <a:pt x="10" y="18"/>
                        <a:pt x="12" y="19"/>
                        <a:pt x="15" y="21"/>
                      </a:cubicBezTo>
                      <a:cubicBezTo>
                        <a:pt x="17" y="22"/>
                        <a:pt x="19" y="23"/>
                        <a:pt x="20" y="23"/>
                      </a:cubicBezTo>
                      <a:cubicBezTo>
                        <a:pt x="20" y="24"/>
                        <a:pt x="21" y="25"/>
                        <a:pt x="21" y="26"/>
                      </a:cubicBezTo>
                      <a:cubicBezTo>
                        <a:pt x="21" y="27"/>
                        <a:pt x="20" y="28"/>
                        <a:pt x="19" y="29"/>
                      </a:cubicBezTo>
                      <a:cubicBezTo>
                        <a:pt x="18" y="30"/>
                        <a:pt x="16" y="30"/>
                        <a:pt x="14" y="30"/>
                      </a:cubicBezTo>
                      <a:cubicBezTo>
                        <a:pt x="11" y="30"/>
                        <a:pt x="9" y="30"/>
                        <a:pt x="8" y="28"/>
                      </a:cubicBezTo>
                      <a:cubicBezTo>
                        <a:pt x="8" y="28"/>
                        <a:pt x="7" y="26"/>
                        <a:pt x="7" y="24"/>
                      </a:cubicBezTo>
                      <a:cubicBezTo>
                        <a:pt x="0" y="24"/>
                        <a:pt x="0" y="24"/>
                        <a:pt x="0" y="24"/>
                      </a:cubicBezTo>
                      <a:cubicBezTo>
                        <a:pt x="0" y="27"/>
                        <a:pt x="0" y="29"/>
                        <a:pt x="1" y="30"/>
                      </a:cubicBezTo>
                      <a:cubicBezTo>
                        <a:pt x="2" y="32"/>
                        <a:pt x="4" y="34"/>
                        <a:pt x="6" y="35"/>
                      </a:cubicBezTo>
                      <a:cubicBezTo>
                        <a:pt x="8" y="36"/>
                        <a:pt x="11" y="36"/>
                        <a:pt x="14" y="36"/>
                      </a:cubicBezTo>
                      <a:cubicBezTo>
                        <a:pt x="18" y="36"/>
                        <a:pt x="22" y="35"/>
                        <a:pt x="24" y="33"/>
                      </a:cubicBezTo>
                      <a:cubicBezTo>
                        <a:pt x="27" y="31"/>
                        <a:pt x="28" y="28"/>
                        <a:pt x="28" y="25"/>
                      </a:cubicBezTo>
                      <a:cubicBezTo>
                        <a:pt x="28" y="22"/>
                        <a:pt x="27" y="20"/>
                        <a:pt x="26" y="19"/>
                      </a:cubicBezTo>
                      <a:cubicBezTo>
                        <a:pt x="25" y="18"/>
                        <a:pt x="22" y="16"/>
                        <a:pt x="18" y="14"/>
                      </a:cubicBezTo>
                      <a:cubicBezTo>
                        <a:pt x="15" y="13"/>
                        <a:pt x="13" y="12"/>
                        <a:pt x="13" y="12"/>
                      </a:cubicBezTo>
                      <a:cubicBezTo>
                        <a:pt x="12" y="11"/>
                        <a:pt x="11" y="10"/>
                        <a:pt x="11" y="9"/>
                      </a:cubicBezTo>
                      <a:cubicBezTo>
                        <a:pt x="11" y="8"/>
                        <a:pt x="12" y="7"/>
                        <a:pt x="13" y="6"/>
                      </a:cubicBezTo>
                      <a:cubicBezTo>
                        <a:pt x="14" y="6"/>
                        <a:pt x="15" y="5"/>
                        <a:pt x="17" y="5"/>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2" name="îṩľîďe"/>
                <p:cNvSpPr/>
                <p:nvPr/>
              </p:nvSpPr>
              <p:spPr bwMode="auto">
                <a:xfrm>
                  <a:off x="8374063" y="3521075"/>
                  <a:ext cx="46038" cy="119063"/>
                </a:xfrm>
                <a:custGeom>
                  <a:avLst/>
                  <a:gdLst>
                    <a:gd name="T0" fmla="*/ 0 w 29"/>
                    <a:gd name="T1" fmla="*/ 75 h 75"/>
                    <a:gd name="T2" fmla="*/ 14 w 29"/>
                    <a:gd name="T3" fmla="*/ 75 h 75"/>
                    <a:gd name="T4" fmla="*/ 29 w 29"/>
                    <a:gd name="T5" fmla="*/ 0 h 75"/>
                    <a:gd name="T6" fmla="*/ 14 w 29"/>
                    <a:gd name="T7" fmla="*/ 0 h 75"/>
                    <a:gd name="T8" fmla="*/ 0 w 29"/>
                    <a:gd name="T9" fmla="*/ 75 h 75"/>
                  </a:gdLst>
                  <a:ahLst/>
                  <a:cxnLst>
                    <a:cxn ang="0">
                      <a:pos x="T0" y="T1"/>
                    </a:cxn>
                    <a:cxn ang="0">
                      <a:pos x="T2" y="T3"/>
                    </a:cxn>
                    <a:cxn ang="0">
                      <a:pos x="T4" y="T5"/>
                    </a:cxn>
                    <a:cxn ang="0">
                      <a:pos x="T6" y="T7"/>
                    </a:cxn>
                    <a:cxn ang="0">
                      <a:pos x="T8" y="T9"/>
                    </a:cxn>
                  </a:cxnLst>
                  <a:rect l="0" t="0" r="r" b="b"/>
                  <a:pathLst>
                    <a:path w="29" h="75">
                      <a:moveTo>
                        <a:pt x="0" y="75"/>
                      </a:moveTo>
                      <a:lnTo>
                        <a:pt x="14" y="75"/>
                      </a:lnTo>
                      <a:lnTo>
                        <a:pt x="29" y="0"/>
                      </a:lnTo>
                      <a:lnTo>
                        <a:pt x="14" y="0"/>
                      </a:lnTo>
                      <a:lnTo>
                        <a:pt x="0" y="75"/>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3" name="iS1idè"/>
                <p:cNvSpPr/>
                <p:nvPr/>
              </p:nvSpPr>
              <p:spPr bwMode="auto">
                <a:xfrm>
                  <a:off x="8432801" y="3521075"/>
                  <a:ext cx="95250" cy="119063"/>
                </a:xfrm>
                <a:custGeom>
                  <a:avLst/>
                  <a:gdLst>
                    <a:gd name="T0" fmla="*/ 0 w 60"/>
                    <a:gd name="T1" fmla="*/ 12 h 75"/>
                    <a:gd name="T2" fmla="*/ 21 w 60"/>
                    <a:gd name="T3" fmla="*/ 12 h 75"/>
                    <a:gd name="T4" fmla="*/ 8 w 60"/>
                    <a:gd name="T5" fmla="*/ 75 h 75"/>
                    <a:gd name="T6" fmla="*/ 23 w 60"/>
                    <a:gd name="T7" fmla="*/ 75 h 75"/>
                    <a:gd name="T8" fmla="*/ 35 w 60"/>
                    <a:gd name="T9" fmla="*/ 12 h 75"/>
                    <a:gd name="T10" fmla="*/ 58 w 60"/>
                    <a:gd name="T11" fmla="*/ 12 h 75"/>
                    <a:gd name="T12" fmla="*/ 60 w 60"/>
                    <a:gd name="T13" fmla="*/ 0 h 75"/>
                    <a:gd name="T14" fmla="*/ 2 w 60"/>
                    <a:gd name="T15" fmla="*/ 0 h 75"/>
                    <a:gd name="T16" fmla="*/ 0 w 60"/>
                    <a:gd name="T17" fmla="*/ 12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0" h="75">
                      <a:moveTo>
                        <a:pt x="0" y="12"/>
                      </a:moveTo>
                      <a:lnTo>
                        <a:pt x="21" y="12"/>
                      </a:lnTo>
                      <a:lnTo>
                        <a:pt x="8" y="75"/>
                      </a:lnTo>
                      <a:lnTo>
                        <a:pt x="23" y="75"/>
                      </a:lnTo>
                      <a:lnTo>
                        <a:pt x="35" y="12"/>
                      </a:lnTo>
                      <a:lnTo>
                        <a:pt x="58" y="12"/>
                      </a:lnTo>
                      <a:lnTo>
                        <a:pt x="60" y="0"/>
                      </a:lnTo>
                      <a:lnTo>
                        <a:pt x="2" y="0"/>
                      </a:lnTo>
                      <a:lnTo>
                        <a:pt x="0" y="12"/>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4" name="iṣḷîḋe"/>
                <p:cNvSpPr/>
                <p:nvPr/>
              </p:nvSpPr>
              <p:spPr bwMode="auto">
                <a:xfrm>
                  <a:off x="8531226" y="3521075"/>
                  <a:ext cx="109538" cy="119063"/>
                </a:xfrm>
                <a:custGeom>
                  <a:avLst/>
                  <a:gdLst>
                    <a:gd name="T0" fmla="*/ 25 w 33"/>
                    <a:gd name="T1" fmla="*/ 0 h 36"/>
                    <a:gd name="T2" fmla="*/ 19 w 33"/>
                    <a:gd name="T3" fmla="*/ 7 h 36"/>
                    <a:gd name="T4" fmla="*/ 16 w 33"/>
                    <a:gd name="T5" fmla="*/ 12 h 36"/>
                    <a:gd name="T6" fmla="*/ 14 w 33"/>
                    <a:gd name="T7" fmla="*/ 15 h 36"/>
                    <a:gd name="T8" fmla="*/ 12 w 33"/>
                    <a:gd name="T9" fmla="*/ 10 h 36"/>
                    <a:gd name="T10" fmla="*/ 8 w 33"/>
                    <a:gd name="T11" fmla="*/ 0 h 36"/>
                    <a:gd name="T12" fmla="*/ 0 w 33"/>
                    <a:gd name="T13" fmla="*/ 0 h 36"/>
                    <a:gd name="T14" fmla="*/ 10 w 33"/>
                    <a:gd name="T15" fmla="*/ 22 h 36"/>
                    <a:gd name="T16" fmla="*/ 7 w 33"/>
                    <a:gd name="T17" fmla="*/ 36 h 36"/>
                    <a:gd name="T18" fmla="*/ 14 w 33"/>
                    <a:gd name="T19" fmla="*/ 36 h 36"/>
                    <a:gd name="T20" fmla="*/ 17 w 33"/>
                    <a:gd name="T21" fmla="*/ 23 h 36"/>
                    <a:gd name="T22" fmla="*/ 33 w 33"/>
                    <a:gd name="T23" fmla="*/ 0 h 36"/>
                    <a:gd name="T24" fmla="*/ 25 w 33"/>
                    <a:gd name="T25" fmla="*/ 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3" h="36">
                      <a:moveTo>
                        <a:pt x="25" y="0"/>
                      </a:moveTo>
                      <a:cubicBezTo>
                        <a:pt x="19" y="7"/>
                        <a:pt x="19" y="7"/>
                        <a:pt x="19" y="7"/>
                      </a:cubicBezTo>
                      <a:cubicBezTo>
                        <a:pt x="16" y="12"/>
                        <a:pt x="16" y="12"/>
                        <a:pt x="16" y="12"/>
                      </a:cubicBezTo>
                      <a:cubicBezTo>
                        <a:pt x="15" y="13"/>
                        <a:pt x="15" y="14"/>
                        <a:pt x="14" y="15"/>
                      </a:cubicBezTo>
                      <a:cubicBezTo>
                        <a:pt x="14" y="14"/>
                        <a:pt x="13" y="13"/>
                        <a:pt x="12" y="10"/>
                      </a:cubicBezTo>
                      <a:cubicBezTo>
                        <a:pt x="8" y="0"/>
                        <a:pt x="8" y="0"/>
                        <a:pt x="8" y="0"/>
                      </a:cubicBezTo>
                      <a:cubicBezTo>
                        <a:pt x="0" y="0"/>
                        <a:pt x="0" y="0"/>
                        <a:pt x="0" y="0"/>
                      </a:cubicBezTo>
                      <a:cubicBezTo>
                        <a:pt x="10" y="22"/>
                        <a:pt x="10" y="22"/>
                        <a:pt x="10" y="22"/>
                      </a:cubicBezTo>
                      <a:cubicBezTo>
                        <a:pt x="7" y="36"/>
                        <a:pt x="7" y="36"/>
                        <a:pt x="7" y="36"/>
                      </a:cubicBezTo>
                      <a:cubicBezTo>
                        <a:pt x="14" y="36"/>
                        <a:pt x="14" y="36"/>
                        <a:pt x="14" y="36"/>
                      </a:cubicBezTo>
                      <a:cubicBezTo>
                        <a:pt x="17" y="23"/>
                        <a:pt x="17" y="23"/>
                        <a:pt x="17" y="23"/>
                      </a:cubicBezTo>
                      <a:cubicBezTo>
                        <a:pt x="33" y="0"/>
                        <a:pt x="33" y="0"/>
                        <a:pt x="33" y="0"/>
                      </a:cubicBezTo>
                      <a:lnTo>
                        <a:pt x="25"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grpSp>
      <p:cxnSp>
        <p:nvCxnSpPr>
          <p:cNvPr id="4" name="直线连接符 3"/>
          <p:cNvCxnSpPr/>
          <p:nvPr userDrawn="1"/>
        </p:nvCxnSpPr>
        <p:spPr>
          <a:xfrm>
            <a:off x="0" y="1016000"/>
            <a:ext cx="12192000"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pic>
        <p:nvPicPr>
          <p:cNvPr id="110" name="图片 109" descr="图片包含 天空, 户外, 建筑物, 日落&#10;&#10;描述已自动生成"/>
          <p:cNvPicPr>
            <a:picLocks noChangeAspect="1"/>
          </p:cNvPicPr>
          <p:nvPr userDrawn="1"/>
        </p:nvPicPr>
        <p:blipFill rotWithShape="1">
          <a:blip r:embed="rId2" cstate="print">
            <a:extLst>
              <a:ext uri="{BEBA8EAE-BF5A-486C-A8C5-ECC9F3942E4B}">
                <a14:imgProps xmlns:a14="http://schemas.microsoft.com/office/drawing/2010/main">
                  <a14:imgLayer r:embed="rId3">
                    <a14:imgEffect>
                      <a14:backgroundRemoval t="10000" b="99500" l="10000" r="98000">
                        <a14:foregroundMark x1="45583" y1="28625" x2="72750" y2="47875"/>
                        <a14:foregroundMark x1="72750" y1="47875" x2="79000" y2="48875"/>
                        <a14:foregroundMark x1="79000" y1="48875" x2="87083" y2="44750"/>
                        <a14:foregroundMark x1="87083" y1="44750" x2="89333" y2="42875"/>
                        <a14:foregroundMark x1="49697" y1="28104" x2="51500" y2="30625"/>
                        <a14:foregroundMark x1="46583" y1="23750" x2="49595" y2="27961"/>
                        <a14:foregroundMark x1="46917" y1="21000" x2="48333" y2="17125"/>
                        <a14:foregroundMark x1="62917" y1="48125" x2="65250" y2="51750"/>
                        <a14:foregroundMark x1="65250" y1="51750" x2="86750" y2="67750"/>
                        <a14:foregroundMark x1="94417" y1="36500" x2="92917" y2="90875"/>
                        <a14:foregroundMark x1="98000" y1="30875" x2="91667" y2="84250"/>
                        <a14:foregroundMark x1="91667" y1="84250" x2="91333" y2="85500"/>
                        <a14:foregroundMark x1="70000" y1="67000" x2="89333" y2="84250"/>
                        <a14:foregroundMark x1="89333" y1="84250" x2="89333" y2="84250"/>
                        <a14:foregroundMark x1="70500" y1="67000" x2="66333" y2="64125"/>
                        <a14:foregroundMark x1="66333" y1="64125" x2="59333" y2="53500"/>
                        <a14:foregroundMark x1="79333" y1="90625" x2="80167" y2="96250"/>
                        <a14:foregroundMark x1="80167" y1="96250" x2="85167" y2="96625"/>
                        <a14:foregroundMark x1="85167" y1="96625" x2="88083" y2="94625"/>
                        <a14:foregroundMark x1="88083" y1="94625" x2="88167" y2="94625"/>
                        <a14:foregroundMark x1="96750" y1="97500" x2="76750" y2="99500"/>
                        <a14:foregroundMark x1="77799" y1="89875" x2="77667" y2="86250"/>
                        <a14:foregroundMark x1="77984" y1="94938" x2="77927" y2="93375"/>
                        <a14:foregroundMark x1="78000" y1="95375" x2="78056" y2="96909"/>
                        <a14:foregroundMark x1="68667" y1="40875" x2="68417" y2="41125"/>
                        <a14:backgroundMark x1="77667" y1="89875" x2="77667" y2="93375"/>
                        <a14:backgroundMark x1="77833" y1="95625" x2="78167" y2="90625"/>
                        <a14:backgroundMark x1="78500" y1="96125" x2="79000" y2="90375"/>
                        <a14:backgroundMark x1="19833" y1="30625" x2="46417" y2="71000"/>
                        <a14:backgroundMark x1="46417" y1="71000" x2="46417" y2="71000"/>
                        <a14:backgroundMark x1="17000" y1="72500" x2="23583" y2="72625"/>
                        <a14:backgroundMark x1="23583" y1="72625" x2="37833" y2="71875"/>
                        <a14:backgroundMark x1="37833" y1="71875" x2="57167" y2="75375"/>
                        <a14:backgroundMark x1="61667" y1="37000" x2="62000" y2="37375"/>
                        <a14:backgroundMark x1="66667" y1="39375" x2="66917" y2="39750"/>
                        <a14:backgroundMark x1="50917" y1="27125" x2="51000" y2="27625"/>
                      </a14:backgroundRemoval>
                    </a14:imgEffect>
                    <a14:imgEffect>
                      <a14:brightnessContrast bright="72000"/>
                    </a14:imgEffect>
                    <a14:imgEffect>
                      <a14:colorTemperature colorTemp="9660"/>
                    </a14:imgEffect>
                    <a14:imgEffect>
                      <a14:saturation sat="111000"/>
                    </a14:imgEffect>
                  </a14:imgLayer>
                </a14:imgProps>
              </a:ext>
              <a:ext uri="{28A0092B-C50C-407E-A947-70E740481C1C}">
                <a14:useLocalDpi xmlns:a14="http://schemas.microsoft.com/office/drawing/2010/main" val="0"/>
              </a:ext>
            </a:extLst>
          </a:blip>
          <a:srcRect l="38743" t="8413"/>
          <a:stretch>
            <a:fillRect/>
          </a:stretch>
        </p:blipFill>
        <p:spPr>
          <a:xfrm flipH="1">
            <a:off x="-1" y="60500"/>
            <a:ext cx="958611" cy="95550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引用">
    <p:spTree>
      <p:nvGrpSpPr>
        <p:cNvPr id="1" name=""/>
        <p:cNvGrpSpPr/>
        <p:nvPr/>
      </p:nvGrpSpPr>
      <p:grpSpPr>
        <a:xfrm>
          <a:off x="0" y="0"/>
          <a:ext cx="0" cy="0"/>
          <a:chOff x="0" y="0"/>
          <a:chExt cx="0" cy="0"/>
        </a:xfrm>
      </p:grpSpPr>
      <p:sp>
        <p:nvSpPr>
          <p:cNvPr id="2" name="标题 1"/>
          <p:cNvSpPr>
            <a:spLocks noGrp="1"/>
          </p:cNvSpPr>
          <p:nvPr>
            <p:ph type="title"/>
          </p:nvPr>
        </p:nvSpPr>
        <p:spPr>
          <a:xfrm>
            <a:off x="803275" y="393486"/>
            <a:ext cx="8970989" cy="663575"/>
          </a:xfrm>
          <a:prstGeom prst="rect">
            <a:avLst/>
          </a:prstGeom>
        </p:spPr>
        <p:txBody>
          <a:bodyPr lIns="0"/>
          <a:lstStyle>
            <a:lvl1pPr>
              <a:defRPr b="1">
                <a:solidFill>
                  <a:schemeClr val="accent2"/>
                </a:solidFill>
              </a:defRPr>
            </a:lvl1pPr>
          </a:lstStyle>
          <a:p>
            <a:r>
              <a:rPr lang="zh-CN" altLang="en-US" dirty="0"/>
              <a:t>单击此处编辑母版标题样式</a:t>
            </a:r>
          </a:p>
        </p:txBody>
      </p:sp>
      <p:grpSp>
        <p:nvGrpSpPr>
          <p:cNvPr id="245" name="组合 244"/>
          <p:cNvGrpSpPr/>
          <p:nvPr userDrawn="1"/>
        </p:nvGrpSpPr>
        <p:grpSpPr>
          <a:xfrm>
            <a:off x="9895088" y="468793"/>
            <a:ext cx="1480571" cy="458860"/>
            <a:chOff x="2558030" y="228446"/>
            <a:chExt cx="6774643" cy="2099603"/>
          </a:xfrm>
        </p:grpSpPr>
        <p:grpSp>
          <p:nvGrpSpPr>
            <p:cNvPr id="246" name="íšḻîďê"/>
            <p:cNvGrpSpPr/>
            <p:nvPr userDrawn="1"/>
          </p:nvGrpSpPr>
          <p:grpSpPr>
            <a:xfrm>
              <a:off x="2558030" y="228446"/>
              <a:ext cx="2085857" cy="2099603"/>
              <a:chOff x="3551238" y="3067050"/>
              <a:chExt cx="722313" cy="727075"/>
            </a:xfrm>
          </p:grpSpPr>
          <p:sp>
            <p:nvSpPr>
              <p:cNvPr id="276" name="ïş1íḍê"/>
              <p:cNvSpPr/>
              <p:nvPr/>
            </p:nvSpPr>
            <p:spPr bwMode="auto">
              <a:xfrm>
                <a:off x="3575051" y="3087688"/>
                <a:ext cx="673100" cy="679450"/>
              </a:xfrm>
              <a:custGeom>
                <a:avLst/>
                <a:gdLst>
                  <a:gd name="T0" fmla="*/ 102 w 204"/>
                  <a:gd name="T1" fmla="*/ 0 h 204"/>
                  <a:gd name="T2" fmla="*/ 204 w 204"/>
                  <a:gd name="T3" fmla="*/ 102 h 204"/>
                  <a:gd name="T4" fmla="*/ 102 w 204"/>
                  <a:gd name="T5" fmla="*/ 204 h 204"/>
                  <a:gd name="T6" fmla="*/ 0 w 204"/>
                  <a:gd name="T7" fmla="*/ 102 h 204"/>
                  <a:gd name="T8" fmla="*/ 102 w 204"/>
                  <a:gd name="T9" fmla="*/ 0 h 204"/>
                  <a:gd name="T10" fmla="*/ 102 w 204"/>
                  <a:gd name="T11" fmla="*/ 25 h 204"/>
                  <a:gd name="T12" fmla="*/ 24 w 204"/>
                  <a:gd name="T13" fmla="*/ 103 h 204"/>
                  <a:gd name="T14" fmla="*/ 102 w 204"/>
                  <a:gd name="T15" fmla="*/ 181 h 204"/>
                  <a:gd name="T16" fmla="*/ 180 w 204"/>
                  <a:gd name="T17" fmla="*/ 103 h 204"/>
                  <a:gd name="T18" fmla="*/ 102 w 204"/>
                  <a:gd name="T19" fmla="*/ 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04" h="204">
                    <a:moveTo>
                      <a:pt x="102" y="0"/>
                    </a:moveTo>
                    <a:cubicBezTo>
                      <a:pt x="159" y="0"/>
                      <a:pt x="204" y="46"/>
                      <a:pt x="204" y="102"/>
                    </a:cubicBezTo>
                    <a:cubicBezTo>
                      <a:pt x="204" y="158"/>
                      <a:pt x="159" y="204"/>
                      <a:pt x="102" y="204"/>
                    </a:cubicBezTo>
                    <a:cubicBezTo>
                      <a:pt x="46" y="204"/>
                      <a:pt x="0" y="158"/>
                      <a:pt x="0" y="102"/>
                    </a:cubicBezTo>
                    <a:cubicBezTo>
                      <a:pt x="0" y="46"/>
                      <a:pt x="46" y="0"/>
                      <a:pt x="102" y="0"/>
                    </a:cubicBezTo>
                    <a:close/>
                    <a:moveTo>
                      <a:pt x="102" y="25"/>
                    </a:moveTo>
                    <a:cubicBezTo>
                      <a:pt x="59" y="25"/>
                      <a:pt x="24" y="60"/>
                      <a:pt x="24" y="103"/>
                    </a:cubicBezTo>
                    <a:cubicBezTo>
                      <a:pt x="24" y="146"/>
                      <a:pt x="59" y="181"/>
                      <a:pt x="102" y="181"/>
                    </a:cubicBezTo>
                    <a:cubicBezTo>
                      <a:pt x="145" y="181"/>
                      <a:pt x="180" y="146"/>
                      <a:pt x="180" y="103"/>
                    </a:cubicBezTo>
                    <a:cubicBezTo>
                      <a:pt x="180" y="60"/>
                      <a:pt x="145" y="25"/>
                      <a:pt x="102" y="25"/>
                    </a:cubicBezTo>
                    <a:close/>
                  </a:path>
                </a:pathLst>
              </a:custGeom>
              <a:solidFill>
                <a:srgbClr val="00523A"/>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7" name="íšḻïḍè"/>
              <p:cNvSpPr/>
              <p:nvPr/>
            </p:nvSpPr>
            <p:spPr bwMode="auto">
              <a:xfrm>
                <a:off x="3621088" y="3103563"/>
                <a:ext cx="584200" cy="203200"/>
              </a:xfrm>
              <a:custGeom>
                <a:avLst/>
                <a:gdLst>
                  <a:gd name="T0" fmla="*/ 8 w 177"/>
                  <a:gd name="T1" fmla="*/ 53 h 61"/>
                  <a:gd name="T2" fmla="*/ 0 w 177"/>
                  <a:gd name="T3" fmla="*/ 56 h 61"/>
                  <a:gd name="T4" fmla="*/ 5 w 177"/>
                  <a:gd name="T5" fmla="*/ 52 h 61"/>
                  <a:gd name="T6" fmla="*/ 4 w 177"/>
                  <a:gd name="T7" fmla="*/ 50 h 61"/>
                  <a:gd name="T8" fmla="*/ 5 w 177"/>
                  <a:gd name="T9" fmla="*/ 48 h 61"/>
                  <a:gd name="T10" fmla="*/ 10 w 177"/>
                  <a:gd name="T11" fmla="*/ 41 h 61"/>
                  <a:gd name="T12" fmla="*/ 17 w 177"/>
                  <a:gd name="T13" fmla="*/ 50 h 61"/>
                  <a:gd name="T14" fmla="*/ 14 w 177"/>
                  <a:gd name="T15" fmla="*/ 35 h 61"/>
                  <a:gd name="T16" fmla="*/ 23 w 177"/>
                  <a:gd name="T17" fmla="*/ 46 h 61"/>
                  <a:gd name="T18" fmla="*/ 31 w 177"/>
                  <a:gd name="T19" fmla="*/ 38 h 61"/>
                  <a:gd name="T20" fmla="*/ 29 w 177"/>
                  <a:gd name="T21" fmla="*/ 40 h 61"/>
                  <a:gd name="T22" fmla="*/ 18 w 177"/>
                  <a:gd name="T23" fmla="*/ 32 h 61"/>
                  <a:gd name="T24" fmla="*/ 19 w 177"/>
                  <a:gd name="T25" fmla="*/ 30 h 61"/>
                  <a:gd name="T26" fmla="*/ 21 w 177"/>
                  <a:gd name="T27" fmla="*/ 27 h 61"/>
                  <a:gd name="T28" fmla="*/ 41 w 177"/>
                  <a:gd name="T29" fmla="*/ 29 h 61"/>
                  <a:gd name="T30" fmla="*/ 43 w 177"/>
                  <a:gd name="T31" fmla="*/ 29 h 61"/>
                  <a:gd name="T32" fmla="*/ 35 w 177"/>
                  <a:gd name="T33" fmla="*/ 35 h 61"/>
                  <a:gd name="T34" fmla="*/ 31 w 177"/>
                  <a:gd name="T35" fmla="*/ 21 h 61"/>
                  <a:gd name="T36" fmla="*/ 46 w 177"/>
                  <a:gd name="T37" fmla="*/ 11 h 61"/>
                  <a:gd name="T38" fmla="*/ 47 w 177"/>
                  <a:gd name="T39" fmla="*/ 11 h 61"/>
                  <a:gd name="T40" fmla="*/ 47 w 177"/>
                  <a:gd name="T41" fmla="*/ 26 h 61"/>
                  <a:gd name="T42" fmla="*/ 39 w 177"/>
                  <a:gd name="T43" fmla="*/ 15 h 61"/>
                  <a:gd name="T44" fmla="*/ 72 w 177"/>
                  <a:gd name="T45" fmla="*/ 16 h 61"/>
                  <a:gd name="T46" fmla="*/ 71 w 177"/>
                  <a:gd name="T47" fmla="*/ 2 h 61"/>
                  <a:gd name="T48" fmla="*/ 65 w 177"/>
                  <a:gd name="T49" fmla="*/ 15 h 61"/>
                  <a:gd name="T50" fmla="*/ 64 w 177"/>
                  <a:gd name="T51" fmla="*/ 4 h 61"/>
                  <a:gd name="T52" fmla="*/ 84 w 177"/>
                  <a:gd name="T53" fmla="*/ 1 h 61"/>
                  <a:gd name="T54" fmla="*/ 84 w 177"/>
                  <a:gd name="T55" fmla="*/ 1 h 61"/>
                  <a:gd name="T56" fmla="*/ 78 w 177"/>
                  <a:gd name="T57" fmla="*/ 16 h 61"/>
                  <a:gd name="T58" fmla="*/ 77 w 177"/>
                  <a:gd name="T59" fmla="*/ 15 h 61"/>
                  <a:gd name="T60" fmla="*/ 90 w 177"/>
                  <a:gd name="T61" fmla="*/ 1 h 61"/>
                  <a:gd name="T62" fmla="*/ 94 w 177"/>
                  <a:gd name="T63" fmla="*/ 15 h 61"/>
                  <a:gd name="T64" fmla="*/ 92 w 177"/>
                  <a:gd name="T65" fmla="*/ 15 h 61"/>
                  <a:gd name="T66" fmla="*/ 113 w 177"/>
                  <a:gd name="T67" fmla="*/ 3 h 61"/>
                  <a:gd name="T68" fmla="*/ 102 w 177"/>
                  <a:gd name="T69" fmla="*/ 2 h 61"/>
                  <a:gd name="T70" fmla="*/ 105 w 177"/>
                  <a:gd name="T71" fmla="*/ 14 h 61"/>
                  <a:gd name="T72" fmla="*/ 117 w 177"/>
                  <a:gd name="T73" fmla="*/ 5 h 61"/>
                  <a:gd name="T74" fmla="*/ 122 w 177"/>
                  <a:gd name="T75" fmla="*/ 19 h 61"/>
                  <a:gd name="T76" fmla="*/ 119 w 177"/>
                  <a:gd name="T77" fmla="*/ 13 h 61"/>
                  <a:gd name="T78" fmla="*/ 121 w 177"/>
                  <a:gd name="T79" fmla="*/ 12 h 61"/>
                  <a:gd name="T80" fmla="*/ 124 w 177"/>
                  <a:gd name="T81" fmla="*/ 10 h 61"/>
                  <a:gd name="T82" fmla="*/ 131 w 177"/>
                  <a:gd name="T83" fmla="*/ 26 h 61"/>
                  <a:gd name="T84" fmla="*/ 126 w 177"/>
                  <a:gd name="T85" fmla="*/ 23 h 61"/>
                  <a:gd name="T86" fmla="*/ 124 w 177"/>
                  <a:gd name="T87" fmla="*/ 23 h 61"/>
                  <a:gd name="T88" fmla="*/ 137 w 177"/>
                  <a:gd name="T89" fmla="*/ 14 h 61"/>
                  <a:gd name="T90" fmla="*/ 133 w 177"/>
                  <a:gd name="T91" fmla="*/ 11 h 61"/>
                  <a:gd name="T92" fmla="*/ 137 w 177"/>
                  <a:gd name="T93" fmla="*/ 32 h 61"/>
                  <a:gd name="T94" fmla="*/ 137 w 177"/>
                  <a:gd name="T95" fmla="*/ 32 h 61"/>
                  <a:gd name="T96" fmla="*/ 145 w 177"/>
                  <a:gd name="T97" fmla="*/ 19 h 61"/>
                  <a:gd name="T98" fmla="*/ 146 w 177"/>
                  <a:gd name="T99" fmla="*/ 19 h 61"/>
                  <a:gd name="T100" fmla="*/ 159 w 177"/>
                  <a:gd name="T101" fmla="*/ 31 h 61"/>
                  <a:gd name="T102" fmla="*/ 149 w 177"/>
                  <a:gd name="T103" fmla="*/ 42 h 61"/>
                  <a:gd name="T104" fmla="*/ 155 w 177"/>
                  <a:gd name="T105" fmla="*/ 27 h 61"/>
                  <a:gd name="T106" fmla="*/ 166 w 177"/>
                  <a:gd name="T107" fmla="*/ 40 h 61"/>
                  <a:gd name="T108" fmla="*/ 160 w 177"/>
                  <a:gd name="T109" fmla="*/ 37 h 61"/>
                  <a:gd name="T110" fmla="*/ 153 w 177"/>
                  <a:gd name="T111" fmla="*/ 46 h 61"/>
                  <a:gd name="T112" fmla="*/ 177 w 177"/>
                  <a:gd name="T113" fmla="*/ 55 h 61"/>
                  <a:gd name="T114" fmla="*/ 162 w 177"/>
                  <a:gd name="T115" fmla="*/ 60 h 61"/>
                  <a:gd name="T116" fmla="*/ 165 w 177"/>
                  <a:gd name="T117" fmla="*/ 55 h 61"/>
                  <a:gd name="T118" fmla="*/ 173 w 177"/>
                  <a:gd name="T119" fmla="*/ 49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77" h="61">
                    <a:moveTo>
                      <a:pt x="6" y="46"/>
                    </a:moveTo>
                    <a:cubicBezTo>
                      <a:pt x="6" y="46"/>
                      <a:pt x="6" y="46"/>
                      <a:pt x="6" y="46"/>
                    </a:cubicBezTo>
                    <a:cubicBezTo>
                      <a:pt x="6" y="46"/>
                      <a:pt x="6" y="46"/>
                      <a:pt x="6" y="46"/>
                    </a:cubicBezTo>
                    <a:cubicBezTo>
                      <a:pt x="6" y="46"/>
                      <a:pt x="6" y="47"/>
                      <a:pt x="6" y="47"/>
                    </a:cubicBezTo>
                    <a:cubicBezTo>
                      <a:pt x="6" y="47"/>
                      <a:pt x="6" y="47"/>
                      <a:pt x="6" y="47"/>
                    </a:cubicBezTo>
                    <a:cubicBezTo>
                      <a:pt x="17" y="57"/>
                      <a:pt x="17" y="57"/>
                      <a:pt x="17" y="57"/>
                    </a:cubicBezTo>
                    <a:cubicBezTo>
                      <a:pt x="17" y="57"/>
                      <a:pt x="17" y="57"/>
                      <a:pt x="17" y="57"/>
                    </a:cubicBezTo>
                    <a:cubicBezTo>
                      <a:pt x="8" y="53"/>
                      <a:pt x="8" y="53"/>
                      <a:pt x="8" y="53"/>
                    </a:cubicBezTo>
                    <a:cubicBezTo>
                      <a:pt x="8" y="54"/>
                      <a:pt x="8" y="54"/>
                      <a:pt x="8" y="54"/>
                    </a:cubicBezTo>
                    <a:cubicBezTo>
                      <a:pt x="15" y="60"/>
                      <a:pt x="15" y="60"/>
                      <a:pt x="15" y="60"/>
                    </a:cubicBezTo>
                    <a:cubicBezTo>
                      <a:pt x="15" y="61"/>
                      <a:pt x="15" y="61"/>
                      <a:pt x="15" y="61"/>
                    </a:cubicBezTo>
                    <a:cubicBezTo>
                      <a:pt x="1" y="55"/>
                      <a:pt x="1" y="55"/>
                      <a:pt x="1" y="55"/>
                    </a:cubicBezTo>
                    <a:cubicBezTo>
                      <a:pt x="1" y="55"/>
                      <a:pt x="1" y="55"/>
                      <a:pt x="1" y="55"/>
                    </a:cubicBezTo>
                    <a:cubicBezTo>
                      <a:pt x="1" y="55"/>
                      <a:pt x="1" y="55"/>
                      <a:pt x="1" y="55"/>
                    </a:cubicBezTo>
                    <a:cubicBezTo>
                      <a:pt x="0" y="56"/>
                      <a:pt x="0" y="56"/>
                      <a:pt x="0" y="56"/>
                    </a:cubicBezTo>
                    <a:cubicBezTo>
                      <a:pt x="0" y="56"/>
                      <a:pt x="0" y="56"/>
                      <a:pt x="0" y="56"/>
                    </a:cubicBezTo>
                    <a:cubicBezTo>
                      <a:pt x="2" y="53"/>
                      <a:pt x="2" y="53"/>
                      <a:pt x="2" y="53"/>
                    </a:cubicBezTo>
                    <a:cubicBezTo>
                      <a:pt x="2" y="53"/>
                      <a:pt x="2" y="53"/>
                      <a:pt x="2" y="53"/>
                    </a:cubicBezTo>
                    <a:cubicBezTo>
                      <a:pt x="2" y="53"/>
                      <a:pt x="2" y="53"/>
                      <a:pt x="2" y="53"/>
                    </a:cubicBezTo>
                    <a:cubicBezTo>
                      <a:pt x="2" y="53"/>
                      <a:pt x="2" y="54"/>
                      <a:pt x="2" y="54"/>
                    </a:cubicBezTo>
                    <a:cubicBezTo>
                      <a:pt x="2" y="54"/>
                      <a:pt x="2" y="54"/>
                      <a:pt x="2" y="54"/>
                    </a:cubicBezTo>
                    <a:cubicBezTo>
                      <a:pt x="11" y="58"/>
                      <a:pt x="11" y="58"/>
                      <a:pt x="11" y="58"/>
                    </a:cubicBezTo>
                    <a:cubicBezTo>
                      <a:pt x="12" y="58"/>
                      <a:pt x="12" y="58"/>
                      <a:pt x="12" y="58"/>
                    </a:cubicBezTo>
                    <a:cubicBezTo>
                      <a:pt x="5" y="52"/>
                      <a:pt x="5" y="52"/>
                      <a:pt x="5" y="52"/>
                    </a:cubicBezTo>
                    <a:cubicBezTo>
                      <a:pt x="4" y="52"/>
                      <a:pt x="4" y="52"/>
                      <a:pt x="4" y="52"/>
                    </a:cubicBezTo>
                    <a:cubicBezTo>
                      <a:pt x="3" y="52"/>
                      <a:pt x="3" y="52"/>
                      <a:pt x="3" y="52"/>
                    </a:cubicBezTo>
                    <a:cubicBezTo>
                      <a:pt x="3" y="52"/>
                      <a:pt x="3" y="52"/>
                      <a:pt x="3" y="52"/>
                    </a:cubicBezTo>
                    <a:cubicBezTo>
                      <a:pt x="3" y="52"/>
                      <a:pt x="3" y="52"/>
                      <a:pt x="3" y="52"/>
                    </a:cubicBezTo>
                    <a:cubicBezTo>
                      <a:pt x="2" y="52"/>
                      <a:pt x="2" y="52"/>
                      <a:pt x="2" y="52"/>
                    </a:cubicBezTo>
                    <a:cubicBezTo>
                      <a:pt x="4" y="49"/>
                      <a:pt x="4" y="49"/>
                      <a:pt x="4" y="49"/>
                    </a:cubicBezTo>
                    <a:cubicBezTo>
                      <a:pt x="4" y="49"/>
                      <a:pt x="4" y="49"/>
                      <a:pt x="4" y="49"/>
                    </a:cubicBezTo>
                    <a:cubicBezTo>
                      <a:pt x="4" y="50"/>
                      <a:pt x="4" y="50"/>
                      <a:pt x="4" y="50"/>
                    </a:cubicBezTo>
                    <a:cubicBezTo>
                      <a:pt x="4" y="50"/>
                      <a:pt x="4" y="50"/>
                      <a:pt x="4" y="50"/>
                    </a:cubicBezTo>
                    <a:cubicBezTo>
                      <a:pt x="4" y="50"/>
                      <a:pt x="4" y="50"/>
                      <a:pt x="4" y="51"/>
                    </a:cubicBezTo>
                    <a:cubicBezTo>
                      <a:pt x="13" y="54"/>
                      <a:pt x="13" y="54"/>
                      <a:pt x="13" y="54"/>
                    </a:cubicBezTo>
                    <a:cubicBezTo>
                      <a:pt x="13" y="54"/>
                      <a:pt x="13" y="54"/>
                      <a:pt x="13" y="54"/>
                    </a:cubicBezTo>
                    <a:cubicBezTo>
                      <a:pt x="6" y="48"/>
                      <a:pt x="6" y="48"/>
                      <a:pt x="6" y="48"/>
                    </a:cubicBezTo>
                    <a:cubicBezTo>
                      <a:pt x="6" y="48"/>
                      <a:pt x="6" y="48"/>
                      <a:pt x="5" y="48"/>
                    </a:cubicBezTo>
                    <a:cubicBezTo>
                      <a:pt x="5" y="48"/>
                      <a:pt x="5" y="48"/>
                      <a:pt x="5" y="48"/>
                    </a:cubicBezTo>
                    <a:cubicBezTo>
                      <a:pt x="5" y="48"/>
                      <a:pt x="5" y="48"/>
                      <a:pt x="5" y="48"/>
                    </a:cubicBezTo>
                    <a:cubicBezTo>
                      <a:pt x="4" y="48"/>
                      <a:pt x="4" y="48"/>
                      <a:pt x="4" y="48"/>
                    </a:cubicBezTo>
                    <a:cubicBezTo>
                      <a:pt x="6" y="46"/>
                      <a:pt x="6" y="46"/>
                      <a:pt x="6" y="46"/>
                    </a:cubicBezTo>
                    <a:close/>
                    <a:moveTo>
                      <a:pt x="22" y="48"/>
                    </a:moveTo>
                    <a:cubicBezTo>
                      <a:pt x="22" y="49"/>
                      <a:pt x="21" y="49"/>
                      <a:pt x="21" y="49"/>
                    </a:cubicBezTo>
                    <a:cubicBezTo>
                      <a:pt x="20" y="50"/>
                      <a:pt x="19" y="49"/>
                      <a:pt x="18" y="48"/>
                    </a:cubicBezTo>
                    <a:cubicBezTo>
                      <a:pt x="10" y="42"/>
                      <a:pt x="10" y="42"/>
                      <a:pt x="10" y="42"/>
                    </a:cubicBezTo>
                    <a:cubicBezTo>
                      <a:pt x="10" y="42"/>
                      <a:pt x="10" y="41"/>
                      <a:pt x="10" y="41"/>
                    </a:cubicBezTo>
                    <a:cubicBezTo>
                      <a:pt x="10" y="41"/>
                      <a:pt x="10" y="41"/>
                      <a:pt x="10" y="41"/>
                    </a:cubicBezTo>
                    <a:cubicBezTo>
                      <a:pt x="10" y="40"/>
                      <a:pt x="10" y="40"/>
                      <a:pt x="10" y="40"/>
                    </a:cubicBezTo>
                    <a:cubicBezTo>
                      <a:pt x="10" y="40"/>
                      <a:pt x="10" y="40"/>
                      <a:pt x="10" y="40"/>
                    </a:cubicBezTo>
                    <a:cubicBezTo>
                      <a:pt x="7" y="43"/>
                      <a:pt x="7" y="43"/>
                      <a:pt x="7" y="43"/>
                    </a:cubicBezTo>
                    <a:cubicBezTo>
                      <a:pt x="8" y="43"/>
                      <a:pt x="8" y="43"/>
                      <a:pt x="8" y="43"/>
                    </a:cubicBezTo>
                    <a:cubicBezTo>
                      <a:pt x="8" y="43"/>
                      <a:pt x="8" y="43"/>
                      <a:pt x="8" y="43"/>
                    </a:cubicBezTo>
                    <a:cubicBezTo>
                      <a:pt x="8" y="43"/>
                      <a:pt x="8" y="43"/>
                      <a:pt x="8" y="43"/>
                    </a:cubicBezTo>
                    <a:cubicBezTo>
                      <a:pt x="9" y="43"/>
                      <a:pt x="9" y="43"/>
                      <a:pt x="9" y="43"/>
                    </a:cubicBezTo>
                    <a:cubicBezTo>
                      <a:pt x="17" y="50"/>
                      <a:pt x="17" y="50"/>
                      <a:pt x="17" y="50"/>
                    </a:cubicBezTo>
                    <a:cubicBezTo>
                      <a:pt x="18" y="50"/>
                      <a:pt x="19" y="51"/>
                      <a:pt x="20" y="50"/>
                    </a:cubicBezTo>
                    <a:cubicBezTo>
                      <a:pt x="21" y="50"/>
                      <a:pt x="22" y="50"/>
                      <a:pt x="23" y="49"/>
                    </a:cubicBezTo>
                    <a:cubicBezTo>
                      <a:pt x="24" y="48"/>
                      <a:pt x="24" y="47"/>
                      <a:pt x="24" y="46"/>
                    </a:cubicBezTo>
                    <a:cubicBezTo>
                      <a:pt x="24" y="45"/>
                      <a:pt x="23" y="44"/>
                      <a:pt x="22" y="43"/>
                    </a:cubicBezTo>
                    <a:cubicBezTo>
                      <a:pt x="14" y="36"/>
                      <a:pt x="14" y="36"/>
                      <a:pt x="14" y="36"/>
                    </a:cubicBezTo>
                    <a:cubicBezTo>
                      <a:pt x="14" y="36"/>
                      <a:pt x="14" y="36"/>
                      <a:pt x="14" y="36"/>
                    </a:cubicBezTo>
                    <a:cubicBezTo>
                      <a:pt x="14" y="36"/>
                      <a:pt x="14" y="36"/>
                      <a:pt x="14" y="35"/>
                    </a:cubicBezTo>
                    <a:cubicBezTo>
                      <a:pt x="14" y="35"/>
                      <a:pt x="14" y="35"/>
                      <a:pt x="14" y="35"/>
                    </a:cubicBezTo>
                    <a:cubicBezTo>
                      <a:pt x="14" y="35"/>
                      <a:pt x="14" y="35"/>
                      <a:pt x="14" y="35"/>
                    </a:cubicBezTo>
                    <a:cubicBezTo>
                      <a:pt x="12" y="37"/>
                      <a:pt x="12" y="37"/>
                      <a:pt x="12" y="37"/>
                    </a:cubicBezTo>
                    <a:cubicBezTo>
                      <a:pt x="12" y="38"/>
                      <a:pt x="12" y="38"/>
                      <a:pt x="12" y="38"/>
                    </a:cubicBezTo>
                    <a:cubicBezTo>
                      <a:pt x="13" y="37"/>
                      <a:pt x="13" y="37"/>
                      <a:pt x="13" y="37"/>
                    </a:cubicBezTo>
                    <a:cubicBezTo>
                      <a:pt x="13" y="37"/>
                      <a:pt x="13" y="37"/>
                      <a:pt x="13" y="37"/>
                    </a:cubicBezTo>
                    <a:cubicBezTo>
                      <a:pt x="13" y="37"/>
                      <a:pt x="14" y="37"/>
                      <a:pt x="14" y="37"/>
                    </a:cubicBezTo>
                    <a:cubicBezTo>
                      <a:pt x="22" y="44"/>
                      <a:pt x="22" y="44"/>
                      <a:pt x="22" y="44"/>
                    </a:cubicBezTo>
                    <a:cubicBezTo>
                      <a:pt x="23" y="44"/>
                      <a:pt x="23" y="45"/>
                      <a:pt x="23" y="46"/>
                    </a:cubicBezTo>
                    <a:cubicBezTo>
                      <a:pt x="23" y="47"/>
                      <a:pt x="23" y="47"/>
                      <a:pt x="22" y="48"/>
                    </a:cubicBezTo>
                    <a:close/>
                    <a:moveTo>
                      <a:pt x="33" y="36"/>
                    </a:moveTo>
                    <a:cubicBezTo>
                      <a:pt x="33" y="36"/>
                      <a:pt x="33" y="36"/>
                      <a:pt x="33" y="36"/>
                    </a:cubicBezTo>
                    <a:cubicBezTo>
                      <a:pt x="33" y="36"/>
                      <a:pt x="34" y="36"/>
                      <a:pt x="34" y="36"/>
                    </a:cubicBezTo>
                    <a:cubicBezTo>
                      <a:pt x="34" y="35"/>
                      <a:pt x="34" y="35"/>
                      <a:pt x="34" y="35"/>
                    </a:cubicBezTo>
                    <a:cubicBezTo>
                      <a:pt x="35" y="36"/>
                      <a:pt x="35" y="36"/>
                      <a:pt x="35" y="36"/>
                    </a:cubicBezTo>
                    <a:cubicBezTo>
                      <a:pt x="32" y="39"/>
                      <a:pt x="32" y="39"/>
                      <a:pt x="32" y="39"/>
                    </a:cubicBezTo>
                    <a:cubicBezTo>
                      <a:pt x="31" y="38"/>
                      <a:pt x="31" y="38"/>
                      <a:pt x="31" y="38"/>
                    </a:cubicBezTo>
                    <a:cubicBezTo>
                      <a:pt x="32" y="38"/>
                      <a:pt x="32" y="38"/>
                      <a:pt x="32" y="38"/>
                    </a:cubicBezTo>
                    <a:cubicBezTo>
                      <a:pt x="32" y="38"/>
                      <a:pt x="32" y="37"/>
                      <a:pt x="32" y="37"/>
                    </a:cubicBezTo>
                    <a:cubicBezTo>
                      <a:pt x="32" y="37"/>
                      <a:pt x="32" y="37"/>
                      <a:pt x="32" y="37"/>
                    </a:cubicBezTo>
                    <a:cubicBezTo>
                      <a:pt x="27" y="32"/>
                      <a:pt x="27" y="32"/>
                      <a:pt x="27" y="32"/>
                    </a:cubicBezTo>
                    <a:cubicBezTo>
                      <a:pt x="23" y="36"/>
                      <a:pt x="23" y="36"/>
                      <a:pt x="23" y="36"/>
                    </a:cubicBezTo>
                    <a:cubicBezTo>
                      <a:pt x="28" y="40"/>
                      <a:pt x="28" y="40"/>
                      <a:pt x="28" y="40"/>
                    </a:cubicBezTo>
                    <a:cubicBezTo>
                      <a:pt x="28" y="41"/>
                      <a:pt x="28" y="41"/>
                      <a:pt x="28" y="41"/>
                    </a:cubicBezTo>
                    <a:cubicBezTo>
                      <a:pt x="28" y="41"/>
                      <a:pt x="29" y="41"/>
                      <a:pt x="29" y="40"/>
                    </a:cubicBezTo>
                    <a:cubicBezTo>
                      <a:pt x="29" y="40"/>
                      <a:pt x="29" y="40"/>
                      <a:pt x="29" y="40"/>
                    </a:cubicBezTo>
                    <a:cubicBezTo>
                      <a:pt x="30" y="41"/>
                      <a:pt x="30" y="41"/>
                      <a:pt x="30" y="41"/>
                    </a:cubicBezTo>
                    <a:cubicBezTo>
                      <a:pt x="27" y="43"/>
                      <a:pt x="27" y="43"/>
                      <a:pt x="27" y="43"/>
                    </a:cubicBezTo>
                    <a:cubicBezTo>
                      <a:pt x="26" y="43"/>
                      <a:pt x="26" y="43"/>
                      <a:pt x="26" y="43"/>
                    </a:cubicBezTo>
                    <a:cubicBezTo>
                      <a:pt x="27" y="43"/>
                      <a:pt x="27" y="43"/>
                      <a:pt x="27" y="43"/>
                    </a:cubicBezTo>
                    <a:cubicBezTo>
                      <a:pt x="27" y="42"/>
                      <a:pt x="27" y="42"/>
                      <a:pt x="27" y="42"/>
                    </a:cubicBezTo>
                    <a:cubicBezTo>
                      <a:pt x="27" y="42"/>
                      <a:pt x="27" y="42"/>
                      <a:pt x="27" y="41"/>
                    </a:cubicBezTo>
                    <a:cubicBezTo>
                      <a:pt x="18" y="32"/>
                      <a:pt x="18" y="32"/>
                      <a:pt x="18" y="32"/>
                    </a:cubicBezTo>
                    <a:cubicBezTo>
                      <a:pt x="18" y="32"/>
                      <a:pt x="17" y="32"/>
                      <a:pt x="17" y="32"/>
                    </a:cubicBezTo>
                    <a:cubicBezTo>
                      <a:pt x="17" y="32"/>
                      <a:pt x="17" y="32"/>
                      <a:pt x="17" y="32"/>
                    </a:cubicBezTo>
                    <a:cubicBezTo>
                      <a:pt x="16" y="32"/>
                      <a:pt x="16" y="32"/>
                      <a:pt x="16" y="32"/>
                    </a:cubicBezTo>
                    <a:cubicBezTo>
                      <a:pt x="16" y="32"/>
                      <a:pt x="16" y="32"/>
                      <a:pt x="16" y="32"/>
                    </a:cubicBezTo>
                    <a:cubicBezTo>
                      <a:pt x="19" y="29"/>
                      <a:pt x="19" y="29"/>
                      <a:pt x="19" y="29"/>
                    </a:cubicBezTo>
                    <a:cubicBezTo>
                      <a:pt x="19" y="29"/>
                      <a:pt x="19" y="29"/>
                      <a:pt x="19" y="29"/>
                    </a:cubicBezTo>
                    <a:cubicBezTo>
                      <a:pt x="19" y="30"/>
                      <a:pt x="19" y="30"/>
                      <a:pt x="19" y="30"/>
                    </a:cubicBezTo>
                    <a:cubicBezTo>
                      <a:pt x="19" y="30"/>
                      <a:pt x="19" y="30"/>
                      <a:pt x="19" y="30"/>
                    </a:cubicBezTo>
                    <a:cubicBezTo>
                      <a:pt x="19" y="30"/>
                      <a:pt x="19" y="31"/>
                      <a:pt x="19" y="31"/>
                    </a:cubicBezTo>
                    <a:cubicBezTo>
                      <a:pt x="23" y="35"/>
                      <a:pt x="23" y="35"/>
                      <a:pt x="23" y="35"/>
                    </a:cubicBezTo>
                    <a:cubicBezTo>
                      <a:pt x="27" y="31"/>
                      <a:pt x="27" y="31"/>
                      <a:pt x="27" y="31"/>
                    </a:cubicBezTo>
                    <a:cubicBezTo>
                      <a:pt x="23" y="27"/>
                      <a:pt x="23" y="27"/>
                      <a:pt x="23" y="27"/>
                    </a:cubicBezTo>
                    <a:cubicBezTo>
                      <a:pt x="23" y="27"/>
                      <a:pt x="22" y="27"/>
                      <a:pt x="22" y="27"/>
                    </a:cubicBezTo>
                    <a:cubicBezTo>
                      <a:pt x="22" y="27"/>
                      <a:pt x="22" y="27"/>
                      <a:pt x="22" y="27"/>
                    </a:cubicBezTo>
                    <a:cubicBezTo>
                      <a:pt x="21" y="27"/>
                      <a:pt x="21" y="27"/>
                      <a:pt x="21" y="27"/>
                    </a:cubicBezTo>
                    <a:cubicBezTo>
                      <a:pt x="21" y="27"/>
                      <a:pt x="21" y="27"/>
                      <a:pt x="21" y="27"/>
                    </a:cubicBezTo>
                    <a:cubicBezTo>
                      <a:pt x="24" y="24"/>
                      <a:pt x="24" y="24"/>
                      <a:pt x="24" y="24"/>
                    </a:cubicBezTo>
                    <a:cubicBezTo>
                      <a:pt x="24" y="25"/>
                      <a:pt x="24" y="25"/>
                      <a:pt x="24" y="25"/>
                    </a:cubicBezTo>
                    <a:cubicBezTo>
                      <a:pt x="24" y="25"/>
                      <a:pt x="24" y="25"/>
                      <a:pt x="24" y="25"/>
                    </a:cubicBezTo>
                    <a:cubicBezTo>
                      <a:pt x="24" y="25"/>
                      <a:pt x="24" y="25"/>
                      <a:pt x="24" y="26"/>
                    </a:cubicBezTo>
                    <a:cubicBezTo>
                      <a:pt x="24" y="26"/>
                      <a:pt x="24" y="26"/>
                      <a:pt x="24" y="26"/>
                    </a:cubicBezTo>
                    <a:cubicBezTo>
                      <a:pt x="33" y="36"/>
                      <a:pt x="33" y="36"/>
                      <a:pt x="33" y="36"/>
                    </a:cubicBezTo>
                    <a:close/>
                    <a:moveTo>
                      <a:pt x="38" y="26"/>
                    </a:moveTo>
                    <a:cubicBezTo>
                      <a:pt x="41" y="29"/>
                      <a:pt x="41" y="29"/>
                      <a:pt x="41" y="29"/>
                    </a:cubicBezTo>
                    <a:cubicBezTo>
                      <a:pt x="41" y="29"/>
                      <a:pt x="41" y="30"/>
                      <a:pt x="41" y="30"/>
                    </a:cubicBezTo>
                    <a:cubicBezTo>
                      <a:pt x="41" y="30"/>
                      <a:pt x="41" y="30"/>
                      <a:pt x="41" y="30"/>
                    </a:cubicBezTo>
                    <a:cubicBezTo>
                      <a:pt x="41" y="31"/>
                      <a:pt x="41" y="31"/>
                      <a:pt x="41" y="31"/>
                    </a:cubicBezTo>
                    <a:cubicBezTo>
                      <a:pt x="41" y="31"/>
                      <a:pt x="41" y="31"/>
                      <a:pt x="41" y="31"/>
                    </a:cubicBezTo>
                    <a:cubicBezTo>
                      <a:pt x="44" y="29"/>
                      <a:pt x="44" y="29"/>
                      <a:pt x="44" y="29"/>
                    </a:cubicBezTo>
                    <a:cubicBezTo>
                      <a:pt x="44" y="28"/>
                      <a:pt x="44" y="28"/>
                      <a:pt x="44" y="28"/>
                    </a:cubicBezTo>
                    <a:cubicBezTo>
                      <a:pt x="44" y="29"/>
                      <a:pt x="44" y="29"/>
                      <a:pt x="44" y="29"/>
                    </a:cubicBezTo>
                    <a:cubicBezTo>
                      <a:pt x="43" y="29"/>
                      <a:pt x="43" y="29"/>
                      <a:pt x="43" y="29"/>
                    </a:cubicBezTo>
                    <a:cubicBezTo>
                      <a:pt x="43" y="29"/>
                      <a:pt x="42" y="29"/>
                      <a:pt x="42" y="28"/>
                    </a:cubicBezTo>
                    <a:cubicBezTo>
                      <a:pt x="31" y="18"/>
                      <a:pt x="31" y="18"/>
                      <a:pt x="31" y="18"/>
                    </a:cubicBezTo>
                    <a:cubicBezTo>
                      <a:pt x="30" y="20"/>
                      <a:pt x="30" y="20"/>
                      <a:pt x="30" y="20"/>
                    </a:cubicBezTo>
                    <a:cubicBezTo>
                      <a:pt x="35" y="33"/>
                      <a:pt x="35" y="33"/>
                      <a:pt x="35" y="33"/>
                    </a:cubicBezTo>
                    <a:cubicBezTo>
                      <a:pt x="35" y="33"/>
                      <a:pt x="35" y="34"/>
                      <a:pt x="35" y="34"/>
                    </a:cubicBezTo>
                    <a:cubicBezTo>
                      <a:pt x="35" y="34"/>
                      <a:pt x="35" y="34"/>
                      <a:pt x="35" y="35"/>
                    </a:cubicBezTo>
                    <a:cubicBezTo>
                      <a:pt x="35" y="35"/>
                      <a:pt x="35" y="35"/>
                      <a:pt x="35" y="35"/>
                    </a:cubicBezTo>
                    <a:cubicBezTo>
                      <a:pt x="35" y="35"/>
                      <a:pt x="35" y="35"/>
                      <a:pt x="35" y="35"/>
                    </a:cubicBezTo>
                    <a:cubicBezTo>
                      <a:pt x="38" y="33"/>
                      <a:pt x="38" y="33"/>
                      <a:pt x="38" y="33"/>
                    </a:cubicBezTo>
                    <a:cubicBezTo>
                      <a:pt x="38" y="33"/>
                      <a:pt x="38" y="33"/>
                      <a:pt x="38" y="33"/>
                    </a:cubicBezTo>
                    <a:cubicBezTo>
                      <a:pt x="37" y="33"/>
                      <a:pt x="37" y="33"/>
                      <a:pt x="37" y="33"/>
                    </a:cubicBezTo>
                    <a:cubicBezTo>
                      <a:pt x="37" y="33"/>
                      <a:pt x="37" y="33"/>
                      <a:pt x="36" y="33"/>
                    </a:cubicBezTo>
                    <a:cubicBezTo>
                      <a:pt x="36" y="33"/>
                      <a:pt x="36" y="32"/>
                      <a:pt x="36" y="32"/>
                    </a:cubicBezTo>
                    <a:cubicBezTo>
                      <a:pt x="34" y="29"/>
                      <a:pt x="34" y="29"/>
                      <a:pt x="34" y="29"/>
                    </a:cubicBezTo>
                    <a:cubicBezTo>
                      <a:pt x="38" y="26"/>
                      <a:pt x="38" y="26"/>
                      <a:pt x="38" y="26"/>
                    </a:cubicBezTo>
                    <a:close/>
                    <a:moveTo>
                      <a:pt x="31" y="21"/>
                    </a:moveTo>
                    <a:cubicBezTo>
                      <a:pt x="31" y="21"/>
                      <a:pt x="31" y="21"/>
                      <a:pt x="31" y="21"/>
                    </a:cubicBezTo>
                    <a:cubicBezTo>
                      <a:pt x="34" y="28"/>
                      <a:pt x="34" y="28"/>
                      <a:pt x="34" y="28"/>
                    </a:cubicBezTo>
                    <a:cubicBezTo>
                      <a:pt x="37" y="26"/>
                      <a:pt x="37" y="26"/>
                      <a:pt x="37" y="26"/>
                    </a:cubicBezTo>
                    <a:cubicBezTo>
                      <a:pt x="31" y="21"/>
                      <a:pt x="31" y="21"/>
                      <a:pt x="31" y="21"/>
                    </a:cubicBezTo>
                    <a:close/>
                    <a:moveTo>
                      <a:pt x="51" y="21"/>
                    </a:moveTo>
                    <a:cubicBezTo>
                      <a:pt x="51" y="21"/>
                      <a:pt x="51" y="21"/>
                      <a:pt x="51" y="21"/>
                    </a:cubicBezTo>
                    <a:cubicBezTo>
                      <a:pt x="46" y="11"/>
                      <a:pt x="46" y="11"/>
                      <a:pt x="46" y="11"/>
                    </a:cubicBezTo>
                    <a:cubicBezTo>
                      <a:pt x="46" y="11"/>
                      <a:pt x="46" y="11"/>
                      <a:pt x="46" y="11"/>
                    </a:cubicBezTo>
                    <a:cubicBezTo>
                      <a:pt x="46" y="11"/>
                      <a:pt x="46" y="11"/>
                      <a:pt x="45" y="11"/>
                    </a:cubicBezTo>
                    <a:cubicBezTo>
                      <a:pt x="45" y="11"/>
                      <a:pt x="45" y="11"/>
                      <a:pt x="45" y="11"/>
                    </a:cubicBezTo>
                    <a:cubicBezTo>
                      <a:pt x="44" y="11"/>
                      <a:pt x="44" y="11"/>
                      <a:pt x="44" y="11"/>
                    </a:cubicBezTo>
                    <a:cubicBezTo>
                      <a:pt x="48" y="9"/>
                      <a:pt x="48" y="9"/>
                      <a:pt x="48" y="9"/>
                    </a:cubicBezTo>
                    <a:cubicBezTo>
                      <a:pt x="48" y="10"/>
                      <a:pt x="48" y="10"/>
                      <a:pt x="48" y="10"/>
                    </a:cubicBezTo>
                    <a:cubicBezTo>
                      <a:pt x="47" y="10"/>
                      <a:pt x="47" y="10"/>
                      <a:pt x="47" y="10"/>
                    </a:cubicBezTo>
                    <a:cubicBezTo>
                      <a:pt x="47" y="10"/>
                      <a:pt x="47" y="10"/>
                      <a:pt x="47" y="10"/>
                    </a:cubicBezTo>
                    <a:cubicBezTo>
                      <a:pt x="47" y="10"/>
                      <a:pt x="47" y="11"/>
                      <a:pt x="47" y="11"/>
                    </a:cubicBezTo>
                    <a:cubicBezTo>
                      <a:pt x="53" y="24"/>
                      <a:pt x="53" y="24"/>
                      <a:pt x="53" y="24"/>
                    </a:cubicBezTo>
                    <a:cubicBezTo>
                      <a:pt x="53" y="24"/>
                      <a:pt x="53" y="24"/>
                      <a:pt x="53" y="24"/>
                    </a:cubicBezTo>
                    <a:cubicBezTo>
                      <a:pt x="53" y="24"/>
                      <a:pt x="53" y="24"/>
                      <a:pt x="53" y="24"/>
                    </a:cubicBezTo>
                    <a:cubicBezTo>
                      <a:pt x="40" y="15"/>
                      <a:pt x="40" y="15"/>
                      <a:pt x="40" y="15"/>
                    </a:cubicBezTo>
                    <a:cubicBezTo>
                      <a:pt x="40" y="15"/>
                      <a:pt x="40" y="15"/>
                      <a:pt x="40" y="15"/>
                    </a:cubicBezTo>
                    <a:cubicBezTo>
                      <a:pt x="46" y="26"/>
                      <a:pt x="46" y="26"/>
                      <a:pt x="46" y="26"/>
                    </a:cubicBezTo>
                    <a:cubicBezTo>
                      <a:pt x="46" y="26"/>
                      <a:pt x="46" y="26"/>
                      <a:pt x="46" y="26"/>
                    </a:cubicBezTo>
                    <a:cubicBezTo>
                      <a:pt x="47" y="26"/>
                      <a:pt x="47" y="26"/>
                      <a:pt x="47" y="26"/>
                    </a:cubicBezTo>
                    <a:cubicBezTo>
                      <a:pt x="48" y="26"/>
                      <a:pt x="48" y="26"/>
                      <a:pt x="48" y="26"/>
                    </a:cubicBezTo>
                    <a:cubicBezTo>
                      <a:pt x="48" y="26"/>
                      <a:pt x="48" y="26"/>
                      <a:pt x="48" y="26"/>
                    </a:cubicBezTo>
                    <a:cubicBezTo>
                      <a:pt x="45" y="28"/>
                      <a:pt x="45" y="28"/>
                      <a:pt x="45" y="28"/>
                    </a:cubicBezTo>
                    <a:cubicBezTo>
                      <a:pt x="44" y="28"/>
                      <a:pt x="44" y="28"/>
                      <a:pt x="44" y="28"/>
                    </a:cubicBezTo>
                    <a:cubicBezTo>
                      <a:pt x="45" y="27"/>
                      <a:pt x="45" y="27"/>
                      <a:pt x="45" y="27"/>
                    </a:cubicBezTo>
                    <a:cubicBezTo>
                      <a:pt x="45" y="27"/>
                      <a:pt x="45" y="27"/>
                      <a:pt x="45" y="27"/>
                    </a:cubicBezTo>
                    <a:cubicBezTo>
                      <a:pt x="46" y="27"/>
                      <a:pt x="46" y="26"/>
                      <a:pt x="45" y="26"/>
                    </a:cubicBezTo>
                    <a:cubicBezTo>
                      <a:pt x="39" y="15"/>
                      <a:pt x="39" y="15"/>
                      <a:pt x="39" y="15"/>
                    </a:cubicBezTo>
                    <a:cubicBezTo>
                      <a:pt x="39" y="14"/>
                      <a:pt x="39" y="14"/>
                      <a:pt x="39" y="14"/>
                    </a:cubicBezTo>
                    <a:cubicBezTo>
                      <a:pt x="39" y="14"/>
                      <a:pt x="39" y="14"/>
                      <a:pt x="38" y="14"/>
                    </a:cubicBezTo>
                    <a:cubicBezTo>
                      <a:pt x="38" y="15"/>
                      <a:pt x="38" y="15"/>
                      <a:pt x="38" y="15"/>
                    </a:cubicBezTo>
                    <a:cubicBezTo>
                      <a:pt x="37" y="14"/>
                      <a:pt x="37" y="14"/>
                      <a:pt x="37" y="14"/>
                    </a:cubicBezTo>
                    <a:cubicBezTo>
                      <a:pt x="40" y="13"/>
                      <a:pt x="40" y="13"/>
                      <a:pt x="40" y="13"/>
                    </a:cubicBezTo>
                    <a:cubicBezTo>
                      <a:pt x="51" y="21"/>
                      <a:pt x="51" y="21"/>
                      <a:pt x="51" y="21"/>
                    </a:cubicBezTo>
                    <a:close/>
                    <a:moveTo>
                      <a:pt x="70" y="17"/>
                    </a:moveTo>
                    <a:cubicBezTo>
                      <a:pt x="70" y="17"/>
                      <a:pt x="71" y="17"/>
                      <a:pt x="72" y="16"/>
                    </a:cubicBezTo>
                    <a:cubicBezTo>
                      <a:pt x="72" y="15"/>
                      <a:pt x="72" y="14"/>
                      <a:pt x="72" y="14"/>
                    </a:cubicBezTo>
                    <a:cubicBezTo>
                      <a:pt x="70" y="3"/>
                      <a:pt x="70" y="3"/>
                      <a:pt x="70" y="3"/>
                    </a:cubicBezTo>
                    <a:cubicBezTo>
                      <a:pt x="70" y="3"/>
                      <a:pt x="69" y="3"/>
                      <a:pt x="69" y="3"/>
                    </a:cubicBezTo>
                    <a:cubicBezTo>
                      <a:pt x="69" y="3"/>
                      <a:pt x="69" y="3"/>
                      <a:pt x="69" y="3"/>
                    </a:cubicBezTo>
                    <a:cubicBezTo>
                      <a:pt x="68" y="3"/>
                      <a:pt x="68" y="3"/>
                      <a:pt x="68" y="3"/>
                    </a:cubicBezTo>
                    <a:cubicBezTo>
                      <a:pt x="68" y="2"/>
                      <a:pt x="68" y="2"/>
                      <a:pt x="68" y="2"/>
                    </a:cubicBezTo>
                    <a:cubicBezTo>
                      <a:pt x="71" y="1"/>
                      <a:pt x="71" y="1"/>
                      <a:pt x="71" y="1"/>
                    </a:cubicBezTo>
                    <a:cubicBezTo>
                      <a:pt x="71" y="2"/>
                      <a:pt x="71" y="2"/>
                      <a:pt x="71" y="2"/>
                    </a:cubicBezTo>
                    <a:cubicBezTo>
                      <a:pt x="71" y="2"/>
                      <a:pt x="71" y="2"/>
                      <a:pt x="71" y="2"/>
                    </a:cubicBezTo>
                    <a:cubicBezTo>
                      <a:pt x="71" y="2"/>
                      <a:pt x="70" y="2"/>
                      <a:pt x="70" y="2"/>
                    </a:cubicBezTo>
                    <a:cubicBezTo>
                      <a:pt x="70" y="3"/>
                      <a:pt x="70" y="3"/>
                      <a:pt x="70" y="3"/>
                    </a:cubicBezTo>
                    <a:cubicBezTo>
                      <a:pt x="73" y="13"/>
                      <a:pt x="73" y="13"/>
                      <a:pt x="73" y="13"/>
                    </a:cubicBezTo>
                    <a:cubicBezTo>
                      <a:pt x="73" y="15"/>
                      <a:pt x="73" y="16"/>
                      <a:pt x="72" y="16"/>
                    </a:cubicBezTo>
                    <a:cubicBezTo>
                      <a:pt x="71" y="17"/>
                      <a:pt x="71" y="18"/>
                      <a:pt x="70" y="18"/>
                    </a:cubicBezTo>
                    <a:cubicBezTo>
                      <a:pt x="68" y="18"/>
                      <a:pt x="67" y="18"/>
                      <a:pt x="66" y="18"/>
                    </a:cubicBezTo>
                    <a:cubicBezTo>
                      <a:pt x="66" y="17"/>
                      <a:pt x="65" y="17"/>
                      <a:pt x="65" y="15"/>
                    </a:cubicBezTo>
                    <a:cubicBezTo>
                      <a:pt x="62" y="5"/>
                      <a:pt x="62" y="5"/>
                      <a:pt x="62" y="5"/>
                    </a:cubicBezTo>
                    <a:cubicBezTo>
                      <a:pt x="62" y="5"/>
                      <a:pt x="62" y="4"/>
                      <a:pt x="62" y="4"/>
                    </a:cubicBezTo>
                    <a:cubicBezTo>
                      <a:pt x="62" y="4"/>
                      <a:pt x="62" y="4"/>
                      <a:pt x="61" y="4"/>
                    </a:cubicBezTo>
                    <a:cubicBezTo>
                      <a:pt x="61" y="4"/>
                      <a:pt x="61" y="4"/>
                      <a:pt x="61" y="4"/>
                    </a:cubicBezTo>
                    <a:cubicBezTo>
                      <a:pt x="61" y="4"/>
                      <a:pt x="61" y="4"/>
                      <a:pt x="61" y="4"/>
                    </a:cubicBezTo>
                    <a:cubicBezTo>
                      <a:pt x="65" y="3"/>
                      <a:pt x="65" y="3"/>
                      <a:pt x="65" y="3"/>
                    </a:cubicBezTo>
                    <a:cubicBezTo>
                      <a:pt x="65" y="4"/>
                      <a:pt x="65" y="4"/>
                      <a:pt x="65" y="4"/>
                    </a:cubicBezTo>
                    <a:cubicBezTo>
                      <a:pt x="64" y="4"/>
                      <a:pt x="64" y="4"/>
                      <a:pt x="64" y="4"/>
                    </a:cubicBezTo>
                    <a:cubicBezTo>
                      <a:pt x="64" y="4"/>
                      <a:pt x="64" y="4"/>
                      <a:pt x="64" y="4"/>
                    </a:cubicBezTo>
                    <a:cubicBezTo>
                      <a:pt x="64" y="4"/>
                      <a:pt x="64" y="4"/>
                      <a:pt x="64" y="5"/>
                    </a:cubicBezTo>
                    <a:cubicBezTo>
                      <a:pt x="66" y="15"/>
                      <a:pt x="66" y="15"/>
                      <a:pt x="66" y="15"/>
                    </a:cubicBezTo>
                    <a:cubicBezTo>
                      <a:pt x="66" y="16"/>
                      <a:pt x="67" y="17"/>
                      <a:pt x="67" y="17"/>
                    </a:cubicBezTo>
                    <a:cubicBezTo>
                      <a:pt x="68" y="18"/>
                      <a:pt x="69" y="18"/>
                      <a:pt x="70" y="17"/>
                    </a:cubicBezTo>
                    <a:close/>
                    <a:moveTo>
                      <a:pt x="84" y="12"/>
                    </a:moveTo>
                    <a:cubicBezTo>
                      <a:pt x="84" y="12"/>
                      <a:pt x="84" y="12"/>
                      <a:pt x="84" y="12"/>
                    </a:cubicBezTo>
                    <a:cubicBezTo>
                      <a:pt x="84" y="1"/>
                      <a:pt x="84" y="1"/>
                      <a:pt x="84" y="1"/>
                    </a:cubicBezTo>
                    <a:cubicBezTo>
                      <a:pt x="84" y="1"/>
                      <a:pt x="84" y="1"/>
                      <a:pt x="83" y="1"/>
                    </a:cubicBezTo>
                    <a:cubicBezTo>
                      <a:pt x="83" y="1"/>
                      <a:pt x="83" y="1"/>
                      <a:pt x="83" y="1"/>
                    </a:cubicBezTo>
                    <a:cubicBezTo>
                      <a:pt x="82" y="1"/>
                      <a:pt x="82" y="1"/>
                      <a:pt x="82" y="1"/>
                    </a:cubicBezTo>
                    <a:cubicBezTo>
                      <a:pt x="82" y="0"/>
                      <a:pt x="82" y="0"/>
                      <a:pt x="82" y="0"/>
                    </a:cubicBezTo>
                    <a:cubicBezTo>
                      <a:pt x="86" y="0"/>
                      <a:pt x="86" y="0"/>
                      <a:pt x="86" y="0"/>
                    </a:cubicBezTo>
                    <a:cubicBezTo>
                      <a:pt x="86" y="1"/>
                      <a:pt x="86" y="1"/>
                      <a:pt x="86" y="1"/>
                    </a:cubicBezTo>
                    <a:cubicBezTo>
                      <a:pt x="85" y="1"/>
                      <a:pt x="85" y="1"/>
                      <a:pt x="85" y="1"/>
                    </a:cubicBezTo>
                    <a:cubicBezTo>
                      <a:pt x="85" y="1"/>
                      <a:pt x="85" y="1"/>
                      <a:pt x="84" y="1"/>
                    </a:cubicBezTo>
                    <a:cubicBezTo>
                      <a:pt x="84" y="1"/>
                      <a:pt x="84" y="1"/>
                      <a:pt x="84" y="1"/>
                    </a:cubicBezTo>
                    <a:cubicBezTo>
                      <a:pt x="85" y="16"/>
                      <a:pt x="85" y="16"/>
                      <a:pt x="85" y="16"/>
                    </a:cubicBezTo>
                    <a:cubicBezTo>
                      <a:pt x="85" y="16"/>
                      <a:pt x="85" y="16"/>
                      <a:pt x="85" y="16"/>
                    </a:cubicBezTo>
                    <a:cubicBezTo>
                      <a:pt x="85" y="16"/>
                      <a:pt x="85" y="16"/>
                      <a:pt x="85" y="16"/>
                    </a:cubicBezTo>
                    <a:cubicBezTo>
                      <a:pt x="77" y="3"/>
                      <a:pt x="77" y="3"/>
                      <a:pt x="77" y="3"/>
                    </a:cubicBezTo>
                    <a:cubicBezTo>
                      <a:pt x="77" y="3"/>
                      <a:pt x="77" y="3"/>
                      <a:pt x="77" y="3"/>
                    </a:cubicBezTo>
                    <a:cubicBezTo>
                      <a:pt x="77" y="15"/>
                      <a:pt x="77" y="15"/>
                      <a:pt x="77" y="15"/>
                    </a:cubicBezTo>
                    <a:cubicBezTo>
                      <a:pt x="77" y="15"/>
                      <a:pt x="78" y="15"/>
                      <a:pt x="78" y="16"/>
                    </a:cubicBezTo>
                    <a:cubicBezTo>
                      <a:pt x="78" y="16"/>
                      <a:pt x="78" y="16"/>
                      <a:pt x="78" y="16"/>
                    </a:cubicBezTo>
                    <a:cubicBezTo>
                      <a:pt x="79" y="16"/>
                      <a:pt x="79" y="16"/>
                      <a:pt x="79" y="16"/>
                    </a:cubicBezTo>
                    <a:cubicBezTo>
                      <a:pt x="79" y="16"/>
                      <a:pt x="79" y="16"/>
                      <a:pt x="79" y="16"/>
                    </a:cubicBezTo>
                    <a:cubicBezTo>
                      <a:pt x="75" y="16"/>
                      <a:pt x="75" y="16"/>
                      <a:pt x="75" y="16"/>
                    </a:cubicBezTo>
                    <a:cubicBezTo>
                      <a:pt x="75" y="16"/>
                      <a:pt x="75" y="16"/>
                      <a:pt x="75" y="16"/>
                    </a:cubicBezTo>
                    <a:cubicBezTo>
                      <a:pt x="76" y="16"/>
                      <a:pt x="76" y="16"/>
                      <a:pt x="76" y="16"/>
                    </a:cubicBezTo>
                    <a:cubicBezTo>
                      <a:pt x="76" y="16"/>
                      <a:pt x="77" y="16"/>
                      <a:pt x="77" y="16"/>
                    </a:cubicBezTo>
                    <a:cubicBezTo>
                      <a:pt x="77" y="15"/>
                      <a:pt x="77" y="15"/>
                      <a:pt x="77" y="15"/>
                    </a:cubicBezTo>
                    <a:cubicBezTo>
                      <a:pt x="76" y="2"/>
                      <a:pt x="76" y="2"/>
                      <a:pt x="76" y="2"/>
                    </a:cubicBezTo>
                    <a:cubicBezTo>
                      <a:pt x="76" y="2"/>
                      <a:pt x="76" y="2"/>
                      <a:pt x="76" y="1"/>
                    </a:cubicBezTo>
                    <a:cubicBezTo>
                      <a:pt x="76" y="1"/>
                      <a:pt x="75" y="1"/>
                      <a:pt x="75" y="1"/>
                    </a:cubicBezTo>
                    <a:cubicBezTo>
                      <a:pt x="74" y="1"/>
                      <a:pt x="74" y="1"/>
                      <a:pt x="74" y="1"/>
                    </a:cubicBezTo>
                    <a:cubicBezTo>
                      <a:pt x="74" y="1"/>
                      <a:pt x="74" y="1"/>
                      <a:pt x="74" y="1"/>
                    </a:cubicBezTo>
                    <a:cubicBezTo>
                      <a:pt x="77" y="1"/>
                      <a:pt x="77" y="1"/>
                      <a:pt x="77" y="1"/>
                    </a:cubicBezTo>
                    <a:cubicBezTo>
                      <a:pt x="84" y="12"/>
                      <a:pt x="84" y="12"/>
                      <a:pt x="84" y="12"/>
                    </a:cubicBezTo>
                    <a:close/>
                    <a:moveTo>
                      <a:pt x="90" y="1"/>
                    </a:moveTo>
                    <a:cubicBezTo>
                      <a:pt x="90" y="0"/>
                      <a:pt x="90" y="0"/>
                      <a:pt x="90" y="0"/>
                    </a:cubicBezTo>
                    <a:cubicBezTo>
                      <a:pt x="98" y="1"/>
                      <a:pt x="98" y="1"/>
                      <a:pt x="98" y="1"/>
                    </a:cubicBezTo>
                    <a:cubicBezTo>
                      <a:pt x="98" y="1"/>
                      <a:pt x="98" y="1"/>
                      <a:pt x="98" y="1"/>
                    </a:cubicBezTo>
                    <a:cubicBezTo>
                      <a:pt x="96" y="1"/>
                      <a:pt x="96" y="1"/>
                      <a:pt x="96" y="1"/>
                    </a:cubicBezTo>
                    <a:cubicBezTo>
                      <a:pt x="95" y="1"/>
                      <a:pt x="95" y="1"/>
                      <a:pt x="95" y="1"/>
                    </a:cubicBezTo>
                    <a:cubicBezTo>
                      <a:pt x="95" y="1"/>
                      <a:pt x="95" y="1"/>
                      <a:pt x="95" y="2"/>
                    </a:cubicBezTo>
                    <a:cubicBezTo>
                      <a:pt x="94" y="15"/>
                      <a:pt x="94" y="15"/>
                      <a:pt x="94" y="15"/>
                    </a:cubicBezTo>
                    <a:cubicBezTo>
                      <a:pt x="94" y="15"/>
                      <a:pt x="94" y="15"/>
                      <a:pt x="94" y="15"/>
                    </a:cubicBezTo>
                    <a:cubicBezTo>
                      <a:pt x="94" y="15"/>
                      <a:pt x="94" y="15"/>
                      <a:pt x="95" y="15"/>
                    </a:cubicBezTo>
                    <a:cubicBezTo>
                      <a:pt x="97" y="16"/>
                      <a:pt x="97" y="16"/>
                      <a:pt x="97" y="16"/>
                    </a:cubicBezTo>
                    <a:cubicBezTo>
                      <a:pt x="97" y="16"/>
                      <a:pt x="97" y="16"/>
                      <a:pt x="97" y="16"/>
                    </a:cubicBezTo>
                    <a:cubicBezTo>
                      <a:pt x="89" y="16"/>
                      <a:pt x="89" y="16"/>
                      <a:pt x="89" y="16"/>
                    </a:cubicBezTo>
                    <a:cubicBezTo>
                      <a:pt x="89" y="15"/>
                      <a:pt x="89" y="15"/>
                      <a:pt x="89" y="15"/>
                    </a:cubicBezTo>
                    <a:cubicBezTo>
                      <a:pt x="91" y="15"/>
                      <a:pt x="91" y="15"/>
                      <a:pt x="91" y="15"/>
                    </a:cubicBezTo>
                    <a:cubicBezTo>
                      <a:pt x="92" y="15"/>
                      <a:pt x="92" y="15"/>
                      <a:pt x="92" y="15"/>
                    </a:cubicBezTo>
                    <a:cubicBezTo>
                      <a:pt x="92" y="15"/>
                      <a:pt x="92" y="15"/>
                      <a:pt x="92" y="15"/>
                    </a:cubicBezTo>
                    <a:cubicBezTo>
                      <a:pt x="93" y="2"/>
                      <a:pt x="93" y="2"/>
                      <a:pt x="93" y="2"/>
                    </a:cubicBezTo>
                    <a:cubicBezTo>
                      <a:pt x="93" y="1"/>
                      <a:pt x="93" y="1"/>
                      <a:pt x="93" y="1"/>
                    </a:cubicBezTo>
                    <a:cubicBezTo>
                      <a:pt x="93" y="1"/>
                      <a:pt x="93" y="1"/>
                      <a:pt x="92" y="1"/>
                    </a:cubicBezTo>
                    <a:cubicBezTo>
                      <a:pt x="90" y="1"/>
                      <a:pt x="90" y="1"/>
                      <a:pt x="90" y="1"/>
                    </a:cubicBezTo>
                    <a:close/>
                    <a:moveTo>
                      <a:pt x="109" y="3"/>
                    </a:moveTo>
                    <a:cubicBezTo>
                      <a:pt x="109" y="2"/>
                      <a:pt x="109" y="2"/>
                      <a:pt x="109" y="2"/>
                    </a:cubicBezTo>
                    <a:cubicBezTo>
                      <a:pt x="113" y="3"/>
                      <a:pt x="113" y="3"/>
                      <a:pt x="113" y="3"/>
                    </a:cubicBezTo>
                    <a:cubicBezTo>
                      <a:pt x="113" y="3"/>
                      <a:pt x="113" y="3"/>
                      <a:pt x="113" y="3"/>
                    </a:cubicBezTo>
                    <a:cubicBezTo>
                      <a:pt x="112" y="3"/>
                      <a:pt x="112" y="3"/>
                      <a:pt x="112" y="3"/>
                    </a:cubicBezTo>
                    <a:cubicBezTo>
                      <a:pt x="112" y="3"/>
                      <a:pt x="112" y="3"/>
                      <a:pt x="111" y="4"/>
                    </a:cubicBezTo>
                    <a:cubicBezTo>
                      <a:pt x="111" y="4"/>
                      <a:pt x="111" y="4"/>
                      <a:pt x="111" y="4"/>
                    </a:cubicBezTo>
                    <a:cubicBezTo>
                      <a:pt x="105" y="17"/>
                      <a:pt x="105" y="17"/>
                      <a:pt x="105" y="17"/>
                    </a:cubicBezTo>
                    <a:cubicBezTo>
                      <a:pt x="104" y="17"/>
                      <a:pt x="104" y="17"/>
                      <a:pt x="104" y="17"/>
                    </a:cubicBezTo>
                    <a:cubicBezTo>
                      <a:pt x="103" y="3"/>
                      <a:pt x="103" y="3"/>
                      <a:pt x="103" y="3"/>
                    </a:cubicBezTo>
                    <a:cubicBezTo>
                      <a:pt x="103" y="3"/>
                      <a:pt x="103" y="2"/>
                      <a:pt x="103" y="2"/>
                    </a:cubicBezTo>
                    <a:cubicBezTo>
                      <a:pt x="103" y="2"/>
                      <a:pt x="103" y="2"/>
                      <a:pt x="102" y="2"/>
                    </a:cubicBezTo>
                    <a:cubicBezTo>
                      <a:pt x="102" y="2"/>
                      <a:pt x="102" y="2"/>
                      <a:pt x="102" y="2"/>
                    </a:cubicBezTo>
                    <a:cubicBezTo>
                      <a:pt x="102" y="1"/>
                      <a:pt x="102" y="1"/>
                      <a:pt x="102" y="1"/>
                    </a:cubicBezTo>
                    <a:cubicBezTo>
                      <a:pt x="106" y="2"/>
                      <a:pt x="106" y="2"/>
                      <a:pt x="106" y="2"/>
                    </a:cubicBezTo>
                    <a:cubicBezTo>
                      <a:pt x="106" y="2"/>
                      <a:pt x="106" y="2"/>
                      <a:pt x="106" y="2"/>
                    </a:cubicBezTo>
                    <a:cubicBezTo>
                      <a:pt x="105" y="2"/>
                      <a:pt x="105" y="2"/>
                      <a:pt x="105" y="2"/>
                    </a:cubicBezTo>
                    <a:cubicBezTo>
                      <a:pt x="105" y="2"/>
                      <a:pt x="105" y="2"/>
                      <a:pt x="105" y="2"/>
                    </a:cubicBezTo>
                    <a:cubicBezTo>
                      <a:pt x="105" y="3"/>
                      <a:pt x="105" y="3"/>
                      <a:pt x="105" y="3"/>
                    </a:cubicBezTo>
                    <a:cubicBezTo>
                      <a:pt x="105" y="14"/>
                      <a:pt x="105" y="14"/>
                      <a:pt x="105" y="14"/>
                    </a:cubicBezTo>
                    <a:cubicBezTo>
                      <a:pt x="106" y="14"/>
                      <a:pt x="106" y="14"/>
                      <a:pt x="106" y="14"/>
                    </a:cubicBezTo>
                    <a:cubicBezTo>
                      <a:pt x="110" y="4"/>
                      <a:pt x="110" y="4"/>
                      <a:pt x="110" y="4"/>
                    </a:cubicBezTo>
                    <a:cubicBezTo>
                      <a:pt x="110" y="4"/>
                      <a:pt x="110" y="4"/>
                      <a:pt x="110" y="3"/>
                    </a:cubicBezTo>
                    <a:cubicBezTo>
                      <a:pt x="110" y="3"/>
                      <a:pt x="110" y="3"/>
                      <a:pt x="110" y="3"/>
                    </a:cubicBezTo>
                    <a:cubicBezTo>
                      <a:pt x="109" y="3"/>
                      <a:pt x="109" y="3"/>
                      <a:pt x="109" y="3"/>
                    </a:cubicBezTo>
                    <a:close/>
                    <a:moveTo>
                      <a:pt x="116" y="5"/>
                    </a:moveTo>
                    <a:cubicBezTo>
                      <a:pt x="116" y="5"/>
                      <a:pt x="116" y="5"/>
                      <a:pt x="116" y="5"/>
                    </a:cubicBezTo>
                    <a:cubicBezTo>
                      <a:pt x="117" y="5"/>
                      <a:pt x="117" y="5"/>
                      <a:pt x="117" y="5"/>
                    </a:cubicBezTo>
                    <a:cubicBezTo>
                      <a:pt x="117" y="5"/>
                      <a:pt x="117" y="6"/>
                      <a:pt x="117" y="6"/>
                    </a:cubicBezTo>
                    <a:cubicBezTo>
                      <a:pt x="113" y="18"/>
                      <a:pt x="113" y="18"/>
                      <a:pt x="113" y="18"/>
                    </a:cubicBezTo>
                    <a:cubicBezTo>
                      <a:pt x="113" y="18"/>
                      <a:pt x="113" y="19"/>
                      <a:pt x="113" y="19"/>
                    </a:cubicBezTo>
                    <a:cubicBezTo>
                      <a:pt x="112" y="19"/>
                      <a:pt x="112" y="19"/>
                      <a:pt x="112" y="19"/>
                    </a:cubicBezTo>
                    <a:cubicBezTo>
                      <a:pt x="111" y="18"/>
                      <a:pt x="111" y="18"/>
                      <a:pt x="111" y="18"/>
                    </a:cubicBezTo>
                    <a:cubicBezTo>
                      <a:pt x="111" y="19"/>
                      <a:pt x="111" y="19"/>
                      <a:pt x="111" y="19"/>
                    </a:cubicBezTo>
                    <a:cubicBezTo>
                      <a:pt x="120" y="22"/>
                      <a:pt x="120" y="22"/>
                      <a:pt x="120" y="22"/>
                    </a:cubicBezTo>
                    <a:cubicBezTo>
                      <a:pt x="122" y="19"/>
                      <a:pt x="122" y="19"/>
                      <a:pt x="122" y="19"/>
                    </a:cubicBezTo>
                    <a:cubicBezTo>
                      <a:pt x="122" y="18"/>
                      <a:pt x="122" y="18"/>
                      <a:pt x="122" y="18"/>
                    </a:cubicBezTo>
                    <a:cubicBezTo>
                      <a:pt x="121" y="19"/>
                      <a:pt x="120" y="20"/>
                      <a:pt x="120" y="20"/>
                    </a:cubicBezTo>
                    <a:cubicBezTo>
                      <a:pt x="119" y="21"/>
                      <a:pt x="118" y="21"/>
                      <a:pt x="117" y="20"/>
                    </a:cubicBezTo>
                    <a:cubicBezTo>
                      <a:pt x="115" y="20"/>
                      <a:pt x="115" y="20"/>
                      <a:pt x="115" y="20"/>
                    </a:cubicBezTo>
                    <a:cubicBezTo>
                      <a:pt x="115" y="20"/>
                      <a:pt x="114" y="19"/>
                      <a:pt x="114" y="19"/>
                    </a:cubicBezTo>
                    <a:cubicBezTo>
                      <a:pt x="114" y="19"/>
                      <a:pt x="114" y="19"/>
                      <a:pt x="114" y="19"/>
                    </a:cubicBezTo>
                    <a:cubicBezTo>
                      <a:pt x="116" y="12"/>
                      <a:pt x="116" y="12"/>
                      <a:pt x="116" y="12"/>
                    </a:cubicBezTo>
                    <a:cubicBezTo>
                      <a:pt x="119" y="13"/>
                      <a:pt x="119" y="13"/>
                      <a:pt x="119" y="13"/>
                    </a:cubicBezTo>
                    <a:cubicBezTo>
                      <a:pt x="120" y="13"/>
                      <a:pt x="120" y="13"/>
                      <a:pt x="120" y="14"/>
                    </a:cubicBezTo>
                    <a:cubicBezTo>
                      <a:pt x="120" y="14"/>
                      <a:pt x="120" y="15"/>
                      <a:pt x="120" y="15"/>
                    </a:cubicBezTo>
                    <a:cubicBezTo>
                      <a:pt x="120" y="16"/>
                      <a:pt x="120" y="16"/>
                      <a:pt x="120" y="16"/>
                    </a:cubicBezTo>
                    <a:cubicBezTo>
                      <a:pt x="120" y="16"/>
                      <a:pt x="120" y="16"/>
                      <a:pt x="120" y="16"/>
                    </a:cubicBezTo>
                    <a:cubicBezTo>
                      <a:pt x="122" y="11"/>
                      <a:pt x="122" y="11"/>
                      <a:pt x="122" y="11"/>
                    </a:cubicBezTo>
                    <a:cubicBezTo>
                      <a:pt x="122" y="11"/>
                      <a:pt x="122" y="11"/>
                      <a:pt x="122" y="11"/>
                    </a:cubicBezTo>
                    <a:cubicBezTo>
                      <a:pt x="121" y="11"/>
                      <a:pt x="121" y="11"/>
                      <a:pt x="121" y="11"/>
                    </a:cubicBezTo>
                    <a:cubicBezTo>
                      <a:pt x="121" y="12"/>
                      <a:pt x="121" y="12"/>
                      <a:pt x="121" y="12"/>
                    </a:cubicBezTo>
                    <a:cubicBezTo>
                      <a:pt x="120" y="13"/>
                      <a:pt x="120" y="13"/>
                      <a:pt x="119" y="12"/>
                    </a:cubicBezTo>
                    <a:cubicBezTo>
                      <a:pt x="117" y="12"/>
                      <a:pt x="117" y="12"/>
                      <a:pt x="117" y="12"/>
                    </a:cubicBezTo>
                    <a:cubicBezTo>
                      <a:pt x="118" y="6"/>
                      <a:pt x="118" y="6"/>
                      <a:pt x="118" y="6"/>
                    </a:cubicBezTo>
                    <a:cubicBezTo>
                      <a:pt x="118" y="6"/>
                      <a:pt x="119" y="6"/>
                      <a:pt x="119" y="6"/>
                    </a:cubicBezTo>
                    <a:cubicBezTo>
                      <a:pt x="119" y="6"/>
                      <a:pt x="119" y="6"/>
                      <a:pt x="119" y="6"/>
                    </a:cubicBezTo>
                    <a:cubicBezTo>
                      <a:pt x="122" y="7"/>
                      <a:pt x="122" y="7"/>
                      <a:pt x="122" y="7"/>
                    </a:cubicBezTo>
                    <a:cubicBezTo>
                      <a:pt x="122" y="7"/>
                      <a:pt x="123" y="7"/>
                      <a:pt x="123" y="8"/>
                    </a:cubicBezTo>
                    <a:cubicBezTo>
                      <a:pt x="124" y="8"/>
                      <a:pt x="124" y="9"/>
                      <a:pt x="124" y="10"/>
                    </a:cubicBezTo>
                    <a:cubicBezTo>
                      <a:pt x="125" y="10"/>
                      <a:pt x="125" y="10"/>
                      <a:pt x="125" y="10"/>
                    </a:cubicBezTo>
                    <a:cubicBezTo>
                      <a:pt x="125" y="7"/>
                      <a:pt x="125" y="7"/>
                      <a:pt x="125" y="7"/>
                    </a:cubicBezTo>
                    <a:cubicBezTo>
                      <a:pt x="116" y="4"/>
                      <a:pt x="116" y="4"/>
                      <a:pt x="116" y="4"/>
                    </a:cubicBezTo>
                    <a:cubicBezTo>
                      <a:pt x="116" y="5"/>
                      <a:pt x="116" y="5"/>
                      <a:pt x="116" y="5"/>
                    </a:cubicBezTo>
                    <a:close/>
                    <a:moveTo>
                      <a:pt x="136" y="17"/>
                    </a:moveTo>
                    <a:cubicBezTo>
                      <a:pt x="136" y="18"/>
                      <a:pt x="135" y="19"/>
                      <a:pt x="134" y="19"/>
                    </a:cubicBezTo>
                    <a:cubicBezTo>
                      <a:pt x="133" y="19"/>
                      <a:pt x="133" y="19"/>
                      <a:pt x="132" y="19"/>
                    </a:cubicBezTo>
                    <a:cubicBezTo>
                      <a:pt x="131" y="26"/>
                      <a:pt x="131" y="26"/>
                      <a:pt x="131" y="26"/>
                    </a:cubicBezTo>
                    <a:cubicBezTo>
                      <a:pt x="131" y="26"/>
                      <a:pt x="131" y="27"/>
                      <a:pt x="131" y="27"/>
                    </a:cubicBezTo>
                    <a:cubicBezTo>
                      <a:pt x="131" y="27"/>
                      <a:pt x="131" y="27"/>
                      <a:pt x="132" y="27"/>
                    </a:cubicBezTo>
                    <a:cubicBezTo>
                      <a:pt x="132" y="27"/>
                      <a:pt x="132" y="27"/>
                      <a:pt x="132" y="27"/>
                    </a:cubicBezTo>
                    <a:cubicBezTo>
                      <a:pt x="132" y="28"/>
                      <a:pt x="132" y="28"/>
                      <a:pt x="132" y="28"/>
                    </a:cubicBezTo>
                    <a:cubicBezTo>
                      <a:pt x="130" y="27"/>
                      <a:pt x="130" y="27"/>
                      <a:pt x="130" y="27"/>
                    </a:cubicBezTo>
                    <a:cubicBezTo>
                      <a:pt x="130" y="18"/>
                      <a:pt x="130" y="18"/>
                      <a:pt x="130" y="18"/>
                    </a:cubicBezTo>
                    <a:cubicBezTo>
                      <a:pt x="129" y="17"/>
                      <a:pt x="129" y="17"/>
                      <a:pt x="129" y="17"/>
                    </a:cubicBezTo>
                    <a:cubicBezTo>
                      <a:pt x="126" y="23"/>
                      <a:pt x="126" y="23"/>
                      <a:pt x="126" y="23"/>
                    </a:cubicBezTo>
                    <a:cubicBezTo>
                      <a:pt x="125" y="24"/>
                      <a:pt x="125" y="24"/>
                      <a:pt x="126" y="24"/>
                    </a:cubicBezTo>
                    <a:cubicBezTo>
                      <a:pt x="126" y="24"/>
                      <a:pt x="126" y="24"/>
                      <a:pt x="126" y="24"/>
                    </a:cubicBezTo>
                    <a:cubicBezTo>
                      <a:pt x="126" y="25"/>
                      <a:pt x="126" y="25"/>
                      <a:pt x="126" y="25"/>
                    </a:cubicBezTo>
                    <a:cubicBezTo>
                      <a:pt x="126" y="25"/>
                      <a:pt x="126" y="25"/>
                      <a:pt x="126" y="25"/>
                    </a:cubicBezTo>
                    <a:cubicBezTo>
                      <a:pt x="122" y="23"/>
                      <a:pt x="122" y="23"/>
                      <a:pt x="122" y="23"/>
                    </a:cubicBezTo>
                    <a:cubicBezTo>
                      <a:pt x="123" y="23"/>
                      <a:pt x="123" y="23"/>
                      <a:pt x="123" y="23"/>
                    </a:cubicBezTo>
                    <a:cubicBezTo>
                      <a:pt x="123" y="23"/>
                      <a:pt x="123" y="23"/>
                      <a:pt x="123" y="23"/>
                    </a:cubicBezTo>
                    <a:cubicBezTo>
                      <a:pt x="123" y="23"/>
                      <a:pt x="124" y="23"/>
                      <a:pt x="124" y="23"/>
                    </a:cubicBezTo>
                    <a:cubicBezTo>
                      <a:pt x="124" y="23"/>
                      <a:pt x="124" y="23"/>
                      <a:pt x="124" y="23"/>
                    </a:cubicBezTo>
                    <a:cubicBezTo>
                      <a:pt x="130" y="11"/>
                      <a:pt x="130" y="11"/>
                      <a:pt x="130" y="11"/>
                    </a:cubicBezTo>
                    <a:cubicBezTo>
                      <a:pt x="130" y="11"/>
                      <a:pt x="130" y="11"/>
                      <a:pt x="130" y="10"/>
                    </a:cubicBezTo>
                    <a:cubicBezTo>
                      <a:pt x="130" y="10"/>
                      <a:pt x="130" y="10"/>
                      <a:pt x="130" y="10"/>
                    </a:cubicBezTo>
                    <a:cubicBezTo>
                      <a:pt x="129" y="10"/>
                      <a:pt x="129" y="10"/>
                      <a:pt x="129" y="10"/>
                    </a:cubicBezTo>
                    <a:cubicBezTo>
                      <a:pt x="130" y="9"/>
                      <a:pt x="130" y="9"/>
                      <a:pt x="130" y="9"/>
                    </a:cubicBezTo>
                    <a:cubicBezTo>
                      <a:pt x="134" y="12"/>
                      <a:pt x="134" y="12"/>
                      <a:pt x="134" y="12"/>
                    </a:cubicBezTo>
                    <a:cubicBezTo>
                      <a:pt x="135" y="12"/>
                      <a:pt x="136" y="13"/>
                      <a:pt x="137" y="14"/>
                    </a:cubicBezTo>
                    <a:cubicBezTo>
                      <a:pt x="137" y="15"/>
                      <a:pt x="137" y="16"/>
                      <a:pt x="136" y="17"/>
                    </a:cubicBezTo>
                    <a:close/>
                    <a:moveTo>
                      <a:pt x="129" y="17"/>
                    </a:moveTo>
                    <a:cubicBezTo>
                      <a:pt x="131" y="18"/>
                      <a:pt x="131" y="18"/>
                      <a:pt x="131" y="18"/>
                    </a:cubicBezTo>
                    <a:cubicBezTo>
                      <a:pt x="131" y="18"/>
                      <a:pt x="132" y="18"/>
                      <a:pt x="133" y="18"/>
                    </a:cubicBezTo>
                    <a:cubicBezTo>
                      <a:pt x="134" y="18"/>
                      <a:pt x="134" y="17"/>
                      <a:pt x="135" y="16"/>
                    </a:cubicBezTo>
                    <a:cubicBezTo>
                      <a:pt x="135" y="15"/>
                      <a:pt x="136" y="15"/>
                      <a:pt x="135" y="14"/>
                    </a:cubicBezTo>
                    <a:cubicBezTo>
                      <a:pt x="135" y="13"/>
                      <a:pt x="135" y="12"/>
                      <a:pt x="133" y="12"/>
                    </a:cubicBezTo>
                    <a:cubicBezTo>
                      <a:pt x="133" y="11"/>
                      <a:pt x="133" y="11"/>
                      <a:pt x="133" y="11"/>
                    </a:cubicBezTo>
                    <a:cubicBezTo>
                      <a:pt x="132" y="11"/>
                      <a:pt x="132" y="11"/>
                      <a:pt x="132" y="11"/>
                    </a:cubicBezTo>
                    <a:cubicBezTo>
                      <a:pt x="132" y="11"/>
                      <a:pt x="132" y="11"/>
                      <a:pt x="132" y="12"/>
                    </a:cubicBezTo>
                    <a:cubicBezTo>
                      <a:pt x="129" y="17"/>
                      <a:pt x="129" y="17"/>
                      <a:pt x="129" y="17"/>
                    </a:cubicBezTo>
                    <a:close/>
                    <a:moveTo>
                      <a:pt x="141" y="25"/>
                    </a:moveTo>
                    <a:cubicBezTo>
                      <a:pt x="142" y="27"/>
                      <a:pt x="142" y="28"/>
                      <a:pt x="142" y="28"/>
                    </a:cubicBezTo>
                    <a:cubicBezTo>
                      <a:pt x="142" y="29"/>
                      <a:pt x="142" y="30"/>
                      <a:pt x="142" y="30"/>
                    </a:cubicBezTo>
                    <a:cubicBezTo>
                      <a:pt x="141" y="31"/>
                      <a:pt x="141" y="32"/>
                      <a:pt x="140" y="32"/>
                    </a:cubicBezTo>
                    <a:cubicBezTo>
                      <a:pt x="139" y="32"/>
                      <a:pt x="138" y="32"/>
                      <a:pt x="137" y="32"/>
                    </a:cubicBezTo>
                    <a:cubicBezTo>
                      <a:pt x="137" y="31"/>
                      <a:pt x="136" y="30"/>
                      <a:pt x="136" y="29"/>
                    </a:cubicBezTo>
                    <a:cubicBezTo>
                      <a:pt x="135" y="28"/>
                      <a:pt x="136" y="27"/>
                      <a:pt x="136" y="26"/>
                    </a:cubicBezTo>
                    <a:cubicBezTo>
                      <a:pt x="136" y="26"/>
                      <a:pt x="136" y="26"/>
                      <a:pt x="136" y="26"/>
                    </a:cubicBezTo>
                    <a:cubicBezTo>
                      <a:pt x="134" y="30"/>
                      <a:pt x="134" y="30"/>
                      <a:pt x="134" y="30"/>
                    </a:cubicBezTo>
                    <a:cubicBezTo>
                      <a:pt x="134" y="30"/>
                      <a:pt x="134" y="30"/>
                      <a:pt x="134" y="30"/>
                    </a:cubicBezTo>
                    <a:cubicBezTo>
                      <a:pt x="135" y="30"/>
                      <a:pt x="135" y="30"/>
                      <a:pt x="135" y="30"/>
                    </a:cubicBezTo>
                    <a:cubicBezTo>
                      <a:pt x="135" y="30"/>
                      <a:pt x="135" y="30"/>
                      <a:pt x="136" y="31"/>
                    </a:cubicBezTo>
                    <a:cubicBezTo>
                      <a:pt x="136" y="31"/>
                      <a:pt x="136" y="32"/>
                      <a:pt x="137" y="32"/>
                    </a:cubicBezTo>
                    <a:cubicBezTo>
                      <a:pt x="138" y="33"/>
                      <a:pt x="139" y="33"/>
                      <a:pt x="140" y="33"/>
                    </a:cubicBezTo>
                    <a:cubicBezTo>
                      <a:pt x="142" y="33"/>
                      <a:pt x="142" y="32"/>
                      <a:pt x="143" y="31"/>
                    </a:cubicBezTo>
                    <a:cubicBezTo>
                      <a:pt x="144" y="30"/>
                      <a:pt x="144" y="29"/>
                      <a:pt x="144" y="28"/>
                    </a:cubicBezTo>
                    <a:cubicBezTo>
                      <a:pt x="144" y="27"/>
                      <a:pt x="143" y="26"/>
                      <a:pt x="142" y="25"/>
                    </a:cubicBezTo>
                    <a:cubicBezTo>
                      <a:pt x="141" y="23"/>
                      <a:pt x="141" y="22"/>
                      <a:pt x="141" y="22"/>
                    </a:cubicBezTo>
                    <a:cubicBezTo>
                      <a:pt x="141" y="21"/>
                      <a:pt x="141" y="20"/>
                      <a:pt x="141" y="20"/>
                    </a:cubicBezTo>
                    <a:cubicBezTo>
                      <a:pt x="142" y="19"/>
                      <a:pt x="142" y="19"/>
                      <a:pt x="143" y="19"/>
                    </a:cubicBezTo>
                    <a:cubicBezTo>
                      <a:pt x="144" y="18"/>
                      <a:pt x="144" y="18"/>
                      <a:pt x="145" y="19"/>
                    </a:cubicBezTo>
                    <a:cubicBezTo>
                      <a:pt x="146" y="20"/>
                      <a:pt x="147" y="20"/>
                      <a:pt x="147" y="21"/>
                    </a:cubicBezTo>
                    <a:cubicBezTo>
                      <a:pt x="147" y="22"/>
                      <a:pt x="147" y="23"/>
                      <a:pt x="147" y="24"/>
                    </a:cubicBezTo>
                    <a:cubicBezTo>
                      <a:pt x="147" y="24"/>
                      <a:pt x="147" y="24"/>
                      <a:pt x="147" y="24"/>
                    </a:cubicBezTo>
                    <a:cubicBezTo>
                      <a:pt x="149" y="21"/>
                      <a:pt x="149" y="21"/>
                      <a:pt x="149" y="21"/>
                    </a:cubicBezTo>
                    <a:cubicBezTo>
                      <a:pt x="149" y="21"/>
                      <a:pt x="149" y="21"/>
                      <a:pt x="148" y="21"/>
                    </a:cubicBezTo>
                    <a:cubicBezTo>
                      <a:pt x="148" y="21"/>
                      <a:pt x="148" y="21"/>
                      <a:pt x="148" y="21"/>
                    </a:cubicBezTo>
                    <a:cubicBezTo>
                      <a:pt x="148" y="21"/>
                      <a:pt x="147" y="20"/>
                      <a:pt x="147" y="20"/>
                    </a:cubicBezTo>
                    <a:cubicBezTo>
                      <a:pt x="147" y="19"/>
                      <a:pt x="146" y="19"/>
                      <a:pt x="146" y="19"/>
                    </a:cubicBezTo>
                    <a:cubicBezTo>
                      <a:pt x="145" y="18"/>
                      <a:pt x="144" y="18"/>
                      <a:pt x="143" y="18"/>
                    </a:cubicBezTo>
                    <a:cubicBezTo>
                      <a:pt x="141" y="18"/>
                      <a:pt x="141" y="19"/>
                      <a:pt x="140" y="19"/>
                    </a:cubicBezTo>
                    <a:cubicBezTo>
                      <a:pt x="139" y="20"/>
                      <a:pt x="139" y="21"/>
                      <a:pt x="139" y="22"/>
                    </a:cubicBezTo>
                    <a:cubicBezTo>
                      <a:pt x="140" y="23"/>
                      <a:pt x="140" y="24"/>
                      <a:pt x="141" y="25"/>
                    </a:cubicBezTo>
                    <a:close/>
                    <a:moveTo>
                      <a:pt x="154" y="26"/>
                    </a:moveTo>
                    <a:cubicBezTo>
                      <a:pt x="154" y="26"/>
                      <a:pt x="154" y="26"/>
                      <a:pt x="154" y="26"/>
                    </a:cubicBezTo>
                    <a:cubicBezTo>
                      <a:pt x="159" y="31"/>
                      <a:pt x="159" y="31"/>
                      <a:pt x="159" y="31"/>
                    </a:cubicBezTo>
                    <a:cubicBezTo>
                      <a:pt x="159" y="31"/>
                      <a:pt x="159" y="31"/>
                      <a:pt x="159" y="31"/>
                    </a:cubicBezTo>
                    <a:cubicBezTo>
                      <a:pt x="158" y="30"/>
                      <a:pt x="158" y="30"/>
                      <a:pt x="158" y="30"/>
                    </a:cubicBezTo>
                    <a:cubicBezTo>
                      <a:pt x="157" y="29"/>
                      <a:pt x="157" y="29"/>
                      <a:pt x="157" y="29"/>
                    </a:cubicBezTo>
                    <a:cubicBezTo>
                      <a:pt x="157" y="29"/>
                      <a:pt x="157" y="29"/>
                      <a:pt x="156" y="30"/>
                    </a:cubicBezTo>
                    <a:cubicBezTo>
                      <a:pt x="147" y="39"/>
                      <a:pt x="147" y="39"/>
                      <a:pt x="147" y="39"/>
                    </a:cubicBezTo>
                    <a:cubicBezTo>
                      <a:pt x="147" y="39"/>
                      <a:pt x="147" y="39"/>
                      <a:pt x="147" y="40"/>
                    </a:cubicBezTo>
                    <a:cubicBezTo>
                      <a:pt x="147" y="40"/>
                      <a:pt x="147" y="40"/>
                      <a:pt x="148" y="40"/>
                    </a:cubicBezTo>
                    <a:cubicBezTo>
                      <a:pt x="149" y="42"/>
                      <a:pt x="149" y="42"/>
                      <a:pt x="149" y="42"/>
                    </a:cubicBezTo>
                    <a:cubicBezTo>
                      <a:pt x="149" y="42"/>
                      <a:pt x="149" y="42"/>
                      <a:pt x="149" y="42"/>
                    </a:cubicBezTo>
                    <a:cubicBezTo>
                      <a:pt x="143" y="37"/>
                      <a:pt x="143" y="37"/>
                      <a:pt x="143" y="37"/>
                    </a:cubicBezTo>
                    <a:cubicBezTo>
                      <a:pt x="144" y="37"/>
                      <a:pt x="144" y="37"/>
                      <a:pt x="144" y="37"/>
                    </a:cubicBezTo>
                    <a:cubicBezTo>
                      <a:pt x="145" y="38"/>
                      <a:pt x="145" y="38"/>
                      <a:pt x="145" y="38"/>
                    </a:cubicBezTo>
                    <a:cubicBezTo>
                      <a:pt x="146" y="38"/>
                      <a:pt x="146" y="38"/>
                      <a:pt x="146" y="38"/>
                    </a:cubicBezTo>
                    <a:cubicBezTo>
                      <a:pt x="146" y="38"/>
                      <a:pt x="146" y="38"/>
                      <a:pt x="146" y="38"/>
                    </a:cubicBezTo>
                    <a:cubicBezTo>
                      <a:pt x="155" y="29"/>
                      <a:pt x="155" y="29"/>
                      <a:pt x="155" y="29"/>
                    </a:cubicBezTo>
                    <a:cubicBezTo>
                      <a:pt x="155" y="28"/>
                      <a:pt x="156" y="28"/>
                      <a:pt x="156" y="28"/>
                    </a:cubicBezTo>
                    <a:cubicBezTo>
                      <a:pt x="156" y="28"/>
                      <a:pt x="155" y="28"/>
                      <a:pt x="155" y="27"/>
                    </a:cubicBezTo>
                    <a:cubicBezTo>
                      <a:pt x="154" y="26"/>
                      <a:pt x="154" y="26"/>
                      <a:pt x="154" y="26"/>
                    </a:cubicBezTo>
                    <a:close/>
                    <a:moveTo>
                      <a:pt x="155" y="50"/>
                    </a:moveTo>
                    <a:cubicBezTo>
                      <a:pt x="156" y="50"/>
                      <a:pt x="156" y="50"/>
                      <a:pt x="156" y="50"/>
                    </a:cubicBezTo>
                    <a:cubicBezTo>
                      <a:pt x="155" y="49"/>
                      <a:pt x="155" y="49"/>
                      <a:pt x="155" y="49"/>
                    </a:cubicBezTo>
                    <a:cubicBezTo>
                      <a:pt x="155" y="49"/>
                      <a:pt x="155" y="49"/>
                      <a:pt x="155" y="49"/>
                    </a:cubicBezTo>
                    <a:cubicBezTo>
                      <a:pt x="155" y="49"/>
                      <a:pt x="155" y="48"/>
                      <a:pt x="155" y="48"/>
                    </a:cubicBezTo>
                    <a:cubicBezTo>
                      <a:pt x="165" y="40"/>
                      <a:pt x="165" y="40"/>
                      <a:pt x="165" y="40"/>
                    </a:cubicBezTo>
                    <a:cubicBezTo>
                      <a:pt x="166" y="40"/>
                      <a:pt x="166" y="40"/>
                      <a:pt x="166" y="40"/>
                    </a:cubicBezTo>
                    <a:cubicBezTo>
                      <a:pt x="166" y="40"/>
                      <a:pt x="166" y="40"/>
                      <a:pt x="167" y="40"/>
                    </a:cubicBezTo>
                    <a:cubicBezTo>
                      <a:pt x="167" y="41"/>
                      <a:pt x="167" y="42"/>
                      <a:pt x="167" y="42"/>
                    </a:cubicBezTo>
                    <a:cubicBezTo>
                      <a:pt x="167" y="43"/>
                      <a:pt x="167" y="43"/>
                      <a:pt x="166" y="45"/>
                    </a:cubicBezTo>
                    <a:cubicBezTo>
                      <a:pt x="166" y="45"/>
                      <a:pt x="166" y="45"/>
                      <a:pt x="166" y="45"/>
                    </a:cubicBezTo>
                    <a:cubicBezTo>
                      <a:pt x="169" y="42"/>
                      <a:pt x="169" y="42"/>
                      <a:pt x="169" y="42"/>
                    </a:cubicBezTo>
                    <a:cubicBezTo>
                      <a:pt x="163" y="35"/>
                      <a:pt x="163" y="35"/>
                      <a:pt x="163" y="35"/>
                    </a:cubicBezTo>
                    <a:cubicBezTo>
                      <a:pt x="160" y="37"/>
                      <a:pt x="160" y="37"/>
                      <a:pt x="160" y="37"/>
                    </a:cubicBezTo>
                    <a:cubicBezTo>
                      <a:pt x="160" y="37"/>
                      <a:pt x="160" y="37"/>
                      <a:pt x="160" y="37"/>
                    </a:cubicBezTo>
                    <a:cubicBezTo>
                      <a:pt x="162" y="37"/>
                      <a:pt x="163" y="37"/>
                      <a:pt x="163" y="37"/>
                    </a:cubicBezTo>
                    <a:cubicBezTo>
                      <a:pt x="163" y="37"/>
                      <a:pt x="164" y="37"/>
                      <a:pt x="164" y="38"/>
                    </a:cubicBezTo>
                    <a:cubicBezTo>
                      <a:pt x="165" y="38"/>
                      <a:pt x="165" y="38"/>
                      <a:pt x="165" y="38"/>
                    </a:cubicBezTo>
                    <a:cubicBezTo>
                      <a:pt x="165" y="39"/>
                      <a:pt x="165" y="39"/>
                      <a:pt x="164" y="39"/>
                    </a:cubicBezTo>
                    <a:cubicBezTo>
                      <a:pt x="154" y="47"/>
                      <a:pt x="154" y="47"/>
                      <a:pt x="154" y="47"/>
                    </a:cubicBezTo>
                    <a:cubicBezTo>
                      <a:pt x="154" y="47"/>
                      <a:pt x="154" y="47"/>
                      <a:pt x="154" y="47"/>
                    </a:cubicBezTo>
                    <a:cubicBezTo>
                      <a:pt x="154" y="47"/>
                      <a:pt x="153" y="47"/>
                      <a:pt x="153" y="47"/>
                    </a:cubicBezTo>
                    <a:cubicBezTo>
                      <a:pt x="153" y="46"/>
                      <a:pt x="153" y="46"/>
                      <a:pt x="153" y="46"/>
                    </a:cubicBezTo>
                    <a:cubicBezTo>
                      <a:pt x="152" y="47"/>
                      <a:pt x="152" y="47"/>
                      <a:pt x="152" y="47"/>
                    </a:cubicBezTo>
                    <a:cubicBezTo>
                      <a:pt x="155" y="50"/>
                      <a:pt x="155" y="50"/>
                      <a:pt x="155" y="50"/>
                    </a:cubicBezTo>
                    <a:close/>
                    <a:moveTo>
                      <a:pt x="174" y="54"/>
                    </a:moveTo>
                    <a:cubicBezTo>
                      <a:pt x="174" y="54"/>
                      <a:pt x="175" y="54"/>
                      <a:pt x="175" y="53"/>
                    </a:cubicBezTo>
                    <a:cubicBezTo>
                      <a:pt x="175" y="53"/>
                      <a:pt x="175" y="53"/>
                      <a:pt x="174" y="53"/>
                    </a:cubicBezTo>
                    <a:cubicBezTo>
                      <a:pt x="174" y="52"/>
                      <a:pt x="174" y="52"/>
                      <a:pt x="174" y="52"/>
                    </a:cubicBezTo>
                    <a:cubicBezTo>
                      <a:pt x="175" y="52"/>
                      <a:pt x="175" y="52"/>
                      <a:pt x="175" y="52"/>
                    </a:cubicBezTo>
                    <a:cubicBezTo>
                      <a:pt x="177" y="55"/>
                      <a:pt x="177" y="55"/>
                      <a:pt x="177" y="55"/>
                    </a:cubicBezTo>
                    <a:cubicBezTo>
                      <a:pt x="176" y="55"/>
                      <a:pt x="176" y="55"/>
                      <a:pt x="176" y="55"/>
                    </a:cubicBezTo>
                    <a:cubicBezTo>
                      <a:pt x="176" y="55"/>
                      <a:pt x="176" y="55"/>
                      <a:pt x="176" y="55"/>
                    </a:cubicBezTo>
                    <a:cubicBezTo>
                      <a:pt x="176" y="55"/>
                      <a:pt x="176" y="55"/>
                      <a:pt x="175" y="55"/>
                    </a:cubicBezTo>
                    <a:cubicBezTo>
                      <a:pt x="175" y="55"/>
                      <a:pt x="175" y="55"/>
                      <a:pt x="174" y="55"/>
                    </a:cubicBezTo>
                    <a:cubicBezTo>
                      <a:pt x="166" y="56"/>
                      <a:pt x="166" y="56"/>
                      <a:pt x="166" y="56"/>
                    </a:cubicBezTo>
                    <a:cubicBezTo>
                      <a:pt x="162" y="58"/>
                      <a:pt x="162" y="58"/>
                      <a:pt x="162" y="58"/>
                    </a:cubicBezTo>
                    <a:cubicBezTo>
                      <a:pt x="162" y="59"/>
                      <a:pt x="162" y="59"/>
                      <a:pt x="162" y="59"/>
                    </a:cubicBezTo>
                    <a:cubicBezTo>
                      <a:pt x="161" y="59"/>
                      <a:pt x="162" y="59"/>
                      <a:pt x="162" y="60"/>
                    </a:cubicBezTo>
                    <a:cubicBezTo>
                      <a:pt x="162" y="60"/>
                      <a:pt x="162" y="60"/>
                      <a:pt x="162" y="60"/>
                    </a:cubicBezTo>
                    <a:cubicBezTo>
                      <a:pt x="162" y="61"/>
                      <a:pt x="162" y="61"/>
                      <a:pt x="162" y="61"/>
                    </a:cubicBezTo>
                    <a:cubicBezTo>
                      <a:pt x="159" y="56"/>
                      <a:pt x="159" y="56"/>
                      <a:pt x="159" y="56"/>
                    </a:cubicBezTo>
                    <a:cubicBezTo>
                      <a:pt x="160" y="56"/>
                      <a:pt x="160" y="56"/>
                      <a:pt x="160" y="56"/>
                    </a:cubicBezTo>
                    <a:cubicBezTo>
                      <a:pt x="160" y="57"/>
                      <a:pt x="160" y="57"/>
                      <a:pt x="160" y="57"/>
                    </a:cubicBezTo>
                    <a:cubicBezTo>
                      <a:pt x="160" y="57"/>
                      <a:pt x="160" y="57"/>
                      <a:pt x="161" y="57"/>
                    </a:cubicBezTo>
                    <a:cubicBezTo>
                      <a:pt x="161" y="57"/>
                      <a:pt x="161" y="57"/>
                      <a:pt x="161" y="57"/>
                    </a:cubicBezTo>
                    <a:cubicBezTo>
                      <a:pt x="165" y="55"/>
                      <a:pt x="165" y="55"/>
                      <a:pt x="165" y="55"/>
                    </a:cubicBezTo>
                    <a:cubicBezTo>
                      <a:pt x="171" y="48"/>
                      <a:pt x="171" y="48"/>
                      <a:pt x="171" y="48"/>
                    </a:cubicBezTo>
                    <a:cubicBezTo>
                      <a:pt x="171" y="48"/>
                      <a:pt x="171" y="48"/>
                      <a:pt x="171" y="47"/>
                    </a:cubicBezTo>
                    <a:cubicBezTo>
                      <a:pt x="171" y="47"/>
                      <a:pt x="171" y="47"/>
                      <a:pt x="171" y="47"/>
                    </a:cubicBezTo>
                    <a:cubicBezTo>
                      <a:pt x="171" y="46"/>
                      <a:pt x="171" y="46"/>
                      <a:pt x="171" y="46"/>
                    </a:cubicBezTo>
                    <a:cubicBezTo>
                      <a:pt x="171" y="46"/>
                      <a:pt x="171" y="46"/>
                      <a:pt x="171" y="46"/>
                    </a:cubicBezTo>
                    <a:cubicBezTo>
                      <a:pt x="173" y="50"/>
                      <a:pt x="173" y="50"/>
                      <a:pt x="173" y="50"/>
                    </a:cubicBezTo>
                    <a:cubicBezTo>
                      <a:pt x="173" y="50"/>
                      <a:pt x="173" y="50"/>
                      <a:pt x="173" y="50"/>
                    </a:cubicBezTo>
                    <a:cubicBezTo>
                      <a:pt x="173" y="49"/>
                      <a:pt x="173" y="49"/>
                      <a:pt x="173" y="49"/>
                    </a:cubicBezTo>
                    <a:cubicBezTo>
                      <a:pt x="172" y="49"/>
                      <a:pt x="172" y="49"/>
                      <a:pt x="172" y="49"/>
                    </a:cubicBezTo>
                    <a:cubicBezTo>
                      <a:pt x="172" y="49"/>
                      <a:pt x="172" y="49"/>
                      <a:pt x="171" y="49"/>
                    </a:cubicBezTo>
                    <a:cubicBezTo>
                      <a:pt x="167" y="55"/>
                      <a:pt x="167" y="55"/>
                      <a:pt x="167" y="55"/>
                    </a:cubicBezTo>
                    <a:cubicBezTo>
                      <a:pt x="167" y="55"/>
                      <a:pt x="167" y="55"/>
                      <a:pt x="167" y="55"/>
                    </a:cubicBezTo>
                    <a:lnTo>
                      <a:pt x="174" y="54"/>
                    </a:lnTo>
                    <a:close/>
                  </a:path>
                </a:pathLst>
              </a:custGeom>
              <a:solidFill>
                <a:srgbClr val="FFFFFF"/>
              </a:solidFill>
              <a:ln w="3175" cap="flat">
                <a:solidFill>
                  <a:srgbClr val="FFFFFF"/>
                </a:solidFill>
                <a:prstDash val="solid"/>
                <a:miter lim="800000"/>
              </a:ln>
            </p:spPr>
            <p:txBody>
              <a:bodyPr anchor="ctr"/>
              <a:lstStyle/>
              <a:p>
                <a:pPr algn="ctr"/>
                <a:endParaRPr/>
              </a:p>
            </p:txBody>
          </p:sp>
          <p:sp>
            <p:nvSpPr>
              <p:cNvPr id="278" name="ïśľíḓé"/>
              <p:cNvSpPr/>
              <p:nvPr/>
            </p:nvSpPr>
            <p:spPr bwMode="auto">
              <a:xfrm>
                <a:off x="3667126" y="3184525"/>
                <a:ext cx="492125" cy="496888"/>
              </a:xfrm>
              <a:custGeom>
                <a:avLst/>
                <a:gdLst>
                  <a:gd name="T0" fmla="*/ 74 w 149"/>
                  <a:gd name="T1" fmla="*/ 0 h 149"/>
                  <a:gd name="T2" fmla="*/ 149 w 149"/>
                  <a:gd name="T3" fmla="*/ 74 h 149"/>
                  <a:gd name="T4" fmla="*/ 74 w 149"/>
                  <a:gd name="T5" fmla="*/ 149 h 149"/>
                  <a:gd name="T6" fmla="*/ 0 w 149"/>
                  <a:gd name="T7" fmla="*/ 74 h 149"/>
                  <a:gd name="T8" fmla="*/ 74 w 149"/>
                  <a:gd name="T9" fmla="*/ 0 h 149"/>
                  <a:gd name="T10" fmla="*/ 74 w 149"/>
                  <a:gd name="T11" fmla="*/ 2 h 149"/>
                  <a:gd name="T12" fmla="*/ 2 w 149"/>
                  <a:gd name="T13" fmla="*/ 74 h 149"/>
                  <a:gd name="T14" fmla="*/ 74 w 149"/>
                  <a:gd name="T15" fmla="*/ 146 h 149"/>
                  <a:gd name="T16" fmla="*/ 146 w 149"/>
                  <a:gd name="T17" fmla="*/ 74 h 149"/>
                  <a:gd name="T18" fmla="*/ 74 w 149"/>
                  <a:gd name="T19" fmla="*/ 2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49" h="149">
                    <a:moveTo>
                      <a:pt x="74" y="0"/>
                    </a:moveTo>
                    <a:cubicBezTo>
                      <a:pt x="115" y="0"/>
                      <a:pt x="149" y="33"/>
                      <a:pt x="149" y="74"/>
                    </a:cubicBezTo>
                    <a:cubicBezTo>
                      <a:pt x="149" y="115"/>
                      <a:pt x="115" y="149"/>
                      <a:pt x="74" y="149"/>
                    </a:cubicBezTo>
                    <a:cubicBezTo>
                      <a:pt x="33" y="149"/>
                      <a:pt x="0" y="115"/>
                      <a:pt x="0" y="74"/>
                    </a:cubicBezTo>
                    <a:cubicBezTo>
                      <a:pt x="0" y="33"/>
                      <a:pt x="33" y="0"/>
                      <a:pt x="74" y="0"/>
                    </a:cubicBezTo>
                    <a:close/>
                    <a:moveTo>
                      <a:pt x="74" y="2"/>
                    </a:moveTo>
                    <a:cubicBezTo>
                      <a:pt x="35" y="2"/>
                      <a:pt x="2" y="34"/>
                      <a:pt x="2" y="74"/>
                    </a:cubicBezTo>
                    <a:cubicBezTo>
                      <a:pt x="2" y="114"/>
                      <a:pt x="35" y="146"/>
                      <a:pt x="74" y="146"/>
                    </a:cubicBezTo>
                    <a:cubicBezTo>
                      <a:pt x="114" y="146"/>
                      <a:pt x="146" y="114"/>
                      <a:pt x="146" y="74"/>
                    </a:cubicBezTo>
                    <a:cubicBezTo>
                      <a:pt x="146" y="34"/>
                      <a:pt x="114" y="2"/>
                      <a:pt x="74" y="2"/>
                    </a:cubicBezTo>
                    <a:close/>
                  </a:path>
                </a:pathLst>
              </a:custGeom>
              <a:solidFill>
                <a:srgbClr val="00523A"/>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9" name="ïslíḍê"/>
              <p:cNvSpPr/>
              <p:nvPr/>
            </p:nvSpPr>
            <p:spPr bwMode="auto">
              <a:xfrm>
                <a:off x="3775076" y="3248025"/>
                <a:ext cx="274638" cy="146050"/>
              </a:xfrm>
              <a:custGeom>
                <a:avLst/>
                <a:gdLst>
                  <a:gd name="T0" fmla="*/ 10 w 83"/>
                  <a:gd name="T1" fmla="*/ 43 h 44"/>
                  <a:gd name="T2" fmla="*/ 18 w 83"/>
                  <a:gd name="T3" fmla="*/ 39 h 44"/>
                  <a:gd name="T4" fmla="*/ 67 w 83"/>
                  <a:gd name="T5" fmla="*/ 39 h 44"/>
                  <a:gd name="T6" fmla="*/ 73 w 83"/>
                  <a:gd name="T7" fmla="*/ 42 h 44"/>
                  <a:gd name="T8" fmla="*/ 76 w 83"/>
                  <a:gd name="T9" fmla="*/ 43 h 44"/>
                  <a:gd name="T10" fmla="*/ 83 w 83"/>
                  <a:gd name="T11" fmla="*/ 35 h 44"/>
                  <a:gd name="T12" fmla="*/ 76 w 83"/>
                  <a:gd name="T13" fmla="*/ 37 h 44"/>
                  <a:gd name="T14" fmla="*/ 69 w 83"/>
                  <a:gd name="T15" fmla="*/ 33 h 44"/>
                  <a:gd name="T16" fmla="*/ 70 w 83"/>
                  <a:gd name="T17" fmla="*/ 26 h 44"/>
                  <a:gd name="T18" fmla="*/ 64 w 83"/>
                  <a:gd name="T19" fmla="*/ 30 h 44"/>
                  <a:gd name="T20" fmla="*/ 59 w 83"/>
                  <a:gd name="T21" fmla="*/ 31 h 44"/>
                  <a:gd name="T22" fmla="*/ 56 w 83"/>
                  <a:gd name="T23" fmla="*/ 29 h 44"/>
                  <a:gd name="T24" fmla="*/ 56 w 83"/>
                  <a:gd name="T25" fmla="*/ 24 h 44"/>
                  <a:gd name="T26" fmla="*/ 58 w 83"/>
                  <a:gd name="T27" fmla="*/ 23 h 44"/>
                  <a:gd name="T28" fmla="*/ 58 w 83"/>
                  <a:gd name="T29" fmla="*/ 19 h 44"/>
                  <a:gd name="T30" fmla="*/ 54 w 83"/>
                  <a:gd name="T31" fmla="*/ 19 h 44"/>
                  <a:gd name="T32" fmla="*/ 53 w 83"/>
                  <a:gd name="T33" fmla="*/ 21 h 44"/>
                  <a:gd name="T34" fmla="*/ 44 w 83"/>
                  <a:gd name="T35" fmla="*/ 21 h 44"/>
                  <a:gd name="T36" fmla="*/ 43 w 83"/>
                  <a:gd name="T37" fmla="*/ 18 h 44"/>
                  <a:gd name="T38" fmla="*/ 44 w 83"/>
                  <a:gd name="T39" fmla="*/ 13 h 44"/>
                  <a:gd name="T40" fmla="*/ 43 w 83"/>
                  <a:gd name="T41" fmla="*/ 8 h 44"/>
                  <a:gd name="T42" fmla="*/ 43 w 83"/>
                  <a:gd name="T43" fmla="*/ 6 h 44"/>
                  <a:gd name="T44" fmla="*/ 43 w 83"/>
                  <a:gd name="T45" fmla="*/ 2 h 44"/>
                  <a:gd name="T46" fmla="*/ 43 w 83"/>
                  <a:gd name="T47" fmla="*/ 0 h 44"/>
                  <a:gd name="T48" fmla="*/ 40 w 83"/>
                  <a:gd name="T49" fmla="*/ 0 h 44"/>
                  <a:gd name="T50" fmla="*/ 39 w 83"/>
                  <a:gd name="T51" fmla="*/ 2 h 44"/>
                  <a:gd name="T52" fmla="*/ 39 w 83"/>
                  <a:gd name="T53" fmla="*/ 6 h 44"/>
                  <a:gd name="T54" fmla="*/ 39 w 83"/>
                  <a:gd name="T55" fmla="*/ 8 h 44"/>
                  <a:gd name="T56" fmla="*/ 38 w 83"/>
                  <a:gd name="T57" fmla="*/ 13 h 44"/>
                  <a:gd name="T58" fmla="*/ 38 w 83"/>
                  <a:gd name="T59" fmla="*/ 18 h 44"/>
                  <a:gd name="T60" fmla="*/ 38 w 83"/>
                  <a:gd name="T61" fmla="*/ 21 h 44"/>
                  <a:gd name="T62" fmla="*/ 30 w 83"/>
                  <a:gd name="T63" fmla="*/ 21 h 44"/>
                  <a:gd name="T64" fmla="*/ 29 w 83"/>
                  <a:gd name="T65" fmla="*/ 19 h 44"/>
                  <a:gd name="T66" fmla="*/ 25 w 83"/>
                  <a:gd name="T67" fmla="*/ 19 h 44"/>
                  <a:gd name="T68" fmla="*/ 25 w 83"/>
                  <a:gd name="T69" fmla="*/ 23 h 44"/>
                  <a:gd name="T70" fmla="*/ 26 w 83"/>
                  <a:gd name="T71" fmla="*/ 24 h 44"/>
                  <a:gd name="T72" fmla="*/ 27 w 83"/>
                  <a:gd name="T73" fmla="*/ 29 h 44"/>
                  <a:gd name="T74" fmla="*/ 22 w 83"/>
                  <a:gd name="T75" fmla="*/ 31 h 44"/>
                  <a:gd name="T76" fmla="*/ 13 w 83"/>
                  <a:gd name="T77" fmla="*/ 26 h 44"/>
                  <a:gd name="T78" fmla="*/ 13 w 83"/>
                  <a:gd name="T79" fmla="*/ 35 h 44"/>
                  <a:gd name="T80" fmla="*/ 7 w 83"/>
                  <a:gd name="T81" fmla="*/ 37 h 44"/>
                  <a:gd name="T82" fmla="*/ 0 w 83"/>
                  <a:gd name="T83" fmla="*/ 34 h 44"/>
                  <a:gd name="T84" fmla="*/ 5 w 83"/>
                  <a:gd name="T85" fmla="*/ 42 h 44"/>
                  <a:gd name="T86" fmla="*/ 10 w 83"/>
                  <a:gd name="T87" fmla="*/ 43 h 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83" h="44">
                    <a:moveTo>
                      <a:pt x="10" y="43"/>
                    </a:moveTo>
                    <a:cubicBezTo>
                      <a:pt x="18" y="39"/>
                      <a:pt x="18" y="39"/>
                      <a:pt x="18" y="39"/>
                    </a:cubicBezTo>
                    <a:cubicBezTo>
                      <a:pt x="67" y="39"/>
                      <a:pt x="67" y="39"/>
                      <a:pt x="67" y="39"/>
                    </a:cubicBezTo>
                    <a:cubicBezTo>
                      <a:pt x="73" y="42"/>
                      <a:pt x="73" y="42"/>
                      <a:pt x="73" y="42"/>
                    </a:cubicBezTo>
                    <a:cubicBezTo>
                      <a:pt x="74" y="43"/>
                      <a:pt x="75" y="43"/>
                      <a:pt x="76" y="43"/>
                    </a:cubicBezTo>
                    <a:cubicBezTo>
                      <a:pt x="80" y="42"/>
                      <a:pt x="83" y="35"/>
                      <a:pt x="83" y="35"/>
                    </a:cubicBezTo>
                    <a:cubicBezTo>
                      <a:pt x="83" y="35"/>
                      <a:pt x="79" y="38"/>
                      <a:pt x="76" y="37"/>
                    </a:cubicBezTo>
                    <a:cubicBezTo>
                      <a:pt x="73" y="37"/>
                      <a:pt x="69" y="36"/>
                      <a:pt x="69" y="33"/>
                    </a:cubicBezTo>
                    <a:cubicBezTo>
                      <a:pt x="69" y="30"/>
                      <a:pt x="70" y="27"/>
                      <a:pt x="70" y="26"/>
                    </a:cubicBezTo>
                    <a:cubicBezTo>
                      <a:pt x="70" y="26"/>
                      <a:pt x="67" y="29"/>
                      <a:pt x="64" y="30"/>
                    </a:cubicBezTo>
                    <a:cubicBezTo>
                      <a:pt x="61" y="32"/>
                      <a:pt x="60" y="31"/>
                      <a:pt x="59" y="31"/>
                    </a:cubicBezTo>
                    <a:cubicBezTo>
                      <a:pt x="57" y="30"/>
                      <a:pt x="56" y="29"/>
                      <a:pt x="56" y="29"/>
                    </a:cubicBezTo>
                    <a:cubicBezTo>
                      <a:pt x="56" y="24"/>
                      <a:pt x="56" y="24"/>
                      <a:pt x="56" y="24"/>
                    </a:cubicBezTo>
                    <a:cubicBezTo>
                      <a:pt x="58" y="23"/>
                      <a:pt x="58" y="23"/>
                      <a:pt x="58" y="23"/>
                    </a:cubicBezTo>
                    <a:cubicBezTo>
                      <a:pt x="58" y="19"/>
                      <a:pt x="58" y="19"/>
                      <a:pt x="58" y="19"/>
                    </a:cubicBezTo>
                    <a:cubicBezTo>
                      <a:pt x="54" y="19"/>
                      <a:pt x="54" y="19"/>
                      <a:pt x="54" y="19"/>
                    </a:cubicBezTo>
                    <a:cubicBezTo>
                      <a:pt x="54" y="19"/>
                      <a:pt x="54" y="21"/>
                      <a:pt x="53" y="21"/>
                    </a:cubicBezTo>
                    <a:cubicBezTo>
                      <a:pt x="52" y="21"/>
                      <a:pt x="44" y="21"/>
                      <a:pt x="44" y="21"/>
                    </a:cubicBezTo>
                    <a:cubicBezTo>
                      <a:pt x="44" y="21"/>
                      <a:pt x="43" y="20"/>
                      <a:pt x="43" y="18"/>
                    </a:cubicBezTo>
                    <a:cubicBezTo>
                      <a:pt x="44" y="17"/>
                      <a:pt x="44" y="17"/>
                      <a:pt x="44" y="13"/>
                    </a:cubicBezTo>
                    <a:cubicBezTo>
                      <a:pt x="44" y="10"/>
                      <a:pt x="44" y="9"/>
                      <a:pt x="43" y="8"/>
                    </a:cubicBezTo>
                    <a:cubicBezTo>
                      <a:pt x="43" y="7"/>
                      <a:pt x="42" y="7"/>
                      <a:pt x="43" y="6"/>
                    </a:cubicBezTo>
                    <a:cubicBezTo>
                      <a:pt x="44" y="5"/>
                      <a:pt x="44" y="4"/>
                      <a:pt x="43" y="2"/>
                    </a:cubicBezTo>
                    <a:cubicBezTo>
                      <a:pt x="42" y="1"/>
                      <a:pt x="43" y="2"/>
                      <a:pt x="43" y="0"/>
                    </a:cubicBezTo>
                    <a:cubicBezTo>
                      <a:pt x="40" y="0"/>
                      <a:pt x="40" y="0"/>
                      <a:pt x="40" y="0"/>
                    </a:cubicBezTo>
                    <a:cubicBezTo>
                      <a:pt x="39" y="0"/>
                      <a:pt x="40" y="1"/>
                      <a:pt x="39" y="2"/>
                    </a:cubicBezTo>
                    <a:cubicBezTo>
                      <a:pt x="38" y="3"/>
                      <a:pt x="38" y="5"/>
                      <a:pt x="39" y="6"/>
                    </a:cubicBezTo>
                    <a:cubicBezTo>
                      <a:pt x="39" y="7"/>
                      <a:pt x="40" y="7"/>
                      <a:pt x="39" y="8"/>
                    </a:cubicBezTo>
                    <a:cubicBezTo>
                      <a:pt x="38" y="9"/>
                      <a:pt x="38" y="10"/>
                      <a:pt x="38" y="13"/>
                    </a:cubicBezTo>
                    <a:cubicBezTo>
                      <a:pt x="38" y="16"/>
                      <a:pt x="38" y="17"/>
                      <a:pt x="38" y="18"/>
                    </a:cubicBezTo>
                    <a:cubicBezTo>
                      <a:pt x="39" y="20"/>
                      <a:pt x="38" y="21"/>
                      <a:pt x="38" y="21"/>
                    </a:cubicBezTo>
                    <a:cubicBezTo>
                      <a:pt x="37" y="21"/>
                      <a:pt x="30" y="21"/>
                      <a:pt x="30" y="21"/>
                    </a:cubicBezTo>
                    <a:cubicBezTo>
                      <a:pt x="30" y="21"/>
                      <a:pt x="29" y="20"/>
                      <a:pt x="29" y="19"/>
                    </a:cubicBezTo>
                    <a:cubicBezTo>
                      <a:pt x="25" y="19"/>
                      <a:pt x="25" y="19"/>
                      <a:pt x="25" y="19"/>
                    </a:cubicBezTo>
                    <a:cubicBezTo>
                      <a:pt x="25" y="23"/>
                      <a:pt x="25" y="23"/>
                      <a:pt x="25" y="23"/>
                    </a:cubicBezTo>
                    <a:cubicBezTo>
                      <a:pt x="26" y="24"/>
                      <a:pt x="26" y="24"/>
                      <a:pt x="26" y="24"/>
                    </a:cubicBezTo>
                    <a:cubicBezTo>
                      <a:pt x="27" y="29"/>
                      <a:pt x="27" y="29"/>
                      <a:pt x="27" y="29"/>
                    </a:cubicBezTo>
                    <a:cubicBezTo>
                      <a:pt x="27" y="29"/>
                      <a:pt x="24" y="31"/>
                      <a:pt x="22" y="31"/>
                    </a:cubicBezTo>
                    <a:cubicBezTo>
                      <a:pt x="19" y="31"/>
                      <a:pt x="13" y="26"/>
                      <a:pt x="13" y="26"/>
                    </a:cubicBezTo>
                    <a:cubicBezTo>
                      <a:pt x="13" y="26"/>
                      <a:pt x="14" y="33"/>
                      <a:pt x="13" y="35"/>
                    </a:cubicBezTo>
                    <a:cubicBezTo>
                      <a:pt x="13" y="37"/>
                      <a:pt x="10" y="37"/>
                      <a:pt x="7" y="37"/>
                    </a:cubicBezTo>
                    <a:cubicBezTo>
                      <a:pt x="4" y="37"/>
                      <a:pt x="0" y="35"/>
                      <a:pt x="0" y="34"/>
                    </a:cubicBezTo>
                    <a:cubicBezTo>
                      <a:pt x="0" y="34"/>
                      <a:pt x="3" y="40"/>
                      <a:pt x="5" y="42"/>
                    </a:cubicBezTo>
                    <a:cubicBezTo>
                      <a:pt x="7" y="44"/>
                      <a:pt x="10" y="43"/>
                      <a:pt x="10" y="43"/>
                    </a:cubicBez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80" name="íṡļïdê"/>
              <p:cNvSpPr/>
              <p:nvPr/>
            </p:nvSpPr>
            <p:spPr bwMode="auto">
              <a:xfrm>
                <a:off x="3614738" y="3370263"/>
                <a:ext cx="596900" cy="241300"/>
              </a:xfrm>
              <a:custGeom>
                <a:avLst/>
                <a:gdLst>
                  <a:gd name="T0" fmla="*/ 58 w 181"/>
                  <a:gd name="T1" fmla="*/ 72 h 72"/>
                  <a:gd name="T2" fmla="*/ 8 w 181"/>
                  <a:gd name="T3" fmla="*/ 72 h 72"/>
                  <a:gd name="T4" fmla="*/ 3 w 181"/>
                  <a:gd name="T5" fmla="*/ 63 h 72"/>
                  <a:gd name="T6" fmla="*/ 6 w 181"/>
                  <a:gd name="T7" fmla="*/ 63 h 72"/>
                  <a:gd name="T8" fmla="*/ 11 w 181"/>
                  <a:gd name="T9" fmla="*/ 55 h 72"/>
                  <a:gd name="T10" fmla="*/ 14 w 181"/>
                  <a:gd name="T11" fmla="*/ 55 h 72"/>
                  <a:gd name="T12" fmla="*/ 14 w 181"/>
                  <a:gd name="T13" fmla="*/ 29 h 72"/>
                  <a:gd name="T14" fmla="*/ 0 w 181"/>
                  <a:gd name="T15" fmla="*/ 4 h 72"/>
                  <a:gd name="T16" fmla="*/ 30 w 181"/>
                  <a:gd name="T17" fmla="*/ 0 h 72"/>
                  <a:gd name="T18" fmla="*/ 58 w 181"/>
                  <a:gd name="T19" fmla="*/ 8 h 72"/>
                  <a:gd name="T20" fmla="*/ 51 w 181"/>
                  <a:gd name="T21" fmla="*/ 25 h 72"/>
                  <a:gd name="T22" fmla="*/ 131 w 181"/>
                  <a:gd name="T23" fmla="*/ 25 h 72"/>
                  <a:gd name="T24" fmla="*/ 122 w 181"/>
                  <a:gd name="T25" fmla="*/ 8 h 72"/>
                  <a:gd name="T26" fmla="*/ 150 w 181"/>
                  <a:gd name="T27" fmla="*/ 0 h 72"/>
                  <a:gd name="T28" fmla="*/ 181 w 181"/>
                  <a:gd name="T29" fmla="*/ 5 h 72"/>
                  <a:gd name="T30" fmla="*/ 166 w 181"/>
                  <a:gd name="T31" fmla="*/ 28 h 72"/>
                  <a:gd name="T32" fmla="*/ 166 w 181"/>
                  <a:gd name="T33" fmla="*/ 55 h 72"/>
                  <a:gd name="T34" fmla="*/ 171 w 181"/>
                  <a:gd name="T35" fmla="*/ 55 h 72"/>
                  <a:gd name="T36" fmla="*/ 178 w 181"/>
                  <a:gd name="T37" fmla="*/ 65 h 72"/>
                  <a:gd name="T38" fmla="*/ 174 w 181"/>
                  <a:gd name="T39" fmla="*/ 72 h 72"/>
                  <a:gd name="T40" fmla="*/ 58 w 181"/>
                  <a:gd name="T41" fmla="*/ 72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1" h="72">
                    <a:moveTo>
                      <a:pt x="58" y="72"/>
                    </a:moveTo>
                    <a:cubicBezTo>
                      <a:pt x="8" y="72"/>
                      <a:pt x="8" y="72"/>
                      <a:pt x="8" y="72"/>
                    </a:cubicBezTo>
                    <a:cubicBezTo>
                      <a:pt x="3" y="63"/>
                      <a:pt x="3" y="63"/>
                      <a:pt x="3" y="63"/>
                    </a:cubicBezTo>
                    <a:cubicBezTo>
                      <a:pt x="6" y="63"/>
                      <a:pt x="6" y="63"/>
                      <a:pt x="6" y="63"/>
                    </a:cubicBezTo>
                    <a:cubicBezTo>
                      <a:pt x="7" y="61"/>
                      <a:pt x="10" y="57"/>
                      <a:pt x="11" y="55"/>
                    </a:cubicBezTo>
                    <a:cubicBezTo>
                      <a:pt x="12" y="55"/>
                      <a:pt x="13" y="55"/>
                      <a:pt x="14" y="55"/>
                    </a:cubicBezTo>
                    <a:cubicBezTo>
                      <a:pt x="14" y="45"/>
                      <a:pt x="14" y="39"/>
                      <a:pt x="14" y="29"/>
                    </a:cubicBezTo>
                    <a:cubicBezTo>
                      <a:pt x="6" y="25"/>
                      <a:pt x="0" y="19"/>
                      <a:pt x="0" y="4"/>
                    </a:cubicBezTo>
                    <a:cubicBezTo>
                      <a:pt x="13" y="19"/>
                      <a:pt x="25" y="20"/>
                      <a:pt x="30" y="0"/>
                    </a:cubicBezTo>
                    <a:cubicBezTo>
                      <a:pt x="40" y="22"/>
                      <a:pt x="50" y="16"/>
                      <a:pt x="58" y="8"/>
                    </a:cubicBezTo>
                    <a:cubicBezTo>
                      <a:pt x="59" y="17"/>
                      <a:pt x="51" y="24"/>
                      <a:pt x="51" y="25"/>
                    </a:cubicBezTo>
                    <a:cubicBezTo>
                      <a:pt x="131" y="25"/>
                      <a:pt x="131" y="25"/>
                      <a:pt x="131" y="25"/>
                    </a:cubicBezTo>
                    <a:cubicBezTo>
                      <a:pt x="128" y="21"/>
                      <a:pt x="123" y="15"/>
                      <a:pt x="122" y="8"/>
                    </a:cubicBezTo>
                    <a:cubicBezTo>
                      <a:pt x="131" y="18"/>
                      <a:pt x="141" y="23"/>
                      <a:pt x="150" y="0"/>
                    </a:cubicBezTo>
                    <a:cubicBezTo>
                      <a:pt x="160" y="23"/>
                      <a:pt x="169" y="16"/>
                      <a:pt x="181" y="5"/>
                    </a:cubicBezTo>
                    <a:cubicBezTo>
                      <a:pt x="178" y="23"/>
                      <a:pt x="174" y="23"/>
                      <a:pt x="166" y="28"/>
                    </a:cubicBezTo>
                    <a:cubicBezTo>
                      <a:pt x="166" y="38"/>
                      <a:pt x="166" y="45"/>
                      <a:pt x="166" y="55"/>
                    </a:cubicBezTo>
                    <a:cubicBezTo>
                      <a:pt x="168" y="55"/>
                      <a:pt x="169" y="55"/>
                      <a:pt x="171" y="55"/>
                    </a:cubicBezTo>
                    <a:cubicBezTo>
                      <a:pt x="178" y="65"/>
                      <a:pt x="178" y="65"/>
                      <a:pt x="178" y="65"/>
                    </a:cubicBezTo>
                    <a:cubicBezTo>
                      <a:pt x="174" y="72"/>
                      <a:pt x="174" y="72"/>
                      <a:pt x="174" y="72"/>
                    </a:cubicBezTo>
                    <a:lnTo>
                      <a:pt x="58" y="72"/>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81" name="iş1ïďe"/>
              <p:cNvSpPr/>
              <p:nvPr/>
            </p:nvSpPr>
            <p:spPr bwMode="auto">
              <a:xfrm>
                <a:off x="3624263" y="3381375"/>
                <a:ext cx="577850" cy="200025"/>
              </a:xfrm>
              <a:custGeom>
                <a:avLst/>
                <a:gdLst>
                  <a:gd name="T0" fmla="*/ 130 w 175"/>
                  <a:gd name="T1" fmla="*/ 51 h 60"/>
                  <a:gd name="T2" fmla="*/ 130 w 175"/>
                  <a:gd name="T3" fmla="*/ 50 h 60"/>
                  <a:gd name="T4" fmla="*/ 48 w 175"/>
                  <a:gd name="T5" fmla="*/ 50 h 60"/>
                  <a:gd name="T6" fmla="*/ 48 w 175"/>
                  <a:gd name="T7" fmla="*/ 51 h 60"/>
                  <a:gd name="T8" fmla="*/ 52 w 175"/>
                  <a:gd name="T9" fmla="*/ 51 h 60"/>
                  <a:gd name="T10" fmla="*/ 48 w 175"/>
                  <a:gd name="T11" fmla="*/ 60 h 60"/>
                  <a:gd name="T12" fmla="*/ 7 w 175"/>
                  <a:gd name="T13" fmla="*/ 60 h 60"/>
                  <a:gd name="T14" fmla="*/ 10 w 175"/>
                  <a:gd name="T15" fmla="*/ 54 h 60"/>
                  <a:gd name="T16" fmla="*/ 14 w 175"/>
                  <a:gd name="T17" fmla="*/ 54 h 60"/>
                  <a:gd name="T18" fmla="*/ 13 w 175"/>
                  <a:gd name="T19" fmla="*/ 25 h 60"/>
                  <a:gd name="T20" fmla="*/ 0 w 175"/>
                  <a:gd name="T21" fmla="*/ 7 h 60"/>
                  <a:gd name="T22" fmla="*/ 28 w 175"/>
                  <a:gd name="T23" fmla="*/ 0 h 60"/>
                  <a:gd name="T24" fmla="*/ 55 w 175"/>
                  <a:gd name="T25" fmla="*/ 7 h 60"/>
                  <a:gd name="T26" fmla="*/ 48 w 175"/>
                  <a:gd name="T27" fmla="*/ 22 h 60"/>
                  <a:gd name="T28" fmla="*/ 127 w 175"/>
                  <a:gd name="T29" fmla="*/ 22 h 60"/>
                  <a:gd name="T30" fmla="*/ 119 w 175"/>
                  <a:gd name="T31" fmla="*/ 7 h 60"/>
                  <a:gd name="T32" fmla="*/ 147 w 175"/>
                  <a:gd name="T33" fmla="*/ 0 h 60"/>
                  <a:gd name="T34" fmla="*/ 175 w 175"/>
                  <a:gd name="T35" fmla="*/ 7 h 60"/>
                  <a:gd name="T36" fmla="*/ 161 w 175"/>
                  <a:gd name="T37" fmla="*/ 24 h 60"/>
                  <a:gd name="T38" fmla="*/ 161 w 175"/>
                  <a:gd name="T39" fmla="*/ 53 h 60"/>
                  <a:gd name="T40" fmla="*/ 165 w 175"/>
                  <a:gd name="T41" fmla="*/ 53 h 60"/>
                  <a:gd name="T42" fmla="*/ 169 w 175"/>
                  <a:gd name="T43" fmla="*/ 60 h 60"/>
                  <a:gd name="T44" fmla="*/ 128 w 175"/>
                  <a:gd name="T45" fmla="*/ 60 h 60"/>
                  <a:gd name="T46" fmla="*/ 124 w 175"/>
                  <a:gd name="T47" fmla="*/ 51 h 60"/>
                  <a:gd name="T48" fmla="*/ 130 w 175"/>
                  <a:gd name="T49" fmla="*/ 51 h 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75" h="60">
                    <a:moveTo>
                      <a:pt x="130" y="51"/>
                    </a:moveTo>
                    <a:cubicBezTo>
                      <a:pt x="130" y="50"/>
                      <a:pt x="130" y="50"/>
                      <a:pt x="130" y="50"/>
                    </a:cubicBezTo>
                    <a:cubicBezTo>
                      <a:pt x="48" y="50"/>
                      <a:pt x="48" y="50"/>
                      <a:pt x="48" y="50"/>
                    </a:cubicBezTo>
                    <a:cubicBezTo>
                      <a:pt x="48" y="51"/>
                      <a:pt x="48" y="51"/>
                      <a:pt x="48" y="51"/>
                    </a:cubicBezTo>
                    <a:cubicBezTo>
                      <a:pt x="52" y="51"/>
                      <a:pt x="52" y="51"/>
                      <a:pt x="52" y="51"/>
                    </a:cubicBezTo>
                    <a:cubicBezTo>
                      <a:pt x="48" y="60"/>
                      <a:pt x="48" y="60"/>
                      <a:pt x="48" y="60"/>
                    </a:cubicBezTo>
                    <a:cubicBezTo>
                      <a:pt x="34" y="60"/>
                      <a:pt x="20" y="60"/>
                      <a:pt x="7" y="60"/>
                    </a:cubicBezTo>
                    <a:cubicBezTo>
                      <a:pt x="8" y="58"/>
                      <a:pt x="9" y="56"/>
                      <a:pt x="10" y="54"/>
                    </a:cubicBezTo>
                    <a:cubicBezTo>
                      <a:pt x="11" y="54"/>
                      <a:pt x="12" y="54"/>
                      <a:pt x="14" y="54"/>
                    </a:cubicBezTo>
                    <a:cubicBezTo>
                      <a:pt x="14" y="44"/>
                      <a:pt x="13" y="34"/>
                      <a:pt x="13" y="25"/>
                    </a:cubicBezTo>
                    <a:cubicBezTo>
                      <a:pt x="5" y="20"/>
                      <a:pt x="1" y="14"/>
                      <a:pt x="0" y="7"/>
                    </a:cubicBezTo>
                    <a:cubicBezTo>
                      <a:pt x="12" y="18"/>
                      <a:pt x="22" y="17"/>
                      <a:pt x="28" y="0"/>
                    </a:cubicBezTo>
                    <a:cubicBezTo>
                      <a:pt x="37" y="22"/>
                      <a:pt x="47" y="15"/>
                      <a:pt x="55" y="7"/>
                    </a:cubicBezTo>
                    <a:cubicBezTo>
                      <a:pt x="55" y="14"/>
                      <a:pt x="50" y="17"/>
                      <a:pt x="48" y="22"/>
                    </a:cubicBezTo>
                    <a:cubicBezTo>
                      <a:pt x="127" y="22"/>
                      <a:pt x="127" y="22"/>
                      <a:pt x="127" y="22"/>
                    </a:cubicBezTo>
                    <a:cubicBezTo>
                      <a:pt x="125" y="18"/>
                      <a:pt x="120" y="14"/>
                      <a:pt x="119" y="7"/>
                    </a:cubicBezTo>
                    <a:cubicBezTo>
                      <a:pt x="127" y="15"/>
                      <a:pt x="137" y="22"/>
                      <a:pt x="147" y="0"/>
                    </a:cubicBezTo>
                    <a:cubicBezTo>
                      <a:pt x="153" y="17"/>
                      <a:pt x="163" y="18"/>
                      <a:pt x="175" y="7"/>
                    </a:cubicBezTo>
                    <a:cubicBezTo>
                      <a:pt x="173" y="14"/>
                      <a:pt x="169" y="19"/>
                      <a:pt x="161" y="24"/>
                    </a:cubicBezTo>
                    <a:cubicBezTo>
                      <a:pt x="161" y="34"/>
                      <a:pt x="161" y="44"/>
                      <a:pt x="161" y="53"/>
                    </a:cubicBezTo>
                    <a:cubicBezTo>
                      <a:pt x="162" y="53"/>
                      <a:pt x="164" y="53"/>
                      <a:pt x="165" y="53"/>
                    </a:cubicBezTo>
                    <a:cubicBezTo>
                      <a:pt x="166" y="55"/>
                      <a:pt x="167" y="58"/>
                      <a:pt x="169" y="60"/>
                    </a:cubicBezTo>
                    <a:cubicBezTo>
                      <a:pt x="155" y="60"/>
                      <a:pt x="142" y="60"/>
                      <a:pt x="128" y="60"/>
                    </a:cubicBezTo>
                    <a:cubicBezTo>
                      <a:pt x="124" y="51"/>
                      <a:pt x="124" y="51"/>
                      <a:pt x="124" y="51"/>
                    </a:cubicBezTo>
                    <a:lnTo>
                      <a:pt x="130" y="51"/>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82" name="ïṩḷíḍé"/>
              <p:cNvSpPr/>
              <p:nvPr/>
            </p:nvSpPr>
            <p:spPr bwMode="auto">
              <a:xfrm>
                <a:off x="4065588"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3" name="ïśľíḍè"/>
              <p:cNvSpPr/>
              <p:nvPr/>
            </p:nvSpPr>
            <p:spPr bwMode="auto">
              <a:xfrm>
                <a:off x="3740151"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4" name="í$ḻîḋè"/>
              <p:cNvSpPr/>
              <p:nvPr/>
            </p:nvSpPr>
            <p:spPr bwMode="auto">
              <a:xfrm>
                <a:off x="4125913"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5" name="iṣļíḋe"/>
              <p:cNvSpPr/>
              <p:nvPr/>
            </p:nvSpPr>
            <p:spPr bwMode="auto">
              <a:xfrm>
                <a:off x="3709988"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6" name="iṩḷiḓé"/>
              <p:cNvSpPr/>
              <p:nvPr/>
            </p:nvSpPr>
            <p:spPr bwMode="auto">
              <a:xfrm>
                <a:off x="4095751"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7" name="iSľiḍè"/>
              <p:cNvSpPr/>
              <p:nvPr/>
            </p:nvSpPr>
            <p:spPr bwMode="auto">
              <a:xfrm>
                <a:off x="3663951" y="3460750"/>
                <a:ext cx="495300" cy="317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8" name="ïṩḷîḍe"/>
              <p:cNvSpPr/>
              <p:nvPr/>
            </p:nvSpPr>
            <p:spPr bwMode="auto">
              <a:xfrm>
                <a:off x="3663951" y="3473450"/>
                <a:ext cx="115888"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9" name="íšḻiḑê"/>
              <p:cNvSpPr/>
              <p:nvPr/>
            </p:nvSpPr>
            <p:spPr bwMode="auto">
              <a:xfrm>
                <a:off x="3789363" y="3473450"/>
                <a:ext cx="428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0" name="ïṩļïďè"/>
              <p:cNvSpPr/>
              <p:nvPr/>
            </p:nvSpPr>
            <p:spPr bwMode="auto">
              <a:xfrm>
                <a:off x="3851276" y="3473450"/>
                <a:ext cx="57150"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1" name="îṥlïḋê"/>
              <p:cNvSpPr/>
              <p:nvPr/>
            </p:nvSpPr>
            <p:spPr bwMode="auto">
              <a:xfrm>
                <a:off x="3917951" y="3473450"/>
                <a:ext cx="555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2" name="îṧľïdè"/>
              <p:cNvSpPr/>
              <p:nvPr/>
            </p:nvSpPr>
            <p:spPr bwMode="auto">
              <a:xfrm>
                <a:off x="3994151" y="3473450"/>
                <a:ext cx="428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3" name="iSḷîḓê"/>
              <p:cNvSpPr/>
              <p:nvPr/>
            </p:nvSpPr>
            <p:spPr bwMode="auto">
              <a:xfrm>
                <a:off x="4046538" y="3473450"/>
                <a:ext cx="11271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4" name="îślíďè"/>
              <p:cNvSpPr/>
              <p:nvPr/>
            </p:nvSpPr>
            <p:spPr bwMode="auto">
              <a:xfrm>
                <a:off x="3979863" y="3473450"/>
                <a:ext cx="7938"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5" name="iSḻïḍè"/>
              <p:cNvSpPr/>
              <p:nvPr/>
            </p:nvSpPr>
            <p:spPr bwMode="auto">
              <a:xfrm>
                <a:off x="3838576" y="3473450"/>
                <a:ext cx="6350"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6" name="ïṡliḑê"/>
              <p:cNvSpPr/>
              <p:nvPr/>
            </p:nvSpPr>
            <p:spPr bwMode="auto">
              <a:xfrm>
                <a:off x="3851276" y="3384550"/>
                <a:ext cx="26988"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97" name="islïďé"/>
              <p:cNvSpPr/>
              <p:nvPr/>
            </p:nvSpPr>
            <p:spPr bwMode="auto">
              <a:xfrm>
                <a:off x="3817938" y="3384550"/>
                <a:ext cx="26988" cy="15875"/>
              </a:xfrm>
              <a:custGeom>
                <a:avLst/>
                <a:gdLst>
                  <a:gd name="T0" fmla="*/ 7 w 8"/>
                  <a:gd name="T1" fmla="*/ 0 h 5"/>
                  <a:gd name="T2" fmla="*/ 8 w 8"/>
                  <a:gd name="T3" fmla="*/ 2 h 5"/>
                  <a:gd name="T4" fmla="*/ 1 w 8"/>
                  <a:gd name="T5" fmla="*/ 5 h 5"/>
                  <a:gd name="T6" fmla="*/ 7 w 8"/>
                  <a:gd name="T7" fmla="*/ 0 h 5"/>
                  <a:gd name="T8" fmla="*/ 7 w 8"/>
                  <a:gd name="T9" fmla="*/ 0 h 5"/>
                  <a:gd name="T10" fmla="*/ 7 w 8"/>
                  <a:gd name="T11" fmla="*/ 0 h 5"/>
                </a:gdLst>
                <a:ahLst/>
                <a:cxnLst>
                  <a:cxn ang="0">
                    <a:pos x="T0" y="T1"/>
                  </a:cxn>
                  <a:cxn ang="0">
                    <a:pos x="T2" y="T3"/>
                  </a:cxn>
                  <a:cxn ang="0">
                    <a:pos x="T4" y="T5"/>
                  </a:cxn>
                  <a:cxn ang="0">
                    <a:pos x="T6" y="T7"/>
                  </a:cxn>
                  <a:cxn ang="0">
                    <a:pos x="T8" y="T9"/>
                  </a:cxn>
                  <a:cxn ang="0">
                    <a:pos x="T10" y="T11"/>
                  </a:cxn>
                </a:cxnLst>
                <a:rect l="0" t="0" r="r" b="b"/>
                <a:pathLst>
                  <a:path w="8" h="5">
                    <a:moveTo>
                      <a:pt x="7" y="0"/>
                    </a:moveTo>
                    <a:cubicBezTo>
                      <a:pt x="8" y="2"/>
                      <a:pt x="8" y="2"/>
                      <a:pt x="8" y="2"/>
                    </a:cubicBezTo>
                    <a:cubicBezTo>
                      <a:pt x="1" y="5"/>
                      <a:pt x="1" y="5"/>
                      <a:pt x="1" y="5"/>
                    </a:cubicBezTo>
                    <a:cubicBezTo>
                      <a:pt x="1" y="5"/>
                      <a:pt x="0" y="2"/>
                      <a:pt x="7" y="0"/>
                    </a:cubicBezTo>
                    <a:close/>
                    <a:moveTo>
                      <a:pt x="7" y="0"/>
                    </a:moveTo>
                    <a:cubicBezTo>
                      <a:pt x="7" y="0"/>
                      <a:pt x="7" y="0"/>
                      <a:pt x="7"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98" name="îṥḷîdé"/>
              <p:cNvSpPr/>
              <p:nvPr/>
            </p:nvSpPr>
            <p:spPr bwMode="auto">
              <a:xfrm>
                <a:off x="3983038" y="3384550"/>
                <a:ext cx="26988" cy="15875"/>
              </a:xfrm>
              <a:custGeom>
                <a:avLst/>
                <a:gdLst>
                  <a:gd name="T0" fmla="*/ 1 w 8"/>
                  <a:gd name="T1" fmla="*/ 0 h 5"/>
                  <a:gd name="T2" fmla="*/ 0 w 8"/>
                  <a:gd name="T3" fmla="*/ 2 h 5"/>
                  <a:gd name="T4" fmla="*/ 7 w 8"/>
                  <a:gd name="T5" fmla="*/ 5 h 5"/>
                  <a:gd name="T6" fmla="*/ 1 w 8"/>
                  <a:gd name="T7" fmla="*/ 0 h 5"/>
                  <a:gd name="T8" fmla="*/ 1 w 8"/>
                  <a:gd name="T9" fmla="*/ 0 h 5"/>
                  <a:gd name="T10" fmla="*/ 1 w 8"/>
                  <a:gd name="T11" fmla="*/ 0 h 5"/>
                </a:gdLst>
                <a:ahLst/>
                <a:cxnLst>
                  <a:cxn ang="0">
                    <a:pos x="T0" y="T1"/>
                  </a:cxn>
                  <a:cxn ang="0">
                    <a:pos x="T2" y="T3"/>
                  </a:cxn>
                  <a:cxn ang="0">
                    <a:pos x="T4" y="T5"/>
                  </a:cxn>
                  <a:cxn ang="0">
                    <a:pos x="T6" y="T7"/>
                  </a:cxn>
                  <a:cxn ang="0">
                    <a:pos x="T8" y="T9"/>
                  </a:cxn>
                  <a:cxn ang="0">
                    <a:pos x="T10" y="T11"/>
                  </a:cxn>
                </a:cxnLst>
                <a:rect l="0" t="0" r="r" b="b"/>
                <a:pathLst>
                  <a:path w="8" h="5">
                    <a:moveTo>
                      <a:pt x="1" y="0"/>
                    </a:moveTo>
                    <a:cubicBezTo>
                      <a:pt x="0" y="2"/>
                      <a:pt x="0" y="2"/>
                      <a:pt x="0" y="2"/>
                    </a:cubicBezTo>
                    <a:cubicBezTo>
                      <a:pt x="7" y="5"/>
                      <a:pt x="7" y="5"/>
                      <a:pt x="7" y="5"/>
                    </a:cubicBezTo>
                    <a:cubicBezTo>
                      <a:pt x="7" y="5"/>
                      <a:pt x="8" y="2"/>
                      <a:pt x="1" y="0"/>
                    </a:cubicBezTo>
                    <a:close/>
                    <a:moveTo>
                      <a:pt x="1" y="0"/>
                    </a:moveTo>
                    <a:cubicBezTo>
                      <a:pt x="1" y="0"/>
                      <a:pt x="1" y="0"/>
                      <a:pt x="1"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99" name="isḷîḋé"/>
              <p:cNvSpPr/>
              <p:nvPr/>
            </p:nvSpPr>
            <p:spPr bwMode="auto">
              <a:xfrm>
                <a:off x="3884613" y="3384550"/>
                <a:ext cx="26988"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0" name="iśḷïḑè"/>
              <p:cNvSpPr/>
              <p:nvPr/>
            </p:nvSpPr>
            <p:spPr bwMode="auto">
              <a:xfrm>
                <a:off x="3917951" y="3384550"/>
                <a:ext cx="25400"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1" name="iṧľiďé"/>
              <p:cNvSpPr/>
              <p:nvPr/>
            </p:nvSpPr>
            <p:spPr bwMode="auto">
              <a:xfrm>
                <a:off x="3951288" y="3384550"/>
                <a:ext cx="25400"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2" name="išľïḍé"/>
              <p:cNvSpPr/>
              <p:nvPr/>
            </p:nvSpPr>
            <p:spPr bwMode="auto">
              <a:xfrm>
                <a:off x="3771901" y="3484563"/>
                <a:ext cx="7938"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3" name="îŝlîḑè"/>
              <p:cNvSpPr/>
              <p:nvPr/>
            </p:nvSpPr>
            <p:spPr bwMode="auto">
              <a:xfrm>
                <a:off x="3786188" y="3484563"/>
                <a:ext cx="46038" cy="60325"/>
              </a:xfrm>
              <a:custGeom>
                <a:avLst/>
                <a:gdLst>
                  <a:gd name="T0" fmla="*/ 8 w 29"/>
                  <a:gd name="T1" fmla="*/ 0 h 38"/>
                  <a:gd name="T2" fmla="*/ 20 w 29"/>
                  <a:gd name="T3" fmla="*/ 0 h 38"/>
                  <a:gd name="T4" fmla="*/ 29 w 29"/>
                  <a:gd name="T5" fmla="*/ 8 h 38"/>
                  <a:gd name="T6" fmla="*/ 29 w 29"/>
                  <a:gd name="T7" fmla="*/ 38 h 38"/>
                  <a:gd name="T8" fmla="*/ 0 w 29"/>
                  <a:gd name="T9" fmla="*/ 38 h 38"/>
                  <a:gd name="T10" fmla="*/ 0 w 29"/>
                  <a:gd name="T11" fmla="*/ 8 h 38"/>
                  <a:gd name="T12" fmla="*/ 8 w 29"/>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29" h="38">
                    <a:moveTo>
                      <a:pt x="8" y="0"/>
                    </a:moveTo>
                    <a:lnTo>
                      <a:pt x="20" y="0"/>
                    </a:lnTo>
                    <a:lnTo>
                      <a:pt x="29" y="8"/>
                    </a:lnTo>
                    <a:lnTo>
                      <a:pt x="29" y="38"/>
                    </a:lnTo>
                    <a:lnTo>
                      <a:pt x="0" y="38"/>
                    </a:lnTo>
                    <a:lnTo>
                      <a:pt x="0" y="8"/>
                    </a:lnTo>
                    <a:lnTo>
                      <a:pt x="8"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4" name="îṩḻíḓe"/>
              <p:cNvSpPr/>
              <p:nvPr/>
            </p:nvSpPr>
            <p:spPr bwMode="auto">
              <a:xfrm>
                <a:off x="3994151" y="3484563"/>
                <a:ext cx="46038" cy="60325"/>
              </a:xfrm>
              <a:custGeom>
                <a:avLst/>
                <a:gdLst>
                  <a:gd name="T0" fmla="*/ 8 w 29"/>
                  <a:gd name="T1" fmla="*/ 0 h 38"/>
                  <a:gd name="T2" fmla="*/ 18 w 29"/>
                  <a:gd name="T3" fmla="*/ 0 h 38"/>
                  <a:gd name="T4" fmla="*/ 29 w 29"/>
                  <a:gd name="T5" fmla="*/ 8 h 38"/>
                  <a:gd name="T6" fmla="*/ 29 w 29"/>
                  <a:gd name="T7" fmla="*/ 38 h 38"/>
                  <a:gd name="T8" fmla="*/ 0 w 29"/>
                  <a:gd name="T9" fmla="*/ 38 h 38"/>
                  <a:gd name="T10" fmla="*/ 0 w 29"/>
                  <a:gd name="T11" fmla="*/ 8 h 38"/>
                  <a:gd name="T12" fmla="*/ 8 w 29"/>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29" h="38">
                    <a:moveTo>
                      <a:pt x="8" y="0"/>
                    </a:moveTo>
                    <a:lnTo>
                      <a:pt x="18" y="0"/>
                    </a:lnTo>
                    <a:lnTo>
                      <a:pt x="29" y="8"/>
                    </a:lnTo>
                    <a:lnTo>
                      <a:pt x="29" y="38"/>
                    </a:lnTo>
                    <a:lnTo>
                      <a:pt x="0" y="38"/>
                    </a:lnTo>
                    <a:lnTo>
                      <a:pt x="0" y="8"/>
                    </a:lnTo>
                    <a:lnTo>
                      <a:pt x="8"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5" name="î$1îdè"/>
              <p:cNvSpPr/>
              <p:nvPr/>
            </p:nvSpPr>
            <p:spPr bwMode="auto">
              <a:xfrm>
                <a:off x="3851276" y="3484563"/>
                <a:ext cx="122238" cy="60325"/>
              </a:xfrm>
              <a:custGeom>
                <a:avLst/>
                <a:gdLst>
                  <a:gd name="T0" fmla="*/ 9 w 77"/>
                  <a:gd name="T1" fmla="*/ 0 h 38"/>
                  <a:gd name="T2" fmla="*/ 69 w 77"/>
                  <a:gd name="T3" fmla="*/ 0 h 38"/>
                  <a:gd name="T4" fmla="*/ 77 w 77"/>
                  <a:gd name="T5" fmla="*/ 8 h 38"/>
                  <a:gd name="T6" fmla="*/ 77 w 77"/>
                  <a:gd name="T7" fmla="*/ 38 h 38"/>
                  <a:gd name="T8" fmla="*/ 0 w 77"/>
                  <a:gd name="T9" fmla="*/ 38 h 38"/>
                  <a:gd name="T10" fmla="*/ 0 w 77"/>
                  <a:gd name="T11" fmla="*/ 8 h 38"/>
                  <a:gd name="T12" fmla="*/ 9 w 77"/>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77" h="38">
                    <a:moveTo>
                      <a:pt x="9" y="0"/>
                    </a:moveTo>
                    <a:lnTo>
                      <a:pt x="69" y="0"/>
                    </a:lnTo>
                    <a:lnTo>
                      <a:pt x="77" y="8"/>
                    </a:lnTo>
                    <a:lnTo>
                      <a:pt x="77" y="38"/>
                    </a:lnTo>
                    <a:lnTo>
                      <a:pt x="0" y="38"/>
                    </a:lnTo>
                    <a:lnTo>
                      <a:pt x="0" y="8"/>
                    </a:lnTo>
                    <a:lnTo>
                      <a:pt x="9"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6" name="iśľïḓe"/>
              <p:cNvSpPr/>
              <p:nvPr/>
            </p:nvSpPr>
            <p:spPr bwMode="auto">
              <a:xfrm>
                <a:off x="4046538" y="3484563"/>
                <a:ext cx="6350"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7" name="iṣļïḑè"/>
              <p:cNvSpPr/>
              <p:nvPr/>
            </p:nvSpPr>
            <p:spPr bwMode="auto">
              <a:xfrm>
                <a:off x="3838576" y="3484563"/>
                <a:ext cx="6350"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8" name="iṡḷidé"/>
              <p:cNvSpPr/>
              <p:nvPr/>
            </p:nvSpPr>
            <p:spPr bwMode="auto">
              <a:xfrm>
                <a:off x="3979863" y="3484563"/>
                <a:ext cx="3175"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9" name="íṡḷíḋe"/>
              <p:cNvSpPr/>
              <p:nvPr/>
            </p:nvSpPr>
            <p:spPr bwMode="auto">
              <a:xfrm>
                <a:off x="3811588" y="3551238"/>
                <a:ext cx="20478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0" name="íŝ1iḑê"/>
              <p:cNvSpPr/>
              <p:nvPr/>
            </p:nvSpPr>
            <p:spPr bwMode="auto">
              <a:xfrm>
                <a:off x="3805238" y="3557588"/>
                <a:ext cx="214313"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1" name="îṩḷiḑe"/>
              <p:cNvSpPr/>
              <p:nvPr/>
            </p:nvSpPr>
            <p:spPr bwMode="auto">
              <a:xfrm>
                <a:off x="3802063" y="3567113"/>
                <a:ext cx="220663" cy="1588"/>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2" name="iṧḻiḑê"/>
              <p:cNvSpPr/>
              <p:nvPr/>
            </p:nvSpPr>
            <p:spPr bwMode="auto">
              <a:xfrm>
                <a:off x="3802063" y="3570288"/>
                <a:ext cx="22383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3" name="ïṣḻîḋè"/>
              <p:cNvSpPr/>
              <p:nvPr/>
            </p:nvSpPr>
            <p:spPr bwMode="auto">
              <a:xfrm>
                <a:off x="3795713" y="3581400"/>
                <a:ext cx="234950"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4" name="îṡ1îḍé"/>
              <p:cNvSpPr/>
              <p:nvPr/>
            </p:nvSpPr>
            <p:spPr bwMode="auto">
              <a:xfrm>
                <a:off x="3633788" y="3587750"/>
                <a:ext cx="560388" cy="6350"/>
              </a:xfrm>
              <a:custGeom>
                <a:avLst/>
                <a:gdLst>
                  <a:gd name="T0" fmla="*/ 0 w 353"/>
                  <a:gd name="T1" fmla="*/ 0 h 4"/>
                  <a:gd name="T2" fmla="*/ 353 w 353"/>
                  <a:gd name="T3" fmla="*/ 0 h 4"/>
                  <a:gd name="T4" fmla="*/ 351 w 353"/>
                  <a:gd name="T5" fmla="*/ 4 h 4"/>
                  <a:gd name="T6" fmla="*/ 2 w 353"/>
                  <a:gd name="T7" fmla="*/ 4 h 4"/>
                  <a:gd name="T8" fmla="*/ 0 w 353"/>
                  <a:gd name="T9" fmla="*/ 0 h 4"/>
                </a:gdLst>
                <a:ahLst/>
                <a:cxnLst>
                  <a:cxn ang="0">
                    <a:pos x="T0" y="T1"/>
                  </a:cxn>
                  <a:cxn ang="0">
                    <a:pos x="T2" y="T3"/>
                  </a:cxn>
                  <a:cxn ang="0">
                    <a:pos x="T4" y="T5"/>
                  </a:cxn>
                  <a:cxn ang="0">
                    <a:pos x="T6" y="T7"/>
                  </a:cxn>
                  <a:cxn ang="0">
                    <a:pos x="T8" y="T9"/>
                  </a:cxn>
                </a:cxnLst>
                <a:rect l="0" t="0" r="r" b="b"/>
                <a:pathLst>
                  <a:path w="353" h="4">
                    <a:moveTo>
                      <a:pt x="0" y="0"/>
                    </a:moveTo>
                    <a:lnTo>
                      <a:pt x="353" y="0"/>
                    </a:lnTo>
                    <a:lnTo>
                      <a:pt x="351" y="4"/>
                    </a:lnTo>
                    <a:lnTo>
                      <a:pt x="2" y="4"/>
                    </a:lnTo>
                    <a:lnTo>
                      <a:pt x="0" y="0"/>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15" name="îš1íḑe"/>
              <p:cNvSpPr/>
              <p:nvPr/>
            </p:nvSpPr>
            <p:spPr bwMode="auto">
              <a:xfrm>
                <a:off x="3640138" y="3600450"/>
                <a:ext cx="547688" cy="6350"/>
              </a:xfrm>
              <a:custGeom>
                <a:avLst/>
                <a:gdLst>
                  <a:gd name="T0" fmla="*/ 0 w 345"/>
                  <a:gd name="T1" fmla="*/ 0 h 4"/>
                  <a:gd name="T2" fmla="*/ 345 w 345"/>
                  <a:gd name="T3" fmla="*/ 0 h 4"/>
                  <a:gd name="T4" fmla="*/ 343 w 345"/>
                  <a:gd name="T5" fmla="*/ 4 h 4"/>
                  <a:gd name="T6" fmla="*/ 2 w 345"/>
                  <a:gd name="T7" fmla="*/ 4 h 4"/>
                  <a:gd name="T8" fmla="*/ 0 w 345"/>
                  <a:gd name="T9" fmla="*/ 0 h 4"/>
                </a:gdLst>
                <a:ahLst/>
                <a:cxnLst>
                  <a:cxn ang="0">
                    <a:pos x="T0" y="T1"/>
                  </a:cxn>
                  <a:cxn ang="0">
                    <a:pos x="T2" y="T3"/>
                  </a:cxn>
                  <a:cxn ang="0">
                    <a:pos x="T4" y="T5"/>
                  </a:cxn>
                  <a:cxn ang="0">
                    <a:pos x="T6" y="T7"/>
                  </a:cxn>
                  <a:cxn ang="0">
                    <a:pos x="T8" y="T9"/>
                  </a:cxn>
                </a:cxnLst>
                <a:rect l="0" t="0" r="r" b="b"/>
                <a:pathLst>
                  <a:path w="345" h="4">
                    <a:moveTo>
                      <a:pt x="0" y="0"/>
                    </a:moveTo>
                    <a:lnTo>
                      <a:pt x="345" y="0"/>
                    </a:lnTo>
                    <a:lnTo>
                      <a:pt x="343" y="4"/>
                    </a:lnTo>
                    <a:lnTo>
                      <a:pt x="2" y="4"/>
                    </a:lnTo>
                    <a:lnTo>
                      <a:pt x="0" y="0"/>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16" name="iš1ïḍe"/>
              <p:cNvSpPr/>
              <p:nvPr/>
            </p:nvSpPr>
            <p:spPr bwMode="auto">
              <a:xfrm>
                <a:off x="3736976" y="3406775"/>
                <a:ext cx="352425" cy="4763"/>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7" name="îSḻîde"/>
              <p:cNvSpPr/>
              <p:nvPr/>
            </p:nvSpPr>
            <p:spPr bwMode="auto">
              <a:xfrm>
                <a:off x="3746501" y="3417888"/>
                <a:ext cx="3333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8" name="î$ḻîḑé"/>
              <p:cNvSpPr/>
              <p:nvPr/>
            </p:nvSpPr>
            <p:spPr bwMode="auto">
              <a:xfrm>
                <a:off x="3805238" y="3417888"/>
                <a:ext cx="211138" cy="1588"/>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9" name="íŝļïḓe"/>
              <p:cNvSpPr/>
              <p:nvPr/>
            </p:nvSpPr>
            <p:spPr bwMode="auto">
              <a:xfrm>
                <a:off x="3811588"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20" name="îS1iḍé"/>
              <p:cNvSpPr/>
              <p:nvPr/>
            </p:nvSpPr>
            <p:spPr bwMode="auto">
              <a:xfrm>
                <a:off x="3802063"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21" name="išlïdé"/>
              <p:cNvSpPr/>
              <p:nvPr/>
            </p:nvSpPr>
            <p:spPr bwMode="auto">
              <a:xfrm>
                <a:off x="3789363" y="3421063"/>
                <a:ext cx="6350"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22" name="ïSlïde"/>
              <p:cNvSpPr/>
              <p:nvPr/>
            </p:nvSpPr>
            <p:spPr bwMode="auto">
              <a:xfrm>
                <a:off x="3822701"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3" name="îşľïďe"/>
              <p:cNvSpPr/>
              <p:nvPr/>
            </p:nvSpPr>
            <p:spPr bwMode="auto">
              <a:xfrm>
                <a:off x="3832226"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4" name="ïşľíďê"/>
              <p:cNvSpPr/>
              <p:nvPr/>
            </p:nvSpPr>
            <p:spPr bwMode="auto">
              <a:xfrm>
                <a:off x="38449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5" name="íś1ïdè"/>
              <p:cNvSpPr/>
              <p:nvPr/>
            </p:nvSpPr>
            <p:spPr bwMode="auto">
              <a:xfrm>
                <a:off x="3854451"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0" y="0"/>
                      <a:pt x="1" y="0"/>
                      <a:pt x="2" y="0"/>
                    </a:cubicBezTo>
                    <a:cubicBezTo>
                      <a:pt x="2" y="3"/>
                      <a:pt x="2" y="6"/>
                      <a:pt x="2"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6" name="iṩḷiḍe"/>
              <p:cNvSpPr/>
              <p:nvPr/>
            </p:nvSpPr>
            <p:spPr bwMode="auto">
              <a:xfrm>
                <a:off x="3865563"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7" name="ïŝ1iďè"/>
              <p:cNvSpPr/>
              <p:nvPr/>
            </p:nvSpPr>
            <p:spPr bwMode="auto">
              <a:xfrm>
                <a:off x="3878263"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8" name="íṩļíḋê"/>
              <p:cNvSpPr/>
              <p:nvPr/>
            </p:nvSpPr>
            <p:spPr bwMode="auto">
              <a:xfrm>
                <a:off x="3887788"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9" name="ïṧ1ïdè"/>
              <p:cNvSpPr/>
              <p:nvPr/>
            </p:nvSpPr>
            <p:spPr bwMode="auto">
              <a:xfrm>
                <a:off x="3897313"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0" name="íŝḻîḍé"/>
              <p:cNvSpPr/>
              <p:nvPr/>
            </p:nvSpPr>
            <p:spPr bwMode="auto">
              <a:xfrm>
                <a:off x="3908426"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1" name="îşḻïḓé"/>
              <p:cNvSpPr/>
              <p:nvPr/>
            </p:nvSpPr>
            <p:spPr bwMode="auto">
              <a:xfrm>
                <a:off x="39211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2" name="íśļíďè"/>
              <p:cNvSpPr/>
              <p:nvPr/>
            </p:nvSpPr>
            <p:spPr bwMode="auto">
              <a:xfrm>
                <a:off x="3930651"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3" name="iŝ1ïdé"/>
              <p:cNvSpPr/>
              <p:nvPr/>
            </p:nvSpPr>
            <p:spPr bwMode="auto">
              <a:xfrm>
                <a:off x="3940176"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4" name="is1ídè"/>
              <p:cNvSpPr/>
              <p:nvPr/>
            </p:nvSpPr>
            <p:spPr bwMode="auto">
              <a:xfrm>
                <a:off x="3951288"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2" y="0"/>
                      <a:pt x="2" y="0"/>
                    </a:cubicBezTo>
                    <a:cubicBezTo>
                      <a:pt x="2" y="3"/>
                      <a:pt x="2" y="6"/>
                      <a:pt x="2" y="9"/>
                    </a:cubicBezTo>
                    <a:cubicBezTo>
                      <a:pt x="2"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5" name="islíďê"/>
              <p:cNvSpPr/>
              <p:nvPr/>
            </p:nvSpPr>
            <p:spPr bwMode="auto">
              <a:xfrm>
                <a:off x="3963988"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6" name="iṩlíḑê"/>
              <p:cNvSpPr/>
              <p:nvPr/>
            </p:nvSpPr>
            <p:spPr bwMode="auto">
              <a:xfrm>
                <a:off x="3973513"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7" name="îṥḷïďê"/>
              <p:cNvSpPr/>
              <p:nvPr/>
            </p:nvSpPr>
            <p:spPr bwMode="auto">
              <a:xfrm>
                <a:off x="3983038"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8" name="íṥḻïďè"/>
              <p:cNvSpPr/>
              <p:nvPr/>
            </p:nvSpPr>
            <p:spPr bwMode="auto">
              <a:xfrm>
                <a:off x="39973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9" name="íṡḷíḍè"/>
              <p:cNvSpPr/>
              <p:nvPr/>
            </p:nvSpPr>
            <p:spPr bwMode="auto">
              <a:xfrm>
                <a:off x="4006851"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0" name="î$ḷîḑé"/>
              <p:cNvSpPr/>
              <p:nvPr/>
            </p:nvSpPr>
            <p:spPr bwMode="auto">
              <a:xfrm>
                <a:off x="4016376" y="3421063"/>
                <a:ext cx="6350"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1" name="í$ľîdè"/>
              <p:cNvSpPr/>
              <p:nvPr/>
            </p:nvSpPr>
            <p:spPr bwMode="auto">
              <a:xfrm>
                <a:off x="4025901" y="3421063"/>
                <a:ext cx="7938"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2" name="iṥ1iḍè"/>
              <p:cNvSpPr/>
              <p:nvPr/>
            </p:nvSpPr>
            <p:spPr bwMode="auto">
              <a:xfrm>
                <a:off x="4040188" y="3417888"/>
                <a:ext cx="3968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3" name="ïslidé"/>
              <p:cNvSpPr/>
              <p:nvPr/>
            </p:nvSpPr>
            <p:spPr bwMode="auto">
              <a:xfrm>
                <a:off x="3679826"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4" name="íṡlïďè"/>
              <p:cNvSpPr/>
              <p:nvPr/>
            </p:nvSpPr>
            <p:spPr bwMode="auto">
              <a:xfrm>
                <a:off x="3884613" y="3490913"/>
                <a:ext cx="55563" cy="53975"/>
              </a:xfrm>
              <a:custGeom>
                <a:avLst/>
                <a:gdLst>
                  <a:gd name="T0" fmla="*/ 0 w 35"/>
                  <a:gd name="T1" fmla="*/ 0 h 34"/>
                  <a:gd name="T2" fmla="*/ 35 w 35"/>
                  <a:gd name="T3" fmla="*/ 0 h 34"/>
                  <a:gd name="T4" fmla="*/ 35 w 35"/>
                  <a:gd name="T5" fmla="*/ 34 h 34"/>
                  <a:gd name="T6" fmla="*/ 0 w 35"/>
                  <a:gd name="T7" fmla="*/ 34 h 34"/>
                  <a:gd name="T8" fmla="*/ 0 w 35"/>
                  <a:gd name="T9" fmla="*/ 0 h 34"/>
                  <a:gd name="T10" fmla="*/ 0 w 35"/>
                  <a:gd name="T11" fmla="*/ 0 h 34"/>
                  <a:gd name="T12" fmla="*/ 4 w 35"/>
                  <a:gd name="T13" fmla="*/ 8 h 34"/>
                  <a:gd name="T14" fmla="*/ 4 w 35"/>
                  <a:gd name="T15" fmla="*/ 27 h 34"/>
                  <a:gd name="T16" fmla="*/ 8 w 35"/>
                  <a:gd name="T17" fmla="*/ 27 h 34"/>
                  <a:gd name="T18" fmla="*/ 8 w 35"/>
                  <a:gd name="T19" fmla="*/ 8 h 34"/>
                  <a:gd name="T20" fmla="*/ 4 w 35"/>
                  <a:gd name="T21" fmla="*/ 8 h 34"/>
                  <a:gd name="T22" fmla="*/ 4 w 35"/>
                  <a:gd name="T23" fmla="*/ 8 h 34"/>
                  <a:gd name="T24" fmla="*/ 29 w 35"/>
                  <a:gd name="T25" fmla="*/ 8 h 34"/>
                  <a:gd name="T26" fmla="*/ 29 w 35"/>
                  <a:gd name="T27" fmla="*/ 27 h 34"/>
                  <a:gd name="T28" fmla="*/ 31 w 35"/>
                  <a:gd name="T29" fmla="*/ 27 h 34"/>
                  <a:gd name="T30" fmla="*/ 31 w 35"/>
                  <a:gd name="T31" fmla="*/ 8 h 34"/>
                  <a:gd name="T32" fmla="*/ 29 w 35"/>
                  <a:gd name="T33" fmla="*/ 8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35" h="34">
                    <a:moveTo>
                      <a:pt x="0" y="0"/>
                    </a:moveTo>
                    <a:lnTo>
                      <a:pt x="35" y="0"/>
                    </a:lnTo>
                    <a:lnTo>
                      <a:pt x="35" y="34"/>
                    </a:lnTo>
                    <a:lnTo>
                      <a:pt x="0" y="34"/>
                    </a:lnTo>
                    <a:lnTo>
                      <a:pt x="0" y="0"/>
                    </a:lnTo>
                    <a:lnTo>
                      <a:pt x="0" y="0"/>
                    </a:lnTo>
                    <a:close/>
                    <a:moveTo>
                      <a:pt x="4" y="8"/>
                    </a:moveTo>
                    <a:lnTo>
                      <a:pt x="4" y="27"/>
                    </a:lnTo>
                    <a:lnTo>
                      <a:pt x="8" y="27"/>
                    </a:lnTo>
                    <a:lnTo>
                      <a:pt x="8" y="8"/>
                    </a:lnTo>
                    <a:lnTo>
                      <a:pt x="4" y="8"/>
                    </a:lnTo>
                    <a:lnTo>
                      <a:pt x="4" y="8"/>
                    </a:lnTo>
                    <a:close/>
                    <a:moveTo>
                      <a:pt x="29" y="8"/>
                    </a:moveTo>
                    <a:lnTo>
                      <a:pt x="29" y="27"/>
                    </a:lnTo>
                    <a:lnTo>
                      <a:pt x="31" y="27"/>
                    </a:lnTo>
                    <a:lnTo>
                      <a:pt x="31" y="8"/>
                    </a:lnTo>
                    <a:lnTo>
                      <a:pt x="29" y="8"/>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45" name="iṧ1ïḓè"/>
              <p:cNvSpPr/>
              <p:nvPr/>
            </p:nvSpPr>
            <p:spPr bwMode="auto">
              <a:xfrm>
                <a:off x="3551238" y="3067050"/>
                <a:ext cx="722313" cy="727075"/>
              </a:xfrm>
              <a:custGeom>
                <a:avLst/>
                <a:gdLst>
                  <a:gd name="T0" fmla="*/ 109 w 219"/>
                  <a:gd name="T1" fmla="*/ 0 h 218"/>
                  <a:gd name="T2" fmla="*/ 219 w 219"/>
                  <a:gd name="T3" fmla="*/ 109 h 218"/>
                  <a:gd name="T4" fmla="*/ 109 w 219"/>
                  <a:gd name="T5" fmla="*/ 218 h 218"/>
                  <a:gd name="T6" fmla="*/ 0 w 219"/>
                  <a:gd name="T7" fmla="*/ 109 h 218"/>
                  <a:gd name="T8" fmla="*/ 109 w 219"/>
                  <a:gd name="T9" fmla="*/ 0 h 218"/>
                  <a:gd name="T10" fmla="*/ 109 w 219"/>
                  <a:gd name="T11" fmla="*/ 3 h 218"/>
                  <a:gd name="T12" fmla="*/ 4 w 219"/>
                  <a:gd name="T13" fmla="*/ 109 h 218"/>
                  <a:gd name="T14" fmla="*/ 109 w 219"/>
                  <a:gd name="T15" fmla="*/ 215 h 218"/>
                  <a:gd name="T16" fmla="*/ 215 w 219"/>
                  <a:gd name="T17" fmla="*/ 109 h 218"/>
                  <a:gd name="T18" fmla="*/ 109 w 219"/>
                  <a:gd name="T19" fmla="*/ 3 h 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9" h="218">
                    <a:moveTo>
                      <a:pt x="109" y="0"/>
                    </a:moveTo>
                    <a:cubicBezTo>
                      <a:pt x="170" y="0"/>
                      <a:pt x="219" y="49"/>
                      <a:pt x="219" y="109"/>
                    </a:cubicBezTo>
                    <a:cubicBezTo>
                      <a:pt x="219" y="169"/>
                      <a:pt x="170" y="218"/>
                      <a:pt x="109" y="218"/>
                    </a:cubicBezTo>
                    <a:cubicBezTo>
                      <a:pt x="49" y="218"/>
                      <a:pt x="0" y="169"/>
                      <a:pt x="0" y="109"/>
                    </a:cubicBezTo>
                    <a:cubicBezTo>
                      <a:pt x="0" y="49"/>
                      <a:pt x="49" y="0"/>
                      <a:pt x="109" y="0"/>
                    </a:cubicBezTo>
                    <a:close/>
                    <a:moveTo>
                      <a:pt x="109" y="3"/>
                    </a:moveTo>
                    <a:cubicBezTo>
                      <a:pt x="51" y="3"/>
                      <a:pt x="4" y="51"/>
                      <a:pt x="4" y="109"/>
                    </a:cubicBezTo>
                    <a:cubicBezTo>
                      <a:pt x="4" y="167"/>
                      <a:pt x="51" y="215"/>
                      <a:pt x="109" y="215"/>
                    </a:cubicBezTo>
                    <a:cubicBezTo>
                      <a:pt x="168" y="215"/>
                      <a:pt x="215" y="167"/>
                      <a:pt x="215" y="109"/>
                    </a:cubicBezTo>
                    <a:cubicBezTo>
                      <a:pt x="215" y="51"/>
                      <a:pt x="168" y="3"/>
                      <a:pt x="109" y="3"/>
                    </a:cubicBez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nvGrpSpPr>
            <p:cNvPr id="247" name="íşḷïḑe"/>
            <p:cNvGrpSpPr/>
            <p:nvPr userDrawn="1"/>
          </p:nvGrpSpPr>
          <p:grpSpPr>
            <a:xfrm>
              <a:off x="4894762" y="471192"/>
              <a:ext cx="4437911" cy="1614111"/>
              <a:chOff x="4412452" y="3106738"/>
              <a:chExt cx="2312689" cy="841148"/>
            </a:xfrm>
          </p:grpSpPr>
          <p:grpSp>
            <p:nvGrpSpPr>
              <p:cNvPr id="248" name="îṥľíḑé"/>
              <p:cNvGrpSpPr/>
              <p:nvPr/>
            </p:nvGrpSpPr>
            <p:grpSpPr>
              <a:xfrm>
                <a:off x="4422776" y="3106738"/>
                <a:ext cx="2293937" cy="617538"/>
                <a:chOff x="4422776" y="3106738"/>
                <a:chExt cx="2293937" cy="617538"/>
              </a:xfrm>
            </p:grpSpPr>
            <p:sp>
              <p:nvSpPr>
                <p:cNvPr id="265" name="išḻiḑé"/>
                <p:cNvSpPr/>
                <p:nvPr/>
              </p:nvSpPr>
              <p:spPr bwMode="auto">
                <a:xfrm>
                  <a:off x="4811713" y="3200400"/>
                  <a:ext cx="49213" cy="100013"/>
                </a:xfrm>
                <a:custGeom>
                  <a:avLst/>
                  <a:gdLst>
                    <a:gd name="T0" fmla="*/ 0 w 15"/>
                    <a:gd name="T1" fmla="*/ 1 h 30"/>
                    <a:gd name="T2" fmla="*/ 1 w 15"/>
                    <a:gd name="T3" fmla="*/ 12 h 30"/>
                    <a:gd name="T4" fmla="*/ 0 w 15"/>
                    <a:gd name="T5" fmla="*/ 21 h 30"/>
                    <a:gd name="T6" fmla="*/ 2 w 15"/>
                    <a:gd name="T7" fmla="*/ 28 h 30"/>
                    <a:gd name="T8" fmla="*/ 7 w 15"/>
                    <a:gd name="T9" fmla="*/ 30 h 30"/>
                    <a:gd name="T10" fmla="*/ 12 w 15"/>
                    <a:gd name="T11" fmla="*/ 26 h 30"/>
                    <a:gd name="T12" fmla="*/ 15 w 15"/>
                    <a:gd name="T13" fmla="*/ 18 h 30"/>
                    <a:gd name="T14" fmla="*/ 3 w 15"/>
                    <a:gd name="T15" fmla="*/ 0 h 30"/>
                    <a:gd name="T16" fmla="*/ 0 w 15"/>
                    <a:gd name="T17" fmla="*/ 1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5" h="30">
                      <a:moveTo>
                        <a:pt x="0" y="1"/>
                      </a:moveTo>
                      <a:cubicBezTo>
                        <a:pt x="1" y="12"/>
                        <a:pt x="1" y="12"/>
                        <a:pt x="1" y="12"/>
                      </a:cubicBezTo>
                      <a:cubicBezTo>
                        <a:pt x="1" y="13"/>
                        <a:pt x="0" y="18"/>
                        <a:pt x="0" y="21"/>
                      </a:cubicBezTo>
                      <a:cubicBezTo>
                        <a:pt x="0" y="24"/>
                        <a:pt x="2" y="25"/>
                        <a:pt x="2" y="28"/>
                      </a:cubicBezTo>
                      <a:cubicBezTo>
                        <a:pt x="7" y="30"/>
                        <a:pt x="7" y="30"/>
                        <a:pt x="7" y="30"/>
                      </a:cubicBezTo>
                      <a:cubicBezTo>
                        <a:pt x="9" y="27"/>
                        <a:pt x="10" y="29"/>
                        <a:pt x="12" y="26"/>
                      </a:cubicBezTo>
                      <a:cubicBezTo>
                        <a:pt x="14" y="23"/>
                        <a:pt x="14" y="21"/>
                        <a:pt x="15" y="18"/>
                      </a:cubicBezTo>
                      <a:cubicBezTo>
                        <a:pt x="12" y="7"/>
                        <a:pt x="13" y="5"/>
                        <a:pt x="3" y="0"/>
                      </a:cubicBezTo>
                      <a:lnTo>
                        <a:pt x="0" y="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6" name="íṥľíďè"/>
                <p:cNvSpPr/>
                <p:nvPr/>
              </p:nvSpPr>
              <p:spPr bwMode="auto">
                <a:xfrm>
                  <a:off x="5221288" y="3184525"/>
                  <a:ext cx="36513" cy="122238"/>
                </a:xfrm>
                <a:custGeom>
                  <a:avLst/>
                  <a:gdLst>
                    <a:gd name="T0" fmla="*/ 0 w 11"/>
                    <a:gd name="T1" fmla="*/ 3 h 37"/>
                    <a:gd name="T2" fmla="*/ 2 w 11"/>
                    <a:gd name="T3" fmla="*/ 14 h 37"/>
                    <a:gd name="T4" fmla="*/ 0 w 11"/>
                    <a:gd name="T5" fmla="*/ 33 h 37"/>
                    <a:gd name="T6" fmla="*/ 0 w 11"/>
                    <a:gd name="T7" fmla="*/ 36 h 37"/>
                    <a:gd name="T8" fmla="*/ 2 w 11"/>
                    <a:gd name="T9" fmla="*/ 37 h 37"/>
                    <a:gd name="T10" fmla="*/ 8 w 11"/>
                    <a:gd name="T11" fmla="*/ 27 h 37"/>
                    <a:gd name="T12" fmla="*/ 11 w 11"/>
                    <a:gd name="T13" fmla="*/ 17 h 37"/>
                    <a:gd name="T14" fmla="*/ 11 w 11"/>
                    <a:gd name="T15" fmla="*/ 15 h 37"/>
                    <a:gd name="T16" fmla="*/ 7 w 11"/>
                    <a:gd name="T17" fmla="*/ 2 h 37"/>
                    <a:gd name="T18" fmla="*/ 2 w 11"/>
                    <a:gd name="T19" fmla="*/ 0 h 37"/>
                    <a:gd name="T20" fmla="*/ 0 w 11"/>
                    <a:gd name="T21" fmla="*/ 3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1" h="37">
                      <a:moveTo>
                        <a:pt x="0" y="3"/>
                      </a:moveTo>
                      <a:cubicBezTo>
                        <a:pt x="2" y="14"/>
                        <a:pt x="2" y="14"/>
                        <a:pt x="2" y="14"/>
                      </a:cubicBezTo>
                      <a:cubicBezTo>
                        <a:pt x="2" y="19"/>
                        <a:pt x="0" y="27"/>
                        <a:pt x="0" y="33"/>
                      </a:cubicBezTo>
                      <a:cubicBezTo>
                        <a:pt x="0" y="36"/>
                        <a:pt x="0" y="36"/>
                        <a:pt x="0" y="36"/>
                      </a:cubicBezTo>
                      <a:cubicBezTo>
                        <a:pt x="2" y="36"/>
                        <a:pt x="1" y="37"/>
                        <a:pt x="2" y="37"/>
                      </a:cubicBezTo>
                      <a:cubicBezTo>
                        <a:pt x="3" y="37"/>
                        <a:pt x="7" y="28"/>
                        <a:pt x="8" y="27"/>
                      </a:cubicBezTo>
                      <a:cubicBezTo>
                        <a:pt x="9" y="24"/>
                        <a:pt x="11" y="21"/>
                        <a:pt x="11" y="17"/>
                      </a:cubicBezTo>
                      <a:cubicBezTo>
                        <a:pt x="11" y="15"/>
                        <a:pt x="11" y="15"/>
                        <a:pt x="11" y="15"/>
                      </a:cubicBezTo>
                      <a:cubicBezTo>
                        <a:pt x="11" y="7"/>
                        <a:pt x="8" y="7"/>
                        <a:pt x="7" y="2"/>
                      </a:cubicBezTo>
                      <a:cubicBezTo>
                        <a:pt x="2" y="0"/>
                        <a:pt x="2" y="0"/>
                        <a:pt x="2" y="0"/>
                      </a:cubicBezTo>
                      <a:cubicBezTo>
                        <a:pt x="2" y="1"/>
                        <a:pt x="0" y="1"/>
                        <a:pt x="0" y="3"/>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7" name="íś1iḑe"/>
                <p:cNvSpPr/>
                <p:nvPr/>
              </p:nvSpPr>
              <p:spPr bwMode="auto">
                <a:xfrm>
                  <a:off x="4554538" y="3251200"/>
                  <a:ext cx="119063" cy="58738"/>
                </a:xfrm>
                <a:custGeom>
                  <a:avLst/>
                  <a:gdLst>
                    <a:gd name="T0" fmla="*/ 0 w 36"/>
                    <a:gd name="T1" fmla="*/ 15 h 18"/>
                    <a:gd name="T2" fmla="*/ 2 w 36"/>
                    <a:gd name="T3" fmla="*/ 16 h 18"/>
                    <a:gd name="T4" fmla="*/ 13 w 36"/>
                    <a:gd name="T5" fmla="*/ 18 h 18"/>
                    <a:gd name="T6" fmla="*/ 16 w 36"/>
                    <a:gd name="T7" fmla="*/ 18 h 18"/>
                    <a:gd name="T8" fmla="*/ 22 w 36"/>
                    <a:gd name="T9" fmla="*/ 17 h 18"/>
                    <a:gd name="T10" fmla="*/ 23 w 36"/>
                    <a:gd name="T11" fmla="*/ 17 h 18"/>
                    <a:gd name="T12" fmla="*/ 30 w 36"/>
                    <a:gd name="T13" fmla="*/ 13 h 18"/>
                    <a:gd name="T14" fmla="*/ 36 w 36"/>
                    <a:gd name="T15" fmla="*/ 8 h 18"/>
                    <a:gd name="T16" fmla="*/ 36 w 36"/>
                    <a:gd name="T17" fmla="*/ 7 h 18"/>
                    <a:gd name="T18" fmla="*/ 36 w 36"/>
                    <a:gd name="T19" fmla="*/ 4 h 18"/>
                    <a:gd name="T20" fmla="*/ 32 w 36"/>
                    <a:gd name="T21" fmla="*/ 0 h 18"/>
                    <a:gd name="T22" fmla="*/ 24 w 36"/>
                    <a:gd name="T23" fmla="*/ 3 h 18"/>
                    <a:gd name="T24" fmla="*/ 16 w 36"/>
                    <a:gd name="T25" fmla="*/ 7 h 18"/>
                    <a:gd name="T26" fmla="*/ 0 w 36"/>
                    <a:gd name="T27" fmla="*/ 15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6" h="18">
                      <a:moveTo>
                        <a:pt x="0" y="15"/>
                      </a:moveTo>
                      <a:cubicBezTo>
                        <a:pt x="1" y="16"/>
                        <a:pt x="1" y="16"/>
                        <a:pt x="2" y="16"/>
                      </a:cubicBezTo>
                      <a:cubicBezTo>
                        <a:pt x="6" y="16"/>
                        <a:pt x="9" y="18"/>
                        <a:pt x="13" y="18"/>
                      </a:cubicBezTo>
                      <a:cubicBezTo>
                        <a:pt x="16" y="18"/>
                        <a:pt x="16" y="18"/>
                        <a:pt x="16" y="18"/>
                      </a:cubicBezTo>
                      <a:cubicBezTo>
                        <a:pt x="22" y="17"/>
                        <a:pt x="22" y="17"/>
                        <a:pt x="22" y="17"/>
                      </a:cubicBezTo>
                      <a:cubicBezTo>
                        <a:pt x="23" y="17"/>
                        <a:pt x="23" y="17"/>
                        <a:pt x="23" y="17"/>
                      </a:cubicBezTo>
                      <a:cubicBezTo>
                        <a:pt x="26" y="16"/>
                        <a:pt x="28" y="14"/>
                        <a:pt x="30" y="13"/>
                      </a:cubicBezTo>
                      <a:cubicBezTo>
                        <a:pt x="34" y="11"/>
                        <a:pt x="33" y="10"/>
                        <a:pt x="36" y="8"/>
                      </a:cubicBezTo>
                      <a:cubicBezTo>
                        <a:pt x="36" y="7"/>
                        <a:pt x="36" y="7"/>
                        <a:pt x="36" y="7"/>
                      </a:cubicBezTo>
                      <a:cubicBezTo>
                        <a:pt x="36" y="4"/>
                        <a:pt x="36" y="4"/>
                        <a:pt x="36" y="4"/>
                      </a:cubicBezTo>
                      <a:cubicBezTo>
                        <a:pt x="36" y="1"/>
                        <a:pt x="33" y="2"/>
                        <a:pt x="32" y="0"/>
                      </a:cubicBezTo>
                      <a:cubicBezTo>
                        <a:pt x="29" y="1"/>
                        <a:pt x="27" y="1"/>
                        <a:pt x="24" y="3"/>
                      </a:cubicBezTo>
                      <a:cubicBezTo>
                        <a:pt x="21" y="4"/>
                        <a:pt x="19" y="6"/>
                        <a:pt x="16" y="7"/>
                      </a:cubicBezTo>
                      <a:cubicBezTo>
                        <a:pt x="11" y="11"/>
                        <a:pt x="4" y="10"/>
                        <a:pt x="0" y="1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8" name="iṩ1iḋè"/>
                <p:cNvSpPr/>
                <p:nvPr/>
              </p:nvSpPr>
              <p:spPr bwMode="auto">
                <a:xfrm>
                  <a:off x="6359526" y="3263900"/>
                  <a:ext cx="93663" cy="139700"/>
                </a:xfrm>
                <a:custGeom>
                  <a:avLst/>
                  <a:gdLst>
                    <a:gd name="T0" fmla="*/ 15 w 28"/>
                    <a:gd name="T1" fmla="*/ 1 h 42"/>
                    <a:gd name="T2" fmla="*/ 6 w 28"/>
                    <a:gd name="T3" fmla="*/ 11 h 42"/>
                    <a:gd name="T4" fmla="*/ 6 w 28"/>
                    <a:gd name="T5" fmla="*/ 13 h 42"/>
                    <a:gd name="T6" fmla="*/ 5 w 28"/>
                    <a:gd name="T7" fmla="*/ 16 h 42"/>
                    <a:gd name="T8" fmla="*/ 6 w 28"/>
                    <a:gd name="T9" fmla="*/ 20 h 42"/>
                    <a:gd name="T10" fmla="*/ 6 w 28"/>
                    <a:gd name="T11" fmla="*/ 21 h 42"/>
                    <a:gd name="T12" fmla="*/ 0 w 28"/>
                    <a:gd name="T13" fmla="*/ 38 h 42"/>
                    <a:gd name="T14" fmla="*/ 0 w 28"/>
                    <a:gd name="T15" fmla="*/ 41 h 42"/>
                    <a:gd name="T16" fmla="*/ 3 w 28"/>
                    <a:gd name="T17" fmla="*/ 42 h 42"/>
                    <a:gd name="T18" fmla="*/ 9 w 28"/>
                    <a:gd name="T19" fmla="*/ 32 h 42"/>
                    <a:gd name="T20" fmla="*/ 12 w 28"/>
                    <a:gd name="T21" fmla="*/ 26 h 42"/>
                    <a:gd name="T22" fmla="*/ 14 w 28"/>
                    <a:gd name="T23" fmla="*/ 26 h 42"/>
                    <a:gd name="T24" fmla="*/ 20 w 28"/>
                    <a:gd name="T25" fmla="*/ 26 h 42"/>
                    <a:gd name="T26" fmla="*/ 28 w 28"/>
                    <a:gd name="T27" fmla="*/ 14 h 42"/>
                    <a:gd name="T28" fmla="*/ 28 w 28"/>
                    <a:gd name="T29" fmla="*/ 6 h 42"/>
                    <a:gd name="T30" fmla="*/ 28 w 28"/>
                    <a:gd name="T31" fmla="*/ 5 h 42"/>
                    <a:gd name="T32" fmla="*/ 27 w 28"/>
                    <a:gd name="T33" fmla="*/ 3 h 42"/>
                    <a:gd name="T34" fmla="*/ 26 w 28"/>
                    <a:gd name="T35" fmla="*/ 3 h 42"/>
                    <a:gd name="T36" fmla="*/ 24 w 28"/>
                    <a:gd name="T37" fmla="*/ 3 h 42"/>
                    <a:gd name="T38" fmla="*/ 23 w 28"/>
                    <a:gd name="T39" fmla="*/ 3 h 42"/>
                    <a:gd name="T40" fmla="*/ 20 w 28"/>
                    <a:gd name="T41" fmla="*/ 0 h 42"/>
                    <a:gd name="T42" fmla="*/ 15 w 28"/>
                    <a:gd name="T43" fmla="*/ 1 h 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 h="42">
                      <a:moveTo>
                        <a:pt x="15" y="1"/>
                      </a:moveTo>
                      <a:cubicBezTo>
                        <a:pt x="15" y="10"/>
                        <a:pt x="8" y="6"/>
                        <a:pt x="6" y="11"/>
                      </a:cubicBezTo>
                      <a:cubicBezTo>
                        <a:pt x="6" y="13"/>
                        <a:pt x="6" y="13"/>
                        <a:pt x="6" y="13"/>
                      </a:cubicBezTo>
                      <a:cubicBezTo>
                        <a:pt x="6" y="14"/>
                        <a:pt x="5" y="14"/>
                        <a:pt x="5" y="16"/>
                      </a:cubicBezTo>
                      <a:cubicBezTo>
                        <a:pt x="6" y="20"/>
                        <a:pt x="6" y="20"/>
                        <a:pt x="6" y="20"/>
                      </a:cubicBezTo>
                      <a:cubicBezTo>
                        <a:pt x="6" y="21"/>
                        <a:pt x="6" y="21"/>
                        <a:pt x="6" y="21"/>
                      </a:cubicBezTo>
                      <a:cubicBezTo>
                        <a:pt x="6" y="29"/>
                        <a:pt x="0" y="31"/>
                        <a:pt x="0" y="38"/>
                      </a:cubicBezTo>
                      <a:cubicBezTo>
                        <a:pt x="0" y="41"/>
                        <a:pt x="0" y="41"/>
                        <a:pt x="0" y="41"/>
                      </a:cubicBezTo>
                      <a:cubicBezTo>
                        <a:pt x="2" y="42"/>
                        <a:pt x="2" y="42"/>
                        <a:pt x="3" y="42"/>
                      </a:cubicBezTo>
                      <a:cubicBezTo>
                        <a:pt x="7" y="42"/>
                        <a:pt x="9" y="36"/>
                        <a:pt x="9" y="32"/>
                      </a:cubicBezTo>
                      <a:cubicBezTo>
                        <a:pt x="9" y="29"/>
                        <a:pt x="10" y="26"/>
                        <a:pt x="12" y="26"/>
                      </a:cubicBezTo>
                      <a:cubicBezTo>
                        <a:pt x="14" y="26"/>
                        <a:pt x="14" y="26"/>
                        <a:pt x="14" y="26"/>
                      </a:cubicBezTo>
                      <a:cubicBezTo>
                        <a:pt x="20" y="26"/>
                        <a:pt x="20" y="26"/>
                        <a:pt x="20" y="26"/>
                      </a:cubicBezTo>
                      <a:cubicBezTo>
                        <a:pt x="24" y="24"/>
                        <a:pt x="28" y="21"/>
                        <a:pt x="28" y="14"/>
                      </a:cubicBezTo>
                      <a:cubicBezTo>
                        <a:pt x="28" y="6"/>
                        <a:pt x="28" y="6"/>
                        <a:pt x="28" y="6"/>
                      </a:cubicBezTo>
                      <a:cubicBezTo>
                        <a:pt x="28" y="5"/>
                        <a:pt x="28" y="5"/>
                        <a:pt x="28" y="5"/>
                      </a:cubicBezTo>
                      <a:cubicBezTo>
                        <a:pt x="27" y="3"/>
                        <a:pt x="27" y="3"/>
                        <a:pt x="27" y="3"/>
                      </a:cubicBezTo>
                      <a:cubicBezTo>
                        <a:pt x="26" y="3"/>
                        <a:pt x="26" y="3"/>
                        <a:pt x="26" y="3"/>
                      </a:cubicBezTo>
                      <a:cubicBezTo>
                        <a:pt x="24" y="3"/>
                        <a:pt x="24" y="3"/>
                        <a:pt x="24" y="3"/>
                      </a:cubicBezTo>
                      <a:cubicBezTo>
                        <a:pt x="23" y="3"/>
                        <a:pt x="23" y="3"/>
                        <a:pt x="23" y="3"/>
                      </a:cubicBezTo>
                      <a:cubicBezTo>
                        <a:pt x="20" y="0"/>
                        <a:pt x="20" y="0"/>
                        <a:pt x="20" y="0"/>
                      </a:cubicBezTo>
                      <a:lnTo>
                        <a:pt x="15" y="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9" name="íṩlïḓè"/>
                <p:cNvSpPr/>
                <p:nvPr/>
              </p:nvSpPr>
              <p:spPr bwMode="auto">
                <a:xfrm>
                  <a:off x="5826126" y="3273425"/>
                  <a:ext cx="223838" cy="293688"/>
                </a:xfrm>
                <a:custGeom>
                  <a:avLst/>
                  <a:gdLst>
                    <a:gd name="T0" fmla="*/ 38 w 68"/>
                    <a:gd name="T1" fmla="*/ 16 h 88"/>
                    <a:gd name="T2" fmla="*/ 40 w 68"/>
                    <a:gd name="T3" fmla="*/ 5 h 88"/>
                    <a:gd name="T4" fmla="*/ 36 w 68"/>
                    <a:gd name="T5" fmla="*/ 1 h 88"/>
                    <a:gd name="T6" fmla="*/ 36 w 68"/>
                    <a:gd name="T7" fmla="*/ 1 h 88"/>
                    <a:gd name="T8" fmla="*/ 33 w 68"/>
                    <a:gd name="T9" fmla="*/ 0 h 88"/>
                    <a:gd name="T10" fmla="*/ 24 w 68"/>
                    <a:gd name="T11" fmla="*/ 7 h 88"/>
                    <a:gd name="T12" fmla="*/ 24 w 68"/>
                    <a:gd name="T13" fmla="*/ 8 h 88"/>
                    <a:gd name="T14" fmla="*/ 26 w 68"/>
                    <a:gd name="T15" fmla="*/ 18 h 88"/>
                    <a:gd name="T16" fmla="*/ 27 w 68"/>
                    <a:gd name="T17" fmla="*/ 28 h 88"/>
                    <a:gd name="T18" fmla="*/ 27 w 68"/>
                    <a:gd name="T19" fmla="*/ 39 h 88"/>
                    <a:gd name="T20" fmla="*/ 16 w 68"/>
                    <a:gd name="T21" fmla="*/ 48 h 88"/>
                    <a:gd name="T22" fmla="*/ 7 w 68"/>
                    <a:gd name="T23" fmla="*/ 49 h 88"/>
                    <a:gd name="T24" fmla="*/ 5 w 68"/>
                    <a:gd name="T25" fmla="*/ 49 h 88"/>
                    <a:gd name="T26" fmla="*/ 4 w 68"/>
                    <a:gd name="T27" fmla="*/ 49 h 88"/>
                    <a:gd name="T28" fmla="*/ 0 w 68"/>
                    <a:gd name="T29" fmla="*/ 54 h 88"/>
                    <a:gd name="T30" fmla="*/ 5 w 68"/>
                    <a:gd name="T31" fmla="*/ 60 h 88"/>
                    <a:gd name="T32" fmla="*/ 11 w 68"/>
                    <a:gd name="T33" fmla="*/ 60 h 88"/>
                    <a:gd name="T34" fmla="*/ 13 w 68"/>
                    <a:gd name="T35" fmla="*/ 59 h 88"/>
                    <a:gd name="T36" fmla="*/ 20 w 68"/>
                    <a:gd name="T37" fmla="*/ 66 h 88"/>
                    <a:gd name="T38" fmla="*/ 17 w 68"/>
                    <a:gd name="T39" fmla="*/ 72 h 88"/>
                    <a:gd name="T40" fmla="*/ 13 w 68"/>
                    <a:gd name="T41" fmla="*/ 76 h 88"/>
                    <a:gd name="T42" fmla="*/ 2 w 68"/>
                    <a:gd name="T43" fmla="*/ 82 h 88"/>
                    <a:gd name="T44" fmla="*/ 2 w 68"/>
                    <a:gd name="T45" fmla="*/ 83 h 88"/>
                    <a:gd name="T46" fmla="*/ 2 w 68"/>
                    <a:gd name="T47" fmla="*/ 87 h 88"/>
                    <a:gd name="T48" fmla="*/ 4 w 68"/>
                    <a:gd name="T49" fmla="*/ 88 h 88"/>
                    <a:gd name="T50" fmla="*/ 25 w 68"/>
                    <a:gd name="T51" fmla="*/ 77 h 88"/>
                    <a:gd name="T52" fmla="*/ 31 w 68"/>
                    <a:gd name="T53" fmla="*/ 69 h 88"/>
                    <a:gd name="T54" fmla="*/ 40 w 68"/>
                    <a:gd name="T55" fmla="*/ 63 h 88"/>
                    <a:gd name="T56" fmla="*/ 52 w 68"/>
                    <a:gd name="T57" fmla="*/ 70 h 88"/>
                    <a:gd name="T58" fmla="*/ 48 w 68"/>
                    <a:gd name="T59" fmla="*/ 79 h 88"/>
                    <a:gd name="T60" fmla="*/ 59 w 68"/>
                    <a:gd name="T61" fmla="*/ 81 h 88"/>
                    <a:gd name="T62" fmla="*/ 68 w 68"/>
                    <a:gd name="T63" fmla="*/ 71 h 88"/>
                    <a:gd name="T64" fmla="*/ 59 w 68"/>
                    <a:gd name="T65" fmla="*/ 62 h 88"/>
                    <a:gd name="T66" fmla="*/ 44 w 68"/>
                    <a:gd name="T67" fmla="*/ 60 h 88"/>
                    <a:gd name="T68" fmla="*/ 42 w 68"/>
                    <a:gd name="T69" fmla="*/ 60 h 88"/>
                    <a:gd name="T70" fmla="*/ 36 w 68"/>
                    <a:gd name="T71" fmla="*/ 53 h 88"/>
                    <a:gd name="T72" fmla="*/ 48 w 68"/>
                    <a:gd name="T73" fmla="*/ 42 h 88"/>
                    <a:gd name="T74" fmla="*/ 59 w 68"/>
                    <a:gd name="T75" fmla="*/ 32 h 88"/>
                    <a:gd name="T76" fmla="*/ 59 w 68"/>
                    <a:gd name="T77" fmla="*/ 30 h 88"/>
                    <a:gd name="T78" fmla="*/ 59 w 68"/>
                    <a:gd name="T79" fmla="*/ 29 h 88"/>
                    <a:gd name="T80" fmla="*/ 54 w 68"/>
                    <a:gd name="T81" fmla="*/ 26 h 88"/>
                    <a:gd name="T82" fmla="*/ 51 w 68"/>
                    <a:gd name="T83" fmla="*/ 27 h 88"/>
                    <a:gd name="T84" fmla="*/ 50 w 68"/>
                    <a:gd name="T85" fmla="*/ 27 h 88"/>
                    <a:gd name="T86" fmla="*/ 41 w 68"/>
                    <a:gd name="T87" fmla="*/ 33 h 88"/>
                    <a:gd name="T88" fmla="*/ 38 w 68"/>
                    <a:gd name="T89" fmla="*/ 28 h 88"/>
                    <a:gd name="T90" fmla="*/ 38 w 68"/>
                    <a:gd name="T91" fmla="*/ 27 h 88"/>
                    <a:gd name="T92" fmla="*/ 38 w 68"/>
                    <a:gd name="T93" fmla="*/ 16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68" h="88">
                      <a:moveTo>
                        <a:pt x="38" y="16"/>
                      </a:moveTo>
                      <a:cubicBezTo>
                        <a:pt x="39" y="11"/>
                        <a:pt x="40" y="9"/>
                        <a:pt x="40" y="5"/>
                      </a:cubicBezTo>
                      <a:cubicBezTo>
                        <a:pt x="40" y="3"/>
                        <a:pt x="38" y="1"/>
                        <a:pt x="36" y="1"/>
                      </a:cubicBezTo>
                      <a:cubicBezTo>
                        <a:pt x="36" y="1"/>
                        <a:pt x="36" y="1"/>
                        <a:pt x="36" y="1"/>
                      </a:cubicBezTo>
                      <a:cubicBezTo>
                        <a:pt x="34" y="1"/>
                        <a:pt x="34" y="1"/>
                        <a:pt x="33" y="0"/>
                      </a:cubicBezTo>
                      <a:cubicBezTo>
                        <a:pt x="28" y="3"/>
                        <a:pt x="28" y="1"/>
                        <a:pt x="24" y="7"/>
                      </a:cubicBezTo>
                      <a:cubicBezTo>
                        <a:pt x="24" y="8"/>
                        <a:pt x="24" y="8"/>
                        <a:pt x="24" y="8"/>
                      </a:cubicBezTo>
                      <a:cubicBezTo>
                        <a:pt x="24" y="12"/>
                        <a:pt x="26" y="14"/>
                        <a:pt x="26" y="18"/>
                      </a:cubicBezTo>
                      <a:cubicBezTo>
                        <a:pt x="27" y="28"/>
                        <a:pt x="27" y="28"/>
                        <a:pt x="27" y="28"/>
                      </a:cubicBezTo>
                      <a:cubicBezTo>
                        <a:pt x="27" y="39"/>
                        <a:pt x="27" y="39"/>
                        <a:pt x="27" y="39"/>
                      </a:cubicBezTo>
                      <a:cubicBezTo>
                        <a:pt x="28" y="45"/>
                        <a:pt x="22" y="48"/>
                        <a:pt x="16" y="48"/>
                      </a:cubicBezTo>
                      <a:cubicBezTo>
                        <a:pt x="7" y="49"/>
                        <a:pt x="7" y="49"/>
                        <a:pt x="7" y="49"/>
                      </a:cubicBezTo>
                      <a:cubicBezTo>
                        <a:pt x="5" y="49"/>
                        <a:pt x="5" y="49"/>
                        <a:pt x="5" y="49"/>
                      </a:cubicBezTo>
                      <a:cubicBezTo>
                        <a:pt x="4" y="49"/>
                        <a:pt x="4" y="49"/>
                        <a:pt x="4" y="49"/>
                      </a:cubicBezTo>
                      <a:cubicBezTo>
                        <a:pt x="2" y="50"/>
                        <a:pt x="0" y="51"/>
                        <a:pt x="0" y="54"/>
                      </a:cubicBezTo>
                      <a:cubicBezTo>
                        <a:pt x="0" y="56"/>
                        <a:pt x="3" y="60"/>
                        <a:pt x="5" y="60"/>
                      </a:cubicBezTo>
                      <a:cubicBezTo>
                        <a:pt x="11" y="60"/>
                        <a:pt x="11" y="60"/>
                        <a:pt x="11" y="60"/>
                      </a:cubicBezTo>
                      <a:cubicBezTo>
                        <a:pt x="12" y="60"/>
                        <a:pt x="12" y="60"/>
                        <a:pt x="13" y="59"/>
                      </a:cubicBezTo>
                      <a:cubicBezTo>
                        <a:pt x="17" y="62"/>
                        <a:pt x="17" y="60"/>
                        <a:pt x="20" y="66"/>
                      </a:cubicBezTo>
                      <a:cubicBezTo>
                        <a:pt x="18" y="69"/>
                        <a:pt x="20" y="68"/>
                        <a:pt x="17" y="72"/>
                      </a:cubicBezTo>
                      <a:cubicBezTo>
                        <a:pt x="15" y="73"/>
                        <a:pt x="15" y="75"/>
                        <a:pt x="13" y="76"/>
                      </a:cubicBezTo>
                      <a:cubicBezTo>
                        <a:pt x="8" y="79"/>
                        <a:pt x="7" y="80"/>
                        <a:pt x="2" y="82"/>
                      </a:cubicBezTo>
                      <a:cubicBezTo>
                        <a:pt x="2" y="83"/>
                        <a:pt x="2" y="83"/>
                        <a:pt x="2" y="83"/>
                      </a:cubicBezTo>
                      <a:cubicBezTo>
                        <a:pt x="2" y="87"/>
                        <a:pt x="2" y="87"/>
                        <a:pt x="2" y="87"/>
                      </a:cubicBezTo>
                      <a:cubicBezTo>
                        <a:pt x="4" y="87"/>
                        <a:pt x="3" y="88"/>
                        <a:pt x="4" y="88"/>
                      </a:cubicBezTo>
                      <a:cubicBezTo>
                        <a:pt x="13" y="88"/>
                        <a:pt x="20" y="82"/>
                        <a:pt x="25" y="77"/>
                      </a:cubicBezTo>
                      <a:cubicBezTo>
                        <a:pt x="26" y="76"/>
                        <a:pt x="30" y="71"/>
                        <a:pt x="31" y="69"/>
                      </a:cubicBezTo>
                      <a:cubicBezTo>
                        <a:pt x="33" y="65"/>
                        <a:pt x="35" y="63"/>
                        <a:pt x="40" y="63"/>
                      </a:cubicBezTo>
                      <a:cubicBezTo>
                        <a:pt x="45" y="63"/>
                        <a:pt x="49" y="67"/>
                        <a:pt x="52" y="70"/>
                      </a:cubicBezTo>
                      <a:cubicBezTo>
                        <a:pt x="48" y="79"/>
                        <a:pt x="48" y="79"/>
                        <a:pt x="48" y="79"/>
                      </a:cubicBezTo>
                      <a:cubicBezTo>
                        <a:pt x="50" y="79"/>
                        <a:pt x="58" y="81"/>
                        <a:pt x="59" y="81"/>
                      </a:cubicBezTo>
                      <a:cubicBezTo>
                        <a:pt x="65" y="81"/>
                        <a:pt x="67" y="76"/>
                        <a:pt x="68" y="71"/>
                      </a:cubicBezTo>
                      <a:cubicBezTo>
                        <a:pt x="67" y="65"/>
                        <a:pt x="63" y="64"/>
                        <a:pt x="59" y="62"/>
                      </a:cubicBezTo>
                      <a:cubicBezTo>
                        <a:pt x="53" y="59"/>
                        <a:pt x="51" y="60"/>
                        <a:pt x="44" y="60"/>
                      </a:cubicBezTo>
                      <a:cubicBezTo>
                        <a:pt x="43" y="60"/>
                        <a:pt x="43" y="60"/>
                        <a:pt x="42" y="60"/>
                      </a:cubicBezTo>
                      <a:cubicBezTo>
                        <a:pt x="40" y="59"/>
                        <a:pt x="36" y="56"/>
                        <a:pt x="36" y="53"/>
                      </a:cubicBezTo>
                      <a:cubicBezTo>
                        <a:pt x="36" y="51"/>
                        <a:pt x="45" y="44"/>
                        <a:pt x="48" y="42"/>
                      </a:cubicBezTo>
                      <a:cubicBezTo>
                        <a:pt x="50" y="41"/>
                        <a:pt x="59" y="34"/>
                        <a:pt x="59" y="32"/>
                      </a:cubicBezTo>
                      <a:cubicBezTo>
                        <a:pt x="59" y="30"/>
                        <a:pt x="59" y="30"/>
                        <a:pt x="59" y="30"/>
                      </a:cubicBezTo>
                      <a:cubicBezTo>
                        <a:pt x="59" y="29"/>
                        <a:pt x="59" y="29"/>
                        <a:pt x="59" y="29"/>
                      </a:cubicBezTo>
                      <a:cubicBezTo>
                        <a:pt x="54" y="26"/>
                        <a:pt x="54" y="26"/>
                        <a:pt x="54" y="26"/>
                      </a:cubicBezTo>
                      <a:cubicBezTo>
                        <a:pt x="53" y="27"/>
                        <a:pt x="53" y="27"/>
                        <a:pt x="51" y="27"/>
                      </a:cubicBezTo>
                      <a:cubicBezTo>
                        <a:pt x="50" y="27"/>
                        <a:pt x="50" y="27"/>
                        <a:pt x="50" y="27"/>
                      </a:cubicBezTo>
                      <a:cubicBezTo>
                        <a:pt x="46" y="32"/>
                        <a:pt x="46" y="30"/>
                        <a:pt x="41" y="33"/>
                      </a:cubicBezTo>
                      <a:cubicBezTo>
                        <a:pt x="40" y="31"/>
                        <a:pt x="39" y="30"/>
                        <a:pt x="38" y="28"/>
                      </a:cubicBezTo>
                      <a:cubicBezTo>
                        <a:pt x="38" y="27"/>
                        <a:pt x="38" y="27"/>
                        <a:pt x="38" y="27"/>
                      </a:cubicBezTo>
                      <a:lnTo>
                        <a:pt x="38" y="16"/>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0" name="ísḷïďè"/>
                <p:cNvSpPr/>
                <p:nvPr/>
              </p:nvSpPr>
              <p:spPr bwMode="auto">
                <a:xfrm>
                  <a:off x="4518026" y="3506788"/>
                  <a:ext cx="53975" cy="71438"/>
                </a:xfrm>
                <a:custGeom>
                  <a:avLst/>
                  <a:gdLst>
                    <a:gd name="T0" fmla="*/ 14 w 16"/>
                    <a:gd name="T1" fmla="*/ 17 h 21"/>
                    <a:gd name="T2" fmla="*/ 16 w 16"/>
                    <a:gd name="T3" fmla="*/ 12 h 21"/>
                    <a:gd name="T4" fmla="*/ 11 w 16"/>
                    <a:gd name="T5" fmla="*/ 5 h 21"/>
                    <a:gd name="T6" fmla="*/ 5 w 16"/>
                    <a:gd name="T7" fmla="*/ 0 h 21"/>
                    <a:gd name="T8" fmla="*/ 2 w 16"/>
                    <a:gd name="T9" fmla="*/ 4 h 21"/>
                    <a:gd name="T10" fmla="*/ 2 w 16"/>
                    <a:gd name="T11" fmla="*/ 5 h 21"/>
                    <a:gd name="T12" fmla="*/ 2 w 16"/>
                    <a:gd name="T13" fmla="*/ 8 h 21"/>
                    <a:gd name="T14" fmla="*/ 2 w 16"/>
                    <a:gd name="T15" fmla="*/ 9 h 21"/>
                    <a:gd name="T16" fmla="*/ 0 w 16"/>
                    <a:gd name="T17" fmla="*/ 17 h 21"/>
                    <a:gd name="T18" fmla="*/ 3 w 16"/>
                    <a:gd name="T19" fmla="*/ 21 h 21"/>
                    <a:gd name="T20" fmla="*/ 4 w 16"/>
                    <a:gd name="T21" fmla="*/ 21 h 21"/>
                    <a:gd name="T22" fmla="*/ 5 w 16"/>
                    <a:gd name="T23" fmla="*/ 21 h 21"/>
                    <a:gd name="T24" fmla="*/ 14 w 16"/>
                    <a:gd name="T25" fmla="*/ 17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1">
                      <a:moveTo>
                        <a:pt x="14" y="17"/>
                      </a:moveTo>
                      <a:cubicBezTo>
                        <a:pt x="14" y="15"/>
                        <a:pt x="16" y="13"/>
                        <a:pt x="16" y="12"/>
                      </a:cubicBezTo>
                      <a:cubicBezTo>
                        <a:pt x="16" y="11"/>
                        <a:pt x="12" y="7"/>
                        <a:pt x="11" y="5"/>
                      </a:cubicBezTo>
                      <a:cubicBezTo>
                        <a:pt x="11" y="3"/>
                        <a:pt x="8" y="0"/>
                        <a:pt x="5" y="0"/>
                      </a:cubicBezTo>
                      <a:cubicBezTo>
                        <a:pt x="4" y="0"/>
                        <a:pt x="3" y="3"/>
                        <a:pt x="2" y="4"/>
                      </a:cubicBezTo>
                      <a:cubicBezTo>
                        <a:pt x="2" y="5"/>
                        <a:pt x="2" y="5"/>
                        <a:pt x="2" y="5"/>
                      </a:cubicBezTo>
                      <a:cubicBezTo>
                        <a:pt x="2" y="8"/>
                        <a:pt x="2" y="8"/>
                        <a:pt x="2" y="8"/>
                      </a:cubicBezTo>
                      <a:cubicBezTo>
                        <a:pt x="2" y="9"/>
                        <a:pt x="2" y="9"/>
                        <a:pt x="2" y="9"/>
                      </a:cubicBezTo>
                      <a:cubicBezTo>
                        <a:pt x="1" y="11"/>
                        <a:pt x="0" y="14"/>
                        <a:pt x="0" y="17"/>
                      </a:cubicBezTo>
                      <a:cubicBezTo>
                        <a:pt x="0" y="19"/>
                        <a:pt x="1" y="20"/>
                        <a:pt x="3" y="21"/>
                      </a:cubicBezTo>
                      <a:cubicBezTo>
                        <a:pt x="4" y="21"/>
                        <a:pt x="4" y="21"/>
                        <a:pt x="4" y="21"/>
                      </a:cubicBezTo>
                      <a:cubicBezTo>
                        <a:pt x="5" y="21"/>
                        <a:pt x="5" y="21"/>
                        <a:pt x="5" y="21"/>
                      </a:cubicBezTo>
                      <a:cubicBezTo>
                        <a:pt x="7" y="21"/>
                        <a:pt x="11" y="17"/>
                        <a:pt x="14" y="17"/>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1" name="îṧļîḓé"/>
                <p:cNvSpPr/>
                <p:nvPr/>
              </p:nvSpPr>
              <p:spPr bwMode="auto">
                <a:xfrm>
                  <a:off x="5319713" y="3133725"/>
                  <a:ext cx="222250" cy="500063"/>
                </a:xfrm>
                <a:custGeom>
                  <a:avLst/>
                  <a:gdLst>
                    <a:gd name="T0" fmla="*/ 47 w 67"/>
                    <a:gd name="T1" fmla="*/ 96 h 150"/>
                    <a:gd name="T2" fmla="*/ 51 w 67"/>
                    <a:gd name="T3" fmla="*/ 96 h 150"/>
                    <a:gd name="T4" fmla="*/ 46 w 67"/>
                    <a:gd name="T5" fmla="*/ 114 h 150"/>
                    <a:gd name="T6" fmla="*/ 42 w 67"/>
                    <a:gd name="T7" fmla="*/ 113 h 150"/>
                    <a:gd name="T8" fmla="*/ 39 w 67"/>
                    <a:gd name="T9" fmla="*/ 108 h 150"/>
                    <a:gd name="T10" fmla="*/ 21 w 67"/>
                    <a:gd name="T11" fmla="*/ 78 h 150"/>
                    <a:gd name="T12" fmla="*/ 29 w 67"/>
                    <a:gd name="T13" fmla="*/ 73 h 150"/>
                    <a:gd name="T14" fmla="*/ 32 w 67"/>
                    <a:gd name="T15" fmla="*/ 74 h 150"/>
                    <a:gd name="T16" fmla="*/ 32 w 67"/>
                    <a:gd name="T17" fmla="*/ 77 h 150"/>
                    <a:gd name="T18" fmla="*/ 32 w 67"/>
                    <a:gd name="T19" fmla="*/ 79 h 150"/>
                    <a:gd name="T20" fmla="*/ 21 w 67"/>
                    <a:gd name="T21" fmla="*/ 78 h 150"/>
                    <a:gd name="T22" fmla="*/ 53 w 67"/>
                    <a:gd name="T23" fmla="*/ 118 h 150"/>
                    <a:gd name="T24" fmla="*/ 66 w 67"/>
                    <a:gd name="T25" fmla="*/ 108 h 150"/>
                    <a:gd name="T26" fmla="*/ 60 w 67"/>
                    <a:gd name="T27" fmla="*/ 98 h 150"/>
                    <a:gd name="T28" fmla="*/ 51 w 67"/>
                    <a:gd name="T29" fmla="*/ 82 h 150"/>
                    <a:gd name="T30" fmla="*/ 47 w 67"/>
                    <a:gd name="T31" fmla="*/ 71 h 150"/>
                    <a:gd name="T32" fmla="*/ 60 w 67"/>
                    <a:gd name="T33" fmla="*/ 58 h 150"/>
                    <a:gd name="T34" fmla="*/ 53 w 67"/>
                    <a:gd name="T35" fmla="*/ 52 h 150"/>
                    <a:gd name="T36" fmla="*/ 44 w 67"/>
                    <a:gd name="T37" fmla="*/ 50 h 150"/>
                    <a:gd name="T38" fmla="*/ 48 w 67"/>
                    <a:gd name="T39" fmla="*/ 38 h 150"/>
                    <a:gd name="T40" fmla="*/ 66 w 67"/>
                    <a:gd name="T41" fmla="*/ 17 h 150"/>
                    <a:gd name="T42" fmla="*/ 66 w 67"/>
                    <a:gd name="T43" fmla="*/ 13 h 150"/>
                    <a:gd name="T44" fmla="*/ 56 w 67"/>
                    <a:gd name="T45" fmla="*/ 1 h 150"/>
                    <a:gd name="T46" fmla="*/ 55 w 67"/>
                    <a:gd name="T47" fmla="*/ 7 h 150"/>
                    <a:gd name="T48" fmla="*/ 50 w 67"/>
                    <a:gd name="T49" fmla="*/ 18 h 150"/>
                    <a:gd name="T50" fmla="*/ 42 w 67"/>
                    <a:gd name="T51" fmla="*/ 15 h 150"/>
                    <a:gd name="T52" fmla="*/ 40 w 67"/>
                    <a:gd name="T53" fmla="*/ 15 h 150"/>
                    <a:gd name="T54" fmla="*/ 41 w 67"/>
                    <a:gd name="T55" fmla="*/ 26 h 150"/>
                    <a:gd name="T56" fmla="*/ 41 w 67"/>
                    <a:gd name="T57" fmla="*/ 30 h 150"/>
                    <a:gd name="T58" fmla="*/ 37 w 67"/>
                    <a:gd name="T59" fmla="*/ 33 h 150"/>
                    <a:gd name="T60" fmla="*/ 30 w 67"/>
                    <a:gd name="T61" fmla="*/ 29 h 150"/>
                    <a:gd name="T62" fmla="*/ 9 w 67"/>
                    <a:gd name="T63" fmla="*/ 50 h 150"/>
                    <a:gd name="T64" fmla="*/ 4 w 67"/>
                    <a:gd name="T65" fmla="*/ 59 h 150"/>
                    <a:gd name="T66" fmla="*/ 23 w 67"/>
                    <a:gd name="T67" fmla="*/ 51 h 150"/>
                    <a:gd name="T68" fmla="*/ 30 w 67"/>
                    <a:gd name="T69" fmla="*/ 58 h 150"/>
                    <a:gd name="T70" fmla="*/ 26 w 67"/>
                    <a:gd name="T71" fmla="*/ 65 h 150"/>
                    <a:gd name="T72" fmla="*/ 19 w 67"/>
                    <a:gd name="T73" fmla="*/ 64 h 150"/>
                    <a:gd name="T74" fmla="*/ 16 w 67"/>
                    <a:gd name="T75" fmla="*/ 67 h 150"/>
                    <a:gd name="T76" fmla="*/ 16 w 67"/>
                    <a:gd name="T77" fmla="*/ 72 h 150"/>
                    <a:gd name="T78" fmla="*/ 3 w 67"/>
                    <a:gd name="T79" fmla="*/ 105 h 150"/>
                    <a:gd name="T80" fmla="*/ 6 w 67"/>
                    <a:gd name="T81" fmla="*/ 110 h 150"/>
                    <a:gd name="T82" fmla="*/ 9 w 67"/>
                    <a:gd name="T83" fmla="*/ 111 h 150"/>
                    <a:gd name="T84" fmla="*/ 24 w 67"/>
                    <a:gd name="T85" fmla="*/ 89 h 150"/>
                    <a:gd name="T86" fmla="*/ 32 w 67"/>
                    <a:gd name="T87" fmla="*/ 93 h 150"/>
                    <a:gd name="T88" fmla="*/ 32 w 67"/>
                    <a:gd name="T89" fmla="*/ 96 h 150"/>
                    <a:gd name="T90" fmla="*/ 29 w 67"/>
                    <a:gd name="T91" fmla="*/ 113 h 150"/>
                    <a:gd name="T92" fmla="*/ 29 w 67"/>
                    <a:gd name="T93" fmla="*/ 115 h 150"/>
                    <a:gd name="T94" fmla="*/ 22 w 67"/>
                    <a:gd name="T95" fmla="*/ 122 h 150"/>
                    <a:gd name="T96" fmla="*/ 10 w 67"/>
                    <a:gd name="T97" fmla="*/ 124 h 150"/>
                    <a:gd name="T98" fmla="*/ 15 w 67"/>
                    <a:gd name="T99" fmla="*/ 144 h 150"/>
                    <a:gd name="T100" fmla="*/ 17 w 67"/>
                    <a:gd name="T101" fmla="*/ 150 h 150"/>
                    <a:gd name="T102" fmla="*/ 38 w 67"/>
                    <a:gd name="T103" fmla="*/ 125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67" h="150">
                      <a:moveTo>
                        <a:pt x="39" y="107"/>
                      </a:moveTo>
                      <a:cubicBezTo>
                        <a:pt x="39" y="103"/>
                        <a:pt x="44" y="96"/>
                        <a:pt x="47" y="96"/>
                      </a:cubicBezTo>
                      <a:cubicBezTo>
                        <a:pt x="50" y="96"/>
                        <a:pt x="50" y="96"/>
                        <a:pt x="50" y="96"/>
                      </a:cubicBezTo>
                      <a:cubicBezTo>
                        <a:pt x="51" y="96"/>
                        <a:pt x="51" y="96"/>
                        <a:pt x="51" y="96"/>
                      </a:cubicBezTo>
                      <a:cubicBezTo>
                        <a:pt x="53" y="98"/>
                        <a:pt x="55" y="101"/>
                        <a:pt x="55" y="104"/>
                      </a:cubicBezTo>
                      <a:cubicBezTo>
                        <a:pt x="55" y="108"/>
                        <a:pt x="49" y="112"/>
                        <a:pt x="46" y="114"/>
                      </a:cubicBezTo>
                      <a:cubicBezTo>
                        <a:pt x="45" y="114"/>
                        <a:pt x="45" y="113"/>
                        <a:pt x="43" y="113"/>
                      </a:cubicBezTo>
                      <a:cubicBezTo>
                        <a:pt x="42" y="113"/>
                        <a:pt x="42" y="113"/>
                        <a:pt x="42" y="113"/>
                      </a:cubicBezTo>
                      <a:cubicBezTo>
                        <a:pt x="39" y="109"/>
                        <a:pt x="39" y="109"/>
                        <a:pt x="39" y="109"/>
                      </a:cubicBezTo>
                      <a:cubicBezTo>
                        <a:pt x="39" y="108"/>
                        <a:pt x="39" y="108"/>
                        <a:pt x="39" y="108"/>
                      </a:cubicBezTo>
                      <a:cubicBezTo>
                        <a:pt x="39" y="107"/>
                        <a:pt x="39" y="107"/>
                        <a:pt x="39" y="107"/>
                      </a:cubicBezTo>
                      <a:close/>
                      <a:moveTo>
                        <a:pt x="21" y="78"/>
                      </a:moveTo>
                      <a:cubicBezTo>
                        <a:pt x="21" y="77"/>
                        <a:pt x="25" y="73"/>
                        <a:pt x="26" y="73"/>
                      </a:cubicBezTo>
                      <a:cubicBezTo>
                        <a:pt x="27" y="73"/>
                        <a:pt x="27" y="73"/>
                        <a:pt x="29" y="73"/>
                      </a:cubicBezTo>
                      <a:cubicBezTo>
                        <a:pt x="30" y="73"/>
                        <a:pt x="30" y="73"/>
                        <a:pt x="30" y="73"/>
                      </a:cubicBezTo>
                      <a:cubicBezTo>
                        <a:pt x="32" y="74"/>
                        <a:pt x="32" y="74"/>
                        <a:pt x="32" y="74"/>
                      </a:cubicBezTo>
                      <a:cubicBezTo>
                        <a:pt x="32" y="76"/>
                        <a:pt x="32" y="76"/>
                        <a:pt x="32" y="76"/>
                      </a:cubicBezTo>
                      <a:cubicBezTo>
                        <a:pt x="32" y="77"/>
                        <a:pt x="32" y="77"/>
                        <a:pt x="32" y="77"/>
                      </a:cubicBezTo>
                      <a:cubicBezTo>
                        <a:pt x="32" y="78"/>
                        <a:pt x="32" y="78"/>
                        <a:pt x="32" y="78"/>
                      </a:cubicBezTo>
                      <a:cubicBezTo>
                        <a:pt x="32" y="79"/>
                        <a:pt x="32" y="79"/>
                        <a:pt x="32" y="79"/>
                      </a:cubicBezTo>
                      <a:cubicBezTo>
                        <a:pt x="31" y="82"/>
                        <a:pt x="29" y="83"/>
                        <a:pt x="25" y="83"/>
                      </a:cubicBezTo>
                      <a:cubicBezTo>
                        <a:pt x="23" y="83"/>
                        <a:pt x="21" y="81"/>
                        <a:pt x="21" y="78"/>
                      </a:cubicBezTo>
                      <a:close/>
                      <a:moveTo>
                        <a:pt x="38" y="125"/>
                      </a:moveTo>
                      <a:cubicBezTo>
                        <a:pt x="43" y="122"/>
                        <a:pt x="47" y="120"/>
                        <a:pt x="53" y="118"/>
                      </a:cubicBezTo>
                      <a:cubicBezTo>
                        <a:pt x="57" y="116"/>
                        <a:pt x="57" y="116"/>
                        <a:pt x="60" y="114"/>
                      </a:cubicBezTo>
                      <a:cubicBezTo>
                        <a:pt x="64" y="111"/>
                        <a:pt x="63" y="110"/>
                        <a:pt x="66" y="108"/>
                      </a:cubicBezTo>
                      <a:cubicBezTo>
                        <a:pt x="67" y="104"/>
                        <a:pt x="67" y="104"/>
                        <a:pt x="67" y="104"/>
                      </a:cubicBezTo>
                      <a:cubicBezTo>
                        <a:pt x="64" y="100"/>
                        <a:pt x="64" y="101"/>
                        <a:pt x="60" y="98"/>
                      </a:cubicBezTo>
                      <a:cubicBezTo>
                        <a:pt x="58" y="96"/>
                        <a:pt x="55" y="95"/>
                        <a:pt x="54" y="92"/>
                      </a:cubicBezTo>
                      <a:cubicBezTo>
                        <a:pt x="53" y="88"/>
                        <a:pt x="53" y="84"/>
                        <a:pt x="51" y="82"/>
                      </a:cubicBezTo>
                      <a:cubicBezTo>
                        <a:pt x="49" y="79"/>
                        <a:pt x="47" y="77"/>
                        <a:pt x="47" y="73"/>
                      </a:cubicBezTo>
                      <a:cubicBezTo>
                        <a:pt x="47" y="72"/>
                        <a:pt x="47" y="72"/>
                        <a:pt x="47" y="71"/>
                      </a:cubicBezTo>
                      <a:cubicBezTo>
                        <a:pt x="49" y="67"/>
                        <a:pt x="47" y="67"/>
                        <a:pt x="53" y="64"/>
                      </a:cubicBezTo>
                      <a:cubicBezTo>
                        <a:pt x="55" y="64"/>
                        <a:pt x="60" y="60"/>
                        <a:pt x="60" y="58"/>
                      </a:cubicBezTo>
                      <a:cubicBezTo>
                        <a:pt x="60" y="55"/>
                        <a:pt x="60" y="55"/>
                        <a:pt x="60" y="55"/>
                      </a:cubicBezTo>
                      <a:cubicBezTo>
                        <a:pt x="60" y="53"/>
                        <a:pt x="56" y="51"/>
                        <a:pt x="53" y="52"/>
                      </a:cubicBezTo>
                      <a:cubicBezTo>
                        <a:pt x="47" y="52"/>
                        <a:pt x="47" y="52"/>
                        <a:pt x="47" y="52"/>
                      </a:cubicBezTo>
                      <a:cubicBezTo>
                        <a:pt x="46" y="52"/>
                        <a:pt x="45" y="51"/>
                        <a:pt x="44" y="50"/>
                      </a:cubicBezTo>
                      <a:cubicBezTo>
                        <a:pt x="44" y="47"/>
                        <a:pt x="44" y="47"/>
                        <a:pt x="44" y="47"/>
                      </a:cubicBezTo>
                      <a:cubicBezTo>
                        <a:pt x="44" y="44"/>
                        <a:pt x="47" y="41"/>
                        <a:pt x="48" y="38"/>
                      </a:cubicBezTo>
                      <a:cubicBezTo>
                        <a:pt x="49" y="34"/>
                        <a:pt x="50" y="33"/>
                        <a:pt x="53" y="30"/>
                      </a:cubicBezTo>
                      <a:cubicBezTo>
                        <a:pt x="56" y="27"/>
                        <a:pt x="66" y="22"/>
                        <a:pt x="66" y="17"/>
                      </a:cubicBezTo>
                      <a:cubicBezTo>
                        <a:pt x="66" y="14"/>
                        <a:pt x="66" y="14"/>
                        <a:pt x="66" y="14"/>
                      </a:cubicBezTo>
                      <a:cubicBezTo>
                        <a:pt x="66" y="13"/>
                        <a:pt x="66" y="13"/>
                        <a:pt x="66" y="13"/>
                      </a:cubicBezTo>
                      <a:cubicBezTo>
                        <a:pt x="65" y="10"/>
                        <a:pt x="62" y="0"/>
                        <a:pt x="58" y="0"/>
                      </a:cubicBezTo>
                      <a:cubicBezTo>
                        <a:pt x="57" y="0"/>
                        <a:pt x="57" y="0"/>
                        <a:pt x="56" y="1"/>
                      </a:cubicBezTo>
                      <a:cubicBezTo>
                        <a:pt x="56" y="3"/>
                        <a:pt x="55" y="3"/>
                        <a:pt x="55" y="5"/>
                      </a:cubicBezTo>
                      <a:cubicBezTo>
                        <a:pt x="55" y="7"/>
                        <a:pt x="55" y="7"/>
                        <a:pt x="55" y="7"/>
                      </a:cubicBezTo>
                      <a:cubicBezTo>
                        <a:pt x="55" y="11"/>
                        <a:pt x="53" y="15"/>
                        <a:pt x="51" y="18"/>
                      </a:cubicBezTo>
                      <a:cubicBezTo>
                        <a:pt x="50" y="18"/>
                        <a:pt x="50" y="18"/>
                        <a:pt x="50" y="18"/>
                      </a:cubicBezTo>
                      <a:cubicBezTo>
                        <a:pt x="48" y="18"/>
                        <a:pt x="48" y="18"/>
                        <a:pt x="47" y="19"/>
                      </a:cubicBezTo>
                      <a:cubicBezTo>
                        <a:pt x="42" y="15"/>
                        <a:pt x="42" y="15"/>
                        <a:pt x="42" y="15"/>
                      </a:cubicBezTo>
                      <a:cubicBezTo>
                        <a:pt x="41" y="15"/>
                        <a:pt x="41" y="15"/>
                        <a:pt x="41" y="15"/>
                      </a:cubicBezTo>
                      <a:cubicBezTo>
                        <a:pt x="40" y="15"/>
                        <a:pt x="40" y="15"/>
                        <a:pt x="40" y="15"/>
                      </a:cubicBezTo>
                      <a:cubicBezTo>
                        <a:pt x="39" y="15"/>
                        <a:pt x="38" y="16"/>
                        <a:pt x="38" y="17"/>
                      </a:cubicBezTo>
                      <a:cubicBezTo>
                        <a:pt x="38" y="19"/>
                        <a:pt x="41" y="22"/>
                        <a:pt x="41" y="26"/>
                      </a:cubicBezTo>
                      <a:cubicBezTo>
                        <a:pt x="41" y="29"/>
                        <a:pt x="41" y="29"/>
                        <a:pt x="41" y="29"/>
                      </a:cubicBezTo>
                      <a:cubicBezTo>
                        <a:pt x="41" y="30"/>
                        <a:pt x="41" y="30"/>
                        <a:pt x="41" y="30"/>
                      </a:cubicBezTo>
                      <a:cubicBezTo>
                        <a:pt x="38" y="33"/>
                        <a:pt x="38" y="33"/>
                        <a:pt x="38" y="33"/>
                      </a:cubicBezTo>
                      <a:cubicBezTo>
                        <a:pt x="37" y="33"/>
                        <a:pt x="37" y="33"/>
                        <a:pt x="37" y="33"/>
                      </a:cubicBezTo>
                      <a:cubicBezTo>
                        <a:pt x="35" y="33"/>
                        <a:pt x="35" y="34"/>
                        <a:pt x="34" y="34"/>
                      </a:cubicBezTo>
                      <a:cubicBezTo>
                        <a:pt x="32" y="33"/>
                        <a:pt x="31" y="31"/>
                        <a:pt x="30" y="29"/>
                      </a:cubicBezTo>
                      <a:cubicBezTo>
                        <a:pt x="24" y="29"/>
                        <a:pt x="30" y="41"/>
                        <a:pt x="19" y="45"/>
                      </a:cubicBezTo>
                      <a:cubicBezTo>
                        <a:pt x="16" y="46"/>
                        <a:pt x="12" y="48"/>
                        <a:pt x="9" y="50"/>
                      </a:cubicBezTo>
                      <a:cubicBezTo>
                        <a:pt x="6" y="51"/>
                        <a:pt x="1" y="53"/>
                        <a:pt x="0" y="55"/>
                      </a:cubicBezTo>
                      <a:cubicBezTo>
                        <a:pt x="1" y="58"/>
                        <a:pt x="1" y="57"/>
                        <a:pt x="4" y="59"/>
                      </a:cubicBezTo>
                      <a:cubicBezTo>
                        <a:pt x="6" y="59"/>
                        <a:pt x="6" y="59"/>
                        <a:pt x="6" y="59"/>
                      </a:cubicBezTo>
                      <a:cubicBezTo>
                        <a:pt x="10" y="59"/>
                        <a:pt x="20" y="51"/>
                        <a:pt x="23" y="51"/>
                      </a:cubicBezTo>
                      <a:cubicBezTo>
                        <a:pt x="25" y="51"/>
                        <a:pt x="24" y="51"/>
                        <a:pt x="27" y="52"/>
                      </a:cubicBezTo>
                      <a:cubicBezTo>
                        <a:pt x="29" y="54"/>
                        <a:pt x="29" y="55"/>
                        <a:pt x="30" y="58"/>
                      </a:cubicBezTo>
                      <a:cubicBezTo>
                        <a:pt x="30" y="59"/>
                        <a:pt x="30" y="59"/>
                        <a:pt x="30" y="59"/>
                      </a:cubicBezTo>
                      <a:cubicBezTo>
                        <a:pt x="30" y="62"/>
                        <a:pt x="28" y="64"/>
                        <a:pt x="26" y="65"/>
                      </a:cubicBezTo>
                      <a:cubicBezTo>
                        <a:pt x="21" y="64"/>
                        <a:pt x="21" y="64"/>
                        <a:pt x="21" y="64"/>
                      </a:cubicBezTo>
                      <a:cubicBezTo>
                        <a:pt x="20" y="64"/>
                        <a:pt x="20" y="64"/>
                        <a:pt x="19" y="64"/>
                      </a:cubicBezTo>
                      <a:cubicBezTo>
                        <a:pt x="18" y="64"/>
                        <a:pt x="18" y="64"/>
                        <a:pt x="18" y="64"/>
                      </a:cubicBezTo>
                      <a:cubicBezTo>
                        <a:pt x="16" y="67"/>
                        <a:pt x="16" y="67"/>
                        <a:pt x="16" y="67"/>
                      </a:cubicBezTo>
                      <a:cubicBezTo>
                        <a:pt x="16" y="68"/>
                        <a:pt x="16" y="68"/>
                        <a:pt x="16" y="68"/>
                      </a:cubicBezTo>
                      <a:cubicBezTo>
                        <a:pt x="16" y="72"/>
                        <a:pt x="16" y="72"/>
                        <a:pt x="16" y="72"/>
                      </a:cubicBezTo>
                      <a:cubicBezTo>
                        <a:pt x="16" y="78"/>
                        <a:pt x="13" y="85"/>
                        <a:pt x="11" y="90"/>
                      </a:cubicBezTo>
                      <a:cubicBezTo>
                        <a:pt x="9" y="94"/>
                        <a:pt x="3" y="100"/>
                        <a:pt x="3" y="105"/>
                      </a:cubicBezTo>
                      <a:cubicBezTo>
                        <a:pt x="3" y="106"/>
                        <a:pt x="4" y="109"/>
                        <a:pt x="5" y="110"/>
                      </a:cubicBezTo>
                      <a:cubicBezTo>
                        <a:pt x="6" y="110"/>
                        <a:pt x="6" y="110"/>
                        <a:pt x="6" y="110"/>
                      </a:cubicBezTo>
                      <a:cubicBezTo>
                        <a:pt x="7" y="110"/>
                        <a:pt x="7" y="110"/>
                        <a:pt x="7" y="110"/>
                      </a:cubicBezTo>
                      <a:cubicBezTo>
                        <a:pt x="9" y="110"/>
                        <a:pt x="8" y="110"/>
                        <a:pt x="9" y="111"/>
                      </a:cubicBezTo>
                      <a:cubicBezTo>
                        <a:pt x="11" y="109"/>
                        <a:pt x="15" y="101"/>
                        <a:pt x="15" y="98"/>
                      </a:cubicBezTo>
                      <a:cubicBezTo>
                        <a:pt x="17" y="94"/>
                        <a:pt x="20" y="89"/>
                        <a:pt x="24" y="89"/>
                      </a:cubicBezTo>
                      <a:cubicBezTo>
                        <a:pt x="25" y="89"/>
                        <a:pt x="25" y="89"/>
                        <a:pt x="26" y="88"/>
                      </a:cubicBezTo>
                      <a:cubicBezTo>
                        <a:pt x="28" y="90"/>
                        <a:pt x="32" y="90"/>
                        <a:pt x="32" y="93"/>
                      </a:cubicBezTo>
                      <a:cubicBezTo>
                        <a:pt x="32" y="94"/>
                        <a:pt x="32" y="94"/>
                        <a:pt x="32" y="94"/>
                      </a:cubicBezTo>
                      <a:cubicBezTo>
                        <a:pt x="32" y="96"/>
                        <a:pt x="32" y="96"/>
                        <a:pt x="32" y="96"/>
                      </a:cubicBezTo>
                      <a:cubicBezTo>
                        <a:pt x="28" y="102"/>
                        <a:pt x="25" y="101"/>
                        <a:pt x="23" y="104"/>
                      </a:cubicBezTo>
                      <a:cubicBezTo>
                        <a:pt x="26" y="109"/>
                        <a:pt x="27" y="108"/>
                        <a:pt x="29" y="113"/>
                      </a:cubicBezTo>
                      <a:cubicBezTo>
                        <a:pt x="29" y="114"/>
                        <a:pt x="29" y="114"/>
                        <a:pt x="29" y="114"/>
                      </a:cubicBezTo>
                      <a:cubicBezTo>
                        <a:pt x="29" y="115"/>
                        <a:pt x="29" y="115"/>
                        <a:pt x="29" y="115"/>
                      </a:cubicBezTo>
                      <a:cubicBezTo>
                        <a:pt x="29" y="116"/>
                        <a:pt x="29" y="116"/>
                        <a:pt x="29" y="116"/>
                      </a:cubicBezTo>
                      <a:cubicBezTo>
                        <a:pt x="28" y="119"/>
                        <a:pt x="26" y="123"/>
                        <a:pt x="22" y="122"/>
                      </a:cubicBezTo>
                      <a:cubicBezTo>
                        <a:pt x="15" y="122"/>
                        <a:pt x="15" y="122"/>
                        <a:pt x="15" y="122"/>
                      </a:cubicBezTo>
                      <a:cubicBezTo>
                        <a:pt x="14" y="122"/>
                        <a:pt x="11" y="124"/>
                        <a:pt x="10" y="124"/>
                      </a:cubicBezTo>
                      <a:cubicBezTo>
                        <a:pt x="13" y="127"/>
                        <a:pt x="23" y="129"/>
                        <a:pt x="23" y="133"/>
                      </a:cubicBezTo>
                      <a:cubicBezTo>
                        <a:pt x="23" y="137"/>
                        <a:pt x="18" y="142"/>
                        <a:pt x="15" y="144"/>
                      </a:cubicBezTo>
                      <a:cubicBezTo>
                        <a:pt x="15" y="150"/>
                        <a:pt x="15" y="150"/>
                        <a:pt x="15" y="150"/>
                      </a:cubicBezTo>
                      <a:cubicBezTo>
                        <a:pt x="17" y="150"/>
                        <a:pt x="17" y="150"/>
                        <a:pt x="17" y="150"/>
                      </a:cubicBezTo>
                      <a:cubicBezTo>
                        <a:pt x="20" y="150"/>
                        <a:pt x="27" y="141"/>
                        <a:pt x="29" y="139"/>
                      </a:cubicBezTo>
                      <a:cubicBezTo>
                        <a:pt x="33" y="135"/>
                        <a:pt x="34" y="129"/>
                        <a:pt x="38" y="12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2" name="iSļïḑé"/>
                <p:cNvSpPr/>
                <p:nvPr/>
              </p:nvSpPr>
              <p:spPr bwMode="auto">
                <a:xfrm>
                  <a:off x="4422776" y="3106738"/>
                  <a:ext cx="412750" cy="596900"/>
                </a:xfrm>
                <a:custGeom>
                  <a:avLst/>
                  <a:gdLst>
                    <a:gd name="T0" fmla="*/ 63 w 125"/>
                    <a:gd name="T1" fmla="*/ 83 h 179"/>
                    <a:gd name="T2" fmla="*/ 69 w 125"/>
                    <a:gd name="T3" fmla="*/ 84 h 179"/>
                    <a:gd name="T4" fmla="*/ 71 w 125"/>
                    <a:gd name="T5" fmla="*/ 95 h 179"/>
                    <a:gd name="T6" fmla="*/ 56 w 125"/>
                    <a:gd name="T7" fmla="*/ 91 h 179"/>
                    <a:gd name="T8" fmla="*/ 77 w 125"/>
                    <a:gd name="T9" fmla="*/ 77 h 179"/>
                    <a:gd name="T10" fmla="*/ 90 w 125"/>
                    <a:gd name="T11" fmla="*/ 82 h 179"/>
                    <a:gd name="T12" fmla="*/ 93 w 125"/>
                    <a:gd name="T13" fmla="*/ 96 h 179"/>
                    <a:gd name="T14" fmla="*/ 88 w 125"/>
                    <a:gd name="T15" fmla="*/ 106 h 179"/>
                    <a:gd name="T16" fmla="*/ 75 w 125"/>
                    <a:gd name="T17" fmla="*/ 89 h 179"/>
                    <a:gd name="T18" fmla="*/ 91 w 125"/>
                    <a:gd name="T19" fmla="*/ 29 h 179"/>
                    <a:gd name="T20" fmla="*/ 95 w 125"/>
                    <a:gd name="T21" fmla="*/ 4 h 179"/>
                    <a:gd name="T22" fmla="*/ 92 w 125"/>
                    <a:gd name="T23" fmla="*/ 0 h 179"/>
                    <a:gd name="T24" fmla="*/ 86 w 125"/>
                    <a:gd name="T25" fmla="*/ 0 h 179"/>
                    <a:gd name="T26" fmla="*/ 80 w 125"/>
                    <a:gd name="T27" fmla="*/ 7 h 179"/>
                    <a:gd name="T28" fmla="*/ 83 w 125"/>
                    <a:gd name="T29" fmla="*/ 30 h 179"/>
                    <a:gd name="T30" fmla="*/ 86 w 125"/>
                    <a:gd name="T31" fmla="*/ 50 h 179"/>
                    <a:gd name="T32" fmla="*/ 46 w 125"/>
                    <a:gd name="T33" fmla="*/ 84 h 179"/>
                    <a:gd name="T34" fmla="*/ 0 w 125"/>
                    <a:gd name="T35" fmla="*/ 99 h 179"/>
                    <a:gd name="T36" fmla="*/ 13 w 125"/>
                    <a:gd name="T37" fmla="*/ 108 h 179"/>
                    <a:gd name="T38" fmla="*/ 30 w 125"/>
                    <a:gd name="T39" fmla="*/ 100 h 179"/>
                    <a:gd name="T40" fmla="*/ 47 w 125"/>
                    <a:gd name="T41" fmla="*/ 92 h 179"/>
                    <a:gd name="T42" fmla="*/ 51 w 125"/>
                    <a:gd name="T43" fmla="*/ 109 h 179"/>
                    <a:gd name="T44" fmla="*/ 50 w 125"/>
                    <a:gd name="T45" fmla="*/ 118 h 179"/>
                    <a:gd name="T46" fmla="*/ 54 w 125"/>
                    <a:gd name="T47" fmla="*/ 125 h 179"/>
                    <a:gd name="T48" fmla="*/ 62 w 125"/>
                    <a:gd name="T49" fmla="*/ 119 h 179"/>
                    <a:gd name="T50" fmla="*/ 62 w 125"/>
                    <a:gd name="T51" fmla="*/ 113 h 179"/>
                    <a:gd name="T52" fmla="*/ 78 w 125"/>
                    <a:gd name="T53" fmla="*/ 111 h 179"/>
                    <a:gd name="T54" fmla="*/ 78 w 125"/>
                    <a:gd name="T55" fmla="*/ 113 h 179"/>
                    <a:gd name="T56" fmla="*/ 78 w 125"/>
                    <a:gd name="T57" fmla="*/ 118 h 179"/>
                    <a:gd name="T58" fmla="*/ 46 w 125"/>
                    <a:gd name="T59" fmla="*/ 147 h 179"/>
                    <a:gd name="T60" fmla="*/ 28 w 125"/>
                    <a:gd name="T61" fmla="*/ 158 h 179"/>
                    <a:gd name="T62" fmla="*/ 1 w 125"/>
                    <a:gd name="T63" fmla="*/ 170 h 179"/>
                    <a:gd name="T64" fmla="*/ 14 w 125"/>
                    <a:gd name="T65" fmla="*/ 178 h 179"/>
                    <a:gd name="T66" fmla="*/ 20 w 125"/>
                    <a:gd name="T67" fmla="*/ 179 h 179"/>
                    <a:gd name="T68" fmla="*/ 22 w 125"/>
                    <a:gd name="T69" fmla="*/ 179 h 179"/>
                    <a:gd name="T70" fmla="*/ 38 w 125"/>
                    <a:gd name="T71" fmla="*/ 169 h 179"/>
                    <a:gd name="T72" fmla="*/ 61 w 125"/>
                    <a:gd name="T73" fmla="*/ 150 h 179"/>
                    <a:gd name="T74" fmla="*/ 79 w 125"/>
                    <a:gd name="T75" fmla="*/ 135 h 179"/>
                    <a:gd name="T76" fmla="*/ 96 w 125"/>
                    <a:gd name="T77" fmla="*/ 119 h 179"/>
                    <a:gd name="T78" fmla="*/ 106 w 125"/>
                    <a:gd name="T79" fmla="*/ 149 h 179"/>
                    <a:gd name="T80" fmla="*/ 125 w 125"/>
                    <a:gd name="T81" fmla="*/ 152 h 179"/>
                    <a:gd name="T82" fmla="*/ 116 w 125"/>
                    <a:gd name="T83" fmla="*/ 120 h 179"/>
                    <a:gd name="T84" fmla="*/ 115 w 125"/>
                    <a:gd name="T85" fmla="*/ 125 h 179"/>
                    <a:gd name="T86" fmla="*/ 109 w 125"/>
                    <a:gd name="T87" fmla="*/ 129 h 179"/>
                    <a:gd name="T88" fmla="*/ 97 w 125"/>
                    <a:gd name="T89" fmla="*/ 92 h 179"/>
                    <a:gd name="T90" fmla="*/ 94 w 125"/>
                    <a:gd name="T91" fmla="*/ 76 h 179"/>
                    <a:gd name="T92" fmla="*/ 110 w 125"/>
                    <a:gd name="T93" fmla="*/ 60 h 179"/>
                    <a:gd name="T94" fmla="*/ 105 w 125"/>
                    <a:gd name="T95" fmla="*/ 57 h 179"/>
                    <a:gd name="T96" fmla="*/ 101 w 125"/>
                    <a:gd name="T97" fmla="*/ 59 h 179"/>
                    <a:gd name="T98" fmla="*/ 91 w 125"/>
                    <a:gd name="T99" fmla="*/ 54 h 179"/>
                    <a:gd name="T100" fmla="*/ 91 w 125"/>
                    <a:gd name="T101" fmla="*/ 29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25" h="179">
                      <a:moveTo>
                        <a:pt x="56" y="91"/>
                      </a:moveTo>
                      <a:cubicBezTo>
                        <a:pt x="56" y="87"/>
                        <a:pt x="60" y="85"/>
                        <a:pt x="63" y="83"/>
                      </a:cubicBezTo>
                      <a:cubicBezTo>
                        <a:pt x="64" y="83"/>
                        <a:pt x="64" y="83"/>
                        <a:pt x="64" y="83"/>
                      </a:cubicBezTo>
                      <a:cubicBezTo>
                        <a:pt x="67" y="83"/>
                        <a:pt x="67" y="84"/>
                        <a:pt x="69" y="84"/>
                      </a:cubicBezTo>
                      <a:cubicBezTo>
                        <a:pt x="71" y="94"/>
                        <a:pt x="71" y="94"/>
                        <a:pt x="71" y="94"/>
                      </a:cubicBezTo>
                      <a:cubicBezTo>
                        <a:pt x="71" y="95"/>
                        <a:pt x="71" y="95"/>
                        <a:pt x="71" y="95"/>
                      </a:cubicBezTo>
                      <a:cubicBezTo>
                        <a:pt x="68" y="100"/>
                        <a:pt x="68" y="99"/>
                        <a:pt x="63" y="101"/>
                      </a:cubicBezTo>
                      <a:cubicBezTo>
                        <a:pt x="61" y="99"/>
                        <a:pt x="56" y="95"/>
                        <a:pt x="56" y="91"/>
                      </a:cubicBezTo>
                      <a:close/>
                      <a:moveTo>
                        <a:pt x="72" y="83"/>
                      </a:moveTo>
                      <a:cubicBezTo>
                        <a:pt x="74" y="79"/>
                        <a:pt x="73" y="79"/>
                        <a:pt x="77" y="77"/>
                      </a:cubicBezTo>
                      <a:cubicBezTo>
                        <a:pt x="79" y="75"/>
                        <a:pt x="82" y="75"/>
                        <a:pt x="83" y="73"/>
                      </a:cubicBezTo>
                      <a:cubicBezTo>
                        <a:pt x="88" y="76"/>
                        <a:pt x="89" y="76"/>
                        <a:pt x="90" y="82"/>
                      </a:cubicBezTo>
                      <a:cubicBezTo>
                        <a:pt x="92" y="95"/>
                        <a:pt x="92" y="95"/>
                        <a:pt x="92" y="95"/>
                      </a:cubicBezTo>
                      <a:cubicBezTo>
                        <a:pt x="93" y="96"/>
                        <a:pt x="93" y="96"/>
                        <a:pt x="93" y="96"/>
                      </a:cubicBezTo>
                      <a:cubicBezTo>
                        <a:pt x="94" y="99"/>
                        <a:pt x="94" y="99"/>
                        <a:pt x="94" y="99"/>
                      </a:cubicBezTo>
                      <a:cubicBezTo>
                        <a:pt x="91" y="105"/>
                        <a:pt x="93" y="103"/>
                        <a:pt x="88" y="106"/>
                      </a:cubicBezTo>
                      <a:cubicBezTo>
                        <a:pt x="83" y="101"/>
                        <a:pt x="82" y="101"/>
                        <a:pt x="79" y="95"/>
                      </a:cubicBezTo>
                      <a:cubicBezTo>
                        <a:pt x="77" y="93"/>
                        <a:pt x="77" y="91"/>
                        <a:pt x="75" y="89"/>
                      </a:cubicBezTo>
                      <a:cubicBezTo>
                        <a:pt x="73" y="87"/>
                        <a:pt x="73" y="86"/>
                        <a:pt x="72" y="83"/>
                      </a:cubicBezTo>
                      <a:close/>
                      <a:moveTo>
                        <a:pt x="91" y="29"/>
                      </a:moveTo>
                      <a:cubicBezTo>
                        <a:pt x="91" y="22"/>
                        <a:pt x="95" y="12"/>
                        <a:pt x="95" y="4"/>
                      </a:cubicBezTo>
                      <a:cubicBezTo>
                        <a:pt x="95" y="4"/>
                        <a:pt x="95" y="4"/>
                        <a:pt x="95" y="4"/>
                      </a:cubicBezTo>
                      <a:cubicBezTo>
                        <a:pt x="95" y="3"/>
                        <a:pt x="95" y="3"/>
                        <a:pt x="95" y="3"/>
                      </a:cubicBezTo>
                      <a:cubicBezTo>
                        <a:pt x="93" y="0"/>
                        <a:pt x="95" y="1"/>
                        <a:pt x="92" y="0"/>
                      </a:cubicBezTo>
                      <a:cubicBezTo>
                        <a:pt x="91" y="0"/>
                        <a:pt x="91" y="0"/>
                        <a:pt x="91" y="0"/>
                      </a:cubicBezTo>
                      <a:cubicBezTo>
                        <a:pt x="86" y="0"/>
                        <a:pt x="86" y="0"/>
                        <a:pt x="86" y="0"/>
                      </a:cubicBezTo>
                      <a:cubicBezTo>
                        <a:pt x="85" y="0"/>
                        <a:pt x="85" y="0"/>
                        <a:pt x="85" y="0"/>
                      </a:cubicBezTo>
                      <a:cubicBezTo>
                        <a:pt x="82" y="1"/>
                        <a:pt x="80" y="4"/>
                        <a:pt x="80" y="7"/>
                      </a:cubicBezTo>
                      <a:cubicBezTo>
                        <a:pt x="83" y="30"/>
                        <a:pt x="83" y="30"/>
                        <a:pt x="83" y="30"/>
                      </a:cubicBezTo>
                      <a:cubicBezTo>
                        <a:pt x="83" y="30"/>
                        <a:pt x="83" y="30"/>
                        <a:pt x="83" y="30"/>
                      </a:cubicBezTo>
                      <a:cubicBezTo>
                        <a:pt x="83" y="38"/>
                        <a:pt x="86" y="44"/>
                        <a:pt x="86" y="49"/>
                      </a:cubicBezTo>
                      <a:cubicBezTo>
                        <a:pt x="86" y="50"/>
                        <a:pt x="86" y="50"/>
                        <a:pt x="86" y="50"/>
                      </a:cubicBezTo>
                      <a:cubicBezTo>
                        <a:pt x="87" y="62"/>
                        <a:pt x="87" y="62"/>
                        <a:pt x="87" y="62"/>
                      </a:cubicBezTo>
                      <a:cubicBezTo>
                        <a:pt x="87" y="68"/>
                        <a:pt x="52" y="81"/>
                        <a:pt x="46" y="84"/>
                      </a:cubicBezTo>
                      <a:cubicBezTo>
                        <a:pt x="39" y="87"/>
                        <a:pt x="31" y="89"/>
                        <a:pt x="23" y="92"/>
                      </a:cubicBezTo>
                      <a:cubicBezTo>
                        <a:pt x="20" y="94"/>
                        <a:pt x="0" y="96"/>
                        <a:pt x="0" y="99"/>
                      </a:cubicBezTo>
                      <a:cubicBezTo>
                        <a:pt x="0" y="101"/>
                        <a:pt x="9" y="108"/>
                        <a:pt x="11" y="108"/>
                      </a:cubicBezTo>
                      <a:cubicBezTo>
                        <a:pt x="13" y="108"/>
                        <a:pt x="13" y="108"/>
                        <a:pt x="13" y="108"/>
                      </a:cubicBezTo>
                      <a:cubicBezTo>
                        <a:pt x="14" y="108"/>
                        <a:pt x="14" y="108"/>
                        <a:pt x="14" y="108"/>
                      </a:cubicBezTo>
                      <a:cubicBezTo>
                        <a:pt x="20" y="105"/>
                        <a:pt x="24" y="103"/>
                        <a:pt x="30" y="100"/>
                      </a:cubicBezTo>
                      <a:cubicBezTo>
                        <a:pt x="34" y="98"/>
                        <a:pt x="41" y="93"/>
                        <a:pt x="45" y="93"/>
                      </a:cubicBezTo>
                      <a:cubicBezTo>
                        <a:pt x="46" y="93"/>
                        <a:pt x="46" y="93"/>
                        <a:pt x="47" y="92"/>
                      </a:cubicBezTo>
                      <a:cubicBezTo>
                        <a:pt x="49" y="94"/>
                        <a:pt x="52" y="96"/>
                        <a:pt x="51" y="101"/>
                      </a:cubicBezTo>
                      <a:cubicBezTo>
                        <a:pt x="51" y="109"/>
                        <a:pt x="51" y="109"/>
                        <a:pt x="51" y="109"/>
                      </a:cubicBezTo>
                      <a:cubicBezTo>
                        <a:pt x="51" y="110"/>
                        <a:pt x="51" y="110"/>
                        <a:pt x="51" y="110"/>
                      </a:cubicBezTo>
                      <a:cubicBezTo>
                        <a:pt x="50" y="118"/>
                        <a:pt x="50" y="118"/>
                        <a:pt x="50" y="118"/>
                      </a:cubicBezTo>
                      <a:cubicBezTo>
                        <a:pt x="50" y="119"/>
                        <a:pt x="50" y="119"/>
                        <a:pt x="50" y="120"/>
                      </a:cubicBezTo>
                      <a:cubicBezTo>
                        <a:pt x="51" y="123"/>
                        <a:pt x="51" y="123"/>
                        <a:pt x="54" y="125"/>
                      </a:cubicBezTo>
                      <a:cubicBezTo>
                        <a:pt x="56" y="125"/>
                        <a:pt x="56" y="125"/>
                        <a:pt x="56" y="125"/>
                      </a:cubicBezTo>
                      <a:cubicBezTo>
                        <a:pt x="59" y="125"/>
                        <a:pt x="60" y="121"/>
                        <a:pt x="62" y="119"/>
                      </a:cubicBezTo>
                      <a:cubicBezTo>
                        <a:pt x="62" y="118"/>
                        <a:pt x="62" y="118"/>
                        <a:pt x="62" y="118"/>
                      </a:cubicBezTo>
                      <a:cubicBezTo>
                        <a:pt x="62" y="113"/>
                        <a:pt x="62" y="113"/>
                        <a:pt x="62" y="113"/>
                      </a:cubicBezTo>
                      <a:cubicBezTo>
                        <a:pt x="63" y="110"/>
                        <a:pt x="68" y="106"/>
                        <a:pt x="71" y="106"/>
                      </a:cubicBezTo>
                      <a:cubicBezTo>
                        <a:pt x="75" y="106"/>
                        <a:pt x="77" y="109"/>
                        <a:pt x="78" y="111"/>
                      </a:cubicBezTo>
                      <a:cubicBezTo>
                        <a:pt x="78" y="112"/>
                        <a:pt x="78" y="112"/>
                        <a:pt x="78" y="112"/>
                      </a:cubicBezTo>
                      <a:cubicBezTo>
                        <a:pt x="78" y="113"/>
                        <a:pt x="78" y="113"/>
                        <a:pt x="78" y="113"/>
                      </a:cubicBezTo>
                      <a:cubicBezTo>
                        <a:pt x="78" y="115"/>
                        <a:pt x="78" y="115"/>
                        <a:pt x="79" y="116"/>
                      </a:cubicBezTo>
                      <a:cubicBezTo>
                        <a:pt x="78" y="117"/>
                        <a:pt x="78" y="117"/>
                        <a:pt x="78" y="118"/>
                      </a:cubicBezTo>
                      <a:cubicBezTo>
                        <a:pt x="78" y="119"/>
                        <a:pt x="78" y="119"/>
                        <a:pt x="78" y="119"/>
                      </a:cubicBezTo>
                      <a:cubicBezTo>
                        <a:pt x="72" y="130"/>
                        <a:pt x="57" y="140"/>
                        <a:pt x="46" y="147"/>
                      </a:cubicBezTo>
                      <a:cubicBezTo>
                        <a:pt x="44" y="148"/>
                        <a:pt x="40" y="151"/>
                        <a:pt x="37" y="152"/>
                      </a:cubicBezTo>
                      <a:cubicBezTo>
                        <a:pt x="35" y="153"/>
                        <a:pt x="29" y="157"/>
                        <a:pt x="28" y="158"/>
                      </a:cubicBezTo>
                      <a:cubicBezTo>
                        <a:pt x="25" y="161"/>
                        <a:pt x="12" y="165"/>
                        <a:pt x="6" y="165"/>
                      </a:cubicBezTo>
                      <a:cubicBezTo>
                        <a:pt x="4" y="165"/>
                        <a:pt x="2" y="168"/>
                        <a:pt x="1" y="170"/>
                      </a:cubicBezTo>
                      <a:cubicBezTo>
                        <a:pt x="4" y="171"/>
                        <a:pt x="4" y="173"/>
                        <a:pt x="7" y="175"/>
                      </a:cubicBezTo>
                      <a:cubicBezTo>
                        <a:pt x="10" y="176"/>
                        <a:pt x="12" y="176"/>
                        <a:pt x="14" y="178"/>
                      </a:cubicBezTo>
                      <a:cubicBezTo>
                        <a:pt x="18" y="179"/>
                        <a:pt x="18" y="179"/>
                        <a:pt x="18" y="179"/>
                      </a:cubicBezTo>
                      <a:cubicBezTo>
                        <a:pt x="20" y="179"/>
                        <a:pt x="18" y="179"/>
                        <a:pt x="20" y="179"/>
                      </a:cubicBezTo>
                      <a:cubicBezTo>
                        <a:pt x="21" y="179"/>
                        <a:pt x="21" y="179"/>
                        <a:pt x="21" y="179"/>
                      </a:cubicBezTo>
                      <a:cubicBezTo>
                        <a:pt x="22" y="179"/>
                        <a:pt x="22" y="179"/>
                        <a:pt x="22" y="179"/>
                      </a:cubicBezTo>
                      <a:cubicBezTo>
                        <a:pt x="26" y="177"/>
                        <a:pt x="30" y="175"/>
                        <a:pt x="33" y="173"/>
                      </a:cubicBezTo>
                      <a:cubicBezTo>
                        <a:pt x="35" y="171"/>
                        <a:pt x="36" y="170"/>
                        <a:pt x="38" y="169"/>
                      </a:cubicBezTo>
                      <a:cubicBezTo>
                        <a:pt x="39" y="168"/>
                        <a:pt x="43" y="166"/>
                        <a:pt x="43" y="166"/>
                      </a:cubicBezTo>
                      <a:cubicBezTo>
                        <a:pt x="49" y="160"/>
                        <a:pt x="55" y="156"/>
                        <a:pt x="61" y="150"/>
                      </a:cubicBezTo>
                      <a:cubicBezTo>
                        <a:pt x="64" y="148"/>
                        <a:pt x="67" y="145"/>
                        <a:pt x="70" y="143"/>
                      </a:cubicBezTo>
                      <a:cubicBezTo>
                        <a:pt x="73" y="140"/>
                        <a:pt x="76" y="137"/>
                        <a:pt x="79" y="135"/>
                      </a:cubicBezTo>
                      <a:cubicBezTo>
                        <a:pt x="82" y="132"/>
                        <a:pt x="85" y="130"/>
                        <a:pt x="87" y="127"/>
                      </a:cubicBezTo>
                      <a:cubicBezTo>
                        <a:pt x="90" y="124"/>
                        <a:pt x="91" y="119"/>
                        <a:pt x="96" y="119"/>
                      </a:cubicBezTo>
                      <a:cubicBezTo>
                        <a:pt x="98" y="119"/>
                        <a:pt x="100" y="126"/>
                        <a:pt x="100" y="128"/>
                      </a:cubicBezTo>
                      <a:cubicBezTo>
                        <a:pt x="100" y="132"/>
                        <a:pt x="105" y="145"/>
                        <a:pt x="106" y="149"/>
                      </a:cubicBezTo>
                      <a:cubicBezTo>
                        <a:pt x="108" y="155"/>
                        <a:pt x="111" y="165"/>
                        <a:pt x="118" y="165"/>
                      </a:cubicBezTo>
                      <a:cubicBezTo>
                        <a:pt x="119" y="163"/>
                        <a:pt x="125" y="161"/>
                        <a:pt x="125" y="152"/>
                      </a:cubicBezTo>
                      <a:cubicBezTo>
                        <a:pt x="125" y="143"/>
                        <a:pt x="120" y="120"/>
                        <a:pt x="117" y="116"/>
                      </a:cubicBezTo>
                      <a:cubicBezTo>
                        <a:pt x="117" y="118"/>
                        <a:pt x="116" y="118"/>
                        <a:pt x="116" y="120"/>
                      </a:cubicBezTo>
                      <a:cubicBezTo>
                        <a:pt x="116" y="123"/>
                        <a:pt x="115" y="121"/>
                        <a:pt x="115" y="124"/>
                      </a:cubicBezTo>
                      <a:cubicBezTo>
                        <a:pt x="115" y="125"/>
                        <a:pt x="115" y="125"/>
                        <a:pt x="115" y="125"/>
                      </a:cubicBezTo>
                      <a:cubicBezTo>
                        <a:pt x="115" y="126"/>
                        <a:pt x="114" y="129"/>
                        <a:pt x="112" y="129"/>
                      </a:cubicBezTo>
                      <a:cubicBezTo>
                        <a:pt x="109" y="129"/>
                        <a:pt x="109" y="129"/>
                        <a:pt x="109" y="129"/>
                      </a:cubicBezTo>
                      <a:cubicBezTo>
                        <a:pt x="105" y="129"/>
                        <a:pt x="102" y="110"/>
                        <a:pt x="100" y="105"/>
                      </a:cubicBezTo>
                      <a:cubicBezTo>
                        <a:pt x="98" y="101"/>
                        <a:pt x="98" y="97"/>
                        <a:pt x="97" y="92"/>
                      </a:cubicBezTo>
                      <a:cubicBezTo>
                        <a:pt x="96" y="87"/>
                        <a:pt x="94" y="86"/>
                        <a:pt x="94" y="79"/>
                      </a:cubicBezTo>
                      <a:cubicBezTo>
                        <a:pt x="94" y="76"/>
                        <a:pt x="94" y="76"/>
                        <a:pt x="94" y="76"/>
                      </a:cubicBezTo>
                      <a:cubicBezTo>
                        <a:pt x="94" y="65"/>
                        <a:pt x="110" y="67"/>
                        <a:pt x="110" y="61"/>
                      </a:cubicBezTo>
                      <a:cubicBezTo>
                        <a:pt x="110" y="60"/>
                        <a:pt x="110" y="60"/>
                        <a:pt x="110" y="60"/>
                      </a:cubicBezTo>
                      <a:cubicBezTo>
                        <a:pt x="110" y="58"/>
                        <a:pt x="109" y="57"/>
                        <a:pt x="108" y="57"/>
                      </a:cubicBezTo>
                      <a:cubicBezTo>
                        <a:pt x="105" y="57"/>
                        <a:pt x="105" y="57"/>
                        <a:pt x="105" y="57"/>
                      </a:cubicBezTo>
                      <a:cubicBezTo>
                        <a:pt x="104" y="57"/>
                        <a:pt x="104" y="57"/>
                        <a:pt x="104" y="57"/>
                      </a:cubicBezTo>
                      <a:cubicBezTo>
                        <a:pt x="103" y="58"/>
                        <a:pt x="102" y="59"/>
                        <a:pt x="101" y="59"/>
                      </a:cubicBezTo>
                      <a:cubicBezTo>
                        <a:pt x="99" y="60"/>
                        <a:pt x="99" y="59"/>
                        <a:pt x="97" y="60"/>
                      </a:cubicBezTo>
                      <a:cubicBezTo>
                        <a:pt x="95" y="59"/>
                        <a:pt x="91" y="56"/>
                        <a:pt x="91" y="54"/>
                      </a:cubicBezTo>
                      <a:cubicBezTo>
                        <a:pt x="91" y="41"/>
                        <a:pt x="91" y="41"/>
                        <a:pt x="91" y="41"/>
                      </a:cubicBezTo>
                      <a:lnTo>
                        <a:pt x="91" y="29"/>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3" name="íšlïďè"/>
                <p:cNvSpPr/>
                <p:nvPr/>
              </p:nvSpPr>
              <p:spPr bwMode="auto">
                <a:xfrm>
                  <a:off x="5478463" y="3581400"/>
                  <a:ext cx="46038" cy="76200"/>
                </a:xfrm>
                <a:custGeom>
                  <a:avLst/>
                  <a:gdLst>
                    <a:gd name="T0" fmla="*/ 14 w 14"/>
                    <a:gd name="T1" fmla="*/ 15 h 23"/>
                    <a:gd name="T2" fmla="*/ 10 w 14"/>
                    <a:gd name="T3" fmla="*/ 6 h 23"/>
                    <a:gd name="T4" fmla="*/ 3 w 14"/>
                    <a:gd name="T5" fmla="*/ 0 h 23"/>
                    <a:gd name="T6" fmla="*/ 0 w 14"/>
                    <a:gd name="T7" fmla="*/ 3 h 23"/>
                    <a:gd name="T8" fmla="*/ 5 w 14"/>
                    <a:gd name="T9" fmla="*/ 11 h 23"/>
                    <a:gd name="T10" fmla="*/ 5 w 14"/>
                    <a:gd name="T11" fmla="*/ 12 h 23"/>
                    <a:gd name="T12" fmla="*/ 5 w 14"/>
                    <a:gd name="T13" fmla="*/ 14 h 23"/>
                    <a:gd name="T14" fmla="*/ 5 w 14"/>
                    <a:gd name="T15" fmla="*/ 15 h 23"/>
                    <a:gd name="T16" fmla="*/ 2 w 14"/>
                    <a:gd name="T17" fmla="*/ 19 h 23"/>
                    <a:gd name="T18" fmla="*/ 2 w 14"/>
                    <a:gd name="T19" fmla="*/ 22 h 23"/>
                    <a:gd name="T20" fmla="*/ 5 w 14"/>
                    <a:gd name="T21" fmla="*/ 23 h 23"/>
                    <a:gd name="T22" fmla="*/ 6 w 14"/>
                    <a:gd name="T23" fmla="*/ 23 h 23"/>
                    <a:gd name="T24" fmla="*/ 11 w 14"/>
                    <a:gd name="T25" fmla="*/ 20 h 23"/>
                    <a:gd name="T26" fmla="*/ 14 w 14"/>
                    <a:gd name="T27" fmla="*/ 15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4" h="23">
                      <a:moveTo>
                        <a:pt x="14" y="15"/>
                      </a:moveTo>
                      <a:cubicBezTo>
                        <a:pt x="14" y="11"/>
                        <a:pt x="12" y="9"/>
                        <a:pt x="10" y="6"/>
                      </a:cubicBezTo>
                      <a:cubicBezTo>
                        <a:pt x="8" y="5"/>
                        <a:pt x="3" y="1"/>
                        <a:pt x="3" y="0"/>
                      </a:cubicBezTo>
                      <a:cubicBezTo>
                        <a:pt x="0" y="3"/>
                        <a:pt x="0" y="3"/>
                        <a:pt x="0" y="3"/>
                      </a:cubicBezTo>
                      <a:cubicBezTo>
                        <a:pt x="5" y="11"/>
                        <a:pt x="5" y="11"/>
                        <a:pt x="5" y="11"/>
                      </a:cubicBezTo>
                      <a:cubicBezTo>
                        <a:pt x="5" y="12"/>
                        <a:pt x="5" y="12"/>
                        <a:pt x="5" y="12"/>
                      </a:cubicBezTo>
                      <a:cubicBezTo>
                        <a:pt x="5" y="14"/>
                        <a:pt x="5" y="14"/>
                        <a:pt x="5" y="14"/>
                      </a:cubicBezTo>
                      <a:cubicBezTo>
                        <a:pt x="5" y="15"/>
                        <a:pt x="5" y="15"/>
                        <a:pt x="5" y="15"/>
                      </a:cubicBezTo>
                      <a:cubicBezTo>
                        <a:pt x="2" y="19"/>
                        <a:pt x="2" y="19"/>
                        <a:pt x="2" y="19"/>
                      </a:cubicBezTo>
                      <a:cubicBezTo>
                        <a:pt x="2" y="22"/>
                        <a:pt x="2" y="22"/>
                        <a:pt x="2" y="22"/>
                      </a:cubicBezTo>
                      <a:cubicBezTo>
                        <a:pt x="5" y="23"/>
                        <a:pt x="5" y="23"/>
                        <a:pt x="5" y="23"/>
                      </a:cubicBezTo>
                      <a:cubicBezTo>
                        <a:pt x="6" y="23"/>
                        <a:pt x="6" y="23"/>
                        <a:pt x="6" y="23"/>
                      </a:cubicBezTo>
                      <a:cubicBezTo>
                        <a:pt x="7" y="23"/>
                        <a:pt x="11" y="21"/>
                        <a:pt x="11" y="20"/>
                      </a:cubicBezTo>
                      <a:cubicBezTo>
                        <a:pt x="13" y="19"/>
                        <a:pt x="13" y="17"/>
                        <a:pt x="14" y="1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4" name="işḷîḑe"/>
                <p:cNvSpPr/>
                <p:nvPr/>
              </p:nvSpPr>
              <p:spPr bwMode="auto">
                <a:xfrm>
                  <a:off x="6310313" y="3136900"/>
                  <a:ext cx="406400" cy="554038"/>
                </a:xfrm>
                <a:custGeom>
                  <a:avLst/>
                  <a:gdLst>
                    <a:gd name="T0" fmla="*/ 101 w 123"/>
                    <a:gd name="T1" fmla="*/ 9 h 166"/>
                    <a:gd name="T2" fmla="*/ 96 w 123"/>
                    <a:gd name="T3" fmla="*/ 0 h 166"/>
                    <a:gd name="T4" fmla="*/ 76 w 123"/>
                    <a:gd name="T5" fmla="*/ 23 h 166"/>
                    <a:gd name="T6" fmla="*/ 66 w 123"/>
                    <a:gd name="T7" fmla="*/ 20 h 166"/>
                    <a:gd name="T8" fmla="*/ 69 w 123"/>
                    <a:gd name="T9" fmla="*/ 29 h 166"/>
                    <a:gd name="T10" fmla="*/ 64 w 123"/>
                    <a:gd name="T11" fmla="*/ 38 h 166"/>
                    <a:gd name="T12" fmla="*/ 71 w 123"/>
                    <a:gd name="T13" fmla="*/ 37 h 166"/>
                    <a:gd name="T14" fmla="*/ 78 w 123"/>
                    <a:gd name="T15" fmla="*/ 38 h 166"/>
                    <a:gd name="T16" fmla="*/ 104 w 123"/>
                    <a:gd name="T17" fmla="*/ 37 h 166"/>
                    <a:gd name="T18" fmla="*/ 97 w 123"/>
                    <a:gd name="T19" fmla="*/ 43 h 166"/>
                    <a:gd name="T20" fmla="*/ 85 w 123"/>
                    <a:gd name="T21" fmla="*/ 56 h 166"/>
                    <a:gd name="T22" fmla="*/ 78 w 123"/>
                    <a:gd name="T23" fmla="*/ 67 h 166"/>
                    <a:gd name="T24" fmla="*/ 72 w 123"/>
                    <a:gd name="T25" fmla="*/ 62 h 166"/>
                    <a:gd name="T26" fmla="*/ 72 w 123"/>
                    <a:gd name="T27" fmla="*/ 48 h 166"/>
                    <a:gd name="T28" fmla="*/ 63 w 123"/>
                    <a:gd name="T29" fmla="*/ 57 h 166"/>
                    <a:gd name="T30" fmla="*/ 56 w 123"/>
                    <a:gd name="T31" fmla="*/ 57 h 166"/>
                    <a:gd name="T32" fmla="*/ 61 w 123"/>
                    <a:gd name="T33" fmla="*/ 66 h 166"/>
                    <a:gd name="T34" fmla="*/ 59 w 123"/>
                    <a:gd name="T35" fmla="*/ 70 h 166"/>
                    <a:gd name="T36" fmla="*/ 68 w 123"/>
                    <a:gd name="T37" fmla="*/ 74 h 166"/>
                    <a:gd name="T38" fmla="*/ 68 w 123"/>
                    <a:gd name="T39" fmla="*/ 78 h 166"/>
                    <a:gd name="T40" fmla="*/ 40 w 123"/>
                    <a:gd name="T41" fmla="*/ 92 h 166"/>
                    <a:gd name="T42" fmla="*/ 24 w 123"/>
                    <a:gd name="T43" fmla="*/ 99 h 166"/>
                    <a:gd name="T44" fmla="*/ 3 w 123"/>
                    <a:gd name="T45" fmla="*/ 105 h 166"/>
                    <a:gd name="T46" fmla="*/ 2 w 123"/>
                    <a:gd name="T47" fmla="*/ 112 h 166"/>
                    <a:gd name="T48" fmla="*/ 14 w 123"/>
                    <a:gd name="T49" fmla="*/ 120 h 166"/>
                    <a:gd name="T50" fmla="*/ 32 w 123"/>
                    <a:gd name="T51" fmla="*/ 108 h 166"/>
                    <a:gd name="T52" fmla="*/ 55 w 123"/>
                    <a:gd name="T53" fmla="*/ 93 h 166"/>
                    <a:gd name="T54" fmla="*/ 63 w 123"/>
                    <a:gd name="T55" fmla="*/ 89 h 166"/>
                    <a:gd name="T56" fmla="*/ 82 w 123"/>
                    <a:gd name="T57" fmla="*/ 83 h 166"/>
                    <a:gd name="T58" fmla="*/ 82 w 123"/>
                    <a:gd name="T59" fmla="*/ 86 h 166"/>
                    <a:gd name="T60" fmla="*/ 74 w 123"/>
                    <a:gd name="T61" fmla="*/ 97 h 166"/>
                    <a:gd name="T62" fmla="*/ 61 w 123"/>
                    <a:gd name="T63" fmla="*/ 107 h 166"/>
                    <a:gd name="T64" fmla="*/ 64 w 123"/>
                    <a:gd name="T65" fmla="*/ 118 h 166"/>
                    <a:gd name="T66" fmla="*/ 55 w 123"/>
                    <a:gd name="T67" fmla="*/ 126 h 166"/>
                    <a:gd name="T68" fmla="*/ 40 w 123"/>
                    <a:gd name="T69" fmla="*/ 129 h 166"/>
                    <a:gd name="T70" fmla="*/ 30 w 123"/>
                    <a:gd name="T71" fmla="*/ 130 h 166"/>
                    <a:gd name="T72" fmla="*/ 35 w 123"/>
                    <a:gd name="T73" fmla="*/ 141 h 166"/>
                    <a:gd name="T74" fmla="*/ 38 w 123"/>
                    <a:gd name="T75" fmla="*/ 141 h 166"/>
                    <a:gd name="T76" fmla="*/ 56 w 123"/>
                    <a:gd name="T77" fmla="*/ 133 h 166"/>
                    <a:gd name="T78" fmla="*/ 63 w 123"/>
                    <a:gd name="T79" fmla="*/ 141 h 166"/>
                    <a:gd name="T80" fmla="*/ 56 w 123"/>
                    <a:gd name="T81" fmla="*/ 154 h 166"/>
                    <a:gd name="T82" fmla="*/ 53 w 123"/>
                    <a:gd name="T83" fmla="*/ 154 h 166"/>
                    <a:gd name="T84" fmla="*/ 49 w 123"/>
                    <a:gd name="T85" fmla="*/ 154 h 166"/>
                    <a:gd name="T86" fmla="*/ 46 w 123"/>
                    <a:gd name="T87" fmla="*/ 156 h 166"/>
                    <a:gd name="T88" fmla="*/ 56 w 123"/>
                    <a:gd name="T89" fmla="*/ 166 h 166"/>
                    <a:gd name="T90" fmla="*/ 71 w 123"/>
                    <a:gd name="T91" fmla="*/ 160 h 166"/>
                    <a:gd name="T92" fmla="*/ 75 w 123"/>
                    <a:gd name="T93" fmla="*/ 146 h 166"/>
                    <a:gd name="T94" fmla="*/ 80 w 123"/>
                    <a:gd name="T95" fmla="*/ 124 h 166"/>
                    <a:gd name="T96" fmla="*/ 94 w 123"/>
                    <a:gd name="T97" fmla="*/ 120 h 166"/>
                    <a:gd name="T98" fmla="*/ 81 w 123"/>
                    <a:gd name="T99" fmla="*/ 117 h 166"/>
                    <a:gd name="T100" fmla="*/ 72 w 123"/>
                    <a:gd name="T101" fmla="*/ 107 h 166"/>
                    <a:gd name="T102" fmla="*/ 78 w 123"/>
                    <a:gd name="T103" fmla="*/ 96 h 166"/>
                    <a:gd name="T104" fmla="*/ 92 w 123"/>
                    <a:gd name="T105" fmla="*/ 89 h 166"/>
                    <a:gd name="T106" fmla="*/ 102 w 123"/>
                    <a:gd name="T107" fmla="*/ 78 h 166"/>
                    <a:gd name="T108" fmla="*/ 95 w 123"/>
                    <a:gd name="T109" fmla="*/ 61 h 166"/>
                    <a:gd name="T110" fmla="*/ 109 w 123"/>
                    <a:gd name="T111" fmla="*/ 48 h 166"/>
                    <a:gd name="T112" fmla="*/ 116 w 123"/>
                    <a:gd name="T113" fmla="*/ 42 h 166"/>
                    <a:gd name="T114" fmla="*/ 121 w 123"/>
                    <a:gd name="T115" fmla="*/ 32 h 166"/>
                    <a:gd name="T116" fmla="*/ 116 w 123"/>
                    <a:gd name="T117" fmla="*/ 17 h 166"/>
                    <a:gd name="T118" fmla="*/ 104 w 123"/>
                    <a:gd name="T119" fmla="*/ 20 h 166"/>
                    <a:gd name="T120" fmla="*/ 93 w 123"/>
                    <a:gd name="T121" fmla="*/ 21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23" h="166">
                      <a:moveTo>
                        <a:pt x="93" y="21"/>
                      </a:moveTo>
                      <a:cubicBezTo>
                        <a:pt x="94" y="14"/>
                        <a:pt x="98" y="14"/>
                        <a:pt x="101" y="9"/>
                      </a:cubicBezTo>
                      <a:cubicBezTo>
                        <a:pt x="101" y="8"/>
                        <a:pt x="101" y="8"/>
                        <a:pt x="101" y="8"/>
                      </a:cubicBezTo>
                      <a:cubicBezTo>
                        <a:pt x="101" y="5"/>
                        <a:pt x="97" y="1"/>
                        <a:pt x="96" y="0"/>
                      </a:cubicBezTo>
                      <a:cubicBezTo>
                        <a:pt x="89" y="3"/>
                        <a:pt x="91" y="6"/>
                        <a:pt x="88" y="13"/>
                      </a:cubicBezTo>
                      <a:cubicBezTo>
                        <a:pt x="85" y="17"/>
                        <a:pt x="82" y="23"/>
                        <a:pt x="76" y="23"/>
                      </a:cubicBezTo>
                      <a:cubicBezTo>
                        <a:pt x="75" y="23"/>
                        <a:pt x="70" y="18"/>
                        <a:pt x="67" y="17"/>
                      </a:cubicBezTo>
                      <a:cubicBezTo>
                        <a:pt x="66" y="20"/>
                        <a:pt x="66" y="20"/>
                        <a:pt x="66" y="20"/>
                      </a:cubicBezTo>
                      <a:cubicBezTo>
                        <a:pt x="67" y="23"/>
                        <a:pt x="69" y="24"/>
                        <a:pt x="69" y="28"/>
                      </a:cubicBezTo>
                      <a:cubicBezTo>
                        <a:pt x="69" y="29"/>
                        <a:pt x="69" y="29"/>
                        <a:pt x="69" y="29"/>
                      </a:cubicBezTo>
                      <a:cubicBezTo>
                        <a:pt x="69" y="29"/>
                        <a:pt x="63" y="36"/>
                        <a:pt x="62" y="37"/>
                      </a:cubicBezTo>
                      <a:cubicBezTo>
                        <a:pt x="63" y="38"/>
                        <a:pt x="61" y="38"/>
                        <a:pt x="64" y="38"/>
                      </a:cubicBezTo>
                      <a:cubicBezTo>
                        <a:pt x="64" y="38"/>
                        <a:pt x="64" y="38"/>
                        <a:pt x="64" y="38"/>
                      </a:cubicBezTo>
                      <a:cubicBezTo>
                        <a:pt x="71" y="37"/>
                        <a:pt x="71" y="37"/>
                        <a:pt x="71" y="37"/>
                      </a:cubicBezTo>
                      <a:cubicBezTo>
                        <a:pt x="74" y="37"/>
                        <a:pt x="74" y="38"/>
                        <a:pt x="78" y="38"/>
                      </a:cubicBezTo>
                      <a:cubicBezTo>
                        <a:pt x="78" y="38"/>
                        <a:pt x="78" y="38"/>
                        <a:pt x="78" y="38"/>
                      </a:cubicBezTo>
                      <a:cubicBezTo>
                        <a:pt x="79" y="38"/>
                        <a:pt x="84" y="33"/>
                        <a:pt x="91" y="32"/>
                      </a:cubicBezTo>
                      <a:cubicBezTo>
                        <a:pt x="96" y="31"/>
                        <a:pt x="104" y="30"/>
                        <a:pt x="104" y="37"/>
                      </a:cubicBezTo>
                      <a:cubicBezTo>
                        <a:pt x="104" y="39"/>
                        <a:pt x="102" y="41"/>
                        <a:pt x="101" y="43"/>
                      </a:cubicBezTo>
                      <a:cubicBezTo>
                        <a:pt x="98" y="43"/>
                        <a:pt x="99" y="43"/>
                        <a:pt x="97" y="43"/>
                      </a:cubicBezTo>
                      <a:cubicBezTo>
                        <a:pt x="96" y="43"/>
                        <a:pt x="93" y="42"/>
                        <a:pt x="92" y="41"/>
                      </a:cubicBezTo>
                      <a:cubicBezTo>
                        <a:pt x="85" y="46"/>
                        <a:pt x="88" y="49"/>
                        <a:pt x="85" y="56"/>
                      </a:cubicBezTo>
                      <a:cubicBezTo>
                        <a:pt x="84" y="57"/>
                        <a:pt x="81" y="64"/>
                        <a:pt x="81" y="64"/>
                      </a:cubicBezTo>
                      <a:cubicBezTo>
                        <a:pt x="80" y="66"/>
                        <a:pt x="80" y="64"/>
                        <a:pt x="78" y="67"/>
                      </a:cubicBezTo>
                      <a:cubicBezTo>
                        <a:pt x="77" y="70"/>
                        <a:pt x="78" y="68"/>
                        <a:pt x="76" y="70"/>
                      </a:cubicBezTo>
                      <a:cubicBezTo>
                        <a:pt x="74" y="67"/>
                        <a:pt x="72" y="66"/>
                        <a:pt x="72" y="62"/>
                      </a:cubicBezTo>
                      <a:cubicBezTo>
                        <a:pt x="72" y="61"/>
                        <a:pt x="75" y="55"/>
                        <a:pt x="76" y="54"/>
                      </a:cubicBezTo>
                      <a:cubicBezTo>
                        <a:pt x="75" y="51"/>
                        <a:pt x="75" y="48"/>
                        <a:pt x="72" y="48"/>
                      </a:cubicBezTo>
                      <a:cubicBezTo>
                        <a:pt x="71" y="48"/>
                        <a:pt x="70" y="49"/>
                        <a:pt x="70" y="49"/>
                      </a:cubicBezTo>
                      <a:cubicBezTo>
                        <a:pt x="70" y="55"/>
                        <a:pt x="67" y="55"/>
                        <a:pt x="63" y="57"/>
                      </a:cubicBezTo>
                      <a:cubicBezTo>
                        <a:pt x="62" y="56"/>
                        <a:pt x="60" y="55"/>
                        <a:pt x="59" y="55"/>
                      </a:cubicBezTo>
                      <a:cubicBezTo>
                        <a:pt x="58" y="55"/>
                        <a:pt x="56" y="57"/>
                        <a:pt x="56" y="57"/>
                      </a:cubicBezTo>
                      <a:cubicBezTo>
                        <a:pt x="58" y="60"/>
                        <a:pt x="59" y="60"/>
                        <a:pt x="61" y="64"/>
                      </a:cubicBezTo>
                      <a:cubicBezTo>
                        <a:pt x="61" y="66"/>
                        <a:pt x="61" y="66"/>
                        <a:pt x="61" y="66"/>
                      </a:cubicBezTo>
                      <a:cubicBezTo>
                        <a:pt x="61" y="67"/>
                        <a:pt x="61" y="67"/>
                        <a:pt x="61" y="67"/>
                      </a:cubicBezTo>
                      <a:cubicBezTo>
                        <a:pt x="59" y="70"/>
                        <a:pt x="59" y="70"/>
                        <a:pt x="59" y="70"/>
                      </a:cubicBezTo>
                      <a:cubicBezTo>
                        <a:pt x="60" y="71"/>
                        <a:pt x="58" y="71"/>
                        <a:pt x="61" y="71"/>
                      </a:cubicBezTo>
                      <a:cubicBezTo>
                        <a:pt x="64" y="71"/>
                        <a:pt x="66" y="72"/>
                        <a:pt x="68" y="74"/>
                      </a:cubicBezTo>
                      <a:cubicBezTo>
                        <a:pt x="68" y="75"/>
                        <a:pt x="68" y="75"/>
                        <a:pt x="68" y="75"/>
                      </a:cubicBezTo>
                      <a:cubicBezTo>
                        <a:pt x="68" y="78"/>
                        <a:pt x="68" y="78"/>
                        <a:pt x="68" y="78"/>
                      </a:cubicBezTo>
                      <a:cubicBezTo>
                        <a:pt x="68" y="82"/>
                        <a:pt x="58" y="85"/>
                        <a:pt x="55" y="86"/>
                      </a:cubicBezTo>
                      <a:cubicBezTo>
                        <a:pt x="50" y="88"/>
                        <a:pt x="44" y="91"/>
                        <a:pt x="40" y="92"/>
                      </a:cubicBezTo>
                      <a:cubicBezTo>
                        <a:pt x="36" y="94"/>
                        <a:pt x="35" y="94"/>
                        <a:pt x="32" y="96"/>
                      </a:cubicBezTo>
                      <a:cubicBezTo>
                        <a:pt x="29" y="97"/>
                        <a:pt x="27" y="97"/>
                        <a:pt x="24" y="99"/>
                      </a:cubicBezTo>
                      <a:cubicBezTo>
                        <a:pt x="20" y="101"/>
                        <a:pt x="13" y="104"/>
                        <a:pt x="9" y="104"/>
                      </a:cubicBezTo>
                      <a:cubicBezTo>
                        <a:pt x="3" y="105"/>
                        <a:pt x="3" y="105"/>
                        <a:pt x="3" y="105"/>
                      </a:cubicBezTo>
                      <a:cubicBezTo>
                        <a:pt x="1" y="105"/>
                        <a:pt x="1" y="106"/>
                        <a:pt x="0" y="107"/>
                      </a:cubicBezTo>
                      <a:cubicBezTo>
                        <a:pt x="0" y="108"/>
                        <a:pt x="0" y="111"/>
                        <a:pt x="2" y="112"/>
                      </a:cubicBezTo>
                      <a:cubicBezTo>
                        <a:pt x="4" y="114"/>
                        <a:pt x="3" y="114"/>
                        <a:pt x="5" y="115"/>
                      </a:cubicBezTo>
                      <a:cubicBezTo>
                        <a:pt x="6" y="116"/>
                        <a:pt x="12" y="119"/>
                        <a:pt x="14" y="120"/>
                      </a:cubicBezTo>
                      <a:cubicBezTo>
                        <a:pt x="15" y="119"/>
                        <a:pt x="15" y="119"/>
                        <a:pt x="17" y="119"/>
                      </a:cubicBezTo>
                      <a:cubicBezTo>
                        <a:pt x="20" y="119"/>
                        <a:pt x="30" y="110"/>
                        <a:pt x="32" y="108"/>
                      </a:cubicBezTo>
                      <a:cubicBezTo>
                        <a:pt x="36" y="104"/>
                        <a:pt x="42" y="101"/>
                        <a:pt x="47" y="98"/>
                      </a:cubicBezTo>
                      <a:cubicBezTo>
                        <a:pt x="50" y="96"/>
                        <a:pt x="52" y="95"/>
                        <a:pt x="55" y="93"/>
                      </a:cubicBezTo>
                      <a:cubicBezTo>
                        <a:pt x="57" y="92"/>
                        <a:pt x="58" y="92"/>
                        <a:pt x="59" y="91"/>
                      </a:cubicBezTo>
                      <a:cubicBezTo>
                        <a:pt x="61" y="90"/>
                        <a:pt x="61" y="90"/>
                        <a:pt x="63" y="89"/>
                      </a:cubicBezTo>
                      <a:cubicBezTo>
                        <a:pt x="68" y="87"/>
                        <a:pt x="74" y="80"/>
                        <a:pt x="79" y="80"/>
                      </a:cubicBezTo>
                      <a:cubicBezTo>
                        <a:pt x="81" y="80"/>
                        <a:pt x="82" y="82"/>
                        <a:pt x="82" y="83"/>
                      </a:cubicBezTo>
                      <a:cubicBezTo>
                        <a:pt x="82" y="85"/>
                        <a:pt x="82" y="85"/>
                        <a:pt x="82" y="85"/>
                      </a:cubicBezTo>
                      <a:cubicBezTo>
                        <a:pt x="82" y="86"/>
                        <a:pt x="82" y="86"/>
                        <a:pt x="82" y="86"/>
                      </a:cubicBezTo>
                      <a:cubicBezTo>
                        <a:pt x="80" y="90"/>
                        <a:pt x="79" y="89"/>
                        <a:pt x="78" y="93"/>
                      </a:cubicBezTo>
                      <a:cubicBezTo>
                        <a:pt x="75" y="94"/>
                        <a:pt x="75" y="94"/>
                        <a:pt x="74" y="97"/>
                      </a:cubicBezTo>
                      <a:cubicBezTo>
                        <a:pt x="69" y="98"/>
                        <a:pt x="71" y="99"/>
                        <a:pt x="67" y="101"/>
                      </a:cubicBezTo>
                      <a:cubicBezTo>
                        <a:pt x="63" y="103"/>
                        <a:pt x="63" y="103"/>
                        <a:pt x="61" y="107"/>
                      </a:cubicBezTo>
                      <a:cubicBezTo>
                        <a:pt x="61" y="110"/>
                        <a:pt x="64" y="114"/>
                        <a:pt x="64" y="117"/>
                      </a:cubicBezTo>
                      <a:cubicBezTo>
                        <a:pt x="64" y="118"/>
                        <a:pt x="64" y="118"/>
                        <a:pt x="64" y="118"/>
                      </a:cubicBezTo>
                      <a:cubicBezTo>
                        <a:pt x="64" y="119"/>
                        <a:pt x="64" y="119"/>
                        <a:pt x="64" y="119"/>
                      </a:cubicBezTo>
                      <a:cubicBezTo>
                        <a:pt x="61" y="123"/>
                        <a:pt x="60" y="125"/>
                        <a:pt x="55" y="126"/>
                      </a:cubicBezTo>
                      <a:cubicBezTo>
                        <a:pt x="51" y="127"/>
                        <a:pt x="43" y="129"/>
                        <a:pt x="41" y="129"/>
                      </a:cubicBezTo>
                      <a:cubicBezTo>
                        <a:pt x="40" y="129"/>
                        <a:pt x="40" y="129"/>
                        <a:pt x="40" y="129"/>
                      </a:cubicBezTo>
                      <a:cubicBezTo>
                        <a:pt x="32" y="130"/>
                        <a:pt x="32" y="130"/>
                        <a:pt x="32" y="130"/>
                      </a:cubicBezTo>
                      <a:cubicBezTo>
                        <a:pt x="30" y="130"/>
                        <a:pt x="30" y="130"/>
                        <a:pt x="30" y="130"/>
                      </a:cubicBezTo>
                      <a:cubicBezTo>
                        <a:pt x="27" y="132"/>
                        <a:pt x="27" y="132"/>
                        <a:pt x="27" y="132"/>
                      </a:cubicBezTo>
                      <a:cubicBezTo>
                        <a:pt x="30" y="136"/>
                        <a:pt x="30" y="138"/>
                        <a:pt x="35" y="141"/>
                      </a:cubicBezTo>
                      <a:cubicBezTo>
                        <a:pt x="36" y="141"/>
                        <a:pt x="36" y="141"/>
                        <a:pt x="36" y="141"/>
                      </a:cubicBezTo>
                      <a:cubicBezTo>
                        <a:pt x="38" y="141"/>
                        <a:pt x="38" y="141"/>
                        <a:pt x="38" y="141"/>
                      </a:cubicBezTo>
                      <a:cubicBezTo>
                        <a:pt x="39" y="141"/>
                        <a:pt x="39" y="141"/>
                        <a:pt x="39" y="141"/>
                      </a:cubicBezTo>
                      <a:cubicBezTo>
                        <a:pt x="43" y="138"/>
                        <a:pt x="51" y="133"/>
                        <a:pt x="56" y="133"/>
                      </a:cubicBezTo>
                      <a:cubicBezTo>
                        <a:pt x="58" y="133"/>
                        <a:pt x="58" y="133"/>
                        <a:pt x="58" y="133"/>
                      </a:cubicBezTo>
                      <a:cubicBezTo>
                        <a:pt x="62" y="133"/>
                        <a:pt x="63" y="137"/>
                        <a:pt x="63" y="141"/>
                      </a:cubicBezTo>
                      <a:cubicBezTo>
                        <a:pt x="63" y="143"/>
                        <a:pt x="63" y="143"/>
                        <a:pt x="63" y="143"/>
                      </a:cubicBezTo>
                      <a:cubicBezTo>
                        <a:pt x="63" y="150"/>
                        <a:pt x="60" y="152"/>
                        <a:pt x="56" y="154"/>
                      </a:cubicBezTo>
                      <a:cubicBezTo>
                        <a:pt x="55" y="154"/>
                        <a:pt x="55" y="154"/>
                        <a:pt x="55" y="154"/>
                      </a:cubicBezTo>
                      <a:cubicBezTo>
                        <a:pt x="53" y="154"/>
                        <a:pt x="53" y="154"/>
                        <a:pt x="53" y="154"/>
                      </a:cubicBezTo>
                      <a:cubicBezTo>
                        <a:pt x="52" y="154"/>
                        <a:pt x="52" y="154"/>
                        <a:pt x="51" y="153"/>
                      </a:cubicBezTo>
                      <a:cubicBezTo>
                        <a:pt x="50" y="154"/>
                        <a:pt x="50" y="154"/>
                        <a:pt x="49" y="154"/>
                      </a:cubicBezTo>
                      <a:cubicBezTo>
                        <a:pt x="47" y="154"/>
                        <a:pt x="47" y="154"/>
                        <a:pt x="47" y="154"/>
                      </a:cubicBezTo>
                      <a:cubicBezTo>
                        <a:pt x="47" y="155"/>
                        <a:pt x="46" y="155"/>
                        <a:pt x="46" y="156"/>
                      </a:cubicBezTo>
                      <a:cubicBezTo>
                        <a:pt x="46" y="158"/>
                        <a:pt x="53" y="165"/>
                        <a:pt x="55" y="166"/>
                      </a:cubicBezTo>
                      <a:cubicBezTo>
                        <a:pt x="56" y="166"/>
                        <a:pt x="56" y="166"/>
                        <a:pt x="56" y="166"/>
                      </a:cubicBezTo>
                      <a:cubicBezTo>
                        <a:pt x="61" y="166"/>
                        <a:pt x="61" y="166"/>
                        <a:pt x="61" y="166"/>
                      </a:cubicBezTo>
                      <a:cubicBezTo>
                        <a:pt x="66" y="166"/>
                        <a:pt x="69" y="163"/>
                        <a:pt x="71" y="160"/>
                      </a:cubicBezTo>
                      <a:cubicBezTo>
                        <a:pt x="74" y="155"/>
                        <a:pt x="74" y="151"/>
                        <a:pt x="76" y="148"/>
                      </a:cubicBezTo>
                      <a:cubicBezTo>
                        <a:pt x="75" y="146"/>
                        <a:pt x="75" y="148"/>
                        <a:pt x="75" y="146"/>
                      </a:cubicBezTo>
                      <a:cubicBezTo>
                        <a:pt x="75" y="138"/>
                        <a:pt x="75" y="138"/>
                        <a:pt x="75" y="138"/>
                      </a:cubicBezTo>
                      <a:cubicBezTo>
                        <a:pt x="75" y="130"/>
                        <a:pt x="74" y="128"/>
                        <a:pt x="80" y="124"/>
                      </a:cubicBezTo>
                      <a:cubicBezTo>
                        <a:pt x="81" y="124"/>
                        <a:pt x="81" y="124"/>
                        <a:pt x="81" y="124"/>
                      </a:cubicBezTo>
                      <a:cubicBezTo>
                        <a:pt x="90" y="124"/>
                        <a:pt x="90" y="127"/>
                        <a:pt x="94" y="120"/>
                      </a:cubicBezTo>
                      <a:cubicBezTo>
                        <a:pt x="92" y="117"/>
                        <a:pt x="91" y="116"/>
                        <a:pt x="88" y="115"/>
                      </a:cubicBezTo>
                      <a:cubicBezTo>
                        <a:pt x="86" y="116"/>
                        <a:pt x="84" y="117"/>
                        <a:pt x="81" y="117"/>
                      </a:cubicBezTo>
                      <a:cubicBezTo>
                        <a:pt x="79" y="117"/>
                        <a:pt x="79" y="117"/>
                        <a:pt x="79" y="117"/>
                      </a:cubicBezTo>
                      <a:cubicBezTo>
                        <a:pt x="77" y="116"/>
                        <a:pt x="72" y="109"/>
                        <a:pt x="72" y="107"/>
                      </a:cubicBezTo>
                      <a:cubicBezTo>
                        <a:pt x="72" y="105"/>
                        <a:pt x="72" y="105"/>
                        <a:pt x="72" y="105"/>
                      </a:cubicBezTo>
                      <a:cubicBezTo>
                        <a:pt x="72" y="99"/>
                        <a:pt x="75" y="100"/>
                        <a:pt x="78" y="96"/>
                      </a:cubicBezTo>
                      <a:cubicBezTo>
                        <a:pt x="80" y="96"/>
                        <a:pt x="80" y="96"/>
                        <a:pt x="80" y="96"/>
                      </a:cubicBezTo>
                      <a:cubicBezTo>
                        <a:pt x="82" y="93"/>
                        <a:pt x="89" y="90"/>
                        <a:pt x="92" y="89"/>
                      </a:cubicBezTo>
                      <a:cubicBezTo>
                        <a:pt x="95" y="87"/>
                        <a:pt x="101" y="83"/>
                        <a:pt x="101" y="80"/>
                      </a:cubicBezTo>
                      <a:cubicBezTo>
                        <a:pt x="101" y="77"/>
                        <a:pt x="101" y="79"/>
                        <a:pt x="102" y="78"/>
                      </a:cubicBezTo>
                      <a:cubicBezTo>
                        <a:pt x="101" y="77"/>
                        <a:pt x="101" y="79"/>
                        <a:pt x="101" y="77"/>
                      </a:cubicBezTo>
                      <a:cubicBezTo>
                        <a:pt x="101" y="73"/>
                        <a:pt x="96" y="64"/>
                        <a:pt x="95" y="61"/>
                      </a:cubicBezTo>
                      <a:cubicBezTo>
                        <a:pt x="95" y="61"/>
                        <a:pt x="101" y="55"/>
                        <a:pt x="102" y="55"/>
                      </a:cubicBezTo>
                      <a:cubicBezTo>
                        <a:pt x="104" y="52"/>
                        <a:pt x="106" y="51"/>
                        <a:pt x="109" y="48"/>
                      </a:cubicBezTo>
                      <a:cubicBezTo>
                        <a:pt x="110" y="47"/>
                        <a:pt x="112" y="46"/>
                        <a:pt x="113" y="45"/>
                      </a:cubicBezTo>
                      <a:cubicBezTo>
                        <a:pt x="114" y="44"/>
                        <a:pt x="115" y="43"/>
                        <a:pt x="116" y="42"/>
                      </a:cubicBezTo>
                      <a:cubicBezTo>
                        <a:pt x="118" y="39"/>
                        <a:pt x="118" y="35"/>
                        <a:pt x="121" y="34"/>
                      </a:cubicBezTo>
                      <a:cubicBezTo>
                        <a:pt x="121" y="32"/>
                        <a:pt x="121" y="32"/>
                        <a:pt x="121" y="32"/>
                      </a:cubicBezTo>
                      <a:cubicBezTo>
                        <a:pt x="121" y="27"/>
                        <a:pt x="123" y="30"/>
                        <a:pt x="120" y="24"/>
                      </a:cubicBezTo>
                      <a:cubicBezTo>
                        <a:pt x="118" y="20"/>
                        <a:pt x="118" y="20"/>
                        <a:pt x="116" y="17"/>
                      </a:cubicBezTo>
                      <a:cubicBezTo>
                        <a:pt x="113" y="17"/>
                        <a:pt x="113" y="17"/>
                        <a:pt x="113" y="17"/>
                      </a:cubicBezTo>
                      <a:cubicBezTo>
                        <a:pt x="111" y="17"/>
                        <a:pt x="105" y="19"/>
                        <a:pt x="104" y="20"/>
                      </a:cubicBezTo>
                      <a:cubicBezTo>
                        <a:pt x="101" y="23"/>
                        <a:pt x="102" y="23"/>
                        <a:pt x="96" y="24"/>
                      </a:cubicBezTo>
                      <a:lnTo>
                        <a:pt x="93" y="2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5" name="íṥḻiďê"/>
                <p:cNvSpPr/>
                <p:nvPr/>
              </p:nvSpPr>
              <p:spPr bwMode="auto">
                <a:xfrm>
                  <a:off x="5159376" y="3357563"/>
                  <a:ext cx="117475" cy="366713"/>
                </a:xfrm>
                <a:custGeom>
                  <a:avLst/>
                  <a:gdLst>
                    <a:gd name="T0" fmla="*/ 23 w 36"/>
                    <a:gd name="T1" fmla="*/ 14 h 110"/>
                    <a:gd name="T2" fmla="*/ 23 w 36"/>
                    <a:gd name="T3" fmla="*/ 12 h 110"/>
                    <a:gd name="T4" fmla="*/ 18 w 36"/>
                    <a:gd name="T5" fmla="*/ 6 h 110"/>
                    <a:gd name="T6" fmla="*/ 13 w 36"/>
                    <a:gd name="T7" fmla="*/ 0 h 110"/>
                    <a:gd name="T8" fmla="*/ 11 w 36"/>
                    <a:gd name="T9" fmla="*/ 4 h 110"/>
                    <a:gd name="T10" fmla="*/ 13 w 36"/>
                    <a:gd name="T11" fmla="*/ 16 h 110"/>
                    <a:gd name="T12" fmla="*/ 12 w 36"/>
                    <a:gd name="T13" fmla="*/ 34 h 110"/>
                    <a:gd name="T14" fmla="*/ 7 w 36"/>
                    <a:gd name="T15" fmla="*/ 65 h 110"/>
                    <a:gd name="T16" fmla="*/ 3 w 36"/>
                    <a:gd name="T17" fmla="*/ 80 h 110"/>
                    <a:gd name="T18" fmla="*/ 0 w 36"/>
                    <a:gd name="T19" fmla="*/ 95 h 110"/>
                    <a:gd name="T20" fmla="*/ 0 w 36"/>
                    <a:gd name="T21" fmla="*/ 98 h 110"/>
                    <a:gd name="T22" fmla="*/ 0 w 36"/>
                    <a:gd name="T23" fmla="*/ 100 h 110"/>
                    <a:gd name="T24" fmla="*/ 4 w 36"/>
                    <a:gd name="T25" fmla="*/ 105 h 110"/>
                    <a:gd name="T26" fmla="*/ 9 w 36"/>
                    <a:gd name="T27" fmla="*/ 110 h 110"/>
                    <a:gd name="T28" fmla="*/ 15 w 36"/>
                    <a:gd name="T29" fmla="*/ 104 h 110"/>
                    <a:gd name="T30" fmla="*/ 18 w 36"/>
                    <a:gd name="T31" fmla="*/ 96 h 110"/>
                    <a:gd name="T32" fmla="*/ 18 w 36"/>
                    <a:gd name="T33" fmla="*/ 90 h 110"/>
                    <a:gd name="T34" fmla="*/ 21 w 36"/>
                    <a:gd name="T35" fmla="*/ 71 h 110"/>
                    <a:gd name="T36" fmla="*/ 25 w 36"/>
                    <a:gd name="T37" fmla="*/ 53 h 110"/>
                    <a:gd name="T38" fmla="*/ 30 w 36"/>
                    <a:gd name="T39" fmla="*/ 36 h 110"/>
                    <a:gd name="T40" fmla="*/ 35 w 36"/>
                    <a:gd name="T41" fmla="*/ 20 h 110"/>
                    <a:gd name="T42" fmla="*/ 33 w 36"/>
                    <a:gd name="T43" fmla="*/ 20 h 110"/>
                    <a:gd name="T44" fmla="*/ 30 w 36"/>
                    <a:gd name="T45" fmla="*/ 22 h 110"/>
                    <a:gd name="T46" fmla="*/ 23 w 36"/>
                    <a:gd name="T47" fmla="*/ 17 h 110"/>
                    <a:gd name="T48" fmla="*/ 23 w 36"/>
                    <a:gd name="T49" fmla="*/ 15 h 110"/>
                    <a:gd name="T50" fmla="*/ 23 w 36"/>
                    <a:gd name="T51" fmla="*/ 14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6" h="110">
                      <a:moveTo>
                        <a:pt x="23" y="14"/>
                      </a:moveTo>
                      <a:cubicBezTo>
                        <a:pt x="23" y="12"/>
                        <a:pt x="23" y="12"/>
                        <a:pt x="23" y="12"/>
                      </a:cubicBezTo>
                      <a:cubicBezTo>
                        <a:pt x="21" y="8"/>
                        <a:pt x="22" y="9"/>
                        <a:pt x="18" y="6"/>
                      </a:cubicBezTo>
                      <a:cubicBezTo>
                        <a:pt x="17" y="4"/>
                        <a:pt x="15" y="2"/>
                        <a:pt x="13" y="0"/>
                      </a:cubicBezTo>
                      <a:cubicBezTo>
                        <a:pt x="12" y="1"/>
                        <a:pt x="11" y="3"/>
                        <a:pt x="11" y="4"/>
                      </a:cubicBezTo>
                      <a:cubicBezTo>
                        <a:pt x="11" y="7"/>
                        <a:pt x="13" y="12"/>
                        <a:pt x="13" y="16"/>
                      </a:cubicBezTo>
                      <a:cubicBezTo>
                        <a:pt x="12" y="34"/>
                        <a:pt x="12" y="34"/>
                        <a:pt x="12" y="34"/>
                      </a:cubicBezTo>
                      <a:cubicBezTo>
                        <a:pt x="12" y="43"/>
                        <a:pt x="9" y="56"/>
                        <a:pt x="7" y="65"/>
                      </a:cubicBezTo>
                      <a:cubicBezTo>
                        <a:pt x="6" y="72"/>
                        <a:pt x="4" y="75"/>
                        <a:pt x="3" y="80"/>
                      </a:cubicBezTo>
                      <a:cubicBezTo>
                        <a:pt x="2" y="85"/>
                        <a:pt x="0" y="91"/>
                        <a:pt x="0" y="95"/>
                      </a:cubicBezTo>
                      <a:cubicBezTo>
                        <a:pt x="0" y="98"/>
                        <a:pt x="0" y="98"/>
                        <a:pt x="0" y="98"/>
                      </a:cubicBezTo>
                      <a:cubicBezTo>
                        <a:pt x="0" y="100"/>
                        <a:pt x="0" y="100"/>
                        <a:pt x="0" y="100"/>
                      </a:cubicBezTo>
                      <a:cubicBezTo>
                        <a:pt x="2" y="102"/>
                        <a:pt x="2" y="103"/>
                        <a:pt x="4" y="105"/>
                      </a:cubicBezTo>
                      <a:cubicBezTo>
                        <a:pt x="6" y="108"/>
                        <a:pt x="7" y="108"/>
                        <a:pt x="9" y="110"/>
                      </a:cubicBezTo>
                      <a:cubicBezTo>
                        <a:pt x="12" y="108"/>
                        <a:pt x="13" y="108"/>
                        <a:pt x="15" y="104"/>
                      </a:cubicBezTo>
                      <a:cubicBezTo>
                        <a:pt x="16" y="102"/>
                        <a:pt x="18" y="99"/>
                        <a:pt x="18" y="96"/>
                      </a:cubicBezTo>
                      <a:cubicBezTo>
                        <a:pt x="18" y="90"/>
                        <a:pt x="18" y="90"/>
                        <a:pt x="18" y="90"/>
                      </a:cubicBezTo>
                      <a:cubicBezTo>
                        <a:pt x="18" y="83"/>
                        <a:pt x="20" y="77"/>
                        <a:pt x="21" y="71"/>
                      </a:cubicBezTo>
                      <a:cubicBezTo>
                        <a:pt x="23" y="65"/>
                        <a:pt x="23" y="59"/>
                        <a:pt x="25" y="53"/>
                      </a:cubicBezTo>
                      <a:cubicBezTo>
                        <a:pt x="26" y="47"/>
                        <a:pt x="29" y="42"/>
                        <a:pt x="30" y="36"/>
                      </a:cubicBezTo>
                      <a:cubicBezTo>
                        <a:pt x="31" y="28"/>
                        <a:pt x="34" y="27"/>
                        <a:pt x="35" y="20"/>
                      </a:cubicBezTo>
                      <a:cubicBezTo>
                        <a:pt x="34" y="19"/>
                        <a:pt x="36" y="20"/>
                        <a:pt x="33" y="20"/>
                      </a:cubicBezTo>
                      <a:cubicBezTo>
                        <a:pt x="33" y="20"/>
                        <a:pt x="30" y="22"/>
                        <a:pt x="30" y="22"/>
                      </a:cubicBezTo>
                      <a:cubicBezTo>
                        <a:pt x="25" y="21"/>
                        <a:pt x="25" y="21"/>
                        <a:pt x="23" y="17"/>
                      </a:cubicBezTo>
                      <a:cubicBezTo>
                        <a:pt x="23" y="15"/>
                        <a:pt x="23" y="15"/>
                        <a:pt x="23" y="15"/>
                      </a:cubicBezTo>
                      <a:lnTo>
                        <a:pt x="23" y="14"/>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nvGrpSpPr>
              <p:cNvPr id="249" name="ïšľîḍê"/>
              <p:cNvGrpSpPr/>
              <p:nvPr/>
            </p:nvGrpSpPr>
            <p:grpSpPr>
              <a:xfrm>
                <a:off x="4412452" y="3781425"/>
                <a:ext cx="2312689" cy="166461"/>
                <a:chOff x="6986588" y="3521075"/>
                <a:chExt cx="1654176" cy="119063"/>
              </a:xfrm>
            </p:grpSpPr>
            <p:sp>
              <p:nvSpPr>
                <p:cNvPr id="250" name="îṩľîḑê"/>
                <p:cNvSpPr/>
                <p:nvPr/>
              </p:nvSpPr>
              <p:spPr bwMode="auto">
                <a:xfrm>
                  <a:off x="6986588" y="3521075"/>
                  <a:ext cx="155575" cy="119063"/>
                </a:xfrm>
                <a:custGeom>
                  <a:avLst/>
                  <a:gdLst>
                    <a:gd name="T0" fmla="*/ 84 w 98"/>
                    <a:gd name="T1" fmla="*/ 0 h 75"/>
                    <a:gd name="T2" fmla="*/ 59 w 98"/>
                    <a:gd name="T3" fmla="*/ 52 h 75"/>
                    <a:gd name="T4" fmla="*/ 57 w 98"/>
                    <a:gd name="T5" fmla="*/ 0 h 75"/>
                    <a:gd name="T6" fmla="*/ 40 w 98"/>
                    <a:gd name="T7" fmla="*/ 0 h 75"/>
                    <a:gd name="T8" fmla="*/ 15 w 98"/>
                    <a:gd name="T9" fmla="*/ 52 h 75"/>
                    <a:gd name="T10" fmla="*/ 15 w 98"/>
                    <a:gd name="T11" fmla="*/ 0 h 75"/>
                    <a:gd name="T12" fmla="*/ 0 w 98"/>
                    <a:gd name="T13" fmla="*/ 0 h 75"/>
                    <a:gd name="T14" fmla="*/ 2 w 98"/>
                    <a:gd name="T15" fmla="*/ 75 h 75"/>
                    <a:gd name="T16" fmla="*/ 19 w 98"/>
                    <a:gd name="T17" fmla="*/ 75 h 75"/>
                    <a:gd name="T18" fmla="*/ 44 w 98"/>
                    <a:gd name="T19" fmla="*/ 21 h 75"/>
                    <a:gd name="T20" fmla="*/ 46 w 98"/>
                    <a:gd name="T21" fmla="*/ 75 h 75"/>
                    <a:gd name="T22" fmla="*/ 63 w 98"/>
                    <a:gd name="T23" fmla="*/ 75 h 75"/>
                    <a:gd name="T24" fmla="*/ 98 w 98"/>
                    <a:gd name="T25" fmla="*/ 0 h 75"/>
                    <a:gd name="T26" fmla="*/ 84 w 98"/>
                    <a:gd name="T27"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98" h="75">
                      <a:moveTo>
                        <a:pt x="84" y="0"/>
                      </a:moveTo>
                      <a:lnTo>
                        <a:pt x="59" y="52"/>
                      </a:lnTo>
                      <a:lnTo>
                        <a:pt x="57" y="0"/>
                      </a:lnTo>
                      <a:lnTo>
                        <a:pt x="40" y="0"/>
                      </a:lnTo>
                      <a:lnTo>
                        <a:pt x="15" y="52"/>
                      </a:lnTo>
                      <a:lnTo>
                        <a:pt x="15" y="0"/>
                      </a:lnTo>
                      <a:lnTo>
                        <a:pt x="0" y="0"/>
                      </a:lnTo>
                      <a:lnTo>
                        <a:pt x="2" y="75"/>
                      </a:lnTo>
                      <a:lnTo>
                        <a:pt x="19" y="75"/>
                      </a:lnTo>
                      <a:lnTo>
                        <a:pt x="44" y="21"/>
                      </a:lnTo>
                      <a:lnTo>
                        <a:pt x="46" y="75"/>
                      </a:lnTo>
                      <a:lnTo>
                        <a:pt x="63" y="75"/>
                      </a:lnTo>
                      <a:lnTo>
                        <a:pt x="98" y="0"/>
                      </a:lnTo>
                      <a:lnTo>
                        <a:pt x="84"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1" name="îṩḷîde"/>
                <p:cNvSpPr/>
                <p:nvPr/>
              </p:nvSpPr>
              <p:spPr bwMode="auto">
                <a:xfrm>
                  <a:off x="7135813" y="3521075"/>
                  <a:ext cx="112713" cy="119063"/>
                </a:xfrm>
                <a:custGeom>
                  <a:avLst/>
                  <a:gdLst>
                    <a:gd name="T0" fmla="*/ 22 w 34"/>
                    <a:gd name="T1" fmla="*/ 20 h 36"/>
                    <a:gd name="T2" fmla="*/ 20 w 34"/>
                    <a:gd name="T3" fmla="*/ 26 h 36"/>
                    <a:gd name="T4" fmla="*/ 18 w 34"/>
                    <a:gd name="T5" fmla="*/ 29 h 36"/>
                    <a:gd name="T6" fmla="*/ 13 w 34"/>
                    <a:gd name="T7" fmla="*/ 30 h 36"/>
                    <a:gd name="T8" fmla="*/ 9 w 34"/>
                    <a:gd name="T9" fmla="*/ 29 h 36"/>
                    <a:gd name="T10" fmla="*/ 7 w 34"/>
                    <a:gd name="T11" fmla="*/ 25 h 36"/>
                    <a:gd name="T12" fmla="*/ 7 w 34"/>
                    <a:gd name="T13" fmla="*/ 24 h 36"/>
                    <a:gd name="T14" fmla="*/ 8 w 34"/>
                    <a:gd name="T15" fmla="*/ 19 h 36"/>
                    <a:gd name="T16" fmla="*/ 12 w 34"/>
                    <a:gd name="T17" fmla="*/ 0 h 36"/>
                    <a:gd name="T18" fmla="*/ 5 w 34"/>
                    <a:gd name="T19" fmla="*/ 0 h 36"/>
                    <a:gd name="T20" fmla="*/ 1 w 34"/>
                    <a:gd name="T21" fmla="*/ 19 h 36"/>
                    <a:gd name="T22" fmla="*/ 0 w 34"/>
                    <a:gd name="T23" fmla="*/ 23 h 36"/>
                    <a:gd name="T24" fmla="*/ 0 w 34"/>
                    <a:gd name="T25" fmla="*/ 25 h 36"/>
                    <a:gd name="T26" fmla="*/ 3 w 34"/>
                    <a:gd name="T27" fmla="*/ 33 h 36"/>
                    <a:gd name="T28" fmla="*/ 13 w 34"/>
                    <a:gd name="T29" fmla="*/ 36 h 36"/>
                    <a:gd name="T30" fmla="*/ 22 w 34"/>
                    <a:gd name="T31" fmla="*/ 34 h 36"/>
                    <a:gd name="T32" fmla="*/ 27 w 34"/>
                    <a:gd name="T33" fmla="*/ 29 h 36"/>
                    <a:gd name="T34" fmla="*/ 30 w 34"/>
                    <a:gd name="T35" fmla="*/ 20 h 36"/>
                    <a:gd name="T36" fmla="*/ 34 w 34"/>
                    <a:gd name="T37" fmla="*/ 0 h 36"/>
                    <a:gd name="T38" fmla="*/ 26 w 34"/>
                    <a:gd name="T39" fmla="*/ 0 h 36"/>
                    <a:gd name="T40" fmla="*/ 22 w 34"/>
                    <a:gd name="T41" fmla="*/ 2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4" h="36">
                      <a:moveTo>
                        <a:pt x="22" y="20"/>
                      </a:moveTo>
                      <a:cubicBezTo>
                        <a:pt x="22" y="23"/>
                        <a:pt x="21" y="25"/>
                        <a:pt x="20" y="26"/>
                      </a:cubicBezTo>
                      <a:cubicBezTo>
                        <a:pt x="20" y="28"/>
                        <a:pt x="19" y="29"/>
                        <a:pt x="18" y="29"/>
                      </a:cubicBezTo>
                      <a:cubicBezTo>
                        <a:pt x="17" y="30"/>
                        <a:pt x="15" y="30"/>
                        <a:pt x="13" y="30"/>
                      </a:cubicBezTo>
                      <a:cubicBezTo>
                        <a:pt x="11" y="30"/>
                        <a:pt x="10" y="30"/>
                        <a:pt x="9" y="29"/>
                      </a:cubicBezTo>
                      <a:cubicBezTo>
                        <a:pt x="8" y="28"/>
                        <a:pt x="7" y="27"/>
                        <a:pt x="7" y="25"/>
                      </a:cubicBezTo>
                      <a:cubicBezTo>
                        <a:pt x="7" y="25"/>
                        <a:pt x="7" y="25"/>
                        <a:pt x="7" y="24"/>
                      </a:cubicBezTo>
                      <a:cubicBezTo>
                        <a:pt x="8" y="19"/>
                        <a:pt x="8" y="19"/>
                        <a:pt x="8" y="19"/>
                      </a:cubicBezTo>
                      <a:cubicBezTo>
                        <a:pt x="12" y="0"/>
                        <a:pt x="12" y="0"/>
                        <a:pt x="12" y="0"/>
                      </a:cubicBezTo>
                      <a:cubicBezTo>
                        <a:pt x="5" y="0"/>
                        <a:pt x="5" y="0"/>
                        <a:pt x="5" y="0"/>
                      </a:cubicBezTo>
                      <a:cubicBezTo>
                        <a:pt x="1" y="19"/>
                        <a:pt x="1" y="19"/>
                        <a:pt x="1" y="19"/>
                      </a:cubicBezTo>
                      <a:cubicBezTo>
                        <a:pt x="1" y="21"/>
                        <a:pt x="0" y="23"/>
                        <a:pt x="0" y="23"/>
                      </a:cubicBezTo>
                      <a:cubicBezTo>
                        <a:pt x="0" y="24"/>
                        <a:pt x="0" y="25"/>
                        <a:pt x="0" y="25"/>
                      </a:cubicBezTo>
                      <a:cubicBezTo>
                        <a:pt x="0" y="29"/>
                        <a:pt x="1" y="31"/>
                        <a:pt x="3" y="33"/>
                      </a:cubicBezTo>
                      <a:cubicBezTo>
                        <a:pt x="6" y="35"/>
                        <a:pt x="9" y="36"/>
                        <a:pt x="13" y="36"/>
                      </a:cubicBezTo>
                      <a:cubicBezTo>
                        <a:pt x="16" y="36"/>
                        <a:pt x="19" y="36"/>
                        <a:pt x="22" y="34"/>
                      </a:cubicBezTo>
                      <a:cubicBezTo>
                        <a:pt x="24" y="33"/>
                        <a:pt x="25" y="31"/>
                        <a:pt x="27" y="29"/>
                      </a:cubicBezTo>
                      <a:cubicBezTo>
                        <a:pt x="28" y="27"/>
                        <a:pt x="29" y="24"/>
                        <a:pt x="30" y="20"/>
                      </a:cubicBezTo>
                      <a:cubicBezTo>
                        <a:pt x="34" y="0"/>
                        <a:pt x="34" y="0"/>
                        <a:pt x="34" y="0"/>
                      </a:cubicBezTo>
                      <a:cubicBezTo>
                        <a:pt x="26" y="0"/>
                        <a:pt x="26" y="0"/>
                        <a:pt x="26" y="0"/>
                      </a:cubicBezTo>
                      <a:lnTo>
                        <a:pt x="22" y="2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2" name="îṣḻîḑê"/>
                <p:cNvSpPr/>
                <p:nvPr/>
              </p:nvSpPr>
              <p:spPr bwMode="auto">
                <a:xfrm>
                  <a:off x="7248526" y="3521075"/>
                  <a:ext cx="114300" cy="119063"/>
                </a:xfrm>
                <a:custGeom>
                  <a:avLst/>
                  <a:gdLst>
                    <a:gd name="T0" fmla="*/ 58 w 72"/>
                    <a:gd name="T1" fmla="*/ 0 h 75"/>
                    <a:gd name="T2" fmla="*/ 52 w 72"/>
                    <a:gd name="T3" fmla="*/ 29 h 75"/>
                    <a:gd name="T4" fmla="*/ 22 w 72"/>
                    <a:gd name="T5" fmla="*/ 29 h 75"/>
                    <a:gd name="T6" fmla="*/ 29 w 72"/>
                    <a:gd name="T7" fmla="*/ 0 h 75"/>
                    <a:gd name="T8" fmla="*/ 14 w 72"/>
                    <a:gd name="T9" fmla="*/ 0 h 75"/>
                    <a:gd name="T10" fmla="*/ 0 w 72"/>
                    <a:gd name="T11" fmla="*/ 75 h 75"/>
                    <a:gd name="T12" fmla="*/ 14 w 72"/>
                    <a:gd name="T13" fmla="*/ 75 h 75"/>
                    <a:gd name="T14" fmla="*/ 20 w 72"/>
                    <a:gd name="T15" fmla="*/ 42 h 75"/>
                    <a:gd name="T16" fmla="*/ 50 w 72"/>
                    <a:gd name="T17" fmla="*/ 42 h 75"/>
                    <a:gd name="T18" fmla="*/ 43 w 72"/>
                    <a:gd name="T19" fmla="*/ 75 h 75"/>
                    <a:gd name="T20" fmla="*/ 58 w 72"/>
                    <a:gd name="T21" fmla="*/ 75 h 75"/>
                    <a:gd name="T22" fmla="*/ 72 w 72"/>
                    <a:gd name="T23" fmla="*/ 0 h 75"/>
                    <a:gd name="T24" fmla="*/ 58 w 72"/>
                    <a:gd name="T25"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2" h="75">
                      <a:moveTo>
                        <a:pt x="58" y="0"/>
                      </a:moveTo>
                      <a:lnTo>
                        <a:pt x="52" y="29"/>
                      </a:lnTo>
                      <a:lnTo>
                        <a:pt x="22" y="29"/>
                      </a:lnTo>
                      <a:lnTo>
                        <a:pt x="29" y="0"/>
                      </a:lnTo>
                      <a:lnTo>
                        <a:pt x="14" y="0"/>
                      </a:lnTo>
                      <a:lnTo>
                        <a:pt x="0" y="75"/>
                      </a:lnTo>
                      <a:lnTo>
                        <a:pt x="14" y="75"/>
                      </a:lnTo>
                      <a:lnTo>
                        <a:pt x="20" y="42"/>
                      </a:lnTo>
                      <a:lnTo>
                        <a:pt x="50" y="42"/>
                      </a:lnTo>
                      <a:lnTo>
                        <a:pt x="43" y="75"/>
                      </a:lnTo>
                      <a:lnTo>
                        <a:pt x="58" y="75"/>
                      </a:lnTo>
                      <a:lnTo>
                        <a:pt x="72" y="0"/>
                      </a:lnTo>
                      <a:lnTo>
                        <a:pt x="58"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3" name="ïṥlíḑê"/>
                <p:cNvSpPr/>
                <p:nvPr/>
              </p:nvSpPr>
              <p:spPr bwMode="auto">
                <a:xfrm>
                  <a:off x="7356476" y="3521075"/>
                  <a:ext cx="112713" cy="119063"/>
                </a:xfrm>
                <a:custGeom>
                  <a:avLst/>
                  <a:gdLst>
                    <a:gd name="T0" fmla="*/ 42 w 71"/>
                    <a:gd name="T1" fmla="*/ 0 h 75"/>
                    <a:gd name="T2" fmla="*/ 0 w 71"/>
                    <a:gd name="T3" fmla="*/ 75 h 75"/>
                    <a:gd name="T4" fmla="*/ 15 w 71"/>
                    <a:gd name="T5" fmla="*/ 75 h 75"/>
                    <a:gd name="T6" fmla="*/ 23 w 71"/>
                    <a:gd name="T7" fmla="*/ 59 h 75"/>
                    <a:gd name="T8" fmla="*/ 54 w 71"/>
                    <a:gd name="T9" fmla="*/ 59 h 75"/>
                    <a:gd name="T10" fmla="*/ 56 w 71"/>
                    <a:gd name="T11" fmla="*/ 75 h 75"/>
                    <a:gd name="T12" fmla="*/ 71 w 71"/>
                    <a:gd name="T13" fmla="*/ 75 h 75"/>
                    <a:gd name="T14" fmla="*/ 58 w 71"/>
                    <a:gd name="T15" fmla="*/ 0 h 75"/>
                    <a:gd name="T16" fmla="*/ 42 w 71"/>
                    <a:gd name="T17" fmla="*/ 0 h 75"/>
                    <a:gd name="T18" fmla="*/ 29 w 71"/>
                    <a:gd name="T19" fmla="*/ 46 h 75"/>
                    <a:gd name="T20" fmla="*/ 48 w 71"/>
                    <a:gd name="T21" fmla="*/ 17 h 75"/>
                    <a:gd name="T22" fmla="*/ 52 w 71"/>
                    <a:gd name="T23" fmla="*/ 46 h 75"/>
                    <a:gd name="T24" fmla="*/ 29 w 71"/>
                    <a:gd name="T25" fmla="*/ 4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75">
                      <a:moveTo>
                        <a:pt x="42" y="0"/>
                      </a:moveTo>
                      <a:lnTo>
                        <a:pt x="0" y="75"/>
                      </a:lnTo>
                      <a:lnTo>
                        <a:pt x="15" y="75"/>
                      </a:lnTo>
                      <a:lnTo>
                        <a:pt x="23" y="59"/>
                      </a:lnTo>
                      <a:lnTo>
                        <a:pt x="54" y="59"/>
                      </a:lnTo>
                      <a:lnTo>
                        <a:pt x="56" y="75"/>
                      </a:lnTo>
                      <a:lnTo>
                        <a:pt x="71" y="75"/>
                      </a:lnTo>
                      <a:lnTo>
                        <a:pt x="58" y="0"/>
                      </a:lnTo>
                      <a:lnTo>
                        <a:pt x="42" y="0"/>
                      </a:lnTo>
                      <a:close/>
                      <a:moveTo>
                        <a:pt x="29" y="46"/>
                      </a:moveTo>
                      <a:lnTo>
                        <a:pt x="48" y="17"/>
                      </a:lnTo>
                      <a:lnTo>
                        <a:pt x="52" y="46"/>
                      </a:lnTo>
                      <a:lnTo>
                        <a:pt x="29" y="46"/>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4" name="îş1íḋe"/>
                <p:cNvSpPr/>
                <p:nvPr/>
              </p:nvSpPr>
              <p:spPr bwMode="auto">
                <a:xfrm>
                  <a:off x="7481888" y="3521075"/>
                  <a:ext cx="119063" cy="119063"/>
                </a:xfrm>
                <a:custGeom>
                  <a:avLst/>
                  <a:gdLst>
                    <a:gd name="T0" fmla="*/ 50 w 75"/>
                    <a:gd name="T1" fmla="*/ 50 h 75"/>
                    <a:gd name="T2" fmla="*/ 31 w 75"/>
                    <a:gd name="T3" fmla="*/ 0 h 75"/>
                    <a:gd name="T4" fmla="*/ 17 w 75"/>
                    <a:gd name="T5" fmla="*/ 0 h 75"/>
                    <a:gd name="T6" fmla="*/ 0 w 75"/>
                    <a:gd name="T7" fmla="*/ 75 h 75"/>
                    <a:gd name="T8" fmla="*/ 15 w 75"/>
                    <a:gd name="T9" fmla="*/ 75 h 75"/>
                    <a:gd name="T10" fmla="*/ 25 w 75"/>
                    <a:gd name="T11" fmla="*/ 25 h 75"/>
                    <a:gd name="T12" fmla="*/ 46 w 75"/>
                    <a:gd name="T13" fmla="*/ 75 h 75"/>
                    <a:gd name="T14" fmla="*/ 58 w 75"/>
                    <a:gd name="T15" fmla="*/ 75 h 75"/>
                    <a:gd name="T16" fmla="*/ 75 w 75"/>
                    <a:gd name="T17" fmla="*/ 0 h 75"/>
                    <a:gd name="T18" fmla="*/ 61 w 75"/>
                    <a:gd name="T19" fmla="*/ 0 h 75"/>
                    <a:gd name="T20" fmla="*/ 50 w 75"/>
                    <a:gd name="T21" fmla="*/ 5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5" h="75">
                      <a:moveTo>
                        <a:pt x="50" y="50"/>
                      </a:moveTo>
                      <a:lnTo>
                        <a:pt x="31" y="0"/>
                      </a:lnTo>
                      <a:lnTo>
                        <a:pt x="17" y="0"/>
                      </a:lnTo>
                      <a:lnTo>
                        <a:pt x="0" y="75"/>
                      </a:lnTo>
                      <a:lnTo>
                        <a:pt x="15" y="75"/>
                      </a:lnTo>
                      <a:lnTo>
                        <a:pt x="25" y="25"/>
                      </a:lnTo>
                      <a:lnTo>
                        <a:pt x="46" y="75"/>
                      </a:lnTo>
                      <a:lnTo>
                        <a:pt x="58" y="75"/>
                      </a:lnTo>
                      <a:lnTo>
                        <a:pt x="75" y="0"/>
                      </a:lnTo>
                      <a:lnTo>
                        <a:pt x="61" y="0"/>
                      </a:lnTo>
                      <a:lnTo>
                        <a:pt x="50" y="5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5" name="îş1ïḋe"/>
                <p:cNvSpPr/>
                <p:nvPr/>
              </p:nvSpPr>
              <p:spPr bwMode="auto">
                <a:xfrm>
                  <a:off x="7653338" y="3521075"/>
                  <a:ext cx="112713" cy="119063"/>
                </a:xfrm>
                <a:custGeom>
                  <a:avLst/>
                  <a:gdLst>
                    <a:gd name="T0" fmla="*/ 22 w 34"/>
                    <a:gd name="T1" fmla="*/ 20 h 36"/>
                    <a:gd name="T2" fmla="*/ 20 w 34"/>
                    <a:gd name="T3" fmla="*/ 26 h 36"/>
                    <a:gd name="T4" fmla="*/ 18 w 34"/>
                    <a:gd name="T5" fmla="*/ 29 h 36"/>
                    <a:gd name="T6" fmla="*/ 13 w 34"/>
                    <a:gd name="T7" fmla="*/ 30 h 36"/>
                    <a:gd name="T8" fmla="*/ 9 w 34"/>
                    <a:gd name="T9" fmla="*/ 29 h 36"/>
                    <a:gd name="T10" fmla="*/ 7 w 34"/>
                    <a:gd name="T11" fmla="*/ 25 h 36"/>
                    <a:gd name="T12" fmla="*/ 7 w 34"/>
                    <a:gd name="T13" fmla="*/ 24 h 36"/>
                    <a:gd name="T14" fmla="*/ 8 w 34"/>
                    <a:gd name="T15" fmla="*/ 19 h 36"/>
                    <a:gd name="T16" fmla="*/ 12 w 34"/>
                    <a:gd name="T17" fmla="*/ 0 h 36"/>
                    <a:gd name="T18" fmla="*/ 5 w 34"/>
                    <a:gd name="T19" fmla="*/ 0 h 36"/>
                    <a:gd name="T20" fmla="*/ 1 w 34"/>
                    <a:gd name="T21" fmla="*/ 19 h 36"/>
                    <a:gd name="T22" fmla="*/ 0 w 34"/>
                    <a:gd name="T23" fmla="*/ 23 h 36"/>
                    <a:gd name="T24" fmla="*/ 0 w 34"/>
                    <a:gd name="T25" fmla="*/ 25 h 36"/>
                    <a:gd name="T26" fmla="*/ 3 w 34"/>
                    <a:gd name="T27" fmla="*/ 33 h 36"/>
                    <a:gd name="T28" fmla="*/ 13 w 34"/>
                    <a:gd name="T29" fmla="*/ 36 h 36"/>
                    <a:gd name="T30" fmla="*/ 22 w 34"/>
                    <a:gd name="T31" fmla="*/ 34 h 36"/>
                    <a:gd name="T32" fmla="*/ 27 w 34"/>
                    <a:gd name="T33" fmla="*/ 29 h 36"/>
                    <a:gd name="T34" fmla="*/ 30 w 34"/>
                    <a:gd name="T35" fmla="*/ 20 h 36"/>
                    <a:gd name="T36" fmla="*/ 34 w 34"/>
                    <a:gd name="T37" fmla="*/ 0 h 36"/>
                    <a:gd name="T38" fmla="*/ 26 w 34"/>
                    <a:gd name="T39" fmla="*/ 0 h 36"/>
                    <a:gd name="T40" fmla="*/ 22 w 34"/>
                    <a:gd name="T41" fmla="*/ 2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4" h="36">
                      <a:moveTo>
                        <a:pt x="22" y="20"/>
                      </a:moveTo>
                      <a:cubicBezTo>
                        <a:pt x="22" y="23"/>
                        <a:pt x="21" y="25"/>
                        <a:pt x="20" y="26"/>
                      </a:cubicBezTo>
                      <a:cubicBezTo>
                        <a:pt x="20" y="28"/>
                        <a:pt x="19" y="29"/>
                        <a:pt x="18" y="29"/>
                      </a:cubicBezTo>
                      <a:cubicBezTo>
                        <a:pt x="17" y="30"/>
                        <a:pt x="15" y="30"/>
                        <a:pt x="13" y="30"/>
                      </a:cubicBezTo>
                      <a:cubicBezTo>
                        <a:pt x="11" y="30"/>
                        <a:pt x="10" y="30"/>
                        <a:pt x="9" y="29"/>
                      </a:cubicBezTo>
                      <a:cubicBezTo>
                        <a:pt x="8" y="28"/>
                        <a:pt x="7" y="27"/>
                        <a:pt x="7" y="25"/>
                      </a:cubicBezTo>
                      <a:cubicBezTo>
                        <a:pt x="7" y="25"/>
                        <a:pt x="7" y="25"/>
                        <a:pt x="7" y="24"/>
                      </a:cubicBezTo>
                      <a:cubicBezTo>
                        <a:pt x="8" y="19"/>
                        <a:pt x="8" y="19"/>
                        <a:pt x="8" y="19"/>
                      </a:cubicBezTo>
                      <a:cubicBezTo>
                        <a:pt x="12" y="0"/>
                        <a:pt x="12" y="0"/>
                        <a:pt x="12" y="0"/>
                      </a:cubicBezTo>
                      <a:cubicBezTo>
                        <a:pt x="5" y="0"/>
                        <a:pt x="5" y="0"/>
                        <a:pt x="5" y="0"/>
                      </a:cubicBezTo>
                      <a:cubicBezTo>
                        <a:pt x="1" y="19"/>
                        <a:pt x="1" y="19"/>
                        <a:pt x="1" y="19"/>
                      </a:cubicBezTo>
                      <a:cubicBezTo>
                        <a:pt x="1" y="21"/>
                        <a:pt x="0" y="23"/>
                        <a:pt x="0" y="23"/>
                      </a:cubicBezTo>
                      <a:cubicBezTo>
                        <a:pt x="0" y="24"/>
                        <a:pt x="0" y="25"/>
                        <a:pt x="0" y="25"/>
                      </a:cubicBezTo>
                      <a:cubicBezTo>
                        <a:pt x="0" y="29"/>
                        <a:pt x="1" y="31"/>
                        <a:pt x="3" y="33"/>
                      </a:cubicBezTo>
                      <a:cubicBezTo>
                        <a:pt x="6" y="35"/>
                        <a:pt x="9" y="36"/>
                        <a:pt x="13" y="36"/>
                      </a:cubicBezTo>
                      <a:cubicBezTo>
                        <a:pt x="16" y="36"/>
                        <a:pt x="19" y="36"/>
                        <a:pt x="22" y="34"/>
                      </a:cubicBezTo>
                      <a:cubicBezTo>
                        <a:pt x="24" y="33"/>
                        <a:pt x="25" y="31"/>
                        <a:pt x="27" y="29"/>
                      </a:cubicBezTo>
                      <a:cubicBezTo>
                        <a:pt x="28" y="27"/>
                        <a:pt x="29" y="24"/>
                        <a:pt x="30" y="20"/>
                      </a:cubicBezTo>
                      <a:cubicBezTo>
                        <a:pt x="34" y="0"/>
                        <a:pt x="34" y="0"/>
                        <a:pt x="34" y="0"/>
                      </a:cubicBezTo>
                      <a:cubicBezTo>
                        <a:pt x="26" y="0"/>
                        <a:pt x="26" y="0"/>
                        <a:pt x="26" y="0"/>
                      </a:cubicBezTo>
                      <a:lnTo>
                        <a:pt x="22" y="2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6" name="íšlídè"/>
                <p:cNvSpPr/>
                <p:nvPr/>
              </p:nvSpPr>
              <p:spPr bwMode="auto">
                <a:xfrm>
                  <a:off x="7766051" y="3521075"/>
                  <a:ext cx="115888" cy="119063"/>
                </a:xfrm>
                <a:custGeom>
                  <a:avLst/>
                  <a:gdLst>
                    <a:gd name="T0" fmla="*/ 58 w 73"/>
                    <a:gd name="T1" fmla="*/ 0 h 75"/>
                    <a:gd name="T2" fmla="*/ 50 w 73"/>
                    <a:gd name="T3" fmla="*/ 50 h 75"/>
                    <a:gd name="T4" fmla="*/ 29 w 73"/>
                    <a:gd name="T5" fmla="*/ 0 h 75"/>
                    <a:gd name="T6" fmla="*/ 15 w 73"/>
                    <a:gd name="T7" fmla="*/ 0 h 75"/>
                    <a:gd name="T8" fmla="*/ 0 w 73"/>
                    <a:gd name="T9" fmla="*/ 75 h 75"/>
                    <a:gd name="T10" fmla="*/ 13 w 73"/>
                    <a:gd name="T11" fmla="*/ 75 h 75"/>
                    <a:gd name="T12" fmla="*/ 23 w 73"/>
                    <a:gd name="T13" fmla="*/ 25 h 75"/>
                    <a:gd name="T14" fmla="*/ 44 w 73"/>
                    <a:gd name="T15" fmla="*/ 75 h 75"/>
                    <a:gd name="T16" fmla="*/ 58 w 73"/>
                    <a:gd name="T17" fmla="*/ 75 h 75"/>
                    <a:gd name="T18" fmla="*/ 73 w 73"/>
                    <a:gd name="T19" fmla="*/ 0 h 75"/>
                    <a:gd name="T20" fmla="*/ 58 w 73"/>
                    <a:gd name="T21"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3" h="75">
                      <a:moveTo>
                        <a:pt x="58" y="0"/>
                      </a:moveTo>
                      <a:lnTo>
                        <a:pt x="50" y="50"/>
                      </a:lnTo>
                      <a:lnTo>
                        <a:pt x="29" y="0"/>
                      </a:lnTo>
                      <a:lnTo>
                        <a:pt x="15" y="0"/>
                      </a:lnTo>
                      <a:lnTo>
                        <a:pt x="0" y="75"/>
                      </a:lnTo>
                      <a:lnTo>
                        <a:pt x="13" y="75"/>
                      </a:lnTo>
                      <a:lnTo>
                        <a:pt x="23" y="25"/>
                      </a:lnTo>
                      <a:lnTo>
                        <a:pt x="44" y="75"/>
                      </a:lnTo>
                      <a:lnTo>
                        <a:pt x="58" y="75"/>
                      </a:lnTo>
                      <a:lnTo>
                        <a:pt x="73" y="0"/>
                      </a:lnTo>
                      <a:lnTo>
                        <a:pt x="58"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7" name="îṣḻîďe"/>
                <p:cNvSpPr/>
                <p:nvPr/>
              </p:nvSpPr>
              <p:spPr bwMode="auto">
                <a:xfrm>
                  <a:off x="7881938" y="3521075"/>
                  <a:ext cx="49213" cy="119063"/>
                </a:xfrm>
                <a:custGeom>
                  <a:avLst/>
                  <a:gdLst>
                    <a:gd name="T0" fmla="*/ 0 w 31"/>
                    <a:gd name="T1" fmla="*/ 75 h 75"/>
                    <a:gd name="T2" fmla="*/ 14 w 31"/>
                    <a:gd name="T3" fmla="*/ 75 h 75"/>
                    <a:gd name="T4" fmla="*/ 31 w 31"/>
                    <a:gd name="T5" fmla="*/ 0 h 75"/>
                    <a:gd name="T6" fmla="*/ 14 w 31"/>
                    <a:gd name="T7" fmla="*/ 0 h 75"/>
                    <a:gd name="T8" fmla="*/ 0 w 31"/>
                    <a:gd name="T9" fmla="*/ 75 h 75"/>
                  </a:gdLst>
                  <a:ahLst/>
                  <a:cxnLst>
                    <a:cxn ang="0">
                      <a:pos x="T0" y="T1"/>
                    </a:cxn>
                    <a:cxn ang="0">
                      <a:pos x="T2" y="T3"/>
                    </a:cxn>
                    <a:cxn ang="0">
                      <a:pos x="T4" y="T5"/>
                    </a:cxn>
                    <a:cxn ang="0">
                      <a:pos x="T6" y="T7"/>
                    </a:cxn>
                    <a:cxn ang="0">
                      <a:pos x="T8" y="T9"/>
                    </a:cxn>
                  </a:cxnLst>
                  <a:rect l="0" t="0" r="r" b="b"/>
                  <a:pathLst>
                    <a:path w="31" h="75">
                      <a:moveTo>
                        <a:pt x="0" y="75"/>
                      </a:moveTo>
                      <a:lnTo>
                        <a:pt x="14" y="75"/>
                      </a:lnTo>
                      <a:lnTo>
                        <a:pt x="31" y="0"/>
                      </a:lnTo>
                      <a:lnTo>
                        <a:pt x="14" y="0"/>
                      </a:lnTo>
                      <a:lnTo>
                        <a:pt x="0" y="75"/>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8" name="íŝḻiḋè"/>
                <p:cNvSpPr/>
                <p:nvPr/>
              </p:nvSpPr>
              <p:spPr bwMode="auto">
                <a:xfrm>
                  <a:off x="7940676" y="3521075"/>
                  <a:ext cx="109538" cy="119063"/>
                </a:xfrm>
                <a:custGeom>
                  <a:avLst/>
                  <a:gdLst>
                    <a:gd name="T0" fmla="*/ 54 w 69"/>
                    <a:gd name="T1" fmla="*/ 0 h 75"/>
                    <a:gd name="T2" fmla="*/ 23 w 69"/>
                    <a:gd name="T3" fmla="*/ 57 h 75"/>
                    <a:gd name="T4" fmla="*/ 15 w 69"/>
                    <a:gd name="T5" fmla="*/ 0 h 75"/>
                    <a:gd name="T6" fmla="*/ 0 w 69"/>
                    <a:gd name="T7" fmla="*/ 0 h 75"/>
                    <a:gd name="T8" fmla="*/ 13 w 69"/>
                    <a:gd name="T9" fmla="*/ 75 h 75"/>
                    <a:gd name="T10" fmla="*/ 29 w 69"/>
                    <a:gd name="T11" fmla="*/ 75 h 75"/>
                    <a:gd name="T12" fmla="*/ 69 w 69"/>
                    <a:gd name="T13" fmla="*/ 0 h 75"/>
                    <a:gd name="T14" fmla="*/ 54 w 69"/>
                    <a:gd name="T15" fmla="*/ 0 h 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9" h="75">
                      <a:moveTo>
                        <a:pt x="54" y="0"/>
                      </a:moveTo>
                      <a:lnTo>
                        <a:pt x="23" y="57"/>
                      </a:lnTo>
                      <a:lnTo>
                        <a:pt x="15" y="0"/>
                      </a:lnTo>
                      <a:lnTo>
                        <a:pt x="0" y="0"/>
                      </a:lnTo>
                      <a:lnTo>
                        <a:pt x="13" y="75"/>
                      </a:lnTo>
                      <a:lnTo>
                        <a:pt x="29" y="75"/>
                      </a:lnTo>
                      <a:lnTo>
                        <a:pt x="69" y="0"/>
                      </a:lnTo>
                      <a:lnTo>
                        <a:pt x="54"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9" name="î$ḷíďé"/>
                <p:cNvSpPr/>
                <p:nvPr/>
              </p:nvSpPr>
              <p:spPr bwMode="auto">
                <a:xfrm>
                  <a:off x="8037513" y="3521075"/>
                  <a:ext cx="111125" cy="119063"/>
                </a:xfrm>
                <a:custGeom>
                  <a:avLst/>
                  <a:gdLst>
                    <a:gd name="T0" fmla="*/ 68 w 70"/>
                    <a:gd name="T1" fmla="*/ 12 h 75"/>
                    <a:gd name="T2" fmla="*/ 70 w 70"/>
                    <a:gd name="T3" fmla="*/ 0 h 75"/>
                    <a:gd name="T4" fmla="*/ 16 w 70"/>
                    <a:gd name="T5" fmla="*/ 0 h 75"/>
                    <a:gd name="T6" fmla="*/ 0 w 70"/>
                    <a:gd name="T7" fmla="*/ 75 h 75"/>
                    <a:gd name="T8" fmla="*/ 58 w 70"/>
                    <a:gd name="T9" fmla="*/ 75 h 75"/>
                    <a:gd name="T10" fmla="*/ 60 w 70"/>
                    <a:gd name="T11" fmla="*/ 63 h 75"/>
                    <a:gd name="T12" fmla="*/ 16 w 70"/>
                    <a:gd name="T13" fmla="*/ 63 h 75"/>
                    <a:gd name="T14" fmla="*/ 22 w 70"/>
                    <a:gd name="T15" fmla="*/ 42 h 75"/>
                    <a:gd name="T16" fmla="*/ 60 w 70"/>
                    <a:gd name="T17" fmla="*/ 42 h 75"/>
                    <a:gd name="T18" fmla="*/ 62 w 70"/>
                    <a:gd name="T19" fmla="*/ 29 h 75"/>
                    <a:gd name="T20" fmla="*/ 24 w 70"/>
                    <a:gd name="T21" fmla="*/ 29 h 75"/>
                    <a:gd name="T22" fmla="*/ 29 w 70"/>
                    <a:gd name="T23" fmla="*/ 12 h 75"/>
                    <a:gd name="T24" fmla="*/ 68 w 70"/>
                    <a:gd name="T25" fmla="*/ 12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0" h="75">
                      <a:moveTo>
                        <a:pt x="68" y="12"/>
                      </a:moveTo>
                      <a:lnTo>
                        <a:pt x="70" y="0"/>
                      </a:lnTo>
                      <a:lnTo>
                        <a:pt x="16" y="0"/>
                      </a:lnTo>
                      <a:lnTo>
                        <a:pt x="0" y="75"/>
                      </a:lnTo>
                      <a:lnTo>
                        <a:pt x="58" y="75"/>
                      </a:lnTo>
                      <a:lnTo>
                        <a:pt x="60" y="63"/>
                      </a:lnTo>
                      <a:lnTo>
                        <a:pt x="16" y="63"/>
                      </a:lnTo>
                      <a:lnTo>
                        <a:pt x="22" y="42"/>
                      </a:lnTo>
                      <a:lnTo>
                        <a:pt x="60" y="42"/>
                      </a:lnTo>
                      <a:lnTo>
                        <a:pt x="62" y="29"/>
                      </a:lnTo>
                      <a:lnTo>
                        <a:pt x="24" y="29"/>
                      </a:lnTo>
                      <a:lnTo>
                        <a:pt x="29" y="12"/>
                      </a:lnTo>
                      <a:lnTo>
                        <a:pt x="68" y="12"/>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0" name="îṡlîďe"/>
                <p:cNvSpPr/>
                <p:nvPr/>
              </p:nvSpPr>
              <p:spPr bwMode="auto">
                <a:xfrm>
                  <a:off x="8145463" y="3521075"/>
                  <a:ext cx="115888" cy="119063"/>
                </a:xfrm>
                <a:custGeom>
                  <a:avLst/>
                  <a:gdLst>
                    <a:gd name="T0" fmla="*/ 30 w 35"/>
                    <a:gd name="T1" fmla="*/ 1 h 36"/>
                    <a:gd name="T2" fmla="*/ 24 w 35"/>
                    <a:gd name="T3" fmla="*/ 0 h 36"/>
                    <a:gd name="T4" fmla="*/ 8 w 35"/>
                    <a:gd name="T5" fmla="*/ 0 h 36"/>
                    <a:gd name="T6" fmla="*/ 0 w 35"/>
                    <a:gd name="T7" fmla="*/ 36 h 36"/>
                    <a:gd name="T8" fmla="*/ 8 w 35"/>
                    <a:gd name="T9" fmla="*/ 36 h 36"/>
                    <a:gd name="T10" fmla="*/ 11 w 35"/>
                    <a:gd name="T11" fmla="*/ 21 h 36"/>
                    <a:gd name="T12" fmla="*/ 14 w 35"/>
                    <a:gd name="T13" fmla="*/ 21 h 36"/>
                    <a:gd name="T14" fmla="*/ 17 w 35"/>
                    <a:gd name="T15" fmla="*/ 22 h 36"/>
                    <a:gd name="T16" fmla="*/ 21 w 35"/>
                    <a:gd name="T17" fmla="*/ 26 h 36"/>
                    <a:gd name="T18" fmla="*/ 24 w 35"/>
                    <a:gd name="T19" fmla="*/ 36 h 36"/>
                    <a:gd name="T20" fmla="*/ 32 w 35"/>
                    <a:gd name="T21" fmla="*/ 36 h 36"/>
                    <a:gd name="T22" fmla="*/ 27 w 35"/>
                    <a:gd name="T23" fmla="*/ 24 h 36"/>
                    <a:gd name="T24" fmla="*/ 24 w 35"/>
                    <a:gd name="T25" fmla="*/ 21 h 36"/>
                    <a:gd name="T26" fmla="*/ 32 w 35"/>
                    <a:gd name="T27" fmla="*/ 17 h 36"/>
                    <a:gd name="T28" fmla="*/ 35 w 35"/>
                    <a:gd name="T29" fmla="*/ 9 h 36"/>
                    <a:gd name="T30" fmla="*/ 34 w 35"/>
                    <a:gd name="T31" fmla="*/ 4 h 36"/>
                    <a:gd name="T32" fmla="*/ 30 w 35"/>
                    <a:gd name="T33" fmla="*/ 1 h 36"/>
                    <a:gd name="T34" fmla="*/ 27 w 35"/>
                    <a:gd name="T35" fmla="*/ 13 h 36"/>
                    <a:gd name="T36" fmla="*/ 24 w 35"/>
                    <a:gd name="T37" fmla="*/ 15 h 36"/>
                    <a:gd name="T38" fmla="*/ 16 w 35"/>
                    <a:gd name="T39" fmla="*/ 16 h 36"/>
                    <a:gd name="T40" fmla="*/ 12 w 35"/>
                    <a:gd name="T41" fmla="*/ 16 h 36"/>
                    <a:gd name="T42" fmla="*/ 14 w 35"/>
                    <a:gd name="T43" fmla="*/ 6 h 36"/>
                    <a:gd name="T44" fmla="*/ 22 w 35"/>
                    <a:gd name="T45" fmla="*/ 6 h 36"/>
                    <a:gd name="T46" fmla="*/ 26 w 35"/>
                    <a:gd name="T47" fmla="*/ 7 h 36"/>
                    <a:gd name="T48" fmla="*/ 28 w 35"/>
                    <a:gd name="T49" fmla="*/ 10 h 36"/>
                    <a:gd name="T50" fmla="*/ 27 w 35"/>
                    <a:gd name="T51" fmla="*/ 13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5" h="36">
                      <a:moveTo>
                        <a:pt x="30" y="1"/>
                      </a:moveTo>
                      <a:cubicBezTo>
                        <a:pt x="28" y="0"/>
                        <a:pt x="26" y="0"/>
                        <a:pt x="24" y="0"/>
                      </a:cubicBezTo>
                      <a:cubicBezTo>
                        <a:pt x="8" y="0"/>
                        <a:pt x="8" y="0"/>
                        <a:pt x="8" y="0"/>
                      </a:cubicBezTo>
                      <a:cubicBezTo>
                        <a:pt x="0" y="36"/>
                        <a:pt x="0" y="36"/>
                        <a:pt x="0" y="36"/>
                      </a:cubicBezTo>
                      <a:cubicBezTo>
                        <a:pt x="8" y="36"/>
                        <a:pt x="8" y="36"/>
                        <a:pt x="8" y="36"/>
                      </a:cubicBezTo>
                      <a:cubicBezTo>
                        <a:pt x="11" y="21"/>
                        <a:pt x="11" y="21"/>
                        <a:pt x="11" y="21"/>
                      </a:cubicBezTo>
                      <a:cubicBezTo>
                        <a:pt x="14" y="21"/>
                        <a:pt x="14" y="21"/>
                        <a:pt x="14" y="21"/>
                      </a:cubicBezTo>
                      <a:cubicBezTo>
                        <a:pt x="15" y="21"/>
                        <a:pt x="17" y="21"/>
                        <a:pt x="17" y="22"/>
                      </a:cubicBezTo>
                      <a:cubicBezTo>
                        <a:pt x="18" y="22"/>
                        <a:pt x="20" y="24"/>
                        <a:pt x="21" y="26"/>
                      </a:cubicBezTo>
                      <a:cubicBezTo>
                        <a:pt x="22" y="31"/>
                        <a:pt x="24" y="34"/>
                        <a:pt x="24" y="36"/>
                      </a:cubicBezTo>
                      <a:cubicBezTo>
                        <a:pt x="32" y="36"/>
                        <a:pt x="32" y="36"/>
                        <a:pt x="32" y="36"/>
                      </a:cubicBezTo>
                      <a:cubicBezTo>
                        <a:pt x="30" y="31"/>
                        <a:pt x="28" y="27"/>
                        <a:pt x="27" y="24"/>
                      </a:cubicBezTo>
                      <a:cubicBezTo>
                        <a:pt x="26" y="23"/>
                        <a:pt x="25" y="21"/>
                        <a:pt x="24" y="21"/>
                      </a:cubicBezTo>
                      <a:cubicBezTo>
                        <a:pt x="28" y="20"/>
                        <a:pt x="30" y="19"/>
                        <a:pt x="32" y="17"/>
                      </a:cubicBezTo>
                      <a:cubicBezTo>
                        <a:pt x="34" y="15"/>
                        <a:pt x="35" y="13"/>
                        <a:pt x="35" y="9"/>
                      </a:cubicBezTo>
                      <a:cubicBezTo>
                        <a:pt x="35" y="7"/>
                        <a:pt x="34" y="6"/>
                        <a:pt x="34" y="4"/>
                      </a:cubicBezTo>
                      <a:cubicBezTo>
                        <a:pt x="33" y="3"/>
                        <a:pt x="31" y="2"/>
                        <a:pt x="30" y="1"/>
                      </a:cubicBezTo>
                      <a:close/>
                      <a:moveTo>
                        <a:pt x="27" y="13"/>
                      </a:moveTo>
                      <a:cubicBezTo>
                        <a:pt x="26" y="14"/>
                        <a:pt x="25" y="14"/>
                        <a:pt x="24" y="15"/>
                      </a:cubicBezTo>
                      <a:cubicBezTo>
                        <a:pt x="22" y="15"/>
                        <a:pt x="20" y="16"/>
                        <a:pt x="16" y="16"/>
                      </a:cubicBezTo>
                      <a:cubicBezTo>
                        <a:pt x="12" y="16"/>
                        <a:pt x="12" y="16"/>
                        <a:pt x="12" y="16"/>
                      </a:cubicBezTo>
                      <a:cubicBezTo>
                        <a:pt x="14" y="6"/>
                        <a:pt x="14" y="6"/>
                        <a:pt x="14" y="6"/>
                      </a:cubicBezTo>
                      <a:cubicBezTo>
                        <a:pt x="22" y="6"/>
                        <a:pt x="22" y="6"/>
                        <a:pt x="22" y="6"/>
                      </a:cubicBezTo>
                      <a:cubicBezTo>
                        <a:pt x="24" y="6"/>
                        <a:pt x="25" y="6"/>
                        <a:pt x="26" y="7"/>
                      </a:cubicBezTo>
                      <a:cubicBezTo>
                        <a:pt x="27" y="7"/>
                        <a:pt x="28" y="8"/>
                        <a:pt x="28" y="10"/>
                      </a:cubicBezTo>
                      <a:cubicBezTo>
                        <a:pt x="28" y="11"/>
                        <a:pt x="27" y="12"/>
                        <a:pt x="27" y="13"/>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1" name="ïşľîḍé"/>
                <p:cNvSpPr/>
                <p:nvPr/>
              </p:nvSpPr>
              <p:spPr bwMode="auto">
                <a:xfrm>
                  <a:off x="8267701" y="3521075"/>
                  <a:ext cx="98425" cy="119063"/>
                </a:xfrm>
                <a:custGeom>
                  <a:avLst/>
                  <a:gdLst>
                    <a:gd name="T0" fmla="*/ 17 w 30"/>
                    <a:gd name="T1" fmla="*/ 5 h 36"/>
                    <a:gd name="T2" fmla="*/ 22 w 30"/>
                    <a:gd name="T3" fmla="*/ 7 h 36"/>
                    <a:gd name="T4" fmla="*/ 23 w 30"/>
                    <a:gd name="T5" fmla="*/ 11 h 36"/>
                    <a:gd name="T6" fmla="*/ 30 w 30"/>
                    <a:gd name="T7" fmla="*/ 10 h 36"/>
                    <a:gd name="T8" fmla="*/ 27 w 30"/>
                    <a:gd name="T9" fmla="*/ 3 h 36"/>
                    <a:gd name="T10" fmla="*/ 17 w 30"/>
                    <a:gd name="T11" fmla="*/ 0 h 36"/>
                    <a:gd name="T12" fmla="*/ 8 w 30"/>
                    <a:gd name="T13" fmla="*/ 3 h 36"/>
                    <a:gd name="T14" fmla="*/ 4 w 30"/>
                    <a:gd name="T15" fmla="*/ 10 h 36"/>
                    <a:gd name="T16" fmla="*/ 6 w 30"/>
                    <a:gd name="T17" fmla="*/ 14 h 36"/>
                    <a:gd name="T18" fmla="*/ 8 w 30"/>
                    <a:gd name="T19" fmla="*/ 18 h 36"/>
                    <a:gd name="T20" fmla="*/ 15 w 30"/>
                    <a:gd name="T21" fmla="*/ 21 h 36"/>
                    <a:gd name="T22" fmla="*/ 20 w 30"/>
                    <a:gd name="T23" fmla="*/ 23 h 36"/>
                    <a:gd name="T24" fmla="*/ 21 w 30"/>
                    <a:gd name="T25" fmla="*/ 26 h 36"/>
                    <a:gd name="T26" fmla="*/ 19 w 30"/>
                    <a:gd name="T27" fmla="*/ 29 h 36"/>
                    <a:gd name="T28" fmla="*/ 14 w 30"/>
                    <a:gd name="T29" fmla="*/ 30 h 36"/>
                    <a:gd name="T30" fmla="*/ 8 w 30"/>
                    <a:gd name="T31" fmla="*/ 28 h 36"/>
                    <a:gd name="T32" fmla="*/ 7 w 30"/>
                    <a:gd name="T33" fmla="*/ 24 h 36"/>
                    <a:gd name="T34" fmla="*/ 0 w 30"/>
                    <a:gd name="T35" fmla="*/ 24 h 36"/>
                    <a:gd name="T36" fmla="*/ 1 w 30"/>
                    <a:gd name="T37" fmla="*/ 30 h 36"/>
                    <a:gd name="T38" fmla="*/ 6 w 30"/>
                    <a:gd name="T39" fmla="*/ 35 h 36"/>
                    <a:gd name="T40" fmla="*/ 14 w 30"/>
                    <a:gd name="T41" fmla="*/ 36 h 36"/>
                    <a:gd name="T42" fmla="*/ 24 w 30"/>
                    <a:gd name="T43" fmla="*/ 33 h 36"/>
                    <a:gd name="T44" fmla="*/ 28 w 30"/>
                    <a:gd name="T45" fmla="*/ 25 h 36"/>
                    <a:gd name="T46" fmla="*/ 26 w 30"/>
                    <a:gd name="T47" fmla="*/ 19 h 36"/>
                    <a:gd name="T48" fmla="*/ 18 w 30"/>
                    <a:gd name="T49" fmla="*/ 14 h 36"/>
                    <a:gd name="T50" fmla="*/ 13 w 30"/>
                    <a:gd name="T51" fmla="*/ 12 h 36"/>
                    <a:gd name="T52" fmla="*/ 11 w 30"/>
                    <a:gd name="T53" fmla="*/ 9 h 36"/>
                    <a:gd name="T54" fmla="*/ 13 w 30"/>
                    <a:gd name="T55" fmla="*/ 6 h 36"/>
                    <a:gd name="T56" fmla="*/ 17 w 30"/>
                    <a:gd name="T57" fmla="*/ 5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0" h="36">
                      <a:moveTo>
                        <a:pt x="17" y="5"/>
                      </a:moveTo>
                      <a:cubicBezTo>
                        <a:pt x="19" y="5"/>
                        <a:pt x="21" y="6"/>
                        <a:pt x="22" y="7"/>
                      </a:cubicBezTo>
                      <a:cubicBezTo>
                        <a:pt x="23" y="8"/>
                        <a:pt x="23" y="9"/>
                        <a:pt x="23" y="11"/>
                      </a:cubicBezTo>
                      <a:cubicBezTo>
                        <a:pt x="30" y="10"/>
                        <a:pt x="30" y="10"/>
                        <a:pt x="30" y="10"/>
                      </a:cubicBezTo>
                      <a:cubicBezTo>
                        <a:pt x="30" y="7"/>
                        <a:pt x="29" y="4"/>
                        <a:pt x="27" y="3"/>
                      </a:cubicBezTo>
                      <a:cubicBezTo>
                        <a:pt x="24" y="1"/>
                        <a:pt x="21" y="0"/>
                        <a:pt x="17" y="0"/>
                      </a:cubicBezTo>
                      <a:cubicBezTo>
                        <a:pt x="13" y="0"/>
                        <a:pt x="10" y="1"/>
                        <a:pt x="8" y="3"/>
                      </a:cubicBezTo>
                      <a:cubicBezTo>
                        <a:pt x="5" y="5"/>
                        <a:pt x="4" y="7"/>
                        <a:pt x="4" y="10"/>
                      </a:cubicBezTo>
                      <a:cubicBezTo>
                        <a:pt x="4" y="12"/>
                        <a:pt x="5" y="13"/>
                        <a:pt x="6" y="14"/>
                      </a:cubicBezTo>
                      <a:cubicBezTo>
                        <a:pt x="6" y="16"/>
                        <a:pt x="7" y="17"/>
                        <a:pt x="8" y="18"/>
                      </a:cubicBezTo>
                      <a:cubicBezTo>
                        <a:pt x="10" y="18"/>
                        <a:pt x="12" y="19"/>
                        <a:pt x="15" y="21"/>
                      </a:cubicBezTo>
                      <a:cubicBezTo>
                        <a:pt x="17" y="22"/>
                        <a:pt x="19" y="23"/>
                        <a:pt x="20" y="23"/>
                      </a:cubicBezTo>
                      <a:cubicBezTo>
                        <a:pt x="20" y="24"/>
                        <a:pt x="21" y="25"/>
                        <a:pt x="21" y="26"/>
                      </a:cubicBezTo>
                      <a:cubicBezTo>
                        <a:pt x="21" y="27"/>
                        <a:pt x="20" y="28"/>
                        <a:pt x="19" y="29"/>
                      </a:cubicBezTo>
                      <a:cubicBezTo>
                        <a:pt x="18" y="30"/>
                        <a:pt x="16" y="30"/>
                        <a:pt x="14" y="30"/>
                      </a:cubicBezTo>
                      <a:cubicBezTo>
                        <a:pt x="11" y="30"/>
                        <a:pt x="9" y="30"/>
                        <a:pt x="8" y="28"/>
                      </a:cubicBezTo>
                      <a:cubicBezTo>
                        <a:pt x="8" y="28"/>
                        <a:pt x="7" y="26"/>
                        <a:pt x="7" y="24"/>
                      </a:cubicBezTo>
                      <a:cubicBezTo>
                        <a:pt x="0" y="24"/>
                        <a:pt x="0" y="24"/>
                        <a:pt x="0" y="24"/>
                      </a:cubicBezTo>
                      <a:cubicBezTo>
                        <a:pt x="0" y="27"/>
                        <a:pt x="0" y="29"/>
                        <a:pt x="1" y="30"/>
                      </a:cubicBezTo>
                      <a:cubicBezTo>
                        <a:pt x="2" y="32"/>
                        <a:pt x="4" y="34"/>
                        <a:pt x="6" y="35"/>
                      </a:cubicBezTo>
                      <a:cubicBezTo>
                        <a:pt x="8" y="36"/>
                        <a:pt x="11" y="36"/>
                        <a:pt x="14" y="36"/>
                      </a:cubicBezTo>
                      <a:cubicBezTo>
                        <a:pt x="18" y="36"/>
                        <a:pt x="22" y="35"/>
                        <a:pt x="24" y="33"/>
                      </a:cubicBezTo>
                      <a:cubicBezTo>
                        <a:pt x="27" y="31"/>
                        <a:pt x="28" y="28"/>
                        <a:pt x="28" y="25"/>
                      </a:cubicBezTo>
                      <a:cubicBezTo>
                        <a:pt x="28" y="22"/>
                        <a:pt x="27" y="20"/>
                        <a:pt x="26" y="19"/>
                      </a:cubicBezTo>
                      <a:cubicBezTo>
                        <a:pt x="25" y="18"/>
                        <a:pt x="22" y="16"/>
                        <a:pt x="18" y="14"/>
                      </a:cubicBezTo>
                      <a:cubicBezTo>
                        <a:pt x="15" y="13"/>
                        <a:pt x="13" y="12"/>
                        <a:pt x="13" y="12"/>
                      </a:cubicBezTo>
                      <a:cubicBezTo>
                        <a:pt x="12" y="11"/>
                        <a:pt x="11" y="10"/>
                        <a:pt x="11" y="9"/>
                      </a:cubicBezTo>
                      <a:cubicBezTo>
                        <a:pt x="11" y="8"/>
                        <a:pt x="12" y="7"/>
                        <a:pt x="13" y="6"/>
                      </a:cubicBezTo>
                      <a:cubicBezTo>
                        <a:pt x="14" y="6"/>
                        <a:pt x="15" y="5"/>
                        <a:pt x="17" y="5"/>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2" name="îṩľîďe"/>
                <p:cNvSpPr/>
                <p:nvPr/>
              </p:nvSpPr>
              <p:spPr bwMode="auto">
                <a:xfrm>
                  <a:off x="8374063" y="3521075"/>
                  <a:ext cx="46038" cy="119063"/>
                </a:xfrm>
                <a:custGeom>
                  <a:avLst/>
                  <a:gdLst>
                    <a:gd name="T0" fmla="*/ 0 w 29"/>
                    <a:gd name="T1" fmla="*/ 75 h 75"/>
                    <a:gd name="T2" fmla="*/ 14 w 29"/>
                    <a:gd name="T3" fmla="*/ 75 h 75"/>
                    <a:gd name="T4" fmla="*/ 29 w 29"/>
                    <a:gd name="T5" fmla="*/ 0 h 75"/>
                    <a:gd name="T6" fmla="*/ 14 w 29"/>
                    <a:gd name="T7" fmla="*/ 0 h 75"/>
                    <a:gd name="T8" fmla="*/ 0 w 29"/>
                    <a:gd name="T9" fmla="*/ 75 h 75"/>
                  </a:gdLst>
                  <a:ahLst/>
                  <a:cxnLst>
                    <a:cxn ang="0">
                      <a:pos x="T0" y="T1"/>
                    </a:cxn>
                    <a:cxn ang="0">
                      <a:pos x="T2" y="T3"/>
                    </a:cxn>
                    <a:cxn ang="0">
                      <a:pos x="T4" y="T5"/>
                    </a:cxn>
                    <a:cxn ang="0">
                      <a:pos x="T6" y="T7"/>
                    </a:cxn>
                    <a:cxn ang="0">
                      <a:pos x="T8" y="T9"/>
                    </a:cxn>
                  </a:cxnLst>
                  <a:rect l="0" t="0" r="r" b="b"/>
                  <a:pathLst>
                    <a:path w="29" h="75">
                      <a:moveTo>
                        <a:pt x="0" y="75"/>
                      </a:moveTo>
                      <a:lnTo>
                        <a:pt x="14" y="75"/>
                      </a:lnTo>
                      <a:lnTo>
                        <a:pt x="29" y="0"/>
                      </a:lnTo>
                      <a:lnTo>
                        <a:pt x="14" y="0"/>
                      </a:lnTo>
                      <a:lnTo>
                        <a:pt x="0" y="75"/>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3" name="iS1idè"/>
                <p:cNvSpPr/>
                <p:nvPr/>
              </p:nvSpPr>
              <p:spPr bwMode="auto">
                <a:xfrm>
                  <a:off x="8432801" y="3521075"/>
                  <a:ext cx="95250" cy="119063"/>
                </a:xfrm>
                <a:custGeom>
                  <a:avLst/>
                  <a:gdLst>
                    <a:gd name="T0" fmla="*/ 0 w 60"/>
                    <a:gd name="T1" fmla="*/ 12 h 75"/>
                    <a:gd name="T2" fmla="*/ 21 w 60"/>
                    <a:gd name="T3" fmla="*/ 12 h 75"/>
                    <a:gd name="T4" fmla="*/ 8 w 60"/>
                    <a:gd name="T5" fmla="*/ 75 h 75"/>
                    <a:gd name="T6" fmla="*/ 23 w 60"/>
                    <a:gd name="T7" fmla="*/ 75 h 75"/>
                    <a:gd name="T8" fmla="*/ 35 w 60"/>
                    <a:gd name="T9" fmla="*/ 12 h 75"/>
                    <a:gd name="T10" fmla="*/ 58 w 60"/>
                    <a:gd name="T11" fmla="*/ 12 h 75"/>
                    <a:gd name="T12" fmla="*/ 60 w 60"/>
                    <a:gd name="T13" fmla="*/ 0 h 75"/>
                    <a:gd name="T14" fmla="*/ 2 w 60"/>
                    <a:gd name="T15" fmla="*/ 0 h 75"/>
                    <a:gd name="T16" fmla="*/ 0 w 60"/>
                    <a:gd name="T17" fmla="*/ 12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0" h="75">
                      <a:moveTo>
                        <a:pt x="0" y="12"/>
                      </a:moveTo>
                      <a:lnTo>
                        <a:pt x="21" y="12"/>
                      </a:lnTo>
                      <a:lnTo>
                        <a:pt x="8" y="75"/>
                      </a:lnTo>
                      <a:lnTo>
                        <a:pt x="23" y="75"/>
                      </a:lnTo>
                      <a:lnTo>
                        <a:pt x="35" y="12"/>
                      </a:lnTo>
                      <a:lnTo>
                        <a:pt x="58" y="12"/>
                      </a:lnTo>
                      <a:lnTo>
                        <a:pt x="60" y="0"/>
                      </a:lnTo>
                      <a:lnTo>
                        <a:pt x="2" y="0"/>
                      </a:lnTo>
                      <a:lnTo>
                        <a:pt x="0" y="12"/>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4" name="iṣḷîḋe"/>
                <p:cNvSpPr/>
                <p:nvPr/>
              </p:nvSpPr>
              <p:spPr bwMode="auto">
                <a:xfrm>
                  <a:off x="8531226" y="3521075"/>
                  <a:ext cx="109538" cy="119063"/>
                </a:xfrm>
                <a:custGeom>
                  <a:avLst/>
                  <a:gdLst>
                    <a:gd name="T0" fmla="*/ 25 w 33"/>
                    <a:gd name="T1" fmla="*/ 0 h 36"/>
                    <a:gd name="T2" fmla="*/ 19 w 33"/>
                    <a:gd name="T3" fmla="*/ 7 h 36"/>
                    <a:gd name="T4" fmla="*/ 16 w 33"/>
                    <a:gd name="T5" fmla="*/ 12 h 36"/>
                    <a:gd name="T6" fmla="*/ 14 w 33"/>
                    <a:gd name="T7" fmla="*/ 15 h 36"/>
                    <a:gd name="T8" fmla="*/ 12 w 33"/>
                    <a:gd name="T9" fmla="*/ 10 h 36"/>
                    <a:gd name="T10" fmla="*/ 8 w 33"/>
                    <a:gd name="T11" fmla="*/ 0 h 36"/>
                    <a:gd name="T12" fmla="*/ 0 w 33"/>
                    <a:gd name="T13" fmla="*/ 0 h 36"/>
                    <a:gd name="T14" fmla="*/ 10 w 33"/>
                    <a:gd name="T15" fmla="*/ 22 h 36"/>
                    <a:gd name="T16" fmla="*/ 7 w 33"/>
                    <a:gd name="T17" fmla="*/ 36 h 36"/>
                    <a:gd name="T18" fmla="*/ 14 w 33"/>
                    <a:gd name="T19" fmla="*/ 36 h 36"/>
                    <a:gd name="T20" fmla="*/ 17 w 33"/>
                    <a:gd name="T21" fmla="*/ 23 h 36"/>
                    <a:gd name="T22" fmla="*/ 33 w 33"/>
                    <a:gd name="T23" fmla="*/ 0 h 36"/>
                    <a:gd name="T24" fmla="*/ 25 w 33"/>
                    <a:gd name="T25" fmla="*/ 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3" h="36">
                      <a:moveTo>
                        <a:pt x="25" y="0"/>
                      </a:moveTo>
                      <a:cubicBezTo>
                        <a:pt x="19" y="7"/>
                        <a:pt x="19" y="7"/>
                        <a:pt x="19" y="7"/>
                      </a:cubicBezTo>
                      <a:cubicBezTo>
                        <a:pt x="16" y="12"/>
                        <a:pt x="16" y="12"/>
                        <a:pt x="16" y="12"/>
                      </a:cubicBezTo>
                      <a:cubicBezTo>
                        <a:pt x="15" y="13"/>
                        <a:pt x="15" y="14"/>
                        <a:pt x="14" y="15"/>
                      </a:cubicBezTo>
                      <a:cubicBezTo>
                        <a:pt x="14" y="14"/>
                        <a:pt x="13" y="13"/>
                        <a:pt x="12" y="10"/>
                      </a:cubicBezTo>
                      <a:cubicBezTo>
                        <a:pt x="8" y="0"/>
                        <a:pt x="8" y="0"/>
                        <a:pt x="8" y="0"/>
                      </a:cubicBezTo>
                      <a:cubicBezTo>
                        <a:pt x="0" y="0"/>
                        <a:pt x="0" y="0"/>
                        <a:pt x="0" y="0"/>
                      </a:cubicBezTo>
                      <a:cubicBezTo>
                        <a:pt x="10" y="22"/>
                        <a:pt x="10" y="22"/>
                        <a:pt x="10" y="22"/>
                      </a:cubicBezTo>
                      <a:cubicBezTo>
                        <a:pt x="7" y="36"/>
                        <a:pt x="7" y="36"/>
                        <a:pt x="7" y="36"/>
                      </a:cubicBezTo>
                      <a:cubicBezTo>
                        <a:pt x="14" y="36"/>
                        <a:pt x="14" y="36"/>
                        <a:pt x="14" y="36"/>
                      </a:cubicBezTo>
                      <a:cubicBezTo>
                        <a:pt x="17" y="23"/>
                        <a:pt x="17" y="23"/>
                        <a:pt x="17" y="23"/>
                      </a:cubicBezTo>
                      <a:cubicBezTo>
                        <a:pt x="33" y="0"/>
                        <a:pt x="33" y="0"/>
                        <a:pt x="33" y="0"/>
                      </a:cubicBezTo>
                      <a:lnTo>
                        <a:pt x="25"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grpSp>
      <p:cxnSp>
        <p:nvCxnSpPr>
          <p:cNvPr id="4" name="直线连接符 3"/>
          <p:cNvCxnSpPr/>
          <p:nvPr userDrawn="1"/>
        </p:nvCxnSpPr>
        <p:spPr>
          <a:xfrm>
            <a:off x="0" y="1016000"/>
            <a:ext cx="12192000"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pic>
        <p:nvPicPr>
          <p:cNvPr id="110" name="图片 109" descr="图片包含 天空, 户外, 建筑物, 日落&#10;&#10;描述已自动生成"/>
          <p:cNvPicPr>
            <a:picLocks noChangeAspect="1"/>
          </p:cNvPicPr>
          <p:nvPr userDrawn="1"/>
        </p:nvPicPr>
        <p:blipFill rotWithShape="1">
          <a:blip r:embed="rId2" cstate="print">
            <a:extLst>
              <a:ext uri="{BEBA8EAE-BF5A-486C-A8C5-ECC9F3942E4B}">
                <a14:imgProps xmlns:a14="http://schemas.microsoft.com/office/drawing/2010/main">
                  <a14:imgLayer r:embed="rId3">
                    <a14:imgEffect>
                      <a14:backgroundRemoval t="10000" b="99500" l="10000" r="98000">
                        <a14:foregroundMark x1="45583" y1="28625" x2="72750" y2="47875"/>
                        <a14:foregroundMark x1="72750" y1="47875" x2="79000" y2="48875"/>
                        <a14:foregroundMark x1="79000" y1="48875" x2="87083" y2="44750"/>
                        <a14:foregroundMark x1="87083" y1="44750" x2="89333" y2="42875"/>
                        <a14:foregroundMark x1="49697" y1="28104" x2="51500" y2="30625"/>
                        <a14:foregroundMark x1="46583" y1="23750" x2="49595" y2="27961"/>
                        <a14:foregroundMark x1="46917" y1="21000" x2="48333" y2="17125"/>
                        <a14:foregroundMark x1="62917" y1="48125" x2="65250" y2="51750"/>
                        <a14:foregroundMark x1="65250" y1="51750" x2="86750" y2="67750"/>
                        <a14:foregroundMark x1="94417" y1="36500" x2="92917" y2="90875"/>
                        <a14:foregroundMark x1="98000" y1="30875" x2="91667" y2="84250"/>
                        <a14:foregroundMark x1="91667" y1="84250" x2="91333" y2="85500"/>
                        <a14:foregroundMark x1="70000" y1="67000" x2="89333" y2="84250"/>
                        <a14:foregroundMark x1="89333" y1="84250" x2="89333" y2="84250"/>
                        <a14:foregroundMark x1="70500" y1="67000" x2="66333" y2="64125"/>
                        <a14:foregroundMark x1="66333" y1="64125" x2="59333" y2="53500"/>
                        <a14:foregroundMark x1="79333" y1="90625" x2="80167" y2="96250"/>
                        <a14:foregroundMark x1="80167" y1="96250" x2="85167" y2="96625"/>
                        <a14:foregroundMark x1="85167" y1="96625" x2="88083" y2="94625"/>
                        <a14:foregroundMark x1="88083" y1="94625" x2="88167" y2="94625"/>
                        <a14:foregroundMark x1="96750" y1="97500" x2="76750" y2="99500"/>
                        <a14:foregroundMark x1="77799" y1="89875" x2="77667" y2="86250"/>
                        <a14:foregroundMark x1="77984" y1="94938" x2="77927" y2="93375"/>
                        <a14:foregroundMark x1="78000" y1="95375" x2="78056" y2="96909"/>
                        <a14:foregroundMark x1="68667" y1="40875" x2="68417" y2="41125"/>
                        <a14:backgroundMark x1="77667" y1="89875" x2="77667" y2="93375"/>
                        <a14:backgroundMark x1="77833" y1="95625" x2="78167" y2="90625"/>
                        <a14:backgroundMark x1="78500" y1="96125" x2="79000" y2="90375"/>
                        <a14:backgroundMark x1="19833" y1="30625" x2="46417" y2="71000"/>
                        <a14:backgroundMark x1="46417" y1="71000" x2="46417" y2="71000"/>
                        <a14:backgroundMark x1="17000" y1="72500" x2="23583" y2="72625"/>
                        <a14:backgroundMark x1="23583" y1="72625" x2="37833" y2="71875"/>
                        <a14:backgroundMark x1="37833" y1="71875" x2="57167" y2="75375"/>
                        <a14:backgroundMark x1="61667" y1="37000" x2="62000" y2="37375"/>
                        <a14:backgroundMark x1="66667" y1="39375" x2="66917" y2="39750"/>
                        <a14:backgroundMark x1="50917" y1="27125" x2="51000" y2="27625"/>
                      </a14:backgroundRemoval>
                    </a14:imgEffect>
                    <a14:imgEffect>
                      <a14:brightnessContrast bright="72000"/>
                    </a14:imgEffect>
                    <a14:imgEffect>
                      <a14:colorTemperature colorTemp="9660"/>
                    </a14:imgEffect>
                    <a14:imgEffect>
                      <a14:saturation sat="111000"/>
                    </a14:imgEffect>
                  </a14:imgLayer>
                </a14:imgProps>
              </a:ext>
              <a:ext uri="{28A0092B-C50C-407E-A947-70E740481C1C}">
                <a14:useLocalDpi xmlns:a14="http://schemas.microsoft.com/office/drawing/2010/main" val="0"/>
              </a:ext>
            </a:extLst>
          </a:blip>
          <a:srcRect l="38743" t="8413"/>
          <a:stretch>
            <a:fillRect/>
          </a:stretch>
        </p:blipFill>
        <p:spPr>
          <a:xfrm flipH="1">
            <a:off x="-1" y="60500"/>
            <a:ext cx="958611" cy="955500"/>
          </a:xfrm>
          <a:prstGeom prst="rect">
            <a:avLst/>
          </a:prstGeom>
        </p:spPr>
      </p:pic>
      <p:grpSp>
        <p:nvGrpSpPr>
          <p:cNvPr id="108" name="组合 107"/>
          <p:cNvGrpSpPr/>
          <p:nvPr userDrawn="1"/>
        </p:nvGrpSpPr>
        <p:grpSpPr>
          <a:xfrm flipH="1">
            <a:off x="7081926" y="1542464"/>
            <a:ext cx="3346546" cy="2744651"/>
            <a:chOff x="5391486" y="1250127"/>
            <a:chExt cx="1521247" cy="1247642"/>
          </a:xfrm>
        </p:grpSpPr>
        <p:sp>
          <p:nvSpPr>
            <p:cNvPr id="109" name="任意形状 108"/>
            <p:cNvSpPr/>
            <p:nvPr/>
          </p:nvSpPr>
          <p:spPr>
            <a:xfrm>
              <a:off x="5391486" y="1250127"/>
              <a:ext cx="634765" cy="1247642"/>
            </a:xfrm>
            <a:custGeom>
              <a:avLst/>
              <a:gdLst/>
              <a:ahLst/>
              <a:cxnLst/>
              <a:rect l="l" t="t" r="r" b="b"/>
              <a:pathLst>
                <a:path w="634765" h="1247642">
                  <a:moveTo>
                    <a:pt x="353863" y="0"/>
                  </a:moveTo>
                  <a:lnTo>
                    <a:pt x="598284" y="0"/>
                  </a:lnTo>
                  <a:lnTo>
                    <a:pt x="324678" y="612877"/>
                  </a:lnTo>
                  <a:lnTo>
                    <a:pt x="634765" y="612877"/>
                  </a:lnTo>
                  <a:lnTo>
                    <a:pt x="634765" y="1247642"/>
                  </a:lnTo>
                  <a:lnTo>
                    <a:pt x="0" y="1247642"/>
                  </a:lnTo>
                  <a:lnTo>
                    <a:pt x="0" y="609229"/>
                  </a:lnTo>
                  <a:lnTo>
                    <a:pt x="353863" y="0"/>
                  </a:lnTo>
                  <a:close/>
                </a:path>
              </a:pathLst>
            </a:custGeom>
            <a:solidFill>
              <a:schemeClr val="tx2">
                <a:alpha val="1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kumimoji="1" lang="zh-CN" altLang="en-US"/>
            </a:p>
          </p:txBody>
        </p:sp>
        <p:sp>
          <p:nvSpPr>
            <p:cNvPr id="111" name="任意形状 110"/>
            <p:cNvSpPr/>
            <p:nvPr/>
          </p:nvSpPr>
          <p:spPr>
            <a:xfrm>
              <a:off x="6277968" y="1250127"/>
              <a:ext cx="634765" cy="1247642"/>
            </a:xfrm>
            <a:custGeom>
              <a:avLst/>
              <a:gdLst/>
              <a:ahLst/>
              <a:cxnLst/>
              <a:rect l="l" t="t" r="r" b="b"/>
              <a:pathLst>
                <a:path w="634765" h="1247642">
                  <a:moveTo>
                    <a:pt x="353863" y="0"/>
                  </a:moveTo>
                  <a:lnTo>
                    <a:pt x="598284" y="0"/>
                  </a:lnTo>
                  <a:lnTo>
                    <a:pt x="324678" y="612877"/>
                  </a:lnTo>
                  <a:lnTo>
                    <a:pt x="634765" y="612877"/>
                  </a:lnTo>
                  <a:lnTo>
                    <a:pt x="634765" y="1247642"/>
                  </a:lnTo>
                  <a:lnTo>
                    <a:pt x="0" y="1247642"/>
                  </a:lnTo>
                  <a:lnTo>
                    <a:pt x="0" y="609229"/>
                  </a:lnTo>
                  <a:lnTo>
                    <a:pt x="353863" y="0"/>
                  </a:lnTo>
                  <a:close/>
                </a:path>
              </a:pathLst>
            </a:custGeom>
            <a:solidFill>
              <a:schemeClr val="tx2">
                <a:alpha val="1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kumimoji="1" lang="zh-CN" altLang="en-US"/>
            </a:p>
          </p:txBody>
        </p:sp>
      </p:grpSp>
      <p:sp>
        <p:nvSpPr>
          <p:cNvPr id="113" name="矩形标注 112"/>
          <p:cNvSpPr/>
          <p:nvPr userDrawn="1"/>
        </p:nvSpPr>
        <p:spPr>
          <a:xfrm>
            <a:off x="4295775" y="1792186"/>
            <a:ext cx="7092949" cy="3985468"/>
          </a:xfrm>
          <a:prstGeom prst="wedgeRectCallout">
            <a:avLst>
              <a:gd name="adj1" fmla="val -57128"/>
              <a:gd name="adj2" fmla="val -8009"/>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a:bodyPr>
          <a:lstStyle/>
          <a:p>
            <a:pPr>
              <a:lnSpc>
                <a:spcPct val="130000"/>
              </a:lnSpc>
            </a:pPr>
            <a:endParaRPr kumimoji="1" lang="en-US" altLang="zh-CN" sz="2000" dirty="0">
              <a:solidFill>
                <a:schemeClr val="tx1">
                  <a:lumMod val="75000"/>
                  <a:lumOff val="25000"/>
                </a:schemeClr>
              </a:solidFill>
            </a:endParaRPr>
          </a:p>
          <a:p>
            <a:pPr>
              <a:lnSpc>
                <a:spcPct val="130000"/>
              </a:lnSpc>
            </a:pPr>
            <a:endParaRPr kumimoji="1" lang="en-US" altLang="zh-CN" sz="2000" dirty="0">
              <a:solidFill>
                <a:schemeClr val="tx1">
                  <a:lumMod val="75000"/>
                  <a:lumOff val="25000"/>
                </a:schemeClr>
              </a:solidFill>
            </a:endParaRPr>
          </a:p>
          <a:p>
            <a:pPr>
              <a:lnSpc>
                <a:spcPct val="130000"/>
              </a:lnSpc>
            </a:pPr>
            <a:endParaRPr kumimoji="1" lang="en-US" altLang="zh-CN" sz="2000" dirty="0">
              <a:solidFill>
                <a:schemeClr val="tx1">
                  <a:lumMod val="75000"/>
                  <a:lumOff val="25000"/>
                </a:schemeClr>
              </a:solidFill>
            </a:endParaRPr>
          </a:p>
        </p:txBody>
      </p:sp>
      <p:sp>
        <p:nvSpPr>
          <p:cNvPr id="114" name="椭圆 113"/>
          <p:cNvSpPr/>
          <p:nvPr userDrawn="1"/>
        </p:nvSpPr>
        <p:spPr>
          <a:xfrm>
            <a:off x="994874" y="1801406"/>
            <a:ext cx="2586526" cy="2586526"/>
          </a:xfrm>
          <a:prstGeom prst="ellipse">
            <a:avLst/>
          </a:prstGeom>
          <a:noFill/>
          <a:ln cmpd="thickThin">
            <a:solidFill>
              <a:schemeClr val="accent2"/>
            </a:solidFill>
            <a:prstDash val="dash"/>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kumimoji="1" lang="zh-CN" altLang="en-US"/>
          </a:p>
        </p:txBody>
      </p:sp>
      <p:sp>
        <p:nvSpPr>
          <p:cNvPr id="117" name="图片占位符 116"/>
          <p:cNvSpPr>
            <a:spLocks noGrp="1"/>
          </p:cNvSpPr>
          <p:nvPr>
            <p:ph type="pic" sz="quarter" idx="10"/>
          </p:nvPr>
        </p:nvSpPr>
        <p:spPr>
          <a:xfrm>
            <a:off x="1139471" y="1946004"/>
            <a:ext cx="2297332" cy="2297332"/>
          </a:xfrm>
          <a:custGeom>
            <a:avLst/>
            <a:gdLst>
              <a:gd name="connsiteX0" fmla="*/ 1148666 w 2297332"/>
              <a:gd name="connsiteY0" fmla="*/ 0 h 2297332"/>
              <a:gd name="connsiteX1" fmla="*/ 2297332 w 2297332"/>
              <a:gd name="connsiteY1" fmla="*/ 1148666 h 2297332"/>
              <a:gd name="connsiteX2" fmla="*/ 1148666 w 2297332"/>
              <a:gd name="connsiteY2" fmla="*/ 2297332 h 2297332"/>
              <a:gd name="connsiteX3" fmla="*/ 0 w 2297332"/>
              <a:gd name="connsiteY3" fmla="*/ 1148666 h 2297332"/>
              <a:gd name="connsiteX4" fmla="*/ 1148666 w 2297332"/>
              <a:gd name="connsiteY4" fmla="*/ 0 h 22973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97332" h="2297332">
                <a:moveTo>
                  <a:pt x="1148666" y="0"/>
                </a:moveTo>
                <a:cubicBezTo>
                  <a:pt x="1783057" y="0"/>
                  <a:pt x="2297332" y="514275"/>
                  <a:pt x="2297332" y="1148666"/>
                </a:cubicBezTo>
                <a:cubicBezTo>
                  <a:pt x="2297332" y="1783057"/>
                  <a:pt x="1783057" y="2297332"/>
                  <a:pt x="1148666" y="2297332"/>
                </a:cubicBezTo>
                <a:cubicBezTo>
                  <a:pt x="514275" y="2297332"/>
                  <a:pt x="0" y="1783057"/>
                  <a:pt x="0" y="1148666"/>
                </a:cubicBezTo>
                <a:cubicBezTo>
                  <a:pt x="0" y="514275"/>
                  <a:pt x="514275" y="0"/>
                  <a:pt x="1148666" y="0"/>
                </a:cubicBezTo>
                <a:close/>
              </a:path>
            </a:pathLst>
          </a:custGeom>
          <a:ln w="12700">
            <a:solidFill>
              <a:schemeClr val="accent2"/>
            </a:solidFill>
          </a:ln>
        </p:spPr>
        <p:txBody>
          <a:bodyPr wrap="square">
            <a:noAutofit/>
          </a:bodyPr>
          <a:lstStyle/>
          <a:p>
            <a:endParaRPr kumimoji="1" lang="zh-CN" alt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单张图片1">
    <p:spTree>
      <p:nvGrpSpPr>
        <p:cNvPr id="1" name=""/>
        <p:cNvGrpSpPr/>
        <p:nvPr/>
      </p:nvGrpSpPr>
      <p:grpSpPr>
        <a:xfrm>
          <a:off x="0" y="0"/>
          <a:ext cx="0" cy="0"/>
          <a:chOff x="0" y="0"/>
          <a:chExt cx="0" cy="0"/>
        </a:xfrm>
      </p:grpSpPr>
      <p:sp>
        <p:nvSpPr>
          <p:cNvPr id="2" name="标题 1"/>
          <p:cNvSpPr>
            <a:spLocks noGrp="1"/>
          </p:cNvSpPr>
          <p:nvPr>
            <p:ph type="title"/>
          </p:nvPr>
        </p:nvSpPr>
        <p:spPr>
          <a:xfrm>
            <a:off x="803275" y="393486"/>
            <a:ext cx="8970989" cy="663575"/>
          </a:xfrm>
          <a:prstGeom prst="rect">
            <a:avLst/>
          </a:prstGeom>
        </p:spPr>
        <p:txBody>
          <a:bodyPr lIns="0"/>
          <a:lstStyle>
            <a:lvl1pPr>
              <a:defRPr b="1">
                <a:solidFill>
                  <a:schemeClr val="accent2"/>
                </a:solidFill>
              </a:defRPr>
            </a:lvl1pPr>
          </a:lstStyle>
          <a:p>
            <a:r>
              <a:rPr lang="zh-CN" altLang="en-US" dirty="0"/>
              <a:t>单击此处编辑母版标题样式</a:t>
            </a:r>
          </a:p>
        </p:txBody>
      </p:sp>
      <p:grpSp>
        <p:nvGrpSpPr>
          <p:cNvPr id="245" name="组合 244"/>
          <p:cNvGrpSpPr/>
          <p:nvPr userDrawn="1"/>
        </p:nvGrpSpPr>
        <p:grpSpPr>
          <a:xfrm>
            <a:off x="9895088" y="468793"/>
            <a:ext cx="1480571" cy="458860"/>
            <a:chOff x="2558030" y="228446"/>
            <a:chExt cx="6774643" cy="2099603"/>
          </a:xfrm>
        </p:grpSpPr>
        <p:grpSp>
          <p:nvGrpSpPr>
            <p:cNvPr id="246" name="íšḻîďê"/>
            <p:cNvGrpSpPr/>
            <p:nvPr userDrawn="1"/>
          </p:nvGrpSpPr>
          <p:grpSpPr>
            <a:xfrm>
              <a:off x="2558030" y="228446"/>
              <a:ext cx="2085857" cy="2099603"/>
              <a:chOff x="3551238" y="3067050"/>
              <a:chExt cx="722313" cy="727075"/>
            </a:xfrm>
          </p:grpSpPr>
          <p:sp>
            <p:nvSpPr>
              <p:cNvPr id="276" name="ïş1íḍê"/>
              <p:cNvSpPr/>
              <p:nvPr/>
            </p:nvSpPr>
            <p:spPr bwMode="auto">
              <a:xfrm>
                <a:off x="3575051" y="3087688"/>
                <a:ext cx="673100" cy="679450"/>
              </a:xfrm>
              <a:custGeom>
                <a:avLst/>
                <a:gdLst>
                  <a:gd name="T0" fmla="*/ 102 w 204"/>
                  <a:gd name="T1" fmla="*/ 0 h 204"/>
                  <a:gd name="T2" fmla="*/ 204 w 204"/>
                  <a:gd name="T3" fmla="*/ 102 h 204"/>
                  <a:gd name="T4" fmla="*/ 102 w 204"/>
                  <a:gd name="T5" fmla="*/ 204 h 204"/>
                  <a:gd name="T6" fmla="*/ 0 w 204"/>
                  <a:gd name="T7" fmla="*/ 102 h 204"/>
                  <a:gd name="T8" fmla="*/ 102 w 204"/>
                  <a:gd name="T9" fmla="*/ 0 h 204"/>
                  <a:gd name="T10" fmla="*/ 102 w 204"/>
                  <a:gd name="T11" fmla="*/ 25 h 204"/>
                  <a:gd name="T12" fmla="*/ 24 w 204"/>
                  <a:gd name="T13" fmla="*/ 103 h 204"/>
                  <a:gd name="T14" fmla="*/ 102 w 204"/>
                  <a:gd name="T15" fmla="*/ 181 h 204"/>
                  <a:gd name="T16" fmla="*/ 180 w 204"/>
                  <a:gd name="T17" fmla="*/ 103 h 204"/>
                  <a:gd name="T18" fmla="*/ 102 w 204"/>
                  <a:gd name="T19" fmla="*/ 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04" h="204">
                    <a:moveTo>
                      <a:pt x="102" y="0"/>
                    </a:moveTo>
                    <a:cubicBezTo>
                      <a:pt x="159" y="0"/>
                      <a:pt x="204" y="46"/>
                      <a:pt x="204" y="102"/>
                    </a:cubicBezTo>
                    <a:cubicBezTo>
                      <a:pt x="204" y="158"/>
                      <a:pt x="159" y="204"/>
                      <a:pt x="102" y="204"/>
                    </a:cubicBezTo>
                    <a:cubicBezTo>
                      <a:pt x="46" y="204"/>
                      <a:pt x="0" y="158"/>
                      <a:pt x="0" y="102"/>
                    </a:cubicBezTo>
                    <a:cubicBezTo>
                      <a:pt x="0" y="46"/>
                      <a:pt x="46" y="0"/>
                      <a:pt x="102" y="0"/>
                    </a:cubicBezTo>
                    <a:close/>
                    <a:moveTo>
                      <a:pt x="102" y="25"/>
                    </a:moveTo>
                    <a:cubicBezTo>
                      <a:pt x="59" y="25"/>
                      <a:pt x="24" y="60"/>
                      <a:pt x="24" y="103"/>
                    </a:cubicBezTo>
                    <a:cubicBezTo>
                      <a:pt x="24" y="146"/>
                      <a:pt x="59" y="181"/>
                      <a:pt x="102" y="181"/>
                    </a:cubicBezTo>
                    <a:cubicBezTo>
                      <a:pt x="145" y="181"/>
                      <a:pt x="180" y="146"/>
                      <a:pt x="180" y="103"/>
                    </a:cubicBezTo>
                    <a:cubicBezTo>
                      <a:pt x="180" y="60"/>
                      <a:pt x="145" y="25"/>
                      <a:pt x="102" y="25"/>
                    </a:cubicBezTo>
                    <a:close/>
                  </a:path>
                </a:pathLst>
              </a:custGeom>
              <a:solidFill>
                <a:srgbClr val="00523A"/>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7" name="íšḻïḍè"/>
              <p:cNvSpPr/>
              <p:nvPr/>
            </p:nvSpPr>
            <p:spPr bwMode="auto">
              <a:xfrm>
                <a:off x="3621088" y="3103563"/>
                <a:ext cx="584200" cy="203200"/>
              </a:xfrm>
              <a:custGeom>
                <a:avLst/>
                <a:gdLst>
                  <a:gd name="T0" fmla="*/ 8 w 177"/>
                  <a:gd name="T1" fmla="*/ 53 h 61"/>
                  <a:gd name="T2" fmla="*/ 0 w 177"/>
                  <a:gd name="T3" fmla="*/ 56 h 61"/>
                  <a:gd name="T4" fmla="*/ 5 w 177"/>
                  <a:gd name="T5" fmla="*/ 52 h 61"/>
                  <a:gd name="T6" fmla="*/ 4 w 177"/>
                  <a:gd name="T7" fmla="*/ 50 h 61"/>
                  <a:gd name="T8" fmla="*/ 5 w 177"/>
                  <a:gd name="T9" fmla="*/ 48 h 61"/>
                  <a:gd name="T10" fmla="*/ 10 w 177"/>
                  <a:gd name="T11" fmla="*/ 41 h 61"/>
                  <a:gd name="T12" fmla="*/ 17 w 177"/>
                  <a:gd name="T13" fmla="*/ 50 h 61"/>
                  <a:gd name="T14" fmla="*/ 14 w 177"/>
                  <a:gd name="T15" fmla="*/ 35 h 61"/>
                  <a:gd name="T16" fmla="*/ 23 w 177"/>
                  <a:gd name="T17" fmla="*/ 46 h 61"/>
                  <a:gd name="T18" fmla="*/ 31 w 177"/>
                  <a:gd name="T19" fmla="*/ 38 h 61"/>
                  <a:gd name="T20" fmla="*/ 29 w 177"/>
                  <a:gd name="T21" fmla="*/ 40 h 61"/>
                  <a:gd name="T22" fmla="*/ 18 w 177"/>
                  <a:gd name="T23" fmla="*/ 32 h 61"/>
                  <a:gd name="T24" fmla="*/ 19 w 177"/>
                  <a:gd name="T25" fmla="*/ 30 h 61"/>
                  <a:gd name="T26" fmla="*/ 21 w 177"/>
                  <a:gd name="T27" fmla="*/ 27 h 61"/>
                  <a:gd name="T28" fmla="*/ 41 w 177"/>
                  <a:gd name="T29" fmla="*/ 29 h 61"/>
                  <a:gd name="T30" fmla="*/ 43 w 177"/>
                  <a:gd name="T31" fmla="*/ 29 h 61"/>
                  <a:gd name="T32" fmla="*/ 35 w 177"/>
                  <a:gd name="T33" fmla="*/ 35 h 61"/>
                  <a:gd name="T34" fmla="*/ 31 w 177"/>
                  <a:gd name="T35" fmla="*/ 21 h 61"/>
                  <a:gd name="T36" fmla="*/ 46 w 177"/>
                  <a:gd name="T37" fmla="*/ 11 h 61"/>
                  <a:gd name="T38" fmla="*/ 47 w 177"/>
                  <a:gd name="T39" fmla="*/ 11 h 61"/>
                  <a:gd name="T40" fmla="*/ 47 w 177"/>
                  <a:gd name="T41" fmla="*/ 26 h 61"/>
                  <a:gd name="T42" fmla="*/ 39 w 177"/>
                  <a:gd name="T43" fmla="*/ 15 h 61"/>
                  <a:gd name="T44" fmla="*/ 72 w 177"/>
                  <a:gd name="T45" fmla="*/ 16 h 61"/>
                  <a:gd name="T46" fmla="*/ 71 w 177"/>
                  <a:gd name="T47" fmla="*/ 2 h 61"/>
                  <a:gd name="T48" fmla="*/ 65 w 177"/>
                  <a:gd name="T49" fmla="*/ 15 h 61"/>
                  <a:gd name="T50" fmla="*/ 64 w 177"/>
                  <a:gd name="T51" fmla="*/ 4 h 61"/>
                  <a:gd name="T52" fmla="*/ 84 w 177"/>
                  <a:gd name="T53" fmla="*/ 1 h 61"/>
                  <a:gd name="T54" fmla="*/ 84 w 177"/>
                  <a:gd name="T55" fmla="*/ 1 h 61"/>
                  <a:gd name="T56" fmla="*/ 78 w 177"/>
                  <a:gd name="T57" fmla="*/ 16 h 61"/>
                  <a:gd name="T58" fmla="*/ 77 w 177"/>
                  <a:gd name="T59" fmla="*/ 15 h 61"/>
                  <a:gd name="T60" fmla="*/ 90 w 177"/>
                  <a:gd name="T61" fmla="*/ 1 h 61"/>
                  <a:gd name="T62" fmla="*/ 94 w 177"/>
                  <a:gd name="T63" fmla="*/ 15 h 61"/>
                  <a:gd name="T64" fmla="*/ 92 w 177"/>
                  <a:gd name="T65" fmla="*/ 15 h 61"/>
                  <a:gd name="T66" fmla="*/ 113 w 177"/>
                  <a:gd name="T67" fmla="*/ 3 h 61"/>
                  <a:gd name="T68" fmla="*/ 102 w 177"/>
                  <a:gd name="T69" fmla="*/ 2 h 61"/>
                  <a:gd name="T70" fmla="*/ 105 w 177"/>
                  <a:gd name="T71" fmla="*/ 14 h 61"/>
                  <a:gd name="T72" fmla="*/ 117 w 177"/>
                  <a:gd name="T73" fmla="*/ 5 h 61"/>
                  <a:gd name="T74" fmla="*/ 122 w 177"/>
                  <a:gd name="T75" fmla="*/ 19 h 61"/>
                  <a:gd name="T76" fmla="*/ 119 w 177"/>
                  <a:gd name="T77" fmla="*/ 13 h 61"/>
                  <a:gd name="T78" fmla="*/ 121 w 177"/>
                  <a:gd name="T79" fmla="*/ 12 h 61"/>
                  <a:gd name="T80" fmla="*/ 124 w 177"/>
                  <a:gd name="T81" fmla="*/ 10 h 61"/>
                  <a:gd name="T82" fmla="*/ 131 w 177"/>
                  <a:gd name="T83" fmla="*/ 26 h 61"/>
                  <a:gd name="T84" fmla="*/ 126 w 177"/>
                  <a:gd name="T85" fmla="*/ 23 h 61"/>
                  <a:gd name="T86" fmla="*/ 124 w 177"/>
                  <a:gd name="T87" fmla="*/ 23 h 61"/>
                  <a:gd name="T88" fmla="*/ 137 w 177"/>
                  <a:gd name="T89" fmla="*/ 14 h 61"/>
                  <a:gd name="T90" fmla="*/ 133 w 177"/>
                  <a:gd name="T91" fmla="*/ 11 h 61"/>
                  <a:gd name="T92" fmla="*/ 137 w 177"/>
                  <a:gd name="T93" fmla="*/ 32 h 61"/>
                  <a:gd name="T94" fmla="*/ 137 w 177"/>
                  <a:gd name="T95" fmla="*/ 32 h 61"/>
                  <a:gd name="T96" fmla="*/ 145 w 177"/>
                  <a:gd name="T97" fmla="*/ 19 h 61"/>
                  <a:gd name="T98" fmla="*/ 146 w 177"/>
                  <a:gd name="T99" fmla="*/ 19 h 61"/>
                  <a:gd name="T100" fmla="*/ 159 w 177"/>
                  <a:gd name="T101" fmla="*/ 31 h 61"/>
                  <a:gd name="T102" fmla="*/ 149 w 177"/>
                  <a:gd name="T103" fmla="*/ 42 h 61"/>
                  <a:gd name="T104" fmla="*/ 155 w 177"/>
                  <a:gd name="T105" fmla="*/ 27 h 61"/>
                  <a:gd name="T106" fmla="*/ 166 w 177"/>
                  <a:gd name="T107" fmla="*/ 40 h 61"/>
                  <a:gd name="T108" fmla="*/ 160 w 177"/>
                  <a:gd name="T109" fmla="*/ 37 h 61"/>
                  <a:gd name="T110" fmla="*/ 153 w 177"/>
                  <a:gd name="T111" fmla="*/ 46 h 61"/>
                  <a:gd name="T112" fmla="*/ 177 w 177"/>
                  <a:gd name="T113" fmla="*/ 55 h 61"/>
                  <a:gd name="T114" fmla="*/ 162 w 177"/>
                  <a:gd name="T115" fmla="*/ 60 h 61"/>
                  <a:gd name="T116" fmla="*/ 165 w 177"/>
                  <a:gd name="T117" fmla="*/ 55 h 61"/>
                  <a:gd name="T118" fmla="*/ 173 w 177"/>
                  <a:gd name="T119" fmla="*/ 49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77" h="61">
                    <a:moveTo>
                      <a:pt x="6" y="46"/>
                    </a:moveTo>
                    <a:cubicBezTo>
                      <a:pt x="6" y="46"/>
                      <a:pt x="6" y="46"/>
                      <a:pt x="6" y="46"/>
                    </a:cubicBezTo>
                    <a:cubicBezTo>
                      <a:pt x="6" y="46"/>
                      <a:pt x="6" y="46"/>
                      <a:pt x="6" y="46"/>
                    </a:cubicBezTo>
                    <a:cubicBezTo>
                      <a:pt x="6" y="46"/>
                      <a:pt x="6" y="47"/>
                      <a:pt x="6" y="47"/>
                    </a:cubicBezTo>
                    <a:cubicBezTo>
                      <a:pt x="6" y="47"/>
                      <a:pt x="6" y="47"/>
                      <a:pt x="6" y="47"/>
                    </a:cubicBezTo>
                    <a:cubicBezTo>
                      <a:pt x="17" y="57"/>
                      <a:pt x="17" y="57"/>
                      <a:pt x="17" y="57"/>
                    </a:cubicBezTo>
                    <a:cubicBezTo>
                      <a:pt x="17" y="57"/>
                      <a:pt x="17" y="57"/>
                      <a:pt x="17" y="57"/>
                    </a:cubicBezTo>
                    <a:cubicBezTo>
                      <a:pt x="8" y="53"/>
                      <a:pt x="8" y="53"/>
                      <a:pt x="8" y="53"/>
                    </a:cubicBezTo>
                    <a:cubicBezTo>
                      <a:pt x="8" y="54"/>
                      <a:pt x="8" y="54"/>
                      <a:pt x="8" y="54"/>
                    </a:cubicBezTo>
                    <a:cubicBezTo>
                      <a:pt x="15" y="60"/>
                      <a:pt x="15" y="60"/>
                      <a:pt x="15" y="60"/>
                    </a:cubicBezTo>
                    <a:cubicBezTo>
                      <a:pt x="15" y="61"/>
                      <a:pt x="15" y="61"/>
                      <a:pt x="15" y="61"/>
                    </a:cubicBezTo>
                    <a:cubicBezTo>
                      <a:pt x="1" y="55"/>
                      <a:pt x="1" y="55"/>
                      <a:pt x="1" y="55"/>
                    </a:cubicBezTo>
                    <a:cubicBezTo>
                      <a:pt x="1" y="55"/>
                      <a:pt x="1" y="55"/>
                      <a:pt x="1" y="55"/>
                    </a:cubicBezTo>
                    <a:cubicBezTo>
                      <a:pt x="1" y="55"/>
                      <a:pt x="1" y="55"/>
                      <a:pt x="1" y="55"/>
                    </a:cubicBezTo>
                    <a:cubicBezTo>
                      <a:pt x="0" y="56"/>
                      <a:pt x="0" y="56"/>
                      <a:pt x="0" y="56"/>
                    </a:cubicBezTo>
                    <a:cubicBezTo>
                      <a:pt x="0" y="56"/>
                      <a:pt x="0" y="56"/>
                      <a:pt x="0" y="56"/>
                    </a:cubicBezTo>
                    <a:cubicBezTo>
                      <a:pt x="2" y="53"/>
                      <a:pt x="2" y="53"/>
                      <a:pt x="2" y="53"/>
                    </a:cubicBezTo>
                    <a:cubicBezTo>
                      <a:pt x="2" y="53"/>
                      <a:pt x="2" y="53"/>
                      <a:pt x="2" y="53"/>
                    </a:cubicBezTo>
                    <a:cubicBezTo>
                      <a:pt x="2" y="53"/>
                      <a:pt x="2" y="53"/>
                      <a:pt x="2" y="53"/>
                    </a:cubicBezTo>
                    <a:cubicBezTo>
                      <a:pt x="2" y="53"/>
                      <a:pt x="2" y="54"/>
                      <a:pt x="2" y="54"/>
                    </a:cubicBezTo>
                    <a:cubicBezTo>
                      <a:pt x="2" y="54"/>
                      <a:pt x="2" y="54"/>
                      <a:pt x="2" y="54"/>
                    </a:cubicBezTo>
                    <a:cubicBezTo>
                      <a:pt x="11" y="58"/>
                      <a:pt x="11" y="58"/>
                      <a:pt x="11" y="58"/>
                    </a:cubicBezTo>
                    <a:cubicBezTo>
                      <a:pt x="12" y="58"/>
                      <a:pt x="12" y="58"/>
                      <a:pt x="12" y="58"/>
                    </a:cubicBezTo>
                    <a:cubicBezTo>
                      <a:pt x="5" y="52"/>
                      <a:pt x="5" y="52"/>
                      <a:pt x="5" y="52"/>
                    </a:cubicBezTo>
                    <a:cubicBezTo>
                      <a:pt x="4" y="52"/>
                      <a:pt x="4" y="52"/>
                      <a:pt x="4" y="52"/>
                    </a:cubicBezTo>
                    <a:cubicBezTo>
                      <a:pt x="3" y="52"/>
                      <a:pt x="3" y="52"/>
                      <a:pt x="3" y="52"/>
                    </a:cubicBezTo>
                    <a:cubicBezTo>
                      <a:pt x="3" y="52"/>
                      <a:pt x="3" y="52"/>
                      <a:pt x="3" y="52"/>
                    </a:cubicBezTo>
                    <a:cubicBezTo>
                      <a:pt x="3" y="52"/>
                      <a:pt x="3" y="52"/>
                      <a:pt x="3" y="52"/>
                    </a:cubicBezTo>
                    <a:cubicBezTo>
                      <a:pt x="2" y="52"/>
                      <a:pt x="2" y="52"/>
                      <a:pt x="2" y="52"/>
                    </a:cubicBezTo>
                    <a:cubicBezTo>
                      <a:pt x="4" y="49"/>
                      <a:pt x="4" y="49"/>
                      <a:pt x="4" y="49"/>
                    </a:cubicBezTo>
                    <a:cubicBezTo>
                      <a:pt x="4" y="49"/>
                      <a:pt x="4" y="49"/>
                      <a:pt x="4" y="49"/>
                    </a:cubicBezTo>
                    <a:cubicBezTo>
                      <a:pt x="4" y="50"/>
                      <a:pt x="4" y="50"/>
                      <a:pt x="4" y="50"/>
                    </a:cubicBezTo>
                    <a:cubicBezTo>
                      <a:pt x="4" y="50"/>
                      <a:pt x="4" y="50"/>
                      <a:pt x="4" y="50"/>
                    </a:cubicBezTo>
                    <a:cubicBezTo>
                      <a:pt x="4" y="50"/>
                      <a:pt x="4" y="50"/>
                      <a:pt x="4" y="51"/>
                    </a:cubicBezTo>
                    <a:cubicBezTo>
                      <a:pt x="13" y="54"/>
                      <a:pt x="13" y="54"/>
                      <a:pt x="13" y="54"/>
                    </a:cubicBezTo>
                    <a:cubicBezTo>
                      <a:pt x="13" y="54"/>
                      <a:pt x="13" y="54"/>
                      <a:pt x="13" y="54"/>
                    </a:cubicBezTo>
                    <a:cubicBezTo>
                      <a:pt x="6" y="48"/>
                      <a:pt x="6" y="48"/>
                      <a:pt x="6" y="48"/>
                    </a:cubicBezTo>
                    <a:cubicBezTo>
                      <a:pt x="6" y="48"/>
                      <a:pt x="6" y="48"/>
                      <a:pt x="5" y="48"/>
                    </a:cubicBezTo>
                    <a:cubicBezTo>
                      <a:pt x="5" y="48"/>
                      <a:pt x="5" y="48"/>
                      <a:pt x="5" y="48"/>
                    </a:cubicBezTo>
                    <a:cubicBezTo>
                      <a:pt x="5" y="48"/>
                      <a:pt x="5" y="48"/>
                      <a:pt x="5" y="48"/>
                    </a:cubicBezTo>
                    <a:cubicBezTo>
                      <a:pt x="4" y="48"/>
                      <a:pt x="4" y="48"/>
                      <a:pt x="4" y="48"/>
                    </a:cubicBezTo>
                    <a:cubicBezTo>
                      <a:pt x="6" y="46"/>
                      <a:pt x="6" y="46"/>
                      <a:pt x="6" y="46"/>
                    </a:cubicBezTo>
                    <a:close/>
                    <a:moveTo>
                      <a:pt x="22" y="48"/>
                    </a:moveTo>
                    <a:cubicBezTo>
                      <a:pt x="22" y="49"/>
                      <a:pt x="21" y="49"/>
                      <a:pt x="21" y="49"/>
                    </a:cubicBezTo>
                    <a:cubicBezTo>
                      <a:pt x="20" y="50"/>
                      <a:pt x="19" y="49"/>
                      <a:pt x="18" y="48"/>
                    </a:cubicBezTo>
                    <a:cubicBezTo>
                      <a:pt x="10" y="42"/>
                      <a:pt x="10" y="42"/>
                      <a:pt x="10" y="42"/>
                    </a:cubicBezTo>
                    <a:cubicBezTo>
                      <a:pt x="10" y="42"/>
                      <a:pt x="10" y="41"/>
                      <a:pt x="10" y="41"/>
                    </a:cubicBezTo>
                    <a:cubicBezTo>
                      <a:pt x="10" y="41"/>
                      <a:pt x="10" y="41"/>
                      <a:pt x="10" y="41"/>
                    </a:cubicBezTo>
                    <a:cubicBezTo>
                      <a:pt x="10" y="40"/>
                      <a:pt x="10" y="40"/>
                      <a:pt x="10" y="40"/>
                    </a:cubicBezTo>
                    <a:cubicBezTo>
                      <a:pt x="10" y="40"/>
                      <a:pt x="10" y="40"/>
                      <a:pt x="10" y="40"/>
                    </a:cubicBezTo>
                    <a:cubicBezTo>
                      <a:pt x="7" y="43"/>
                      <a:pt x="7" y="43"/>
                      <a:pt x="7" y="43"/>
                    </a:cubicBezTo>
                    <a:cubicBezTo>
                      <a:pt x="8" y="43"/>
                      <a:pt x="8" y="43"/>
                      <a:pt x="8" y="43"/>
                    </a:cubicBezTo>
                    <a:cubicBezTo>
                      <a:pt x="8" y="43"/>
                      <a:pt x="8" y="43"/>
                      <a:pt x="8" y="43"/>
                    </a:cubicBezTo>
                    <a:cubicBezTo>
                      <a:pt x="8" y="43"/>
                      <a:pt x="8" y="43"/>
                      <a:pt x="8" y="43"/>
                    </a:cubicBezTo>
                    <a:cubicBezTo>
                      <a:pt x="9" y="43"/>
                      <a:pt x="9" y="43"/>
                      <a:pt x="9" y="43"/>
                    </a:cubicBezTo>
                    <a:cubicBezTo>
                      <a:pt x="17" y="50"/>
                      <a:pt x="17" y="50"/>
                      <a:pt x="17" y="50"/>
                    </a:cubicBezTo>
                    <a:cubicBezTo>
                      <a:pt x="18" y="50"/>
                      <a:pt x="19" y="51"/>
                      <a:pt x="20" y="50"/>
                    </a:cubicBezTo>
                    <a:cubicBezTo>
                      <a:pt x="21" y="50"/>
                      <a:pt x="22" y="50"/>
                      <a:pt x="23" y="49"/>
                    </a:cubicBezTo>
                    <a:cubicBezTo>
                      <a:pt x="24" y="48"/>
                      <a:pt x="24" y="47"/>
                      <a:pt x="24" y="46"/>
                    </a:cubicBezTo>
                    <a:cubicBezTo>
                      <a:pt x="24" y="45"/>
                      <a:pt x="23" y="44"/>
                      <a:pt x="22" y="43"/>
                    </a:cubicBezTo>
                    <a:cubicBezTo>
                      <a:pt x="14" y="36"/>
                      <a:pt x="14" y="36"/>
                      <a:pt x="14" y="36"/>
                    </a:cubicBezTo>
                    <a:cubicBezTo>
                      <a:pt x="14" y="36"/>
                      <a:pt x="14" y="36"/>
                      <a:pt x="14" y="36"/>
                    </a:cubicBezTo>
                    <a:cubicBezTo>
                      <a:pt x="14" y="36"/>
                      <a:pt x="14" y="36"/>
                      <a:pt x="14" y="35"/>
                    </a:cubicBezTo>
                    <a:cubicBezTo>
                      <a:pt x="14" y="35"/>
                      <a:pt x="14" y="35"/>
                      <a:pt x="14" y="35"/>
                    </a:cubicBezTo>
                    <a:cubicBezTo>
                      <a:pt x="14" y="35"/>
                      <a:pt x="14" y="35"/>
                      <a:pt x="14" y="35"/>
                    </a:cubicBezTo>
                    <a:cubicBezTo>
                      <a:pt x="12" y="37"/>
                      <a:pt x="12" y="37"/>
                      <a:pt x="12" y="37"/>
                    </a:cubicBezTo>
                    <a:cubicBezTo>
                      <a:pt x="12" y="38"/>
                      <a:pt x="12" y="38"/>
                      <a:pt x="12" y="38"/>
                    </a:cubicBezTo>
                    <a:cubicBezTo>
                      <a:pt x="13" y="37"/>
                      <a:pt x="13" y="37"/>
                      <a:pt x="13" y="37"/>
                    </a:cubicBezTo>
                    <a:cubicBezTo>
                      <a:pt x="13" y="37"/>
                      <a:pt x="13" y="37"/>
                      <a:pt x="13" y="37"/>
                    </a:cubicBezTo>
                    <a:cubicBezTo>
                      <a:pt x="13" y="37"/>
                      <a:pt x="14" y="37"/>
                      <a:pt x="14" y="37"/>
                    </a:cubicBezTo>
                    <a:cubicBezTo>
                      <a:pt x="22" y="44"/>
                      <a:pt x="22" y="44"/>
                      <a:pt x="22" y="44"/>
                    </a:cubicBezTo>
                    <a:cubicBezTo>
                      <a:pt x="23" y="44"/>
                      <a:pt x="23" y="45"/>
                      <a:pt x="23" y="46"/>
                    </a:cubicBezTo>
                    <a:cubicBezTo>
                      <a:pt x="23" y="47"/>
                      <a:pt x="23" y="47"/>
                      <a:pt x="22" y="48"/>
                    </a:cubicBezTo>
                    <a:close/>
                    <a:moveTo>
                      <a:pt x="33" y="36"/>
                    </a:moveTo>
                    <a:cubicBezTo>
                      <a:pt x="33" y="36"/>
                      <a:pt x="33" y="36"/>
                      <a:pt x="33" y="36"/>
                    </a:cubicBezTo>
                    <a:cubicBezTo>
                      <a:pt x="33" y="36"/>
                      <a:pt x="34" y="36"/>
                      <a:pt x="34" y="36"/>
                    </a:cubicBezTo>
                    <a:cubicBezTo>
                      <a:pt x="34" y="35"/>
                      <a:pt x="34" y="35"/>
                      <a:pt x="34" y="35"/>
                    </a:cubicBezTo>
                    <a:cubicBezTo>
                      <a:pt x="35" y="36"/>
                      <a:pt x="35" y="36"/>
                      <a:pt x="35" y="36"/>
                    </a:cubicBezTo>
                    <a:cubicBezTo>
                      <a:pt x="32" y="39"/>
                      <a:pt x="32" y="39"/>
                      <a:pt x="32" y="39"/>
                    </a:cubicBezTo>
                    <a:cubicBezTo>
                      <a:pt x="31" y="38"/>
                      <a:pt x="31" y="38"/>
                      <a:pt x="31" y="38"/>
                    </a:cubicBezTo>
                    <a:cubicBezTo>
                      <a:pt x="32" y="38"/>
                      <a:pt x="32" y="38"/>
                      <a:pt x="32" y="38"/>
                    </a:cubicBezTo>
                    <a:cubicBezTo>
                      <a:pt x="32" y="38"/>
                      <a:pt x="32" y="37"/>
                      <a:pt x="32" y="37"/>
                    </a:cubicBezTo>
                    <a:cubicBezTo>
                      <a:pt x="32" y="37"/>
                      <a:pt x="32" y="37"/>
                      <a:pt x="32" y="37"/>
                    </a:cubicBezTo>
                    <a:cubicBezTo>
                      <a:pt x="27" y="32"/>
                      <a:pt x="27" y="32"/>
                      <a:pt x="27" y="32"/>
                    </a:cubicBezTo>
                    <a:cubicBezTo>
                      <a:pt x="23" y="36"/>
                      <a:pt x="23" y="36"/>
                      <a:pt x="23" y="36"/>
                    </a:cubicBezTo>
                    <a:cubicBezTo>
                      <a:pt x="28" y="40"/>
                      <a:pt x="28" y="40"/>
                      <a:pt x="28" y="40"/>
                    </a:cubicBezTo>
                    <a:cubicBezTo>
                      <a:pt x="28" y="41"/>
                      <a:pt x="28" y="41"/>
                      <a:pt x="28" y="41"/>
                    </a:cubicBezTo>
                    <a:cubicBezTo>
                      <a:pt x="28" y="41"/>
                      <a:pt x="29" y="41"/>
                      <a:pt x="29" y="40"/>
                    </a:cubicBezTo>
                    <a:cubicBezTo>
                      <a:pt x="29" y="40"/>
                      <a:pt x="29" y="40"/>
                      <a:pt x="29" y="40"/>
                    </a:cubicBezTo>
                    <a:cubicBezTo>
                      <a:pt x="30" y="41"/>
                      <a:pt x="30" y="41"/>
                      <a:pt x="30" y="41"/>
                    </a:cubicBezTo>
                    <a:cubicBezTo>
                      <a:pt x="27" y="43"/>
                      <a:pt x="27" y="43"/>
                      <a:pt x="27" y="43"/>
                    </a:cubicBezTo>
                    <a:cubicBezTo>
                      <a:pt x="26" y="43"/>
                      <a:pt x="26" y="43"/>
                      <a:pt x="26" y="43"/>
                    </a:cubicBezTo>
                    <a:cubicBezTo>
                      <a:pt x="27" y="43"/>
                      <a:pt x="27" y="43"/>
                      <a:pt x="27" y="43"/>
                    </a:cubicBezTo>
                    <a:cubicBezTo>
                      <a:pt x="27" y="42"/>
                      <a:pt x="27" y="42"/>
                      <a:pt x="27" y="42"/>
                    </a:cubicBezTo>
                    <a:cubicBezTo>
                      <a:pt x="27" y="42"/>
                      <a:pt x="27" y="42"/>
                      <a:pt x="27" y="41"/>
                    </a:cubicBezTo>
                    <a:cubicBezTo>
                      <a:pt x="18" y="32"/>
                      <a:pt x="18" y="32"/>
                      <a:pt x="18" y="32"/>
                    </a:cubicBezTo>
                    <a:cubicBezTo>
                      <a:pt x="18" y="32"/>
                      <a:pt x="17" y="32"/>
                      <a:pt x="17" y="32"/>
                    </a:cubicBezTo>
                    <a:cubicBezTo>
                      <a:pt x="17" y="32"/>
                      <a:pt x="17" y="32"/>
                      <a:pt x="17" y="32"/>
                    </a:cubicBezTo>
                    <a:cubicBezTo>
                      <a:pt x="16" y="32"/>
                      <a:pt x="16" y="32"/>
                      <a:pt x="16" y="32"/>
                    </a:cubicBezTo>
                    <a:cubicBezTo>
                      <a:pt x="16" y="32"/>
                      <a:pt x="16" y="32"/>
                      <a:pt x="16" y="32"/>
                    </a:cubicBezTo>
                    <a:cubicBezTo>
                      <a:pt x="19" y="29"/>
                      <a:pt x="19" y="29"/>
                      <a:pt x="19" y="29"/>
                    </a:cubicBezTo>
                    <a:cubicBezTo>
                      <a:pt x="19" y="29"/>
                      <a:pt x="19" y="29"/>
                      <a:pt x="19" y="29"/>
                    </a:cubicBezTo>
                    <a:cubicBezTo>
                      <a:pt x="19" y="30"/>
                      <a:pt x="19" y="30"/>
                      <a:pt x="19" y="30"/>
                    </a:cubicBezTo>
                    <a:cubicBezTo>
                      <a:pt x="19" y="30"/>
                      <a:pt x="19" y="30"/>
                      <a:pt x="19" y="30"/>
                    </a:cubicBezTo>
                    <a:cubicBezTo>
                      <a:pt x="19" y="30"/>
                      <a:pt x="19" y="31"/>
                      <a:pt x="19" y="31"/>
                    </a:cubicBezTo>
                    <a:cubicBezTo>
                      <a:pt x="23" y="35"/>
                      <a:pt x="23" y="35"/>
                      <a:pt x="23" y="35"/>
                    </a:cubicBezTo>
                    <a:cubicBezTo>
                      <a:pt x="27" y="31"/>
                      <a:pt x="27" y="31"/>
                      <a:pt x="27" y="31"/>
                    </a:cubicBezTo>
                    <a:cubicBezTo>
                      <a:pt x="23" y="27"/>
                      <a:pt x="23" y="27"/>
                      <a:pt x="23" y="27"/>
                    </a:cubicBezTo>
                    <a:cubicBezTo>
                      <a:pt x="23" y="27"/>
                      <a:pt x="22" y="27"/>
                      <a:pt x="22" y="27"/>
                    </a:cubicBezTo>
                    <a:cubicBezTo>
                      <a:pt x="22" y="27"/>
                      <a:pt x="22" y="27"/>
                      <a:pt x="22" y="27"/>
                    </a:cubicBezTo>
                    <a:cubicBezTo>
                      <a:pt x="21" y="27"/>
                      <a:pt x="21" y="27"/>
                      <a:pt x="21" y="27"/>
                    </a:cubicBezTo>
                    <a:cubicBezTo>
                      <a:pt x="21" y="27"/>
                      <a:pt x="21" y="27"/>
                      <a:pt x="21" y="27"/>
                    </a:cubicBezTo>
                    <a:cubicBezTo>
                      <a:pt x="24" y="24"/>
                      <a:pt x="24" y="24"/>
                      <a:pt x="24" y="24"/>
                    </a:cubicBezTo>
                    <a:cubicBezTo>
                      <a:pt x="24" y="25"/>
                      <a:pt x="24" y="25"/>
                      <a:pt x="24" y="25"/>
                    </a:cubicBezTo>
                    <a:cubicBezTo>
                      <a:pt x="24" y="25"/>
                      <a:pt x="24" y="25"/>
                      <a:pt x="24" y="25"/>
                    </a:cubicBezTo>
                    <a:cubicBezTo>
                      <a:pt x="24" y="25"/>
                      <a:pt x="24" y="25"/>
                      <a:pt x="24" y="26"/>
                    </a:cubicBezTo>
                    <a:cubicBezTo>
                      <a:pt x="24" y="26"/>
                      <a:pt x="24" y="26"/>
                      <a:pt x="24" y="26"/>
                    </a:cubicBezTo>
                    <a:cubicBezTo>
                      <a:pt x="33" y="36"/>
                      <a:pt x="33" y="36"/>
                      <a:pt x="33" y="36"/>
                    </a:cubicBezTo>
                    <a:close/>
                    <a:moveTo>
                      <a:pt x="38" y="26"/>
                    </a:moveTo>
                    <a:cubicBezTo>
                      <a:pt x="41" y="29"/>
                      <a:pt x="41" y="29"/>
                      <a:pt x="41" y="29"/>
                    </a:cubicBezTo>
                    <a:cubicBezTo>
                      <a:pt x="41" y="29"/>
                      <a:pt x="41" y="30"/>
                      <a:pt x="41" y="30"/>
                    </a:cubicBezTo>
                    <a:cubicBezTo>
                      <a:pt x="41" y="30"/>
                      <a:pt x="41" y="30"/>
                      <a:pt x="41" y="30"/>
                    </a:cubicBezTo>
                    <a:cubicBezTo>
                      <a:pt x="41" y="31"/>
                      <a:pt x="41" y="31"/>
                      <a:pt x="41" y="31"/>
                    </a:cubicBezTo>
                    <a:cubicBezTo>
                      <a:pt x="41" y="31"/>
                      <a:pt x="41" y="31"/>
                      <a:pt x="41" y="31"/>
                    </a:cubicBezTo>
                    <a:cubicBezTo>
                      <a:pt x="44" y="29"/>
                      <a:pt x="44" y="29"/>
                      <a:pt x="44" y="29"/>
                    </a:cubicBezTo>
                    <a:cubicBezTo>
                      <a:pt x="44" y="28"/>
                      <a:pt x="44" y="28"/>
                      <a:pt x="44" y="28"/>
                    </a:cubicBezTo>
                    <a:cubicBezTo>
                      <a:pt x="44" y="29"/>
                      <a:pt x="44" y="29"/>
                      <a:pt x="44" y="29"/>
                    </a:cubicBezTo>
                    <a:cubicBezTo>
                      <a:pt x="43" y="29"/>
                      <a:pt x="43" y="29"/>
                      <a:pt x="43" y="29"/>
                    </a:cubicBezTo>
                    <a:cubicBezTo>
                      <a:pt x="43" y="29"/>
                      <a:pt x="42" y="29"/>
                      <a:pt x="42" y="28"/>
                    </a:cubicBezTo>
                    <a:cubicBezTo>
                      <a:pt x="31" y="18"/>
                      <a:pt x="31" y="18"/>
                      <a:pt x="31" y="18"/>
                    </a:cubicBezTo>
                    <a:cubicBezTo>
                      <a:pt x="30" y="20"/>
                      <a:pt x="30" y="20"/>
                      <a:pt x="30" y="20"/>
                    </a:cubicBezTo>
                    <a:cubicBezTo>
                      <a:pt x="35" y="33"/>
                      <a:pt x="35" y="33"/>
                      <a:pt x="35" y="33"/>
                    </a:cubicBezTo>
                    <a:cubicBezTo>
                      <a:pt x="35" y="33"/>
                      <a:pt x="35" y="34"/>
                      <a:pt x="35" y="34"/>
                    </a:cubicBezTo>
                    <a:cubicBezTo>
                      <a:pt x="35" y="34"/>
                      <a:pt x="35" y="34"/>
                      <a:pt x="35" y="35"/>
                    </a:cubicBezTo>
                    <a:cubicBezTo>
                      <a:pt x="35" y="35"/>
                      <a:pt x="35" y="35"/>
                      <a:pt x="35" y="35"/>
                    </a:cubicBezTo>
                    <a:cubicBezTo>
                      <a:pt x="35" y="35"/>
                      <a:pt x="35" y="35"/>
                      <a:pt x="35" y="35"/>
                    </a:cubicBezTo>
                    <a:cubicBezTo>
                      <a:pt x="38" y="33"/>
                      <a:pt x="38" y="33"/>
                      <a:pt x="38" y="33"/>
                    </a:cubicBezTo>
                    <a:cubicBezTo>
                      <a:pt x="38" y="33"/>
                      <a:pt x="38" y="33"/>
                      <a:pt x="38" y="33"/>
                    </a:cubicBezTo>
                    <a:cubicBezTo>
                      <a:pt x="37" y="33"/>
                      <a:pt x="37" y="33"/>
                      <a:pt x="37" y="33"/>
                    </a:cubicBezTo>
                    <a:cubicBezTo>
                      <a:pt x="37" y="33"/>
                      <a:pt x="37" y="33"/>
                      <a:pt x="36" y="33"/>
                    </a:cubicBezTo>
                    <a:cubicBezTo>
                      <a:pt x="36" y="33"/>
                      <a:pt x="36" y="32"/>
                      <a:pt x="36" y="32"/>
                    </a:cubicBezTo>
                    <a:cubicBezTo>
                      <a:pt x="34" y="29"/>
                      <a:pt x="34" y="29"/>
                      <a:pt x="34" y="29"/>
                    </a:cubicBezTo>
                    <a:cubicBezTo>
                      <a:pt x="38" y="26"/>
                      <a:pt x="38" y="26"/>
                      <a:pt x="38" y="26"/>
                    </a:cubicBezTo>
                    <a:close/>
                    <a:moveTo>
                      <a:pt x="31" y="21"/>
                    </a:moveTo>
                    <a:cubicBezTo>
                      <a:pt x="31" y="21"/>
                      <a:pt x="31" y="21"/>
                      <a:pt x="31" y="21"/>
                    </a:cubicBezTo>
                    <a:cubicBezTo>
                      <a:pt x="34" y="28"/>
                      <a:pt x="34" y="28"/>
                      <a:pt x="34" y="28"/>
                    </a:cubicBezTo>
                    <a:cubicBezTo>
                      <a:pt x="37" y="26"/>
                      <a:pt x="37" y="26"/>
                      <a:pt x="37" y="26"/>
                    </a:cubicBezTo>
                    <a:cubicBezTo>
                      <a:pt x="31" y="21"/>
                      <a:pt x="31" y="21"/>
                      <a:pt x="31" y="21"/>
                    </a:cubicBezTo>
                    <a:close/>
                    <a:moveTo>
                      <a:pt x="51" y="21"/>
                    </a:moveTo>
                    <a:cubicBezTo>
                      <a:pt x="51" y="21"/>
                      <a:pt x="51" y="21"/>
                      <a:pt x="51" y="21"/>
                    </a:cubicBezTo>
                    <a:cubicBezTo>
                      <a:pt x="46" y="11"/>
                      <a:pt x="46" y="11"/>
                      <a:pt x="46" y="11"/>
                    </a:cubicBezTo>
                    <a:cubicBezTo>
                      <a:pt x="46" y="11"/>
                      <a:pt x="46" y="11"/>
                      <a:pt x="46" y="11"/>
                    </a:cubicBezTo>
                    <a:cubicBezTo>
                      <a:pt x="46" y="11"/>
                      <a:pt x="46" y="11"/>
                      <a:pt x="45" y="11"/>
                    </a:cubicBezTo>
                    <a:cubicBezTo>
                      <a:pt x="45" y="11"/>
                      <a:pt x="45" y="11"/>
                      <a:pt x="45" y="11"/>
                    </a:cubicBezTo>
                    <a:cubicBezTo>
                      <a:pt x="44" y="11"/>
                      <a:pt x="44" y="11"/>
                      <a:pt x="44" y="11"/>
                    </a:cubicBezTo>
                    <a:cubicBezTo>
                      <a:pt x="48" y="9"/>
                      <a:pt x="48" y="9"/>
                      <a:pt x="48" y="9"/>
                    </a:cubicBezTo>
                    <a:cubicBezTo>
                      <a:pt x="48" y="10"/>
                      <a:pt x="48" y="10"/>
                      <a:pt x="48" y="10"/>
                    </a:cubicBezTo>
                    <a:cubicBezTo>
                      <a:pt x="47" y="10"/>
                      <a:pt x="47" y="10"/>
                      <a:pt x="47" y="10"/>
                    </a:cubicBezTo>
                    <a:cubicBezTo>
                      <a:pt x="47" y="10"/>
                      <a:pt x="47" y="10"/>
                      <a:pt x="47" y="10"/>
                    </a:cubicBezTo>
                    <a:cubicBezTo>
                      <a:pt x="47" y="10"/>
                      <a:pt x="47" y="11"/>
                      <a:pt x="47" y="11"/>
                    </a:cubicBezTo>
                    <a:cubicBezTo>
                      <a:pt x="53" y="24"/>
                      <a:pt x="53" y="24"/>
                      <a:pt x="53" y="24"/>
                    </a:cubicBezTo>
                    <a:cubicBezTo>
                      <a:pt x="53" y="24"/>
                      <a:pt x="53" y="24"/>
                      <a:pt x="53" y="24"/>
                    </a:cubicBezTo>
                    <a:cubicBezTo>
                      <a:pt x="53" y="24"/>
                      <a:pt x="53" y="24"/>
                      <a:pt x="53" y="24"/>
                    </a:cubicBezTo>
                    <a:cubicBezTo>
                      <a:pt x="40" y="15"/>
                      <a:pt x="40" y="15"/>
                      <a:pt x="40" y="15"/>
                    </a:cubicBezTo>
                    <a:cubicBezTo>
                      <a:pt x="40" y="15"/>
                      <a:pt x="40" y="15"/>
                      <a:pt x="40" y="15"/>
                    </a:cubicBezTo>
                    <a:cubicBezTo>
                      <a:pt x="46" y="26"/>
                      <a:pt x="46" y="26"/>
                      <a:pt x="46" y="26"/>
                    </a:cubicBezTo>
                    <a:cubicBezTo>
                      <a:pt x="46" y="26"/>
                      <a:pt x="46" y="26"/>
                      <a:pt x="46" y="26"/>
                    </a:cubicBezTo>
                    <a:cubicBezTo>
                      <a:pt x="47" y="26"/>
                      <a:pt x="47" y="26"/>
                      <a:pt x="47" y="26"/>
                    </a:cubicBezTo>
                    <a:cubicBezTo>
                      <a:pt x="48" y="26"/>
                      <a:pt x="48" y="26"/>
                      <a:pt x="48" y="26"/>
                    </a:cubicBezTo>
                    <a:cubicBezTo>
                      <a:pt x="48" y="26"/>
                      <a:pt x="48" y="26"/>
                      <a:pt x="48" y="26"/>
                    </a:cubicBezTo>
                    <a:cubicBezTo>
                      <a:pt x="45" y="28"/>
                      <a:pt x="45" y="28"/>
                      <a:pt x="45" y="28"/>
                    </a:cubicBezTo>
                    <a:cubicBezTo>
                      <a:pt x="44" y="28"/>
                      <a:pt x="44" y="28"/>
                      <a:pt x="44" y="28"/>
                    </a:cubicBezTo>
                    <a:cubicBezTo>
                      <a:pt x="45" y="27"/>
                      <a:pt x="45" y="27"/>
                      <a:pt x="45" y="27"/>
                    </a:cubicBezTo>
                    <a:cubicBezTo>
                      <a:pt x="45" y="27"/>
                      <a:pt x="45" y="27"/>
                      <a:pt x="45" y="27"/>
                    </a:cubicBezTo>
                    <a:cubicBezTo>
                      <a:pt x="46" y="27"/>
                      <a:pt x="46" y="26"/>
                      <a:pt x="45" y="26"/>
                    </a:cubicBezTo>
                    <a:cubicBezTo>
                      <a:pt x="39" y="15"/>
                      <a:pt x="39" y="15"/>
                      <a:pt x="39" y="15"/>
                    </a:cubicBezTo>
                    <a:cubicBezTo>
                      <a:pt x="39" y="14"/>
                      <a:pt x="39" y="14"/>
                      <a:pt x="39" y="14"/>
                    </a:cubicBezTo>
                    <a:cubicBezTo>
                      <a:pt x="39" y="14"/>
                      <a:pt x="39" y="14"/>
                      <a:pt x="38" y="14"/>
                    </a:cubicBezTo>
                    <a:cubicBezTo>
                      <a:pt x="38" y="15"/>
                      <a:pt x="38" y="15"/>
                      <a:pt x="38" y="15"/>
                    </a:cubicBezTo>
                    <a:cubicBezTo>
                      <a:pt x="37" y="14"/>
                      <a:pt x="37" y="14"/>
                      <a:pt x="37" y="14"/>
                    </a:cubicBezTo>
                    <a:cubicBezTo>
                      <a:pt x="40" y="13"/>
                      <a:pt x="40" y="13"/>
                      <a:pt x="40" y="13"/>
                    </a:cubicBezTo>
                    <a:cubicBezTo>
                      <a:pt x="51" y="21"/>
                      <a:pt x="51" y="21"/>
                      <a:pt x="51" y="21"/>
                    </a:cubicBezTo>
                    <a:close/>
                    <a:moveTo>
                      <a:pt x="70" y="17"/>
                    </a:moveTo>
                    <a:cubicBezTo>
                      <a:pt x="70" y="17"/>
                      <a:pt x="71" y="17"/>
                      <a:pt x="72" y="16"/>
                    </a:cubicBezTo>
                    <a:cubicBezTo>
                      <a:pt x="72" y="15"/>
                      <a:pt x="72" y="14"/>
                      <a:pt x="72" y="14"/>
                    </a:cubicBezTo>
                    <a:cubicBezTo>
                      <a:pt x="70" y="3"/>
                      <a:pt x="70" y="3"/>
                      <a:pt x="70" y="3"/>
                    </a:cubicBezTo>
                    <a:cubicBezTo>
                      <a:pt x="70" y="3"/>
                      <a:pt x="69" y="3"/>
                      <a:pt x="69" y="3"/>
                    </a:cubicBezTo>
                    <a:cubicBezTo>
                      <a:pt x="69" y="3"/>
                      <a:pt x="69" y="3"/>
                      <a:pt x="69" y="3"/>
                    </a:cubicBezTo>
                    <a:cubicBezTo>
                      <a:pt x="68" y="3"/>
                      <a:pt x="68" y="3"/>
                      <a:pt x="68" y="3"/>
                    </a:cubicBezTo>
                    <a:cubicBezTo>
                      <a:pt x="68" y="2"/>
                      <a:pt x="68" y="2"/>
                      <a:pt x="68" y="2"/>
                    </a:cubicBezTo>
                    <a:cubicBezTo>
                      <a:pt x="71" y="1"/>
                      <a:pt x="71" y="1"/>
                      <a:pt x="71" y="1"/>
                    </a:cubicBezTo>
                    <a:cubicBezTo>
                      <a:pt x="71" y="2"/>
                      <a:pt x="71" y="2"/>
                      <a:pt x="71" y="2"/>
                    </a:cubicBezTo>
                    <a:cubicBezTo>
                      <a:pt x="71" y="2"/>
                      <a:pt x="71" y="2"/>
                      <a:pt x="71" y="2"/>
                    </a:cubicBezTo>
                    <a:cubicBezTo>
                      <a:pt x="71" y="2"/>
                      <a:pt x="70" y="2"/>
                      <a:pt x="70" y="2"/>
                    </a:cubicBezTo>
                    <a:cubicBezTo>
                      <a:pt x="70" y="3"/>
                      <a:pt x="70" y="3"/>
                      <a:pt x="70" y="3"/>
                    </a:cubicBezTo>
                    <a:cubicBezTo>
                      <a:pt x="73" y="13"/>
                      <a:pt x="73" y="13"/>
                      <a:pt x="73" y="13"/>
                    </a:cubicBezTo>
                    <a:cubicBezTo>
                      <a:pt x="73" y="15"/>
                      <a:pt x="73" y="16"/>
                      <a:pt x="72" y="16"/>
                    </a:cubicBezTo>
                    <a:cubicBezTo>
                      <a:pt x="71" y="17"/>
                      <a:pt x="71" y="18"/>
                      <a:pt x="70" y="18"/>
                    </a:cubicBezTo>
                    <a:cubicBezTo>
                      <a:pt x="68" y="18"/>
                      <a:pt x="67" y="18"/>
                      <a:pt x="66" y="18"/>
                    </a:cubicBezTo>
                    <a:cubicBezTo>
                      <a:pt x="66" y="17"/>
                      <a:pt x="65" y="17"/>
                      <a:pt x="65" y="15"/>
                    </a:cubicBezTo>
                    <a:cubicBezTo>
                      <a:pt x="62" y="5"/>
                      <a:pt x="62" y="5"/>
                      <a:pt x="62" y="5"/>
                    </a:cubicBezTo>
                    <a:cubicBezTo>
                      <a:pt x="62" y="5"/>
                      <a:pt x="62" y="4"/>
                      <a:pt x="62" y="4"/>
                    </a:cubicBezTo>
                    <a:cubicBezTo>
                      <a:pt x="62" y="4"/>
                      <a:pt x="62" y="4"/>
                      <a:pt x="61" y="4"/>
                    </a:cubicBezTo>
                    <a:cubicBezTo>
                      <a:pt x="61" y="4"/>
                      <a:pt x="61" y="4"/>
                      <a:pt x="61" y="4"/>
                    </a:cubicBezTo>
                    <a:cubicBezTo>
                      <a:pt x="61" y="4"/>
                      <a:pt x="61" y="4"/>
                      <a:pt x="61" y="4"/>
                    </a:cubicBezTo>
                    <a:cubicBezTo>
                      <a:pt x="65" y="3"/>
                      <a:pt x="65" y="3"/>
                      <a:pt x="65" y="3"/>
                    </a:cubicBezTo>
                    <a:cubicBezTo>
                      <a:pt x="65" y="4"/>
                      <a:pt x="65" y="4"/>
                      <a:pt x="65" y="4"/>
                    </a:cubicBezTo>
                    <a:cubicBezTo>
                      <a:pt x="64" y="4"/>
                      <a:pt x="64" y="4"/>
                      <a:pt x="64" y="4"/>
                    </a:cubicBezTo>
                    <a:cubicBezTo>
                      <a:pt x="64" y="4"/>
                      <a:pt x="64" y="4"/>
                      <a:pt x="64" y="4"/>
                    </a:cubicBezTo>
                    <a:cubicBezTo>
                      <a:pt x="64" y="4"/>
                      <a:pt x="64" y="4"/>
                      <a:pt x="64" y="5"/>
                    </a:cubicBezTo>
                    <a:cubicBezTo>
                      <a:pt x="66" y="15"/>
                      <a:pt x="66" y="15"/>
                      <a:pt x="66" y="15"/>
                    </a:cubicBezTo>
                    <a:cubicBezTo>
                      <a:pt x="66" y="16"/>
                      <a:pt x="67" y="17"/>
                      <a:pt x="67" y="17"/>
                    </a:cubicBezTo>
                    <a:cubicBezTo>
                      <a:pt x="68" y="18"/>
                      <a:pt x="69" y="18"/>
                      <a:pt x="70" y="17"/>
                    </a:cubicBezTo>
                    <a:close/>
                    <a:moveTo>
                      <a:pt x="84" y="12"/>
                    </a:moveTo>
                    <a:cubicBezTo>
                      <a:pt x="84" y="12"/>
                      <a:pt x="84" y="12"/>
                      <a:pt x="84" y="12"/>
                    </a:cubicBezTo>
                    <a:cubicBezTo>
                      <a:pt x="84" y="1"/>
                      <a:pt x="84" y="1"/>
                      <a:pt x="84" y="1"/>
                    </a:cubicBezTo>
                    <a:cubicBezTo>
                      <a:pt x="84" y="1"/>
                      <a:pt x="84" y="1"/>
                      <a:pt x="83" y="1"/>
                    </a:cubicBezTo>
                    <a:cubicBezTo>
                      <a:pt x="83" y="1"/>
                      <a:pt x="83" y="1"/>
                      <a:pt x="83" y="1"/>
                    </a:cubicBezTo>
                    <a:cubicBezTo>
                      <a:pt x="82" y="1"/>
                      <a:pt x="82" y="1"/>
                      <a:pt x="82" y="1"/>
                    </a:cubicBezTo>
                    <a:cubicBezTo>
                      <a:pt x="82" y="0"/>
                      <a:pt x="82" y="0"/>
                      <a:pt x="82" y="0"/>
                    </a:cubicBezTo>
                    <a:cubicBezTo>
                      <a:pt x="86" y="0"/>
                      <a:pt x="86" y="0"/>
                      <a:pt x="86" y="0"/>
                    </a:cubicBezTo>
                    <a:cubicBezTo>
                      <a:pt x="86" y="1"/>
                      <a:pt x="86" y="1"/>
                      <a:pt x="86" y="1"/>
                    </a:cubicBezTo>
                    <a:cubicBezTo>
                      <a:pt x="85" y="1"/>
                      <a:pt x="85" y="1"/>
                      <a:pt x="85" y="1"/>
                    </a:cubicBezTo>
                    <a:cubicBezTo>
                      <a:pt x="85" y="1"/>
                      <a:pt x="85" y="1"/>
                      <a:pt x="84" y="1"/>
                    </a:cubicBezTo>
                    <a:cubicBezTo>
                      <a:pt x="84" y="1"/>
                      <a:pt x="84" y="1"/>
                      <a:pt x="84" y="1"/>
                    </a:cubicBezTo>
                    <a:cubicBezTo>
                      <a:pt x="85" y="16"/>
                      <a:pt x="85" y="16"/>
                      <a:pt x="85" y="16"/>
                    </a:cubicBezTo>
                    <a:cubicBezTo>
                      <a:pt x="85" y="16"/>
                      <a:pt x="85" y="16"/>
                      <a:pt x="85" y="16"/>
                    </a:cubicBezTo>
                    <a:cubicBezTo>
                      <a:pt x="85" y="16"/>
                      <a:pt x="85" y="16"/>
                      <a:pt x="85" y="16"/>
                    </a:cubicBezTo>
                    <a:cubicBezTo>
                      <a:pt x="77" y="3"/>
                      <a:pt x="77" y="3"/>
                      <a:pt x="77" y="3"/>
                    </a:cubicBezTo>
                    <a:cubicBezTo>
                      <a:pt x="77" y="3"/>
                      <a:pt x="77" y="3"/>
                      <a:pt x="77" y="3"/>
                    </a:cubicBezTo>
                    <a:cubicBezTo>
                      <a:pt x="77" y="15"/>
                      <a:pt x="77" y="15"/>
                      <a:pt x="77" y="15"/>
                    </a:cubicBezTo>
                    <a:cubicBezTo>
                      <a:pt x="77" y="15"/>
                      <a:pt x="78" y="15"/>
                      <a:pt x="78" y="16"/>
                    </a:cubicBezTo>
                    <a:cubicBezTo>
                      <a:pt x="78" y="16"/>
                      <a:pt x="78" y="16"/>
                      <a:pt x="78" y="16"/>
                    </a:cubicBezTo>
                    <a:cubicBezTo>
                      <a:pt x="79" y="16"/>
                      <a:pt x="79" y="16"/>
                      <a:pt x="79" y="16"/>
                    </a:cubicBezTo>
                    <a:cubicBezTo>
                      <a:pt x="79" y="16"/>
                      <a:pt x="79" y="16"/>
                      <a:pt x="79" y="16"/>
                    </a:cubicBezTo>
                    <a:cubicBezTo>
                      <a:pt x="75" y="16"/>
                      <a:pt x="75" y="16"/>
                      <a:pt x="75" y="16"/>
                    </a:cubicBezTo>
                    <a:cubicBezTo>
                      <a:pt x="75" y="16"/>
                      <a:pt x="75" y="16"/>
                      <a:pt x="75" y="16"/>
                    </a:cubicBezTo>
                    <a:cubicBezTo>
                      <a:pt x="76" y="16"/>
                      <a:pt x="76" y="16"/>
                      <a:pt x="76" y="16"/>
                    </a:cubicBezTo>
                    <a:cubicBezTo>
                      <a:pt x="76" y="16"/>
                      <a:pt x="77" y="16"/>
                      <a:pt x="77" y="16"/>
                    </a:cubicBezTo>
                    <a:cubicBezTo>
                      <a:pt x="77" y="15"/>
                      <a:pt x="77" y="15"/>
                      <a:pt x="77" y="15"/>
                    </a:cubicBezTo>
                    <a:cubicBezTo>
                      <a:pt x="76" y="2"/>
                      <a:pt x="76" y="2"/>
                      <a:pt x="76" y="2"/>
                    </a:cubicBezTo>
                    <a:cubicBezTo>
                      <a:pt x="76" y="2"/>
                      <a:pt x="76" y="2"/>
                      <a:pt x="76" y="1"/>
                    </a:cubicBezTo>
                    <a:cubicBezTo>
                      <a:pt x="76" y="1"/>
                      <a:pt x="75" y="1"/>
                      <a:pt x="75" y="1"/>
                    </a:cubicBezTo>
                    <a:cubicBezTo>
                      <a:pt x="74" y="1"/>
                      <a:pt x="74" y="1"/>
                      <a:pt x="74" y="1"/>
                    </a:cubicBezTo>
                    <a:cubicBezTo>
                      <a:pt x="74" y="1"/>
                      <a:pt x="74" y="1"/>
                      <a:pt x="74" y="1"/>
                    </a:cubicBezTo>
                    <a:cubicBezTo>
                      <a:pt x="77" y="1"/>
                      <a:pt x="77" y="1"/>
                      <a:pt x="77" y="1"/>
                    </a:cubicBezTo>
                    <a:cubicBezTo>
                      <a:pt x="84" y="12"/>
                      <a:pt x="84" y="12"/>
                      <a:pt x="84" y="12"/>
                    </a:cubicBezTo>
                    <a:close/>
                    <a:moveTo>
                      <a:pt x="90" y="1"/>
                    </a:moveTo>
                    <a:cubicBezTo>
                      <a:pt x="90" y="0"/>
                      <a:pt x="90" y="0"/>
                      <a:pt x="90" y="0"/>
                    </a:cubicBezTo>
                    <a:cubicBezTo>
                      <a:pt x="98" y="1"/>
                      <a:pt x="98" y="1"/>
                      <a:pt x="98" y="1"/>
                    </a:cubicBezTo>
                    <a:cubicBezTo>
                      <a:pt x="98" y="1"/>
                      <a:pt x="98" y="1"/>
                      <a:pt x="98" y="1"/>
                    </a:cubicBezTo>
                    <a:cubicBezTo>
                      <a:pt x="96" y="1"/>
                      <a:pt x="96" y="1"/>
                      <a:pt x="96" y="1"/>
                    </a:cubicBezTo>
                    <a:cubicBezTo>
                      <a:pt x="95" y="1"/>
                      <a:pt x="95" y="1"/>
                      <a:pt x="95" y="1"/>
                    </a:cubicBezTo>
                    <a:cubicBezTo>
                      <a:pt x="95" y="1"/>
                      <a:pt x="95" y="1"/>
                      <a:pt x="95" y="2"/>
                    </a:cubicBezTo>
                    <a:cubicBezTo>
                      <a:pt x="94" y="15"/>
                      <a:pt x="94" y="15"/>
                      <a:pt x="94" y="15"/>
                    </a:cubicBezTo>
                    <a:cubicBezTo>
                      <a:pt x="94" y="15"/>
                      <a:pt x="94" y="15"/>
                      <a:pt x="94" y="15"/>
                    </a:cubicBezTo>
                    <a:cubicBezTo>
                      <a:pt x="94" y="15"/>
                      <a:pt x="94" y="15"/>
                      <a:pt x="95" y="15"/>
                    </a:cubicBezTo>
                    <a:cubicBezTo>
                      <a:pt x="97" y="16"/>
                      <a:pt x="97" y="16"/>
                      <a:pt x="97" y="16"/>
                    </a:cubicBezTo>
                    <a:cubicBezTo>
                      <a:pt x="97" y="16"/>
                      <a:pt x="97" y="16"/>
                      <a:pt x="97" y="16"/>
                    </a:cubicBezTo>
                    <a:cubicBezTo>
                      <a:pt x="89" y="16"/>
                      <a:pt x="89" y="16"/>
                      <a:pt x="89" y="16"/>
                    </a:cubicBezTo>
                    <a:cubicBezTo>
                      <a:pt x="89" y="15"/>
                      <a:pt x="89" y="15"/>
                      <a:pt x="89" y="15"/>
                    </a:cubicBezTo>
                    <a:cubicBezTo>
                      <a:pt x="91" y="15"/>
                      <a:pt x="91" y="15"/>
                      <a:pt x="91" y="15"/>
                    </a:cubicBezTo>
                    <a:cubicBezTo>
                      <a:pt x="92" y="15"/>
                      <a:pt x="92" y="15"/>
                      <a:pt x="92" y="15"/>
                    </a:cubicBezTo>
                    <a:cubicBezTo>
                      <a:pt x="92" y="15"/>
                      <a:pt x="92" y="15"/>
                      <a:pt x="92" y="15"/>
                    </a:cubicBezTo>
                    <a:cubicBezTo>
                      <a:pt x="93" y="2"/>
                      <a:pt x="93" y="2"/>
                      <a:pt x="93" y="2"/>
                    </a:cubicBezTo>
                    <a:cubicBezTo>
                      <a:pt x="93" y="1"/>
                      <a:pt x="93" y="1"/>
                      <a:pt x="93" y="1"/>
                    </a:cubicBezTo>
                    <a:cubicBezTo>
                      <a:pt x="93" y="1"/>
                      <a:pt x="93" y="1"/>
                      <a:pt x="92" y="1"/>
                    </a:cubicBezTo>
                    <a:cubicBezTo>
                      <a:pt x="90" y="1"/>
                      <a:pt x="90" y="1"/>
                      <a:pt x="90" y="1"/>
                    </a:cubicBezTo>
                    <a:close/>
                    <a:moveTo>
                      <a:pt x="109" y="3"/>
                    </a:moveTo>
                    <a:cubicBezTo>
                      <a:pt x="109" y="2"/>
                      <a:pt x="109" y="2"/>
                      <a:pt x="109" y="2"/>
                    </a:cubicBezTo>
                    <a:cubicBezTo>
                      <a:pt x="113" y="3"/>
                      <a:pt x="113" y="3"/>
                      <a:pt x="113" y="3"/>
                    </a:cubicBezTo>
                    <a:cubicBezTo>
                      <a:pt x="113" y="3"/>
                      <a:pt x="113" y="3"/>
                      <a:pt x="113" y="3"/>
                    </a:cubicBezTo>
                    <a:cubicBezTo>
                      <a:pt x="112" y="3"/>
                      <a:pt x="112" y="3"/>
                      <a:pt x="112" y="3"/>
                    </a:cubicBezTo>
                    <a:cubicBezTo>
                      <a:pt x="112" y="3"/>
                      <a:pt x="112" y="3"/>
                      <a:pt x="111" y="4"/>
                    </a:cubicBezTo>
                    <a:cubicBezTo>
                      <a:pt x="111" y="4"/>
                      <a:pt x="111" y="4"/>
                      <a:pt x="111" y="4"/>
                    </a:cubicBezTo>
                    <a:cubicBezTo>
                      <a:pt x="105" y="17"/>
                      <a:pt x="105" y="17"/>
                      <a:pt x="105" y="17"/>
                    </a:cubicBezTo>
                    <a:cubicBezTo>
                      <a:pt x="104" y="17"/>
                      <a:pt x="104" y="17"/>
                      <a:pt x="104" y="17"/>
                    </a:cubicBezTo>
                    <a:cubicBezTo>
                      <a:pt x="103" y="3"/>
                      <a:pt x="103" y="3"/>
                      <a:pt x="103" y="3"/>
                    </a:cubicBezTo>
                    <a:cubicBezTo>
                      <a:pt x="103" y="3"/>
                      <a:pt x="103" y="2"/>
                      <a:pt x="103" y="2"/>
                    </a:cubicBezTo>
                    <a:cubicBezTo>
                      <a:pt x="103" y="2"/>
                      <a:pt x="103" y="2"/>
                      <a:pt x="102" y="2"/>
                    </a:cubicBezTo>
                    <a:cubicBezTo>
                      <a:pt x="102" y="2"/>
                      <a:pt x="102" y="2"/>
                      <a:pt x="102" y="2"/>
                    </a:cubicBezTo>
                    <a:cubicBezTo>
                      <a:pt x="102" y="1"/>
                      <a:pt x="102" y="1"/>
                      <a:pt x="102" y="1"/>
                    </a:cubicBezTo>
                    <a:cubicBezTo>
                      <a:pt x="106" y="2"/>
                      <a:pt x="106" y="2"/>
                      <a:pt x="106" y="2"/>
                    </a:cubicBezTo>
                    <a:cubicBezTo>
                      <a:pt x="106" y="2"/>
                      <a:pt x="106" y="2"/>
                      <a:pt x="106" y="2"/>
                    </a:cubicBezTo>
                    <a:cubicBezTo>
                      <a:pt x="105" y="2"/>
                      <a:pt x="105" y="2"/>
                      <a:pt x="105" y="2"/>
                    </a:cubicBezTo>
                    <a:cubicBezTo>
                      <a:pt x="105" y="2"/>
                      <a:pt x="105" y="2"/>
                      <a:pt x="105" y="2"/>
                    </a:cubicBezTo>
                    <a:cubicBezTo>
                      <a:pt x="105" y="3"/>
                      <a:pt x="105" y="3"/>
                      <a:pt x="105" y="3"/>
                    </a:cubicBezTo>
                    <a:cubicBezTo>
                      <a:pt x="105" y="14"/>
                      <a:pt x="105" y="14"/>
                      <a:pt x="105" y="14"/>
                    </a:cubicBezTo>
                    <a:cubicBezTo>
                      <a:pt x="106" y="14"/>
                      <a:pt x="106" y="14"/>
                      <a:pt x="106" y="14"/>
                    </a:cubicBezTo>
                    <a:cubicBezTo>
                      <a:pt x="110" y="4"/>
                      <a:pt x="110" y="4"/>
                      <a:pt x="110" y="4"/>
                    </a:cubicBezTo>
                    <a:cubicBezTo>
                      <a:pt x="110" y="4"/>
                      <a:pt x="110" y="4"/>
                      <a:pt x="110" y="3"/>
                    </a:cubicBezTo>
                    <a:cubicBezTo>
                      <a:pt x="110" y="3"/>
                      <a:pt x="110" y="3"/>
                      <a:pt x="110" y="3"/>
                    </a:cubicBezTo>
                    <a:cubicBezTo>
                      <a:pt x="109" y="3"/>
                      <a:pt x="109" y="3"/>
                      <a:pt x="109" y="3"/>
                    </a:cubicBezTo>
                    <a:close/>
                    <a:moveTo>
                      <a:pt x="116" y="5"/>
                    </a:moveTo>
                    <a:cubicBezTo>
                      <a:pt x="116" y="5"/>
                      <a:pt x="116" y="5"/>
                      <a:pt x="116" y="5"/>
                    </a:cubicBezTo>
                    <a:cubicBezTo>
                      <a:pt x="117" y="5"/>
                      <a:pt x="117" y="5"/>
                      <a:pt x="117" y="5"/>
                    </a:cubicBezTo>
                    <a:cubicBezTo>
                      <a:pt x="117" y="5"/>
                      <a:pt x="117" y="6"/>
                      <a:pt x="117" y="6"/>
                    </a:cubicBezTo>
                    <a:cubicBezTo>
                      <a:pt x="113" y="18"/>
                      <a:pt x="113" y="18"/>
                      <a:pt x="113" y="18"/>
                    </a:cubicBezTo>
                    <a:cubicBezTo>
                      <a:pt x="113" y="18"/>
                      <a:pt x="113" y="19"/>
                      <a:pt x="113" y="19"/>
                    </a:cubicBezTo>
                    <a:cubicBezTo>
                      <a:pt x="112" y="19"/>
                      <a:pt x="112" y="19"/>
                      <a:pt x="112" y="19"/>
                    </a:cubicBezTo>
                    <a:cubicBezTo>
                      <a:pt x="111" y="18"/>
                      <a:pt x="111" y="18"/>
                      <a:pt x="111" y="18"/>
                    </a:cubicBezTo>
                    <a:cubicBezTo>
                      <a:pt x="111" y="19"/>
                      <a:pt x="111" y="19"/>
                      <a:pt x="111" y="19"/>
                    </a:cubicBezTo>
                    <a:cubicBezTo>
                      <a:pt x="120" y="22"/>
                      <a:pt x="120" y="22"/>
                      <a:pt x="120" y="22"/>
                    </a:cubicBezTo>
                    <a:cubicBezTo>
                      <a:pt x="122" y="19"/>
                      <a:pt x="122" y="19"/>
                      <a:pt x="122" y="19"/>
                    </a:cubicBezTo>
                    <a:cubicBezTo>
                      <a:pt x="122" y="18"/>
                      <a:pt x="122" y="18"/>
                      <a:pt x="122" y="18"/>
                    </a:cubicBezTo>
                    <a:cubicBezTo>
                      <a:pt x="121" y="19"/>
                      <a:pt x="120" y="20"/>
                      <a:pt x="120" y="20"/>
                    </a:cubicBezTo>
                    <a:cubicBezTo>
                      <a:pt x="119" y="21"/>
                      <a:pt x="118" y="21"/>
                      <a:pt x="117" y="20"/>
                    </a:cubicBezTo>
                    <a:cubicBezTo>
                      <a:pt x="115" y="20"/>
                      <a:pt x="115" y="20"/>
                      <a:pt x="115" y="20"/>
                    </a:cubicBezTo>
                    <a:cubicBezTo>
                      <a:pt x="115" y="20"/>
                      <a:pt x="114" y="19"/>
                      <a:pt x="114" y="19"/>
                    </a:cubicBezTo>
                    <a:cubicBezTo>
                      <a:pt x="114" y="19"/>
                      <a:pt x="114" y="19"/>
                      <a:pt x="114" y="19"/>
                    </a:cubicBezTo>
                    <a:cubicBezTo>
                      <a:pt x="116" y="12"/>
                      <a:pt x="116" y="12"/>
                      <a:pt x="116" y="12"/>
                    </a:cubicBezTo>
                    <a:cubicBezTo>
                      <a:pt x="119" y="13"/>
                      <a:pt x="119" y="13"/>
                      <a:pt x="119" y="13"/>
                    </a:cubicBezTo>
                    <a:cubicBezTo>
                      <a:pt x="120" y="13"/>
                      <a:pt x="120" y="13"/>
                      <a:pt x="120" y="14"/>
                    </a:cubicBezTo>
                    <a:cubicBezTo>
                      <a:pt x="120" y="14"/>
                      <a:pt x="120" y="15"/>
                      <a:pt x="120" y="15"/>
                    </a:cubicBezTo>
                    <a:cubicBezTo>
                      <a:pt x="120" y="16"/>
                      <a:pt x="120" y="16"/>
                      <a:pt x="120" y="16"/>
                    </a:cubicBezTo>
                    <a:cubicBezTo>
                      <a:pt x="120" y="16"/>
                      <a:pt x="120" y="16"/>
                      <a:pt x="120" y="16"/>
                    </a:cubicBezTo>
                    <a:cubicBezTo>
                      <a:pt x="122" y="11"/>
                      <a:pt x="122" y="11"/>
                      <a:pt x="122" y="11"/>
                    </a:cubicBezTo>
                    <a:cubicBezTo>
                      <a:pt x="122" y="11"/>
                      <a:pt x="122" y="11"/>
                      <a:pt x="122" y="11"/>
                    </a:cubicBezTo>
                    <a:cubicBezTo>
                      <a:pt x="121" y="11"/>
                      <a:pt x="121" y="11"/>
                      <a:pt x="121" y="11"/>
                    </a:cubicBezTo>
                    <a:cubicBezTo>
                      <a:pt x="121" y="12"/>
                      <a:pt x="121" y="12"/>
                      <a:pt x="121" y="12"/>
                    </a:cubicBezTo>
                    <a:cubicBezTo>
                      <a:pt x="120" y="13"/>
                      <a:pt x="120" y="13"/>
                      <a:pt x="119" y="12"/>
                    </a:cubicBezTo>
                    <a:cubicBezTo>
                      <a:pt x="117" y="12"/>
                      <a:pt x="117" y="12"/>
                      <a:pt x="117" y="12"/>
                    </a:cubicBezTo>
                    <a:cubicBezTo>
                      <a:pt x="118" y="6"/>
                      <a:pt x="118" y="6"/>
                      <a:pt x="118" y="6"/>
                    </a:cubicBezTo>
                    <a:cubicBezTo>
                      <a:pt x="118" y="6"/>
                      <a:pt x="119" y="6"/>
                      <a:pt x="119" y="6"/>
                    </a:cubicBezTo>
                    <a:cubicBezTo>
                      <a:pt x="119" y="6"/>
                      <a:pt x="119" y="6"/>
                      <a:pt x="119" y="6"/>
                    </a:cubicBezTo>
                    <a:cubicBezTo>
                      <a:pt x="122" y="7"/>
                      <a:pt x="122" y="7"/>
                      <a:pt x="122" y="7"/>
                    </a:cubicBezTo>
                    <a:cubicBezTo>
                      <a:pt x="122" y="7"/>
                      <a:pt x="123" y="7"/>
                      <a:pt x="123" y="8"/>
                    </a:cubicBezTo>
                    <a:cubicBezTo>
                      <a:pt x="124" y="8"/>
                      <a:pt x="124" y="9"/>
                      <a:pt x="124" y="10"/>
                    </a:cubicBezTo>
                    <a:cubicBezTo>
                      <a:pt x="125" y="10"/>
                      <a:pt x="125" y="10"/>
                      <a:pt x="125" y="10"/>
                    </a:cubicBezTo>
                    <a:cubicBezTo>
                      <a:pt x="125" y="7"/>
                      <a:pt x="125" y="7"/>
                      <a:pt x="125" y="7"/>
                    </a:cubicBezTo>
                    <a:cubicBezTo>
                      <a:pt x="116" y="4"/>
                      <a:pt x="116" y="4"/>
                      <a:pt x="116" y="4"/>
                    </a:cubicBezTo>
                    <a:cubicBezTo>
                      <a:pt x="116" y="5"/>
                      <a:pt x="116" y="5"/>
                      <a:pt x="116" y="5"/>
                    </a:cubicBezTo>
                    <a:close/>
                    <a:moveTo>
                      <a:pt x="136" y="17"/>
                    </a:moveTo>
                    <a:cubicBezTo>
                      <a:pt x="136" y="18"/>
                      <a:pt x="135" y="19"/>
                      <a:pt x="134" y="19"/>
                    </a:cubicBezTo>
                    <a:cubicBezTo>
                      <a:pt x="133" y="19"/>
                      <a:pt x="133" y="19"/>
                      <a:pt x="132" y="19"/>
                    </a:cubicBezTo>
                    <a:cubicBezTo>
                      <a:pt x="131" y="26"/>
                      <a:pt x="131" y="26"/>
                      <a:pt x="131" y="26"/>
                    </a:cubicBezTo>
                    <a:cubicBezTo>
                      <a:pt x="131" y="26"/>
                      <a:pt x="131" y="27"/>
                      <a:pt x="131" y="27"/>
                    </a:cubicBezTo>
                    <a:cubicBezTo>
                      <a:pt x="131" y="27"/>
                      <a:pt x="131" y="27"/>
                      <a:pt x="132" y="27"/>
                    </a:cubicBezTo>
                    <a:cubicBezTo>
                      <a:pt x="132" y="27"/>
                      <a:pt x="132" y="27"/>
                      <a:pt x="132" y="27"/>
                    </a:cubicBezTo>
                    <a:cubicBezTo>
                      <a:pt x="132" y="28"/>
                      <a:pt x="132" y="28"/>
                      <a:pt x="132" y="28"/>
                    </a:cubicBezTo>
                    <a:cubicBezTo>
                      <a:pt x="130" y="27"/>
                      <a:pt x="130" y="27"/>
                      <a:pt x="130" y="27"/>
                    </a:cubicBezTo>
                    <a:cubicBezTo>
                      <a:pt x="130" y="18"/>
                      <a:pt x="130" y="18"/>
                      <a:pt x="130" y="18"/>
                    </a:cubicBezTo>
                    <a:cubicBezTo>
                      <a:pt x="129" y="17"/>
                      <a:pt x="129" y="17"/>
                      <a:pt x="129" y="17"/>
                    </a:cubicBezTo>
                    <a:cubicBezTo>
                      <a:pt x="126" y="23"/>
                      <a:pt x="126" y="23"/>
                      <a:pt x="126" y="23"/>
                    </a:cubicBezTo>
                    <a:cubicBezTo>
                      <a:pt x="125" y="24"/>
                      <a:pt x="125" y="24"/>
                      <a:pt x="126" y="24"/>
                    </a:cubicBezTo>
                    <a:cubicBezTo>
                      <a:pt x="126" y="24"/>
                      <a:pt x="126" y="24"/>
                      <a:pt x="126" y="24"/>
                    </a:cubicBezTo>
                    <a:cubicBezTo>
                      <a:pt x="126" y="25"/>
                      <a:pt x="126" y="25"/>
                      <a:pt x="126" y="25"/>
                    </a:cubicBezTo>
                    <a:cubicBezTo>
                      <a:pt x="126" y="25"/>
                      <a:pt x="126" y="25"/>
                      <a:pt x="126" y="25"/>
                    </a:cubicBezTo>
                    <a:cubicBezTo>
                      <a:pt x="122" y="23"/>
                      <a:pt x="122" y="23"/>
                      <a:pt x="122" y="23"/>
                    </a:cubicBezTo>
                    <a:cubicBezTo>
                      <a:pt x="123" y="23"/>
                      <a:pt x="123" y="23"/>
                      <a:pt x="123" y="23"/>
                    </a:cubicBezTo>
                    <a:cubicBezTo>
                      <a:pt x="123" y="23"/>
                      <a:pt x="123" y="23"/>
                      <a:pt x="123" y="23"/>
                    </a:cubicBezTo>
                    <a:cubicBezTo>
                      <a:pt x="123" y="23"/>
                      <a:pt x="124" y="23"/>
                      <a:pt x="124" y="23"/>
                    </a:cubicBezTo>
                    <a:cubicBezTo>
                      <a:pt x="124" y="23"/>
                      <a:pt x="124" y="23"/>
                      <a:pt x="124" y="23"/>
                    </a:cubicBezTo>
                    <a:cubicBezTo>
                      <a:pt x="130" y="11"/>
                      <a:pt x="130" y="11"/>
                      <a:pt x="130" y="11"/>
                    </a:cubicBezTo>
                    <a:cubicBezTo>
                      <a:pt x="130" y="11"/>
                      <a:pt x="130" y="11"/>
                      <a:pt x="130" y="10"/>
                    </a:cubicBezTo>
                    <a:cubicBezTo>
                      <a:pt x="130" y="10"/>
                      <a:pt x="130" y="10"/>
                      <a:pt x="130" y="10"/>
                    </a:cubicBezTo>
                    <a:cubicBezTo>
                      <a:pt x="129" y="10"/>
                      <a:pt x="129" y="10"/>
                      <a:pt x="129" y="10"/>
                    </a:cubicBezTo>
                    <a:cubicBezTo>
                      <a:pt x="130" y="9"/>
                      <a:pt x="130" y="9"/>
                      <a:pt x="130" y="9"/>
                    </a:cubicBezTo>
                    <a:cubicBezTo>
                      <a:pt x="134" y="12"/>
                      <a:pt x="134" y="12"/>
                      <a:pt x="134" y="12"/>
                    </a:cubicBezTo>
                    <a:cubicBezTo>
                      <a:pt x="135" y="12"/>
                      <a:pt x="136" y="13"/>
                      <a:pt x="137" y="14"/>
                    </a:cubicBezTo>
                    <a:cubicBezTo>
                      <a:pt x="137" y="15"/>
                      <a:pt x="137" y="16"/>
                      <a:pt x="136" y="17"/>
                    </a:cubicBezTo>
                    <a:close/>
                    <a:moveTo>
                      <a:pt x="129" y="17"/>
                    </a:moveTo>
                    <a:cubicBezTo>
                      <a:pt x="131" y="18"/>
                      <a:pt x="131" y="18"/>
                      <a:pt x="131" y="18"/>
                    </a:cubicBezTo>
                    <a:cubicBezTo>
                      <a:pt x="131" y="18"/>
                      <a:pt x="132" y="18"/>
                      <a:pt x="133" y="18"/>
                    </a:cubicBezTo>
                    <a:cubicBezTo>
                      <a:pt x="134" y="18"/>
                      <a:pt x="134" y="17"/>
                      <a:pt x="135" y="16"/>
                    </a:cubicBezTo>
                    <a:cubicBezTo>
                      <a:pt x="135" y="15"/>
                      <a:pt x="136" y="15"/>
                      <a:pt x="135" y="14"/>
                    </a:cubicBezTo>
                    <a:cubicBezTo>
                      <a:pt x="135" y="13"/>
                      <a:pt x="135" y="12"/>
                      <a:pt x="133" y="12"/>
                    </a:cubicBezTo>
                    <a:cubicBezTo>
                      <a:pt x="133" y="11"/>
                      <a:pt x="133" y="11"/>
                      <a:pt x="133" y="11"/>
                    </a:cubicBezTo>
                    <a:cubicBezTo>
                      <a:pt x="132" y="11"/>
                      <a:pt x="132" y="11"/>
                      <a:pt x="132" y="11"/>
                    </a:cubicBezTo>
                    <a:cubicBezTo>
                      <a:pt x="132" y="11"/>
                      <a:pt x="132" y="11"/>
                      <a:pt x="132" y="12"/>
                    </a:cubicBezTo>
                    <a:cubicBezTo>
                      <a:pt x="129" y="17"/>
                      <a:pt x="129" y="17"/>
                      <a:pt x="129" y="17"/>
                    </a:cubicBezTo>
                    <a:close/>
                    <a:moveTo>
                      <a:pt x="141" y="25"/>
                    </a:moveTo>
                    <a:cubicBezTo>
                      <a:pt x="142" y="27"/>
                      <a:pt x="142" y="28"/>
                      <a:pt x="142" y="28"/>
                    </a:cubicBezTo>
                    <a:cubicBezTo>
                      <a:pt x="142" y="29"/>
                      <a:pt x="142" y="30"/>
                      <a:pt x="142" y="30"/>
                    </a:cubicBezTo>
                    <a:cubicBezTo>
                      <a:pt x="141" y="31"/>
                      <a:pt x="141" y="32"/>
                      <a:pt x="140" y="32"/>
                    </a:cubicBezTo>
                    <a:cubicBezTo>
                      <a:pt x="139" y="32"/>
                      <a:pt x="138" y="32"/>
                      <a:pt x="137" y="32"/>
                    </a:cubicBezTo>
                    <a:cubicBezTo>
                      <a:pt x="137" y="31"/>
                      <a:pt x="136" y="30"/>
                      <a:pt x="136" y="29"/>
                    </a:cubicBezTo>
                    <a:cubicBezTo>
                      <a:pt x="135" y="28"/>
                      <a:pt x="136" y="27"/>
                      <a:pt x="136" y="26"/>
                    </a:cubicBezTo>
                    <a:cubicBezTo>
                      <a:pt x="136" y="26"/>
                      <a:pt x="136" y="26"/>
                      <a:pt x="136" y="26"/>
                    </a:cubicBezTo>
                    <a:cubicBezTo>
                      <a:pt x="134" y="30"/>
                      <a:pt x="134" y="30"/>
                      <a:pt x="134" y="30"/>
                    </a:cubicBezTo>
                    <a:cubicBezTo>
                      <a:pt x="134" y="30"/>
                      <a:pt x="134" y="30"/>
                      <a:pt x="134" y="30"/>
                    </a:cubicBezTo>
                    <a:cubicBezTo>
                      <a:pt x="135" y="30"/>
                      <a:pt x="135" y="30"/>
                      <a:pt x="135" y="30"/>
                    </a:cubicBezTo>
                    <a:cubicBezTo>
                      <a:pt x="135" y="30"/>
                      <a:pt x="135" y="30"/>
                      <a:pt x="136" y="31"/>
                    </a:cubicBezTo>
                    <a:cubicBezTo>
                      <a:pt x="136" y="31"/>
                      <a:pt x="136" y="32"/>
                      <a:pt x="137" y="32"/>
                    </a:cubicBezTo>
                    <a:cubicBezTo>
                      <a:pt x="138" y="33"/>
                      <a:pt x="139" y="33"/>
                      <a:pt x="140" y="33"/>
                    </a:cubicBezTo>
                    <a:cubicBezTo>
                      <a:pt x="142" y="33"/>
                      <a:pt x="142" y="32"/>
                      <a:pt x="143" y="31"/>
                    </a:cubicBezTo>
                    <a:cubicBezTo>
                      <a:pt x="144" y="30"/>
                      <a:pt x="144" y="29"/>
                      <a:pt x="144" y="28"/>
                    </a:cubicBezTo>
                    <a:cubicBezTo>
                      <a:pt x="144" y="27"/>
                      <a:pt x="143" y="26"/>
                      <a:pt x="142" y="25"/>
                    </a:cubicBezTo>
                    <a:cubicBezTo>
                      <a:pt x="141" y="23"/>
                      <a:pt x="141" y="22"/>
                      <a:pt x="141" y="22"/>
                    </a:cubicBezTo>
                    <a:cubicBezTo>
                      <a:pt x="141" y="21"/>
                      <a:pt x="141" y="20"/>
                      <a:pt x="141" y="20"/>
                    </a:cubicBezTo>
                    <a:cubicBezTo>
                      <a:pt x="142" y="19"/>
                      <a:pt x="142" y="19"/>
                      <a:pt x="143" y="19"/>
                    </a:cubicBezTo>
                    <a:cubicBezTo>
                      <a:pt x="144" y="18"/>
                      <a:pt x="144" y="18"/>
                      <a:pt x="145" y="19"/>
                    </a:cubicBezTo>
                    <a:cubicBezTo>
                      <a:pt x="146" y="20"/>
                      <a:pt x="147" y="20"/>
                      <a:pt x="147" y="21"/>
                    </a:cubicBezTo>
                    <a:cubicBezTo>
                      <a:pt x="147" y="22"/>
                      <a:pt x="147" y="23"/>
                      <a:pt x="147" y="24"/>
                    </a:cubicBezTo>
                    <a:cubicBezTo>
                      <a:pt x="147" y="24"/>
                      <a:pt x="147" y="24"/>
                      <a:pt x="147" y="24"/>
                    </a:cubicBezTo>
                    <a:cubicBezTo>
                      <a:pt x="149" y="21"/>
                      <a:pt x="149" y="21"/>
                      <a:pt x="149" y="21"/>
                    </a:cubicBezTo>
                    <a:cubicBezTo>
                      <a:pt x="149" y="21"/>
                      <a:pt x="149" y="21"/>
                      <a:pt x="148" y="21"/>
                    </a:cubicBezTo>
                    <a:cubicBezTo>
                      <a:pt x="148" y="21"/>
                      <a:pt x="148" y="21"/>
                      <a:pt x="148" y="21"/>
                    </a:cubicBezTo>
                    <a:cubicBezTo>
                      <a:pt x="148" y="21"/>
                      <a:pt x="147" y="20"/>
                      <a:pt x="147" y="20"/>
                    </a:cubicBezTo>
                    <a:cubicBezTo>
                      <a:pt x="147" y="19"/>
                      <a:pt x="146" y="19"/>
                      <a:pt x="146" y="19"/>
                    </a:cubicBezTo>
                    <a:cubicBezTo>
                      <a:pt x="145" y="18"/>
                      <a:pt x="144" y="18"/>
                      <a:pt x="143" y="18"/>
                    </a:cubicBezTo>
                    <a:cubicBezTo>
                      <a:pt x="141" y="18"/>
                      <a:pt x="141" y="19"/>
                      <a:pt x="140" y="19"/>
                    </a:cubicBezTo>
                    <a:cubicBezTo>
                      <a:pt x="139" y="20"/>
                      <a:pt x="139" y="21"/>
                      <a:pt x="139" y="22"/>
                    </a:cubicBezTo>
                    <a:cubicBezTo>
                      <a:pt x="140" y="23"/>
                      <a:pt x="140" y="24"/>
                      <a:pt x="141" y="25"/>
                    </a:cubicBezTo>
                    <a:close/>
                    <a:moveTo>
                      <a:pt x="154" y="26"/>
                    </a:moveTo>
                    <a:cubicBezTo>
                      <a:pt x="154" y="26"/>
                      <a:pt x="154" y="26"/>
                      <a:pt x="154" y="26"/>
                    </a:cubicBezTo>
                    <a:cubicBezTo>
                      <a:pt x="159" y="31"/>
                      <a:pt x="159" y="31"/>
                      <a:pt x="159" y="31"/>
                    </a:cubicBezTo>
                    <a:cubicBezTo>
                      <a:pt x="159" y="31"/>
                      <a:pt x="159" y="31"/>
                      <a:pt x="159" y="31"/>
                    </a:cubicBezTo>
                    <a:cubicBezTo>
                      <a:pt x="158" y="30"/>
                      <a:pt x="158" y="30"/>
                      <a:pt x="158" y="30"/>
                    </a:cubicBezTo>
                    <a:cubicBezTo>
                      <a:pt x="157" y="29"/>
                      <a:pt x="157" y="29"/>
                      <a:pt x="157" y="29"/>
                    </a:cubicBezTo>
                    <a:cubicBezTo>
                      <a:pt x="157" y="29"/>
                      <a:pt x="157" y="29"/>
                      <a:pt x="156" y="30"/>
                    </a:cubicBezTo>
                    <a:cubicBezTo>
                      <a:pt x="147" y="39"/>
                      <a:pt x="147" y="39"/>
                      <a:pt x="147" y="39"/>
                    </a:cubicBezTo>
                    <a:cubicBezTo>
                      <a:pt x="147" y="39"/>
                      <a:pt x="147" y="39"/>
                      <a:pt x="147" y="40"/>
                    </a:cubicBezTo>
                    <a:cubicBezTo>
                      <a:pt x="147" y="40"/>
                      <a:pt x="147" y="40"/>
                      <a:pt x="148" y="40"/>
                    </a:cubicBezTo>
                    <a:cubicBezTo>
                      <a:pt x="149" y="42"/>
                      <a:pt x="149" y="42"/>
                      <a:pt x="149" y="42"/>
                    </a:cubicBezTo>
                    <a:cubicBezTo>
                      <a:pt x="149" y="42"/>
                      <a:pt x="149" y="42"/>
                      <a:pt x="149" y="42"/>
                    </a:cubicBezTo>
                    <a:cubicBezTo>
                      <a:pt x="143" y="37"/>
                      <a:pt x="143" y="37"/>
                      <a:pt x="143" y="37"/>
                    </a:cubicBezTo>
                    <a:cubicBezTo>
                      <a:pt x="144" y="37"/>
                      <a:pt x="144" y="37"/>
                      <a:pt x="144" y="37"/>
                    </a:cubicBezTo>
                    <a:cubicBezTo>
                      <a:pt x="145" y="38"/>
                      <a:pt x="145" y="38"/>
                      <a:pt x="145" y="38"/>
                    </a:cubicBezTo>
                    <a:cubicBezTo>
                      <a:pt x="146" y="38"/>
                      <a:pt x="146" y="38"/>
                      <a:pt x="146" y="38"/>
                    </a:cubicBezTo>
                    <a:cubicBezTo>
                      <a:pt x="146" y="38"/>
                      <a:pt x="146" y="38"/>
                      <a:pt x="146" y="38"/>
                    </a:cubicBezTo>
                    <a:cubicBezTo>
                      <a:pt x="155" y="29"/>
                      <a:pt x="155" y="29"/>
                      <a:pt x="155" y="29"/>
                    </a:cubicBezTo>
                    <a:cubicBezTo>
                      <a:pt x="155" y="28"/>
                      <a:pt x="156" y="28"/>
                      <a:pt x="156" y="28"/>
                    </a:cubicBezTo>
                    <a:cubicBezTo>
                      <a:pt x="156" y="28"/>
                      <a:pt x="155" y="28"/>
                      <a:pt x="155" y="27"/>
                    </a:cubicBezTo>
                    <a:cubicBezTo>
                      <a:pt x="154" y="26"/>
                      <a:pt x="154" y="26"/>
                      <a:pt x="154" y="26"/>
                    </a:cubicBezTo>
                    <a:close/>
                    <a:moveTo>
                      <a:pt x="155" y="50"/>
                    </a:moveTo>
                    <a:cubicBezTo>
                      <a:pt x="156" y="50"/>
                      <a:pt x="156" y="50"/>
                      <a:pt x="156" y="50"/>
                    </a:cubicBezTo>
                    <a:cubicBezTo>
                      <a:pt x="155" y="49"/>
                      <a:pt x="155" y="49"/>
                      <a:pt x="155" y="49"/>
                    </a:cubicBezTo>
                    <a:cubicBezTo>
                      <a:pt x="155" y="49"/>
                      <a:pt x="155" y="49"/>
                      <a:pt x="155" y="49"/>
                    </a:cubicBezTo>
                    <a:cubicBezTo>
                      <a:pt x="155" y="49"/>
                      <a:pt x="155" y="48"/>
                      <a:pt x="155" y="48"/>
                    </a:cubicBezTo>
                    <a:cubicBezTo>
                      <a:pt x="165" y="40"/>
                      <a:pt x="165" y="40"/>
                      <a:pt x="165" y="40"/>
                    </a:cubicBezTo>
                    <a:cubicBezTo>
                      <a:pt x="166" y="40"/>
                      <a:pt x="166" y="40"/>
                      <a:pt x="166" y="40"/>
                    </a:cubicBezTo>
                    <a:cubicBezTo>
                      <a:pt x="166" y="40"/>
                      <a:pt x="166" y="40"/>
                      <a:pt x="167" y="40"/>
                    </a:cubicBezTo>
                    <a:cubicBezTo>
                      <a:pt x="167" y="41"/>
                      <a:pt x="167" y="42"/>
                      <a:pt x="167" y="42"/>
                    </a:cubicBezTo>
                    <a:cubicBezTo>
                      <a:pt x="167" y="43"/>
                      <a:pt x="167" y="43"/>
                      <a:pt x="166" y="45"/>
                    </a:cubicBezTo>
                    <a:cubicBezTo>
                      <a:pt x="166" y="45"/>
                      <a:pt x="166" y="45"/>
                      <a:pt x="166" y="45"/>
                    </a:cubicBezTo>
                    <a:cubicBezTo>
                      <a:pt x="169" y="42"/>
                      <a:pt x="169" y="42"/>
                      <a:pt x="169" y="42"/>
                    </a:cubicBezTo>
                    <a:cubicBezTo>
                      <a:pt x="163" y="35"/>
                      <a:pt x="163" y="35"/>
                      <a:pt x="163" y="35"/>
                    </a:cubicBezTo>
                    <a:cubicBezTo>
                      <a:pt x="160" y="37"/>
                      <a:pt x="160" y="37"/>
                      <a:pt x="160" y="37"/>
                    </a:cubicBezTo>
                    <a:cubicBezTo>
                      <a:pt x="160" y="37"/>
                      <a:pt x="160" y="37"/>
                      <a:pt x="160" y="37"/>
                    </a:cubicBezTo>
                    <a:cubicBezTo>
                      <a:pt x="162" y="37"/>
                      <a:pt x="163" y="37"/>
                      <a:pt x="163" y="37"/>
                    </a:cubicBezTo>
                    <a:cubicBezTo>
                      <a:pt x="163" y="37"/>
                      <a:pt x="164" y="37"/>
                      <a:pt x="164" y="38"/>
                    </a:cubicBezTo>
                    <a:cubicBezTo>
                      <a:pt x="165" y="38"/>
                      <a:pt x="165" y="38"/>
                      <a:pt x="165" y="38"/>
                    </a:cubicBezTo>
                    <a:cubicBezTo>
                      <a:pt x="165" y="39"/>
                      <a:pt x="165" y="39"/>
                      <a:pt x="164" y="39"/>
                    </a:cubicBezTo>
                    <a:cubicBezTo>
                      <a:pt x="154" y="47"/>
                      <a:pt x="154" y="47"/>
                      <a:pt x="154" y="47"/>
                    </a:cubicBezTo>
                    <a:cubicBezTo>
                      <a:pt x="154" y="47"/>
                      <a:pt x="154" y="47"/>
                      <a:pt x="154" y="47"/>
                    </a:cubicBezTo>
                    <a:cubicBezTo>
                      <a:pt x="154" y="47"/>
                      <a:pt x="153" y="47"/>
                      <a:pt x="153" y="47"/>
                    </a:cubicBezTo>
                    <a:cubicBezTo>
                      <a:pt x="153" y="46"/>
                      <a:pt x="153" y="46"/>
                      <a:pt x="153" y="46"/>
                    </a:cubicBezTo>
                    <a:cubicBezTo>
                      <a:pt x="152" y="47"/>
                      <a:pt x="152" y="47"/>
                      <a:pt x="152" y="47"/>
                    </a:cubicBezTo>
                    <a:cubicBezTo>
                      <a:pt x="155" y="50"/>
                      <a:pt x="155" y="50"/>
                      <a:pt x="155" y="50"/>
                    </a:cubicBezTo>
                    <a:close/>
                    <a:moveTo>
                      <a:pt x="174" y="54"/>
                    </a:moveTo>
                    <a:cubicBezTo>
                      <a:pt x="174" y="54"/>
                      <a:pt x="175" y="54"/>
                      <a:pt x="175" y="53"/>
                    </a:cubicBezTo>
                    <a:cubicBezTo>
                      <a:pt x="175" y="53"/>
                      <a:pt x="175" y="53"/>
                      <a:pt x="174" y="53"/>
                    </a:cubicBezTo>
                    <a:cubicBezTo>
                      <a:pt x="174" y="52"/>
                      <a:pt x="174" y="52"/>
                      <a:pt x="174" y="52"/>
                    </a:cubicBezTo>
                    <a:cubicBezTo>
                      <a:pt x="175" y="52"/>
                      <a:pt x="175" y="52"/>
                      <a:pt x="175" y="52"/>
                    </a:cubicBezTo>
                    <a:cubicBezTo>
                      <a:pt x="177" y="55"/>
                      <a:pt x="177" y="55"/>
                      <a:pt x="177" y="55"/>
                    </a:cubicBezTo>
                    <a:cubicBezTo>
                      <a:pt x="176" y="55"/>
                      <a:pt x="176" y="55"/>
                      <a:pt x="176" y="55"/>
                    </a:cubicBezTo>
                    <a:cubicBezTo>
                      <a:pt x="176" y="55"/>
                      <a:pt x="176" y="55"/>
                      <a:pt x="176" y="55"/>
                    </a:cubicBezTo>
                    <a:cubicBezTo>
                      <a:pt x="176" y="55"/>
                      <a:pt x="176" y="55"/>
                      <a:pt x="175" y="55"/>
                    </a:cubicBezTo>
                    <a:cubicBezTo>
                      <a:pt x="175" y="55"/>
                      <a:pt x="175" y="55"/>
                      <a:pt x="174" y="55"/>
                    </a:cubicBezTo>
                    <a:cubicBezTo>
                      <a:pt x="166" y="56"/>
                      <a:pt x="166" y="56"/>
                      <a:pt x="166" y="56"/>
                    </a:cubicBezTo>
                    <a:cubicBezTo>
                      <a:pt x="162" y="58"/>
                      <a:pt x="162" y="58"/>
                      <a:pt x="162" y="58"/>
                    </a:cubicBezTo>
                    <a:cubicBezTo>
                      <a:pt x="162" y="59"/>
                      <a:pt x="162" y="59"/>
                      <a:pt x="162" y="59"/>
                    </a:cubicBezTo>
                    <a:cubicBezTo>
                      <a:pt x="161" y="59"/>
                      <a:pt x="162" y="59"/>
                      <a:pt x="162" y="60"/>
                    </a:cubicBezTo>
                    <a:cubicBezTo>
                      <a:pt x="162" y="60"/>
                      <a:pt x="162" y="60"/>
                      <a:pt x="162" y="60"/>
                    </a:cubicBezTo>
                    <a:cubicBezTo>
                      <a:pt x="162" y="61"/>
                      <a:pt x="162" y="61"/>
                      <a:pt x="162" y="61"/>
                    </a:cubicBezTo>
                    <a:cubicBezTo>
                      <a:pt x="159" y="56"/>
                      <a:pt x="159" y="56"/>
                      <a:pt x="159" y="56"/>
                    </a:cubicBezTo>
                    <a:cubicBezTo>
                      <a:pt x="160" y="56"/>
                      <a:pt x="160" y="56"/>
                      <a:pt x="160" y="56"/>
                    </a:cubicBezTo>
                    <a:cubicBezTo>
                      <a:pt x="160" y="57"/>
                      <a:pt x="160" y="57"/>
                      <a:pt x="160" y="57"/>
                    </a:cubicBezTo>
                    <a:cubicBezTo>
                      <a:pt x="160" y="57"/>
                      <a:pt x="160" y="57"/>
                      <a:pt x="161" y="57"/>
                    </a:cubicBezTo>
                    <a:cubicBezTo>
                      <a:pt x="161" y="57"/>
                      <a:pt x="161" y="57"/>
                      <a:pt x="161" y="57"/>
                    </a:cubicBezTo>
                    <a:cubicBezTo>
                      <a:pt x="165" y="55"/>
                      <a:pt x="165" y="55"/>
                      <a:pt x="165" y="55"/>
                    </a:cubicBezTo>
                    <a:cubicBezTo>
                      <a:pt x="171" y="48"/>
                      <a:pt x="171" y="48"/>
                      <a:pt x="171" y="48"/>
                    </a:cubicBezTo>
                    <a:cubicBezTo>
                      <a:pt x="171" y="48"/>
                      <a:pt x="171" y="48"/>
                      <a:pt x="171" y="47"/>
                    </a:cubicBezTo>
                    <a:cubicBezTo>
                      <a:pt x="171" y="47"/>
                      <a:pt x="171" y="47"/>
                      <a:pt x="171" y="47"/>
                    </a:cubicBezTo>
                    <a:cubicBezTo>
                      <a:pt x="171" y="46"/>
                      <a:pt x="171" y="46"/>
                      <a:pt x="171" y="46"/>
                    </a:cubicBezTo>
                    <a:cubicBezTo>
                      <a:pt x="171" y="46"/>
                      <a:pt x="171" y="46"/>
                      <a:pt x="171" y="46"/>
                    </a:cubicBezTo>
                    <a:cubicBezTo>
                      <a:pt x="173" y="50"/>
                      <a:pt x="173" y="50"/>
                      <a:pt x="173" y="50"/>
                    </a:cubicBezTo>
                    <a:cubicBezTo>
                      <a:pt x="173" y="50"/>
                      <a:pt x="173" y="50"/>
                      <a:pt x="173" y="50"/>
                    </a:cubicBezTo>
                    <a:cubicBezTo>
                      <a:pt x="173" y="49"/>
                      <a:pt x="173" y="49"/>
                      <a:pt x="173" y="49"/>
                    </a:cubicBezTo>
                    <a:cubicBezTo>
                      <a:pt x="172" y="49"/>
                      <a:pt x="172" y="49"/>
                      <a:pt x="172" y="49"/>
                    </a:cubicBezTo>
                    <a:cubicBezTo>
                      <a:pt x="172" y="49"/>
                      <a:pt x="172" y="49"/>
                      <a:pt x="171" y="49"/>
                    </a:cubicBezTo>
                    <a:cubicBezTo>
                      <a:pt x="167" y="55"/>
                      <a:pt x="167" y="55"/>
                      <a:pt x="167" y="55"/>
                    </a:cubicBezTo>
                    <a:cubicBezTo>
                      <a:pt x="167" y="55"/>
                      <a:pt x="167" y="55"/>
                      <a:pt x="167" y="55"/>
                    </a:cubicBezTo>
                    <a:lnTo>
                      <a:pt x="174" y="54"/>
                    </a:lnTo>
                    <a:close/>
                  </a:path>
                </a:pathLst>
              </a:custGeom>
              <a:solidFill>
                <a:srgbClr val="FFFFFF"/>
              </a:solidFill>
              <a:ln w="3175" cap="flat">
                <a:solidFill>
                  <a:srgbClr val="FFFFFF"/>
                </a:solidFill>
                <a:prstDash val="solid"/>
                <a:miter lim="800000"/>
              </a:ln>
            </p:spPr>
            <p:txBody>
              <a:bodyPr anchor="ctr"/>
              <a:lstStyle/>
              <a:p>
                <a:pPr algn="ctr"/>
                <a:endParaRPr/>
              </a:p>
            </p:txBody>
          </p:sp>
          <p:sp>
            <p:nvSpPr>
              <p:cNvPr id="278" name="ïśľíḓé"/>
              <p:cNvSpPr/>
              <p:nvPr/>
            </p:nvSpPr>
            <p:spPr bwMode="auto">
              <a:xfrm>
                <a:off x="3667126" y="3184525"/>
                <a:ext cx="492125" cy="496888"/>
              </a:xfrm>
              <a:custGeom>
                <a:avLst/>
                <a:gdLst>
                  <a:gd name="T0" fmla="*/ 74 w 149"/>
                  <a:gd name="T1" fmla="*/ 0 h 149"/>
                  <a:gd name="T2" fmla="*/ 149 w 149"/>
                  <a:gd name="T3" fmla="*/ 74 h 149"/>
                  <a:gd name="T4" fmla="*/ 74 w 149"/>
                  <a:gd name="T5" fmla="*/ 149 h 149"/>
                  <a:gd name="T6" fmla="*/ 0 w 149"/>
                  <a:gd name="T7" fmla="*/ 74 h 149"/>
                  <a:gd name="T8" fmla="*/ 74 w 149"/>
                  <a:gd name="T9" fmla="*/ 0 h 149"/>
                  <a:gd name="T10" fmla="*/ 74 w 149"/>
                  <a:gd name="T11" fmla="*/ 2 h 149"/>
                  <a:gd name="T12" fmla="*/ 2 w 149"/>
                  <a:gd name="T13" fmla="*/ 74 h 149"/>
                  <a:gd name="T14" fmla="*/ 74 w 149"/>
                  <a:gd name="T15" fmla="*/ 146 h 149"/>
                  <a:gd name="T16" fmla="*/ 146 w 149"/>
                  <a:gd name="T17" fmla="*/ 74 h 149"/>
                  <a:gd name="T18" fmla="*/ 74 w 149"/>
                  <a:gd name="T19" fmla="*/ 2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49" h="149">
                    <a:moveTo>
                      <a:pt x="74" y="0"/>
                    </a:moveTo>
                    <a:cubicBezTo>
                      <a:pt x="115" y="0"/>
                      <a:pt x="149" y="33"/>
                      <a:pt x="149" y="74"/>
                    </a:cubicBezTo>
                    <a:cubicBezTo>
                      <a:pt x="149" y="115"/>
                      <a:pt x="115" y="149"/>
                      <a:pt x="74" y="149"/>
                    </a:cubicBezTo>
                    <a:cubicBezTo>
                      <a:pt x="33" y="149"/>
                      <a:pt x="0" y="115"/>
                      <a:pt x="0" y="74"/>
                    </a:cubicBezTo>
                    <a:cubicBezTo>
                      <a:pt x="0" y="33"/>
                      <a:pt x="33" y="0"/>
                      <a:pt x="74" y="0"/>
                    </a:cubicBezTo>
                    <a:close/>
                    <a:moveTo>
                      <a:pt x="74" y="2"/>
                    </a:moveTo>
                    <a:cubicBezTo>
                      <a:pt x="35" y="2"/>
                      <a:pt x="2" y="34"/>
                      <a:pt x="2" y="74"/>
                    </a:cubicBezTo>
                    <a:cubicBezTo>
                      <a:pt x="2" y="114"/>
                      <a:pt x="35" y="146"/>
                      <a:pt x="74" y="146"/>
                    </a:cubicBezTo>
                    <a:cubicBezTo>
                      <a:pt x="114" y="146"/>
                      <a:pt x="146" y="114"/>
                      <a:pt x="146" y="74"/>
                    </a:cubicBezTo>
                    <a:cubicBezTo>
                      <a:pt x="146" y="34"/>
                      <a:pt x="114" y="2"/>
                      <a:pt x="74" y="2"/>
                    </a:cubicBezTo>
                    <a:close/>
                  </a:path>
                </a:pathLst>
              </a:custGeom>
              <a:solidFill>
                <a:srgbClr val="00523A"/>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9" name="ïslíḍê"/>
              <p:cNvSpPr/>
              <p:nvPr/>
            </p:nvSpPr>
            <p:spPr bwMode="auto">
              <a:xfrm>
                <a:off x="3775076" y="3248025"/>
                <a:ext cx="274638" cy="146050"/>
              </a:xfrm>
              <a:custGeom>
                <a:avLst/>
                <a:gdLst>
                  <a:gd name="T0" fmla="*/ 10 w 83"/>
                  <a:gd name="T1" fmla="*/ 43 h 44"/>
                  <a:gd name="T2" fmla="*/ 18 w 83"/>
                  <a:gd name="T3" fmla="*/ 39 h 44"/>
                  <a:gd name="T4" fmla="*/ 67 w 83"/>
                  <a:gd name="T5" fmla="*/ 39 h 44"/>
                  <a:gd name="T6" fmla="*/ 73 w 83"/>
                  <a:gd name="T7" fmla="*/ 42 h 44"/>
                  <a:gd name="T8" fmla="*/ 76 w 83"/>
                  <a:gd name="T9" fmla="*/ 43 h 44"/>
                  <a:gd name="T10" fmla="*/ 83 w 83"/>
                  <a:gd name="T11" fmla="*/ 35 h 44"/>
                  <a:gd name="T12" fmla="*/ 76 w 83"/>
                  <a:gd name="T13" fmla="*/ 37 h 44"/>
                  <a:gd name="T14" fmla="*/ 69 w 83"/>
                  <a:gd name="T15" fmla="*/ 33 h 44"/>
                  <a:gd name="T16" fmla="*/ 70 w 83"/>
                  <a:gd name="T17" fmla="*/ 26 h 44"/>
                  <a:gd name="T18" fmla="*/ 64 w 83"/>
                  <a:gd name="T19" fmla="*/ 30 h 44"/>
                  <a:gd name="T20" fmla="*/ 59 w 83"/>
                  <a:gd name="T21" fmla="*/ 31 h 44"/>
                  <a:gd name="T22" fmla="*/ 56 w 83"/>
                  <a:gd name="T23" fmla="*/ 29 h 44"/>
                  <a:gd name="T24" fmla="*/ 56 w 83"/>
                  <a:gd name="T25" fmla="*/ 24 h 44"/>
                  <a:gd name="T26" fmla="*/ 58 w 83"/>
                  <a:gd name="T27" fmla="*/ 23 h 44"/>
                  <a:gd name="T28" fmla="*/ 58 w 83"/>
                  <a:gd name="T29" fmla="*/ 19 h 44"/>
                  <a:gd name="T30" fmla="*/ 54 w 83"/>
                  <a:gd name="T31" fmla="*/ 19 h 44"/>
                  <a:gd name="T32" fmla="*/ 53 w 83"/>
                  <a:gd name="T33" fmla="*/ 21 h 44"/>
                  <a:gd name="T34" fmla="*/ 44 w 83"/>
                  <a:gd name="T35" fmla="*/ 21 h 44"/>
                  <a:gd name="T36" fmla="*/ 43 w 83"/>
                  <a:gd name="T37" fmla="*/ 18 h 44"/>
                  <a:gd name="T38" fmla="*/ 44 w 83"/>
                  <a:gd name="T39" fmla="*/ 13 h 44"/>
                  <a:gd name="T40" fmla="*/ 43 w 83"/>
                  <a:gd name="T41" fmla="*/ 8 h 44"/>
                  <a:gd name="T42" fmla="*/ 43 w 83"/>
                  <a:gd name="T43" fmla="*/ 6 h 44"/>
                  <a:gd name="T44" fmla="*/ 43 w 83"/>
                  <a:gd name="T45" fmla="*/ 2 h 44"/>
                  <a:gd name="T46" fmla="*/ 43 w 83"/>
                  <a:gd name="T47" fmla="*/ 0 h 44"/>
                  <a:gd name="T48" fmla="*/ 40 w 83"/>
                  <a:gd name="T49" fmla="*/ 0 h 44"/>
                  <a:gd name="T50" fmla="*/ 39 w 83"/>
                  <a:gd name="T51" fmla="*/ 2 h 44"/>
                  <a:gd name="T52" fmla="*/ 39 w 83"/>
                  <a:gd name="T53" fmla="*/ 6 h 44"/>
                  <a:gd name="T54" fmla="*/ 39 w 83"/>
                  <a:gd name="T55" fmla="*/ 8 h 44"/>
                  <a:gd name="T56" fmla="*/ 38 w 83"/>
                  <a:gd name="T57" fmla="*/ 13 h 44"/>
                  <a:gd name="T58" fmla="*/ 38 w 83"/>
                  <a:gd name="T59" fmla="*/ 18 h 44"/>
                  <a:gd name="T60" fmla="*/ 38 w 83"/>
                  <a:gd name="T61" fmla="*/ 21 h 44"/>
                  <a:gd name="T62" fmla="*/ 30 w 83"/>
                  <a:gd name="T63" fmla="*/ 21 h 44"/>
                  <a:gd name="T64" fmla="*/ 29 w 83"/>
                  <a:gd name="T65" fmla="*/ 19 h 44"/>
                  <a:gd name="T66" fmla="*/ 25 w 83"/>
                  <a:gd name="T67" fmla="*/ 19 h 44"/>
                  <a:gd name="T68" fmla="*/ 25 w 83"/>
                  <a:gd name="T69" fmla="*/ 23 h 44"/>
                  <a:gd name="T70" fmla="*/ 26 w 83"/>
                  <a:gd name="T71" fmla="*/ 24 h 44"/>
                  <a:gd name="T72" fmla="*/ 27 w 83"/>
                  <a:gd name="T73" fmla="*/ 29 h 44"/>
                  <a:gd name="T74" fmla="*/ 22 w 83"/>
                  <a:gd name="T75" fmla="*/ 31 h 44"/>
                  <a:gd name="T76" fmla="*/ 13 w 83"/>
                  <a:gd name="T77" fmla="*/ 26 h 44"/>
                  <a:gd name="T78" fmla="*/ 13 w 83"/>
                  <a:gd name="T79" fmla="*/ 35 h 44"/>
                  <a:gd name="T80" fmla="*/ 7 w 83"/>
                  <a:gd name="T81" fmla="*/ 37 h 44"/>
                  <a:gd name="T82" fmla="*/ 0 w 83"/>
                  <a:gd name="T83" fmla="*/ 34 h 44"/>
                  <a:gd name="T84" fmla="*/ 5 w 83"/>
                  <a:gd name="T85" fmla="*/ 42 h 44"/>
                  <a:gd name="T86" fmla="*/ 10 w 83"/>
                  <a:gd name="T87" fmla="*/ 43 h 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83" h="44">
                    <a:moveTo>
                      <a:pt x="10" y="43"/>
                    </a:moveTo>
                    <a:cubicBezTo>
                      <a:pt x="18" y="39"/>
                      <a:pt x="18" y="39"/>
                      <a:pt x="18" y="39"/>
                    </a:cubicBezTo>
                    <a:cubicBezTo>
                      <a:pt x="67" y="39"/>
                      <a:pt x="67" y="39"/>
                      <a:pt x="67" y="39"/>
                    </a:cubicBezTo>
                    <a:cubicBezTo>
                      <a:pt x="73" y="42"/>
                      <a:pt x="73" y="42"/>
                      <a:pt x="73" y="42"/>
                    </a:cubicBezTo>
                    <a:cubicBezTo>
                      <a:pt x="74" y="43"/>
                      <a:pt x="75" y="43"/>
                      <a:pt x="76" y="43"/>
                    </a:cubicBezTo>
                    <a:cubicBezTo>
                      <a:pt x="80" y="42"/>
                      <a:pt x="83" y="35"/>
                      <a:pt x="83" y="35"/>
                    </a:cubicBezTo>
                    <a:cubicBezTo>
                      <a:pt x="83" y="35"/>
                      <a:pt x="79" y="38"/>
                      <a:pt x="76" y="37"/>
                    </a:cubicBezTo>
                    <a:cubicBezTo>
                      <a:pt x="73" y="37"/>
                      <a:pt x="69" y="36"/>
                      <a:pt x="69" y="33"/>
                    </a:cubicBezTo>
                    <a:cubicBezTo>
                      <a:pt x="69" y="30"/>
                      <a:pt x="70" y="27"/>
                      <a:pt x="70" y="26"/>
                    </a:cubicBezTo>
                    <a:cubicBezTo>
                      <a:pt x="70" y="26"/>
                      <a:pt x="67" y="29"/>
                      <a:pt x="64" y="30"/>
                    </a:cubicBezTo>
                    <a:cubicBezTo>
                      <a:pt x="61" y="32"/>
                      <a:pt x="60" y="31"/>
                      <a:pt x="59" y="31"/>
                    </a:cubicBezTo>
                    <a:cubicBezTo>
                      <a:pt x="57" y="30"/>
                      <a:pt x="56" y="29"/>
                      <a:pt x="56" y="29"/>
                    </a:cubicBezTo>
                    <a:cubicBezTo>
                      <a:pt x="56" y="24"/>
                      <a:pt x="56" y="24"/>
                      <a:pt x="56" y="24"/>
                    </a:cubicBezTo>
                    <a:cubicBezTo>
                      <a:pt x="58" y="23"/>
                      <a:pt x="58" y="23"/>
                      <a:pt x="58" y="23"/>
                    </a:cubicBezTo>
                    <a:cubicBezTo>
                      <a:pt x="58" y="19"/>
                      <a:pt x="58" y="19"/>
                      <a:pt x="58" y="19"/>
                    </a:cubicBezTo>
                    <a:cubicBezTo>
                      <a:pt x="54" y="19"/>
                      <a:pt x="54" y="19"/>
                      <a:pt x="54" y="19"/>
                    </a:cubicBezTo>
                    <a:cubicBezTo>
                      <a:pt x="54" y="19"/>
                      <a:pt x="54" y="21"/>
                      <a:pt x="53" y="21"/>
                    </a:cubicBezTo>
                    <a:cubicBezTo>
                      <a:pt x="52" y="21"/>
                      <a:pt x="44" y="21"/>
                      <a:pt x="44" y="21"/>
                    </a:cubicBezTo>
                    <a:cubicBezTo>
                      <a:pt x="44" y="21"/>
                      <a:pt x="43" y="20"/>
                      <a:pt x="43" y="18"/>
                    </a:cubicBezTo>
                    <a:cubicBezTo>
                      <a:pt x="44" y="17"/>
                      <a:pt x="44" y="17"/>
                      <a:pt x="44" y="13"/>
                    </a:cubicBezTo>
                    <a:cubicBezTo>
                      <a:pt x="44" y="10"/>
                      <a:pt x="44" y="9"/>
                      <a:pt x="43" y="8"/>
                    </a:cubicBezTo>
                    <a:cubicBezTo>
                      <a:pt x="43" y="7"/>
                      <a:pt x="42" y="7"/>
                      <a:pt x="43" y="6"/>
                    </a:cubicBezTo>
                    <a:cubicBezTo>
                      <a:pt x="44" y="5"/>
                      <a:pt x="44" y="4"/>
                      <a:pt x="43" y="2"/>
                    </a:cubicBezTo>
                    <a:cubicBezTo>
                      <a:pt x="42" y="1"/>
                      <a:pt x="43" y="2"/>
                      <a:pt x="43" y="0"/>
                    </a:cubicBezTo>
                    <a:cubicBezTo>
                      <a:pt x="40" y="0"/>
                      <a:pt x="40" y="0"/>
                      <a:pt x="40" y="0"/>
                    </a:cubicBezTo>
                    <a:cubicBezTo>
                      <a:pt x="39" y="0"/>
                      <a:pt x="40" y="1"/>
                      <a:pt x="39" y="2"/>
                    </a:cubicBezTo>
                    <a:cubicBezTo>
                      <a:pt x="38" y="3"/>
                      <a:pt x="38" y="5"/>
                      <a:pt x="39" y="6"/>
                    </a:cubicBezTo>
                    <a:cubicBezTo>
                      <a:pt x="39" y="7"/>
                      <a:pt x="40" y="7"/>
                      <a:pt x="39" y="8"/>
                    </a:cubicBezTo>
                    <a:cubicBezTo>
                      <a:pt x="38" y="9"/>
                      <a:pt x="38" y="10"/>
                      <a:pt x="38" y="13"/>
                    </a:cubicBezTo>
                    <a:cubicBezTo>
                      <a:pt x="38" y="16"/>
                      <a:pt x="38" y="17"/>
                      <a:pt x="38" y="18"/>
                    </a:cubicBezTo>
                    <a:cubicBezTo>
                      <a:pt x="39" y="20"/>
                      <a:pt x="38" y="21"/>
                      <a:pt x="38" y="21"/>
                    </a:cubicBezTo>
                    <a:cubicBezTo>
                      <a:pt x="37" y="21"/>
                      <a:pt x="30" y="21"/>
                      <a:pt x="30" y="21"/>
                    </a:cubicBezTo>
                    <a:cubicBezTo>
                      <a:pt x="30" y="21"/>
                      <a:pt x="29" y="20"/>
                      <a:pt x="29" y="19"/>
                    </a:cubicBezTo>
                    <a:cubicBezTo>
                      <a:pt x="25" y="19"/>
                      <a:pt x="25" y="19"/>
                      <a:pt x="25" y="19"/>
                    </a:cubicBezTo>
                    <a:cubicBezTo>
                      <a:pt x="25" y="23"/>
                      <a:pt x="25" y="23"/>
                      <a:pt x="25" y="23"/>
                    </a:cubicBezTo>
                    <a:cubicBezTo>
                      <a:pt x="26" y="24"/>
                      <a:pt x="26" y="24"/>
                      <a:pt x="26" y="24"/>
                    </a:cubicBezTo>
                    <a:cubicBezTo>
                      <a:pt x="27" y="29"/>
                      <a:pt x="27" y="29"/>
                      <a:pt x="27" y="29"/>
                    </a:cubicBezTo>
                    <a:cubicBezTo>
                      <a:pt x="27" y="29"/>
                      <a:pt x="24" y="31"/>
                      <a:pt x="22" y="31"/>
                    </a:cubicBezTo>
                    <a:cubicBezTo>
                      <a:pt x="19" y="31"/>
                      <a:pt x="13" y="26"/>
                      <a:pt x="13" y="26"/>
                    </a:cubicBezTo>
                    <a:cubicBezTo>
                      <a:pt x="13" y="26"/>
                      <a:pt x="14" y="33"/>
                      <a:pt x="13" y="35"/>
                    </a:cubicBezTo>
                    <a:cubicBezTo>
                      <a:pt x="13" y="37"/>
                      <a:pt x="10" y="37"/>
                      <a:pt x="7" y="37"/>
                    </a:cubicBezTo>
                    <a:cubicBezTo>
                      <a:pt x="4" y="37"/>
                      <a:pt x="0" y="35"/>
                      <a:pt x="0" y="34"/>
                    </a:cubicBezTo>
                    <a:cubicBezTo>
                      <a:pt x="0" y="34"/>
                      <a:pt x="3" y="40"/>
                      <a:pt x="5" y="42"/>
                    </a:cubicBezTo>
                    <a:cubicBezTo>
                      <a:pt x="7" y="44"/>
                      <a:pt x="10" y="43"/>
                      <a:pt x="10" y="43"/>
                    </a:cubicBez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80" name="íṡļïdê"/>
              <p:cNvSpPr/>
              <p:nvPr/>
            </p:nvSpPr>
            <p:spPr bwMode="auto">
              <a:xfrm>
                <a:off x="3614738" y="3370263"/>
                <a:ext cx="596900" cy="241300"/>
              </a:xfrm>
              <a:custGeom>
                <a:avLst/>
                <a:gdLst>
                  <a:gd name="T0" fmla="*/ 58 w 181"/>
                  <a:gd name="T1" fmla="*/ 72 h 72"/>
                  <a:gd name="T2" fmla="*/ 8 w 181"/>
                  <a:gd name="T3" fmla="*/ 72 h 72"/>
                  <a:gd name="T4" fmla="*/ 3 w 181"/>
                  <a:gd name="T5" fmla="*/ 63 h 72"/>
                  <a:gd name="T6" fmla="*/ 6 w 181"/>
                  <a:gd name="T7" fmla="*/ 63 h 72"/>
                  <a:gd name="T8" fmla="*/ 11 w 181"/>
                  <a:gd name="T9" fmla="*/ 55 h 72"/>
                  <a:gd name="T10" fmla="*/ 14 w 181"/>
                  <a:gd name="T11" fmla="*/ 55 h 72"/>
                  <a:gd name="T12" fmla="*/ 14 w 181"/>
                  <a:gd name="T13" fmla="*/ 29 h 72"/>
                  <a:gd name="T14" fmla="*/ 0 w 181"/>
                  <a:gd name="T15" fmla="*/ 4 h 72"/>
                  <a:gd name="T16" fmla="*/ 30 w 181"/>
                  <a:gd name="T17" fmla="*/ 0 h 72"/>
                  <a:gd name="T18" fmla="*/ 58 w 181"/>
                  <a:gd name="T19" fmla="*/ 8 h 72"/>
                  <a:gd name="T20" fmla="*/ 51 w 181"/>
                  <a:gd name="T21" fmla="*/ 25 h 72"/>
                  <a:gd name="T22" fmla="*/ 131 w 181"/>
                  <a:gd name="T23" fmla="*/ 25 h 72"/>
                  <a:gd name="T24" fmla="*/ 122 w 181"/>
                  <a:gd name="T25" fmla="*/ 8 h 72"/>
                  <a:gd name="T26" fmla="*/ 150 w 181"/>
                  <a:gd name="T27" fmla="*/ 0 h 72"/>
                  <a:gd name="T28" fmla="*/ 181 w 181"/>
                  <a:gd name="T29" fmla="*/ 5 h 72"/>
                  <a:gd name="T30" fmla="*/ 166 w 181"/>
                  <a:gd name="T31" fmla="*/ 28 h 72"/>
                  <a:gd name="T32" fmla="*/ 166 w 181"/>
                  <a:gd name="T33" fmla="*/ 55 h 72"/>
                  <a:gd name="T34" fmla="*/ 171 w 181"/>
                  <a:gd name="T35" fmla="*/ 55 h 72"/>
                  <a:gd name="T36" fmla="*/ 178 w 181"/>
                  <a:gd name="T37" fmla="*/ 65 h 72"/>
                  <a:gd name="T38" fmla="*/ 174 w 181"/>
                  <a:gd name="T39" fmla="*/ 72 h 72"/>
                  <a:gd name="T40" fmla="*/ 58 w 181"/>
                  <a:gd name="T41" fmla="*/ 72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1" h="72">
                    <a:moveTo>
                      <a:pt x="58" y="72"/>
                    </a:moveTo>
                    <a:cubicBezTo>
                      <a:pt x="8" y="72"/>
                      <a:pt x="8" y="72"/>
                      <a:pt x="8" y="72"/>
                    </a:cubicBezTo>
                    <a:cubicBezTo>
                      <a:pt x="3" y="63"/>
                      <a:pt x="3" y="63"/>
                      <a:pt x="3" y="63"/>
                    </a:cubicBezTo>
                    <a:cubicBezTo>
                      <a:pt x="6" y="63"/>
                      <a:pt x="6" y="63"/>
                      <a:pt x="6" y="63"/>
                    </a:cubicBezTo>
                    <a:cubicBezTo>
                      <a:pt x="7" y="61"/>
                      <a:pt x="10" y="57"/>
                      <a:pt x="11" y="55"/>
                    </a:cubicBezTo>
                    <a:cubicBezTo>
                      <a:pt x="12" y="55"/>
                      <a:pt x="13" y="55"/>
                      <a:pt x="14" y="55"/>
                    </a:cubicBezTo>
                    <a:cubicBezTo>
                      <a:pt x="14" y="45"/>
                      <a:pt x="14" y="39"/>
                      <a:pt x="14" y="29"/>
                    </a:cubicBezTo>
                    <a:cubicBezTo>
                      <a:pt x="6" y="25"/>
                      <a:pt x="0" y="19"/>
                      <a:pt x="0" y="4"/>
                    </a:cubicBezTo>
                    <a:cubicBezTo>
                      <a:pt x="13" y="19"/>
                      <a:pt x="25" y="20"/>
                      <a:pt x="30" y="0"/>
                    </a:cubicBezTo>
                    <a:cubicBezTo>
                      <a:pt x="40" y="22"/>
                      <a:pt x="50" y="16"/>
                      <a:pt x="58" y="8"/>
                    </a:cubicBezTo>
                    <a:cubicBezTo>
                      <a:pt x="59" y="17"/>
                      <a:pt x="51" y="24"/>
                      <a:pt x="51" y="25"/>
                    </a:cubicBezTo>
                    <a:cubicBezTo>
                      <a:pt x="131" y="25"/>
                      <a:pt x="131" y="25"/>
                      <a:pt x="131" y="25"/>
                    </a:cubicBezTo>
                    <a:cubicBezTo>
                      <a:pt x="128" y="21"/>
                      <a:pt x="123" y="15"/>
                      <a:pt x="122" y="8"/>
                    </a:cubicBezTo>
                    <a:cubicBezTo>
                      <a:pt x="131" y="18"/>
                      <a:pt x="141" y="23"/>
                      <a:pt x="150" y="0"/>
                    </a:cubicBezTo>
                    <a:cubicBezTo>
                      <a:pt x="160" y="23"/>
                      <a:pt x="169" y="16"/>
                      <a:pt x="181" y="5"/>
                    </a:cubicBezTo>
                    <a:cubicBezTo>
                      <a:pt x="178" y="23"/>
                      <a:pt x="174" y="23"/>
                      <a:pt x="166" y="28"/>
                    </a:cubicBezTo>
                    <a:cubicBezTo>
                      <a:pt x="166" y="38"/>
                      <a:pt x="166" y="45"/>
                      <a:pt x="166" y="55"/>
                    </a:cubicBezTo>
                    <a:cubicBezTo>
                      <a:pt x="168" y="55"/>
                      <a:pt x="169" y="55"/>
                      <a:pt x="171" y="55"/>
                    </a:cubicBezTo>
                    <a:cubicBezTo>
                      <a:pt x="178" y="65"/>
                      <a:pt x="178" y="65"/>
                      <a:pt x="178" y="65"/>
                    </a:cubicBezTo>
                    <a:cubicBezTo>
                      <a:pt x="174" y="72"/>
                      <a:pt x="174" y="72"/>
                      <a:pt x="174" y="72"/>
                    </a:cubicBezTo>
                    <a:lnTo>
                      <a:pt x="58" y="72"/>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81" name="iş1ïďe"/>
              <p:cNvSpPr/>
              <p:nvPr/>
            </p:nvSpPr>
            <p:spPr bwMode="auto">
              <a:xfrm>
                <a:off x="3624263" y="3381375"/>
                <a:ext cx="577850" cy="200025"/>
              </a:xfrm>
              <a:custGeom>
                <a:avLst/>
                <a:gdLst>
                  <a:gd name="T0" fmla="*/ 130 w 175"/>
                  <a:gd name="T1" fmla="*/ 51 h 60"/>
                  <a:gd name="T2" fmla="*/ 130 w 175"/>
                  <a:gd name="T3" fmla="*/ 50 h 60"/>
                  <a:gd name="T4" fmla="*/ 48 w 175"/>
                  <a:gd name="T5" fmla="*/ 50 h 60"/>
                  <a:gd name="T6" fmla="*/ 48 w 175"/>
                  <a:gd name="T7" fmla="*/ 51 h 60"/>
                  <a:gd name="T8" fmla="*/ 52 w 175"/>
                  <a:gd name="T9" fmla="*/ 51 h 60"/>
                  <a:gd name="T10" fmla="*/ 48 w 175"/>
                  <a:gd name="T11" fmla="*/ 60 h 60"/>
                  <a:gd name="T12" fmla="*/ 7 w 175"/>
                  <a:gd name="T13" fmla="*/ 60 h 60"/>
                  <a:gd name="T14" fmla="*/ 10 w 175"/>
                  <a:gd name="T15" fmla="*/ 54 h 60"/>
                  <a:gd name="T16" fmla="*/ 14 w 175"/>
                  <a:gd name="T17" fmla="*/ 54 h 60"/>
                  <a:gd name="T18" fmla="*/ 13 w 175"/>
                  <a:gd name="T19" fmla="*/ 25 h 60"/>
                  <a:gd name="T20" fmla="*/ 0 w 175"/>
                  <a:gd name="T21" fmla="*/ 7 h 60"/>
                  <a:gd name="T22" fmla="*/ 28 w 175"/>
                  <a:gd name="T23" fmla="*/ 0 h 60"/>
                  <a:gd name="T24" fmla="*/ 55 w 175"/>
                  <a:gd name="T25" fmla="*/ 7 h 60"/>
                  <a:gd name="T26" fmla="*/ 48 w 175"/>
                  <a:gd name="T27" fmla="*/ 22 h 60"/>
                  <a:gd name="T28" fmla="*/ 127 w 175"/>
                  <a:gd name="T29" fmla="*/ 22 h 60"/>
                  <a:gd name="T30" fmla="*/ 119 w 175"/>
                  <a:gd name="T31" fmla="*/ 7 h 60"/>
                  <a:gd name="T32" fmla="*/ 147 w 175"/>
                  <a:gd name="T33" fmla="*/ 0 h 60"/>
                  <a:gd name="T34" fmla="*/ 175 w 175"/>
                  <a:gd name="T35" fmla="*/ 7 h 60"/>
                  <a:gd name="T36" fmla="*/ 161 w 175"/>
                  <a:gd name="T37" fmla="*/ 24 h 60"/>
                  <a:gd name="T38" fmla="*/ 161 w 175"/>
                  <a:gd name="T39" fmla="*/ 53 h 60"/>
                  <a:gd name="T40" fmla="*/ 165 w 175"/>
                  <a:gd name="T41" fmla="*/ 53 h 60"/>
                  <a:gd name="T42" fmla="*/ 169 w 175"/>
                  <a:gd name="T43" fmla="*/ 60 h 60"/>
                  <a:gd name="T44" fmla="*/ 128 w 175"/>
                  <a:gd name="T45" fmla="*/ 60 h 60"/>
                  <a:gd name="T46" fmla="*/ 124 w 175"/>
                  <a:gd name="T47" fmla="*/ 51 h 60"/>
                  <a:gd name="T48" fmla="*/ 130 w 175"/>
                  <a:gd name="T49" fmla="*/ 51 h 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75" h="60">
                    <a:moveTo>
                      <a:pt x="130" y="51"/>
                    </a:moveTo>
                    <a:cubicBezTo>
                      <a:pt x="130" y="50"/>
                      <a:pt x="130" y="50"/>
                      <a:pt x="130" y="50"/>
                    </a:cubicBezTo>
                    <a:cubicBezTo>
                      <a:pt x="48" y="50"/>
                      <a:pt x="48" y="50"/>
                      <a:pt x="48" y="50"/>
                    </a:cubicBezTo>
                    <a:cubicBezTo>
                      <a:pt x="48" y="51"/>
                      <a:pt x="48" y="51"/>
                      <a:pt x="48" y="51"/>
                    </a:cubicBezTo>
                    <a:cubicBezTo>
                      <a:pt x="52" y="51"/>
                      <a:pt x="52" y="51"/>
                      <a:pt x="52" y="51"/>
                    </a:cubicBezTo>
                    <a:cubicBezTo>
                      <a:pt x="48" y="60"/>
                      <a:pt x="48" y="60"/>
                      <a:pt x="48" y="60"/>
                    </a:cubicBezTo>
                    <a:cubicBezTo>
                      <a:pt x="34" y="60"/>
                      <a:pt x="20" y="60"/>
                      <a:pt x="7" y="60"/>
                    </a:cubicBezTo>
                    <a:cubicBezTo>
                      <a:pt x="8" y="58"/>
                      <a:pt x="9" y="56"/>
                      <a:pt x="10" y="54"/>
                    </a:cubicBezTo>
                    <a:cubicBezTo>
                      <a:pt x="11" y="54"/>
                      <a:pt x="12" y="54"/>
                      <a:pt x="14" y="54"/>
                    </a:cubicBezTo>
                    <a:cubicBezTo>
                      <a:pt x="14" y="44"/>
                      <a:pt x="13" y="34"/>
                      <a:pt x="13" y="25"/>
                    </a:cubicBezTo>
                    <a:cubicBezTo>
                      <a:pt x="5" y="20"/>
                      <a:pt x="1" y="14"/>
                      <a:pt x="0" y="7"/>
                    </a:cubicBezTo>
                    <a:cubicBezTo>
                      <a:pt x="12" y="18"/>
                      <a:pt x="22" y="17"/>
                      <a:pt x="28" y="0"/>
                    </a:cubicBezTo>
                    <a:cubicBezTo>
                      <a:pt x="37" y="22"/>
                      <a:pt x="47" y="15"/>
                      <a:pt x="55" y="7"/>
                    </a:cubicBezTo>
                    <a:cubicBezTo>
                      <a:pt x="55" y="14"/>
                      <a:pt x="50" y="17"/>
                      <a:pt x="48" y="22"/>
                    </a:cubicBezTo>
                    <a:cubicBezTo>
                      <a:pt x="127" y="22"/>
                      <a:pt x="127" y="22"/>
                      <a:pt x="127" y="22"/>
                    </a:cubicBezTo>
                    <a:cubicBezTo>
                      <a:pt x="125" y="18"/>
                      <a:pt x="120" y="14"/>
                      <a:pt x="119" y="7"/>
                    </a:cubicBezTo>
                    <a:cubicBezTo>
                      <a:pt x="127" y="15"/>
                      <a:pt x="137" y="22"/>
                      <a:pt x="147" y="0"/>
                    </a:cubicBezTo>
                    <a:cubicBezTo>
                      <a:pt x="153" y="17"/>
                      <a:pt x="163" y="18"/>
                      <a:pt x="175" y="7"/>
                    </a:cubicBezTo>
                    <a:cubicBezTo>
                      <a:pt x="173" y="14"/>
                      <a:pt x="169" y="19"/>
                      <a:pt x="161" y="24"/>
                    </a:cubicBezTo>
                    <a:cubicBezTo>
                      <a:pt x="161" y="34"/>
                      <a:pt x="161" y="44"/>
                      <a:pt x="161" y="53"/>
                    </a:cubicBezTo>
                    <a:cubicBezTo>
                      <a:pt x="162" y="53"/>
                      <a:pt x="164" y="53"/>
                      <a:pt x="165" y="53"/>
                    </a:cubicBezTo>
                    <a:cubicBezTo>
                      <a:pt x="166" y="55"/>
                      <a:pt x="167" y="58"/>
                      <a:pt x="169" y="60"/>
                    </a:cubicBezTo>
                    <a:cubicBezTo>
                      <a:pt x="155" y="60"/>
                      <a:pt x="142" y="60"/>
                      <a:pt x="128" y="60"/>
                    </a:cubicBezTo>
                    <a:cubicBezTo>
                      <a:pt x="124" y="51"/>
                      <a:pt x="124" y="51"/>
                      <a:pt x="124" y="51"/>
                    </a:cubicBezTo>
                    <a:lnTo>
                      <a:pt x="130" y="51"/>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82" name="ïṩḷíḍé"/>
              <p:cNvSpPr/>
              <p:nvPr/>
            </p:nvSpPr>
            <p:spPr bwMode="auto">
              <a:xfrm>
                <a:off x="4065588"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3" name="ïśľíḍè"/>
              <p:cNvSpPr/>
              <p:nvPr/>
            </p:nvSpPr>
            <p:spPr bwMode="auto">
              <a:xfrm>
                <a:off x="3740151"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4" name="í$ḻîḋè"/>
              <p:cNvSpPr/>
              <p:nvPr/>
            </p:nvSpPr>
            <p:spPr bwMode="auto">
              <a:xfrm>
                <a:off x="4125913"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5" name="iṣļíḋe"/>
              <p:cNvSpPr/>
              <p:nvPr/>
            </p:nvSpPr>
            <p:spPr bwMode="auto">
              <a:xfrm>
                <a:off x="3709988"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6" name="iṩḷiḓé"/>
              <p:cNvSpPr/>
              <p:nvPr/>
            </p:nvSpPr>
            <p:spPr bwMode="auto">
              <a:xfrm>
                <a:off x="4095751"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7" name="iSľiḍè"/>
              <p:cNvSpPr/>
              <p:nvPr/>
            </p:nvSpPr>
            <p:spPr bwMode="auto">
              <a:xfrm>
                <a:off x="3663951" y="3460750"/>
                <a:ext cx="495300" cy="317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8" name="ïṩḷîḍe"/>
              <p:cNvSpPr/>
              <p:nvPr/>
            </p:nvSpPr>
            <p:spPr bwMode="auto">
              <a:xfrm>
                <a:off x="3663951" y="3473450"/>
                <a:ext cx="115888"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9" name="íšḻiḑê"/>
              <p:cNvSpPr/>
              <p:nvPr/>
            </p:nvSpPr>
            <p:spPr bwMode="auto">
              <a:xfrm>
                <a:off x="3789363" y="3473450"/>
                <a:ext cx="428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0" name="ïṩļïďè"/>
              <p:cNvSpPr/>
              <p:nvPr/>
            </p:nvSpPr>
            <p:spPr bwMode="auto">
              <a:xfrm>
                <a:off x="3851276" y="3473450"/>
                <a:ext cx="57150"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1" name="îṥlïḋê"/>
              <p:cNvSpPr/>
              <p:nvPr/>
            </p:nvSpPr>
            <p:spPr bwMode="auto">
              <a:xfrm>
                <a:off x="3917951" y="3473450"/>
                <a:ext cx="555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2" name="îṧľïdè"/>
              <p:cNvSpPr/>
              <p:nvPr/>
            </p:nvSpPr>
            <p:spPr bwMode="auto">
              <a:xfrm>
                <a:off x="3994151" y="3473450"/>
                <a:ext cx="428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3" name="iSḷîḓê"/>
              <p:cNvSpPr/>
              <p:nvPr/>
            </p:nvSpPr>
            <p:spPr bwMode="auto">
              <a:xfrm>
                <a:off x="4046538" y="3473450"/>
                <a:ext cx="11271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4" name="îślíďè"/>
              <p:cNvSpPr/>
              <p:nvPr/>
            </p:nvSpPr>
            <p:spPr bwMode="auto">
              <a:xfrm>
                <a:off x="3979863" y="3473450"/>
                <a:ext cx="7938"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5" name="iSḻïḍè"/>
              <p:cNvSpPr/>
              <p:nvPr/>
            </p:nvSpPr>
            <p:spPr bwMode="auto">
              <a:xfrm>
                <a:off x="3838576" y="3473450"/>
                <a:ext cx="6350"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6" name="ïṡliḑê"/>
              <p:cNvSpPr/>
              <p:nvPr/>
            </p:nvSpPr>
            <p:spPr bwMode="auto">
              <a:xfrm>
                <a:off x="3851276" y="3384550"/>
                <a:ext cx="26988"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97" name="islïďé"/>
              <p:cNvSpPr/>
              <p:nvPr/>
            </p:nvSpPr>
            <p:spPr bwMode="auto">
              <a:xfrm>
                <a:off x="3817938" y="3384550"/>
                <a:ext cx="26988" cy="15875"/>
              </a:xfrm>
              <a:custGeom>
                <a:avLst/>
                <a:gdLst>
                  <a:gd name="T0" fmla="*/ 7 w 8"/>
                  <a:gd name="T1" fmla="*/ 0 h 5"/>
                  <a:gd name="T2" fmla="*/ 8 w 8"/>
                  <a:gd name="T3" fmla="*/ 2 h 5"/>
                  <a:gd name="T4" fmla="*/ 1 w 8"/>
                  <a:gd name="T5" fmla="*/ 5 h 5"/>
                  <a:gd name="T6" fmla="*/ 7 w 8"/>
                  <a:gd name="T7" fmla="*/ 0 h 5"/>
                  <a:gd name="T8" fmla="*/ 7 w 8"/>
                  <a:gd name="T9" fmla="*/ 0 h 5"/>
                  <a:gd name="T10" fmla="*/ 7 w 8"/>
                  <a:gd name="T11" fmla="*/ 0 h 5"/>
                </a:gdLst>
                <a:ahLst/>
                <a:cxnLst>
                  <a:cxn ang="0">
                    <a:pos x="T0" y="T1"/>
                  </a:cxn>
                  <a:cxn ang="0">
                    <a:pos x="T2" y="T3"/>
                  </a:cxn>
                  <a:cxn ang="0">
                    <a:pos x="T4" y="T5"/>
                  </a:cxn>
                  <a:cxn ang="0">
                    <a:pos x="T6" y="T7"/>
                  </a:cxn>
                  <a:cxn ang="0">
                    <a:pos x="T8" y="T9"/>
                  </a:cxn>
                  <a:cxn ang="0">
                    <a:pos x="T10" y="T11"/>
                  </a:cxn>
                </a:cxnLst>
                <a:rect l="0" t="0" r="r" b="b"/>
                <a:pathLst>
                  <a:path w="8" h="5">
                    <a:moveTo>
                      <a:pt x="7" y="0"/>
                    </a:moveTo>
                    <a:cubicBezTo>
                      <a:pt x="8" y="2"/>
                      <a:pt x="8" y="2"/>
                      <a:pt x="8" y="2"/>
                    </a:cubicBezTo>
                    <a:cubicBezTo>
                      <a:pt x="1" y="5"/>
                      <a:pt x="1" y="5"/>
                      <a:pt x="1" y="5"/>
                    </a:cubicBezTo>
                    <a:cubicBezTo>
                      <a:pt x="1" y="5"/>
                      <a:pt x="0" y="2"/>
                      <a:pt x="7" y="0"/>
                    </a:cubicBezTo>
                    <a:close/>
                    <a:moveTo>
                      <a:pt x="7" y="0"/>
                    </a:moveTo>
                    <a:cubicBezTo>
                      <a:pt x="7" y="0"/>
                      <a:pt x="7" y="0"/>
                      <a:pt x="7"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98" name="îṥḷîdé"/>
              <p:cNvSpPr/>
              <p:nvPr/>
            </p:nvSpPr>
            <p:spPr bwMode="auto">
              <a:xfrm>
                <a:off x="3983038" y="3384550"/>
                <a:ext cx="26988" cy="15875"/>
              </a:xfrm>
              <a:custGeom>
                <a:avLst/>
                <a:gdLst>
                  <a:gd name="T0" fmla="*/ 1 w 8"/>
                  <a:gd name="T1" fmla="*/ 0 h 5"/>
                  <a:gd name="T2" fmla="*/ 0 w 8"/>
                  <a:gd name="T3" fmla="*/ 2 h 5"/>
                  <a:gd name="T4" fmla="*/ 7 w 8"/>
                  <a:gd name="T5" fmla="*/ 5 h 5"/>
                  <a:gd name="T6" fmla="*/ 1 w 8"/>
                  <a:gd name="T7" fmla="*/ 0 h 5"/>
                  <a:gd name="T8" fmla="*/ 1 w 8"/>
                  <a:gd name="T9" fmla="*/ 0 h 5"/>
                  <a:gd name="T10" fmla="*/ 1 w 8"/>
                  <a:gd name="T11" fmla="*/ 0 h 5"/>
                </a:gdLst>
                <a:ahLst/>
                <a:cxnLst>
                  <a:cxn ang="0">
                    <a:pos x="T0" y="T1"/>
                  </a:cxn>
                  <a:cxn ang="0">
                    <a:pos x="T2" y="T3"/>
                  </a:cxn>
                  <a:cxn ang="0">
                    <a:pos x="T4" y="T5"/>
                  </a:cxn>
                  <a:cxn ang="0">
                    <a:pos x="T6" y="T7"/>
                  </a:cxn>
                  <a:cxn ang="0">
                    <a:pos x="T8" y="T9"/>
                  </a:cxn>
                  <a:cxn ang="0">
                    <a:pos x="T10" y="T11"/>
                  </a:cxn>
                </a:cxnLst>
                <a:rect l="0" t="0" r="r" b="b"/>
                <a:pathLst>
                  <a:path w="8" h="5">
                    <a:moveTo>
                      <a:pt x="1" y="0"/>
                    </a:moveTo>
                    <a:cubicBezTo>
                      <a:pt x="0" y="2"/>
                      <a:pt x="0" y="2"/>
                      <a:pt x="0" y="2"/>
                    </a:cubicBezTo>
                    <a:cubicBezTo>
                      <a:pt x="7" y="5"/>
                      <a:pt x="7" y="5"/>
                      <a:pt x="7" y="5"/>
                    </a:cubicBezTo>
                    <a:cubicBezTo>
                      <a:pt x="7" y="5"/>
                      <a:pt x="8" y="2"/>
                      <a:pt x="1" y="0"/>
                    </a:cubicBezTo>
                    <a:close/>
                    <a:moveTo>
                      <a:pt x="1" y="0"/>
                    </a:moveTo>
                    <a:cubicBezTo>
                      <a:pt x="1" y="0"/>
                      <a:pt x="1" y="0"/>
                      <a:pt x="1"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99" name="isḷîḋé"/>
              <p:cNvSpPr/>
              <p:nvPr/>
            </p:nvSpPr>
            <p:spPr bwMode="auto">
              <a:xfrm>
                <a:off x="3884613" y="3384550"/>
                <a:ext cx="26988"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0" name="iśḷïḑè"/>
              <p:cNvSpPr/>
              <p:nvPr/>
            </p:nvSpPr>
            <p:spPr bwMode="auto">
              <a:xfrm>
                <a:off x="3917951" y="3384550"/>
                <a:ext cx="25400"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1" name="iṧľiďé"/>
              <p:cNvSpPr/>
              <p:nvPr/>
            </p:nvSpPr>
            <p:spPr bwMode="auto">
              <a:xfrm>
                <a:off x="3951288" y="3384550"/>
                <a:ext cx="25400"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2" name="išľïḍé"/>
              <p:cNvSpPr/>
              <p:nvPr/>
            </p:nvSpPr>
            <p:spPr bwMode="auto">
              <a:xfrm>
                <a:off x="3771901" y="3484563"/>
                <a:ext cx="7938"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3" name="îŝlîḑè"/>
              <p:cNvSpPr/>
              <p:nvPr/>
            </p:nvSpPr>
            <p:spPr bwMode="auto">
              <a:xfrm>
                <a:off x="3786188" y="3484563"/>
                <a:ext cx="46038" cy="60325"/>
              </a:xfrm>
              <a:custGeom>
                <a:avLst/>
                <a:gdLst>
                  <a:gd name="T0" fmla="*/ 8 w 29"/>
                  <a:gd name="T1" fmla="*/ 0 h 38"/>
                  <a:gd name="T2" fmla="*/ 20 w 29"/>
                  <a:gd name="T3" fmla="*/ 0 h 38"/>
                  <a:gd name="T4" fmla="*/ 29 w 29"/>
                  <a:gd name="T5" fmla="*/ 8 h 38"/>
                  <a:gd name="T6" fmla="*/ 29 w 29"/>
                  <a:gd name="T7" fmla="*/ 38 h 38"/>
                  <a:gd name="T8" fmla="*/ 0 w 29"/>
                  <a:gd name="T9" fmla="*/ 38 h 38"/>
                  <a:gd name="T10" fmla="*/ 0 w 29"/>
                  <a:gd name="T11" fmla="*/ 8 h 38"/>
                  <a:gd name="T12" fmla="*/ 8 w 29"/>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29" h="38">
                    <a:moveTo>
                      <a:pt x="8" y="0"/>
                    </a:moveTo>
                    <a:lnTo>
                      <a:pt x="20" y="0"/>
                    </a:lnTo>
                    <a:lnTo>
                      <a:pt x="29" y="8"/>
                    </a:lnTo>
                    <a:lnTo>
                      <a:pt x="29" y="38"/>
                    </a:lnTo>
                    <a:lnTo>
                      <a:pt x="0" y="38"/>
                    </a:lnTo>
                    <a:lnTo>
                      <a:pt x="0" y="8"/>
                    </a:lnTo>
                    <a:lnTo>
                      <a:pt x="8"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4" name="îṩḻíḓe"/>
              <p:cNvSpPr/>
              <p:nvPr/>
            </p:nvSpPr>
            <p:spPr bwMode="auto">
              <a:xfrm>
                <a:off x="3994151" y="3484563"/>
                <a:ext cx="46038" cy="60325"/>
              </a:xfrm>
              <a:custGeom>
                <a:avLst/>
                <a:gdLst>
                  <a:gd name="T0" fmla="*/ 8 w 29"/>
                  <a:gd name="T1" fmla="*/ 0 h 38"/>
                  <a:gd name="T2" fmla="*/ 18 w 29"/>
                  <a:gd name="T3" fmla="*/ 0 h 38"/>
                  <a:gd name="T4" fmla="*/ 29 w 29"/>
                  <a:gd name="T5" fmla="*/ 8 h 38"/>
                  <a:gd name="T6" fmla="*/ 29 w 29"/>
                  <a:gd name="T7" fmla="*/ 38 h 38"/>
                  <a:gd name="T8" fmla="*/ 0 w 29"/>
                  <a:gd name="T9" fmla="*/ 38 h 38"/>
                  <a:gd name="T10" fmla="*/ 0 w 29"/>
                  <a:gd name="T11" fmla="*/ 8 h 38"/>
                  <a:gd name="T12" fmla="*/ 8 w 29"/>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29" h="38">
                    <a:moveTo>
                      <a:pt x="8" y="0"/>
                    </a:moveTo>
                    <a:lnTo>
                      <a:pt x="18" y="0"/>
                    </a:lnTo>
                    <a:lnTo>
                      <a:pt x="29" y="8"/>
                    </a:lnTo>
                    <a:lnTo>
                      <a:pt x="29" y="38"/>
                    </a:lnTo>
                    <a:lnTo>
                      <a:pt x="0" y="38"/>
                    </a:lnTo>
                    <a:lnTo>
                      <a:pt x="0" y="8"/>
                    </a:lnTo>
                    <a:lnTo>
                      <a:pt x="8"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5" name="î$1îdè"/>
              <p:cNvSpPr/>
              <p:nvPr/>
            </p:nvSpPr>
            <p:spPr bwMode="auto">
              <a:xfrm>
                <a:off x="3851276" y="3484563"/>
                <a:ext cx="122238" cy="60325"/>
              </a:xfrm>
              <a:custGeom>
                <a:avLst/>
                <a:gdLst>
                  <a:gd name="T0" fmla="*/ 9 w 77"/>
                  <a:gd name="T1" fmla="*/ 0 h 38"/>
                  <a:gd name="T2" fmla="*/ 69 w 77"/>
                  <a:gd name="T3" fmla="*/ 0 h 38"/>
                  <a:gd name="T4" fmla="*/ 77 w 77"/>
                  <a:gd name="T5" fmla="*/ 8 h 38"/>
                  <a:gd name="T6" fmla="*/ 77 w 77"/>
                  <a:gd name="T7" fmla="*/ 38 h 38"/>
                  <a:gd name="T8" fmla="*/ 0 w 77"/>
                  <a:gd name="T9" fmla="*/ 38 h 38"/>
                  <a:gd name="T10" fmla="*/ 0 w 77"/>
                  <a:gd name="T11" fmla="*/ 8 h 38"/>
                  <a:gd name="T12" fmla="*/ 9 w 77"/>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77" h="38">
                    <a:moveTo>
                      <a:pt x="9" y="0"/>
                    </a:moveTo>
                    <a:lnTo>
                      <a:pt x="69" y="0"/>
                    </a:lnTo>
                    <a:lnTo>
                      <a:pt x="77" y="8"/>
                    </a:lnTo>
                    <a:lnTo>
                      <a:pt x="77" y="38"/>
                    </a:lnTo>
                    <a:lnTo>
                      <a:pt x="0" y="38"/>
                    </a:lnTo>
                    <a:lnTo>
                      <a:pt x="0" y="8"/>
                    </a:lnTo>
                    <a:lnTo>
                      <a:pt x="9"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6" name="iśľïḓe"/>
              <p:cNvSpPr/>
              <p:nvPr/>
            </p:nvSpPr>
            <p:spPr bwMode="auto">
              <a:xfrm>
                <a:off x="4046538" y="3484563"/>
                <a:ext cx="6350"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7" name="iṣļïḑè"/>
              <p:cNvSpPr/>
              <p:nvPr/>
            </p:nvSpPr>
            <p:spPr bwMode="auto">
              <a:xfrm>
                <a:off x="3838576" y="3484563"/>
                <a:ext cx="6350"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8" name="iṡḷidé"/>
              <p:cNvSpPr/>
              <p:nvPr/>
            </p:nvSpPr>
            <p:spPr bwMode="auto">
              <a:xfrm>
                <a:off x="3979863" y="3484563"/>
                <a:ext cx="3175"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9" name="íṡḷíḋe"/>
              <p:cNvSpPr/>
              <p:nvPr/>
            </p:nvSpPr>
            <p:spPr bwMode="auto">
              <a:xfrm>
                <a:off x="3811588" y="3551238"/>
                <a:ext cx="20478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0" name="íŝ1iḑê"/>
              <p:cNvSpPr/>
              <p:nvPr/>
            </p:nvSpPr>
            <p:spPr bwMode="auto">
              <a:xfrm>
                <a:off x="3805238" y="3557588"/>
                <a:ext cx="214313"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1" name="îṩḷiḑe"/>
              <p:cNvSpPr/>
              <p:nvPr/>
            </p:nvSpPr>
            <p:spPr bwMode="auto">
              <a:xfrm>
                <a:off x="3802063" y="3567113"/>
                <a:ext cx="220663" cy="1588"/>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2" name="iṧḻiḑê"/>
              <p:cNvSpPr/>
              <p:nvPr/>
            </p:nvSpPr>
            <p:spPr bwMode="auto">
              <a:xfrm>
                <a:off x="3802063" y="3570288"/>
                <a:ext cx="22383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3" name="ïṣḻîḋè"/>
              <p:cNvSpPr/>
              <p:nvPr/>
            </p:nvSpPr>
            <p:spPr bwMode="auto">
              <a:xfrm>
                <a:off x="3795713" y="3581400"/>
                <a:ext cx="234950"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4" name="îṡ1îḍé"/>
              <p:cNvSpPr/>
              <p:nvPr/>
            </p:nvSpPr>
            <p:spPr bwMode="auto">
              <a:xfrm>
                <a:off x="3633788" y="3587750"/>
                <a:ext cx="560388" cy="6350"/>
              </a:xfrm>
              <a:custGeom>
                <a:avLst/>
                <a:gdLst>
                  <a:gd name="T0" fmla="*/ 0 w 353"/>
                  <a:gd name="T1" fmla="*/ 0 h 4"/>
                  <a:gd name="T2" fmla="*/ 353 w 353"/>
                  <a:gd name="T3" fmla="*/ 0 h 4"/>
                  <a:gd name="T4" fmla="*/ 351 w 353"/>
                  <a:gd name="T5" fmla="*/ 4 h 4"/>
                  <a:gd name="T6" fmla="*/ 2 w 353"/>
                  <a:gd name="T7" fmla="*/ 4 h 4"/>
                  <a:gd name="T8" fmla="*/ 0 w 353"/>
                  <a:gd name="T9" fmla="*/ 0 h 4"/>
                </a:gdLst>
                <a:ahLst/>
                <a:cxnLst>
                  <a:cxn ang="0">
                    <a:pos x="T0" y="T1"/>
                  </a:cxn>
                  <a:cxn ang="0">
                    <a:pos x="T2" y="T3"/>
                  </a:cxn>
                  <a:cxn ang="0">
                    <a:pos x="T4" y="T5"/>
                  </a:cxn>
                  <a:cxn ang="0">
                    <a:pos x="T6" y="T7"/>
                  </a:cxn>
                  <a:cxn ang="0">
                    <a:pos x="T8" y="T9"/>
                  </a:cxn>
                </a:cxnLst>
                <a:rect l="0" t="0" r="r" b="b"/>
                <a:pathLst>
                  <a:path w="353" h="4">
                    <a:moveTo>
                      <a:pt x="0" y="0"/>
                    </a:moveTo>
                    <a:lnTo>
                      <a:pt x="353" y="0"/>
                    </a:lnTo>
                    <a:lnTo>
                      <a:pt x="351" y="4"/>
                    </a:lnTo>
                    <a:lnTo>
                      <a:pt x="2" y="4"/>
                    </a:lnTo>
                    <a:lnTo>
                      <a:pt x="0" y="0"/>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15" name="îš1íḑe"/>
              <p:cNvSpPr/>
              <p:nvPr/>
            </p:nvSpPr>
            <p:spPr bwMode="auto">
              <a:xfrm>
                <a:off x="3640138" y="3600450"/>
                <a:ext cx="547688" cy="6350"/>
              </a:xfrm>
              <a:custGeom>
                <a:avLst/>
                <a:gdLst>
                  <a:gd name="T0" fmla="*/ 0 w 345"/>
                  <a:gd name="T1" fmla="*/ 0 h 4"/>
                  <a:gd name="T2" fmla="*/ 345 w 345"/>
                  <a:gd name="T3" fmla="*/ 0 h 4"/>
                  <a:gd name="T4" fmla="*/ 343 w 345"/>
                  <a:gd name="T5" fmla="*/ 4 h 4"/>
                  <a:gd name="T6" fmla="*/ 2 w 345"/>
                  <a:gd name="T7" fmla="*/ 4 h 4"/>
                  <a:gd name="T8" fmla="*/ 0 w 345"/>
                  <a:gd name="T9" fmla="*/ 0 h 4"/>
                </a:gdLst>
                <a:ahLst/>
                <a:cxnLst>
                  <a:cxn ang="0">
                    <a:pos x="T0" y="T1"/>
                  </a:cxn>
                  <a:cxn ang="0">
                    <a:pos x="T2" y="T3"/>
                  </a:cxn>
                  <a:cxn ang="0">
                    <a:pos x="T4" y="T5"/>
                  </a:cxn>
                  <a:cxn ang="0">
                    <a:pos x="T6" y="T7"/>
                  </a:cxn>
                  <a:cxn ang="0">
                    <a:pos x="T8" y="T9"/>
                  </a:cxn>
                </a:cxnLst>
                <a:rect l="0" t="0" r="r" b="b"/>
                <a:pathLst>
                  <a:path w="345" h="4">
                    <a:moveTo>
                      <a:pt x="0" y="0"/>
                    </a:moveTo>
                    <a:lnTo>
                      <a:pt x="345" y="0"/>
                    </a:lnTo>
                    <a:lnTo>
                      <a:pt x="343" y="4"/>
                    </a:lnTo>
                    <a:lnTo>
                      <a:pt x="2" y="4"/>
                    </a:lnTo>
                    <a:lnTo>
                      <a:pt x="0" y="0"/>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16" name="iš1ïḍe"/>
              <p:cNvSpPr/>
              <p:nvPr/>
            </p:nvSpPr>
            <p:spPr bwMode="auto">
              <a:xfrm>
                <a:off x="3736976" y="3406775"/>
                <a:ext cx="352425" cy="4763"/>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7" name="îSḻîde"/>
              <p:cNvSpPr/>
              <p:nvPr/>
            </p:nvSpPr>
            <p:spPr bwMode="auto">
              <a:xfrm>
                <a:off x="3746501" y="3417888"/>
                <a:ext cx="3333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8" name="î$ḻîḑé"/>
              <p:cNvSpPr/>
              <p:nvPr/>
            </p:nvSpPr>
            <p:spPr bwMode="auto">
              <a:xfrm>
                <a:off x="3805238" y="3417888"/>
                <a:ext cx="211138" cy="1588"/>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9" name="íŝļïḓe"/>
              <p:cNvSpPr/>
              <p:nvPr/>
            </p:nvSpPr>
            <p:spPr bwMode="auto">
              <a:xfrm>
                <a:off x="3811588"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20" name="îS1iḍé"/>
              <p:cNvSpPr/>
              <p:nvPr/>
            </p:nvSpPr>
            <p:spPr bwMode="auto">
              <a:xfrm>
                <a:off x="3802063"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21" name="išlïdé"/>
              <p:cNvSpPr/>
              <p:nvPr/>
            </p:nvSpPr>
            <p:spPr bwMode="auto">
              <a:xfrm>
                <a:off x="3789363" y="3421063"/>
                <a:ext cx="6350"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22" name="ïSlïde"/>
              <p:cNvSpPr/>
              <p:nvPr/>
            </p:nvSpPr>
            <p:spPr bwMode="auto">
              <a:xfrm>
                <a:off x="3822701"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3" name="îşľïďe"/>
              <p:cNvSpPr/>
              <p:nvPr/>
            </p:nvSpPr>
            <p:spPr bwMode="auto">
              <a:xfrm>
                <a:off x="3832226"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4" name="ïşľíďê"/>
              <p:cNvSpPr/>
              <p:nvPr/>
            </p:nvSpPr>
            <p:spPr bwMode="auto">
              <a:xfrm>
                <a:off x="38449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5" name="íś1ïdè"/>
              <p:cNvSpPr/>
              <p:nvPr/>
            </p:nvSpPr>
            <p:spPr bwMode="auto">
              <a:xfrm>
                <a:off x="3854451"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0" y="0"/>
                      <a:pt x="1" y="0"/>
                      <a:pt x="2" y="0"/>
                    </a:cubicBezTo>
                    <a:cubicBezTo>
                      <a:pt x="2" y="3"/>
                      <a:pt x="2" y="6"/>
                      <a:pt x="2"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6" name="iṩḷiḍe"/>
              <p:cNvSpPr/>
              <p:nvPr/>
            </p:nvSpPr>
            <p:spPr bwMode="auto">
              <a:xfrm>
                <a:off x="3865563"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7" name="ïŝ1iďè"/>
              <p:cNvSpPr/>
              <p:nvPr/>
            </p:nvSpPr>
            <p:spPr bwMode="auto">
              <a:xfrm>
                <a:off x="3878263"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8" name="íṩļíḋê"/>
              <p:cNvSpPr/>
              <p:nvPr/>
            </p:nvSpPr>
            <p:spPr bwMode="auto">
              <a:xfrm>
                <a:off x="3887788"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9" name="ïṧ1ïdè"/>
              <p:cNvSpPr/>
              <p:nvPr/>
            </p:nvSpPr>
            <p:spPr bwMode="auto">
              <a:xfrm>
                <a:off x="3897313"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0" name="íŝḻîḍé"/>
              <p:cNvSpPr/>
              <p:nvPr/>
            </p:nvSpPr>
            <p:spPr bwMode="auto">
              <a:xfrm>
                <a:off x="3908426"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1" name="îşḻïḓé"/>
              <p:cNvSpPr/>
              <p:nvPr/>
            </p:nvSpPr>
            <p:spPr bwMode="auto">
              <a:xfrm>
                <a:off x="39211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2" name="íśļíďè"/>
              <p:cNvSpPr/>
              <p:nvPr/>
            </p:nvSpPr>
            <p:spPr bwMode="auto">
              <a:xfrm>
                <a:off x="3930651"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3" name="iŝ1ïdé"/>
              <p:cNvSpPr/>
              <p:nvPr/>
            </p:nvSpPr>
            <p:spPr bwMode="auto">
              <a:xfrm>
                <a:off x="3940176"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4" name="is1ídè"/>
              <p:cNvSpPr/>
              <p:nvPr/>
            </p:nvSpPr>
            <p:spPr bwMode="auto">
              <a:xfrm>
                <a:off x="3951288"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2" y="0"/>
                      <a:pt x="2" y="0"/>
                    </a:cubicBezTo>
                    <a:cubicBezTo>
                      <a:pt x="2" y="3"/>
                      <a:pt x="2" y="6"/>
                      <a:pt x="2" y="9"/>
                    </a:cubicBezTo>
                    <a:cubicBezTo>
                      <a:pt x="2"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5" name="islíďê"/>
              <p:cNvSpPr/>
              <p:nvPr/>
            </p:nvSpPr>
            <p:spPr bwMode="auto">
              <a:xfrm>
                <a:off x="3963988"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6" name="iṩlíḑê"/>
              <p:cNvSpPr/>
              <p:nvPr/>
            </p:nvSpPr>
            <p:spPr bwMode="auto">
              <a:xfrm>
                <a:off x="3973513"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7" name="îṥḷïďê"/>
              <p:cNvSpPr/>
              <p:nvPr/>
            </p:nvSpPr>
            <p:spPr bwMode="auto">
              <a:xfrm>
                <a:off x="3983038"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8" name="íṥḻïďè"/>
              <p:cNvSpPr/>
              <p:nvPr/>
            </p:nvSpPr>
            <p:spPr bwMode="auto">
              <a:xfrm>
                <a:off x="39973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9" name="íṡḷíḍè"/>
              <p:cNvSpPr/>
              <p:nvPr/>
            </p:nvSpPr>
            <p:spPr bwMode="auto">
              <a:xfrm>
                <a:off x="4006851"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0" name="î$ḷîḑé"/>
              <p:cNvSpPr/>
              <p:nvPr/>
            </p:nvSpPr>
            <p:spPr bwMode="auto">
              <a:xfrm>
                <a:off x="4016376" y="3421063"/>
                <a:ext cx="6350"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1" name="í$ľîdè"/>
              <p:cNvSpPr/>
              <p:nvPr/>
            </p:nvSpPr>
            <p:spPr bwMode="auto">
              <a:xfrm>
                <a:off x="4025901" y="3421063"/>
                <a:ext cx="7938"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2" name="iṥ1iḍè"/>
              <p:cNvSpPr/>
              <p:nvPr/>
            </p:nvSpPr>
            <p:spPr bwMode="auto">
              <a:xfrm>
                <a:off x="4040188" y="3417888"/>
                <a:ext cx="3968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3" name="ïslidé"/>
              <p:cNvSpPr/>
              <p:nvPr/>
            </p:nvSpPr>
            <p:spPr bwMode="auto">
              <a:xfrm>
                <a:off x="3679826"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4" name="íṡlïďè"/>
              <p:cNvSpPr/>
              <p:nvPr/>
            </p:nvSpPr>
            <p:spPr bwMode="auto">
              <a:xfrm>
                <a:off x="3884613" y="3490913"/>
                <a:ext cx="55563" cy="53975"/>
              </a:xfrm>
              <a:custGeom>
                <a:avLst/>
                <a:gdLst>
                  <a:gd name="T0" fmla="*/ 0 w 35"/>
                  <a:gd name="T1" fmla="*/ 0 h 34"/>
                  <a:gd name="T2" fmla="*/ 35 w 35"/>
                  <a:gd name="T3" fmla="*/ 0 h 34"/>
                  <a:gd name="T4" fmla="*/ 35 w 35"/>
                  <a:gd name="T5" fmla="*/ 34 h 34"/>
                  <a:gd name="T6" fmla="*/ 0 w 35"/>
                  <a:gd name="T7" fmla="*/ 34 h 34"/>
                  <a:gd name="T8" fmla="*/ 0 w 35"/>
                  <a:gd name="T9" fmla="*/ 0 h 34"/>
                  <a:gd name="T10" fmla="*/ 0 w 35"/>
                  <a:gd name="T11" fmla="*/ 0 h 34"/>
                  <a:gd name="T12" fmla="*/ 4 w 35"/>
                  <a:gd name="T13" fmla="*/ 8 h 34"/>
                  <a:gd name="T14" fmla="*/ 4 w 35"/>
                  <a:gd name="T15" fmla="*/ 27 h 34"/>
                  <a:gd name="T16" fmla="*/ 8 w 35"/>
                  <a:gd name="T17" fmla="*/ 27 h 34"/>
                  <a:gd name="T18" fmla="*/ 8 w 35"/>
                  <a:gd name="T19" fmla="*/ 8 h 34"/>
                  <a:gd name="T20" fmla="*/ 4 w 35"/>
                  <a:gd name="T21" fmla="*/ 8 h 34"/>
                  <a:gd name="T22" fmla="*/ 4 w 35"/>
                  <a:gd name="T23" fmla="*/ 8 h 34"/>
                  <a:gd name="T24" fmla="*/ 29 w 35"/>
                  <a:gd name="T25" fmla="*/ 8 h 34"/>
                  <a:gd name="T26" fmla="*/ 29 w 35"/>
                  <a:gd name="T27" fmla="*/ 27 h 34"/>
                  <a:gd name="T28" fmla="*/ 31 w 35"/>
                  <a:gd name="T29" fmla="*/ 27 h 34"/>
                  <a:gd name="T30" fmla="*/ 31 w 35"/>
                  <a:gd name="T31" fmla="*/ 8 h 34"/>
                  <a:gd name="T32" fmla="*/ 29 w 35"/>
                  <a:gd name="T33" fmla="*/ 8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35" h="34">
                    <a:moveTo>
                      <a:pt x="0" y="0"/>
                    </a:moveTo>
                    <a:lnTo>
                      <a:pt x="35" y="0"/>
                    </a:lnTo>
                    <a:lnTo>
                      <a:pt x="35" y="34"/>
                    </a:lnTo>
                    <a:lnTo>
                      <a:pt x="0" y="34"/>
                    </a:lnTo>
                    <a:lnTo>
                      <a:pt x="0" y="0"/>
                    </a:lnTo>
                    <a:lnTo>
                      <a:pt x="0" y="0"/>
                    </a:lnTo>
                    <a:close/>
                    <a:moveTo>
                      <a:pt x="4" y="8"/>
                    </a:moveTo>
                    <a:lnTo>
                      <a:pt x="4" y="27"/>
                    </a:lnTo>
                    <a:lnTo>
                      <a:pt x="8" y="27"/>
                    </a:lnTo>
                    <a:lnTo>
                      <a:pt x="8" y="8"/>
                    </a:lnTo>
                    <a:lnTo>
                      <a:pt x="4" y="8"/>
                    </a:lnTo>
                    <a:lnTo>
                      <a:pt x="4" y="8"/>
                    </a:lnTo>
                    <a:close/>
                    <a:moveTo>
                      <a:pt x="29" y="8"/>
                    </a:moveTo>
                    <a:lnTo>
                      <a:pt x="29" y="27"/>
                    </a:lnTo>
                    <a:lnTo>
                      <a:pt x="31" y="27"/>
                    </a:lnTo>
                    <a:lnTo>
                      <a:pt x="31" y="8"/>
                    </a:lnTo>
                    <a:lnTo>
                      <a:pt x="29" y="8"/>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45" name="iṧ1ïḓè"/>
              <p:cNvSpPr/>
              <p:nvPr/>
            </p:nvSpPr>
            <p:spPr bwMode="auto">
              <a:xfrm>
                <a:off x="3551238" y="3067050"/>
                <a:ext cx="722313" cy="727075"/>
              </a:xfrm>
              <a:custGeom>
                <a:avLst/>
                <a:gdLst>
                  <a:gd name="T0" fmla="*/ 109 w 219"/>
                  <a:gd name="T1" fmla="*/ 0 h 218"/>
                  <a:gd name="T2" fmla="*/ 219 w 219"/>
                  <a:gd name="T3" fmla="*/ 109 h 218"/>
                  <a:gd name="T4" fmla="*/ 109 w 219"/>
                  <a:gd name="T5" fmla="*/ 218 h 218"/>
                  <a:gd name="T6" fmla="*/ 0 w 219"/>
                  <a:gd name="T7" fmla="*/ 109 h 218"/>
                  <a:gd name="T8" fmla="*/ 109 w 219"/>
                  <a:gd name="T9" fmla="*/ 0 h 218"/>
                  <a:gd name="T10" fmla="*/ 109 w 219"/>
                  <a:gd name="T11" fmla="*/ 3 h 218"/>
                  <a:gd name="T12" fmla="*/ 4 w 219"/>
                  <a:gd name="T13" fmla="*/ 109 h 218"/>
                  <a:gd name="T14" fmla="*/ 109 w 219"/>
                  <a:gd name="T15" fmla="*/ 215 h 218"/>
                  <a:gd name="T16" fmla="*/ 215 w 219"/>
                  <a:gd name="T17" fmla="*/ 109 h 218"/>
                  <a:gd name="T18" fmla="*/ 109 w 219"/>
                  <a:gd name="T19" fmla="*/ 3 h 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9" h="218">
                    <a:moveTo>
                      <a:pt x="109" y="0"/>
                    </a:moveTo>
                    <a:cubicBezTo>
                      <a:pt x="170" y="0"/>
                      <a:pt x="219" y="49"/>
                      <a:pt x="219" y="109"/>
                    </a:cubicBezTo>
                    <a:cubicBezTo>
                      <a:pt x="219" y="169"/>
                      <a:pt x="170" y="218"/>
                      <a:pt x="109" y="218"/>
                    </a:cubicBezTo>
                    <a:cubicBezTo>
                      <a:pt x="49" y="218"/>
                      <a:pt x="0" y="169"/>
                      <a:pt x="0" y="109"/>
                    </a:cubicBezTo>
                    <a:cubicBezTo>
                      <a:pt x="0" y="49"/>
                      <a:pt x="49" y="0"/>
                      <a:pt x="109" y="0"/>
                    </a:cubicBezTo>
                    <a:close/>
                    <a:moveTo>
                      <a:pt x="109" y="3"/>
                    </a:moveTo>
                    <a:cubicBezTo>
                      <a:pt x="51" y="3"/>
                      <a:pt x="4" y="51"/>
                      <a:pt x="4" y="109"/>
                    </a:cubicBezTo>
                    <a:cubicBezTo>
                      <a:pt x="4" y="167"/>
                      <a:pt x="51" y="215"/>
                      <a:pt x="109" y="215"/>
                    </a:cubicBezTo>
                    <a:cubicBezTo>
                      <a:pt x="168" y="215"/>
                      <a:pt x="215" y="167"/>
                      <a:pt x="215" y="109"/>
                    </a:cubicBezTo>
                    <a:cubicBezTo>
                      <a:pt x="215" y="51"/>
                      <a:pt x="168" y="3"/>
                      <a:pt x="109" y="3"/>
                    </a:cubicBez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nvGrpSpPr>
            <p:cNvPr id="247" name="íşḷïḑe"/>
            <p:cNvGrpSpPr/>
            <p:nvPr userDrawn="1"/>
          </p:nvGrpSpPr>
          <p:grpSpPr>
            <a:xfrm>
              <a:off x="4894762" y="471192"/>
              <a:ext cx="4437911" cy="1614111"/>
              <a:chOff x="4412452" y="3106738"/>
              <a:chExt cx="2312689" cy="841148"/>
            </a:xfrm>
          </p:grpSpPr>
          <p:grpSp>
            <p:nvGrpSpPr>
              <p:cNvPr id="248" name="îṥľíḑé"/>
              <p:cNvGrpSpPr/>
              <p:nvPr/>
            </p:nvGrpSpPr>
            <p:grpSpPr>
              <a:xfrm>
                <a:off x="4422776" y="3106738"/>
                <a:ext cx="2293937" cy="617538"/>
                <a:chOff x="4422776" y="3106738"/>
                <a:chExt cx="2293937" cy="617538"/>
              </a:xfrm>
            </p:grpSpPr>
            <p:sp>
              <p:nvSpPr>
                <p:cNvPr id="265" name="išḻiḑé"/>
                <p:cNvSpPr/>
                <p:nvPr/>
              </p:nvSpPr>
              <p:spPr bwMode="auto">
                <a:xfrm>
                  <a:off x="4811713" y="3200400"/>
                  <a:ext cx="49213" cy="100013"/>
                </a:xfrm>
                <a:custGeom>
                  <a:avLst/>
                  <a:gdLst>
                    <a:gd name="T0" fmla="*/ 0 w 15"/>
                    <a:gd name="T1" fmla="*/ 1 h 30"/>
                    <a:gd name="T2" fmla="*/ 1 w 15"/>
                    <a:gd name="T3" fmla="*/ 12 h 30"/>
                    <a:gd name="T4" fmla="*/ 0 w 15"/>
                    <a:gd name="T5" fmla="*/ 21 h 30"/>
                    <a:gd name="T6" fmla="*/ 2 w 15"/>
                    <a:gd name="T7" fmla="*/ 28 h 30"/>
                    <a:gd name="T8" fmla="*/ 7 w 15"/>
                    <a:gd name="T9" fmla="*/ 30 h 30"/>
                    <a:gd name="T10" fmla="*/ 12 w 15"/>
                    <a:gd name="T11" fmla="*/ 26 h 30"/>
                    <a:gd name="T12" fmla="*/ 15 w 15"/>
                    <a:gd name="T13" fmla="*/ 18 h 30"/>
                    <a:gd name="T14" fmla="*/ 3 w 15"/>
                    <a:gd name="T15" fmla="*/ 0 h 30"/>
                    <a:gd name="T16" fmla="*/ 0 w 15"/>
                    <a:gd name="T17" fmla="*/ 1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5" h="30">
                      <a:moveTo>
                        <a:pt x="0" y="1"/>
                      </a:moveTo>
                      <a:cubicBezTo>
                        <a:pt x="1" y="12"/>
                        <a:pt x="1" y="12"/>
                        <a:pt x="1" y="12"/>
                      </a:cubicBezTo>
                      <a:cubicBezTo>
                        <a:pt x="1" y="13"/>
                        <a:pt x="0" y="18"/>
                        <a:pt x="0" y="21"/>
                      </a:cubicBezTo>
                      <a:cubicBezTo>
                        <a:pt x="0" y="24"/>
                        <a:pt x="2" y="25"/>
                        <a:pt x="2" y="28"/>
                      </a:cubicBezTo>
                      <a:cubicBezTo>
                        <a:pt x="7" y="30"/>
                        <a:pt x="7" y="30"/>
                        <a:pt x="7" y="30"/>
                      </a:cubicBezTo>
                      <a:cubicBezTo>
                        <a:pt x="9" y="27"/>
                        <a:pt x="10" y="29"/>
                        <a:pt x="12" y="26"/>
                      </a:cubicBezTo>
                      <a:cubicBezTo>
                        <a:pt x="14" y="23"/>
                        <a:pt x="14" y="21"/>
                        <a:pt x="15" y="18"/>
                      </a:cubicBezTo>
                      <a:cubicBezTo>
                        <a:pt x="12" y="7"/>
                        <a:pt x="13" y="5"/>
                        <a:pt x="3" y="0"/>
                      </a:cubicBezTo>
                      <a:lnTo>
                        <a:pt x="0" y="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6" name="íṥľíďè"/>
                <p:cNvSpPr/>
                <p:nvPr/>
              </p:nvSpPr>
              <p:spPr bwMode="auto">
                <a:xfrm>
                  <a:off x="5221288" y="3184525"/>
                  <a:ext cx="36513" cy="122238"/>
                </a:xfrm>
                <a:custGeom>
                  <a:avLst/>
                  <a:gdLst>
                    <a:gd name="T0" fmla="*/ 0 w 11"/>
                    <a:gd name="T1" fmla="*/ 3 h 37"/>
                    <a:gd name="T2" fmla="*/ 2 w 11"/>
                    <a:gd name="T3" fmla="*/ 14 h 37"/>
                    <a:gd name="T4" fmla="*/ 0 w 11"/>
                    <a:gd name="T5" fmla="*/ 33 h 37"/>
                    <a:gd name="T6" fmla="*/ 0 w 11"/>
                    <a:gd name="T7" fmla="*/ 36 h 37"/>
                    <a:gd name="T8" fmla="*/ 2 w 11"/>
                    <a:gd name="T9" fmla="*/ 37 h 37"/>
                    <a:gd name="T10" fmla="*/ 8 w 11"/>
                    <a:gd name="T11" fmla="*/ 27 h 37"/>
                    <a:gd name="T12" fmla="*/ 11 w 11"/>
                    <a:gd name="T13" fmla="*/ 17 h 37"/>
                    <a:gd name="T14" fmla="*/ 11 w 11"/>
                    <a:gd name="T15" fmla="*/ 15 h 37"/>
                    <a:gd name="T16" fmla="*/ 7 w 11"/>
                    <a:gd name="T17" fmla="*/ 2 h 37"/>
                    <a:gd name="T18" fmla="*/ 2 w 11"/>
                    <a:gd name="T19" fmla="*/ 0 h 37"/>
                    <a:gd name="T20" fmla="*/ 0 w 11"/>
                    <a:gd name="T21" fmla="*/ 3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1" h="37">
                      <a:moveTo>
                        <a:pt x="0" y="3"/>
                      </a:moveTo>
                      <a:cubicBezTo>
                        <a:pt x="2" y="14"/>
                        <a:pt x="2" y="14"/>
                        <a:pt x="2" y="14"/>
                      </a:cubicBezTo>
                      <a:cubicBezTo>
                        <a:pt x="2" y="19"/>
                        <a:pt x="0" y="27"/>
                        <a:pt x="0" y="33"/>
                      </a:cubicBezTo>
                      <a:cubicBezTo>
                        <a:pt x="0" y="36"/>
                        <a:pt x="0" y="36"/>
                        <a:pt x="0" y="36"/>
                      </a:cubicBezTo>
                      <a:cubicBezTo>
                        <a:pt x="2" y="36"/>
                        <a:pt x="1" y="37"/>
                        <a:pt x="2" y="37"/>
                      </a:cubicBezTo>
                      <a:cubicBezTo>
                        <a:pt x="3" y="37"/>
                        <a:pt x="7" y="28"/>
                        <a:pt x="8" y="27"/>
                      </a:cubicBezTo>
                      <a:cubicBezTo>
                        <a:pt x="9" y="24"/>
                        <a:pt x="11" y="21"/>
                        <a:pt x="11" y="17"/>
                      </a:cubicBezTo>
                      <a:cubicBezTo>
                        <a:pt x="11" y="15"/>
                        <a:pt x="11" y="15"/>
                        <a:pt x="11" y="15"/>
                      </a:cubicBezTo>
                      <a:cubicBezTo>
                        <a:pt x="11" y="7"/>
                        <a:pt x="8" y="7"/>
                        <a:pt x="7" y="2"/>
                      </a:cubicBezTo>
                      <a:cubicBezTo>
                        <a:pt x="2" y="0"/>
                        <a:pt x="2" y="0"/>
                        <a:pt x="2" y="0"/>
                      </a:cubicBezTo>
                      <a:cubicBezTo>
                        <a:pt x="2" y="1"/>
                        <a:pt x="0" y="1"/>
                        <a:pt x="0" y="3"/>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7" name="íś1iḑe"/>
                <p:cNvSpPr/>
                <p:nvPr/>
              </p:nvSpPr>
              <p:spPr bwMode="auto">
                <a:xfrm>
                  <a:off x="4554538" y="3251200"/>
                  <a:ext cx="119063" cy="58738"/>
                </a:xfrm>
                <a:custGeom>
                  <a:avLst/>
                  <a:gdLst>
                    <a:gd name="T0" fmla="*/ 0 w 36"/>
                    <a:gd name="T1" fmla="*/ 15 h 18"/>
                    <a:gd name="T2" fmla="*/ 2 w 36"/>
                    <a:gd name="T3" fmla="*/ 16 h 18"/>
                    <a:gd name="T4" fmla="*/ 13 w 36"/>
                    <a:gd name="T5" fmla="*/ 18 h 18"/>
                    <a:gd name="T6" fmla="*/ 16 w 36"/>
                    <a:gd name="T7" fmla="*/ 18 h 18"/>
                    <a:gd name="T8" fmla="*/ 22 w 36"/>
                    <a:gd name="T9" fmla="*/ 17 h 18"/>
                    <a:gd name="T10" fmla="*/ 23 w 36"/>
                    <a:gd name="T11" fmla="*/ 17 h 18"/>
                    <a:gd name="T12" fmla="*/ 30 w 36"/>
                    <a:gd name="T13" fmla="*/ 13 h 18"/>
                    <a:gd name="T14" fmla="*/ 36 w 36"/>
                    <a:gd name="T15" fmla="*/ 8 h 18"/>
                    <a:gd name="T16" fmla="*/ 36 w 36"/>
                    <a:gd name="T17" fmla="*/ 7 h 18"/>
                    <a:gd name="T18" fmla="*/ 36 w 36"/>
                    <a:gd name="T19" fmla="*/ 4 h 18"/>
                    <a:gd name="T20" fmla="*/ 32 w 36"/>
                    <a:gd name="T21" fmla="*/ 0 h 18"/>
                    <a:gd name="T22" fmla="*/ 24 w 36"/>
                    <a:gd name="T23" fmla="*/ 3 h 18"/>
                    <a:gd name="T24" fmla="*/ 16 w 36"/>
                    <a:gd name="T25" fmla="*/ 7 h 18"/>
                    <a:gd name="T26" fmla="*/ 0 w 36"/>
                    <a:gd name="T27" fmla="*/ 15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6" h="18">
                      <a:moveTo>
                        <a:pt x="0" y="15"/>
                      </a:moveTo>
                      <a:cubicBezTo>
                        <a:pt x="1" y="16"/>
                        <a:pt x="1" y="16"/>
                        <a:pt x="2" y="16"/>
                      </a:cubicBezTo>
                      <a:cubicBezTo>
                        <a:pt x="6" y="16"/>
                        <a:pt x="9" y="18"/>
                        <a:pt x="13" y="18"/>
                      </a:cubicBezTo>
                      <a:cubicBezTo>
                        <a:pt x="16" y="18"/>
                        <a:pt x="16" y="18"/>
                        <a:pt x="16" y="18"/>
                      </a:cubicBezTo>
                      <a:cubicBezTo>
                        <a:pt x="22" y="17"/>
                        <a:pt x="22" y="17"/>
                        <a:pt x="22" y="17"/>
                      </a:cubicBezTo>
                      <a:cubicBezTo>
                        <a:pt x="23" y="17"/>
                        <a:pt x="23" y="17"/>
                        <a:pt x="23" y="17"/>
                      </a:cubicBezTo>
                      <a:cubicBezTo>
                        <a:pt x="26" y="16"/>
                        <a:pt x="28" y="14"/>
                        <a:pt x="30" y="13"/>
                      </a:cubicBezTo>
                      <a:cubicBezTo>
                        <a:pt x="34" y="11"/>
                        <a:pt x="33" y="10"/>
                        <a:pt x="36" y="8"/>
                      </a:cubicBezTo>
                      <a:cubicBezTo>
                        <a:pt x="36" y="7"/>
                        <a:pt x="36" y="7"/>
                        <a:pt x="36" y="7"/>
                      </a:cubicBezTo>
                      <a:cubicBezTo>
                        <a:pt x="36" y="4"/>
                        <a:pt x="36" y="4"/>
                        <a:pt x="36" y="4"/>
                      </a:cubicBezTo>
                      <a:cubicBezTo>
                        <a:pt x="36" y="1"/>
                        <a:pt x="33" y="2"/>
                        <a:pt x="32" y="0"/>
                      </a:cubicBezTo>
                      <a:cubicBezTo>
                        <a:pt x="29" y="1"/>
                        <a:pt x="27" y="1"/>
                        <a:pt x="24" y="3"/>
                      </a:cubicBezTo>
                      <a:cubicBezTo>
                        <a:pt x="21" y="4"/>
                        <a:pt x="19" y="6"/>
                        <a:pt x="16" y="7"/>
                      </a:cubicBezTo>
                      <a:cubicBezTo>
                        <a:pt x="11" y="11"/>
                        <a:pt x="4" y="10"/>
                        <a:pt x="0" y="1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8" name="iṩ1iḋè"/>
                <p:cNvSpPr/>
                <p:nvPr/>
              </p:nvSpPr>
              <p:spPr bwMode="auto">
                <a:xfrm>
                  <a:off x="6359526" y="3263900"/>
                  <a:ext cx="93663" cy="139700"/>
                </a:xfrm>
                <a:custGeom>
                  <a:avLst/>
                  <a:gdLst>
                    <a:gd name="T0" fmla="*/ 15 w 28"/>
                    <a:gd name="T1" fmla="*/ 1 h 42"/>
                    <a:gd name="T2" fmla="*/ 6 w 28"/>
                    <a:gd name="T3" fmla="*/ 11 h 42"/>
                    <a:gd name="T4" fmla="*/ 6 w 28"/>
                    <a:gd name="T5" fmla="*/ 13 h 42"/>
                    <a:gd name="T6" fmla="*/ 5 w 28"/>
                    <a:gd name="T7" fmla="*/ 16 h 42"/>
                    <a:gd name="T8" fmla="*/ 6 w 28"/>
                    <a:gd name="T9" fmla="*/ 20 h 42"/>
                    <a:gd name="T10" fmla="*/ 6 w 28"/>
                    <a:gd name="T11" fmla="*/ 21 h 42"/>
                    <a:gd name="T12" fmla="*/ 0 w 28"/>
                    <a:gd name="T13" fmla="*/ 38 h 42"/>
                    <a:gd name="T14" fmla="*/ 0 w 28"/>
                    <a:gd name="T15" fmla="*/ 41 h 42"/>
                    <a:gd name="T16" fmla="*/ 3 w 28"/>
                    <a:gd name="T17" fmla="*/ 42 h 42"/>
                    <a:gd name="T18" fmla="*/ 9 w 28"/>
                    <a:gd name="T19" fmla="*/ 32 h 42"/>
                    <a:gd name="T20" fmla="*/ 12 w 28"/>
                    <a:gd name="T21" fmla="*/ 26 h 42"/>
                    <a:gd name="T22" fmla="*/ 14 w 28"/>
                    <a:gd name="T23" fmla="*/ 26 h 42"/>
                    <a:gd name="T24" fmla="*/ 20 w 28"/>
                    <a:gd name="T25" fmla="*/ 26 h 42"/>
                    <a:gd name="T26" fmla="*/ 28 w 28"/>
                    <a:gd name="T27" fmla="*/ 14 h 42"/>
                    <a:gd name="T28" fmla="*/ 28 w 28"/>
                    <a:gd name="T29" fmla="*/ 6 h 42"/>
                    <a:gd name="T30" fmla="*/ 28 w 28"/>
                    <a:gd name="T31" fmla="*/ 5 h 42"/>
                    <a:gd name="T32" fmla="*/ 27 w 28"/>
                    <a:gd name="T33" fmla="*/ 3 h 42"/>
                    <a:gd name="T34" fmla="*/ 26 w 28"/>
                    <a:gd name="T35" fmla="*/ 3 h 42"/>
                    <a:gd name="T36" fmla="*/ 24 w 28"/>
                    <a:gd name="T37" fmla="*/ 3 h 42"/>
                    <a:gd name="T38" fmla="*/ 23 w 28"/>
                    <a:gd name="T39" fmla="*/ 3 h 42"/>
                    <a:gd name="T40" fmla="*/ 20 w 28"/>
                    <a:gd name="T41" fmla="*/ 0 h 42"/>
                    <a:gd name="T42" fmla="*/ 15 w 28"/>
                    <a:gd name="T43" fmla="*/ 1 h 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 h="42">
                      <a:moveTo>
                        <a:pt x="15" y="1"/>
                      </a:moveTo>
                      <a:cubicBezTo>
                        <a:pt x="15" y="10"/>
                        <a:pt x="8" y="6"/>
                        <a:pt x="6" y="11"/>
                      </a:cubicBezTo>
                      <a:cubicBezTo>
                        <a:pt x="6" y="13"/>
                        <a:pt x="6" y="13"/>
                        <a:pt x="6" y="13"/>
                      </a:cubicBezTo>
                      <a:cubicBezTo>
                        <a:pt x="6" y="14"/>
                        <a:pt x="5" y="14"/>
                        <a:pt x="5" y="16"/>
                      </a:cubicBezTo>
                      <a:cubicBezTo>
                        <a:pt x="6" y="20"/>
                        <a:pt x="6" y="20"/>
                        <a:pt x="6" y="20"/>
                      </a:cubicBezTo>
                      <a:cubicBezTo>
                        <a:pt x="6" y="21"/>
                        <a:pt x="6" y="21"/>
                        <a:pt x="6" y="21"/>
                      </a:cubicBezTo>
                      <a:cubicBezTo>
                        <a:pt x="6" y="29"/>
                        <a:pt x="0" y="31"/>
                        <a:pt x="0" y="38"/>
                      </a:cubicBezTo>
                      <a:cubicBezTo>
                        <a:pt x="0" y="41"/>
                        <a:pt x="0" y="41"/>
                        <a:pt x="0" y="41"/>
                      </a:cubicBezTo>
                      <a:cubicBezTo>
                        <a:pt x="2" y="42"/>
                        <a:pt x="2" y="42"/>
                        <a:pt x="3" y="42"/>
                      </a:cubicBezTo>
                      <a:cubicBezTo>
                        <a:pt x="7" y="42"/>
                        <a:pt x="9" y="36"/>
                        <a:pt x="9" y="32"/>
                      </a:cubicBezTo>
                      <a:cubicBezTo>
                        <a:pt x="9" y="29"/>
                        <a:pt x="10" y="26"/>
                        <a:pt x="12" y="26"/>
                      </a:cubicBezTo>
                      <a:cubicBezTo>
                        <a:pt x="14" y="26"/>
                        <a:pt x="14" y="26"/>
                        <a:pt x="14" y="26"/>
                      </a:cubicBezTo>
                      <a:cubicBezTo>
                        <a:pt x="20" y="26"/>
                        <a:pt x="20" y="26"/>
                        <a:pt x="20" y="26"/>
                      </a:cubicBezTo>
                      <a:cubicBezTo>
                        <a:pt x="24" y="24"/>
                        <a:pt x="28" y="21"/>
                        <a:pt x="28" y="14"/>
                      </a:cubicBezTo>
                      <a:cubicBezTo>
                        <a:pt x="28" y="6"/>
                        <a:pt x="28" y="6"/>
                        <a:pt x="28" y="6"/>
                      </a:cubicBezTo>
                      <a:cubicBezTo>
                        <a:pt x="28" y="5"/>
                        <a:pt x="28" y="5"/>
                        <a:pt x="28" y="5"/>
                      </a:cubicBezTo>
                      <a:cubicBezTo>
                        <a:pt x="27" y="3"/>
                        <a:pt x="27" y="3"/>
                        <a:pt x="27" y="3"/>
                      </a:cubicBezTo>
                      <a:cubicBezTo>
                        <a:pt x="26" y="3"/>
                        <a:pt x="26" y="3"/>
                        <a:pt x="26" y="3"/>
                      </a:cubicBezTo>
                      <a:cubicBezTo>
                        <a:pt x="24" y="3"/>
                        <a:pt x="24" y="3"/>
                        <a:pt x="24" y="3"/>
                      </a:cubicBezTo>
                      <a:cubicBezTo>
                        <a:pt x="23" y="3"/>
                        <a:pt x="23" y="3"/>
                        <a:pt x="23" y="3"/>
                      </a:cubicBezTo>
                      <a:cubicBezTo>
                        <a:pt x="20" y="0"/>
                        <a:pt x="20" y="0"/>
                        <a:pt x="20" y="0"/>
                      </a:cubicBezTo>
                      <a:lnTo>
                        <a:pt x="15" y="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9" name="íṩlïḓè"/>
                <p:cNvSpPr/>
                <p:nvPr/>
              </p:nvSpPr>
              <p:spPr bwMode="auto">
                <a:xfrm>
                  <a:off x="5826126" y="3273425"/>
                  <a:ext cx="223838" cy="293688"/>
                </a:xfrm>
                <a:custGeom>
                  <a:avLst/>
                  <a:gdLst>
                    <a:gd name="T0" fmla="*/ 38 w 68"/>
                    <a:gd name="T1" fmla="*/ 16 h 88"/>
                    <a:gd name="T2" fmla="*/ 40 w 68"/>
                    <a:gd name="T3" fmla="*/ 5 h 88"/>
                    <a:gd name="T4" fmla="*/ 36 w 68"/>
                    <a:gd name="T5" fmla="*/ 1 h 88"/>
                    <a:gd name="T6" fmla="*/ 36 w 68"/>
                    <a:gd name="T7" fmla="*/ 1 h 88"/>
                    <a:gd name="T8" fmla="*/ 33 w 68"/>
                    <a:gd name="T9" fmla="*/ 0 h 88"/>
                    <a:gd name="T10" fmla="*/ 24 w 68"/>
                    <a:gd name="T11" fmla="*/ 7 h 88"/>
                    <a:gd name="T12" fmla="*/ 24 w 68"/>
                    <a:gd name="T13" fmla="*/ 8 h 88"/>
                    <a:gd name="T14" fmla="*/ 26 w 68"/>
                    <a:gd name="T15" fmla="*/ 18 h 88"/>
                    <a:gd name="T16" fmla="*/ 27 w 68"/>
                    <a:gd name="T17" fmla="*/ 28 h 88"/>
                    <a:gd name="T18" fmla="*/ 27 w 68"/>
                    <a:gd name="T19" fmla="*/ 39 h 88"/>
                    <a:gd name="T20" fmla="*/ 16 w 68"/>
                    <a:gd name="T21" fmla="*/ 48 h 88"/>
                    <a:gd name="T22" fmla="*/ 7 w 68"/>
                    <a:gd name="T23" fmla="*/ 49 h 88"/>
                    <a:gd name="T24" fmla="*/ 5 w 68"/>
                    <a:gd name="T25" fmla="*/ 49 h 88"/>
                    <a:gd name="T26" fmla="*/ 4 w 68"/>
                    <a:gd name="T27" fmla="*/ 49 h 88"/>
                    <a:gd name="T28" fmla="*/ 0 w 68"/>
                    <a:gd name="T29" fmla="*/ 54 h 88"/>
                    <a:gd name="T30" fmla="*/ 5 w 68"/>
                    <a:gd name="T31" fmla="*/ 60 h 88"/>
                    <a:gd name="T32" fmla="*/ 11 w 68"/>
                    <a:gd name="T33" fmla="*/ 60 h 88"/>
                    <a:gd name="T34" fmla="*/ 13 w 68"/>
                    <a:gd name="T35" fmla="*/ 59 h 88"/>
                    <a:gd name="T36" fmla="*/ 20 w 68"/>
                    <a:gd name="T37" fmla="*/ 66 h 88"/>
                    <a:gd name="T38" fmla="*/ 17 w 68"/>
                    <a:gd name="T39" fmla="*/ 72 h 88"/>
                    <a:gd name="T40" fmla="*/ 13 w 68"/>
                    <a:gd name="T41" fmla="*/ 76 h 88"/>
                    <a:gd name="T42" fmla="*/ 2 w 68"/>
                    <a:gd name="T43" fmla="*/ 82 h 88"/>
                    <a:gd name="T44" fmla="*/ 2 w 68"/>
                    <a:gd name="T45" fmla="*/ 83 h 88"/>
                    <a:gd name="T46" fmla="*/ 2 w 68"/>
                    <a:gd name="T47" fmla="*/ 87 h 88"/>
                    <a:gd name="T48" fmla="*/ 4 w 68"/>
                    <a:gd name="T49" fmla="*/ 88 h 88"/>
                    <a:gd name="T50" fmla="*/ 25 w 68"/>
                    <a:gd name="T51" fmla="*/ 77 h 88"/>
                    <a:gd name="T52" fmla="*/ 31 w 68"/>
                    <a:gd name="T53" fmla="*/ 69 h 88"/>
                    <a:gd name="T54" fmla="*/ 40 w 68"/>
                    <a:gd name="T55" fmla="*/ 63 h 88"/>
                    <a:gd name="T56" fmla="*/ 52 w 68"/>
                    <a:gd name="T57" fmla="*/ 70 h 88"/>
                    <a:gd name="T58" fmla="*/ 48 w 68"/>
                    <a:gd name="T59" fmla="*/ 79 h 88"/>
                    <a:gd name="T60" fmla="*/ 59 w 68"/>
                    <a:gd name="T61" fmla="*/ 81 h 88"/>
                    <a:gd name="T62" fmla="*/ 68 w 68"/>
                    <a:gd name="T63" fmla="*/ 71 h 88"/>
                    <a:gd name="T64" fmla="*/ 59 w 68"/>
                    <a:gd name="T65" fmla="*/ 62 h 88"/>
                    <a:gd name="T66" fmla="*/ 44 w 68"/>
                    <a:gd name="T67" fmla="*/ 60 h 88"/>
                    <a:gd name="T68" fmla="*/ 42 w 68"/>
                    <a:gd name="T69" fmla="*/ 60 h 88"/>
                    <a:gd name="T70" fmla="*/ 36 w 68"/>
                    <a:gd name="T71" fmla="*/ 53 h 88"/>
                    <a:gd name="T72" fmla="*/ 48 w 68"/>
                    <a:gd name="T73" fmla="*/ 42 h 88"/>
                    <a:gd name="T74" fmla="*/ 59 w 68"/>
                    <a:gd name="T75" fmla="*/ 32 h 88"/>
                    <a:gd name="T76" fmla="*/ 59 w 68"/>
                    <a:gd name="T77" fmla="*/ 30 h 88"/>
                    <a:gd name="T78" fmla="*/ 59 w 68"/>
                    <a:gd name="T79" fmla="*/ 29 h 88"/>
                    <a:gd name="T80" fmla="*/ 54 w 68"/>
                    <a:gd name="T81" fmla="*/ 26 h 88"/>
                    <a:gd name="T82" fmla="*/ 51 w 68"/>
                    <a:gd name="T83" fmla="*/ 27 h 88"/>
                    <a:gd name="T84" fmla="*/ 50 w 68"/>
                    <a:gd name="T85" fmla="*/ 27 h 88"/>
                    <a:gd name="T86" fmla="*/ 41 w 68"/>
                    <a:gd name="T87" fmla="*/ 33 h 88"/>
                    <a:gd name="T88" fmla="*/ 38 w 68"/>
                    <a:gd name="T89" fmla="*/ 28 h 88"/>
                    <a:gd name="T90" fmla="*/ 38 w 68"/>
                    <a:gd name="T91" fmla="*/ 27 h 88"/>
                    <a:gd name="T92" fmla="*/ 38 w 68"/>
                    <a:gd name="T93" fmla="*/ 16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68" h="88">
                      <a:moveTo>
                        <a:pt x="38" y="16"/>
                      </a:moveTo>
                      <a:cubicBezTo>
                        <a:pt x="39" y="11"/>
                        <a:pt x="40" y="9"/>
                        <a:pt x="40" y="5"/>
                      </a:cubicBezTo>
                      <a:cubicBezTo>
                        <a:pt x="40" y="3"/>
                        <a:pt x="38" y="1"/>
                        <a:pt x="36" y="1"/>
                      </a:cubicBezTo>
                      <a:cubicBezTo>
                        <a:pt x="36" y="1"/>
                        <a:pt x="36" y="1"/>
                        <a:pt x="36" y="1"/>
                      </a:cubicBezTo>
                      <a:cubicBezTo>
                        <a:pt x="34" y="1"/>
                        <a:pt x="34" y="1"/>
                        <a:pt x="33" y="0"/>
                      </a:cubicBezTo>
                      <a:cubicBezTo>
                        <a:pt x="28" y="3"/>
                        <a:pt x="28" y="1"/>
                        <a:pt x="24" y="7"/>
                      </a:cubicBezTo>
                      <a:cubicBezTo>
                        <a:pt x="24" y="8"/>
                        <a:pt x="24" y="8"/>
                        <a:pt x="24" y="8"/>
                      </a:cubicBezTo>
                      <a:cubicBezTo>
                        <a:pt x="24" y="12"/>
                        <a:pt x="26" y="14"/>
                        <a:pt x="26" y="18"/>
                      </a:cubicBezTo>
                      <a:cubicBezTo>
                        <a:pt x="27" y="28"/>
                        <a:pt x="27" y="28"/>
                        <a:pt x="27" y="28"/>
                      </a:cubicBezTo>
                      <a:cubicBezTo>
                        <a:pt x="27" y="39"/>
                        <a:pt x="27" y="39"/>
                        <a:pt x="27" y="39"/>
                      </a:cubicBezTo>
                      <a:cubicBezTo>
                        <a:pt x="28" y="45"/>
                        <a:pt x="22" y="48"/>
                        <a:pt x="16" y="48"/>
                      </a:cubicBezTo>
                      <a:cubicBezTo>
                        <a:pt x="7" y="49"/>
                        <a:pt x="7" y="49"/>
                        <a:pt x="7" y="49"/>
                      </a:cubicBezTo>
                      <a:cubicBezTo>
                        <a:pt x="5" y="49"/>
                        <a:pt x="5" y="49"/>
                        <a:pt x="5" y="49"/>
                      </a:cubicBezTo>
                      <a:cubicBezTo>
                        <a:pt x="4" y="49"/>
                        <a:pt x="4" y="49"/>
                        <a:pt x="4" y="49"/>
                      </a:cubicBezTo>
                      <a:cubicBezTo>
                        <a:pt x="2" y="50"/>
                        <a:pt x="0" y="51"/>
                        <a:pt x="0" y="54"/>
                      </a:cubicBezTo>
                      <a:cubicBezTo>
                        <a:pt x="0" y="56"/>
                        <a:pt x="3" y="60"/>
                        <a:pt x="5" y="60"/>
                      </a:cubicBezTo>
                      <a:cubicBezTo>
                        <a:pt x="11" y="60"/>
                        <a:pt x="11" y="60"/>
                        <a:pt x="11" y="60"/>
                      </a:cubicBezTo>
                      <a:cubicBezTo>
                        <a:pt x="12" y="60"/>
                        <a:pt x="12" y="60"/>
                        <a:pt x="13" y="59"/>
                      </a:cubicBezTo>
                      <a:cubicBezTo>
                        <a:pt x="17" y="62"/>
                        <a:pt x="17" y="60"/>
                        <a:pt x="20" y="66"/>
                      </a:cubicBezTo>
                      <a:cubicBezTo>
                        <a:pt x="18" y="69"/>
                        <a:pt x="20" y="68"/>
                        <a:pt x="17" y="72"/>
                      </a:cubicBezTo>
                      <a:cubicBezTo>
                        <a:pt x="15" y="73"/>
                        <a:pt x="15" y="75"/>
                        <a:pt x="13" y="76"/>
                      </a:cubicBezTo>
                      <a:cubicBezTo>
                        <a:pt x="8" y="79"/>
                        <a:pt x="7" y="80"/>
                        <a:pt x="2" y="82"/>
                      </a:cubicBezTo>
                      <a:cubicBezTo>
                        <a:pt x="2" y="83"/>
                        <a:pt x="2" y="83"/>
                        <a:pt x="2" y="83"/>
                      </a:cubicBezTo>
                      <a:cubicBezTo>
                        <a:pt x="2" y="87"/>
                        <a:pt x="2" y="87"/>
                        <a:pt x="2" y="87"/>
                      </a:cubicBezTo>
                      <a:cubicBezTo>
                        <a:pt x="4" y="87"/>
                        <a:pt x="3" y="88"/>
                        <a:pt x="4" y="88"/>
                      </a:cubicBezTo>
                      <a:cubicBezTo>
                        <a:pt x="13" y="88"/>
                        <a:pt x="20" y="82"/>
                        <a:pt x="25" y="77"/>
                      </a:cubicBezTo>
                      <a:cubicBezTo>
                        <a:pt x="26" y="76"/>
                        <a:pt x="30" y="71"/>
                        <a:pt x="31" y="69"/>
                      </a:cubicBezTo>
                      <a:cubicBezTo>
                        <a:pt x="33" y="65"/>
                        <a:pt x="35" y="63"/>
                        <a:pt x="40" y="63"/>
                      </a:cubicBezTo>
                      <a:cubicBezTo>
                        <a:pt x="45" y="63"/>
                        <a:pt x="49" y="67"/>
                        <a:pt x="52" y="70"/>
                      </a:cubicBezTo>
                      <a:cubicBezTo>
                        <a:pt x="48" y="79"/>
                        <a:pt x="48" y="79"/>
                        <a:pt x="48" y="79"/>
                      </a:cubicBezTo>
                      <a:cubicBezTo>
                        <a:pt x="50" y="79"/>
                        <a:pt x="58" y="81"/>
                        <a:pt x="59" y="81"/>
                      </a:cubicBezTo>
                      <a:cubicBezTo>
                        <a:pt x="65" y="81"/>
                        <a:pt x="67" y="76"/>
                        <a:pt x="68" y="71"/>
                      </a:cubicBezTo>
                      <a:cubicBezTo>
                        <a:pt x="67" y="65"/>
                        <a:pt x="63" y="64"/>
                        <a:pt x="59" y="62"/>
                      </a:cubicBezTo>
                      <a:cubicBezTo>
                        <a:pt x="53" y="59"/>
                        <a:pt x="51" y="60"/>
                        <a:pt x="44" y="60"/>
                      </a:cubicBezTo>
                      <a:cubicBezTo>
                        <a:pt x="43" y="60"/>
                        <a:pt x="43" y="60"/>
                        <a:pt x="42" y="60"/>
                      </a:cubicBezTo>
                      <a:cubicBezTo>
                        <a:pt x="40" y="59"/>
                        <a:pt x="36" y="56"/>
                        <a:pt x="36" y="53"/>
                      </a:cubicBezTo>
                      <a:cubicBezTo>
                        <a:pt x="36" y="51"/>
                        <a:pt x="45" y="44"/>
                        <a:pt x="48" y="42"/>
                      </a:cubicBezTo>
                      <a:cubicBezTo>
                        <a:pt x="50" y="41"/>
                        <a:pt x="59" y="34"/>
                        <a:pt x="59" y="32"/>
                      </a:cubicBezTo>
                      <a:cubicBezTo>
                        <a:pt x="59" y="30"/>
                        <a:pt x="59" y="30"/>
                        <a:pt x="59" y="30"/>
                      </a:cubicBezTo>
                      <a:cubicBezTo>
                        <a:pt x="59" y="29"/>
                        <a:pt x="59" y="29"/>
                        <a:pt x="59" y="29"/>
                      </a:cubicBezTo>
                      <a:cubicBezTo>
                        <a:pt x="54" y="26"/>
                        <a:pt x="54" y="26"/>
                        <a:pt x="54" y="26"/>
                      </a:cubicBezTo>
                      <a:cubicBezTo>
                        <a:pt x="53" y="27"/>
                        <a:pt x="53" y="27"/>
                        <a:pt x="51" y="27"/>
                      </a:cubicBezTo>
                      <a:cubicBezTo>
                        <a:pt x="50" y="27"/>
                        <a:pt x="50" y="27"/>
                        <a:pt x="50" y="27"/>
                      </a:cubicBezTo>
                      <a:cubicBezTo>
                        <a:pt x="46" y="32"/>
                        <a:pt x="46" y="30"/>
                        <a:pt x="41" y="33"/>
                      </a:cubicBezTo>
                      <a:cubicBezTo>
                        <a:pt x="40" y="31"/>
                        <a:pt x="39" y="30"/>
                        <a:pt x="38" y="28"/>
                      </a:cubicBezTo>
                      <a:cubicBezTo>
                        <a:pt x="38" y="27"/>
                        <a:pt x="38" y="27"/>
                        <a:pt x="38" y="27"/>
                      </a:cubicBezTo>
                      <a:lnTo>
                        <a:pt x="38" y="16"/>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0" name="ísḷïďè"/>
                <p:cNvSpPr/>
                <p:nvPr/>
              </p:nvSpPr>
              <p:spPr bwMode="auto">
                <a:xfrm>
                  <a:off x="4518026" y="3506788"/>
                  <a:ext cx="53975" cy="71438"/>
                </a:xfrm>
                <a:custGeom>
                  <a:avLst/>
                  <a:gdLst>
                    <a:gd name="T0" fmla="*/ 14 w 16"/>
                    <a:gd name="T1" fmla="*/ 17 h 21"/>
                    <a:gd name="T2" fmla="*/ 16 w 16"/>
                    <a:gd name="T3" fmla="*/ 12 h 21"/>
                    <a:gd name="T4" fmla="*/ 11 w 16"/>
                    <a:gd name="T5" fmla="*/ 5 h 21"/>
                    <a:gd name="T6" fmla="*/ 5 w 16"/>
                    <a:gd name="T7" fmla="*/ 0 h 21"/>
                    <a:gd name="T8" fmla="*/ 2 w 16"/>
                    <a:gd name="T9" fmla="*/ 4 h 21"/>
                    <a:gd name="T10" fmla="*/ 2 w 16"/>
                    <a:gd name="T11" fmla="*/ 5 h 21"/>
                    <a:gd name="T12" fmla="*/ 2 w 16"/>
                    <a:gd name="T13" fmla="*/ 8 h 21"/>
                    <a:gd name="T14" fmla="*/ 2 w 16"/>
                    <a:gd name="T15" fmla="*/ 9 h 21"/>
                    <a:gd name="T16" fmla="*/ 0 w 16"/>
                    <a:gd name="T17" fmla="*/ 17 h 21"/>
                    <a:gd name="T18" fmla="*/ 3 w 16"/>
                    <a:gd name="T19" fmla="*/ 21 h 21"/>
                    <a:gd name="T20" fmla="*/ 4 w 16"/>
                    <a:gd name="T21" fmla="*/ 21 h 21"/>
                    <a:gd name="T22" fmla="*/ 5 w 16"/>
                    <a:gd name="T23" fmla="*/ 21 h 21"/>
                    <a:gd name="T24" fmla="*/ 14 w 16"/>
                    <a:gd name="T25" fmla="*/ 17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1">
                      <a:moveTo>
                        <a:pt x="14" y="17"/>
                      </a:moveTo>
                      <a:cubicBezTo>
                        <a:pt x="14" y="15"/>
                        <a:pt x="16" y="13"/>
                        <a:pt x="16" y="12"/>
                      </a:cubicBezTo>
                      <a:cubicBezTo>
                        <a:pt x="16" y="11"/>
                        <a:pt x="12" y="7"/>
                        <a:pt x="11" y="5"/>
                      </a:cubicBezTo>
                      <a:cubicBezTo>
                        <a:pt x="11" y="3"/>
                        <a:pt x="8" y="0"/>
                        <a:pt x="5" y="0"/>
                      </a:cubicBezTo>
                      <a:cubicBezTo>
                        <a:pt x="4" y="0"/>
                        <a:pt x="3" y="3"/>
                        <a:pt x="2" y="4"/>
                      </a:cubicBezTo>
                      <a:cubicBezTo>
                        <a:pt x="2" y="5"/>
                        <a:pt x="2" y="5"/>
                        <a:pt x="2" y="5"/>
                      </a:cubicBezTo>
                      <a:cubicBezTo>
                        <a:pt x="2" y="8"/>
                        <a:pt x="2" y="8"/>
                        <a:pt x="2" y="8"/>
                      </a:cubicBezTo>
                      <a:cubicBezTo>
                        <a:pt x="2" y="9"/>
                        <a:pt x="2" y="9"/>
                        <a:pt x="2" y="9"/>
                      </a:cubicBezTo>
                      <a:cubicBezTo>
                        <a:pt x="1" y="11"/>
                        <a:pt x="0" y="14"/>
                        <a:pt x="0" y="17"/>
                      </a:cubicBezTo>
                      <a:cubicBezTo>
                        <a:pt x="0" y="19"/>
                        <a:pt x="1" y="20"/>
                        <a:pt x="3" y="21"/>
                      </a:cubicBezTo>
                      <a:cubicBezTo>
                        <a:pt x="4" y="21"/>
                        <a:pt x="4" y="21"/>
                        <a:pt x="4" y="21"/>
                      </a:cubicBezTo>
                      <a:cubicBezTo>
                        <a:pt x="5" y="21"/>
                        <a:pt x="5" y="21"/>
                        <a:pt x="5" y="21"/>
                      </a:cubicBezTo>
                      <a:cubicBezTo>
                        <a:pt x="7" y="21"/>
                        <a:pt x="11" y="17"/>
                        <a:pt x="14" y="17"/>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1" name="îṧļîḓé"/>
                <p:cNvSpPr/>
                <p:nvPr/>
              </p:nvSpPr>
              <p:spPr bwMode="auto">
                <a:xfrm>
                  <a:off x="5319713" y="3133725"/>
                  <a:ext cx="222250" cy="500063"/>
                </a:xfrm>
                <a:custGeom>
                  <a:avLst/>
                  <a:gdLst>
                    <a:gd name="T0" fmla="*/ 47 w 67"/>
                    <a:gd name="T1" fmla="*/ 96 h 150"/>
                    <a:gd name="T2" fmla="*/ 51 w 67"/>
                    <a:gd name="T3" fmla="*/ 96 h 150"/>
                    <a:gd name="T4" fmla="*/ 46 w 67"/>
                    <a:gd name="T5" fmla="*/ 114 h 150"/>
                    <a:gd name="T6" fmla="*/ 42 w 67"/>
                    <a:gd name="T7" fmla="*/ 113 h 150"/>
                    <a:gd name="T8" fmla="*/ 39 w 67"/>
                    <a:gd name="T9" fmla="*/ 108 h 150"/>
                    <a:gd name="T10" fmla="*/ 21 w 67"/>
                    <a:gd name="T11" fmla="*/ 78 h 150"/>
                    <a:gd name="T12" fmla="*/ 29 w 67"/>
                    <a:gd name="T13" fmla="*/ 73 h 150"/>
                    <a:gd name="T14" fmla="*/ 32 w 67"/>
                    <a:gd name="T15" fmla="*/ 74 h 150"/>
                    <a:gd name="T16" fmla="*/ 32 w 67"/>
                    <a:gd name="T17" fmla="*/ 77 h 150"/>
                    <a:gd name="T18" fmla="*/ 32 w 67"/>
                    <a:gd name="T19" fmla="*/ 79 h 150"/>
                    <a:gd name="T20" fmla="*/ 21 w 67"/>
                    <a:gd name="T21" fmla="*/ 78 h 150"/>
                    <a:gd name="T22" fmla="*/ 53 w 67"/>
                    <a:gd name="T23" fmla="*/ 118 h 150"/>
                    <a:gd name="T24" fmla="*/ 66 w 67"/>
                    <a:gd name="T25" fmla="*/ 108 h 150"/>
                    <a:gd name="T26" fmla="*/ 60 w 67"/>
                    <a:gd name="T27" fmla="*/ 98 h 150"/>
                    <a:gd name="T28" fmla="*/ 51 w 67"/>
                    <a:gd name="T29" fmla="*/ 82 h 150"/>
                    <a:gd name="T30" fmla="*/ 47 w 67"/>
                    <a:gd name="T31" fmla="*/ 71 h 150"/>
                    <a:gd name="T32" fmla="*/ 60 w 67"/>
                    <a:gd name="T33" fmla="*/ 58 h 150"/>
                    <a:gd name="T34" fmla="*/ 53 w 67"/>
                    <a:gd name="T35" fmla="*/ 52 h 150"/>
                    <a:gd name="T36" fmla="*/ 44 w 67"/>
                    <a:gd name="T37" fmla="*/ 50 h 150"/>
                    <a:gd name="T38" fmla="*/ 48 w 67"/>
                    <a:gd name="T39" fmla="*/ 38 h 150"/>
                    <a:gd name="T40" fmla="*/ 66 w 67"/>
                    <a:gd name="T41" fmla="*/ 17 h 150"/>
                    <a:gd name="T42" fmla="*/ 66 w 67"/>
                    <a:gd name="T43" fmla="*/ 13 h 150"/>
                    <a:gd name="T44" fmla="*/ 56 w 67"/>
                    <a:gd name="T45" fmla="*/ 1 h 150"/>
                    <a:gd name="T46" fmla="*/ 55 w 67"/>
                    <a:gd name="T47" fmla="*/ 7 h 150"/>
                    <a:gd name="T48" fmla="*/ 50 w 67"/>
                    <a:gd name="T49" fmla="*/ 18 h 150"/>
                    <a:gd name="T50" fmla="*/ 42 w 67"/>
                    <a:gd name="T51" fmla="*/ 15 h 150"/>
                    <a:gd name="T52" fmla="*/ 40 w 67"/>
                    <a:gd name="T53" fmla="*/ 15 h 150"/>
                    <a:gd name="T54" fmla="*/ 41 w 67"/>
                    <a:gd name="T55" fmla="*/ 26 h 150"/>
                    <a:gd name="T56" fmla="*/ 41 w 67"/>
                    <a:gd name="T57" fmla="*/ 30 h 150"/>
                    <a:gd name="T58" fmla="*/ 37 w 67"/>
                    <a:gd name="T59" fmla="*/ 33 h 150"/>
                    <a:gd name="T60" fmla="*/ 30 w 67"/>
                    <a:gd name="T61" fmla="*/ 29 h 150"/>
                    <a:gd name="T62" fmla="*/ 9 w 67"/>
                    <a:gd name="T63" fmla="*/ 50 h 150"/>
                    <a:gd name="T64" fmla="*/ 4 w 67"/>
                    <a:gd name="T65" fmla="*/ 59 h 150"/>
                    <a:gd name="T66" fmla="*/ 23 w 67"/>
                    <a:gd name="T67" fmla="*/ 51 h 150"/>
                    <a:gd name="T68" fmla="*/ 30 w 67"/>
                    <a:gd name="T69" fmla="*/ 58 h 150"/>
                    <a:gd name="T70" fmla="*/ 26 w 67"/>
                    <a:gd name="T71" fmla="*/ 65 h 150"/>
                    <a:gd name="T72" fmla="*/ 19 w 67"/>
                    <a:gd name="T73" fmla="*/ 64 h 150"/>
                    <a:gd name="T74" fmla="*/ 16 w 67"/>
                    <a:gd name="T75" fmla="*/ 67 h 150"/>
                    <a:gd name="T76" fmla="*/ 16 w 67"/>
                    <a:gd name="T77" fmla="*/ 72 h 150"/>
                    <a:gd name="T78" fmla="*/ 3 w 67"/>
                    <a:gd name="T79" fmla="*/ 105 h 150"/>
                    <a:gd name="T80" fmla="*/ 6 w 67"/>
                    <a:gd name="T81" fmla="*/ 110 h 150"/>
                    <a:gd name="T82" fmla="*/ 9 w 67"/>
                    <a:gd name="T83" fmla="*/ 111 h 150"/>
                    <a:gd name="T84" fmla="*/ 24 w 67"/>
                    <a:gd name="T85" fmla="*/ 89 h 150"/>
                    <a:gd name="T86" fmla="*/ 32 w 67"/>
                    <a:gd name="T87" fmla="*/ 93 h 150"/>
                    <a:gd name="T88" fmla="*/ 32 w 67"/>
                    <a:gd name="T89" fmla="*/ 96 h 150"/>
                    <a:gd name="T90" fmla="*/ 29 w 67"/>
                    <a:gd name="T91" fmla="*/ 113 h 150"/>
                    <a:gd name="T92" fmla="*/ 29 w 67"/>
                    <a:gd name="T93" fmla="*/ 115 h 150"/>
                    <a:gd name="T94" fmla="*/ 22 w 67"/>
                    <a:gd name="T95" fmla="*/ 122 h 150"/>
                    <a:gd name="T96" fmla="*/ 10 w 67"/>
                    <a:gd name="T97" fmla="*/ 124 h 150"/>
                    <a:gd name="T98" fmla="*/ 15 w 67"/>
                    <a:gd name="T99" fmla="*/ 144 h 150"/>
                    <a:gd name="T100" fmla="*/ 17 w 67"/>
                    <a:gd name="T101" fmla="*/ 150 h 150"/>
                    <a:gd name="T102" fmla="*/ 38 w 67"/>
                    <a:gd name="T103" fmla="*/ 125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67" h="150">
                      <a:moveTo>
                        <a:pt x="39" y="107"/>
                      </a:moveTo>
                      <a:cubicBezTo>
                        <a:pt x="39" y="103"/>
                        <a:pt x="44" y="96"/>
                        <a:pt x="47" y="96"/>
                      </a:cubicBezTo>
                      <a:cubicBezTo>
                        <a:pt x="50" y="96"/>
                        <a:pt x="50" y="96"/>
                        <a:pt x="50" y="96"/>
                      </a:cubicBezTo>
                      <a:cubicBezTo>
                        <a:pt x="51" y="96"/>
                        <a:pt x="51" y="96"/>
                        <a:pt x="51" y="96"/>
                      </a:cubicBezTo>
                      <a:cubicBezTo>
                        <a:pt x="53" y="98"/>
                        <a:pt x="55" y="101"/>
                        <a:pt x="55" y="104"/>
                      </a:cubicBezTo>
                      <a:cubicBezTo>
                        <a:pt x="55" y="108"/>
                        <a:pt x="49" y="112"/>
                        <a:pt x="46" y="114"/>
                      </a:cubicBezTo>
                      <a:cubicBezTo>
                        <a:pt x="45" y="114"/>
                        <a:pt x="45" y="113"/>
                        <a:pt x="43" y="113"/>
                      </a:cubicBezTo>
                      <a:cubicBezTo>
                        <a:pt x="42" y="113"/>
                        <a:pt x="42" y="113"/>
                        <a:pt x="42" y="113"/>
                      </a:cubicBezTo>
                      <a:cubicBezTo>
                        <a:pt x="39" y="109"/>
                        <a:pt x="39" y="109"/>
                        <a:pt x="39" y="109"/>
                      </a:cubicBezTo>
                      <a:cubicBezTo>
                        <a:pt x="39" y="108"/>
                        <a:pt x="39" y="108"/>
                        <a:pt x="39" y="108"/>
                      </a:cubicBezTo>
                      <a:cubicBezTo>
                        <a:pt x="39" y="107"/>
                        <a:pt x="39" y="107"/>
                        <a:pt x="39" y="107"/>
                      </a:cubicBezTo>
                      <a:close/>
                      <a:moveTo>
                        <a:pt x="21" y="78"/>
                      </a:moveTo>
                      <a:cubicBezTo>
                        <a:pt x="21" y="77"/>
                        <a:pt x="25" y="73"/>
                        <a:pt x="26" y="73"/>
                      </a:cubicBezTo>
                      <a:cubicBezTo>
                        <a:pt x="27" y="73"/>
                        <a:pt x="27" y="73"/>
                        <a:pt x="29" y="73"/>
                      </a:cubicBezTo>
                      <a:cubicBezTo>
                        <a:pt x="30" y="73"/>
                        <a:pt x="30" y="73"/>
                        <a:pt x="30" y="73"/>
                      </a:cubicBezTo>
                      <a:cubicBezTo>
                        <a:pt x="32" y="74"/>
                        <a:pt x="32" y="74"/>
                        <a:pt x="32" y="74"/>
                      </a:cubicBezTo>
                      <a:cubicBezTo>
                        <a:pt x="32" y="76"/>
                        <a:pt x="32" y="76"/>
                        <a:pt x="32" y="76"/>
                      </a:cubicBezTo>
                      <a:cubicBezTo>
                        <a:pt x="32" y="77"/>
                        <a:pt x="32" y="77"/>
                        <a:pt x="32" y="77"/>
                      </a:cubicBezTo>
                      <a:cubicBezTo>
                        <a:pt x="32" y="78"/>
                        <a:pt x="32" y="78"/>
                        <a:pt x="32" y="78"/>
                      </a:cubicBezTo>
                      <a:cubicBezTo>
                        <a:pt x="32" y="79"/>
                        <a:pt x="32" y="79"/>
                        <a:pt x="32" y="79"/>
                      </a:cubicBezTo>
                      <a:cubicBezTo>
                        <a:pt x="31" y="82"/>
                        <a:pt x="29" y="83"/>
                        <a:pt x="25" y="83"/>
                      </a:cubicBezTo>
                      <a:cubicBezTo>
                        <a:pt x="23" y="83"/>
                        <a:pt x="21" y="81"/>
                        <a:pt x="21" y="78"/>
                      </a:cubicBezTo>
                      <a:close/>
                      <a:moveTo>
                        <a:pt x="38" y="125"/>
                      </a:moveTo>
                      <a:cubicBezTo>
                        <a:pt x="43" y="122"/>
                        <a:pt x="47" y="120"/>
                        <a:pt x="53" y="118"/>
                      </a:cubicBezTo>
                      <a:cubicBezTo>
                        <a:pt x="57" y="116"/>
                        <a:pt x="57" y="116"/>
                        <a:pt x="60" y="114"/>
                      </a:cubicBezTo>
                      <a:cubicBezTo>
                        <a:pt x="64" y="111"/>
                        <a:pt x="63" y="110"/>
                        <a:pt x="66" y="108"/>
                      </a:cubicBezTo>
                      <a:cubicBezTo>
                        <a:pt x="67" y="104"/>
                        <a:pt x="67" y="104"/>
                        <a:pt x="67" y="104"/>
                      </a:cubicBezTo>
                      <a:cubicBezTo>
                        <a:pt x="64" y="100"/>
                        <a:pt x="64" y="101"/>
                        <a:pt x="60" y="98"/>
                      </a:cubicBezTo>
                      <a:cubicBezTo>
                        <a:pt x="58" y="96"/>
                        <a:pt x="55" y="95"/>
                        <a:pt x="54" y="92"/>
                      </a:cubicBezTo>
                      <a:cubicBezTo>
                        <a:pt x="53" y="88"/>
                        <a:pt x="53" y="84"/>
                        <a:pt x="51" y="82"/>
                      </a:cubicBezTo>
                      <a:cubicBezTo>
                        <a:pt x="49" y="79"/>
                        <a:pt x="47" y="77"/>
                        <a:pt x="47" y="73"/>
                      </a:cubicBezTo>
                      <a:cubicBezTo>
                        <a:pt x="47" y="72"/>
                        <a:pt x="47" y="72"/>
                        <a:pt x="47" y="71"/>
                      </a:cubicBezTo>
                      <a:cubicBezTo>
                        <a:pt x="49" y="67"/>
                        <a:pt x="47" y="67"/>
                        <a:pt x="53" y="64"/>
                      </a:cubicBezTo>
                      <a:cubicBezTo>
                        <a:pt x="55" y="64"/>
                        <a:pt x="60" y="60"/>
                        <a:pt x="60" y="58"/>
                      </a:cubicBezTo>
                      <a:cubicBezTo>
                        <a:pt x="60" y="55"/>
                        <a:pt x="60" y="55"/>
                        <a:pt x="60" y="55"/>
                      </a:cubicBezTo>
                      <a:cubicBezTo>
                        <a:pt x="60" y="53"/>
                        <a:pt x="56" y="51"/>
                        <a:pt x="53" y="52"/>
                      </a:cubicBezTo>
                      <a:cubicBezTo>
                        <a:pt x="47" y="52"/>
                        <a:pt x="47" y="52"/>
                        <a:pt x="47" y="52"/>
                      </a:cubicBezTo>
                      <a:cubicBezTo>
                        <a:pt x="46" y="52"/>
                        <a:pt x="45" y="51"/>
                        <a:pt x="44" y="50"/>
                      </a:cubicBezTo>
                      <a:cubicBezTo>
                        <a:pt x="44" y="47"/>
                        <a:pt x="44" y="47"/>
                        <a:pt x="44" y="47"/>
                      </a:cubicBezTo>
                      <a:cubicBezTo>
                        <a:pt x="44" y="44"/>
                        <a:pt x="47" y="41"/>
                        <a:pt x="48" y="38"/>
                      </a:cubicBezTo>
                      <a:cubicBezTo>
                        <a:pt x="49" y="34"/>
                        <a:pt x="50" y="33"/>
                        <a:pt x="53" y="30"/>
                      </a:cubicBezTo>
                      <a:cubicBezTo>
                        <a:pt x="56" y="27"/>
                        <a:pt x="66" y="22"/>
                        <a:pt x="66" y="17"/>
                      </a:cubicBezTo>
                      <a:cubicBezTo>
                        <a:pt x="66" y="14"/>
                        <a:pt x="66" y="14"/>
                        <a:pt x="66" y="14"/>
                      </a:cubicBezTo>
                      <a:cubicBezTo>
                        <a:pt x="66" y="13"/>
                        <a:pt x="66" y="13"/>
                        <a:pt x="66" y="13"/>
                      </a:cubicBezTo>
                      <a:cubicBezTo>
                        <a:pt x="65" y="10"/>
                        <a:pt x="62" y="0"/>
                        <a:pt x="58" y="0"/>
                      </a:cubicBezTo>
                      <a:cubicBezTo>
                        <a:pt x="57" y="0"/>
                        <a:pt x="57" y="0"/>
                        <a:pt x="56" y="1"/>
                      </a:cubicBezTo>
                      <a:cubicBezTo>
                        <a:pt x="56" y="3"/>
                        <a:pt x="55" y="3"/>
                        <a:pt x="55" y="5"/>
                      </a:cubicBezTo>
                      <a:cubicBezTo>
                        <a:pt x="55" y="7"/>
                        <a:pt x="55" y="7"/>
                        <a:pt x="55" y="7"/>
                      </a:cubicBezTo>
                      <a:cubicBezTo>
                        <a:pt x="55" y="11"/>
                        <a:pt x="53" y="15"/>
                        <a:pt x="51" y="18"/>
                      </a:cubicBezTo>
                      <a:cubicBezTo>
                        <a:pt x="50" y="18"/>
                        <a:pt x="50" y="18"/>
                        <a:pt x="50" y="18"/>
                      </a:cubicBezTo>
                      <a:cubicBezTo>
                        <a:pt x="48" y="18"/>
                        <a:pt x="48" y="18"/>
                        <a:pt x="47" y="19"/>
                      </a:cubicBezTo>
                      <a:cubicBezTo>
                        <a:pt x="42" y="15"/>
                        <a:pt x="42" y="15"/>
                        <a:pt x="42" y="15"/>
                      </a:cubicBezTo>
                      <a:cubicBezTo>
                        <a:pt x="41" y="15"/>
                        <a:pt x="41" y="15"/>
                        <a:pt x="41" y="15"/>
                      </a:cubicBezTo>
                      <a:cubicBezTo>
                        <a:pt x="40" y="15"/>
                        <a:pt x="40" y="15"/>
                        <a:pt x="40" y="15"/>
                      </a:cubicBezTo>
                      <a:cubicBezTo>
                        <a:pt x="39" y="15"/>
                        <a:pt x="38" y="16"/>
                        <a:pt x="38" y="17"/>
                      </a:cubicBezTo>
                      <a:cubicBezTo>
                        <a:pt x="38" y="19"/>
                        <a:pt x="41" y="22"/>
                        <a:pt x="41" y="26"/>
                      </a:cubicBezTo>
                      <a:cubicBezTo>
                        <a:pt x="41" y="29"/>
                        <a:pt x="41" y="29"/>
                        <a:pt x="41" y="29"/>
                      </a:cubicBezTo>
                      <a:cubicBezTo>
                        <a:pt x="41" y="30"/>
                        <a:pt x="41" y="30"/>
                        <a:pt x="41" y="30"/>
                      </a:cubicBezTo>
                      <a:cubicBezTo>
                        <a:pt x="38" y="33"/>
                        <a:pt x="38" y="33"/>
                        <a:pt x="38" y="33"/>
                      </a:cubicBezTo>
                      <a:cubicBezTo>
                        <a:pt x="37" y="33"/>
                        <a:pt x="37" y="33"/>
                        <a:pt x="37" y="33"/>
                      </a:cubicBezTo>
                      <a:cubicBezTo>
                        <a:pt x="35" y="33"/>
                        <a:pt x="35" y="34"/>
                        <a:pt x="34" y="34"/>
                      </a:cubicBezTo>
                      <a:cubicBezTo>
                        <a:pt x="32" y="33"/>
                        <a:pt x="31" y="31"/>
                        <a:pt x="30" y="29"/>
                      </a:cubicBezTo>
                      <a:cubicBezTo>
                        <a:pt x="24" y="29"/>
                        <a:pt x="30" y="41"/>
                        <a:pt x="19" y="45"/>
                      </a:cubicBezTo>
                      <a:cubicBezTo>
                        <a:pt x="16" y="46"/>
                        <a:pt x="12" y="48"/>
                        <a:pt x="9" y="50"/>
                      </a:cubicBezTo>
                      <a:cubicBezTo>
                        <a:pt x="6" y="51"/>
                        <a:pt x="1" y="53"/>
                        <a:pt x="0" y="55"/>
                      </a:cubicBezTo>
                      <a:cubicBezTo>
                        <a:pt x="1" y="58"/>
                        <a:pt x="1" y="57"/>
                        <a:pt x="4" y="59"/>
                      </a:cubicBezTo>
                      <a:cubicBezTo>
                        <a:pt x="6" y="59"/>
                        <a:pt x="6" y="59"/>
                        <a:pt x="6" y="59"/>
                      </a:cubicBezTo>
                      <a:cubicBezTo>
                        <a:pt x="10" y="59"/>
                        <a:pt x="20" y="51"/>
                        <a:pt x="23" y="51"/>
                      </a:cubicBezTo>
                      <a:cubicBezTo>
                        <a:pt x="25" y="51"/>
                        <a:pt x="24" y="51"/>
                        <a:pt x="27" y="52"/>
                      </a:cubicBezTo>
                      <a:cubicBezTo>
                        <a:pt x="29" y="54"/>
                        <a:pt x="29" y="55"/>
                        <a:pt x="30" y="58"/>
                      </a:cubicBezTo>
                      <a:cubicBezTo>
                        <a:pt x="30" y="59"/>
                        <a:pt x="30" y="59"/>
                        <a:pt x="30" y="59"/>
                      </a:cubicBezTo>
                      <a:cubicBezTo>
                        <a:pt x="30" y="62"/>
                        <a:pt x="28" y="64"/>
                        <a:pt x="26" y="65"/>
                      </a:cubicBezTo>
                      <a:cubicBezTo>
                        <a:pt x="21" y="64"/>
                        <a:pt x="21" y="64"/>
                        <a:pt x="21" y="64"/>
                      </a:cubicBezTo>
                      <a:cubicBezTo>
                        <a:pt x="20" y="64"/>
                        <a:pt x="20" y="64"/>
                        <a:pt x="19" y="64"/>
                      </a:cubicBezTo>
                      <a:cubicBezTo>
                        <a:pt x="18" y="64"/>
                        <a:pt x="18" y="64"/>
                        <a:pt x="18" y="64"/>
                      </a:cubicBezTo>
                      <a:cubicBezTo>
                        <a:pt x="16" y="67"/>
                        <a:pt x="16" y="67"/>
                        <a:pt x="16" y="67"/>
                      </a:cubicBezTo>
                      <a:cubicBezTo>
                        <a:pt x="16" y="68"/>
                        <a:pt x="16" y="68"/>
                        <a:pt x="16" y="68"/>
                      </a:cubicBezTo>
                      <a:cubicBezTo>
                        <a:pt x="16" y="72"/>
                        <a:pt x="16" y="72"/>
                        <a:pt x="16" y="72"/>
                      </a:cubicBezTo>
                      <a:cubicBezTo>
                        <a:pt x="16" y="78"/>
                        <a:pt x="13" y="85"/>
                        <a:pt x="11" y="90"/>
                      </a:cubicBezTo>
                      <a:cubicBezTo>
                        <a:pt x="9" y="94"/>
                        <a:pt x="3" y="100"/>
                        <a:pt x="3" y="105"/>
                      </a:cubicBezTo>
                      <a:cubicBezTo>
                        <a:pt x="3" y="106"/>
                        <a:pt x="4" y="109"/>
                        <a:pt x="5" y="110"/>
                      </a:cubicBezTo>
                      <a:cubicBezTo>
                        <a:pt x="6" y="110"/>
                        <a:pt x="6" y="110"/>
                        <a:pt x="6" y="110"/>
                      </a:cubicBezTo>
                      <a:cubicBezTo>
                        <a:pt x="7" y="110"/>
                        <a:pt x="7" y="110"/>
                        <a:pt x="7" y="110"/>
                      </a:cubicBezTo>
                      <a:cubicBezTo>
                        <a:pt x="9" y="110"/>
                        <a:pt x="8" y="110"/>
                        <a:pt x="9" y="111"/>
                      </a:cubicBezTo>
                      <a:cubicBezTo>
                        <a:pt x="11" y="109"/>
                        <a:pt x="15" y="101"/>
                        <a:pt x="15" y="98"/>
                      </a:cubicBezTo>
                      <a:cubicBezTo>
                        <a:pt x="17" y="94"/>
                        <a:pt x="20" y="89"/>
                        <a:pt x="24" y="89"/>
                      </a:cubicBezTo>
                      <a:cubicBezTo>
                        <a:pt x="25" y="89"/>
                        <a:pt x="25" y="89"/>
                        <a:pt x="26" y="88"/>
                      </a:cubicBezTo>
                      <a:cubicBezTo>
                        <a:pt x="28" y="90"/>
                        <a:pt x="32" y="90"/>
                        <a:pt x="32" y="93"/>
                      </a:cubicBezTo>
                      <a:cubicBezTo>
                        <a:pt x="32" y="94"/>
                        <a:pt x="32" y="94"/>
                        <a:pt x="32" y="94"/>
                      </a:cubicBezTo>
                      <a:cubicBezTo>
                        <a:pt x="32" y="96"/>
                        <a:pt x="32" y="96"/>
                        <a:pt x="32" y="96"/>
                      </a:cubicBezTo>
                      <a:cubicBezTo>
                        <a:pt x="28" y="102"/>
                        <a:pt x="25" y="101"/>
                        <a:pt x="23" y="104"/>
                      </a:cubicBezTo>
                      <a:cubicBezTo>
                        <a:pt x="26" y="109"/>
                        <a:pt x="27" y="108"/>
                        <a:pt x="29" y="113"/>
                      </a:cubicBezTo>
                      <a:cubicBezTo>
                        <a:pt x="29" y="114"/>
                        <a:pt x="29" y="114"/>
                        <a:pt x="29" y="114"/>
                      </a:cubicBezTo>
                      <a:cubicBezTo>
                        <a:pt x="29" y="115"/>
                        <a:pt x="29" y="115"/>
                        <a:pt x="29" y="115"/>
                      </a:cubicBezTo>
                      <a:cubicBezTo>
                        <a:pt x="29" y="116"/>
                        <a:pt x="29" y="116"/>
                        <a:pt x="29" y="116"/>
                      </a:cubicBezTo>
                      <a:cubicBezTo>
                        <a:pt x="28" y="119"/>
                        <a:pt x="26" y="123"/>
                        <a:pt x="22" y="122"/>
                      </a:cubicBezTo>
                      <a:cubicBezTo>
                        <a:pt x="15" y="122"/>
                        <a:pt x="15" y="122"/>
                        <a:pt x="15" y="122"/>
                      </a:cubicBezTo>
                      <a:cubicBezTo>
                        <a:pt x="14" y="122"/>
                        <a:pt x="11" y="124"/>
                        <a:pt x="10" y="124"/>
                      </a:cubicBezTo>
                      <a:cubicBezTo>
                        <a:pt x="13" y="127"/>
                        <a:pt x="23" y="129"/>
                        <a:pt x="23" y="133"/>
                      </a:cubicBezTo>
                      <a:cubicBezTo>
                        <a:pt x="23" y="137"/>
                        <a:pt x="18" y="142"/>
                        <a:pt x="15" y="144"/>
                      </a:cubicBezTo>
                      <a:cubicBezTo>
                        <a:pt x="15" y="150"/>
                        <a:pt x="15" y="150"/>
                        <a:pt x="15" y="150"/>
                      </a:cubicBezTo>
                      <a:cubicBezTo>
                        <a:pt x="17" y="150"/>
                        <a:pt x="17" y="150"/>
                        <a:pt x="17" y="150"/>
                      </a:cubicBezTo>
                      <a:cubicBezTo>
                        <a:pt x="20" y="150"/>
                        <a:pt x="27" y="141"/>
                        <a:pt x="29" y="139"/>
                      </a:cubicBezTo>
                      <a:cubicBezTo>
                        <a:pt x="33" y="135"/>
                        <a:pt x="34" y="129"/>
                        <a:pt x="38" y="12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2" name="iSļïḑé"/>
                <p:cNvSpPr/>
                <p:nvPr/>
              </p:nvSpPr>
              <p:spPr bwMode="auto">
                <a:xfrm>
                  <a:off x="4422776" y="3106738"/>
                  <a:ext cx="412750" cy="596900"/>
                </a:xfrm>
                <a:custGeom>
                  <a:avLst/>
                  <a:gdLst>
                    <a:gd name="T0" fmla="*/ 63 w 125"/>
                    <a:gd name="T1" fmla="*/ 83 h 179"/>
                    <a:gd name="T2" fmla="*/ 69 w 125"/>
                    <a:gd name="T3" fmla="*/ 84 h 179"/>
                    <a:gd name="T4" fmla="*/ 71 w 125"/>
                    <a:gd name="T5" fmla="*/ 95 h 179"/>
                    <a:gd name="T6" fmla="*/ 56 w 125"/>
                    <a:gd name="T7" fmla="*/ 91 h 179"/>
                    <a:gd name="T8" fmla="*/ 77 w 125"/>
                    <a:gd name="T9" fmla="*/ 77 h 179"/>
                    <a:gd name="T10" fmla="*/ 90 w 125"/>
                    <a:gd name="T11" fmla="*/ 82 h 179"/>
                    <a:gd name="T12" fmla="*/ 93 w 125"/>
                    <a:gd name="T13" fmla="*/ 96 h 179"/>
                    <a:gd name="T14" fmla="*/ 88 w 125"/>
                    <a:gd name="T15" fmla="*/ 106 h 179"/>
                    <a:gd name="T16" fmla="*/ 75 w 125"/>
                    <a:gd name="T17" fmla="*/ 89 h 179"/>
                    <a:gd name="T18" fmla="*/ 91 w 125"/>
                    <a:gd name="T19" fmla="*/ 29 h 179"/>
                    <a:gd name="T20" fmla="*/ 95 w 125"/>
                    <a:gd name="T21" fmla="*/ 4 h 179"/>
                    <a:gd name="T22" fmla="*/ 92 w 125"/>
                    <a:gd name="T23" fmla="*/ 0 h 179"/>
                    <a:gd name="T24" fmla="*/ 86 w 125"/>
                    <a:gd name="T25" fmla="*/ 0 h 179"/>
                    <a:gd name="T26" fmla="*/ 80 w 125"/>
                    <a:gd name="T27" fmla="*/ 7 h 179"/>
                    <a:gd name="T28" fmla="*/ 83 w 125"/>
                    <a:gd name="T29" fmla="*/ 30 h 179"/>
                    <a:gd name="T30" fmla="*/ 86 w 125"/>
                    <a:gd name="T31" fmla="*/ 50 h 179"/>
                    <a:gd name="T32" fmla="*/ 46 w 125"/>
                    <a:gd name="T33" fmla="*/ 84 h 179"/>
                    <a:gd name="T34" fmla="*/ 0 w 125"/>
                    <a:gd name="T35" fmla="*/ 99 h 179"/>
                    <a:gd name="T36" fmla="*/ 13 w 125"/>
                    <a:gd name="T37" fmla="*/ 108 h 179"/>
                    <a:gd name="T38" fmla="*/ 30 w 125"/>
                    <a:gd name="T39" fmla="*/ 100 h 179"/>
                    <a:gd name="T40" fmla="*/ 47 w 125"/>
                    <a:gd name="T41" fmla="*/ 92 h 179"/>
                    <a:gd name="T42" fmla="*/ 51 w 125"/>
                    <a:gd name="T43" fmla="*/ 109 h 179"/>
                    <a:gd name="T44" fmla="*/ 50 w 125"/>
                    <a:gd name="T45" fmla="*/ 118 h 179"/>
                    <a:gd name="T46" fmla="*/ 54 w 125"/>
                    <a:gd name="T47" fmla="*/ 125 h 179"/>
                    <a:gd name="T48" fmla="*/ 62 w 125"/>
                    <a:gd name="T49" fmla="*/ 119 h 179"/>
                    <a:gd name="T50" fmla="*/ 62 w 125"/>
                    <a:gd name="T51" fmla="*/ 113 h 179"/>
                    <a:gd name="T52" fmla="*/ 78 w 125"/>
                    <a:gd name="T53" fmla="*/ 111 h 179"/>
                    <a:gd name="T54" fmla="*/ 78 w 125"/>
                    <a:gd name="T55" fmla="*/ 113 h 179"/>
                    <a:gd name="T56" fmla="*/ 78 w 125"/>
                    <a:gd name="T57" fmla="*/ 118 h 179"/>
                    <a:gd name="T58" fmla="*/ 46 w 125"/>
                    <a:gd name="T59" fmla="*/ 147 h 179"/>
                    <a:gd name="T60" fmla="*/ 28 w 125"/>
                    <a:gd name="T61" fmla="*/ 158 h 179"/>
                    <a:gd name="T62" fmla="*/ 1 w 125"/>
                    <a:gd name="T63" fmla="*/ 170 h 179"/>
                    <a:gd name="T64" fmla="*/ 14 w 125"/>
                    <a:gd name="T65" fmla="*/ 178 h 179"/>
                    <a:gd name="T66" fmla="*/ 20 w 125"/>
                    <a:gd name="T67" fmla="*/ 179 h 179"/>
                    <a:gd name="T68" fmla="*/ 22 w 125"/>
                    <a:gd name="T69" fmla="*/ 179 h 179"/>
                    <a:gd name="T70" fmla="*/ 38 w 125"/>
                    <a:gd name="T71" fmla="*/ 169 h 179"/>
                    <a:gd name="T72" fmla="*/ 61 w 125"/>
                    <a:gd name="T73" fmla="*/ 150 h 179"/>
                    <a:gd name="T74" fmla="*/ 79 w 125"/>
                    <a:gd name="T75" fmla="*/ 135 h 179"/>
                    <a:gd name="T76" fmla="*/ 96 w 125"/>
                    <a:gd name="T77" fmla="*/ 119 h 179"/>
                    <a:gd name="T78" fmla="*/ 106 w 125"/>
                    <a:gd name="T79" fmla="*/ 149 h 179"/>
                    <a:gd name="T80" fmla="*/ 125 w 125"/>
                    <a:gd name="T81" fmla="*/ 152 h 179"/>
                    <a:gd name="T82" fmla="*/ 116 w 125"/>
                    <a:gd name="T83" fmla="*/ 120 h 179"/>
                    <a:gd name="T84" fmla="*/ 115 w 125"/>
                    <a:gd name="T85" fmla="*/ 125 h 179"/>
                    <a:gd name="T86" fmla="*/ 109 w 125"/>
                    <a:gd name="T87" fmla="*/ 129 h 179"/>
                    <a:gd name="T88" fmla="*/ 97 w 125"/>
                    <a:gd name="T89" fmla="*/ 92 h 179"/>
                    <a:gd name="T90" fmla="*/ 94 w 125"/>
                    <a:gd name="T91" fmla="*/ 76 h 179"/>
                    <a:gd name="T92" fmla="*/ 110 w 125"/>
                    <a:gd name="T93" fmla="*/ 60 h 179"/>
                    <a:gd name="T94" fmla="*/ 105 w 125"/>
                    <a:gd name="T95" fmla="*/ 57 h 179"/>
                    <a:gd name="T96" fmla="*/ 101 w 125"/>
                    <a:gd name="T97" fmla="*/ 59 h 179"/>
                    <a:gd name="T98" fmla="*/ 91 w 125"/>
                    <a:gd name="T99" fmla="*/ 54 h 179"/>
                    <a:gd name="T100" fmla="*/ 91 w 125"/>
                    <a:gd name="T101" fmla="*/ 29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25" h="179">
                      <a:moveTo>
                        <a:pt x="56" y="91"/>
                      </a:moveTo>
                      <a:cubicBezTo>
                        <a:pt x="56" y="87"/>
                        <a:pt x="60" y="85"/>
                        <a:pt x="63" y="83"/>
                      </a:cubicBezTo>
                      <a:cubicBezTo>
                        <a:pt x="64" y="83"/>
                        <a:pt x="64" y="83"/>
                        <a:pt x="64" y="83"/>
                      </a:cubicBezTo>
                      <a:cubicBezTo>
                        <a:pt x="67" y="83"/>
                        <a:pt x="67" y="84"/>
                        <a:pt x="69" y="84"/>
                      </a:cubicBezTo>
                      <a:cubicBezTo>
                        <a:pt x="71" y="94"/>
                        <a:pt x="71" y="94"/>
                        <a:pt x="71" y="94"/>
                      </a:cubicBezTo>
                      <a:cubicBezTo>
                        <a:pt x="71" y="95"/>
                        <a:pt x="71" y="95"/>
                        <a:pt x="71" y="95"/>
                      </a:cubicBezTo>
                      <a:cubicBezTo>
                        <a:pt x="68" y="100"/>
                        <a:pt x="68" y="99"/>
                        <a:pt x="63" y="101"/>
                      </a:cubicBezTo>
                      <a:cubicBezTo>
                        <a:pt x="61" y="99"/>
                        <a:pt x="56" y="95"/>
                        <a:pt x="56" y="91"/>
                      </a:cubicBezTo>
                      <a:close/>
                      <a:moveTo>
                        <a:pt x="72" y="83"/>
                      </a:moveTo>
                      <a:cubicBezTo>
                        <a:pt x="74" y="79"/>
                        <a:pt x="73" y="79"/>
                        <a:pt x="77" y="77"/>
                      </a:cubicBezTo>
                      <a:cubicBezTo>
                        <a:pt x="79" y="75"/>
                        <a:pt x="82" y="75"/>
                        <a:pt x="83" y="73"/>
                      </a:cubicBezTo>
                      <a:cubicBezTo>
                        <a:pt x="88" y="76"/>
                        <a:pt x="89" y="76"/>
                        <a:pt x="90" y="82"/>
                      </a:cubicBezTo>
                      <a:cubicBezTo>
                        <a:pt x="92" y="95"/>
                        <a:pt x="92" y="95"/>
                        <a:pt x="92" y="95"/>
                      </a:cubicBezTo>
                      <a:cubicBezTo>
                        <a:pt x="93" y="96"/>
                        <a:pt x="93" y="96"/>
                        <a:pt x="93" y="96"/>
                      </a:cubicBezTo>
                      <a:cubicBezTo>
                        <a:pt x="94" y="99"/>
                        <a:pt x="94" y="99"/>
                        <a:pt x="94" y="99"/>
                      </a:cubicBezTo>
                      <a:cubicBezTo>
                        <a:pt x="91" y="105"/>
                        <a:pt x="93" y="103"/>
                        <a:pt x="88" y="106"/>
                      </a:cubicBezTo>
                      <a:cubicBezTo>
                        <a:pt x="83" y="101"/>
                        <a:pt x="82" y="101"/>
                        <a:pt x="79" y="95"/>
                      </a:cubicBezTo>
                      <a:cubicBezTo>
                        <a:pt x="77" y="93"/>
                        <a:pt x="77" y="91"/>
                        <a:pt x="75" y="89"/>
                      </a:cubicBezTo>
                      <a:cubicBezTo>
                        <a:pt x="73" y="87"/>
                        <a:pt x="73" y="86"/>
                        <a:pt x="72" y="83"/>
                      </a:cubicBezTo>
                      <a:close/>
                      <a:moveTo>
                        <a:pt x="91" y="29"/>
                      </a:moveTo>
                      <a:cubicBezTo>
                        <a:pt x="91" y="22"/>
                        <a:pt x="95" y="12"/>
                        <a:pt x="95" y="4"/>
                      </a:cubicBezTo>
                      <a:cubicBezTo>
                        <a:pt x="95" y="4"/>
                        <a:pt x="95" y="4"/>
                        <a:pt x="95" y="4"/>
                      </a:cubicBezTo>
                      <a:cubicBezTo>
                        <a:pt x="95" y="3"/>
                        <a:pt x="95" y="3"/>
                        <a:pt x="95" y="3"/>
                      </a:cubicBezTo>
                      <a:cubicBezTo>
                        <a:pt x="93" y="0"/>
                        <a:pt x="95" y="1"/>
                        <a:pt x="92" y="0"/>
                      </a:cubicBezTo>
                      <a:cubicBezTo>
                        <a:pt x="91" y="0"/>
                        <a:pt x="91" y="0"/>
                        <a:pt x="91" y="0"/>
                      </a:cubicBezTo>
                      <a:cubicBezTo>
                        <a:pt x="86" y="0"/>
                        <a:pt x="86" y="0"/>
                        <a:pt x="86" y="0"/>
                      </a:cubicBezTo>
                      <a:cubicBezTo>
                        <a:pt x="85" y="0"/>
                        <a:pt x="85" y="0"/>
                        <a:pt x="85" y="0"/>
                      </a:cubicBezTo>
                      <a:cubicBezTo>
                        <a:pt x="82" y="1"/>
                        <a:pt x="80" y="4"/>
                        <a:pt x="80" y="7"/>
                      </a:cubicBezTo>
                      <a:cubicBezTo>
                        <a:pt x="83" y="30"/>
                        <a:pt x="83" y="30"/>
                        <a:pt x="83" y="30"/>
                      </a:cubicBezTo>
                      <a:cubicBezTo>
                        <a:pt x="83" y="30"/>
                        <a:pt x="83" y="30"/>
                        <a:pt x="83" y="30"/>
                      </a:cubicBezTo>
                      <a:cubicBezTo>
                        <a:pt x="83" y="38"/>
                        <a:pt x="86" y="44"/>
                        <a:pt x="86" y="49"/>
                      </a:cubicBezTo>
                      <a:cubicBezTo>
                        <a:pt x="86" y="50"/>
                        <a:pt x="86" y="50"/>
                        <a:pt x="86" y="50"/>
                      </a:cubicBezTo>
                      <a:cubicBezTo>
                        <a:pt x="87" y="62"/>
                        <a:pt x="87" y="62"/>
                        <a:pt x="87" y="62"/>
                      </a:cubicBezTo>
                      <a:cubicBezTo>
                        <a:pt x="87" y="68"/>
                        <a:pt x="52" y="81"/>
                        <a:pt x="46" y="84"/>
                      </a:cubicBezTo>
                      <a:cubicBezTo>
                        <a:pt x="39" y="87"/>
                        <a:pt x="31" y="89"/>
                        <a:pt x="23" y="92"/>
                      </a:cubicBezTo>
                      <a:cubicBezTo>
                        <a:pt x="20" y="94"/>
                        <a:pt x="0" y="96"/>
                        <a:pt x="0" y="99"/>
                      </a:cubicBezTo>
                      <a:cubicBezTo>
                        <a:pt x="0" y="101"/>
                        <a:pt x="9" y="108"/>
                        <a:pt x="11" y="108"/>
                      </a:cubicBezTo>
                      <a:cubicBezTo>
                        <a:pt x="13" y="108"/>
                        <a:pt x="13" y="108"/>
                        <a:pt x="13" y="108"/>
                      </a:cubicBezTo>
                      <a:cubicBezTo>
                        <a:pt x="14" y="108"/>
                        <a:pt x="14" y="108"/>
                        <a:pt x="14" y="108"/>
                      </a:cubicBezTo>
                      <a:cubicBezTo>
                        <a:pt x="20" y="105"/>
                        <a:pt x="24" y="103"/>
                        <a:pt x="30" y="100"/>
                      </a:cubicBezTo>
                      <a:cubicBezTo>
                        <a:pt x="34" y="98"/>
                        <a:pt x="41" y="93"/>
                        <a:pt x="45" y="93"/>
                      </a:cubicBezTo>
                      <a:cubicBezTo>
                        <a:pt x="46" y="93"/>
                        <a:pt x="46" y="93"/>
                        <a:pt x="47" y="92"/>
                      </a:cubicBezTo>
                      <a:cubicBezTo>
                        <a:pt x="49" y="94"/>
                        <a:pt x="52" y="96"/>
                        <a:pt x="51" y="101"/>
                      </a:cubicBezTo>
                      <a:cubicBezTo>
                        <a:pt x="51" y="109"/>
                        <a:pt x="51" y="109"/>
                        <a:pt x="51" y="109"/>
                      </a:cubicBezTo>
                      <a:cubicBezTo>
                        <a:pt x="51" y="110"/>
                        <a:pt x="51" y="110"/>
                        <a:pt x="51" y="110"/>
                      </a:cubicBezTo>
                      <a:cubicBezTo>
                        <a:pt x="50" y="118"/>
                        <a:pt x="50" y="118"/>
                        <a:pt x="50" y="118"/>
                      </a:cubicBezTo>
                      <a:cubicBezTo>
                        <a:pt x="50" y="119"/>
                        <a:pt x="50" y="119"/>
                        <a:pt x="50" y="120"/>
                      </a:cubicBezTo>
                      <a:cubicBezTo>
                        <a:pt x="51" y="123"/>
                        <a:pt x="51" y="123"/>
                        <a:pt x="54" y="125"/>
                      </a:cubicBezTo>
                      <a:cubicBezTo>
                        <a:pt x="56" y="125"/>
                        <a:pt x="56" y="125"/>
                        <a:pt x="56" y="125"/>
                      </a:cubicBezTo>
                      <a:cubicBezTo>
                        <a:pt x="59" y="125"/>
                        <a:pt x="60" y="121"/>
                        <a:pt x="62" y="119"/>
                      </a:cubicBezTo>
                      <a:cubicBezTo>
                        <a:pt x="62" y="118"/>
                        <a:pt x="62" y="118"/>
                        <a:pt x="62" y="118"/>
                      </a:cubicBezTo>
                      <a:cubicBezTo>
                        <a:pt x="62" y="113"/>
                        <a:pt x="62" y="113"/>
                        <a:pt x="62" y="113"/>
                      </a:cubicBezTo>
                      <a:cubicBezTo>
                        <a:pt x="63" y="110"/>
                        <a:pt x="68" y="106"/>
                        <a:pt x="71" y="106"/>
                      </a:cubicBezTo>
                      <a:cubicBezTo>
                        <a:pt x="75" y="106"/>
                        <a:pt x="77" y="109"/>
                        <a:pt x="78" y="111"/>
                      </a:cubicBezTo>
                      <a:cubicBezTo>
                        <a:pt x="78" y="112"/>
                        <a:pt x="78" y="112"/>
                        <a:pt x="78" y="112"/>
                      </a:cubicBezTo>
                      <a:cubicBezTo>
                        <a:pt x="78" y="113"/>
                        <a:pt x="78" y="113"/>
                        <a:pt x="78" y="113"/>
                      </a:cubicBezTo>
                      <a:cubicBezTo>
                        <a:pt x="78" y="115"/>
                        <a:pt x="78" y="115"/>
                        <a:pt x="79" y="116"/>
                      </a:cubicBezTo>
                      <a:cubicBezTo>
                        <a:pt x="78" y="117"/>
                        <a:pt x="78" y="117"/>
                        <a:pt x="78" y="118"/>
                      </a:cubicBezTo>
                      <a:cubicBezTo>
                        <a:pt x="78" y="119"/>
                        <a:pt x="78" y="119"/>
                        <a:pt x="78" y="119"/>
                      </a:cubicBezTo>
                      <a:cubicBezTo>
                        <a:pt x="72" y="130"/>
                        <a:pt x="57" y="140"/>
                        <a:pt x="46" y="147"/>
                      </a:cubicBezTo>
                      <a:cubicBezTo>
                        <a:pt x="44" y="148"/>
                        <a:pt x="40" y="151"/>
                        <a:pt x="37" y="152"/>
                      </a:cubicBezTo>
                      <a:cubicBezTo>
                        <a:pt x="35" y="153"/>
                        <a:pt x="29" y="157"/>
                        <a:pt x="28" y="158"/>
                      </a:cubicBezTo>
                      <a:cubicBezTo>
                        <a:pt x="25" y="161"/>
                        <a:pt x="12" y="165"/>
                        <a:pt x="6" y="165"/>
                      </a:cubicBezTo>
                      <a:cubicBezTo>
                        <a:pt x="4" y="165"/>
                        <a:pt x="2" y="168"/>
                        <a:pt x="1" y="170"/>
                      </a:cubicBezTo>
                      <a:cubicBezTo>
                        <a:pt x="4" y="171"/>
                        <a:pt x="4" y="173"/>
                        <a:pt x="7" y="175"/>
                      </a:cubicBezTo>
                      <a:cubicBezTo>
                        <a:pt x="10" y="176"/>
                        <a:pt x="12" y="176"/>
                        <a:pt x="14" y="178"/>
                      </a:cubicBezTo>
                      <a:cubicBezTo>
                        <a:pt x="18" y="179"/>
                        <a:pt x="18" y="179"/>
                        <a:pt x="18" y="179"/>
                      </a:cubicBezTo>
                      <a:cubicBezTo>
                        <a:pt x="20" y="179"/>
                        <a:pt x="18" y="179"/>
                        <a:pt x="20" y="179"/>
                      </a:cubicBezTo>
                      <a:cubicBezTo>
                        <a:pt x="21" y="179"/>
                        <a:pt x="21" y="179"/>
                        <a:pt x="21" y="179"/>
                      </a:cubicBezTo>
                      <a:cubicBezTo>
                        <a:pt x="22" y="179"/>
                        <a:pt x="22" y="179"/>
                        <a:pt x="22" y="179"/>
                      </a:cubicBezTo>
                      <a:cubicBezTo>
                        <a:pt x="26" y="177"/>
                        <a:pt x="30" y="175"/>
                        <a:pt x="33" y="173"/>
                      </a:cubicBezTo>
                      <a:cubicBezTo>
                        <a:pt x="35" y="171"/>
                        <a:pt x="36" y="170"/>
                        <a:pt x="38" y="169"/>
                      </a:cubicBezTo>
                      <a:cubicBezTo>
                        <a:pt x="39" y="168"/>
                        <a:pt x="43" y="166"/>
                        <a:pt x="43" y="166"/>
                      </a:cubicBezTo>
                      <a:cubicBezTo>
                        <a:pt x="49" y="160"/>
                        <a:pt x="55" y="156"/>
                        <a:pt x="61" y="150"/>
                      </a:cubicBezTo>
                      <a:cubicBezTo>
                        <a:pt x="64" y="148"/>
                        <a:pt x="67" y="145"/>
                        <a:pt x="70" y="143"/>
                      </a:cubicBezTo>
                      <a:cubicBezTo>
                        <a:pt x="73" y="140"/>
                        <a:pt x="76" y="137"/>
                        <a:pt x="79" y="135"/>
                      </a:cubicBezTo>
                      <a:cubicBezTo>
                        <a:pt x="82" y="132"/>
                        <a:pt x="85" y="130"/>
                        <a:pt x="87" y="127"/>
                      </a:cubicBezTo>
                      <a:cubicBezTo>
                        <a:pt x="90" y="124"/>
                        <a:pt x="91" y="119"/>
                        <a:pt x="96" y="119"/>
                      </a:cubicBezTo>
                      <a:cubicBezTo>
                        <a:pt x="98" y="119"/>
                        <a:pt x="100" y="126"/>
                        <a:pt x="100" y="128"/>
                      </a:cubicBezTo>
                      <a:cubicBezTo>
                        <a:pt x="100" y="132"/>
                        <a:pt x="105" y="145"/>
                        <a:pt x="106" y="149"/>
                      </a:cubicBezTo>
                      <a:cubicBezTo>
                        <a:pt x="108" y="155"/>
                        <a:pt x="111" y="165"/>
                        <a:pt x="118" y="165"/>
                      </a:cubicBezTo>
                      <a:cubicBezTo>
                        <a:pt x="119" y="163"/>
                        <a:pt x="125" y="161"/>
                        <a:pt x="125" y="152"/>
                      </a:cubicBezTo>
                      <a:cubicBezTo>
                        <a:pt x="125" y="143"/>
                        <a:pt x="120" y="120"/>
                        <a:pt x="117" y="116"/>
                      </a:cubicBezTo>
                      <a:cubicBezTo>
                        <a:pt x="117" y="118"/>
                        <a:pt x="116" y="118"/>
                        <a:pt x="116" y="120"/>
                      </a:cubicBezTo>
                      <a:cubicBezTo>
                        <a:pt x="116" y="123"/>
                        <a:pt x="115" y="121"/>
                        <a:pt x="115" y="124"/>
                      </a:cubicBezTo>
                      <a:cubicBezTo>
                        <a:pt x="115" y="125"/>
                        <a:pt x="115" y="125"/>
                        <a:pt x="115" y="125"/>
                      </a:cubicBezTo>
                      <a:cubicBezTo>
                        <a:pt x="115" y="126"/>
                        <a:pt x="114" y="129"/>
                        <a:pt x="112" y="129"/>
                      </a:cubicBezTo>
                      <a:cubicBezTo>
                        <a:pt x="109" y="129"/>
                        <a:pt x="109" y="129"/>
                        <a:pt x="109" y="129"/>
                      </a:cubicBezTo>
                      <a:cubicBezTo>
                        <a:pt x="105" y="129"/>
                        <a:pt x="102" y="110"/>
                        <a:pt x="100" y="105"/>
                      </a:cubicBezTo>
                      <a:cubicBezTo>
                        <a:pt x="98" y="101"/>
                        <a:pt x="98" y="97"/>
                        <a:pt x="97" y="92"/>
                      </a:cubicBezTo>
                      <a:cubicBezTo>
                        <a:pt x="96" y="87"/>
                        <a:pt x="94" y="86"/>
                        <a:pt x="94" y="79"/>
                      </a:cubicBezTo>
                      <a:cubicBezTo>
                        <a:pt x="94" y="76"/>
                        <a:pt x="94" y="76"/>
                        <a:pt x="94" y="76"/>
                      </a:cubicBezTo>
                      <a:cubicBezTo>
                        <a:pt x="94" y="65"/>
                        <a:pt x="110" y="67"/>
                        <a:pt x="110" y="61"/>
                      </a:cubicBezTo>
                      <a:cubicBezTo>
                        <a:pt x="110" y="60"/>
                        <a:pt x="110" y="60"/>
                        <a:pt x="110" y="60"/>
                      </a:cubicBezTo>
                      <a:cubicBezTo>
                        <a:pt x="110" y="58"/>
                        <a:pt x="109" y="57"/>
                        <a:pt x="108" y="57"/>
                      </a:cubicBezTo>
                      <a:cubicBezTo>
                        <a:pt x="105" y="57"/>
                        <a:pt x="105" y="57"/>
                        <a:pt x="105" y="57"/>
                      </a:cubicBezTo>
                      <a:cubicBezTo>
                        <a:pt x="104" y="57"/>
                        <a:pt x="104" y="57"/>
                        <a:pt x="104" y="57"/>
                      </a:cubicBezTo>
                      <a:cubicBezTo>
                        <a:pt x="103" y="58"/>
                        <a:pt x="102" y="59"/>
                        <a:pt x="101" y="59"/>
                      </a:cubicBezTo>
                      <a:cubicBezTo>
                        <a:pt x="99" y="60"/>
                        <a:pt x="99" y="59"/>
                        <a:pt x="97" y="60"/>
                      </a:cubicBezTo>
                      <a:cubicBezTo>
                        <a:pt x="95" y="59"/>
                        <a:pt x="91" y="56"/>
                        <a:pt x="91" y="54"/>
                      </a:cubicBezTo>
                      <a:cubicBezTo>
                        <a:pt x="91" y="41"/>
                        <a:pt x="91" y="41"/>
                        <a:pt x="91" y="41"/>
                      </a:cubicBezTo>
                      <a:lnTo>
                        <a:pt x="91" y="29"/>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3" name="íšlïďè"/>
                <p:cNvSpPr/>
                <p:nvPr/>
              </p:nvSpPr>
              <p:spPr bwMode="auto">
                <a:xfrm>
                  <a:off x="5478463" y="3581400"/>
                  <a:ext cx="46038" cy="76200"/>
                </a:xfrm>
                <a:custGeom>
                  <a:avLst/>
                  <a:gdLst>
                    <a:gd name="T0" fmla="*/ 14 w 14"/>
                    <a:gd name="T1" fmla="*/ 15 h 23"/>
                    <a:gd name="T2" fmla="*/ 10 w 14"/>
                    <a:gd name="T3" fmla="*/ 6 h 23"/>
                    <a:gd name="T4" fmla="*/ 3 w 14"/>
                    <a:gd name="T5" fmla="*/ 0 h 23"/>
                    <a:gd name="T6" fmla="*/ 0 w 14"/>
                    <a:gd name="T7" fmla="*/ 3 h 23"/>
                    <a:gd name="T8" fmla="*/ 5 w 14"/>
                    <a:gd name="T9" fmla="*/ 11 h 23"/>
                    <a:gd name="T10" fmla="*/ 5 w 14"/>
                    <a:gd name="T11" fmla="*/ 12 h 23"/>
                    <a:gd name="T12" fmla="*/ 5 w 14"/>
                    <a:gd name="T13" fmla="*/ 14 h 23"/>
                    <a:gd name="T14" fmla="*/ 5 w 14"/>
                    <a:gd name="T15" fmla="*/ 15 h 23"/>
                    <a:gd name="T16" fmla="*/ 2 w 14"/>
                    <a:gd name="T17" fmla="*/ 19 h 23"/>
                    <a:gd name="T18" fmla="*/ 2 w 14"/>
                    <a:gd name="T19" fmla="*/ 22 h 23"/>
                    <a:gd name="T20" fmla="*/ 5 w 14"/>
                    <a:gd name="T21" fmla="*/ 23 h 23"/>
                    <a:gd name="T22" fmla="*/ 6 w 14"/>
                    <a:gd name="T23" fmla="*/ 23 h 23"/>
                    <a:gd name="T24" fmla="*/ 11 w 14"/>
                    <a:gd name="T25" fmla="*/ 20 h 23"/>
                    <a:gd name="T26" fmla="*/ 14 w 14"/>
                    <a:gd name="T27" fmla="*/ 15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4" h="23">
                      <a:moveTo>
                        <a:pt x="14" y="15"/>
                      </a:moveTo>
                      <a:cubicBezTo>
                        <a:pt x="14" y="11"/>
                        <a:pt x="12" y="9"/>
                        <a:pt x="10" y="6"/>
                      </a:cubicBezTo>
                      <a:cubicBezTo>
                        <a:pt x="8" y="5"/>
                        <a:pt x="3" y="1"/>
                        <a:pt x="3" y="0"/>
                      </a:cubicBezTo>
                      <a:cubicBezTo>
                        <a:pt x="0" y="3"/>
                        <a:pt x="0" y="3"/>
                        <a:pt x="0" y="3"/>
                      </a:cubicBezTo>
                      <a:cubicBezTo>
                        <a:pt x="5" y="11"/>
                        <a:pt x="5" y="11"/>
                        <a:pt x="5" y="11"/>
                      </a:cubicBezTo>
                      <a:cubicBezTo>
                        <a:pt x="5" y="12"/>
                        <a:pt x="5" y="12"/>
                        <a:pt x="5" y="12"/>
                      </a:cubicBezTo>
                      <a:cubicBezTo>
                        <a:pt x="5" y="14"/>
                        <a:pt x="5" y="14"/>
                        <a:pt x="5" y="14"/>
                      </a:cubicBezTo>
                      <a:cubicBezTo>
                        <a:pt x="5" y="15"/>
                        <a:pt x="5" y="15"/>
                        <a:pt x="5" y="15"/>
                      </a:cubicBezTo>
                      <a:cubicBezTo>
                        <a:pt x="2" y="19"/>
                        <a:pt x="2" y="19"/>
                        <a:pt x="2" y="19"/>
                      </a:cubicBezTo>
                      <a:cubicBezTo>
                        <a:pt x="2" y="22"/>
                        <a:pt x="2" y="22"/>
                        <a:pt x="2" y="22"/>
                      </a:cubicBezTo>
                      <a:cubicBezTo>
                        <a:pt x="5" y="23"/>
                        <a:pt x="5" y="23"/>
                        <a:pt x="5" y="23"/>
                      </a:cubicBezTo>
                      <a:cubicBezTo>
                        <a:pt x="6" y="23"/>
                        <a:pt x="6" y="23"/>
                        <a:pt x="6" y="23"/>
                      </a:cubicBezTo>
                      <a:cubicBezTo>
                        <a:pt x="7" y="23"/>
                        <a:pt x="11" y="21"/>
                        <a:pt x="11" y="20"/>
                      </a:cubicBezTo>
                      <a:cubicBezTo>
                        <a:pt x="13" y="19"/>
                        <a:pt x="13" y="17"/>
                        <a:pt x="14" y="1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4" name="işḷîḑe"/>
                <p:cNvSpPr/>
                <p:nvPr/>
              </p:nvSpPr>
              <p:spPr bwMode="auto">
                <a:xfrm>
                  <a:off x="6310313" y="3136900"/>
                  <a:ext cx="406400" cy="554038"/>
                </a:xfrm>
                <a:custGeom>
                  <a:avLst/>
                  <a:gdLst>
                    <a:gd name="T0" fmla="*/ 101 w 123"/>
                    <a:gd name="T1" fmla="*/ 9 h 166"/>
                    <a:gd name="T2" fmla="*/ 96 w 123"/>
                    <a:gd name="T3" fmla="*/ 0 h 166"/>
                    <a:gd name="T4" fmla="*/ 76 w 123"/>
                    <a:gd name="T5" fmla="*/ 23 h 166"/>
                    <a:gd name="T6" fmla="*/ 66 w 123"/>
                    <a:gd name="T7" fmla="*/ 20 h 166"/>
                    <a:gd name="T8" fmla="*/ 69 w 123"/>
                    <a:gd name="T9" fmla="*/ 29 h 166"/>
                    <a:gd name="T10" fmla="*/ 64 w 123"/>
                    <a:gd name="T11" fmla="*/ 38 h 166"/>
                    <a:gd name="T12" fmla="*/ 71 w 123"/>
                    <a:gd name="T13" fmla="*/ 37 h 166"/>
                    <a:gd name="T14" fmla="*/ 78 w 123"/>
                    <a:gd name="T15" fmla="*/ 38 h 166"/>
                    <a:gd name="T16" fmla="*/ 104 w 123"/>
                    <a:gd name="T17" fmla="*/ 37 h 166"/>
                    <a:gd name="T18" fmla="*/ 97 w 123"/>
                    <a:gd name="T19" fmla="*/ 43 h 166"/>
                    <a:gd name="T20" fmla="*/ 85 w 123"/>
                    <a:gd name="T21" fmla="*/ 56 h 166"/>
                    <a:gd name="T22" fmla="*/ 78 w 123"/>
                    <a:gd name="T23" fmla="*/ 67 h 166"/>
                    <a:gd name="T24" fmla="*/ 72 w 123"/>
                    <a:gd name="T25" fmla="*/ 62 h 166"/>
                    <a:gd name="T26" fmla="*/ 72 w 123"/>
                    <a:gd name="T27" fmla="*/ 48 h 166"/>
                    <a:gd name="T28" fmla="*/ 63 w 123"/>
                    <a:gd name="T29" fmla="*/ 57 h 166"/>
                    <a:gd name="T30" fmla="*/ 56 w 123"/>
                    <a:gd name="T31" fmla="*/ 57 h 166"/>
                    <a:gd name="T32" fmla="*/ 61 w 123"/>
                    <a:gd name="T33" fmla="*/ 66 h 166"/>
                    <a:gd name="T34" fmla="*/ 59 w 123"/>
                    <a:gd name="T35" fmla="*/ 70 h 166"/>
                    <a:gd name="T36" fmla="*/ 68 w 123"/>
                    <a:gd name="T37" fmla="*/ 74 h 166"/>
                    <a:gd name="T38" fmla="*/ 68 w 123"/>
                    <a:gd name="T39" fmla="*/ 78 h 166"/>
                    <a:gd name="T40" fmla="*/ 40 w 123"/>
                    <a:gd name="T41" fmla="*/ 92 h 166"/>
                    <a:gd name="T42" fmla="*/ 24 w 123"/>
                    <a:gd name="T43" fmla="*/ 99 h 166"/>
                    <a:gd name="T44" fmla="*/ 3 w 123"/>
                    <a:gd name="T45" fmla="*/ 105 h 166"/>
                    <a:gd name="T46" fmla="*/ 2 w 123"/>
                    <a:gd name="T47" fmla="*/ 112 h 166"/>
                    <a:gd name="T48" fmla="*/ 14 w 123"/>
                    <a:gd name="T49" fmla="*/ 120 h 166"/>
                    <a:gd name="T50" fmla="*/ 32 w 123"/>
                    <a:gd name="T51" fmla="*/ 108 h 166"/>
                    <a:gd name="T52" fmla="*/ 55 w 123"/>
                    <a:gd name="T53" fmla="*/ 93 h 166"/>
                    <a:gd name="T54" fmla="*/ 63 w 123"/>
                    <a:gd name="T55" fmla="*/ 89 h 166"/>
                    <a:gd name="T56" fmla="*/ 82 w 123"/>
                    <a:gd name="T57" fmla="*/ 83 h 166"/>
                    <a:gd name="T58" fmla="*/ 82 w 123"/>
                    <a:gd name="T59" fmla="*/ 86 h 166"/>
                    <a:gd name="T60" fmla="*/ 74 w 123"/>
                    <a:gd name="T61" fmla="*/ 97 h 166"/>
                    <a:gd name="T62" fmla="*/ 61 w 123"/>
                    <a:gd name="T63" fmla="*/ 107 h 166"/>
                    <a:gd name="T64" fmla="*/ 64 w 123"/>
                    <a:gd name="T65" fmla="*/ 118 h 166"/>
                    <a:gd name="T66" fmla="*/ 55 w 123"/>
                    <a:gd name="T67" fmla="*/ 126 h 166"/>
                    <a:gd name="T68" fmla="*/ 40 w 123"/>
                    <a:gd name="T69" fmla="*/ 129 h 166"/>
                    <a:gd name="T70" fmla="*/ 30 w 123"/>
                    <a:gd name="T71" fmla="*/ 130 h 166"/>
                    <a:gd name="T72" fmla="*/ 35 w 123"/>
                    <a:gd name="T73" fmla="*/ 141 h 166"/>
                    <a:gd name="T74" fmla="*/ 38 w 123"/>
                    <a:gd name="T75" fmla="*/ 141 h 166"/>
                    <a:gd name="T76" fmla="*/ 56 w 123"/>
                    <a:gd name="T77" fmla="*/ 133 h 166"/>
                    <a:gd name="T78" fmla="*/ 63 w 123"/>
                    <a:gd name="T79" fmla="*/ 141 h 166"/>
                    <a:gd name="T80" fmla="*/ 56 w 123"/>
                    <a:gd name="T81" fmla="*/ 154 h 166"/>
                    <a:gd name="T82" fmla="*/ 53 w 123"/>
                    <a:gd name="T83" fmla="*/ 154 h 166"/>
                    <a:gd name="T84" fmla="*/ 49 w 123"/>
                    <a:gd name="T85" fmla="*/ 154 h 166"/>
                    <a:gd name="T86" fmla="*/ 46 w 123"/>
                    <a:gd name="T87" fmla="*/ 156 h 166"/>
                    <a:gd name="T88" fmla="*/ 56 w 123"/>
                    <a:gd name="T89" fmla="*/ 166 h 166"/>
                    <a:gd name="T90" fmla="*/ 71 w 123"/>
                    <a:gd name="T91" fmla="*/ 160 h 166"/>
                    <a:gd name="T92" fmla="*/ 75 w 123"/>
                    <a:gd name="T93" fmla="*/ 146 h 166"/>
                    <a:gd name="T94" fmla="*/ 80 w 123"/>
                    <a:gd name="T95" fmla="*/ 124 h 166"/>
                    <a:gd name="T96" fmla="*/ 94 w 123"/>
                    <a:gd name="T97" fmla="*/ 120 h 166"/>
                    <a:gd name="T98" fmla="*/ 81 w 123"/>
                    <a:gd name="T99" fmla="*/ 117 h 166"/>
                    <a:gd name="T100" fmla="*/ 72 w 123"/>
                    <a:gd name="T101" fmla="*/ 107 h 166"/>
                    <a:gd name="T102" fmla="*/ 78 w 123"/>
                    <a:gd name="T103" fmla="*/ 96 h 166"/>
                    <a:gd name="T104" fmla="*/ 92 w 123"/>
                    <a:gd name="T105" fmla="*/ 89 h 166"/>
                    <a:gd name="T106" fmla="*/ 102 w 123"/>
                    <a:gd name="T107" fmla="*/ 78 h 166"/>
                    <a:gd name="T108" fmla="*/ 95 w 123"/>
                    <a:gd name="T109" fmla="*/ 61 h 166"/>
                    <a:gd name="T110" fmla="*/ 109 w 123"/>
                    <a:gd name="T111" fmla="*/ 48 h 166"/>
                    <a:gd name="T112" fmla="*/ 116 w 123"/>
                    <a:gd name="T113" fmla="*/ 42 h 166"/>
                    <a:gd name="T114" fmla="*/ 121 w 123"/>
                    <a:gd name="T115" fmla="*/ 32 h 166"/>
                    <a:gd name="T116" fmla="*/ 116 w 123"/>
                    <a:gd name="T117" fmla="*/ 17 h 166"/>
                    <a:gd name="T118" fmla="*/ 104 w 123"/>
                    <a:gd name="T119" fmla="*/ 20 h 166"/>
                    <a:gd name="T120" fmla="*/ 93 w 123"/>
                    <a:gd name="T121" fmla="*/ 21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23" h="166">
                      <a:moveTo>
                        <a:pt x="93" y="21"/>
                      </a:moveTo>
                      <a:cubicBezTo>
                        <a:pt x="94" y="14"/>
                        <a:pt x="98" y="14"/>
                        <a:pt x="101" y="9"/>
                      </a:cubicBezTo>
                      <a:cubicBezTo>
                        <a:pt x="101" y="8"/>
                        <a:pt x="101" y="8"/>
                        <a:pt x="101" y="8"/>
                      </a:cubicBezTo>
                      <a:cubicBezTo>
                        <a:pt x="101" y="5"/>
                        <a:pt x="97" y="1"/>
                        <a:pt x="96" y="0"/>
                      </a:cubicBezTo>
                      <a:cubicBezTo>
                        <a:pt x="89" y="3"/>
                        <a:pt x="91" y="6"/>
                        <a:pt x="88" y="13"/>
                      </a:cubicBezTo>
                      <a:cubicBezTo>
                        <a:pt x="85" y="17"/>
                        <a:pt x="82" y="23"/>
                        <a:pt x="76" y="23"/>
                      </a:cubicBezTo>
                      <a:cubicBezTo>
                        <a:pt x="75" y="23"/>
                        <a:pt x="70" y="18"/>
                        <a:pt x="67" y="17"/>
                      </a:cubicBezTo>
                      <a:cubicBezTo>
                        <a:pt x="66" y="20"/>
                        <a:pt x="66" y="20"/>
                        <a:pt x="66" y="20"/>
                      </a:cubicBezTo>
                      <a:cubicBezTo>
                        <a:pt x="67" y="23"/>
                        <a:pt x="69" y="24"/>
                        <a:pt x="69" y="28"/>
                      </a:cubicBezTo>
                      <a:cubicBezTo>
                        <a:pt x="69" y="29"/>
                        <a:pt x="69" y="29"/>
                        <a:pt x="69" y="29"/>
                      </a:cubicBezTo>
                      <a:cubicBezTo>
                        <a:pt x="69" y="29"/>
                        <a:pt x="63" y="36"/>
                        <a:pt x="62" y="37"/>
                      </a:cubicBezTo>
                      <a:cubicBezTo>
                        <a:pt x="63" y="38"/>
                        <a:pt x="61" y="38"/>
                        <a:pt x="64" y="38"/>
                      </a:cubicBezTo>
                      <a:cubicBezTo>
                        <a:pt x="64" y="38"/>
                        <a:pt x="64" y="38"/>
                        <a:pt x="64" y="38"/>
                      </a:cubicBezTo>
                      <a:cubicBezTo>
                        <a:pt x="71" y="37"/>
                        <a:pt x="71" y="37"/>
                        <a:pt x="71" y="37"/>
                      </a:cubicBezTo>
                      <a:cubicBezTo>
                        <a:pt x="74" y="37"/>
                        <a:pt x="74" y="38"/>
                        <a:pt x="78" y="38"/>
                      </a:cubicBezTo>
                      <a:cubicBezTo>
                        <a:pt x="78" y="38"/>
                        <a:pt x="78" y="38"/>
                        <a:pt x="78" y="38"/>
                      </a:cubicBezTo>
                      <a:cubicBezTo>
                        <a:pt x="79" y="38"/>
                        <a:pt x="84" y="33"/>
                        <a:pt x="91" y="32"/>
                      </a:cubicBezTo>
                      <a:cubicBezTo>
                        <a:pt x="96" y="31"/>
                        <a:pt x="104" y="30"/>
                        <a:pt x="104" y="37"/>
                      </a:cubicBezTo>
                      <a:cubicBezTo>
                        <a:pt x="104" y="39"/>
                        <a:pt x="102" y="41"/>
                        <a:pt x="101" y="43"/>
                      </a:cubicBezTo>
                      <a:cubicBezTo>
                        <a:pt x="98" y="43"/>
                        <a:pt x="99" y="43"/>
                        <a:pt x="97" y="43"/>
                      </a:cubicBezTo>
                      <a:cubicBezTo>
                        <a:pt x="96" y="43"/>
                        <a:pt x="93" y="42"/>
                        <a:pt x="92" y="41"/>
                      </a:cubicBezTo>
                      <a:cubicBezTo>
                        <a:pt x="85" y="46"/>
                        <a:pt x="88" y="49"/>
                        <a:pt x="85" y="56"/>
                      </a:cubicBezTo>
                      <a:cubicBezTo>
                        <a:pt x="84" y="57"/>
                        <a:pt x="81" y="64"/>
                        <a:pt x="81" y="64"/>
                      </a:cubicBezTo>
                      <a:cubicBezTo>
                        <a:pt x="80" y="66"/>
                        <a:pt x="80" y="64"/>
                        <a:pt x="78" y="67"/>
                      </a:cubicBezTo>
                      <a:cubicBezTo>
                        <a:pt x="77" y="70"/>
                        <a:pt x="78" y="68"/>
                        <a:pt x="76" y="70"/>
                      </a:cubicBezTo>
                      <a:cubicBezTo>
                        <a:pt x="74" y="67"/>
                        <a:pt x="72" y="66"/>
                        <a:pt x="72" y="62"/>
                      </a:cubicBezTo>
                      <a:cubicBezTo>
                        <a:pt x="72" y="61"/>
                        <a:pt x="75" y="55"/>
                        <a:pt x="76" y="54"/>
                      </a:cubicBezTo>
                      <a:cubicBezTo>
                        <a:pt x="75" y="51"/>
                        <a:pt x="75" y="48"/>
                        <a:pt x="72" y="48"/>
                      </a:cubicBezTo>
                      <a:cubicBezTo>
                        <a:pt x="71" y="48"/>
                        <a:pt x="70" y="49"/>
                        <a:pt x="70" y="49"/>
                      </a:cubicBezTo>
                      <a:cubicBezTo>
                        <a:pt x="70" y="55"/>
                        <a:pt x="67" y="55"/>
                        <a:pt x="63" y="57"/>
                      </a:cubicBezTo>
                      <a:cubicBezTo>
                        <a:pt x="62" y="56"/>
                        <a:pt x="60" y="55"/>
                        <a:pt x="59" y="55"/>
                      </a:cubicBezTo>
                      <a:cubicBezTo>
                        <a:pt x="58" y="55"/>
                        <a:pt x="56" y="57"/>
                        <a:pt x="56" y="57"/>
                      </a:cubicBezTo>
                      <a:cubicBezTo>
                        <a:pt x="58" y="60"/>
                        <a:pt x="59" y="60"/>
                        <a:pt x="61" y="64"/>
                      </a:cubicBezTo>
                      <a:cubicBezTo>
                        <a:pt x="61" y="66"/>
                        <a:pt x="61" y="66"/>
                        <a:pt x="61" y="66"/>
                      </a:cubicBezTo>
                      <a:cubicBezTo>
                        <a:pt x="61" y="67"/>
                        <a:pt x="61" y="67"/>
                        <a:pt x="61" y="67"/>
                      </a:cubicBezTo>
                      <a:cubicBezTo>
                        <a:pt x="59" y="70"/>
                        <a:pt x="59" y="70"/>
                        <a:pt x="59" y="70"/>
                      </a:cubicBezTo>
                      <a:cubicBezTo>
                        <a:pt x="60" y="71"/>
                        <a:pt x="58" y="71"/>
                        <a:pt x="61" y="71"/>
                      </a:cubicBezTo>
                      <a:cubicBezTo>
                        <a:pt x="64" y="71"/>
                        <a:pt x="66" y="72"/>
                        <a:pt x="68" y="74"/>
                      </a:cubicBezTo>
                      <a:cubicBezTo>
                        <a:pt x="68" y="75"/>
                        <a:pt x="68" y="75"/>
                        <a:pt x="68" y="75"/>
                      </a:cubicBezTo>
                      <a:cubicBezTo>
                        <a:pt x="68" y="78"/>
                        <a:pt x="68" y="78"/>
                        <a:pt x="68" y="78"/>
                      </a:cubicBezTo>
                      <a:cubicBezTo>
                        <a:pt x="68" y="82"/>
                        <a:pt x="58" y="85"/>
                        <a:pt x="55" y="86"/>
                      </a:cubicBezTo>
                      <a:cubicBezTo>
                        <a:pt x="50" y="88"/>
                        <a:pt x="44" y="91"/>
                        <a:pt x="40" y="92"/>
                      </a:cubicBezTo>
                      <a:cubicBezTo>
                        <a:pt x="36" y="94"/>
                        <a:pt x="35" y="94"/>
                        <a:pt x="32" y="96"/>
                      </a:cubicBezTo>
                      <a:cubicBezTo>
                        <a:pt x="29" y="97"/>
                        <a:pt x="27" y="97"/>
                        <a:pt x="24" y="99"/>
                      </a:cubicBezTo>
                      <a:cubicBezTo>
                        <a:pt x="20" y="101"/>
                        <a:pt x="13" y="104"/>
                        <a:pt x="9" y="104"/>
                      </a:cubicBezTo>
                      <a:cubicBezTo>
                        <a:pt x="3" y="105"/>
                        <a:pt x="3" y="105"/>
                        <a:pt x="3" y="105"/>
                      </a:cubicBezTo>
                      <a:cubicBezTo>
                        <a:pt x="1" y="105"/>
                        <a:pt x="1" y="106"/>
                        <a:pt x="0" y="107"/>
                      </a:cubicBezTo>
                      <a:cubicBezTo>
                        <a:pt x="0" y="108"/>
                        <a:pt x="0" y="111"/>
                        <a:pt x="2" y="112"/>
                      </a:cubicBezTo>
                      <a:cubicBezTo>
                        <a:pt x="4" y="114"/>
                        <a:pt x="3" y="114"/>
                        <a:pt x="5" y="115"/>
                      </a:cubicBezTo>
                      <a:cubicBezTo>
                        <a:pt x="6" y="116"/>
                        <a:pt x="12" y="119"/>
                        <a:pt x="14" y="120"/>
                      </a:cubicBezTo>
                      <a:cubicBezTo>
                        <a:pt x="15" y="119"/>
                        <a:pt x="15" y="119"/>
                        <a:pt x="17" y="119"/>
                      </a:cubicBezTo>
                      <a:cubicBezTo>
                        <a:pt x="20" y="119"/>
                        <a:pt x="30" y="110"/>
                        <a:pt x="32" y="108"/>
                      </a:cubicBezTo>
                      <a:cubicBezTo>
                        <a:pt x="36" y="104"/>
                        <a:pt x="42" y="101"/>
                        <a:pt x="47" y="98"/>
                      </a:cubicBezTo>
                      <a:cubicBezTo>
                        <a:pt x="50" y="96"/>
                        <a:pt x="52" y="95"/>
                        <a:pt x="55" y="93"/>
                      </a:cubicBezTo>
                      <a:cubicBezTo>
                        <a:pt x="57" y="92"/>
                        <a:pt x="58" y="92"/>
                        <a:pt x="59" y="91"/>
                      </a:cubicBezTo>
                      <a:cubicBezTo>
                        <a:pt x="61" y="90"/>
                        <a:pt x="61" y="90"/>
                        <a:pt x="63" y="89"/>
                      </a:cubicBezTo>
                      <a:cubicBezTo>
                        <a:pt x="68" y="87"/>
                        <a:pt x="74" y="80"/>
                        <a:pt x="79" y="80"/>
                      </a:cubicBezTo>
                      <a:cubicBezTo>
                        <a:pt x="81" y="80"/>
                        <a:pt x="82" y="82"/>
                        <a:pt x="82" y="83"/>
                      </a:cubicBezTo>
                      <a:cubicBezTo>
                        <a:pt x="82" y="85"/>
                        <a:pt x="82" y="85"/>
                        <a:pt x="82" y="85"/>
                      </a:cubicBezTo>
                      <a:cubicBezTo>
                        <a:pt x="82" y="86"/>
                        <a:pt x="82" y="86"/>
                        <a:pt x="82" y="86"/>
                      </a:cubicBezTo>
                      <a:cubicBezTo>
                        <a:pt x="80" y="90"/>
                        <a:pt x="79" y="89"/>
                        <a:pt x="78" y="93"/>
                      </a:cubicBezTo>
                      <a:cubicBezTo>
                        <a:pt x="75" y="94"/>
                        <a:pt x="75" y="94"/>
                        <a:pt x="74" y="97"/>
                      </a:cubicBezTo>
                      <a:cubicBezTo>
                        <a:pt x="69" y="98"/>
                        <a:pt x="71" y="99"/>
                        <a:pt x="67" y="101"/>
                      </a:cubicBezTo>
                      <a:cubicBezTo>
                        <a:pt x="63" y="103"/>
                        <a:pt x="63" y="103"/>
                        <a:pt x="61" y="107"/>
                      </a:cubicBezTo>
                      <a:cubicBezTo>
                        <a:pt x="61" y="110"/>
                        <a:pt x="64" y="114"/>
                        <a:pt x="64" y="117"/>
                      </a:cubicBezTo>
                      <a:cubicBezTo>
                        <a:pt x="64" y="118"/>
                        <a:pt x="64" y="118"/>
                        <a:pt x="64" y="118"/>
                      </a:cubicBezTo>
                      <a:cubicBezTo>
                        <a:pt x="64" y="119"/>
                        <a:pt x="64" y="119"/>
                        <a:pt x="64" y="119"/>
                      </a:cubicBezTo>
                      <a:cubicBezTo>
                        <a:pt x="61" y="123"/>
                        <a:pt x="60" y="125"/>
                        <a:pt x="55" y="126"/>
                      </a:cubicBezTo>
                      <a:cubicBezTo>
                        <a:pt x="51" y="127"/>
                        <a:pt x="43" y="129"/>
                        <a:pt x="41" y="129"/>
                      </a:cubicBezTo>
                      <a:cubicBezTo>
                        <a:pt x="40" y="129"/>
                        <a:pt x="40" y="129"/>
                        <a:pt x="40" y="129"/>
                      </a:cubicBezTo>
                      <a:cubicBezTo>
                        <a:pt x="32" y="130"/>
                        <a:pt x="32" y="130"/>
                        <a:pt x="32" y="130"/>
                      </a:cubicBezTo>
                      <a:cubicBezTo>
                        <a:pt x="30" y="130"/>
                        <a:pt x="30" y="130"/>
                        <a:pt x="30" y="130"/>
                      </a:cubicBezTo>
                      <a:cubicBezTo>
                        <a:pt x="27" y="132"/>
                        <a:pt x="27" y="132"/>
                        <a:pt x="27" y="132"/>
                      </a:cubicBezTo>
                      <a:cubicBezTo>
                        <a:pt x="30" y="136"/>
                        <a:pt x="30" y="138"/>
                        <a:pt x="35" y="141"/>
                      </a:cubicBezTo>
                      <a:cubicBezTo>
                        <a:pt x="36" y="141"/>
                        <a:pt x="36" y="141"/>
                        <a:pt x="36" y="141"/>
                      </a:cubicBezTo>
                      <a:cubicBezTo>
                        <a:pt x="38" y="141"/>
                        <a:pt x="38" y="141"/>
                        <a:pt x="38" y="141"/>
                      </a:cubicBezTo>
                      <a:cubicBezTo>
                        <a:pt x="39" y="141"/>
                        <a:pt x="39" y="141"/>
                        <a:pt x="39" y="141"/>
                      </a:cubicBezTo>
                      <a:cubicBezTo>
                        <a:pt x="43" y="138"/>
                        <a:pt x="51" y="133"/>
                        <a:pt x="56" y="133"/>
                      </a:cubicBezTo>
                      <a:cubicBezTo>
                        <a:pt x="58" y="133"/>
                        <a:pt x="58" y="133"/>
                        <a:pt x="58" y="133"/>
                      </a:cubicBezTo>
                      <a:cubicBezTo>
                        <a:pt x="62" y="133"/>
                        <a:pt x="63" y="137"/>
                        <a:pt x="63" y="141"/>
                      </a:cubicBezTo>
                      <a:cubicBezTo>
                        <a:pt x="63" y="143"/>
                        <a:pt x="63" y="143"/>
                        <a:pt x="63" y="143"/>
                      </a:cubicBezTo>
                      <a:cubicBezTo>
                        <a:pt x="63" y="150"/>
                        <a:pt x="60" y="152"/>
                        <a:pt x="56" y="154"/>
                      </a:cubicBezTo>
                      <a:cubicBezTo>
                        <a:pt x="55" y="154"/>
                        <a:pt x="55" y="154"/>
                        <a:pt x="55" y="154"/>
                      </a:cubicBezTo>
                      <a:cubicBezTo>
                        <a:pt x="53" y="154"/>
                        <a:pt x="53" y="154"/>
                        <a:pt x="53" y="154"/>
                      </a:cubicBezTo>
                      <a:cubicBezTo>
                        <a:pt x="52" y="154"/>
                        <a:pt x="52" y="154"/>
                        <a:pt x="51" y="153"/>
                      </a:cubicBezTo>
                      <a:cubicBezTo>
                        <a:pt x="50" y="154"/>
                        <a:pt x="50" y="154"/>
                        <a:pt x="49" y="154"/>
                      </a:cubicBezTo>
                      <a:cubicBezTo>
                        <a:pt x="47" y="154"/>
                        <a:pt x="47" y="154"/>
                        <a:pt x="47" y="154"/>
                      </a:cubicBezTo>
                      <a:cubicBezTo>
                        <a:pt x="47" y="155"/>
                        <a:pt x="46" y="155"/>
                        <a:pt x="46" y="156"/>
                      </a:cubicBezTo>
                      <a:cubicBezTo>
                        <a:pt x="46" y="158"/>
                        <a:pt x="53" y="165"/>
                        <a:pt x="55" y="166"/>
                      </a:cubicBezTo>
                      <a:cubicBezTo>
                        <a:pt x="56" y="166"/>
                        <a:pt x="56" y="166"/>
                        <a:pt x="56" y="166"/>
                      </a:cubicBezTo>
                      <a:cubicBezTo>
                        <a:pt x="61" y="166"/>
                        <a:pt x="61" y="166"/>
                        <a:pt x="61" y="166"/>
                      </a:cubicBezTo>
                      <a:cubicBezTo>
                        <a:pt x="66" y="166"/>
                        <a:pt x="69" y="163"/>
                        <a:pt x="71" y="160"/>
                      </a:cubicBezTo>
                      <a:cubicBezTo>
                        <a:pt x="74" y="155"/>
                        <a:pt x="74" y="151"/>
                        <a:pt x="76" y="148"/>
                      </a:cubicBezTo>
                      <a:cubicBezTo>
                        <a:pt x="75" y="146"/>
                        <a:pt x="75" y="148"/>
                        <a:pt x="75" y="146"/>
                      </a:cubicBezTo>
                      <a:cubicBezTo>
                        <a:pt x="75" y="138"/>
                        <a:pt x="75" y="138"/>
                        <a:pt x="75" y="138"/>
                      </a:cubicBezTo>
                      <a:cubicBezTo>
                        <a:pt x="75" y="130"/>
                        <a:pt x="74" y="128"/>
                        <a:pt x="80" y="124"/>
                      </a:cubicBezTo>
                      <a:cubicBezTo>
                        <a:pt x="81" y="124"/>
                        <a:pt x="81" y="124"/>
                        <a:pt x="81" y="124"/>
                      </a:cubicBezTo>
                      <a:cubicBezTo>
                        <a:pt x="90" y="124"/>
                        <a:pt x="90" y="127"/>
                        <a:pt x="94" y="120"/>
                      </a:cubicBezTo>
                      <a:cubicBezTo>
                        <a:pt x="92" y="117"/>
                        <a:pt x="91" y="116"/>
                        <a:pt x="88" y="115"/>
                      </a:cubicBezTo>
                      <a:cubicBezTo>
                        <a:pt x="86" y="116"/>
                        <a:pt x="84" y="117"/>
                        <a:pt x="81" y="117"/>
                      </a:cubicBezTo>
                      <a:cubicBezTo>
                        <a:pt x="79" y="117"/>
                        <a:pt x="79" y="117"/>
                        <a:pt x="79" y="117"/>
                      </a:cubicBezTo>
                      <a:cubicBezTo>
                        <a:pt x="77" y="116"/>
                        <a:pt x="72" y="109"/>
                        <a:pt x="72" y="107"/>
                      </a:cubicBezTo>
                      <a:cubicBezTo>
                        <a:pt x="72" y="105"/>
                        <a:pt x="72" y="105"/>
                        <a:pt x="72" y="105"/>
                      </a:cubicBezTo>
                      <a:cubicBezTo>
                        <a:pt x="72" y="99"/>
                        <a:pt x="75" y="100"/>
                        <a:pt x="78" y="96"/>
                      </a:cubicBezTo>
                      <a:cubicBezTo>
                        <a:pt x="80" y="96"/>
                        <a:pt x="80" y="96"/>
                        <a:pt x="80" y="96"/>
                      </a:cubicBezTo>
                      <a:cubicBezTo>
                        <a:pt x="82" y="93"/>
                        <a:pt x="89" y="90"/>
                        <a:pt x="92" y="89"/>
                      </a:cubicBezTo>
                      <a:cubicBezTo>
                        <a:pt x="95" y="87"/>
                        <a:pt x="101" y="83"/>
                        <a:pt x="101" y="80"/>
                      </a:cubicBezTo>
                      <a:cubicBezTo>
                        <a:pt x="101" y="77"/>
                        <a:pt x="101" y="79"/>
                        <a:pt x="102" y="78"/>
                      </a:cubicBezTo>
                      <a:cubicBezTo>
                        <a:pt x="101" y="77"/>
                        <a:pt x="101" y="79"/>
                        <a:pt x="101" y="77"/>
                      </a:cubicBezTo>
                      <a:cubicBezTo>
                        <a:pt x="101" y="73"/>
                        <a:pt x="96" y="64"/>
                        <a:pt x="95" y="61"/>
                      </a:cubicBezTo>
                      <a:cubicBezTo>
                        <a:pt x="95" y="61"/>
                        <a:pt x="101" y="55"/>
                        <a:pt x="102" y="55"/>
                      </a:cubicBezTo>
                      <a:cubicBezTo>
                        <a:pt x="104" y="52"/>
                        <a:pt x="106" y="51"/>
                        <a:pt x="109" y="48"/>
                      </a:cubicBezTo>
                      <a:cubicBezTo>
                        <a:pt x="110" y="47"/>
                        <a:pt x="112" y="46"/>
                        <a:pt x="113" y="45"/>
                      </a:cubicBezTo>
                      <a:cubicBezTo>
                        <a:pt x="114" y="44"/>
                        <a:pt x="115" y="43"/>
                        <a:pt x="116" y="42"/>
                      </a:cubicBezTo>
                      <a:cubicBezTo>
                        <a:pt x="118" y="39"/>
                        <a:pt x="118" y="35"/>
                        <a:pt x="121" y="34"/>
                      </a:cubicBezTo>
                      <a:cubicBezTo>
                        <a:pt x="121" y="32"/>
                        <a:pt x="121" y="32"/>
                        <a:pt x="121" y="32"/>
                      </a:cubicBezTo>
                      <a:cubicBezTo>
                        <a:pt x="121" y="27"/>
                        <a:pt x="123" y="30"/>
                        <a:pt x="120" y="24"/>
                      </a:cubicBezTo>
                      <a:cubicBezTo>
                        <a:pt x="118" y="20"/>
                        <a:pt x="118" y="20"/>
                        <a:pt x="116" y="17"/>
                      </a:cubicBezTo>
                      <a:cubicBezTo>
                        <a:pt x="113" y="17"/>
                        <a:pt x="113" y="17"/>
                        <a:pt x="113" y="17"/>
                      </a:cubicBezTo>
                      <a:cubicBezTo>
                        <a:pt x="111" y="17"/>
                        <a:pt x="105" y="19"/>
                        <a:pt x="104" y="20"/>
                      </a:cubicBezTo>
                      <a:cubicBezTo>
                        <a:pt x="101" y="23"/>
                        <a:pt x="102" y="23"/>
                        <a:pt x="96" y="24"/>
                      </a:cubicBezTo>
                      <a:lnTo>
                        <a:pt x="93" y="2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5" name="íṥḻiďê"/>
                <p:cNvSpPr/>
                <p:nvPr/>
              </p:nvSpPr>
              <p:spPr bwMode="auto">
                <a:xfrm>
                  <a:off x="5159376" y="3357563"/>
                  <a:ext cx="117475" cy="366713"/>
                </a:xfrm>
                <a:custGeom>
                  <a:avLst/>
                  <a:gdLst>
                    <a:gd name="T0" fmla="*/ 23 w 36"/>
                    <a:gd name="T1" fmla="*/ 14 h 110"/>
                    <a:gd name="T2" fmla="*/ 23 w 36"/>
                    <a:gd name="T3" fmla="*/ 12 h 110"/>
                    <a:gd name="T4" fmla="*/ 18 w 36"/>
                    <a:gd name="T5" fmla="*/ 6 h 110"/>
                    <a:gd name="T6" fmla="*/ 13 w 36"/>
                    <a:gd name="T7" fmla="*/ 0 h 110"/>
                    <a:gd name="T8" fmla="*/ 11 w 36"/>
                    <a:gd name="T9" fmla="*/ 4 h 110"/>
                    <a:gd name="T10" fmla="*/ 13 w 36"/>
                    <a:gd name="T11" fmla="*/ 16 h 110"/>
                    <a:gd name="T12" fmla="*/ 12 w 36"/>
                    <a:gd name="T13" fmla="*/ 34 h 110"/>
                    <a:gd name="T14" fmla="*/ 7 w 36"/>
                    <a:gd name="T15" fmla="*/ 65 h 110"/>
                    <a:gd name="T16" fmla="*/ 3 w 36"/>
                    <a:gd name="T17" fmla="*/ 80 h 110"/>
                    <a:gd name="T18" fmla="*/ 0 w 36"/>
                    <a:gd name="T19" fmla="*/ 95 h 110"/>
                    <a:gd name="T20" fmla="*/ 0 w 36"/>
                    <a:gd name="T21" fmla="*/ 98 h 110"/>
                    <a:gd name="T22" fmla="*/ 0 w 36"/>
                    <a:gd name="T23" fmla="*/ 100 h 110"/>
                    <a:gd name="T24" fmla="*/ 4 w 36"/>
                    <a:gd name="T25" fmla="*/ 105 h 110"/>
                    <a:gd name="T26" fmla="*/ 9 w 36"/>
                    <a:gd name="T27" fmla="*/ 110 h 110"/>
                    <a:gd name="T28" fmla="*/ 15 w 36"/>
                    <a:gd name="T29" fmla="*/ 104 h 110"/>
                    <a:gd name="T30" fmla="*/ 18 w 36"/>
                    <a:gd name="T31" fmla="*/ 96 h 110"/>
                    <a:gd name="T32" fmla="*/ 18 w 36"/>
                    <a:gd name="T33" fmla="*/ 90 h 110"/>
                    <a:gd name="T34" fmla="*/ 21 w 36"/>
                    <a:gd name="T35" fmla="*/ 71 h 110"/>
                    <a:gd name="T36" fmla="*/ 25 w 36"/>
                    <a:gd name="T37" fmla="*/ 53 h 110"/>
                    <a:gd name="T38" fmla="*/ 30 w 36"/>
                    <a:gd name="T39" fmla="*/ 36 h 110"/>
                    <a:gd name="T40" fmla="*/ 35 w 36"/>
                    <a:gd name="T41" fmla="*/ 20 h 110"/>
                    <a:gd name="T42" fmla="*/ 33 w 36"/>
                    <a:gd name="T43" fmla="*/ 20 h 110"/>
                    <a:gd name="T44" fmla="*/ 30 w 36"/>
                    <a:gd name="T45" fmla="*/ 22 h 110"/>
                    <a:gd name="T46" fmla="*/ 23 w 36"/>
                    <a:gd name="T47" fmla="*/ 17 h 110"/>
                    <a:gd name="T48" fmla="*/ 23 w 36"/>
                    <a:gd name="T49" fmla="*/ 15 h 110"/>
                    <a:gd name="T50" fmla="*/ 23 w 36"/>
                    <a:gd name="T51" fmla="*/ 14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6" h="110">
                      <a:moveTo>
                        <a:pt x="23" y="14"/>
                      </a:moveTo>
                      <a:cubicBezTo>
                        <a:pt x="23" y="12"/>
                        <a:pt x="23" y="12"/>
                        <a:pt x="23" y="12"/>
                      </a:cubicBezTo>
                      <a:cubicBezTo>
                        <a:pt x="21" y="8"/>
                        <a:pt x="22" y="9"/>
                        <a:pt x="18" y="6"/>
                      </a:cubicBezTo>
                      <a:cubicBezTo>
                        <a:pt x="17" y="4"/>
                        <a:pt x="15" y="2"/>
                        <a:pt x="13" y="0"/>
                      </a:cubicBezTo>
                      <a:cubicBezTo>
                        <a:pt x="12" y="1"/>
                        <a:pt x="11" y="3"/>
                        <a:pt x="11" y="4"/>
                      </a:cubicBezTo>
                      <a:cubicBezTo>
                        <a:pt x="11" y="7"/>
                        <a:pt x="13" y="12"/>
                        <a:pt x="13" y="16"/>
                      </a:cubicBezTo>
                      <a:cubicBezTo>
                        <a:pt x="12" y="34"/>
                        <a:pt x="12" y="34"/>
                        <a:pt x="12" y="34"/>
                      </a:cubicBezTo>
                      <a:cubicBezTo>
                        <a:pt x="12" y="43"/>
                        <a:pt x="9" y="56"/>
                        <a:pt x="7" y="65"/>
                      </a:cubicBezTo>
                      <a:cubicBezTo>
                        <a:pt x="6" y="72"/>
                        <a:pt x="4" y="75"/>
                        <a:pt x="3" y="80"/>
                      </a:cubicBezTo>
                      <a:cubicBezTo>
                        <a:pt x="2" y="85"/>
                        <a:pt x="0" y="91"/>
                        <a:pt x="0" y="95"/>
                      </a:cubicBezTo>
                      <a:cubicBezTo>
                        <a:pt x="0" y="98"/>
                        <a:pt x="0" y="98"/>
                        <a:pt x="0" y="98"/>
                      </a:cubicBezTo>
                      <a:cubicBezTo>
                        <a:pt x="0" y="100"/>
                        <a:pt x="0" y="100"/>
                        <a:pt x="0" y="100"/>
                      </a:cubicBezTo>
                      <a:cubicBezTo>
                        <a:pt x="2" y="102"/>
                        <a:pt x="2" y="103"/>
                        <a:pt x="4" y="105"/>
                      </a:cubicBezTo>
                      <a:cubicBezTo>
                        <a:pt x="6" y="108"/>
                        <a:pt x="7" y="108"/>
                        <a:pt x="9" y="110"/>
                      </a:cubicBezTo>
                      <a:cubicBezTo>
                        <a:pt x="12" y="108"/>
                        <a:pt x="13" y="108"/>
                        <a:pt x="15" y="104"/>
                      </a:cubicBezTo>
                      <a:cubicBezTo>
                        <a:pt x="16" y="102"/>
                        <a:pt x="18" y="99"/>
                        <a:pt x="18" y="96"/>
                      </a:cubicBezTo>
                      <a:cubicBezTo>
                        <a:pt x="18" y="90"/>
                        <a:pt x="18" y="90"/>
                        <a:pt x="18" y="90"/>
                      </a:cubicBezTo>
                      <a:cubicBezTo>
                        <a:pt x="18" y="83"/>
                        <a:pt x="20" y="77"/>
                        <a:pt x="21" y="71"/>
                      </a:cubicBezTo>
                      <a:cubicBezTo>
                        <a:pt x="23" y="65"/>
                        <a:pt x="23" y="59"/>
                        <a:pt x="25" y="53"/>
                      </a:cubicBezTo>
                      <a:cubicBezTo>
                        <a:pt x="26" y="47"/>
                        <a:pt x="29" y="42"/>
                        <a:pt x="30" y="36"/>
                      </a:cubicBezTo>
                      <a:cubicBezTo>
                        <a:pt x="31" y="28"/>
                        <a:pt x="34" y="27"/>
                        <a:pt x="35" y="20"/>
                      </a:cubicBezTo>
                      <a:cubicBezTo>
                        <a:pt x="34" y="19"/>
                        <a:pt x="36" y="20"/>
                        <a:pt x="33" y="20"/>
                      </a:cubicBezTo>
                      <a:cubicBezTo>
                        <a:pt x="33" y="20"/>
                        <a:pt x="30" y="22"/>
                        <a:pt x="30" y="22"/>
                      </a:cubicBezTo>
                      <a:cubicBezTo>
                        <a:pt x="25" y="21"/>
                        <a:pt x="25" y="21"/>
                        <a:pt x="23" y="17"/>
                      </a:cubicBezTo>
                      <a:cubicBezTo>
                        <a:pt x="23" y="15"/>
                        <a:pt x="23" y="15"/>
                        <a:pt x="23" y="15"/>
                      </a:cubicBezTo>
                      <a:lnTo>
                        <a:pt x="23" y="14"/>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nvGrpSpPr>
              <p:cNvPr id="249" name="ïšľîḍê"/>
              <p:cNvGrpSpPr/>
              <p:nvPr/>
            </p:nvGrpSpPr>
            <p:grpSpPr>
              <a:xfrm>
                <a:off x="4412452" y="3781425"/>
                <a:ext cx="2312689" cy="166461"/>
                <a:chOff x="6986588" y="3521075"/>
                <a:chExt cx="1654176" cy="119063"/>
              </a:xfrm>
            </p:grpSpPr>
            <p:sp>
              <p:nvSpPr>
                <p:cNvPr id="250" name="îṩľîḑê"/>
                <p:cNvSpPr/>
                <p:nvPr/>
              </p:nvSpPr>
              <p:spPr bwMode="auto">
                <a:xfrm>
                  <a:off x="6986588" y="3521075"/>
                  <a:ext cx="155575" cy="119063"/>
                </a:xfrm>
                <a:custGeom>
                  <a:avLst/>
                  <a:gdLst>
                    <a:gd name="T0" fmla="*/ 84 w 98"/>
                    <a:gd name="T1" fmla="*/ 0 h 75"/>
                    <a:gd name="T2" fmla="*/ 59 w 98"/>
                    <a:gd name="T3" fmla="*/ 52 h 75"/>
                    <a:gd name="T4" fmla="*/ 57 w 98"/>
                    <a:gd name="T5" fmla="*/ 0 h 75"/>
                    <a:gd name="T6" fmla="*/ 40 w 98"/>
                    <a:gd name="T7" fmla="*/ 0 h 75"/>
                    <a:gd name="T8" fmla="*/ 15 w 98"/>
                    <a:gd name="T9" fmla="*/ 52 h 75"/>
                    <a:gd name="T10" fmla="*/ 15 w 98"/>
                    <a:gd name="T11" fmla="*/ 0 h 75"/>
                    <a:gd name="T12" fmla="*/ 0 w 98"/>
                    <a:gd name="T13" fmla="*/ 0 h 75"/>
                    <a:gd name="T14" fmla="*/ 2 w 98"/>
                    <a:gd name="T15" fmla="*/ 75 h 75"/>
                    <a:gd name="T16" fmla="*/ 19 w 98"/>
                    <a:gd name="T17" fmla="*/ 75 h 75"/>
                    <a:gd name="T18" fmla="*/ 44 w 98"/>
                    <a:gd name="T19" fmla="*/ 21 h 75"/>
                    <a:gd name="T20" fmla="*/ 46 w 98"/>
                    <a:gd name="T21" fmla="*/ 75 h 75"/>
                    <a:gd name="T22" fmla="*/ 63 w 98"/>
                    <a:gd name="T23" fmla="*/ 75 h 75"/>
                    <a:gd name="T24" fmla="*/ 98 w 98"/>
                    <a:gd name="T25" fmla="*/ 0 h 75"/>
                    <a:gd name="T26" fmla="*/ 84 w 98"/>
                    <a:gd name="T27"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98" h="75">
                      <a:moveTo>
                        <a:pt x="84" y="0"/>
                      </a:moveTo>
                      <a:lnTo>
                        <a:pt x="59" y="52"/>
                      </a:lnTo>
                      <a:lnTo>
                        <a:pt x="57" y="0"/>
                      </a:lnTo>
                      <a:lnTo>
                        <a:pt x="40" y="0"/>
                      </a:lnTo>
                      <a:lnTo>
                        <a:pt x="15" y="52"/>
                      </a:lnTo>
                      <a:lnTo>
                        <a:pt x="15" y="0"/>
                      </a:lnTo>
                      <a:lnTo>
                        <a:pt x="0" y="0"/>
                      </a:lnTo>
                      <a:lnTo>
                        <a:pt x="2" y="75"/>
                      </a:lnTo>
                      <a:lnTo>
                        <a:pt x="19" y="75"/>
                      </a:lnTo>
                      <a:lnTo>
                        <a:pt x="44" y="21"/>
                      </a:lnTo>
                      <a:lnTo>
                        <a:pt x="46" y="75"/>
                      </a:lnTo>
                      <a:lnTo>
                        <a:pt x="63" y="75"/>
                      </a:lnTo>
                      <a:lnTo>
                        <a:pt x="98" y="0"/>
                      </a:lnTo>
                      <a:lnTo>
                        <a:pt x="84"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1" name="îṩḷîde"/>
                <p:cNvSpPr/>
                <p:nvPr/>
              </p:nvSpPr>
              <p:spPr bwMode="auto">
                <a:xfrm>
                  <a:off x="7135813" y="3521075"/>
                  <a:ext cx="112713" cy="119063"/>
                </a:xfrm>
                <a:custGeom>
                  <a:avLst/>
                  <a:gdLst>
                    <a:gd name="T0" fmla="*/ 22 w 34"/>
                    <a:gd name="T1" fmla="*/ 20 h 36"/>
                    <a:gd name="T2" fmla="*/ 20 w 34"/>
                    <a:gd name="T3" fmla="*/ 26 h 36"/>
                    <a:gd name="T4" fmla="*/ 18 w 34"/>
                    <a:gd name="T5" fmla="*/ 29 h 36"/>
                    <a:gd name="T6" fmla="*/ 13 w 34"/>
                    <a:gd name="T7" fmla="*/ 30 h 36"/>
                    <a:gd name="T8" fmla="*/ 9 w 34"/>
                    <a:gd name="T9" fmla="*/ 29 h 36"/>
                    <a:gd name="T10" fmla="*/ 7 w 34"/>
                    <a:gd name="T11" fmla="*/ 25 h 36"/>
                    <a:gd name="T12" fmla="*/ 7 w 34"/>
                    <a:gd name="T13" fmla="*/ 24 h 36"/>
                    <a:gd name="T14" fmla="*/ 8 w 34"/>
                    <a:gd name="T15" fmla="*/ 19 h 36"/>
                    <a:gd name="T16" fmla="*/ 12 w 34"/>
                    <a:gd name="T17" fmla="*/ 0 h 36"/>
                    <a:gd name="T18" fmla="*/ 5 w 34"/>
                    <a:gd name="T19" fmla="*/ 0 h 36"/>
                    <a:gd name="T20" fmla="*/ 1 w 34"/>
                    <a:gd name="T21" fmla="*/ 19 h 36"/>
                    <a:gd name="T22" fmla="*/ 0 w 34"/>
                    <a:gd name="T23" fmla="*/ 23 h 36"/>
                    <a:gd name="T24" fmla="*/ 0 w 34"/>
                    <a:gd name="T25" fmla="*/ 25 h 36"/>
                    <a:gd name="T26" fmla="*/ 3 w 34"/>
                    <a:gd name="T27" fmla="*/ 33 h 36"/>
                    <a:gd name="T28" fmla="*/ 13 w 34"/>
                    <a:gd name="T29" fmla="*/ 36 h 36"/>
                    <a:gd name="T30" fmla="*/ 22 w 34"/>
                    <a:gd name="T31" fmla="*/ 34 h 36"/>
                    <a:gd name="T32" fmla="*/ 27 w 34"/>
                    <a:gd name="T33" fmla="*/ 29 h 36"/>
                    <a:gd name="T34" fmla="*/ 30 w 34"/>
                    <a:gd name="T35" fmla="*/ 20 h 36"/>
                    <a:gd name="T36" fmla="*/ 34 w 34"/>
                    <a:gd name="T37" fmla="*/ 0 h 36"/>
                    <a:gd name="T38" fmla="*/ 26 w 34"/>
                    <a:gd name="T39" fmla="*/ 0 h 36"/>
                    <a:gd name="T40" fmla="*/ 22 w 34"/>
                    <a:gd name="T41" fmla="*/ 2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4" h="36">
                      <a:moveTo>
                        <a:pt x="22" y="20"/>
                      </a:moveTo>
                      <a:cubicBezTo>
                        <a:pt x="22" y="23"/>
                        <a:pt x="21" y="25"/>
                        <a:pt x="20" y="26"/>
                      </a:cubicBezTo>
                      <a:cubicBezTo>
                        <a:pt x="20" y="28"/>
                        <a:pt x="19" y="29"/>
                        <a:pt x="18" y="29"/>
                      </a:cubicBezTo>
                      <a:cubicBezTo>
                        <a:pt x="17" y="30"/>
                        <a:pt x="15" y="30"/>
                        <a:pt x="13" y="30"/>
                      </a:cubicBezTo>
                      <a:cubicBezTo>
                        <a:pt x="11" y="30"/>
                        <a:pt x="10" y="30"/>
                        <a:pt x="9" y="29"/>
                      </a:cubicBezTo>
                      <a:cubicBezTo>
                        <a:pt x="8" y="28"/>
                        <a:pt x="7" y="27"/>
                        <a:pt x="7" y="25"/>
                      </a:cubicBezTo>
                      <a:cubicBezTo>
                        <a:pt x="7" y="25"/>
                        <a:pt x="7" y="25"/>
                        <a:pt x="7" y="24"/>
                      </a:cubicBezTo>
                      <a:cubicBezTo>
                        <a:pt x="8" y="19"/>
                        <a:pt x="8" y="19"/>
                        <a:pt x="8" y="19"/>
                      </a:cubicBezTo>
                      <a:cubicBezTo>
                        <a:pt x="12" y="0"/>
                        <a:pt x="12" y="0"/>
                        <a:pt x="12" y="0"/>
                      </a:cubicBezTo>
                      <a:cubicBezTo>
                        <a:pt x="5" y="0"/>
                        <a:pt x="5" y="0"/>
                        <a:pt x="5" y="0"/>
                      </a:cubicBezTo>
                      <a:cubicBezTo>
                        <a:pt x="1" y="19"/>
                        <a:pt x="1" y="19"/>
                        <a:pt x="1" y="19"/>
                      </a:cubicBezTo>
                      <a:cubicBezTo>
                        <a:pt x="1" y="21"/>
                        <a:pt x="0" y="23"/>
                        <a:pt x="0" y="23"/>
                      </a:cubicBezTo>
                      <a:cubicBezTo>
                        <a:pt x="0" y="24"/>
                        <a:pt x="0" y="25"/>
                        <a:pt x="0" y="25"/>
                      </a:cubicBezTo>
                      <a:cubicBezTo>
                        <a:pt x="0" y="29"/>
                        <a:pt x="1" y="31"/>
                        <a:pt x="3" y="33"/>
                      </a:cubicBezTo>
                      <a:cubicBezTo>
                        <a:pt x="6" y="35"/>
                        <a:pt x="9" y="36"/>
                        <a:pt x="13" y="36"/>
                      </a:cubicBezTo>
                      <a:cubicBezTo>
                        <a:pt x="16" y="36"/>
                        <a:pt x="19" y="36"/>
                        <a:pt x="22" y="34"/>
                      </a:cubicBezTo>
                      <a:cubicBezTo>
                        <a:pt x="24" y="33"/>
                        <a:pt x="25" y="31"/>
                        <a:pt x="27" y="29"/>
                      </a:cubicBezTo>
                      <a:cubicBezTo>
                        <a:pt x="28" y="27"/>
                        <a:pt x="29" y="24"/>
                        <a:pt x="30" y="20"/>
                      </a:cubicBezTo>
                      <a:cubicBezTo>
                        <a:pt x="34" y="0"/>
                        <a:pt x="34" y="0"/>
                        <a:pt x="34" y="0"/>
                      </a:cubicBezTo>
                      <a:cubicBezTo>
                        <a:pt x="26" y="0"/>
                        <a:pt x="26" y="0"/>
                        <a:pt x="26" y="0"/>
                      </a:cubicBezTo>
                      <a:lnTo>
                        <a:pt x="22" y="2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2" name="îṣḻîḑê"/>
                <p:cNvSpPr/>
                <p:nvPr/>
              </p:nvSpPr>
              <p:spPr bwMode="auto">
                <a:xfrm>
                  <a:off x="7248526" y="3521075"/>
                  <a:ext cx="114300" cy="119063"/>
                </a:xfrm>
                <a:custGeom>
                  <a:avLst/>
                  <a:gdLst>
                    <a:gd name="T0" fmla="*/ 58 w 72"/>
                    <a:gd name="T1" fmla="*/ 0 h 75"/>
                    <a:gd name="T2" fmla="*/ 52 w 72"/>
                    <a:gd name="T3" fmla="*/ 29 h 75"/>
                    <a:gd name="T4" fmla="*/ 22 w 72"/>
                    <a:gd name="T5" fmla="*/ 29 h 75"/>
                    <a:gd name="T6" fmla="*/ 29 w 72"/>
                    <a:gd name="T7" fmla="*/ 0 h 75"/>
                    <a:gd name="T8" fmla="*/ 14 w 72"/>
                    <a:gd name="T9" fmla="*/ 0 h 75"/>
                    <a:gd name="T10" fmla="*/ 0 w 72"/>
                    <a:gd name="T11" fmla="*/ 75 h 75"/>
                    <a:gd name="T12" fmla="*/ 14 w 72"/>
                    <a:gd name="T13" fmla="*/ 75 h 75"/>
                    <a:gd name="T14" fmla="*/ 20 w 72"/>
                    <a:gd name="T15" fmla="*/ 42 h 75"/>
                    <a:gd name="T16" fmla="*/ 50 w 72"/>
                    <a:gd name="T17" fmla="*/ 42 h 75"/>
                    <a:gd name="T18" fmla="*/ 43 w 72"/>
                    <a:gd name="T19" fmla="*/ 75 h 75"/>
                    <a:gd name="T20" fmla="*/ 58 w 72"/>
                    <a:gd name="T21" fmla="*/ 75 h 75"/>
                    <a:gd name="T22" fmla="*/ 72 w 72"/>
                    <a:gd name="T23" fmla="*/ 0 h 75"/>
                    <a:gd name="T24" fmla="*/ 58 w 72"/>
                    <a:gd name="T25"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2" h="75">
                      <a:moveTo>
                        <a:pt x="58" y="0"/>
                      </a:moveTo>
                      <a:lnTo>
                        <a:pt x="52" y="29"/>
                      </a:lnTo>
                      <a:lnTo>
                        <a:pt x="22" y="29"/>
                      </a:lnTo>
                      <a:lnTo>
                        <a:pt x="29" y="0"/>
                      </a:lnTo>
                      <a:lnTo>
                        <a:pt x="14" y="0"/>
                      </a:lnTo>
                      <a:lnTo>
                        <a:pt x="0" y="75"/>
                      </a:lnTo>
                      <a:lnTo>
                        <a:pt x="14" y="75"/>
                      </a:lnTo>
                      <a:lnTo>
                        <a:pt x="20" y="42"/>
                      </a:lnTo>
                      <a:lnTo>
                        <a:pt x="50" y="42"/>
                      </a:lnTo>
                      <a:lnTo>
                        <a:pt x="43" y="75"/>
                      </a:lnTo>
                      <a:lnTo>
                        <a:pt x="58" y="75"/>
                      </a:lnTo>
                      <a:lnTo>
                        <a:pt x="72" y="0"/>
                      </a:lnTo>
                      <a:lnTo>
                        <a:pt x="58"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3" name="ïṥlíḑê"/>
                <p:cNvSpPr/>
                <p:nvPr/>
              </p:nvSpPr>
              <p:spPr bwMode="auto">
                <a:xfrm>
                  <a:off x="7356476" y="3521075"/>
                  <a:ext cx="112713" cy="119063"/>
                </a:xfrm>
                <a:custGeom>
                  <a:avLst/>
                  <a:gdLst>
                    <a:gd name="T0" fmla="*/ 42 w 71"/>
                    <a:gd name="T1" fmla="*/ 0 h 75"/>
                    <a:gd name="T2" fmla="*/ 0 w 71"/>
                    <a:gd name="T3" fmla="*/ 75 h 75"/>
                    <a:gd name="T4" fmla="*/ 15 w 71"/>
                    <a:gd name="T5" fmla="*/ 75 h 75"/>
                    <a:gd name="T6" fmla="*/ 23 w 71"/>
                    <a:gd name="T7" fmla="*/ 59 h 75"/>
                    <a:gd name="T8" fmla="*/ 54 w 71"/>
                    <a:gd name="T9" fmla="*/ 59 h 75"/>
                    <a:gd name="T10" fmla="*/ 56 w 71"/>
                    <a:gd name="T11" fmla="*/ 75 h 75"/>
                    <a:gd name="T12" fmla="*/ 71 w 71"/>
                    <a:gd name="T13" fmla="*/ 75 h 75"/>
                    <a:gd name="T14" fmla="*/ 58 w 71"/>
                    <a:gd name="T15" fmla="*/ 0 h 75"/>
                    <a:gd name="T16" fmla="*/ 42 w 71"/>
                    <a:gd name="T17" fmla="*/ 0 h 75"/>
                    <a:gd name="T18" fmla="*/ 29 w 71"/>
                    <a:gd name="T19" fmla="*/ 46 h 75"/>
                    <a:gd name="T20" fmla="*/ 48 w 71"/>
                    <a:gd name="T21" fmla="*/ 17 h 75"/>
                    <a:gd name="T22" fmla="*/ 52 w 71"/>
                    <a:gd name="T23" fmla="*/ 46 h 75"/>
                    <a:gd name="T24" fmla="*/ 29 w 71"/>
                    <a:gd name="T25" fmla="*/ 4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75">
                      <a:moveTo>
                        <a:pt x="42" y="0"/>
                      </a:moveTo>
                      <a:lnTo>
                        <a:pt x="0" y="75"/>
                      </a:lnTo>
                      <a:lnTo>
                        <a:pt x="15" y="75"/>
                      </a:lnTo>
                      <a:lnTo>
                        <a:pt x="23" y="59"/>
                      </a:lnTo>
                      <a:lnTo>
                        <a:pt x="54" y="59"/>
                      </a:lnTo>
                      <a:lnTo>
                        <a:pt x="56" y="75"/>
                      </a:lnTo>
                      <a:lnTo>
                        <a:pt x="71" y="75"/>
                      </a:lnTo>
                      <a:lnTo>
                        <a:pt x="58" y="0"/>
                      </a:lnTo>
                      <a:lnTo>
                        <a:pt x="42" y="0"/>
                      </a:lnTo>
                      <a:close/>
                      <a:moveTo>
                        <a:pt x="29" y="46"/>
                      </a:moveTo>
                      <a:lnTo>
                        <a:pt x="48" y="17"/>
                      </a:lnTo>
                      <a:lnTo>
                        <a:pt x="52" y="46"/>
                      </a:lnTo>
                      <a:lnTo>
                        <a:pt x="29" y="46"/>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4" name="îş1íḋe"/>
                <p:cNvSpPr/>
                <p:nvPr/>
              </p:nvSpPr>
              <p:spPr bwMode="auto">
                <a:xfrm>
                  <a:off x="7481888" y="3521075"/>
                  <a:ext cx="119063" cy="119063"/>
                </a:xfrm>
                <a:custGeom>
                  <a:avLst/>
                  <a:gdLst>
                    <a:gd name="T0" fmla="*/ 50 w 75"/>
                    <a:gd name="T1" fmla="*/ 50 h 75"/>
                    <a:gd name="T2" fmla="*/ 31 w 75"/>
                    <a:gd name="T3" fmla="*/ 0 h 75"/>
                    <a:gd name="T4" fmla="*/ 17 w 75"/>
                    <a:gd name="T5" fmla="*/ 0 h 75"/>
                    <a:gd name="T6" fmla="*/ 0 w 75"/>
                    <a:gd name="T7" fmla="*/ 75 h 75"/>
                    <a:gd name="T8" fmla="*/ 15 w 75"/>
                    <a:gd name="T9" fmla="*/ 75 h 75"/>
                    <a:gd name="T10" fmla="*/ 25 w 75"/>
                    <a:gd name="T11" fmla="*/ 25 h 75"/>
                    <a:gd name="T12" fmla="*/ 46 w 75"/>
                    <a:gd name="T13" fmla="*/ 75 h 75"/>
                    <a:gd name="T14" fmla="*/ 58 w 75"/>
                    <a:gd name="T15" fmla="*/ 75 h 75"/>
                    <a:gd name="T16" fmla="*/ 75 w 75"/>
                    <a:gd name="T17" fmla="*/ 0 h 75"/>
                    <a:gd name="T18" fmla="*/ 61 w 75"/>
                    <a:gd name="T19" fmla="*/ 0 h 75"/>
                    <a:gd name="T20" fmla="*/ 50 w 75"/>
                    <a:gd name="T21" fmla="*/ 5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5" h="75">
                      <a:moveTo>
                        <a:pt x="50" y="50"/>
                      </a:moveTo>
                      <a:lnTo>
                        <a:pt x="31" y="0"/>
                      </a:lnTo>
                      <a:lnTo>
                        <a:pt x="17" y="0"/>
                      </a:lnTo>
                      <a:lnTo>
                        <a:pt x="0" y="75"/>
                      </a:lnTo>
                      <a:lnTo>
                        <a:pt x="15" y="75"/>
                      </a:lnTo>
                      <a:lnTo>
                        <a:pt x="25" y="25"/>
                      </a:lnTo>
                      <a:lnTo>
                        <a:pt x="46" y="75"/>
                      </a:lnTo>
                      <a:lnTo>
                        <a:pt x="58" y="75"/>
                      </a:lnTo>
                      <a:lnTo>
                        <a:pt x="75" y="0"/>
                      </a:lnTo>
                      <a:lnTo>
                        <a:pt x="61" y="0"/>
                      </a:lnTo>
                      <a:lnTo>
                        <a:pt x="50" y="5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5" name="îş1ïḋe"/>
                <p:cNvSpPr/>
                <p:nvPr/>
              </p:nvSpPr>
              <p:spPr bwMode="auto">
                <a:xfrm>
                  <a:off x="7653338" y="3521075"/>
                  <a:ext cx="112713" cy="119063"/>
                </a:xfrm>
                <a:custGeom>
                  <a:avLst/>
                  <a:gdLst>
                    <a:gd name="T0" fmla="*/ 22 w 34"/>
                    <a:gd name="T1" fmla="*/ 20 h 36"/>
                    <a:gd name="T2" fmla="*/ 20 w 34"/>
                    <a:gd name="T3" fmla="*/ 26 h 36"/>
                    <a:gd name="T4" fmla="*/ 18 w 34"/>
                    <a:gd name="T5" fmla="*/ 29 h 36"/>
                    <a:gd name="T6" fmla="*/ 13 w 34"/>
                    <a:gd name="T7" fmla="*/ 30 h 36"/>
                    <a:gd name="T8" fmla="*/ 9 w 34"/>
                    <a:gd name="T9" fmla="*/ 29 h 36"/>
                    <a:gd name="T10" fmla="*/ 7 w 34"/>
                    <a:gd name="T11" fmla="*/ 25 h 36"/>
                    <a:gd name="T12" fmla="*/ 7 w 34"/>
                    <a:gd name="T13" fmla="*/ 24 h 36"/>
                    <a:gd name="T14" fmla="*/ 8 w 34"/>
                    <a:gd name="T15" fmla="*/ 19 h 36"/>
                    <a:gd name="T16" fmla="*/ 12 w 34"/>
                    <a:gd name="T17" fmla="*/ 0 h 36"/>
                    <a:gd name="T18" fmla="*/ 5 w 34"/>
                    <a:gd name="T19" fmla="*/ 0 h 36"/>
                    <a:gd name="T20" fmla="*/ 1 w 34"/>
                    <a:gd name="T21" fmla="*/ 19 h 36"/>
                    <a:gd name="T22" fmla="*/ 0 w 34"/>
                    <a:gd name="T23" fmla="*/ 23 h 36"/>
                    <a:gd name="T24" fmla="*/ 0 w 34"/>
                    <a:gd name="T25" fmla="*/ 25 h 36"/>
                    <a:gd name="T26" fmla="*/ 3 w 34"/>
                    <a:gd name="T27" fmla="*/ 33 h 36"/>
                    <a:gd name="T28" fmla="*/ 13 w 34"/>
                    <a:gd name="T29" fmla="*/ 36 h 36"/>
                    <a:gd name="T30" fmla="*/ 22 w 34"/>
                    <a:gd name="T31" fmla="*/ 34 h 36"/>
                    <a:gd name="T32" fmla="*/ 27 w 34"/>
                    <a:gd name="T33" fmla="*/ 29 h 36"/>
                    <a:gd name="T34" fmla="*/ 30 w 34"/>
                    <a:gd name="T35" fmla="*/ 20 h 36"/>
                    <a:gd name="T36" fmla="*/ 34 w 34"/>
                    <a:gd name="T37" fmla="*/ 0 h 36"/>
                    <a:gd name="T38" fmla="*/ 26 w 34"/>
                    <a:gd name="T39" fmla="*/ 0 h 36"/>
                    <a:gd name="T40" fmla="*/ 22 w 34"/>
                    <a:gd name="T41" fmla="*/ 2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4" h="36">
                      <a:moveTo>
                        <a:pt x="22" y="20"/>
                      </a:moveTo>
                      <a:cubicBezTo>
                        <a:pt x="22" y="23"/>
                        <a:pt x="21" y="25"/>
                        <a:pt x="20" y="26"/>
                      </a:cubicBezTo>
                      <a:cubicBezTo>
                        <a:pt x="20" y="28"/>
                        <a:pt x="19" y="29"/>
                        <a:pt x="18" y="29"/>
                      </a:cubicBezTo>
                      <a:cubicBezTo>
                        <a:pt x="17" y="30"/>
                        <a:pt x="15" y="30"/>
                        <a:pt x="13" y="30"/>
                      </a:cubicBezTo>
                      <a:cubicBezTo>
                        <a:pt x="11" y="30"/>
                        <a:pt x="10" y="30"/>
                        <a:pt x="9" y="29"/>
                      </a:cubicBezTo>
                      <a:cubicBezTo>
                        <a:pt x="8" y="28"/>
                        <a:pt x="7" y="27"/>
                        <a:pt x="7" y="25"/>
                      </a:cubicBezTo>
                      <a:cubicBezTo>
                        <a:pt x="7" y="25"/>
                        <a:pt x="7" y="25"/>
                        <a:pt x="7" y="24"/>
                      </a:cubicBezTo>
                      <a:cubicBezTo>
                        <a:pt x="8" y="19"/>
                        <a:pt x="8" y="19"/>
                        <a:pt x="8" y="19"/>
                      </a:cubicBezTo>
                      <a:cubicBezTo>
                        <a:pt x="12" y="0"/>
                        <a:pt x="12" y="0"/>
                        <a:pt x="12" y="0"/>
                      </a:cubicBezTo>
                      <a:cubicBezTo>
                        <a:pt x="5" y="0"/>
                        <a:pt x="5" y="0"/>
                        <a:pt x="5" y="0"/>
                      </a:cubicBezTo>
                      <a:cubicBezTo>
                        <a:pt x="1" y="19"/>
                        <a:pt x="1" y="19"/>
                        <a:pt x="1" y="19"/>
                      </a:cubicBezTo>
                      <a:cubicBezTo>
                        <a:pt x="1" y="21"/>
                        <a:pt x="0" y="23"/>
                        <a:pt x="0" y="23"/>
                      </a:cubicBezTo>
                      <a:cubicBezTo>
                        <a:pt x="0" y="24"/>
                        <a:pt x="0" y="25"/>
                        <a:pt x="0" y="25"/>
                      </a:cubicBezTo>
                      <a:cubicBezTo>
                        <a:pt x="0" y="29"/>
                        <a:pt x="1" y="31"/>
                        <a:pt x="3" y="33"/>
                      </a:cubicBezTo>
                      <a:cubicBezTo>
                        <a:pt x="6" y="35"/>
                        <a:pt x="9" y="36"/>
                        <a:pt x="13" y="36"/>
                      </a:cubicBezTo>
                      <a:cubicBezTo>
                        <a:pt x="16" y="36"/>
                        <a:pt x="19" y="36"/>
                        <a:pt x="22" y="34"/>
                      </a:cubicBezTo>
                      <a:cubicBezTo>
                        <a:pt x="24" y="33"/>
                        <a:pt x="25" y="31"/>
                        <a:pt x="27" y="29"/>
                      </a:cubicBezTo>
                      <a:cubicBezTo>
                        <a:pt x="28" y="27"/>
                        <a:pt x="29" y="24"/>
                        <a:pt x="30" y="20"/>
                      </a:cubicBezTo>
                      <a:cubicBezTo>
                        <a:pt x="34" y="0"/>
                        <a:pt x="34" y="0"/>
                        <a:pt x="34" y="0"/>
                      </a:cubicBezTo>
                      <a:cubicBezTo>
                        <a:pt x="26" y="0"/>
                        <a:pt x="26" y="0"/>
                        <a:pt x="26" y="0"/>
                      </a:cubicBezTo>
                      <a:lnTo>
                        <a:pt x="22" y="2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6" name="íšlídè"/>
                <p:cNvSpPr/>
                <p:nvPr/>
              </p:nvSpPr>
              <p:spPr bwMode="auto">
                <a:xfrm>
                  <a:off x="7766051" y="3521075"/>
                  <a:ext cx="115888" cy="119063"/>
                </a:xfrm>
                <a:custGeom>
                  <a:avLst/>
                  <a:gdLst>
                    <a:gd name="T0" fmla="*/ 58 w 73"/>
                    <a:gd name="T1" fmla="*/ 0 h 75"/>
                    <a:gd name="T2" fmla="*/ 50 w 73"/>
                    <a:gd name="T3" fmla="*/ 50 h 75"/>
                    <a:gd name="T4" fmla="*/ 29 w 73"/>
                    <a:gd name="T5" fmla="*/ 0 h 75"/>
                    <a:gd name="T6" fmla="*/ 15 w 73"/>
                    <a:gd name="T7" fmla="*/ 0 h 75"/>
                    <a:gd name="T8" fmla="*/ 0 w 73"/>
                    <a:gd name="T9" fmla="*/ 75 h 75"/>
                    <a:gd name="T10" fmla="*/ 13 w 73"/>
                    <a:gd name="T11" fmla="*/ 75 h 75"/>
                    <a:gd name="T12" fmla="*/ 23 w 73"/>
                    <a:gd name="T13" fmla="*/ 25 h 75"/>
                    <a:gd name="T14" fmla="*/ 44 w 73"/>
                    <a:gd name="T15" fmla="*/ 75 h 75"/>
                    <a:gd name="T16" fmla="*/ 58 w 73"/>
                    <a:gd name="T17" fmla="*/ 75 h 75"/>
                    <a:gd name="T18" fmla="*/ 73 w 73"/>
                    <a:gd name="T19" fmla="*/ 0 h 75"/>
                    <a:gd name="T20" fmla="*/ 58 w 73"/>
                    <a:gd name="T21"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3" h="75">
                      <a:moveTo>
                        <a:pt x="58" y="0"/>
                      </a:moveTo>
                      <a:lnTo>
                        <a:pt x="50" y="50"/>
                      </a:lnTo>
                      <a:lnTo>
                        <a:pt x="29" y="0"/>
                      </a:lnTo>
                      <a:lnTo>
                        <a:pt x="15" y="0"/>
                      </a:lnTo>
                      <a:lnTo>
                        <a:pt x="0" y="75"/>
                      </a:lnTo>
                      <a:lnTo>
                        <a:pt x="13" y="75"/>
                      </a:lnTo>
                      <a:lnTo>
                        <a:pt x="23" y="25"/>
                      </a:lnTo>
                      <a:lnTo>
                        <a:pt x="44" y="75"/>
                      </a:lnTo>
                      <a:lnTo>
                        <a:pt x="58" y="75"/>
                      </a:lnTo>
                      <a:lnTo>
                        <a:pt x="73" y="0"/>
                      </a:lnTo>
                      <a:lnTo>
                        <a:pt x="58"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7" name="îṣḻîďe"/>
                <p:cNvSpPr/>
                <p:nvPr/>
              </p:nvSpPr>
              <p:spPr bwMode="auto">
                <a:xfrm>
                  <a:off x="7881938" y="3521075"/>
                  <a:ext cx="49213" cy="119063"/>
                </a:xfrm>
                <a:custGeom>
                  <a:avLst/>
                  <a:gdLst>
                    <a:gd name="T0" fmla="*/ 0 w 31"/>
                    <a:gd name="T1" fmla="*/ 75 h 75"/>
                    <a:gd name="T2" fmla="*/ 14 w 31"/>
                    <a:gd name="T3" fmla="*/ 75 h 75"/>
                    <a:gd name="T4" fmla="*/ 31 w 31"/>
                    <a:gd name="T5" fmla="*/ 0 h 75"/>
                    <a:gd name="T6" fmla="*/ 14 w 31"/>
                    <a:gd name="T7" fmla="*/ 0 h 75"/>
                    <a:gd name="T8" fmla="*/ 0 w 31"/>
                    <a:gd name="T9" fmla="*/ 75 h 75"/>
                  </a:gdLst>
                  <a:ahLst/>
                  <a:cxnLst>
                    <a:cxn ang="0">
                      <a:pos x="T0" y="T1"/>
                    </a:cxn>
                    <a:cxn ang="0">
                      <a:pos x="T2" y="T3"/>
                    </a:cxn>
                    <a:cxn ang="0">
                      <a:pos x="T4" y="T5"/>
                    </a:cxn>
                    <a:cxn ang="0">
                      <a:pos x="T6" y="T7"/>
                    </a:cxn>
                    <a:cxn ang="0">
                      <a:pos x="T8" y="T9"/>
                    </a:cxn>
                  </a:cxnLst>
                  <a:rect l="0" t="0" r="r" b="b"/>
                  <a:pathLst>
                    <a:path w="31" h="75">
                      <a:moveTo>
                        <a:pt x="0" y="75"/>
                      </a:moveTo>
                      <a:lnTo>
                        <a:pt x="14" y="75"/>
                      </a:lnTo>
                      <a:lnTo>
                        <a:pt x="31" y="0"/>
                      </a:lnTo>
                      <a:lnTo>
                        <a:pt x="14" y="0"/>
                      </a:lnTo>
                      <a:lnTo>
                        <a:pt x="0" y="75"/>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8" name="íŝḻiḋè"/>
                <p:cNvSpPr/>
                <p:nvPr/>
              </p:nvSpPr>
              <p:spPr bwMode="auto">
                <a:xfrm>
                  <a:off x="7940676" y="3521075"/>
                  <a:ext cx="109538" cy="119063"/>
                </a:xfrm>
                <a:custGeom>
                  <a:avLst/>
                  <a:gdLst>
                    <a:gd name="T0" fmla="*/ 54 w 69"/>
                    <a:gd name="T1" fmla="*/ 0 h 75"/>
                    <a:gd name="T2" fmla="*/ 23 w 69"/>
                    <a:gd name="T3" fmla="*/ 57 h 75"/>
                    <a:gd name="T4" fmla="*/ 15 w 69"/>
                    <a:gd name="T5" fmla="*/ 0 h 75"/>
                    <a:gd name="T6" fmla="*/ 0 w 69"/>
                    <a:gd name="T7" fmla="*/ 0 h 75"/>
                    <a:gd name="T8" fmla="*/ 13 w 69"/>
                    <a:gd name="T9" fmla="*/ 75 h 75"/>
                    <a:gd name="T10" fmla="*/ 29 w 69"/>
                    <a:gd name="T11" fmla="*/ 75 h 75"/>
                    <a:gd name="T12" fmla="*/ 69 w 69"/>
                    <a:gd name="T13" fmla="*/ 0 h 75"/>
                    <a:gd name="T14" fmla="*/ 54 w 69"/>
                    <a:gd name="T15" fmla="*/ 0 h 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9" h="75">
                      <a:moveTo>
                        <a:pt x="54" y="0"/>
                      </a:moveTo>
                      <a:lnTo>
                        <a:pt x="23" y="57"/>
                      </a:lnTo>
                      <a:lnTo>
                        <a:pt x="15" y="0"/>
                      </a:lnTo>
                      <a:lnTo>
                        <a:pt x="0" y="0"/>
                      </a:lnTo>
                      <a:lnTo>
                        <a:pt x="13" y="75"/>
                      </a:lnTo>
                      <a:lnTo>
                        <a:pt x="29" y="75"/>
                      </a:lnTo>
                      <a:lnTo>
                        <a:pt x="69" y="0"/>
                      </a:lnTo>
                      <a:lnTo>
                        <a:pt x="54"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9" name="î$ḷíďé"/>
                <p:cNvSpPr/>
                <p:nvPr/>
              </p:nvSpPr>
              <p:spPr bwMode="auto">
                <a:xfrm>
                  <a:off x="8037513" y="3521075"/>
                  <a:ext cx="111125" cy="119063"/>
                </a:xfrm>
                <a:custGeom>
                  <a:avLst/>
                  <a:gdLst>
                    <a:gd name="T0" fmla="*/ 68 w 70"/>
                    <a:gd name="T1" fmla="*/ 12 h 75"/>
                    <a:gd name="T2" fmla="*/ 70 w 70"/>
                    <a:gd name="T3" fmla="*/ 0 h 75"/>
                    <a:gd name="T4" fmla="*/ 16 w 70"/>
                    <a:gd name="T5" fmla="*/ 0 h 75"/>
                    <a:gd name="T6" fmla="*/ 0 w 70"/>
                    <a:gd name="T7" fmla="*/ 75 h 75"/>
                    <a:gd name="T8" fmla="*/ 58 w 70"/>
                    <a:gd name="T9" fmla="*/ 75 h 75"/>
                    <a:gd name="T10" fmla="*/ 60 w 70"/>
                    <a:gd name="T11" fmla="*/ 63 h 75"/>
                    <a:gd name="T12" fmla="*/ 16 w 70"/>
                    <a:gd name="T13" fmla="*/ 63 h 75"/>
                    <a:gd name="T14" fmla="*/ 22 w 70"/>
                    <a:gd name="T15" fmla="*/ 42 h 75"/>
                    <a:gd name="T16" fmla="*/ 60 w 70"/>
                    <a:gd name="T17" fmla="*/ 42 h 75"/>
                    <a:gd name="T18" fmla="*/ 62 w 70"/>
                    <a:gd name="T19" fmla="*/ 29 h 75"/>
                    <a:gd name="T20" fmla="*/ 24 w 70"/>
                    <a:gd name="T21" fmla="*/ 29 h 75"/>
                    <a:gd name="T22" fmla="*/ 29 w 70"/>
                    <a:gd name="T23" fmla="*/ 12 h 75"/>
                    <a:gd name="T24" fmla="*/ 68 w 70"/>
                    <a:gd name="T25" fmla="*/ 12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0" h="75">
                      <a:moveTo>
                        <a:pt x="68" y="12"/>
                      </a:moveTo>
                      <a:lnTo>
                        <a:pt x="70" y="0"/>
                      </a:lnTo>
                      <a:lnTo>
                        <a:pt x="16" y="0"/>
                      </a:lnTo>
                      <a:lnTo>
                        <a:pt x="0" y="75"/>
                      </a:lnTo>
                      <a:lnTo>
                        <a:pt x="58" y="75"/>
                      </a:lnTo>
                      <a:lnTo>
                        <a:pt x="60" y="63"/>
                      </a:lnTo>
                      <a:lnTo>
                        <a:pt x="16" y="63"/>
                      </a:lnTo>
                      <a:lnTo>
                        <a:pt x="22" y="42"/>
                      </a:lnTo>
                      <a:lnTo>
                        <a:pt x="60" y="42"/>
                      </a:lnTo>
                      <a:lnTo>
                        <a:pt x="62" y="29"/>
                      </a:lnTo>
                      <a:lnTo>
                        <a:pt x="24" y="29"/>
                      </a:lnTo>
                      <a:lnTo>
                        <a:pt x="29" y="12"/>
                      </a:lnTo>
                      <a:lnTo>
                        <a:pt x="68" y="12"/>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0" name="îṡlîďe"/>
                <p:cNvSpPr/>
                <p:nvPr/>
              </p:nvSpPr>
              <p:spPr bwMode="auto">
                <a:xfrm>
                  <a:off x="8145463" y="3521075"/>
                  <a:ext cx="115888" cy="119063"/>
                </a:xfrm>
                <a:custGeom>
                  <a:avLst/>
                  <a:gdLst>
                    <a:gd name="T0" fmla="*/ 30 w 35"/>
                    <a:gd name="T1" fmla="*/ 1 h 36"/>
                    <a:gd name="T2" fmla="*/ 24 w 35"/>
                    <a:gd name="T3" fmla="*/ 0 h 36"/>
                    <a:gd name="T4" fmla="*/ 8 w 35"/>
                    <a:gd name="T5" fmla="*/ 0 h 36"/>
                    <a:gd name="T6" fmla="*/ 0 w 35"/>
                    <a:gd name="T7" fmla="*/ 36 h 36"/>
                    <a:gd name="T8" fmla="*/ 8 w 35"/>
                    <a:gd name="T9" fmla="*/ 36 h 36"/>
                    <a:gd name="T10" fmla="*/ 11 w 35"/>
                    <a:gd name="T11" fmla="*/ 21 h 36"/>
                    <a:gd name="T12" fmla="*/ 14 w 35"/>
                    <a:gd name="T13" fmla="*/ 21 h 36"/>
                    <a:gd name="T14" fmla="*/ 17 w 35"/>
                    <a:gd name="T15" fmla="*/ 22 h 36"/>
                    <a:gd name="T16" fmla="*/ 21 w 35"/>
                    <a:gd name="T17" fmla="*/ 26 h 36"/>
                    <a:gd name="T18" fmla="*/ 24 w 35"/>
                    <a:gd name="T19" fmla="*/ 36 h 36"/>
                    <a:gd name="T20" fmla="*/ 32 w 35"/>
                    <a:gd name="T21" fmla="*/ 36 h 36"/>
                    <a:gd name="T22" fmla="*/ 27 w 35"/>
                    <a:gd name="T23" fmla="*/ 24 h 36"/>
                    <a:gd name="T24" fmla="*/ 24 w 35"/>
                    <a:gd name="T25" fmla="*/ 21 h 36"/>
                    <a:gd name="T26" fmla="*/ 32 w 35"/>
                    <a:gd name="T27" fmla="*/ 17 h 36"/>
                    <a:gd name="T28" fmla="*/ 35 w 35"/>
                    <a:gd name="T29" fmla="*/ 9 h 36"/>
                    <a:gd name="T30" fmla="*/ 34 w 35"/>
                    <a:gd name="T31" fmla="*/ 4 h 36"/>
                    <a:gd name="T32" fmla="*/ 30 w 35"/>
                    <a:gd name="T33" fmla="*/ 1 h 36"/>
                    <a:gd name="T34" fmla="*/ 27 w 35"/>
                    <a:gd name="T35" fmla="*/ 13 h 36"/>
                    <a:gd name="T36" fmla="*/ 24 w 35"/>
                    <a:gd name="T37" fmla="*/ 15 h 36"/>
                    <a:gd name="T38" fmla="*/ 16 w 35"/>
                    <a:gd name="T39" fmla="*/ 16 h 36"/>
                    <a:gd name="T40" fmla="*/ 12 w 35"/>
                    <a:gd name="T41" fmla="*/ 16 h 36"/>
                    <a:gd name="T42" fmla="*/ 14 w 35"/>
                    <a:gd name="T43" fmla="*/ 6 h 36"/>
                    <a:gd name="T44" fmla="*/ 22 w 35"/>
                    <a:gd name="T45" fmla="*/ 6 h 36"/>
                    <a:gd name="T46" fmla="*/ 26 w 35"/>
                    <a:gd name="T47" fmla="*/ 7 h 36"/>
                    <a:gd name="T48" fmla="*/ 28 w 35"/>
                    <a:gd name="T49" fmla="*/ 10 h 36"/>
                    <a:gd name="T50" fmla="*/ 27 w 35"/>
                    <a:gd name="T51" fmla="*/ 13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5" h="36">
                      <a:moveTo>
                        <a:pt x="30" y="1"/>
                      </a:moveTo>
                      <a:cubicBezTo>
                        <a:pt x="28" y="0"/>
                        <a:pt x="26" y="0"/>
                        <a:pt x="24" y="0"/>
                      </a:cubicBezTo>
                      <a:cubicBezTo>
                        <a:pt x="8" y="0"/>
                        <a:pt x="8" y="0"/>
                        <a:pt x="8" y="0"/>
                      </a:cubicBezTo>
                      <a:cubicBezTo>
                        <a:pt x="0" y="36"/>
                        <a:pt x="0" y="36"/>
                        <a:pt x="0" y="36"/>
                      </a:cubicBezTo>
                      <a:cubicBezTo>
                        <a:pt x="8" y="36"/>
                        <a:pt x="8" y="36"/>
                        <a:pt x="8" y="36"/>
                      </a:cubicBezTo>
                      <a:cubicBezTo>
                        <a:pt x="11" y="21"/>
                        <a:pt x="11" y="21"/>
                        <a:pt x="11" y="21"/>
                      </a:cubicBezTo>
                      <a:cubicBezTo>
                        <a:pt x="14" y="21"/>
                        <a:pt x="14" y="21"/>
                        <a:pt x="14" y="21"/>
                      </a:cubicBezTo>
                      <a:cubicBezTo>
                        <a:pt x="15" y="21"/>
                        <a:pt x="17" y="21"/>
                        <a:pt x="17" y="22"/>
                      </a:cubicBezTo>
                      <a:cubicBezTo>
                        <a:pt x="18" y="22"/>
                        <a:pt x="20" y="24"/>
                        <a:pt x="21" y="26"/>
                      </a:cubicBezTo>
                      <a:cubicBezTo>
                        <a:pt x="22" y="31"/>
                        <a:pt x="24" y="34"/>
                        <a:pt x="24" y="36"/>
                      </a:cubicBezTo>
                      <a:cubicBezTo>
                        <a:pt x="32" y="36"/>
                        <a:pt x="32" y="36"/>
                        <a:pt x="32" y="36"/>
                      </a:cubicBezTo>
                      <a:cubicBezTo>
                        <a:pt x="30" y="31"/>
                        <a:pt x="28" y="27"/>
                        <a:pt x="27" y="24"/>
                      </a:cubicBezTo>
                      <a:cubicBezTo>
                        <a:pt x="26" y="23"/>
                        <a:pt x="25" y="21"/>
                        <a:pt x="24" y="21"/>
                      </a:cubicBezTo>
                      <a:cubicBezTo>
                        <a:pt x="28" y="20"/>
                        <a:pt x="30" y="19"/>
                        <a:pt x="32" y="17"/>
                      </a:cubicBezTo>
                      <a:cubicBezTo>
                        <a:pt x="34" y="15"/>
                        <a:pt x="35" y="13"/>
                        <a:pt x="35" y="9"/>
                      </a:cubicBezTo>
                      <a:cubicBezTo>
                        <a:pt x="35" y="7"/>
                        <a:pt x="34" y="6"/>
                        <a:pt x="34" y="4"/>
                      </a:cubicBezTo>
                      <a:cubicBezTo>
                        <a:pt x="33" y="3"/>
                        <a:pt x="31" y="2"/>
                        <a:pt x="30" y="1"/>
                      </a:cubicBezTo>
                      <a:close/>
                      <a:moveTo>
                        <a:pt x="27" y="13"/>
                      </a:moveTo>
                      <a:cubicBezTo>
                        <a:pt x="26" y="14"/>
                        <a:pt x="25" y="14"/>
                        <a:pt x="24" y="15"/>
                      </a:cubicBezTo>
                      <a:cubicBezTo>
                        <a:pt x="22" y="15"/>
                        <a:pt x="20" y="16"/>
                        <a:pt x="16" y="16"/>
                      </a:cubicBezTo>
                      <a:cubicBezTo>
                        <a:pt x="12" y="16"/>
                        <a:pt x="12" y="16"/>
                        <a:pt x="12" y="16"/>
                      </a:cubicBezTo>
                      <a:cubicBezTo>
                        <a:pt x="14" y="6"/>
                        <a:pt x="14" y="6"/>
                        <a:pt x="14" y="6"/>
                      </a:cubicBezTo>
                      <a:cubicBezTo>
                        <a:pt x="22" y="6"/>
                        <a:pt x="22" y="6"/>
                        <a:pt x="22" y="6"/>
                      </a:cubicBezTo>
                      <a:cubicBezTo>
                        <a:pt x="24" y="6"/>
                        <a:pt x="25" y="6"/>
                        <a:pt x="26" y="7"/>
                      </a:cubicBezTo>
                      <a:cubicBezTo>
                        <a:pt x="27" y="7"/>
                        <a:pt x="28" y="8"/>
                        <a:pt x="28" y="10"/>
                      </a:cubicBezTo>
                      <a:cubicBezTo>
                        <a:pt x="28" y="11"/>
                        <a:pt x="27" y="12"/>
                        <a:pt x="27" y="13"/>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1" name="ïşľîḍé"/>
                <p:cNvSpPr/>
                <p:nvPr/>
              </p:nvSpPr>
              <p:spPr bwMode="auto">
                <a:xfrm>
                  <a:off x="8267701" y="3521075"/>
                  <a:ext cx="98425" cy="119063"/>
                </a:xfrm>
                <a:custGeom>
                  <a:avLst/>
                  <a:gdLst>
                    <a:gd name="T0" fmla="*/ 17 w 30"/>
                    <a:gd name="T1" fmla="*/ 5 h 36"/>
                    <a:gd name="T2" fmla="*/ 22 w 30"/>
                    <a:gd name="T3" fmla="*/ 7 h 36"/>
                    <a:gd name="T4" fmla="*/ 23 w 30"/>
                    <a:gd name="T5" fmla="*/ 11 h 36"/>
                    <a:gd name="T6" fmla="*/ 30 w 30"/>
                    <a:gd name="T7" fmla="*/ 10 h 36"/>
                    <a:gd name="T8" fmla="*/ 27 w 30"/>
                    <a:gd name="T9" fmla="*/ 3 h 36"/>
                    <a:gd name="T10" fmla="*/ 17 w 30"/>
                    <a:gd name="T11" fmla="*/ 0 h 36"/>
                    <a:gd name="T12" fmla="*/ 8 w 30"/>
                    <a:gd name="T13" fmla="*/ 3 h 36"/>
                    <a:gd name="T14" fmla="*/ 4 w 30"/>
                    <a:gd name="T15" fmla="*/ 10 h 36"/>
                    <a:gd name="T16" fmla="*/ 6 w 30"/>
                    <a:gd name="T17" fmla="*/ 14 h 36"/>
                    <a:gd name="T18" fmla="*/ 8 w 30"/>
                    <a:gd name="T19" fmla="*/ 18 h 36"/>
                    <a:gd name="T20" fmla="*/ 15 w 30"/>
                    <a:gd name="T21" fmla="*/ 21 h 36"/>
                    <a:gd name="T22" fmla="*/ 20 w 30"/>
                    <a:gd name="T23" fmla="*/ 23 h 36"/>
                    <a:gd name="T24" fmla="*/ 21 w 30"/>
                    <a:gd name="T25" fmla="*/ 26 h 36"/>
                    <a:gd name="T26" fmla="*/ 19 w 30"/>
                    <a:gd name="T27" fmla="*/ 29 h 36"/>
                    <a:gd name="T28" fmla="*/ 14 w 30"/>
                    <a:gd name="T29" fmla="*/ 30 h 36"/>
                    <a:gd name="T30" fmla="*/ 8 w 30"/>
                    <a:gd name="T31" fmla="*/ 28 h 36"/>
                    <a:gd name="T32" fmla="*/ 7 w 30"/>
                    <a:gd name="T33" fmla="*/ 24 h 36"/>
                    <a:gd name="T34" fmla="*/ 0 w 30"/>
                    <a:gd name="T35" fmla="*/ 24 h 36"/>
                    <a:gd name="T36" fmla="*/ 1 w 30"/>
                    <a:gd name="T37" fmla="*/ 30 h 36"/>
                    <a:gd name="T38" fmla="*/ 6 w 30"/>
                    <a:gd name="T39" fmla="*/ 35 h 36"/>
                    <a:gd name="T40" fmla="*/ 14 w 30"/>
                    <a:gd name="T41" fmla="*/ 36 h 36"/>
                    <a:gd name="T42" fmla="*/ 24 w 30"/>
                    <a:gd name="T43" fmla="*/ 33 h 36"/>
                    <a:gd name="T44" fmla="*/ 28 w 30"/>
                    <a:gd name="T45" fmla="*/ 25 h 36"/>
                    <a:gd name="T46" fmla="*/ 26 w 30"/>
                    <a:gd name="T47" fmla="*/ 19 h 36"/>
                    <a:gd name="T48" fmla="*/ 18 w 30"/>
                    <a:gd name="T49" fmla="*/ 14 h 36"/>
                    <a:gd name="T50" fmla="*/ 13 w 30"/>
                    <a:gd name="T51" fmla="*/ 12 h 36"/>
                    <a:gd name="T52" fmla="*/ 11 w 30"/>
                    <a:gd name="T53" fmla="*/ 9 h 36"/>
                    <a:gd name="T54" fmla="*/ 13 w 30"/>
                    <a:gd name="T55" fmla="*/ 6 h 36"/>
                    <a:gd name="T56" fmla="*/ 17 w 30"/>
                    <a:gd name="T57" fmla="*/ 5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0" h="36">
                      <a:moveTo>
                        <a:pt x="17" y="5"/>
                      </a:moveTo>
                      <a:cubicBezTo>
                        <a:pt x="19" y="5"/>
                        <a:pt x="21" y="6"/>
                        <a:pt x="22" y="7"/>
                      </a:cubicBezTo>
                      <a:cubicBezTo>
                        <a:pt x="23" y="8"/>
                        <a:pt x="23" y="9"/>
                        <a:pt x="23" y="11"/>
                      </a:cubicBezTo>
                      <a:cubicBezTo>
                        <a:pt x="30" y="10"/>
                        <a:pt x="30" y="10"/>
                        <a:pt x="30" y="10"/>
                      </a:cubicBezTo>
                      <a:cubicBezTo>
                        <a:pt x="30" y="7"/>
                        <a:pt x="29" y="4"/>
                        <a:pt x="27" y="3"/>
                      </a:cubicBezTo>
                      <a:cubicBezTo>
                        <a:pt x="24" y="1"/>
                        <a:pt x="21" y="0"/>
                        <a:pt x="17" y="0"/>
                      </a:cubicBezTo>
                      <a:cubicBezTo>
                        <a:pt x="13" y="0"/>
                        <a:pt x="10" y="1"/>
                        <a:pt x="8" y="3"/>
                      </a:cubicBezTo>
                      <a:cubicBezTo>
                        <a:pt x="5" y="5"/>
                        <a:pt x="4" y="7"/>
                        <a:pt x="4" y="10"/>
                      </a:cubicBezTo>
                      <a:cubicBezTo>
                        <a:pt x="4" y="12"/>
                        <a:pt x="5" y="13"/>
                        <a:pt x="6" y="14"/>
                      </a:cubicBezTo>
                      <a:cubicBezTo>
                        <a:pt x="6" y="16"/>
                        <a:pt x="7" y="17"/>
                        <a:pt x="8" y="18"/>
                      </a:cubicBezTo>
                      <a:cubicBezTo>
                        <a:pt x="10" y="18"/>
                        <a:pt x="12" y="19"/>
                        <a:pt x="15" y="21"/>
                      </a:cubicBezTo>
                      <a:cubicBezTo>
                        <a:pt x="17" y="22"/>
                        <a:pt x="19" y="23"/>
                        <a:pt x="20" y="23"/>
                      </a:cubicBezTo>
                      <a:cubicBezTo>
                        <a:pt x="20" y="24"/>
                        <a:pt x="21" y="25"/>
                        <a:pt x="21" y="26"/>
                      </a:cubicBezTo>
                      <a:cubicBezTo>
                        <a:pt x="21" y="27"/>
                        <a:pt x="20" y="28"/>
                        <a:pt x="19" y="29"/>
                      </a:cubicBezTo>
                      <a:cubicBezTo>
                        <a:pt x="18" y="30"/>
                        <a:pt x="16" y="30"/>
                        <a:pt x="14" y="30"/>
                      </a:cubicBezTo>
                      <a:cubicBezTo>
                        <a:pt x="11" y="30"/>
                        <a:pt x="9" y="30"/>
                        <a:pt x="8" y="28"/>
                      </a:cubicBezTo>
                      <a:cubicBezTo>
                        <a:pt x="8" y="28"/>
                        <a:pt x="7" y="26"/>
                        <a:pt x="7" y="24"/>
                      </a:cubicBezTo>
                      <a:cubicBezTo>
                        <a:pt x="0" y="24"/>
                        <a:pt x="0" y="24"/>
                        <a:pt x="0" y="24"/>
                      </a:cubicBezTo>
                      <a:cubicBezTo>
                        <a:pt x="0" y="27"/>
                        <a:pt x="0" y="29"/>
                        <a:pt x="1" y="30"/>
                      </a:cubicBezTo>
                      <a:cubicBezTo>
                        <a:pt x="2" y="32"/>
                        <a:pt x="4" y="34"/>
                        <a:pt x="6" y="35"/>
                      </a:cubicBezTo>
                      <a:cubicBezTo>
                        <a:pt x="8" y="36"/>
                        <a:pt x="11" y="36"/>
                        <a:pt x="14" y="36"/>
                      </a:cubicBezTo>
                      <a:cubicBezTo>
                        <a:pt x="18" y="36"/>
                        <a:pt x="22" y="35"/>
                        <a:pt x="24" y="33"/>
                      </a:cubicBezTo>
                      <a:cubicBezTo>
                        <a:pt x="27" y="31"/>
                        <a:pt x="28" y="28"/>
                        <a:pt x="28" y="25"/>
                      </a:cubicBezTo>
                      <a:cubicBezTo>
                        <a:pt x="28" y="22"/>
                        <a:pt x="27" y="20"/>
                        <a:pt x="26" y="19"/>
                      </a:cubicBezTo>
                      <a:cubicBezTo>
                        <a:pt x="25" y="18"/>
                        <a:pt x="22" y="16"/>
                        <a:pt x="18" y="14"/>
                      </a:cubicBezTo>
                      <a:cubicBezTo>
                        <a:pt x="15" y="13"/>
                        <a:pt x="13" y="12"/>
                        <a:pt x="13" y="12"/>
                      </a:cubicBezTo>
                      <a:cubicBezTo>
                        <a:pt x="12" y="11"/>
                        <a:pt x="11" y="10"/>
                        <a:pt x="11" y="9"/>
                      </a:cubicBezTo>
                      <a:cubicBezTo>
                        <a:pt x="11" y="8"/>
                        <a:pt x="12" y="7"/>
                        <a:pt x="13" y="6"/>
                      </a:cubicBezTo>
                      <a:cubicBezTo>
                        <a:pt x="14" y="6"/>
                        <a:pt x="15" y="5"/>
                        <a:pt x="17" y="5"/>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2" name="îṩľîďe"/>
                <p:cNvSpPr/>
                <p:nvPr/>
              </p:nvSpPr>
              <p:spPr bwMode="auto">
                <a:xfrm>
                  <a:off x="8374063" y="3521075"/>
                  <a:ext cx="46038" cy="119063"/>
                </a:xfrm>
                <a:custGeom>
                  <a:avLst/>
                  <a:gdLst>
                    <a:gd name="T0" fmla="*/ 0 w 29"/>
                    <a:gd name="T1" fmla="*/ 75 h 75"/>
                    <a:gd name="T2" fmla="*/ 14 w 29"/>
                    <a:gd name="T3" fmla="*/ 75 h 75"/>
                    <a:gd name="T4" fmla="*/ 29 w 29"/>
                    <a:gd name="T5" fmla="*/ 0 h 75"/>
                    <a:gd name="T6" fmla="*/ 14 w 29"/>
                    <a:gd name="T7" fmla="*/ 0 h 75"/>
                    <a:gd name="T8" fmla="*/ 0 w 29"/>
                    <a:gd name="T9" fmla="*/ 75 h 75"/>
                  </a:gdLst>
                  <a:ahLst/>
                  <a:cxnLst>
                    <a:cxn ang="0">
                      <a:pos x="T0" y="T1"/>
                    </a:cxn>
                    <a:cxn ang="0">
                      <a:pos x="T2" y="T3"/>
                    </a:cxn>
                    <a:cxn ang="0">
                      <a:pos x="T4" y="T5"/>
                    </a:cxn>
                    <a:cxn ang="0">
                      <a:pos x="T6" y="T7"/>
                    </a:cxn>
                    <a:cxn ang="0">
                      <a:pos x="T8" y="T9"/>
                    </a:cxn>
                  </a:cxnLst>
                  <a:rect l="0" t="0" r="r" b="b"/>
                  <a:pathLst>
                    <a:path w="29" h="75">
                      <a:moveTo>
                        <a:pt x="0" y="75"/>
                      </a:moveTo>
                      <a:lnTo>
                        <a:pt x="14" y="75"/>
                      </a:lnTo>
                      <a:lnTo>
                        <a:pt x="29" y="0"/>
                      </a:lnTo>
                      <a:lnTo>
                        <a:pt x="14" y="0"/>
                      </a:lnTo>
                      <a:lnTo>
                        <a:pt x="0" y="75"/>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3" name="iS1idè"/>
                <p:cNvSpPr/>
                <p:nvPr/>
              </p:nvSpPr>
              <p:spPr bwMode="auto">
                <a:xfrm>
                  <a:off x="8432801" y="3521075"/>
                  <a:ext cx="95250" cy="119063"/>
                </a:xfrm>
                <a:custGeom>
                  <a:avLst/>
                  <a:gdLst>
                    <a:gd name="T0" fmla="*/ 0 w 60"/>
                    <a:gd name="T1" fmla="*/ 12 h 75"/>
                    <a:gd name="T2" fmla="*/ 21 w 60"/>
                    <a:gd name="T3" fmla="*/ 12 h 75"/>
                    <a:gd name="T4" fmla="*/ 8 w 60"/>
                    <a:gd name="T5" fmla="*/ 75 h 75"/>
                    <a:gd name="T6" fmla="*/ 23 w 60"/>
                    <a:gd name="T7" fmla="*/ 75 h 75"/>
                    <a:gd name="T8" fmla="*/ 35 w 60"/>
                    <a:gd name="T9" fmla="*/ 12 h 75"/>
                    <a:gd name="T10" fmla="*/ 58 w 60"/>
                    <a:gd name="T11" fmla="*/ 12 h 75"/>
                    <a:gd name="T12" fmla="*/ 60 w 60"/>
                    <a:gd name="T13" fmla="*/ 0 h 75"/>
                    <a:gd name="T14" fmla="*/ 2 w 60"/>
                    <a:gd name="T15" fmla="*/ 0 h 75"/>
                    <a:gd name="T16" fmla="*/ 0 w 60"/>
                    <a:gd name="T17" fmla="*/ 12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0" h="75">
                      <a:moveTo>
                        <a:pt x="0" y="12"/>
                      </a:moveTo>
                      <a:lnTo>
                        <a:pt x="21" y="12"/>
                      </a:lnTo>
                      <a:lnTo>
                        <a:pt x="8" y="75"/>
                      </a:lnTo>
                      <a:lnTo>
                        <a:pt x="23" y="75"/>
                      </a:lnTo>
                      <a:lnTo>
                        <a:pt x="35" y="12"/>
                      </a:lnTo>
                      <a:lnTo>
                        <a:pt x="58" y="12"/>
                      </a:lnTo>
                      <a:lnTo>
                        <a:pt x="60" y="0"/>
                      </a:lnTo>
                      <a:lnTo>
                        <a:pt x="2" y="0"/>
                      </a:lnTo>
                      <a:lnTo>
                        <a:pt x="0" y="12"/>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4" name="iṣḷîḋe"/>
                <p:cNvSpPr/>
                <p:nvPr/>
              </p:nvSpPr>
              <p:spPr bwMode="auto">
                <a:xfrm>
                  <a:off x="8531226" y="3521075"/>
                  <a:ext cx="109538" cy="119063"/>
                </a:xfrm>
                <a:custGeom>
                  <a:avLst/>
                  <a:gdLst>
                    <a:gd name="T0" fmla="*/ 25 w 33"/>
                    <a:gd name="T1" fmla="*/ 0 h 36"/>
                    <a:gd name="T2" fmla="*/ 19 w 33"/>
                    <a:gd name="T3" fmla="*/ 7 h 36"/>
                    <a:gd name="T4" fmla="*/ 16 w 33"/>
                    <a:gd name="T5" fmla="*/ 12 h 36"/>
                    <a:gd name="T6" fmla="*/ 14 w 33"/>
                    <a:gd name="T7" fmla="*/ 15 h 36"/>
                    <a:gd name="T8" fmla="*/ 12 w 33"/>
                    <a:gd name="T9" fmla="*/ 10 h 36"/>
                    <a:gd name="T10" fmla="*/ 8 w 33"/>
                    <a:gd name="T11" fmla="*/ 0 h 36"/>
                    <a:gd name="T12" fmla="*/ 0 w 33"/>
                    <a:gd name="T13" fmla="*/ 0 h 36"/>
                    <a:gd name="T14" fmla="*/ 10 w 33"/>
                    <a:gd name="T15" fmla="*/ 22 h 36"/>
                    <a:gd name="T16" fmla="*/ 7 w 33"/>
                    <a:gd name="T17" fmla="*/ 36 h 36"/>
                    <a:gd name="T18" fmla="*/ 14 w 33"/>
                    <a:gd name="T19" fmla="*/ 36 h 36"/>
                    <a:gd name="T20" fmla="*/ 17 w 33"/>
                    <a:gd name="T21" fmla="*/ 23 h 36"/>
                    <a:gd name="T22" fmla="*/ 33 w 33"/>
                    <a:gd name="T23" fmla="*/ 0 h 36"/>
                    <a:gd name="T24" fmla="*/ 25 w 33"/>
                    <a:gd name="T25" fmla="*/ 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3" h="36">
                      <a:moveTo>
                        <a:pt x="25" y="0"/>
                      </a:moveTo>
                      <a:cubicBezTo>
                        <a:pt x="19" y="7"/>
                        <a:pt x="19" y="7"/>
                        <a:pt x="19" y="7"/>
                      </a:cubicBezTo>
                      <a:cubicBezTo>
                        <a:pt x="16" y="12"/>
                        <a:pt x="16" y="12"/>
                        <a:pt x="16" y="12"/>
                      </a:cubicBezTo>
                      <a:cubicBezTo>
                        <a:pt x="15" y="13"/>
                        <a:pt x="15" y="14"/>
                        <a:pt x="14" y="15"/>
                      </a:cubicBezTo>
                      <a:cubicBezTo>
                        <a:pt x="14" y="14"/>
                        <a:pt x="13" y="13"/>
                        <a:pt x="12" y="10"/>
                      </a:cubicBezTo>
                      <a:cubicBezTo>
                        <a:pt x="8" y="0"/>
                        <a:pt x="8" y="0"/>
                        <a:pt x="8" y="0"/>
                      </a:cubicBezTo>
                      <a:cubicBezTo>
                        <a:pt x="0" y="0"/>
                        <a:pt x="0" y="0"/>
                        <a:pt x="0" y="0"/>
                      </a:cubicBezTo>
                      <a:cubicBezTo>
                        <a:pt x="10" y="22"/>
                        <a:pt x="10" y="22"/>
                        <a:pt x="10" y="22"/>
                      </a:cubicBezTo>
                      <a:cubicBezTo>
                        <a:pt x="7" y="36"/>
                        <a:pt x="7" y="36"/>
                        <a:pt x="7" y="36"/>
                      </a:cubicBezTo>
                      <a:cubicBezTo>
                        <a:pt x="14" y="36"/>
                        <a:pt x="14" y="36"/>
                        <a:pt x="14" y="36"/>
                      </a:cubicBezTo>
                      <a:cubicBezTo>
                        <a:pt x="17" y="23"/>
                        <a:pt x="17" y="23"/>
                        <a:pt x="17" y="23"/>
                      </a:cubicBezTo>
                      <a:cubicBezTo>
                        <a:pt x="33" y="0"/>
                        <a:pt x="33" y="0"/>
                        <a:pt x="33" y="0"/>
                      </a:cubicBezTo>
                      <a:lnTo>
                        <a:pt x="25"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grpSp>
      <p:cxnSp>
        <p:nvCxnSpPr>
          <p:cNvPr id="4" name="直线连接符 3"/>
          <p:cNvCxnSpPr/>
          <p:nvPr userDrawn="1"/>
        </p:nvCxnSpPr>
        <p:spPr>
          <a:xfrm>
            <a:off x="0" y="1016000"/>
            <a:ext cx="12192000"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pic>
        <p:nvPicPr>
          <p:cNvPr id="110" name="图片 109" descr="图片包含 天空, 户外, 建筑物, 日落&#10;&#10;描述已自动生成"/>
          <p:cNvPicPr>
            <a:picLocks noChangeAspect="1"/>
          </p:cNvPicPr>
          <p:nvPr userDrawn="1"/>
        </p:nvPicPr>
        <p:blipFill rotWithShape="1">
          <a:blip r:embed="rId2" cstate="print">
            <a:extLst>
              <a:ext uri="{BEBA8EAE-BF5A-486C-A8C5-ECC9F3942E4B}">
                <a14:imgProps xmlns:a14="http://schemas.microsoft.com/office/drawing/2010/main">
                  <a14:imgLayer r:embed="rId3">
                    <a14:imgEffect>
                      <a14:backgroundRemoval t="10000" b="99500" l="10000" r="98000">
                        <a14:foregroundMark x1="45583" y1="28625" x2="72750" y2="47875"/>
                        <a14:foregroundMark x1="72750" y1="47875" x2="79000" y2="48875"/>
                        <a14:foregroundMark x1="79000" y1="48875" x2="87083" y2="44750"/>
                        <a14:foregroundMark x1="87083" y1="44750" x2="89333" y2="42875"/>
                        <a14:foregroundMark x1="49697" y1="28104" x2="51500" y2="30625"/>
                        <a14:foregroundMark x1="46583" y1="23750" x2="49595" y2="27961"/>
                        <a14:foregroundMark x1="46917" y1="21000" x2="48333" y2="17125"/>
                        <a14:foregroundMark x1="62917" y1="48125" x2="65250" y2="51750"/>
                        <a14:foregroundMark x1="65250" y1="51750" x2="86750" y2="67750"/>
                        <a14:foregroundMark x1="94417" y1="36500" x2="92917" y2="90875"/>
                        <a14:foregroundMark x1="98000" y1="30875" x2="91667" y2="84250"/>
                        <a14:foregroundMark x1="91667" y1="84250" x2="91333" y2="85500"/>
                        <a14:foregroundMark x1="70000" y1="67000" x2="89333" y2="84250"/>
                        <a14:foregroundMark x1="89333" y1="84250" x2="89333" y2="84250"/>
                        <a14:foregroundMark x1="70500" y1="67000" x2="66333" y2="64125"/>
                        <a14:foregroundMark x1="66333" y1="64125" x2="59333" y2="53500"/>
                        <a14:foregroundMark x1="79333" y1="90625" x2="80167" y2="96250"/>
                        <a14:foregroundMark x1="80167" y1="96250" x2="85167" y2="96625"/>
                        <a14:foregroundMark x1="85167" y1="96625" x2="88083" y2="94625"/>
                        <a14:foregroundMark x1="88083" y1="94625" x2="88167" y2="94625"/>
                        <a14:foregroundMark x1="96750" y1="97500" x2="76750" y2="99500"/>
                        <a14:foregroundMark x1="77799" y1="89875" x2="77667" y2="86250"/>
                        <a14:foregroundMark x1="77984" y1="94938" x2="77927" y2="93375"/>
                        <a14:foregroundMark x1="78000" y1="95375" x2="78056" y2="96909"/>
                        <a14:foregroundMark x1="68667" y1="40875" x2="68417" y2="41125"/>
                        <a14:backgroundMark x1="77667" y1="89875" x2="77667" y2="93375"/>
                        <a14:backgroundMark x1="77833" y1="95625" x2="78167" y2="90625"/>
                        <a14:backgroundMark x1="78500" y1="96125" x2="79000" y2="90375"/>
                        <a14:backgroundMark x1="19833" y1="30625" x2="46417" y2="71000"/>
                        <a14:backgroundMark x1="46417" y1="71000" x2="46417" y2="71000"/>
                        <a14:backgroundMark x1="17000" y1="72500" x2="23583" y2="72625"/>
                        <a14:backgroundMark x1="23583" y1="72625" x2="37833" y2="71875"/>
                        <a14:backgroundMark x1="37833" y1="71875" x2="57167" y2="75375"/>
                        <a14:backgroundMark x1="61667" y1="37000" x2="62000" y2="37375"/>
                        <a14:backgroundMark x1="66667" y1="39375" x2="66917" y2="39750"/>
                        <a14:backgroundMark x1="50917" y1="27125" x2="51000" y2="27625"/>
                      </a14:backgroundRemoval>
                    </a14:imgEffect>
                    <a14:imgEffect>
                      <a14:brightnessContrast bright="72000"/>
                    </a14:imgEffect>
                    <a14:imgEffect>
                      <a14:colorTemperature colorTemp="9660"/>
                    </a14:imgEffect>
                    <a14:imgEffect>
                      <a14:saturation sat="111000"/>
                    </a14:imgEffect>
                  </a14:imgLayer>
                </a14:imgProps>
              </a:ext>
              <a:ext uri="{28A0092B-C50C-407E-A947-70E740481C1C}">
                <a14:useLocalDpi xmlns:a14="http://schemas.microsoft.com/office/drawing/2010/main" val="0"/>
              </a:ext>
            </a:extLst>
          </a:blip>
          <a:srcRect l="38743" t="8413"/>
          <a:stretch>
            <a:fillRect/>
          </a:stretch>
        </p:blipFill>
        <p:spPr>
          <a:xfrm flipH="1">
            <a:off x="-1" y="60500"/>
            <a:ext cx="958611" cy="955500"/>
          </a:xfrm>
          <a:prstGeom prst="rect">
            <a:avLst/>
          </a:prstGeom>
        </p:spPr>
      </p:pic>
      <p:grpSp>
        <p:nvGrpSpPr>
          <p:cNvPr id="107" name="组合 106"/>
          <p:cNvGrpSpPr/>
          <p:nvPr userDrawn="1"/>
        </p:nvGrpSpPr>
        <p:grpSpPr>
          <a:xfrm>
            <a:off x="803275" y="1402933"/>
            <a:ext cx="5296364" cy="4835897"/>
            <a:chOff x="803275" y="1402933"/>
            <a:chExt cx="5296364" cy="4835897"/>
          </a:xfrm>
        </p:grpSpPr>
        <p:sp>
          <p:nvSpPr>
            <p:cNvPr id="108" name="矩形 107"/>
            <p:cNvSpPr/>
            <p:nvPr/>
          </p:nvSpPr>
          <p:spPr>
            <a:xfrm>
              <a:off x="806914" y="1402933"/>
              <a:ext cx="5292725" cy="4832767"/>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a:bodyPr>
            <a:lstStyle/>
            <a:p>
              <a:pPr algn="l">
                <a:lnSpc>
                  <a:spcPct val="130000"/>
                </a:lnSpc>
              </a:pPr>
              <a:endParaRPr kumimoji="1" lang="zh-CN" altLang="en-US" sz="2000" dirty="0">
                <a:solidFill>
                  <a:schemeClr val="tx1">
                    <a:lumMod val="75000"/>
                    <a:lumOff val="25000"/>
                  </a:schemeClr>
                </a:solidFill>
              </a:endParaRPr>
            </a:p>
          </p:txBody>
        </p:sp>
        <p:sp>
          <p:nvSpPr>
            <p:cNvPr id="109" name="矩形 108"/>
            <p:cNvSpPr/>
            <p:nvPr/>
          </p:nvSpPr>
          <p:spPr>
            <a:xfrm>
              <a:off x="803275" y="1402933"/>
              <a:ext cx="136003" cy="110206"/>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fontScale="25000" lnSpcReduction="20000"/>
            </a:bodyPr>
            <a:lstStyle/>
            <a:p>
              <a:pPr algn="l">
                <a:lnSpc>
                  <a:spcPct val="130000"/>
                </a:lnSpc>
              </a:pPr>
              <a:endParaRPr kumimoji="1" lang="zh-CN" altLang="en-US" sz="2000" dirty="0">
                <a:solidFill>
                  <a:schemeClr val="tx1">
                    <a:lumMod val="75000"/>
                    <a:lumOff val="25000"/>
                  </a:schemeClr>
                </a:solidFill>
              </a:endParaRPr>
            </a:p>
          </p:txBody>
        </p:sp>
        <p:sp>
          <p:nvSpPr>
            <p:cNvPr id="111" name="矩形 110"/>
            <p:cNvSpPr/>
            <p:nvPr/>
          </p:nvSpPr>
          <p:spPr>
            <a:xfrm>
              <a:off x="5959997" y="1402933"/>
              <a:ext cx="136003" cy="110206"/>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fontScale="25000" lnSpcReduction="20000"/>
            </a:bodyPr>
            <a:lstStyle/>
            <a:p>
              <a:pPr algn="l">
                <a:lnSpc>
                  <a:spcPct val="130000"/>
                </a:lnSpc>
              </a:pPr>
              <a:endParaRPr kumimoji="1" lang="zh-CN" altLang="en-US" sz="2000" dirty="0">
                <a:solidFill>
                  <a:schemeClr val="tx1">
                    <a:lumMod val="75000"/>
                    <a:lumOff val="25000"/>
                  </a:schemeClr>
                </a:solidFill>
              </a:endParaRPr>
            </a:p>
          </p:txBody>
        </p:sp>
        <p:sp>
          <p:nvSpPr>
            <p:cNvPr id="112" name="矩形 111"/>
            <p:cNvSpPr/>
            <p:nvPr/>
          </p:nvSpPr>
          <p:spPr>
            <a:xfrm>
              <a:off x="808355" y="6111435"/>
              <a:ext cx="136003" cy="127395"/>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fontScale="25000" lnSpcReduction="20000"/>
            </a:bodyPr>
            <a:lstStyle/>
            <a:p>
              <a:pPr algn="l">
                <a:lnSpc>
                  <a:spcPct val="130000"/>
                </a:lnSpc>
              </a:pPr>
              <a:endParaRPr kumimoji="1" lang="zh-CN" altLang="en-US" sz="2000" dirty="0">
                <a:solidFill>
                  <a:schemeClr val="tx1">
                    <a:lumMod val="75000"/>
                    <a:lumOff val="25000"/>
                  </a:schemeClr>
                </a:solidFill>
              </a:endParaRPr>
            </a:p>
          </p:txBody>
        </p:sp>
        <p:sp>
          <p:nvSpPr>
            <p:cNvPr id="113" name="矩形 112"/>
            <p:cNvSpPr/>
            <p:nvPr/>
          </p:nvSpPr>
          <p:spPr>
            <a:xfrm>
              <a:off x="5959997" y="6111435"/>
              <a:ext cx="136003" cy="127395"/>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fontScale="25000" lnSpcReduction="20000"/>
            </a:bodyPr>
            <a:lstStyle/>
            <a:p>
              <a:pPr algn="l">
                <a:lnSpc>
                  <a:spcPct val="130000"/>
                </a:lnSpc>
              </a:pPr>
              <a:endParaRPr kumimoji="1" lang="zh-CN" altLang="en-US" sz="2000" dirty="0">
                <a:solidFill>
                  <a:schemeClr val="tx1">
                    <a:lumMod val="75000"/>
                    <a:lumOff val="25000"/>
                  </a:schemeClr>
                </a:solidFill>
              </a:endParaRPr>
            </a:p>
          </p:txBody>
        </p:sp>
      </p:grpSp>
      <p:sp>
        <p:nvSpPr>
          <p:cNvPr id="5" name="图片占位符 4"/>
          <p:cNvSpPr>
            <a:spLocks noGrp="1"/>
          </p:cNvSpPr>
          <p:nvPr>
            <p:ph type="pic" sz="quarter" idx="11"/>
          </p:nvPr>
        </p:nvSpPr>
        <p:spPr>
          <a:xfrm>
            <a:off x="939278" y="1513139"/>
            <a:ext cx="5031536" cy="4598296"/>
          </a:xfrm>
          <a:prstGeom prst="rect">
            <a:avLst/>
          </a:prstGeom>
        </p:spPr>
        <p:txBody>
          <a:bodyPr/>
          <a:lstStyle/>
          <a:p>
            <a:endParaRPr kumimoji="1" lang="zh-CN" alt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单张图片2">
    <p:spTree>
      <p:nvGrpSpPr>
        <p:cNvPr id="1" name=""/>
        <p:cNvGrpSpPr/>
        <p:nvPr/>
      </p:nvGrpSpPr>
      <p:grpSpPr>
        <a:xfrm>
          <a:off x="0" y="0"/>
          <a:ext cx="0" cy="0"/>
          <a:chOff x="0" y="0"/>
          <a:chExt cx="0" cy="0"/>
        </a:xfrm>
      </p:grpSpPr>
      <p:sp>
        <p:nvSpPr>
          <p:cNvPr id="2" name="标题 1"/>
          <p:cNvSpPr>
            <a:spLocks noGrp="1"/>
          </p:cNvSpPr>
          <p:nvPr>
            <p:ph type="title"/>
          </p:nvPr>
        </p:nvSpPr>
        <p:spPr>
          <a:xfrm>
            <a:off x="803275" y="393486"/>
            <a:ext cx="8970989" cy="663575"/>
          </a:xfrm>
          <a:prstGeom prst="rect">
            <a:avLst/>
          </a:prstGeom>
        </p:spPr>
        <p:txBody>
          <a:bodyPr lIns="0"/>
          <a:lstStyle>
            <a:lvl1pPr>
              <a:defRPr b="1">
                <a:solidFill>
                  <a:schemeClr val="accent2"/>
                </a:solidFill>
              </a:defRPr>
            </a:lvl1pPr>
          </a:lstStyle>
          <a:p>
            <a:r>
              <a:rPr lang="zh-CN" altLang="en-US" dirty="0"/>
              <a:t>单击此处编辑母版标题样式</a:t>
            </a:r>
          </a:p>
        </p:txBody>
      </p:sp>
      <p:grpSp>
        <p:nvGrpSpPr>
          <p:cNvPr id="245" name="组合 244"/>
          <p:cNvGrpSpPr/>
          <p:nvPr userDrawn="1"/>
        </p:nvGrpSpPr>
        <p:grpSpPr>
          <a:xfrm>
            <a:off x="9895088" y="468793"/>
            <a:ext cx="1480571" cy="458860"/>
            <a:chOff x="2558030" y="228446"/>
            <a:chExt cx="6774643" cy="2099603"/>
          </a:xfrm>
        </p:grpSpPr>
        <p:grpSp>
          <p:nvGrpSpPr>
            <p:cNvPr id="246" name="íšḻîďê"/>
            <p:cNvGrpSpPr/>
            <p:nvPr userDrawn="1"/>
          </p:nvGrpSpPr>
          <p:grpSpPr>
            <a:xfrm>
              <a:off x="2558030" y="228446"/>
              <a:ext cx="2085857" cy="2099603"/>
              <a:chOff x="3551238" y="3067050"/>
              <a:chExt cx="722313" cy="727075"/>
            </a:xfrm>
          </p:grpSpPr>
          <p:sp>
            <p:nvSpPr>
              <p:cNvPr id="276" name="ïş1íḍê"/>
              <p:cNvSpPr/>
              <p:nvPr/>
            </p:nvSpPr>
            <p:spPr bwMode="auto">
              <a:xfrm>
                <a:off x="3575051" y="3087688"/>
                <a:ext cx="673100" cy="679450"/>
              </a:xfrm>
              <a:custGeom>
                <a:avLst/>
                <a:gdLst>
                  <a:gd name="T0" fmla="*/ 102 w 204"/>
                  <a:gd name="T1" fmla="*/ 0 h 204"/>
                  <a:gd name="T2" fmla="*/ 204 w 204"/>
                  <a:gd name="T3" fmla="*/ 102 h 204"/>
                  <a:gd name="T4" fmla="*/ 102 w 204"/>
                  <a:gd name="T5" fmla="*/ 204 h 204"/>
                  <a:gd name="T6" fmla="*/ 0 w 204"/>
                  <a:gd name="T7" fmla="*/ 102 h 204"/>
                  <a:gd name="T8" fmla="*/ 102 w 204"/>
                  <a:gd name="T9" fmla="*/ 0 h 204"/>
                  <a:gd name="T10" fmla="*/ 102 w 204"/>
                  <a:gd name="T11" fmla="*/ 25 h 204"/>
                  <a:gd name="T12" fmla="*/ 24 w 204"/>
                  <a:gd name="T13" fmla="*/ 103 h 204"/>
                  <a:gd name="T14" fmla="*/ 102 w 204"/>
                  <a:gd name="T15" fmla="*/ 181 h 204"/>
                  <a:gd name="T16" fmla="*/ 180 w 204"/>
                  <a:gd name="T17" fmla="*/ 103 h 204"/>
                  <a:gd name="T18" fmla="*/ 102 w 204"/>
                  <a:gd name="T19" fmla="*/ 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04" h="204">
                    <a:moveTo>
                      <a:pt x="102" y="0"/>
                    </a:moveTo>
                    <a:cubicBezTo>
                      <a:pt x="159" y="0"/>
                      <a:pt x="204" y="46"/>
                      <a:pt x="204" y="102"/>
                    </a:cubicBezTo>
                    <a:cubicBezTo>
                      <a:pt x="204" y="158"/>
                      <a:pt x="159" y="204"/>
                      <a:pt x="102" y="204"/>
                    </a:cubicBezTo>
                    <a:cubicBezTo>
                      <a:pt x="46" y="204"/>
                      <a:pt x="0" y="158"/>
                      <a:pt x="0" y="102"/>
                    </a:cubicBezTo>
                    <a:cubicBezTo>
                      <a:pt x="0" y="46"/>
                      <a:pt x="46" y="0"/>
                      <a:pt x="102" y="0"/>
                    </a:cubicBezTo>
                    <a:close/>
                    <a:moveTo>
                      <a:pt x="102" y="25"/>
                    </a:moveTo>
                    <a:cubicBezTo>
                      <a:pt x="59" y="25"/>
                      <a:pt x="24" y="60"/>
                      <a:pt x="24" y="103"/>
                    </a:cubicBezTo>
                    <a:cubicBezTo>
                      <a:pt x="24" y="146"/>
                      <a:pt x="59" y="181"/>
                      <a:pt x="102" y="181"/>
                    </a:cubicBezTo>
                    <a:cubicBezTo>
                      <a:pt x="145" y="181"/>
                      <a:pt x="180" y="146"/>
                      <a:pt x="180" y="103"/>
                    </a:cubicBezTo>
                    <a:cubicBezTo>
                      <a:pt x="180" y="60"/>
                      <a:pt x="145" y="25"/>
                      <a:pt x="102" y="25"/>
                    </a:cubicBezTo>
                    <a:close/>
                  </a:path>
                </a:pathLst>
              </a:custGeom>
              <a:solidFill>
                <a:srgbClr val="00523A"/>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7" name="íšḻïḍè"/>
              <p:cNvSpPr/>
              <p:nvPr/>
            </p:nvSpPr>
            <p:spPr bwMode="auto">
              <a:xfrm>
                <a:off x="3621088" y="3103563"/>
                <a:ext cx="584200" cy="203200"/>
              </a:xfrm>
              <a:custGeom>
                <a:avLst/>
                <a:gdLst>
                  <a:gd name="T0" fmla="*/ 8 w 177"/>
                  <a:gd name="T1" fmla="*/ 53 h 61"/>
                  <a:gd name="T2" fmla="*/ 0 w 177"/>
                  <a:gd name="T3" fmla="*/ 56 h 61"/>
                  <a:gd name="T4" fmla="*/ 5 w 177"/>
                  <a:gd name="T5" fmla="*/ 52 h 61"/>
                  <a:gd name="T6" fmla="*/ 4 w 177"/>
                  <a:gd name="T7" fmla="*/ 50 h 61"/>
                  <a:gd name="T8" fmla="*/ 5 w 177"/>
                  <a:gd name="T9" fmla="*/ 48 h 61"/>
                  <a:gd name="T10" fmla="*/ 10 w 177"/>
                  <a:gd name="T11" fmla="*/ 41 h 61"/>
                  <a:gd name="T12" fmla="*/ 17 w 177"/>
                  <a:gd name="T13" fmla="*/ 50 h 61"/>
                  <a:gd name="T14" fmla="*/ 14 w 177"/>
                  <a:gd name="T15" fmla="*/ 35 h 61"/>
                  <a:gd name="T16" fmla="*/ 23 w 177"/>
                  <a:gd name="T17" fmla="*/ 46 h 61"/>
                  <a:gd name="T18" fmla="*/ 31 w 177"/>
                  <a:gd name="T19" fmla="*/ 38 h 61"/>
                  <a:gd name="T20" fmla="*/ 29 w 177"/>
                  <a:gd name="T21" fmla="*/ 40 h 61"/>
                  <a:gd name="T22" fmla="*/ 18 w 177"/>
                  <a:gd name="T23" fmla="*/ 32 h 61"/>
                  <a:gd name="T24" fmla="*/ 19 w 177"/>
                  <a:gd name="T25" fmla="*/ 30 h 61"/>
                  <a:gd name="T26" fmla="*/ 21 w 177"/>
                  <a:gd name="T27" fmla="*/ 27 h 61"/>
                  <a:gd name="T28" fmla="*/ 41 w 177"/>
                  <a:gd name="T29" fmla="*/ 29 h 61"/>
                  <a:gd name="T30" fmla="*/ 43 w 177"/>
                  <a:gd name="T31" fmla="*/ 29 h 61"/>
                  <a:gd name="T32" fmla="*/ 35 w 177"/>
                  <a:gd name="T33" fmla="*/ 35 h 61"/>
                  <a:gd name="T34" fmla="*/ 31 w 177"/>
                  <a:gd name="T35" fmla="*/ 21 h 61"/>
                  <a:gd name="T36" fmla="*/ 46 w 177"/>
                  <a:gd name="T37" fmla="*/ 11 h 61"/>
                  <a:gd name="T38" fmla="*/ 47 w 177"/>
                  <a:gd name="T39" fmla="*/ 11 h 61"/>
                  <a:gd name="T40" fmla="*/ 47 w 177"/>
                  <a:gd name="T41" fmla="*/ 26 h 61"/>
                  <a:gd name="T42" fmla="*/ 39 w 177"/>
                  <a:gd name="T43" fmla="*/ 15 h 61"/>
                  <a:gd name="T44" fmla="*/ 72 w 177"/>
                  <a:gd name="T45" fmla="*/ 16 h 61"/>
                  <a:gd name="T46" fmla="*/ 71 w 177"/>
                  <a:gd name="T47" fmla="*/ 2 h 61"/>
                  <a:gd name="T48" fmla="*/ 65 w 177"/>
                  <a:gd name="T49" fmla="*/ 15 h 61"/>
                  <a:gd name="T50" fmla="*/ 64 w 177"/>
                  <a:gd name="T51" fmla="*/ 4 h 61"/>
                  <a:gd name="T52" fmla="*/ 84 w 177"/>
                  <a:gd name="T53" fmla="*/ 1 h 61"/>
                  <a:gd name="T54" fmla="*/ 84 w 177"/>
                  <a:gd name="T55" fmla="*/ 1 h 61"/>
                  <a:gd name="T56" fmla="*/ 78 w 177"/>
                  <a:gd name="T57" fmla="*/ 16 h 61"/>
                  <a:gd name="T58" fmla="*/ 77 w 177"/>
                  <a:gd name="T59" fmla="*/ 15 h 61"/>
                  <a:gd name="T60" fmla="*/ 90 w 177"/>
                  <a:gd name="T61" fmla="*/ 1 h 61"/>
                  <a:gd name="T62" fmla="*/ 94 w 177"/>
                  <a:gd name="T63" fmla="*/ 15 h 61"/>
                  <a:gd name="T64" fmla="*/ 92 w 177"/>
                  <a:gd name="T65" fmla="*/ 15 h 61"/>
                  <a:gd name="T66" fmla="*/ 113 w 177"/>
                  <a:gd name="T67" fmla="*/ 3 h 61"/>
                  <a:gd name="T68" fmla="*/ 102 w 177"/>
                  <a:gd name="T69" fmla="*/ 2 h 61"/>
                  <a:gd name="T70" fmla="*/ 105 w 177"/>
                  <a:gd name="T71" fmla="*/ 14 h 61"/>
                  <a:gd name="T72" fmla="*/ 117 w 177"/>
                  <a:gd name="T73" fmla="*/ 5 h 61"/>
                  <a:gd name="T74" fmla="*/ 122 w 177"/>
                  <a:gd name="T75" fmla="*/ 19 h 61"/>
                  <a:gd name="T76" fmla="*/ 119 w 177"/>
                  <a:gd name="T77" fmla="*/ 13 h 61"/>
                  <a:gd name="T78" fmla="*/ 121 w 177"/>
                  <a:gd name="T79" fmla="*/ 12 h 61"/>
                  <a:gd name="T80" fmla="*/ 124 w 177"/>
                  <a:gd name="T81" fmla="*/ 10 h 61"/>
                  <a:gd name="T82" fmla="*/ 131 w 177"/>
                  <a:gd name="T83" fmla="*/ 26 h 61"/>
                  <a:gd name="T84" fmla="*/ 126 w 177"/>
                  <a:gd name="T85" fmla="*/ 23 h 61"/>
                  <a:gd name="T86" fmla="*/ 124 w 177"/>
                  <a:gd name="T87" fmla="*/ 23 h 61"/>
                  <a:gd name="T88" fmla="*/ 137 w 177"/>
                  <a:gd name="T89" fmla="*/ 14 h 61"/>
                  <a:gd name="T90" fmla="*/ 133 w 177"/>
                  <a:gd name="T91" fmla="*/ 11 h 61"/>
                  <a:gd name="T92" fmla="*/ 137 w 177"/>
                  <a:gd name="T93" fmla="*/ 32 h 61"/>
                  <a:gd name="T94" fmla="*/ 137 w 177"/>
                  <a:gd name="T95" fmla="*/ 32 h 61"/>
                  <a:gd name="T96" fmla="*/ 145 w 177"/>
                  <a:gd name="T97" fmla="*/ 19 h 61"/>
                  <a:gd name="T98" fmla="*/ 146 w 177"/>
                  <a:gd name="T99" fmla="*/ 19 h 61"/>
                  <a:gd name="T100" fmla="*/ 159 w 177"/>
                  <a:gd name="T101" fmla="*/ 31 h 61"/>
                  <a:gd name="T102" fmla="*/ 149 w 177"/>
                  <a:gd name="T103" fmla="*/ 42 h 61"/>
                  <a:gd name="T104" fmla="*/ 155 w 177"/>
                  <a:gd name="T105" fmla="*/ 27 h 61"/>
                  <a:gd name="T106" fmla="*/ 166 w 177"/>
                  <a:gd name="T107" fmla="*/ 40 h 61"/>
                  <a:gd name="T108" fmla="*/ 160 w 177"/>
                  <a:gd name="T109" fmla="*/ 37 h 61"/>
                  <a:gd name="T110" fmla="*/ 153 w 177"/>
                  <a:gd name="T111" fmla="*/ 46 h 61"/>
                  <a:gd name="T112" fmla="*/ 177 w 177"/>
                  <a:gd name="T113" fmla="*/ 55 h 61"/>
                  <a:gd name="T114" fmla="*/ 162 w 177"/>
                  <a:gd name="T115" fmla="*/ 60 h 61"/>
                  <a:gd name="T116" fmla="*/ 165 w 177"/>
                  <a:gd name="T117" fmla="*/ 55 h 61"/>
                  <a:gd name="T118" fmla="*/ 173 w 177"/>
                  <a:gd name="T119" fmla="*/ 49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77" h="61">
                    <a:moveTo>
                      <a:pt x="6" y="46"/>
                    </a:moveTo>
                    <a:cubicBezTo>
                      <a:pt x="6" y="46"/>
                      <a:pt x="6" y="46"/>
                      <a:pt x="6" y="46"/>
                    </a:cubicBezTo>
                    <a:cubicBezTo>
                      <a:pt x="6" y="46"/>
                      <a:pt x="6" y="46"/>
                      <a:pt x="6" y="46"/>
                    </a:cubicBezTo>
                    <a:cubicBezTo>
                      <a:pt x="6" y="46"/>
                      <a:pt x="6" y="47"/>
                      <a:pt x="6" y="47"/>
                    </a:cubicBezTo>
                    <a:cubicBezTo>
                      <a:pt x="6" y="47"/>
                      <a:pt x="6" y="47"/>
                      <a:pt x="6" y="47"/>
                    </a:cubicBezTo>
                    <a:cubicBezTo>
                      <a:pt x="17" y="57"/>
                      <a:pt x="17" y="57"/>
                      <a:pt x="17" y="57"/>
                    </a:cubicBezTo>
                    <a:cubicBezTo>
                      <a:pt x="17" y="57"/>
                      <a:pt x="17" y="57"/>
                      <a:pt x="17" y="57"/>
                    </a:cubicBezTo>
                    <a:cubicBezTo>
                      <a:pt x="8" y="53"/>
                      <a:pt x="8" y="53"/>
                      <a:pt x="8" y="53"/>
                    </a:cubicBezTo>
                    <a:cubicBezTo>
                      <a:pt x="8" y="54"/>
                      <a:pt x="8" y="54"/>
                      <a:pt x="8" y="54"/>
                    </a:cubicBezTo>
                    <a:cubicBezTo>
                      <a:pt x="15" y="60"/>
                      <a:pt x="15" y="60"/>
                      <a:pt x="15" y="60"/>
                    </a:cubicBezTo>
                    <a:cubicBezTo>
                      <a:pt x="15" y="61"/>
                      <a:pt x="15" y="61"/>
                      <a:pt x="15" y="61"/>
                    </a:cubicBezTo>
                    <a:cubicBezTo>
                      <a:pt x="1" y="55"/>
                      <a:pt x="1" y="55"/>
                      <a:pt x="1" y="55"/>
                    </a:cubicBezTo>
                    <a:cubicBezTo>
                      <a:pt x="1" y="55"/>
                      <a:pt x="1" y="55"/>
                      <a:pt x="1" y="55"/>
                    </a:cubicBezTo>
                    <a:cubicBezTo>
                      <a:pt x="1" y="55"/>
                      <a:pt x="1" y="55"/>
                      <a:pt x="1" y="55"/>
                    </a:cubicBezTo>
                    <a:cubicBezTo>
                      <a:pt x="0" y="56"/>
                      <a:pt x="0" y="56"/>
                      <a:pt x="0" y="56"/>
                    </a:cubicBezTo>
                    <a:cubicBezTo>
                      <a:pt x="0" y="56"/>
                      <a:pt x="0" y="56"/>
                      <a:pt x="0" y="56"/>
                    </a:cubicBezTo>
                    <a:cubicBezTo>
                      <a:pt x="2" y="53"/>
                      <a:pt x="2" y="53"/>
                      <a:pt x="2" y="53"/>
                    </a:cubicBezTo>
                    <a:cubicBezTo>
                      <a:pt x="2" y="53"/>
                      <a:pt x="2" y="53"/>
                      <a:pt x="2" y="53"/>
                    </a:cubicBezTo>
                    <a:cubicBezTo>
                      <a:pt x="2" y="53"/>
                      <a:pt x="2" y="53"/>
                      <a:pt x="2" y="53"/>
                    </a:cubicBezTo>
                    <a:cubicBezTo>
                      <a:pt x="2" y="53"/>
                      <a:pt x="2" y="54"/>
                      <a:pt x="2" y="54"/>
                    </a:cubicBezTo>
                    <a:cubicBezTo>
                      <a:pt x="2" y="54"/>
                      <a:pt x="2" y="54"/>
                      <a:pt x="2" y="54"/>
                    </a:cubicBezTo>
                    <a:cubicBezTo>
                      <a:pt x="11" y="58"/>
                      <a:pt x="11" y="58"/>
                      <a:pt x="11" y="58"/>
                    </a:cubicBezTo>
                    <a:cubicBezTo>
                      <a:pt x="12" y="58"/>
                      <a:pt x="12" y="58"/>
                      <a:pt x="12" y="58"/>
                    </a:cubicBezTo>
                    <a:cubicBezTo>
                      <a:pt x="5" y="52"/>
                      <a:pt x="5" y="52"/>
                      <a:pt x="5" y="52"/>
                    </a:cubicBezTo>
                    <a:cubicBezTo>
                      <a:pt x="4" y="52"/>
                      <a:pt x="4" y="52"/>
                      <a:pt x="4" y="52"/>
                    </a:cubicBezTo>
                    <a:cubicBezTo>
                      <a:pt x="3" y="52"/>
                      <a:pt x="3" y="52"/>
                      <a:pt x="3" y="52"/>
                    </a:cubicBezTo>
                    <a:cubicBezTo>
                      <a:pt x="3" y="52"/>
                      <a:pt x="3" y="52"/>
                      <a:pt x="3" y="52"/>
                    </a:cubicBezTo>
                    <a:cubicBezTo>
                      <a:pt x="3" y="52"/>
                      <a:pt x="3" y="52"/>
                      <a:pt x="3" y="52"/>
                    </a:cubicBezTo>
                    <a:cubicBezTo>
                      <a:pt x="2" y="52"/>
                      <a:pt x="2" y="52"/>
                      <a:pt x="2" y="52"/>
                    </a:cubicBezTo>
                    <a:cubicBezTo>
                      <a:pt x="4" y="49"/>
                      <a:pt x="4" y="49"/>
                      <a:pt x="4" y="49"/>
                    </a:cubicBezTo>
                    <a:cubicBezTo>
                      <a:pt x="4" y="49"/>
                      <a:pt x="4" y="49"/>
                      <a:pt x="4" y="49"/>
                    </a:cubicBezTo>
                    <a:cubicBezTo>
                      <a:pt x="4" y="50"/>
                      <a:pt x="4" y="50"/>
                      <a:pt x="4" y="50"/>
                    </a:cubicBezTo>
                    <a:cubicBezTo>
                      <a:pt x="4" y="50"/>
                      <a:pt x="4" y="50"/>
                      <a:pt x="4" y="50"/>
                    </a:cubicBezTo>
                    <a:cubicBezTo>
                      <a:pt x="4" y="50"/>
                      <a:pt x="4" y="50"/>
                      <a:pt x="4" y="51"/>
                    </a:cubicBezTo>
                    <a:cubicBezTo>
                      <a:pt x="13" y="54"/>
                      <a:pt x="13" y="54"/>
                      <a:pt x="13" y="54"/>
                    </a:cubicBezTo>
                    <a:cubicBezTo>
                      <a:pt x="13" y="54"/>
                      <a:pt x="13" y="54"/>
                      <a:pt x="13" y="54"/>
                    </a:cubicBezTo>
                    <a:cubicBezTo>
                      <a:pt x="6" y="48"/>
                      <a:pt x="6" y="48"/>
                      <a:pt x="6" y="48"/>
                    </a:cubicBezTo>
                    <a:cubicBezTo>
                      <a:pt x="6" y="48"/>
                      <a:pt x="6" y="48"/>
                      <a:pt x="5" y="48"/>
                    </a:cubicBezTo>
                    <a:cubicBezTo>
                      <a:pt x="5" y="48"/>
                      <a:pt x="5" y="48"/>
                      <a:pt x="5" y="48"/>
                    </a:cubicBezTo>
                    <a:cubicBezTo>
                      <a:pt x="5" y="48"/>
                      <a:pt x="5" y="48"/>
                      <a:pt x="5" y="48"/>
                    </a:cubicBezTo>
                    <a:cubicBezTo>
                      <a:pt x="4" y="48"/>
                      <a:pt x="4" y="48"/>
                      <a:pt x="4" y="48"/>
                    </a:cubicBezTo>
                    <a:cubicBezTo>
                      <a:pt x="6" y="46"/>
                      <a:pt x="6" y="46"/>
                      <a:pt x="6" y="46"/>
                    </a:cubicBezTo>
                    <a:close/>
                    <a:moveTo>
                      <a:pt x="22" y="48"/>
                    </a:moveTo>
                    <a:cubicBezTo>
                      <a:pt x="22" y="49"/>
                      <a:pt x="21" y="49"/>
                      <a:pt x="21" y="49"/>
                    </a:cubicBezTo>
                    <a:cubicBezTo>
                      <a:pt x="20" y="50"/>
                      <a:pt x="19" y="49"/>
                      <a:pt x="18" y="48"/>
                    </a:cubicBezTo>
                    <a:cubicBezTo>
                      <a:pt x="10" y="42"/>
                      <a:pt x="10" y="42"/>
                      <a:pt x="10" y="42"/>
                    </a:cubicBezTo>
                    <a:cubicBezTo>
                      <a:pt x="10" y="42"/>
                      <a:pt x="10" y="41"/>
                      <a:pt x="10" y="41"/>
                    </a:cubicBezTo>
                    <a:cubicBezTo>
                      <a:pt x="10" y="41"/>
                      <a:pt x="10" y="41"/>
                      <a:pt x="10" y="41"/>
                    </a:cubicBezTo>
                    <a:cubicBezTo>
                      <a:pt x="10" y="40"/>
                      <a:pt x="10" y="40"/>
                      <a:pt x="10" y="40"/>
                    </a:cubicBezTo>
                    <a:cubicBezTo>
                      <a:pt x="10" y="40"/>
                      <a:pt x="10" y="40"/>
                      <a:pt x="10" y="40"/>
                    </a:cubicBezTo>
                    <a:cubicBezTo>
                      <a:pt x="7" y="43"/>
                      <a:pt x="7" y="43"/>
                      <a:pt x="7" y="43"/>
                    </a:cubicBezTo>
                    <a:cubicBezTo>
                      <a:pt x="8" y="43"/>
                      <a:pt x="8" y="43"/>
                      <a:pt x="8" y="43"/>
                    </a:cubicBezTo>
                    <a:cubicBezTo>
                      <a:pt x="8" y="43"/>
                      <a:pt x="8" y="43"/>
                      <a:pt x="8" y="43"/>
                    </a:cubicBezTo>
                    <a:cubicBezTo>
                      <a:pt x="8" y="43"/>
                      <a:pt x="8" y="43"/>
                      <a:pt x="8" y="43"/>
                    </a:cubicBezTo>
                    <a:cubicBezTo>
                      <a:pt x="9" y="43"/>
                      <a:pt x="9" y="43"/>
                      <a:pt x="9" y="43"/>
                    </a:cubicBezTo>
                    <a:cubicBezTo>
                      <a:pt x="17" y="50"/>
                      <a:pt x="17" y="50"/>
                      <a:pt x="17" y="50"/>
                    </a:cubicBezTo>
                    <a:cubicBezTo>
                      <a:pt x="18" y="50"/>
                      <a:pt x="19" y="51"/>
                      <a:pt x="20" y="50"/>
                    </a:cubicBezTo>
                    <a:cubicBezTo>
                      <a:pt x="21" y="50"/>
                      <a:pt x="22" y="50"/>
                      <a:pt x="23" y="49"/>
                    </a:cubicBezTo>
                    <a:cubicBezTo>
                      <a:pt x="24" y="48"/>
                      <a:pt x="24" y="47"/>
                      <a:pt x="24" y="46"/>
                    </a:cubicBezTo>
                    <a:cubicBezTo>
                      <a:pt x="24" y="45"/>
                      <a:pt x="23" y="44"/>
                      <a:pt x="22" y="43"/>
                    </a:cubicBezTo>
                    <a:cubicBezTo>
                      <a:pt x="14" y="36"/>
                      <a:pt x="14" y="36"/>
                      <a:pt x="14" y="36"/>
                    </a:cubicBezTo>
                    <a:cubicBezTo>
                      <a:pt x="14" y="36"/>
                      <a:pt x="14" y="36"/>
                      <a:pt x="14" y="36"/>
                    </a:cubicBezTo>
                    <a:cubicBezTo>
                      <a:pt x="14" y="36"/>
                      <a:pt x="14" y="36"/>
                      <a:pt x="14" y="35"/>
                    </a:cubicBezTo>
                    <a:cubicBezTo>
                      <a:pt x="14" y="35"/>
                      <a:pt x="14" y="35"/>
                      <a:pt x="14" y="35"/>
                    </a:cubicBezTo>
                    <a:cubicBezTo>
                      <a:pt x="14" y="35"/>
                      <a:pt x="14" y="35"/>
                      <a:pt x="14" y="35"/>
                    </a:cubicBezTo>
                    <a:cubicBezTo>
                      <a:pt x="12" y="37"/>
                      <a:pt x="12" y="37"/>
                      <a:pt x="12" y="37"/>
                    </a:cubicBezTo>
                    <a:cubicBezTo>
                      <a:pt x="12" y="38"/>
                      <a:pt x="12" y="38"/>
                      <a:pt x="12" y="38"/>
                    </a:cubicBezTo>
                    <a:cubicBezTo>
                      <a:pt x="13" y="37"/>
                      <a:pt x="13" y="37"/>
                      <a:pt x="13" y="37"/>
                    </a:cubicBezTo>
                    <a:cubicBezTo>
                      <a:pt x="13" y="37"/>
                      <a:pt x="13" y="37"/>
                      <a:pt x="13" y="37"/>
                    </a:cubicBezTo>
                    <a:cubicBezTo>
                      <a:pt x="13" y="37"/>
                      <a:pt x="14" y="37"/>
                      <a:pt x="14" y="37"/>
                    </a:cubicBezTo>
                    <a:cubicBezTo>
                      <a:pt x="22" y="44"/>
                      <a:pt x="22" y="44"/>
                      <a:pt x="22" y="44"/>
                    </a:cubicBezTo>
                    <a:cubicBezTo>
                      <a:pt x="23" y="44"/>
                      <a:pt x="23" y="45"/>
                      <a:pt x="23" y="46"/>
                    </a:cubicBezTo>
                    <a:cubicBezTo>
                      <a:pt x="23" y="47"/>
                      <a:pt x="23" y="47"/>
                      <a:pt x="22" y="48"/>
                    </a:cubicBezTo>
                    <a:close/>
                    <a:moveTo>
                      <a:pt x="33" y="36"/>
                    </a:moveTo>
                    <a:cubicBezTo>
                      <a:pt x="33" y="36"/>
                      <a:pt x="33" y="36"/>
                      <a:pt x="33" y="36"/>
                    </a:cubicBezTo>
                    <a:cubicBezTo>
                      <a:pt x="33" y="36"/>
                      <a:pt x="34" y="36"/>
                      <a:pt x="34" y="36"/>
                    </a:cubicBezTo>
                    <a:cubicBezTo>
                      <a:pt x="34" y="35"/>
                      <a:pt x="34" y="35"/>
                      <a:pt x="34" y="35"/>
                    </a:cubicBezTo>
                    <a:cubicBezTo>
                      <a:pt x="35" y="36"/>
                      <a:pt x="35" y="36"/>
                      <a:pt x="35" y="36"/>
                    </a:cubicBezTo>
                    <a:cubicBezTo>
                      <a:pt x="32" y="39"/>
                      <a:pt x="32" y="39"/>
                      <a:pt x="32" y="39"/>
                    </a:cubicBezTo>
                    <a:cubicBezTo>
                      <a:pt x="31" y="38"/>
                      <a:pt x="31" y="38"/>
                      <a:pt x="31" y="38"/>
                    </a:cubicBezTo>
                    <a:cubicBezTo>
                      <a:pt x="32" y="38"/>
                      <a:pt x="32" y="38"/>
                      <a:pt x="32" y="38"/>
                    </a:cubicBezTo>
                    <a:cubicBezTo>
                      <a:pt x="32" y="38"/>
                      <a:pt x="32" y="37"/>
                      <a:pt x="32" y="37"/>
                    </a:cubicBezTo>
                    <a:cubicBezTo>
                      <a:pt x="32" y="37"/>
                      <a:pt x="32" y="37"/>
                      <a:pt x="32" y="37"/>
                    </a:cubicBezTo>
                    <a:cubicBezTo>
                      <a:pt x="27" y="32"/>
                      <a:pt x="27" y="32"/>
                      <a:pt x="27" y="32"/>
                    </a:cubicBezTo>
                    <a:cubicBezTo>
                      <a:pt x="23" y="36"/>
                      <a:pt x="23" y="36"/>
                      <a:pt x="23" y="36"/>
                    </a:cubicBezTo>
                    <a:cubicBezTo>
                      <a:pt x="28" y="40"/>
                      <a:pt x="28" y="40"/>
                      <a:pt x="28" y="40"/>
                    </a:cubicBezTo>
                    <a:cubicBezTo>
                      <a:pt x="28" y="41"/>
                      <a:pt x="28" y="41"/>
                      <a:pt x="28" y="41"/>
                    </a:cubicBezTo>
                    <a:cubicBezTo>
                      <a:pt x="28" y="41"/>
                      <a:pt x="29" y="41"/>
                      <a:pt x="29" y="40"/>
                    </a:cubicBezTo>
                    <a:cubicBezTo>
                      <a:pt x="29" y="40"/>
                      <a:pt x="29" y="40"/>
                      <a:pt x="29" y="40"/>
                    </a:cubicBezTo>
                    <a:cubicBezTo>
                      <a:pt x="30" y="41"/>
                      <a:pt x="30" y="41"/>
                      <a:pt x="30" y="41"/>
                    </a:cubicBezTo>
                    <a:cubicBezTo>
                      <a:pt x="27" y="43"/>
                      <a:pt x="27" y="43"/>
                      <a:pt x="27" y="43"/>
                    </a:cubicBezTo>
                    <a:cubicBezTo>
                      <a:pt x="26" y="43"/>
                      <a:pt x="26" y="43"/>
                      <a:pt x="26" y="43"/>
                    </a:cubicBezTo>
                    <a:cubicBezTo>
                      <a:pt x="27" y="43"/>
                      <a:pt x="27" y="43"/>
                      <a:pt x="27" y="43"/>
                    </a:cubicBezTo>
                    <a:cubicBezTo>
                      <a:pt x="27" y="42"/>
                      <a:pt x="27" y="42"/>
                      <a:pt x="27" y="42"/>
                    </a:cubicBezTo>
                    <a:cubicBezTo>
                      <a:pt x="27" y="42"/>
                      <a:pt x="27" y="42"/>
                      <a:pt x="27" y="41"/>
                    </a:cubicBezTo>
                    <a:cubicBezTo>
                      <a:pt x="18" y="32"/>
                      <a:pt x="18" y="32"/>
                      <a:pt x="18" y="32"/>
                    </a:cubicBezTo>
                    <a:cubicBezTo>
                      <a:pt x="18" y="32"/>
                      <a:pt x="17" y="32"/>
                      <a:pt x="17" y="32"/>
                    </a:cubicBezTo>
                    <a:cubicBezTo>
                      <a:pt x="17" y="32"/>
                      <a:pt x="17" y="32"/>
                      <a:pt x="17" y="32"/>
                    </a:cubicBezTo>
                    <a:cubicBezTo>
                      <a:pt x="16" y="32"/>
                      <a:pt x="16" y="32"/>
                      <a:pt x="16" y="32"/>
                    </a:cubicBezTo>
                    <a:cubicBezTo>
                      <a:pt x="16" y="32"/>
                      <a:pt x="16" y="32"/>
                      <a:pt x="16" y="32"/>
                    </a:cubicBezTo>
                    <a:cubicBezTo>
                      <a:pt x="19" y="29"/>
                      <a:pt x="19" y="29"/>
                      <a:pt x="19" y="29"/>
                    </a:cubicBezTo>
                    <a:cubicBezTo>
                      <a:pt x="19" y="29"/>
                      <a:pt x="19" y="29"/>
                      <a:pt x="19" y="29"/>
                    </a:cubicBezTo>
                    <a:cubicBezTo>
                      <a:pt x="19" y="30"/>
                      <a:pt x="19" y="30"/>
                      <a:pt x="19" y="30"/>
                    </a:cubicBezTo>
                    <a:cubicBezTo>
                      <a:pt x="19" y="30"/>
                      <a:pt x="19" y="30"/>
                      <a:pt x="19" y="30"/>
                    </a:cubicBezTo>
                    <a:cubicBezTo>
                      <a:pt x="19" y="30"/>
                      <a:pt x="19" y="31"/>
                      <a:pt x="19" y="31"/>
                    </a:cubicBezTo>
                    <a:cubicBezTo>
                      <a:pt x="23" y="35"/>
                      <a:pt x="23" y="35"/>
                      <a:pt x="23" y="35"/>
                    </a:cubicBezTo>
                    <a:cubicBezTo>
                      <a:pt x="27" y="31"/>
                      <a:pt x="27" y="31"/>
                      <a:pt x="27" y="31"/>
                    </a:cubicBezTo>
                    <a:cubicBezTo>
                      <a:pt x="23" y="27"/>
                      <a:pt x="23" y="27"/>
                      <a:pt x="23" y="27"/>
                    </a:cubicBezTo>
                    <a:cubicBezTo>
                      <a:pt x="23" y="27"/>
                      <a:pt x="22" y="27"/>
                      <a:pt x="22" y="27"/>
                    </a:cubicBezTo>
                    <a:cubicBezTo>
                      <a:pt x="22" y="27"/>
                      <a:pt x="22" y="27"/>
                      <a:pt x="22" y="27"/>
                    </a:cubicBezTo>
                    <a:cubicBezTo>
                      <a:pt x="21" y="27"/>
                      <a:pt x="21" y="27"/>
                      <a:pt x="21" y="27"/>
                    </a:cubicBezTo>
                    <a:cubicBezTo>
                      <a:pt x="21" y="27"/>
                      <a:pt x="21" y="27"/>
                      <a:pt x="21" y="27"/>
                    </a:cubicBezTo>
                    <a:cubicBezTo>
                      <a:pt x="24" y="24"/>
                      <a:pt x="24" y="24"/>
                      <a:pt x="24" y="24"/>
                    </a:cubicBezTo>
                    <a:cubicBezTo>
                      <a:pt x="24" y="25"/>
                      <a:pt x="24" y="25"/>
                      <a:pt x="24" y="25"/>
                    </a:cubicBezTo>
                    <a:cubicBezTo>
                      <a:pt x="24" y="25"/>
                      <a:pt x="24" y="25"/>
                      <a:pt x="24" y="25"/>
                    </a:cubicBezTo>
                    <a:cubicBezTo>
                      <a:pt x="24" y="25"/>
                      <a:pt x="24" y="25"/>
                      <a:pt x="24" y="26"/>
                    </a:cubicBezTo>
                    <a:cubicBezTo>
                      <a:pt x="24" y="26"/>
                      <a:pt x="24" y="26"/>
                      <a:pt x="24" y="26"/>
                    </a:cubicBezTo>
                    <a:cubicBezTo>
                      <a:pt x="33" y="36"/>
                      <a:pt x="33" y="36"/>
                      <a:pt x="33" y="36"/>
                    </a:cubicBezTo>
                    <a:close/>
                    <a:moveTo>
                      <a:pt x="38" y="26"/>
                    </a:moveTo>
                    <a:cubicBezTo>
                      <a:pt x="41" y="29"/>
                      <a:pt x="41" y="29"/>
                      <a:pt x="41" y="29"/>
                    </a:cubicBezTo>
                    <a:cubicBezTo>
                      <a:pt x="41" y="29"/>
                      <a:pt x="41" y="30"/>
                      <a:pt x="41" y="30"/>
                    </a:cubicBezTo>
                    <a:cubicBezTo>
                      <a:pt x="41" y="30"/>
                      <a:pt x="41" y="30"/>
                      <a:pt x="41" y="30"/>
                    </a:cubicBezTo>
                    <a:cubicBezTo>
                      <a:pt x="41" y="31"/>
                      <a:pt x="41" y="31"/>
                      <a:pt x="41" y="31"/>
                    </a:cubicBezTo>
                    <a:cubicBezTo>
                      <a:pt x="41" y="31"/>
                      <a:pt x="41" y="31"/>
                      <a:pt x="41" y="31"/>
                    </a:cubicBezTo>
                    <a:cubicBezTo>
                      <a:pt x="44" y="29"/>
                      <a:pt x="44" y="29"/>
                      <a:pt x="44" y="29"/>
                    </a:cubicBezTo>
                    <a:cubicBezTo>
                      <a:pt x="44" y="28"/>
                      <a:pt x="44" y="28"/>
                      <a:pt x="44" y="28"/>
                    </a:cubicBezTo>
                    <a:cubicBezTo>
                      <a:pt x="44" y="29"/>
                      <a:pt x="44" y="29"/>
                      <a:pt x="44" y="29"/>
                    </a:cubicBezTo>
                    <a:cubicBezTo>
                      <a:pt x="43" y="29"/>
                      <a:pt x="43" y="29"/>
                      <a:pt x="43" y="29"/>
                    </a:cubicBezTo>
                    <a:cubicBezTo>
                      <a:pt x="43" y="29"/>
                      <a:pt x="42" y="29"/>
                      <a:pt x="42" y="28"/>
                    </a:cubicBezTo>
                    <a:cubicBezTo>
                      <a:pt x="31" y="18"/>
                      <a:pt x="31" y="18"/>
                      <a:pt x="31" y="18"/>
                    </a:cubicBezTo>
                    <a:cubicBezTo>
                      <a:pt x="30" y="20"/>
                      <a:pt x="30" y="20"/>
                      <a:pt x="30" y="20"/>
                    </a:cubicBezTo>
                    <a:cubicBezTo>
                      <a:pt x="35" y="33"/>
                      <a:pt x="35" y="33"/>
                      <a:pt x="35" y="33"/>
                    </a:cubicBezTo>
                    <a:cubicBezTo>
                      <a:pt x="35" y="33"/>
                      <a:pt x="35" y="34"/>
                      <a:pt x="35" y="34"/>
                    </a:cubicBezTo>
                    <a:cubicBezTo>
                      <a:pt x="35" y="34"/>
                      <a:pt x="35" y="34"/>
                      <a:pt x="35" y="35"/>
                    </a:cubicBezTo>
                    <a:cubicBezTo>
                      <a:pt x="35" y="35"/>
                      <a:pt x="35" y="35"/>
                      <a:pt x="35" y="35"/>
                    </a:cubicBezTo>
                    <a:cubicBezTo>
                      <a:pt x="35" y="35"/>
                      <a:pt x="35" y="35"/>
                      <a:pt x="35" y="35"/>
                    </a:cubicBezTo>
                    <a:cubicBezTo>
                      <a:pt x="38" y="33"/>
                      <a:pt x="38" y="33"/>
                      <a:pt x="38" y="33"/>
                    </a:cubicBezTo>
                    <a:cubicBezTo>
                      <a:pt x="38" y="33"/>
                      <a:pt x="38" y="33"/>
                      <a:pt x="38" y="33"/>
                    </a:cubicBezTo>
                    <a:cubicBezTo>
                      <a:pt x="37" y="33"/>
                      <a:pt x="37" y="33"/>
                      <a:pt x="37" y="33"/>
                    </a:cubicBezTo>
                    <a:cubicBezTo>
                      <a:pt x="37" y="33"/>
                      <a:pt x="37" y="33"/>
                      <a:pt x="36" y="33"/>
                    </a:cubicBezTo>
                    <a:cubicBezTo>
                      <a:pt x="36" y="33"/>
                      <a:pt x="36" y="32"/>
                      <a:pt x="36" y="32"/>
                    </a:cubicBezTo>
                    <a:cubicBezTo>
                      <a:pt x="34" y="29"/>
                      <a:pt x="34" y="29"/>
                      <a:pt x="34" y="29"/>
                    </a:cubicBezTo>
                    <a:cubicBezTo>
                      <a:pt x="38" y="26"/>
                      <a:pt x="38" y="26"/>
                      <a:pt x="38" y="26"/>
                    </a:cubicBezTo>
                    <a:close/>
                    <a:moveTo>
                      <a:pt x="31" y="21"/>
                    </a:moveTo>
                    <a:cubicBezTo>
                      <a:pt x="31" y="21"/>
                      <a:pt x="31" y="21"/>
                      <a:pt x="31" y="21"/>
                    </a:cubicBezTo>
                    <a:cubicBezTo>
                      <a:pt x="34" y="28"/>
                      <a:pt x="34" y="28"/>
                      <a:pt x="34" y="28"/>
                    </a:cubicBezTo>
                    <a:cubicBezTo>
                      <a:pt x="37" y="26"/>
                      <a:pt x="37" y="26"/>
                      <a:pt x="37" y="26"/>
                    </a:cubicBezTo>
                    <a:cubicBezTo>
                      <a:pt x="31" y="21"/>
                      <a:pt x="31" y="21"/>
                      <a:pt x="31" y="21"/>
                    </a:cubicBezTo>
                    <a:close/>
                    <a:moveTo>
                      <a:pt x="51" y="21"/>
                    </a:moveTo>
                    <a:cubicBezTo>
                      <a:pt x="51" y="21"/>
                      <a:pt x="51" y="21"/>
                      <a:pt x="51" y="21"/>
                    </a:cubicBezTo>
                    <a:cubicBezTo>
                      <a:pt x="46" y="11"/>
                      <a:pt x="46" y="11"/>
                      <a:pt x="46" y="11"/>
                    </a:cubicBezTo>
                    <a:cubicBezTo>
                      <a:pt x="46" y="11"/>
                      <a:pt x="46" y="11"/>
                      <a:pt x="46" y="11"/>
                    </a:cubicBezTo>
                    <a:cubicBezTo>
                      <a:pt x="46" y="11"/>
                      <a:pt x="46" y="11"/>
                      <a:pt x="45" y="11"/>
                    </a:cubicBezTo>
                    <a:cubicBezTo>
                      <a:pt x="45" y="11"/>
                      <a:pt x="45" y="11"/>
                      <a:pt x="45" y="11"/>
                    </a:cubicBezTo>
                    <a:cubicBezTo>
                      <a:pt x="44" y="11"/>
                      <a:pt x="44" y="11"/>
                      <a:pt x="44" y="11"/>
                    </a:cubicBezTo>
                    <a:cubicBezTo>
                      <a:pt x="48" y="9"/>
                      <a:pt x="48" y="9"/>
                      <a:pt x="48" y="9"/>
                    </a:cubicBezTo>
                    <a:cubicBezTo>
                      <a:pt x="48" y="10"/>
                      <a:pt x="48" y="10"/>
                      <a:pt x="48" y="10"/>
                    </a:cubicBezTo>
                    <a:cubicBezTo>
                      <a:pt x="47" y="10"/>
                      <a:pt x="47" y="10"/>
                      <a:pt x="47" y="10"/>
                    </a:cubicBezTo>
                    <a:cubicBezTo>
                      <a:pt x="47" y="10"/>
                      <a:pt x="47" y="10"/>
                      <a:pt x="47" y="10"/>
                    </a:cubicBezTo>
                    <a:cubicBezTo>
                      <a:pt x="47" y="10"/>
                      <a:pt x="47" y="11"/>
                      <a:pt x="47" y="11"/>
                    </a:cubicBezTo>
                    <a:cubicBezTo>
                      <a:pt x="53" y="24"/>
                      <a:pt x="53" y="24"/>
                      <a:pt x="53" y="24"/>
                    </a:cubicBezTo>
                    <a:cubicBezTo>
                      <a:pt x="53" y="24"/>
                      <a:pt x="53" y="24"/>
                      <a:pt x="53" y="24"/>
                    </a:cubicBezTo>
                    <a:cubicBezTo>
                      <a:pt x="53" y="24"/>
                      <a:pt x="53" y="24"/>
                      <a:pt x="53" y="24"/>
                    </a:cubicBezTo>
                    <a:cubicBezTo>
                      <a:pt x="40" y="15"/>
                      <a:pt x="40" y="15"/>
                      <a:pt x="40" y="15"/>
                    </a:cubicBezTo>
                    <a:cubicBezTo>
                      <a:pt x="40" y="15"/>
                      <a:pt x="40" y="15"/>
                      <a:pt x="40" y="15"/>
                    </a:cubicBezTo>
                    <a:cubicBezTo>
                      <a:pt x="46" y="26"/>
                      <a:pt x="46" y="26"/>
                      <a:pt x="46" y="26"/>
                    </a:cubicBezTo>
                    <a:cubicBezTo>
                      <a:pt x="46" y="26"/>
                      <a:pt x="46" y="26"/>
                      <a:pt x="46" y="26"/>
                    </a:cubicBezTo>
                    <a:cubicBezTo>
                      <a:pt x="47" y="26"/>
                      <a:pt x="47" y="26"/>
                      <a:pt x="47" y="26"/>
                    </a:cubicBezTo>
                    <a:cubicBezTo>
                      <a:pt x="48" y="26"/>
                      <a:pt x="48" y="26"/>
                      <a:pt x="48" y="26"/>
                    </a:cubicBezTo>
                    <a:cubicBezTo>
                      <a:pt x="48" y="26"/>
                      <a:pt x="48" y="26"/>
                      <a:pt x="48" y="26"/>
                    </a:cubicBezTo>
                    <a:cubicBezTo>
                      <a:pt x="45" y="28"/>
                      <a:pt x="45" y="28"/>
                      <a:pt x="45" y="28"/>
                    </a:cubicBezTo>
                    <a:cubicBezTo>
                      <a:pt x="44" y="28"/>
                      <a:pt x="44" y="28"/>
                      <a:pt x="44" y="28"/>
                    </a:cubicBezTo>
                    <a:cubicBezTo>
                      <a:pt x="45" y="27"/>
                      <a:pt x="45" y="27"/>
                      <a:pt x="45" y="27"/>
                    </a:cubicBezTo>
                    <a:cubicBezTo>
                      <a:pt x="45" y="27"/>
                      <a:pt x="45" y="27"/>
                      <a:pt x="45" y="27"/>
                    </a:cubicBezTo>
                    <a:cubicBezTo>
                      <a:pt x="46" y="27"/>
                      <a:pt x="46" y="26"/>
                      <a:pt x="45" y="26"/>
                    </a:cubicBezTo>
                    <a:cubicBezTo>
                      <a:pt x="39" y="15"/>
                      <a:pt x="39" y="15"/>
                      <a:pt x="39" y="15"/>
                    </a:cubicBezTo>
                    <a:cubicBezTo>
                      <a:pt x="39" y="14"/>
                      <a:pt x="39" y="14"/>
                      <a:pt x="39" y="14"/>
                    </a:cubicBezTo>
                    <a:cubicBezTo>
                      <a:pt x="39" y="14"/>
                      <a:pt x="39" y="14"/>
                      <a:pt x="38" y="14"/>
                    </a:cubicBezTo>
                    <a:cubicBezTo>
                      <a:pt x="38" y="15"/>
                      <a:pt x="38" y="15"/>
                      <a:pt x="38" y="15"/>
                    </a:cubicBezTo>
                    <a:cubicBezTo>
                      <a:pt x="37" y="14"/>
                      <a:pt x="37" y="14"/>
                      <a:pt x="37" y="14"/>
                    </a:cubicBezTo>
                    <a:cubicBezTo>
                      <a:pt x="40" y="13"/>
                      <a:pt x="40" y="13"/>
                      <a:pt x="40" y="13"/>
                    </a:cubicBezTo>
                    <a:cubicBezTo>
                      <a:pt x="51" y="21"/>
                      <a:pt x="51" y="21"/>
                      <a:pt x="51" y="21"/>
                    </a:cubicBezTo>
                    <a:close/>
                    <a:moveTo>
                      <a:pt x="70" y="17"/>
                    </a:moveTo>
                    <a:cubicBezTo>
                      <a:pt x="70" y="17"/>
                      <a:pt x="71" y="17"/>
                      <a:pt x="72" y="16"/>
                    </a:cubicBezTo>
                    <a:cubicBezTo>
                      <a:pt x="72" y="15"/>
                      <a:pt x="72" y="14"/>
                      <a:pt x="72" y="14"/>
                    </a:cubicBezTo>
                    <a:cubicBezTo>
                      <a:pt x="70" y="3"/>
                      <a:pt x="70" y="3"/>
                      <a:pt x="70" y="3"/>
                    </a:cubicBezTo>
                    <a:cubicBezTo>
                      <a:pt x="70" y="3"/>
                      <a:pt x="69" y="3"/>
                      <a:pt x="69" y="3"/>
                    </a:cubicBezTo>
                    <a:cubicBezTo>
                      <a:pt x="69" y="3"/>
                      <a:pt x="69" y="3"/>
                      <a:pt x="69" y="3"/>
                    </a:cubicBezTo>
                    <a:cubicBezTo>
                      <a:pt x="68" y="3"/>
                      <a:pt x="68" y="3"/>
                      <a:pt x="68" y="3"/>
                    </a:cubicBezTo>
                    <a:cubicBezTo>
                      <a:pt x="68" y="2"/>
                      <a:pt x="68" y="2"/>
                      <a:pt x="68" y="2"/>
                    </a:cubicBezTo>
                    <a:cubicBezTo>
                      <a:pt x="71" y="1"/>
                      <a:pt x="71" y="1"/>
                      <a:pt x="71" y="1"/>
                    </a:cubicBezTo>
                    <a:cubicBezTo>
                      <a:pt x="71" y="2"/>
                      <a:pt x="71" y="2"/>
                      <a:pt x="71" y="2"/>
                    </a:cubicBezTo>
                    <a:cubicBezTo>
                      <a:pt x="71" y="2"/>
                      <a:pt x="71" y="2"/>
                      <a:pt x="71" y="2"/>
                    </a:cubicBezTo>
                    <a:cubicBezTo>
                      <a:pt x="71" y="2"/>
                      <a:pt x="70" y="2"/>
                      <a:pt x="70" y="2"/>
                    </a:cubicBezTo>
                    <a:cubicBezTo>
                      <a:pt x="70" y="3"/>
                      <a:pt x="70" y="3"/>
                      <a:pt x="70" y="3"/>
                    </a:cubicBezTo>
                    <a:cubicBezTo>
                      <a:pt x="73" y="13"/>
                      <a:pt x="73" y="13"/>
                      <a:pt x="73" y="13"/>
                    </a:cubicBezTo>
                    <a:cubicBezTo>
                      <a:pt x="73" y="15"/>
                      <a:pt x="73" y="16"/>
                      <a:pt x="72" y="16"/>
                    </a:cubicBezTo>
                    <a:cubicBezTo>
                      <a:pt x="71" y="17"/>
                      <a:pt x="71" y="18"/>
                      <a:pt x="70" y="18"/>
                    </a:cubicBezTo>
                    <a:cubicBezTo>
                      <a:pt x="68" y="18"/>
                      <a:pt x="67" y="18"/>
                      <a:pt x="66" y="18"/>
                    </a:cubicBezTo>
                    <a:cubicBezTo>
                      <a:pt x="66" y="17"/>
                      <a:pt x="65" y="17"/>
                      <a:pt x="65" y="15"/>
                    </a:cubicBezTo>
                    <a:cubicBezTo>
                      <a:pt x="62" y="5"/>
                      <a:pt x="62" y="5"/>
                      <a:pt x="62" y="5"/>
                    </a:cubicBezTo>
                    <a:cubicBezTo>
                      <a:pt x="62" y="5"/>
                      <a:pt x="62" y="4"/>
                      <a:pt x="62" y="4"/>
                    </a:cubicBezTo>
                    <a:cubicBezTo>
                      <a:pt x="62" y="4"/>
                      <a:pt x="62" y="4"/>
                      <a:pt x="61" y="4"/>
                    </a:cubicBezTo>
                    <a:cubicBezTo>
                      <a:pt x="61" y="4"/>
                      <a:pt x="61" y="4"/>
                      <a:pt x="61" y="4"/>
                    </a:cubicBezTo>
                    <a:cubicBezTo>
                      <a:pt x="61" y="4"/>
                      <a:pt x="61" y="4"/>
                      <a:pt x="61" y="4"/>
                    </a:cubicBezTo>
                    <a:cubicBezTo>
                      <a:pt x="65" y="3"/>
                      <a:pt x="65" y="3"/>
                      <a:pt x="65" y="3"/>
                    </a:cubicBezTo>
                    <a:cubicBezTo>
                      <a:pt x="65" y="4"/>
                      <a:pt x="65" y="4"/>
                      <a:pt x="65" y="4"/>
                    </a:cubicBezTo>
                    <a:cubicBezTo>
                      <a:pt x="64" y="4"/>
                      <a:pt x="64" y="4"/>
                      <a:pt x="64" y="4"/>
                    </a:cubicBezTo>
                    <a:cubicBezTo>
                      <a:pt x="64" y="4"/>
                      <a:pt x="64" y="4"/>
                      <a:pt x="64" y="4"/>
                    </a:cubicBezTo>
                    <a:cubicBezTo>
                      <a:pt x="64" y="4"/>
                      <a:pt x="64" y="4"/>
                      <a:pt x="64" y="5"/>
                    </a:cubicBezTo>
                    <a:cubicBezTo>
                      <a:pt x="66" y="15"/>
                      <a:pt x="66" y="15"/>
                      <a:pt x="66" y="15"/>
                    </a:cubicBezTo>
                    <a:cubicBezTo>
                      <a:pt x="66" y="16"/>
                      <a:pt x="67" y="17"/>
                      <a:pt x="67" y="17"/>
                    </a:cubicBezTo>
                    <a:cubicBezTo>
                      <a:pt x="68" y="18"/>
                      <a:pt x="69" y="18"/>
                      <a:pt x="70" y="17"/>
                    </a:cubicBezTo>
                    <a:close/>
                    <a:moveTo>
                      <a:pt x="84" y="12"/>
                    </a:moveTo>
                    <a:cubicBezTo>
                      <a:pt x="84" y="12"/>
                      <a:pt x="84" y="12"/>
                      <a:pt x="84" y="12"/>
                    </a:cubicBezTo>
                    <a:cubicBezTo>
                      <a:pt x="84" y="1"/>
                      <a:pt x="84" y="1"/>
                      <a:pt x="84" y="1"/>
                    </a:cubicBezTo>
                    <a:cubicBezTo>
                      <a:pt x="84" y="1"/>
                      <a:pt x="84" y="1"/>
                      <a:pt x="83" y="1"/>
                    </a:cubicBezTo>
                    <a:cubicBezTo>
                      <a:pt x="83" y="1"/>
                      <a:pt x="83" y="1"/>
                      <a:pt x="83" y="1"/>
                    </a:cubicBezTo>
                    <a:cubicBezTo>
                      <a:pt x="82" y="1"/>
                      <a:pt x="82" y="1"/>
                      <a:pt x="82" y="1"/>
                    </a:cubicBezTo>
                    <a:cubicBezTo>
                      <a:pt x="82" y="0"/>
                      <a:pt x="82" y="0"/>
                      <a:pt x="82" y="0"/>
                    </a:cubicBezTo>
                    <a:cubicBezTo>
                      <a:pt x="86" y="0"/>
                      <a:pt x="86" y="0"/>
                      <a:pt x="86" y="0"/>
                    </a:cubicBezTo>
                    <a:cubicBezTo>
                      <a:pt x="86" y="1"/>
                      <a:pt x="86" y="1"/>
                      <a:pt x="86" y="1"/>
                    </a:cubicBezTo>
                    <a:cubicBezTo>
                      <a:pt x="85" y="1"/>
                      <a:pt x="85" y="1"/>
                      <a:pt x="85" y="1"/>
                    </a:cubicBezTo>
                    <a:cubicBezTo>
                      <a:pt x="85" y="1"/>
                      <a:pt x="85" y="1"/>
                      <a:pt x="84" y="1"/>
                    </a:cubicBezTo>
                    <a:cubicBezTo>
                      <a:pt x="84" y="1"/>
                      <a:pt x="84" y="1"/>
                      <a:pt x="84" y="1"/>
                    </a:cubicBezTo>
                    <a:cubicBezTo>
                      <a:pt x="85" y="16"/>
                      <a:pt x="85" y="16"/>
                      <a:pt x="85" y="16"/>
                    </a:cubicBezTo>
                    <a:cubicBezTo>
                      <a:pt x="85" y="16"/>
                      <a:pt x="85" y="16"/>
                      <a:pt x="85" y="16"/>
                    </a:cubicBezTo>
                    <a:cubicBezTo>
                      <a:pt x="85" y="16"/>
                      <a:pt x="85" y="16"/>
                      <a:pt x="85" y="16"/>
                    </a:cubicBezTo>
                    <a:cubicBezTo>
                      <a:pt x="77" y="3"/>
                      <a:pt x="77" y="3"/>
                      <a:pt x="77" y="3"/>
                    </a:cubicBezTo>
                    <a:cubicBezTo>
                      <a:pt x="77" y="3"/>
                      <a:pt x="77" y="3"/>
                      <a:pt x="77" y="3"/>
                    </a:cubicBezTo>
                    <a:cubicBezTo>
                      <a:pt x="77" y="15"/>
                      <a:pt x="77" y="15"/>
                      <a:pt x="77" y="15"/>
                    </a:cubicBezTo>
                    <a:cubicBezTo>
                      <a:pt x="77" y="15"/>
                      <a:pt x="78" y="15"/>
                      <a:pt x="78" y="16"/>
                    </a:cubicBezTo>
                    <a:cubicBezTo>
                      <a:pt x="78" y="16"/>
                      <a:pt x="78" y="16"/>
                      <a:pt x="78" y="16"/>
                    </a:cubicBezTo>
                    <a:cubicBezTo>
                      <a:pt x="79" y="16"/>
                      <a:pt x="79" y="16"/>
                      <a:pt x="79" y="16"/>
                    </a:cubicBezTo>
                    <a:cubicBezTo>
                      <a:pt x="79" y="16"/>
                      <a:pt x="79" y="16"/>
                      <a:pt x="79" y="16"/>
                    </a:cubicBezTo>
                    <a:cubicBezTo>
                      <a:pt x="75" y="16"/>
                      <a:pt x="75" y="16"/>
                      <a:pt x="75" y="16"/>
                    </a:cubicBezTo>
                    <a:cubicBezTo>
                      <a:pt x="75" y="16"/>
                      <a:pt x="75" y="16"/>
                      <a:pt x="75" y="16"/>
                    </a:cubicBezTo>
                    <a:cubicBezTo>
                      <a:pt x="76" y="16"/>
                      <a:pt x="76" y="16"/>
                      <a:pt x="76" y="16"/>
                    </a:cubicBezTo>
                    <a:cubicBezTo>
                      <a:pt x="76" y="16"/>
                      <a:pt x="77" y="16"/>
                      <a:pt x="77" y="16"/>
                    </a:cubicBezTo>
                    <a:cubicBezTo>
                      <a:pt x="77" y="15"/>
                      <a:pt x="77" y="15"/>
                      <a:pt x="77" y="15"/>
                    </a:cubicBezTo>
                    <a:cubicBezTo>
                      <a:pt x="76" y="2"/>
                      <a:pt x="76" y="2"/>
                      <a:pt x="76" y="2"/>
                    </a:cubicBezTo>
                    <a:cubicBezTo>
                      <a:pt x="76" y="2"/>
                      <a:pt x="76" y="2"/>
                      <a:pt x="76" y="1"/>
                    </a:cubicBezTo>
                    <a:cubicBezTo>
                      <a:pt x="76" y="1"/>
                      <a:pt x="75" y="1"/>
                      <a:pt x="75" y="1"/>
                    </a:cubicBezTo>
                    <a:cubicBezTo>
                      <a:pt x="74" y="1"/>
                      <a:pt x="74" y="1"/>
                      <a:pt x="74" y="1"/>
                    </a:cubicBezTo>
                    <a:cubicBezTo>
                      <a:pt x="74" y="1"/>
                      <a:pt x="74" y="1"/>
                      <a:pt x="74" y="1"/>
                    </a:cubicBezTo>
                    <a:cubicBezTo>
                      <a:pt x="77" y="1"/>
                      <a:pt x="77" y="1"/>
                      <a:pt x="77" y="1"/>
                    </a:cubicBezTo>
                    <a:cubicBezTo>
                      <a:pt x="84" y="12"/>
                      <a:pt x="84" y="12"/>
                      <a:pt x="84" y="12"/>
                    </a:cubicBezTo>
                    <a:close/>
                    <a:moveTo>
                      <a:pt x="90" y="1"/>
                    </a:moveTo>
                    <a:cubicBezTo>
                      <a:pt x="90" y="0"/>
                      <a:pt x="90" y="0"/>
                      <a:pt x="90" y="0"/>
                    </a:cubicBezTo>
                    <a:cubicBezTo>
                      <a:pt x="98" y="1"/>
                      <a:pt x="98" y="1"/>
                      <a:pt x="98" y="1"/>
                    </a:cubicBezTo>
                    <a:cubicBezTo>
                      <a:pt x="98" y="1"/>
                      <a:pt x="98" y="1"/>
                      <a:pt x="98" y="1"/>
                    </a:cubicBezTo>
                    <a:cubicBezTo>
                      <a:pt x="96" y="1"/>
                      <a:pt x="96" y="1"/>
                      <a:pt x="96" y="1"/>
                    </a:cubicBezTo>
                    <a:cubicBezTo>
                      <a:pt x="95" y="1"/>
                      <a:pt x="95" y="1"/>
                      <a:pt x="95" y="1"/>
                    </a:cubicBezTo>
                    <a:cubicBezTo>
                      <a:pt x="95" y="1"/>
                      <a:pt x="95" y="1"/>
                      <a:pt x="95" y="2"/>
                    </a:cubicBezTo>
                    <a:cubicBezTo>
                      <a:pt x="94" y="15"/>
                      <a:pt x="94" y="15"/>
                      <a:pt x="94" y="15"/>
                    </a:cubicBezTo>
                    <a:cubicBezTo>
                      <a:pt x="94" y="15"/>
                      <a:pt x="94" y="15"/>
                      <a:pt x="94" y="15"/>
                    </a:cubicBezTo>
                    <a:cubicBezTo>
                      <a:pt x="94" y="15"/>
                      <a:pt x="94" y="15"/>
                      <a:pt x="95" y="15"/>
                    </a:cubicBezTo>
                    <a:cubicBezTo>
                      <a:pt x="97" y="16"/>
                      <a:pt x="97" y="16"/>
                      <a:pt x="97" y="16"/>
                    </a:cubicBezTo>
                    <a:cubicBezTo>
                      <a:pt x="97" y="16"/>
                      <a:pt x="97" y="16"/>
                      <a:pt x="97" y="16"/>
                    </a:cubicBezTo>
                    <a:cubicBezTo>
                      <a:pt x="89" y="16"/>
                      <a:pt x="89" y="16"/>
                      <a:pt x="89" y="16"/>
                    </a:cubicBezTo>
                    <a:cubicBezTo>
                      <a:pt x="89" y="15"/>
                      <a:pt x="89" y="15"/>
                      <a:pt x="89" y="15"/>
                    </a:cubicBezTo>
                    <a:cubicBezTo>
                      <a:pt x="91" y="15"/>
                      <a:pt x="91" y="15"/>
                      <a:pt x="91" y="15"/>
                    </a:cubicBezTo>
                    <a:cubicBezTo>
                      <a:pt x="92" y="15"/>
                      <a:pt x="92" y="15"/>
                      <a:pt x="92" y="15"/>
                    </a:cubicBezTo>
                    <a:cubicBezTo>
                      <a:pt x="92" y="15"/>
                      <a:pt x="92" y="15"/>
                      <a:pt x="92" y="15"/>
                    </a:cubicBezTo>
                    <a:cubicBezTo>
                      <a:pt x="93" y="2"/>
                      <a:pt x="93" y="2"/>
                      <a:pt x="93" y="2"/>
                    </a:cubicBezTo>
                    <a:cubicBezTo>
                      <a:pt x="93" y="1"/>
                      <a:pt x="93" y="1"/>
                      <a:pt x="93" y="1"/>
                    </a:cubicBezTo>
                    <a:cubicBezTo>
                      <a:pt x="93" y="1"/>
                      <a:pt x="93" y="1"/>
                      <a:pt x="92" y="1"/>
                    </a:cubicBezTo>
                    <a:cubicBezTo>
                      <a:pt x="90" y="1"/>
                      <a:pt x="90" y="1"/>
                      <a:pt x="90" y="1"/>
                    </a:cubicBezTo>
                    <a:close/>
                    <a:moveTo>
                      <a:pt x="109" y="3"/>
                    </a:moveTo>
                    <a:cubicBezTo>
                      <a:pt x="109" y="2"/>
                      <a:pt x="109" y="2"/>
                      <a:pt x="109" y="2"/>
                    </a:cubicBezTo>
                    <a:cubicBezTo>
                      <a:pt x="113" y="3"/>
                      <a:pt x="113" y="3"/>
                      <a:pt x="113" y="3"/>
                    </a:cubicBezTo>
                    <a:cubicBezTo>
                      <a:pt x="113" y="3"/>
                      <a:pt x="113" y="3"/>
                      <a:pt x="113" y="3"/>
                    </a:cubicBezTo>
                    <a:cubicBezTo>
                      <a:pt x="112" y="3"/>
                      <a:pt x="112" y="3"/>
                      <a:pt x="112" y="3"/>
                    </a:cubicBezTo>
                    <a:cubicBezTo>
                      <a:pt x="112" y="3"/>
                      <a:pt x="112" y="3"/>
                      <a:pt x="111" y="4"/>
                    </a:cubicBezTo>
                    <a:cubicBezTo>
                      <a:pt x="111" y="4"/>
                      <a:pt x="111" y="4"/>
                      <a:pt x="111" y="4"/>
                    </a:cubicBezTo>
                    <a:cubicBezTo>
                      <a:pt x="105" y="17"/>
                      <a:pt x="105" y="17"/>
                      <a:pt x="105" y="17"/>
                    </a:cubicBezTo>
                    <a:cubicBezTo>
                      <a:pt x="104" y="17"/>
                      <a:pt x="104" y="17"/>
                      <a:pt x="104" y="17"/>
                    </a:cubicBezTo>
                    <a:cubicBezTo>
                      <a:pt x="103" y="3"/>
                      <a:pt x="103" y="3"/>
                      <a:pt x="103" y="3"/>
                    </a:cubicBezTo>
                    <a:cubicBezTo>
                      <a:pt x="103" y="3"/>
                      <a:pt x="103" y="2"/>
                      <a:pt x="103" y="2"/>
                    </a:cubicBezTo>
                    <a:cubicBezTo>
                      <a:pt x="103" y="2"/>
                      <a:pt x="103" y="2"/>
                      <a:pt x="102" y="2"/>
                    </a:cubicBezTo>
                    <a:cubicBezTo>
                      <a:pt x="102" y="2"/>
                      <a:pt x="102" y="2"/>
                      <a:pt x="102" y="2"/>
                    </a:cubicBezTo>
                    <a:cubicBezTo>
                      <a:pt x="102" y="1"/>
                      <a:pt x="102" y="1"/>
                      <a:pt x="102" y="1"/>
                    </a:cubicBezTo>
                    <a:cubicBezTo>
                      <a:pt x="106" y="2"/>
                      <a:pt x="106" y="2"/>
                      <a:pt x="106" y="2"/>
                    </a:cubicBezTo>
                    <a:cubicBezTo>
                      <a:pt x="106" y="2"/>
                      <a:pt x="106" y="2"/>
                      <a:pt x="106" y="2"/>
                    </a:cubicBezTo>
                    <a:cubicBezTo>
                      <a:pt x="105" y="2"/>
                      <a:pt x="105" y="2"/>
                      <a:pt x="105" y="2"/>
                    </a:cubicBezTo>
                    <a:cubicBezTo>
                      <a:pt x="105" y="2"/>
                      <a:pt x="105" y="2"/>
                      <a:pt x="105" y="2"/>
                    </a:cubicBezTo>
                    <a:cubicBezTo>
                      <a:pt x="105" y="3"/>
                      <a:pt x="105" y="3"/>
                      <a:pt x="105" y="3"/>
                    </a:cubicBezTo>
                    <a:cubicBezTo>
                      <a:pt x="105" y="14"/>
                      <a:pt x="105" y="14"/>
                      <a:pt x="105" y="14"/>
                    </a:cubicBezTo>
                    <a:cubicBezTo>
                      <a:pt x="106" y="14"/>
                      <a:pt x="106" y="14"/>
                      <a:pt x="106" y="14"/>
                    </a:cubicBezTo>
                    <a:cubicBezTo>
                      <a:pt x="110" y="4"/>
                      <a:pt x="110" y="4"/>
                      <a:pt x="110" y="4"/>
                    </a:cubicBezTo>
                    <a:cubicBezTo>
                      <a:pt x="110" y="4"/>
                      <a:pt x="110" y="4"/>
                      <a:pt x="110" y="3"/>
                    </a:cubicBezTo>
                    <a:cubicBezTo>
                      <a:pt x="110" y="3"/>
                      <a:pt x="110" y="3"/>
                      <a:pt x="110" y="3"/>
                    </a:cubicBezTo>
                    <a:cubicBezTo>
                      <a:pt x="109" y="3"/>
                      <a:pt x="109" y="3"/>
                      <a:pt x="109" y="3"/>
                    </a:cubicBezTo>
                    <a:close/>
                    <a:moveTo>
                      <a:pt x="116" y="5"/>
                    </a:moveTo>
                    <a:cubicBezTo>
                      <a:pt x="116" y="5"/>
                      <a:pt x="116" y="5"/>
                      <a:pt x="116" y="5"/>
                    </a:cubicBezTo>
                    <a:cubicBezTo>
                      <a:pt x="117" y="5"/>
                      <a:pt x="117" y="5"/>
                      <a:pt x="117" y="5"/>
                    </a:cubicBezTo>
                    <a:cubicBezTo>
                      <a:pt x="117" y="5"/>
                      <a:pt x="117" y="6"/>
                      <a:pt x="117" y="6"/>
                    </a:cubicBezTo>
                    <a:cubicBezTo>
                      <a:pt x="113" y="18"/>
                      <a:pt x="113" y="18"/>
                      <a:pt x="113" y="18"/>
                    </a:cubicBezTo>
                    <a:cubicBezTo>
                      <a:pt x="113" y="18"/>
                      <a:pt x="113" y="19"/>
                      <a:pt x="113" y="19"/>
                    </a:cubicBezTo>
                    <a:cubicBezTo>
                      <a:pt x="112" y="19"/>
                      <a:pt x="112" y="19"/>
                      <a:pt x="112" y="19"/>
                    </a:cubicBezTo>
                    <a:cubicBezTo>
                      <a:pt x="111" y="18"/>
                      <a:pt x="111" y="18"/>
                      <a:pt x="111" y="18"/>
                    </a:cubicBezTo>
                    <a:cubicBezTo>
                      <a:pt x="111" y="19"/>
                      <a:pt x="111" y="19"/>
                      <a:pt x="111" y="19"/>
                    </a:cubicBezTo>
                    <a:cubicBezTo>
                      <a:pt x="120" y="22"/>
                      <a:pt x="120" y="22"/>
                      <a:pt x="120" y="22"/>
                    </a:cubicBezTo>
                    <a:cubicBezTo>
                      <a:pt x="122" y="19"/>
                      <a:pt x="122" y="19"/>
                      <a:pt x="122" y="19"/>
                    </a:cubicBezTo>
                    <a:cubicBezTo>
                      <a:pt x="122" y="18"/>
                      <a:pt x="122" y="18"/>
                      <a:pt x="122" y="18"/>
                    </a:cubicBezTo>
                    <a:cubicBezTo>
                      <a:pt x="121" y="19"/>
                      <a:pt x="120" y="20"/>
                      <a:pt x="120" y="20"/>
                    </a:cubicBezTo>
                    <a:cubicBezTo>
                      <a:pt x="119" y="21"/>
                      <a:pt x="118" y="21"/>
                      <a:pt x="117" y="20"/>
                    </a:cubicBezTo>
                    <a:cubicBezTo>
                      <a:pt x="115" y="20"/>
                      <a:pt x="115" y="20"/>
                      <a:pt x="115" y="20"/>
                    </a:cubicBezTo>
                    <a:cubicBezTo>
                      <a:pt x="115" y="20"/>
                      <a:pt x="114" y="19"/>
                      <a:pt x="114" y="19"/>
                    </a:cubicBezTo>
                    <a:cubicBezTo>
                      <a:pt x="114" y="19"/>
                      <a:pt x="114" y="19"/>
                      <a:pt x="114" y="19"/>
                    </a:cubicBezTo>
                    <a:cubicBezTo>
                      <a:pt x="116" y="12"/>
                      <a:pt x="116" y="12"/>
                      <a:pt x="116" y="12"/>
                    </a:cubicBezTo>
                    <a:cubicBezTo>
                      <a:pt x="119" y="13"/>
                      <a:pt x="119" y="13"/>
                      <a:pt x="119" y="13"/>
                    </a:cubicBezTo>
                    <a:cubicBezTo>
                      <a:pt x="120" y="13"/>
                      <a:pt x="120" y="13"/>
                      <a:pt x="120" y="14"/>
                    </a:cubicBezTo>
                    <a:cubicBezTo>
                      <a:pt x="120" y="14"/>
                      <a:pt x="120" y="15"/>
                      <a:pt x="120" y="15"/>
                    </a:cubicBezTo>
                    <a:cubicBezTo>
                      <a:pt x="120" y="16"/>
                      <a:pt x="120" y="16"/>
                      <a:pt x="120" y="16"/>
                    </a:cubicBezTo>
                    <a:cubicBezTo>
                      <a:pt x="120" y="16"/>
                      <a:pt x="120" y="16"/>
                      <a:pt x="120" y="16"/>
                    </a:cubicBezTo>
                    <a:cubicBezTo>
                      <a:pt x="122" y="11"/>
                      <a:pt x="122" y="11"/>
                      <a:pt x="122" y="11"/>
                    </a:cubicBezTo>
                    <a:cubicBezTo>
                      <a:pt x="122" y="11"/>
                      <a:pt x="122" y="11"/>
                      <a:pt x="122" y="11"/>
                    </a:cubicBezTo>
                    <a:cubicBezTo>
                      <a:pt x="121" y="11"/>
                      <a:pt x="121" y="11"/>
                      <a:pt x="121" y="11"/>
                    </a:cubicBezTo>
                    <a:cubicBezTo>
                      <a:pt x="121" y="12"/>
                      <a:pt x="121" y="12"/>
                      <a:pt x="121" y="12"/>
                    </a:cubicBezTo>
                    <a:cubicBezTo>
                      <a:pt x="120" y="13"/>
                      <a:pt x="120" y="13"/>
                      <a:pt x="119" y="12"/>
                    </a:cubicBezTo>
                    <a:cubicBezTo>
                      <a:pt x="117" y="12"/>
                      <a:pt x="117" y="12"/>
                      <a:pt x="117" y="12"/>
                    </a:cubicBezTo>
                    <a:cubicBezTo>
                      <a:pt x="118" y="6"/>
                      <a:pt x="118" y="6"/>
                      <a:pt x="118" y="6"/>
                    </a:cubicBezTo>
                    <a:cubicBezTo>
                      <a:pt x="118" y="6"/>
                      <a:pt x="119" y="6"/>
                      <a:pt x="119" y="6"/>
                    </a:cubicBezTo>
                    <a:cubicBezTo>
                      <a:pt x="119" y="6"/>
                      <a:pt x="119" y="6"/>
                      <a:pt x="119" y="6"/>
                    </a:cubicBezTo>
                    <a:cubicBezTo>
                      <a:pt x="122" y="7"/>
                      <a:pt x="122" y="7"/>
                      <a:pt x="122" y="7"/>
                    </a:cubicBezTo>
                    <a:cubicBezTo>
                      <a:pt x="122" y="7"/>
                      <a:pt x="123" y="7"/>
                      <a:pt x="123" y="8"/>
                    </a:cubicBezTo>
                    <a:cubicBezTo>
                      <a:pt x="124" y="8"/>
                      <a:pt x="124" y="9"/>
                      <a:pt x="124" y="10"/>
                    </a:cubicBezTo>
                    <a:cubicBezTo>
                      <a:pt x="125" y="10"/>
                      <a:pt x="125" y="10"/>
                      <a:pt x="125" y="10"/>
                    </a:cubicBezTo>
                    <a:cubicBezTo>
                      <a:pt x="125" y="7"/>
                      <a:pt x="125" y="7"/>
                      <a:pt x="125" y="7"/>
                    </a:cubicBezTo>
                    <a:cubicBezTo>
                      <a:pt x="116" y="4"/>
                      <a:pt x="116" y="4"/>
                      <a:pt x="116" y="4"/>
                    </a:cubicBezTo>
                    <a:cubicBezTo>
                      <a:pt x="116" y="5"/>
                      <a:pt x="116" y="5"/>
                      <a:pt x="116" y="5"/>
                    </a:cubicBezTo>
                    <a:close/>
                    <a:moveTo>
                      <a:pt x="136" y="17"/>
                    </a:moveTo>
                    <a:cubicBezTo>
                      <a:pt x="136" y="18"/>
                      <a:pt x="135" y="19"/>
                      <a:pt x="134" y="19"/>
                    </a:cubicBezTo>
                    <a:cubicBezTo>
                      <a:pt x="133" y="19"/>
                      <a:pt x="133" y="19"/>
                      <a:pt x="132" y="19"/>
                    </a:cubicBezTo>
                    <a:cubicBezTo>
                      <a:pt x="131" y="26"/>
                      <a:pt x="131" y="26"/>
                      <a:pt x="131" y="26"/>
                    </a:cubicBezTo>
                    <a:cubicBezTo>
                      <a:pt x="131" y="26"/>
                      <a:pt x="131" y="27"/>
                      <a:pt x="131" y="27"/>
                    </a:cubicBezTo>
                    <a:cubicBezTo>
                      <a:pt x="131" y="27"/>
                      <a:pt x="131" y="27"/>
                      <a:pt x="132" y="27"/>
                    </a:cubicBezTo>
                    <a:cubicBezTo>
                      <a:pt x="132" y="27"/>
                      <a:pt x="132" y="27"/>
                      <a:pt x="132" y="27"/>
                    </a:cubicBezTo>
                    <a:cubicBezTo>
                      <a:pt x="132" y="28"/>
                      <a:pt x="132" y="28"/>
                      <a:pt x="132" y="28"/>
                    </a:cubicBezTo>
                    <a:cubicBezTo>
                      <a:pt x="130" y="27"/>
                      <a:pt x="130" y="27"/>
                      <a:pt x="130" y="27"/>
                    </a:cubicBezTo>
                    <a:cubicBezTo>
                      <a:pt x="130" y="18"/>
                      <a:pt x="130" y="18"/>
                      <a:pt x="130" y="18"/>
                    </a:cubicBezTo>
                    <a:cubicBezTo>
                      <a:pt x="129" y="17"/>
                      <a:pt x="129" y="17"/>
                      <a:pt x="129" y="17"/>
                    </a:cubicBezTo>
                    <a:cubicBezTo>
                      <a:pt x="126" y="23"/>
                      <a:pt x="126" y="23"/>
                      <a:pt x="126" y="23"/>
                    </a:cubicBezTo>
                    <a:cubicBezTo>
                      <a:pt x="125" y="24"/>
                      <a:pt x="125" y="24"/>
                      <a:pt x="126" y="24"/>
                    </a:cubicBezTo>
                    <a:cubicBezTo>
                      <a:pt x="126" y="24"/>
                      <a:pt x="126" y="24"/>
                      <a:pt x="126" y="24"/>
                    </a:cubicBezTo>
                    <a:cubicBezTo>
                      <a:pt x="126" y="25"/>
                      <a:pt x="126" y="25"/>
                      <a:pt x="126" y="25"/>
                    </a:cubicBezTo>
                    <a:cubicBezTo>
                      <a:pt x="126" y="25"/>
                      <a:pt x="126" y="25"/>
                      <a:pt x="126" y="25"/>
                    </a:cubicBezTo>
                    <a:cubicBezTo>
                      <a:pt x="122" y="23"/>
                      <a:pt x="122" y="23"/>
                      <a:pt x="122" y="23"/>
                    </a:cubicBezTo>
                    <a:cubicBezTo>
                      <a:pt x="123" y="23"/>
                      <a:pt x="123" y="23"/>
                      <a:pt x="123" y="23"/>
                    </a:cubicBezTo>
                    <a:cubicBezTo>
                      <a:pt x="123" y="23"/>
                      <a:pt x="123" y="23"/>
                      <a:pt x="123" y="23"/>
                    </a:cubicBezTo>
                    <a:cubicBezTo>
                      <a:pt x="123" y="23"/>
                      <a:pt x="124" y="23"/>
                      <a:pt x="124" y="23"/>
                    </a:cubicBezTo>
                    <a:cubicBezTo>
                      <a:pt x="124" y="23"/>
                      <a:pt x="124" y="23"/>
                      <a:pt x="124" y="23"/>
                    </a:cubicBezTo>
                    <a:cubicBezTo>
                      <a:pt x="130" y="11"/>
                      <a:pt x="130" y="11"/>
                      <a:pt x="130" y="11"/>
                    </a:cubicBezTo>
                    <a:cubicBezTo>
                      <a:pt x="130" y="11"/>
                      <a:pt x="130" y="11"/>
                      <a:pt x="130" y="10"/>
                    </a:cubicBezTo>
                    <a:cubicBezTo>
                      <a:pt x="130" y="10"/>
                      <a:pt x="130" y="10"/>
                      <a:pt x="130" y="10"/>
                    </a:cubicBezTo>
                    <a:cubicBezTo>
                      <a:pt x="129" y="10"/>
                      <a:pt x="129" y="10"/>
                      <a:pt x="129" y="10"/>
                    </a:cubicBezTo>
                    <a:cubicBezTo>
                      <a:pt x="130" y="9"/>
                      <a:pt x="130" y="9"/>
                      <a:pt x="130" y="9"/>
                    </a:cubicBezTo>
                    <a:cubicBezTo>
                      <a:pt x="134" y="12"/>
                      <a:pt x="134" y="12"/>
                      <a:pt x="134" y="12"/>
                    </a:cubicBezTo>
                    <a:cubicBezTo>
                      <a:pt x="135" y="12"/>
                      <a:pt x="136" y="13"/>
                      <a:pt x="137" y="14"/>
                    </a:cubicBezTo>
                    <a:cubicBezTo>
                      <a:pt x="137" y="15"/>
                      <a:pt x="137" y="16"/>
                      <a:pt x="136" y="17"/>
                    </a:cubicBezTo>
                    <a:close/>
                    <a:moveTo>
                      <a:pt x="129" y="17"/>
                    </a:moveTo>
                    <a:cubicBezTo>
                      <a:pt x="131" y="18"/>
                      <a:pt x="131" y="18"/>
                      <a:pt x="131" y="18"/>
                    </a:cubicBezTo>
                    <a:cubicBezTo>
                      <a:pt x="131" y="18"/>
                      <a:pt x="132" y="18"/>
                      <a:pt x="133" y="18"/>
                    </a:cubicBezTo>
                    <a:cubicBezTo>
                      <a:pt x="134" y="18"/>
                      <a:pt x="134" y="17"/>
                      <a:pt x="135" y="16"/>
                    </a:cubicBezTo>
                    <a:cubicBezTo>
                      <a:pt x="135" y="15"/>
                      <a:pt x="136" y="15"/>
                      <a:pt x="135" y="14"/>
                    </a:cubicBezTo>
                    <a:cubicBezTo>
                      <a:pt x="135" y="13"/>
                      <a:pt x="135" y="12"/>
                      <a:pt x="133" y="12"/>
                    </a:cubicBezTo>
                    <a:cubicBezTo>
                      <a:pt x="133" y="11"/>
                      <a:pt x="133" y="11"/>
                      <a:pt x="133" y="11"/>
                    </a:cubicBezTo>
                    <a:cubicBezTo>
                      <a:pt x="132" y="11"/>
                      <a:pt x="132" y="11"/>
                      <a:pt x="132" y="11"/>
                    </a:cubicBezTo>
                    <a:cubicBezTo>
                      <a:pt x="132" y="11"/>
                      <a:pt x="132" y="11"/>
                      <a:pt x="132" y="12"/>
                    </a:cubicBezTo>
                    <a:cubicBezTo>
                      <a:pt x="129" y="17"/>
                      <a:pt x="129" y="17"/>
                      <a:pt x="129" y="17"/>
                    </a:cubicBezTo>
                    <a:close/>
                    <a:moveTo>
                      <a:pt x="141" y="25"/>
                    </a:moveTo>
                    <a:cubicBezTo>
                      <a:pt x="142" y="27"/>
                      <a:pt x="142" y="28"/>
                      <a:pt x="142" y="28"/>
                    </a:cubicBezTo>
                    <a:cubicBezTo>
                      <a:pt x="142" y="29"/>
                      <a:pt x="142" y="30"/>
                      <a:pt x="142" y="30"/>
                    </a:cubicBezTo>
                    <a:cubicBezTo>
                      <a:pt x="141" y="31"/>
                      <a:pt x="141" y="32"/>
                      <a:pt x="140" y="32"/>
                    </a:cubicBezTo>
                    <a:cubicBezTo>
                      <a:pt x="139" y="32"/>
                      <a:pt x="138" y="32"/>
                      <a:pt x="137" y="32"/>
                    </a:cubicBezTo>
                    <a:cubicBezTo>
                      <a:pt x="137" y="31"/>
                      <a:pt x="136" y="30"/>
                      <a:pt x="136" y="29"/>
                    </a:cubicBezTo>
                    <a:cubicBezTo>
                      <a:pt x="135" y="28"/>
                      <a:pt x="136" y="27"/>
                      <a:pt x="136" y="26"/>
                    </a:cubicBezTo>
                    <a:cubicBezTo>
                      <a:pt x="136" y="26"/>
                      <a:pt x="136" y="26"/>
                      <a:pt x="136" y="26"/>
                    </a:cubicBezTo>
                    <a:cubicBezTo>
                      <a:pt x="134" y="30"/>
                      <a:pt x="134" y="30"/>
                      <a:pt x="134" y="30"/>
                    </a:cubicBezTo>
                    <a:cubicBezTo>
                      <a:pt x="134" y="30"/>
                      <a:pt x="134" y="30"/>
                      <a:pt x="134" y="30"/>
                    </a:cubicBezTo>
                    <a:cubicBezTo>
                      <a:pt x="135" y="30"/>
                      <a:pt x="135" y="30"/>
                      <a:pt x="135" y="30"/>
                    </a:cubicBezTo>
                    <a:cubicBezTo>
                      <a:pt x="135" y="30"/>
                      <a:pt x="135" y="30"/>
                      <a:pt x="136" y="31"/>
                    </a:cubicBezTo>
                    <a:cubicBezTo>
                      <a:pt x="136" y="31"/>
                      <a:pt x="136" y="32"/>
                      <a:pt x="137" y="32"/>
                    </a:cubicBezTo>
                    <a:cubicBezTo>
                      <a:pt x="138" y="33"/>
                      <a:pt x="139" y="33"/>
                      <a:pt x="140" y="33"/>
                    </a:cubicBezTo>
                    <a:cubicBezTo>
                      <a:pt x="142" y="33"/>
                      <a:pt x="142" y="32"/>
                      <a:pt x="143" y="31"/>
                    </a:cubicBezTo>
                    <a:cubicBezTo>
                      <a:pt x="144" y="30"/>
                      <a:pt x="144" y="29"/>
                      <a:pt x="144" y="28"/>
                    </a:cubicBezTo>
                    <a:cubicBezTo>
                      <a:pt x="144" y="27"/>
                      <a:pt x="143" y="26"/>
                      <a:pt x="142" y="25"/>
                    </a:cubicBezTo>
                    <a:cubicBezTo>
                      <a:pt x="141" y="23"/>
                      <a:pt x="141" y="22"/>
                      <a:pt x="141" y="22"/>
                    </a:cubicBezTo>
                    <a:cubicBezTo>
                      <a:pt x="141" y="21"/>
                      <a:pt x="141" y="20"/>
                      <a:pt x="141" y="20"/>
                    </a:cubicBezTo>
                    <a:cubicBezTo>
                      <a:pt x="142" y="19"/>
                      <a:pt x="142" y="19"/>
                      <a:pt x="143" y="19"/>
                    </a:cubicBezTo>
                    <a:cubicBezTo>
                      <a:pt x="144" y="18"/>
                      <a:pt x="144" y="18"/>
                      <a:pt x="145" y="19"/>
                    </a:cubicBezTo>
                    <a:cubicBezTo>
                      <a:pt x="146" y="20"/>
                      <a:pt x="147" y="20"/>
                      <a:pt x="147" y="21"/>
                    </a:cubicBezTo>
                    <a:cubicBezTo>
                      <a:pt x="147" y="22"/>
                      <a:pt x="147" y="23"/>
                      <a:pt x="147" y="24"/>
                    </a:cubicBezTo>
                    <a:cubicBezTo>
                      <a:pt x="147" y="24"/>
                      <a:pt x="147" y="24"/>
                      <a:pt x="147" y="24"/>
                    </a:cubicBezTo>
                    <a:cubicBezTo>
                      <a:pt x="149" y="21"/>
                      <a:pt x="149" y="21"/>
                      <a:pt x="149" y="21"/>
                    </a:cubicBezTo>
                    <a:cubicBezTo>
                      <a:pt x="149" y="21"/>
                      <a:pt x="149" y="21"/>
                      <a:pt x="148" y="21"/>
                    </a:cubicBezTo>
                    <a:cubicBezTo>
                      <a:pt x="148" y="21"/>
                      <a:pt x="148" y="21"/>
                      <a:pt x="148" y="21"/>
                    </a:cubicBezTo>
                    <a:cubicBezTo>
                      <a:pt x="148" y="21"/>
                      <a:pt x="147" y="20"/>
                      <a:pt x="147" y="20"/>
                    </a:cubicBezTo>
                    <a:cubicBezTo>
                      <a:pt x="147" y="19"/>
                      <a:pt x="146" y="19"/>
                      <a:pt x="146" y="19"/>
                    </a:cubicBezTo>
                    <a:cubicBezTo>
                      <a:pt x="145" y="18"/>
                      <a:pt x="144" y="18"/>
                      <a:pt x="143" y="18"/>
                    </a:cubicBezTo>
                    <a:cubicBezTo>
                      <a:pt x="141" y="18"/>
                      <a:pt x="141" y="19"/>
                      <a:pt x="140" y="19"/>
                    </a:cubicBezTo>
                    <a:cubicBezTo>
                      <a:pt x="139" y="20"/>
                      <a:pt x="139" y="21"/>
                      <a:pt x="139" y="22"/>
                    </a:cubicBezTo>
                    <a:cubicBezTo>
                      <a:pt x="140" y="23"/>
                      <a:pt x="140" y="24"/>
                      <a:pt x="141" y="25"/>
                    </a:cubicBezTo>
                    <a:close/>
                    <a:moveTo>
                      <a:pt x="154" y="26"/>
                    </a:moveTo>
                    <a:cubicBezTo>
                      <a:pt x="154" y="26"/>
                      <a:pt x="154" y="26"/>
                      <a:pt x="154" y="26"/>
                    </a:cubicBezTo>
                    <a:cubicBezTo>
                      <a:pt x="159" y="31"/>
                      <a:pt x="159" y="31"/>
                      <a:pt x="159" y="31"/>
                    </a:cubicBezTo>
                    <a:cubicBezTo>
                      <a:pt x="159" y="31"/>
                      <a:pt x="159" y="31"/>
                      <a:pt x="159" y="31"/>
                    </a:cubicBezTo>
                    <a:cubicBezTo>
                      <a:pt x="158" y="30"/>
                      <a:pt x="158" y="30"/>
                      <a:pt x="158" y="30"/>
                    </a:cubicBezTo>
                    <a:cubicBezTo>
                      <a:pt x="157" y="29"/>
                      <a:pt x="157" y="29"/>
                      <a:pt x="157" y="29"/>
                    </a:cubicBezTo>
                    <a:cubicBezTo>
                      <a:pt x="157" y="29"/>
                      <a:pt x="157" y="29"/>
                      <a:pt x="156" y="30"/>
                    </a:cubicBezTo>
                    <a:cubicBezTo>
                      <a:pt x="147" y="39"/>
                      <a:pt x="147" y="39"/>
                      <a:pt x="147" y="39"/>
                    </a:cubicBezTo>
                    <a:cubicBezTo>
                      <a:pt x="147" y="39"/>
                      <a:pt x="147" y="39"/>
                      <a:pt x="147" y="40"/>
                    </a:cubicBezTo>
                    <a:cubicBezTo>
                      <a:pt x="147" y="40"/>
                      <a:pt x="147" y="40"/>
                      <a:pt x="148" y="40"/>
                    </a:cubicBezTo>
                    <a:cubicBezTo>
                      <a:pt x="149" y="42"/>
                      <a:pt x="149" y="42"/>
                      <a:pt x="149" y="42"/>
                    </a:cubicBezTo>
                    <a:cubicBezTo>
                      <a:pt x="149" y="42"/>
                      <a:pt x="149" y="42"/>
                      <a:pt x="149" y="42"/>
                    </a:cubicBezTo>
                    <a:cubicBezTo>
                      <a:pt x="143" y="37"/>
                      <a:pt x="143" y="37"/>
                      <a:pt x="143" y="37"/>
                    </a:cubicBezTo>
                    <a:cubicBezTo>
                      <a:pt x="144" y="37"/>
                      <a:pt x="144" y="37"/>
                      <a:pt x="144" y="37"/>
                    </a:cubicBezTo>
                    <a:cubicBezTo>
                      <a:pt x="145" y="38"/>
                      <a:pt x="145" y="38"/>
                      <a:pt x="145" y="38"/>
                    </a:cubicBezTo>
                    <a:cubicBezTo>
                      <a:pt x="146" y="38"/>
                      <a:pt x="146" y="38"/>
                      <a:pt x="146" y="38"/>
                    </a:cubicBezTo>
                    <a:cubicBezTo>
                      <a:pt x="146" y="38"/>
                      <a:pt x="146" y="38"/>
                      <a:pt x="146" y="38"/>
                    </a:cubicBezTo>
                    <a:cubicBezTo>
                      <a:pt x="155" y="29"/>
                      <a:pt x="155" y="29"/>
                      <a:pt x="155" y="29"/>
                    </a:cubicBezTo>
                    <a:cubicBezTo>
                      <a:pt x="155" y="28"/>
                      <a:pt x="156" y="28"/>
                      <a:pt x="156" y="28"/>
                    </a:cubicBezTo>
                    <a:cubicBezTo>
                      <a:pt x="156" y="28"/>
                      <a:pt x="155" y="28"/>
                      <a:pt x="155" y="27"/>
                    </a:cubicBezTo>
                    <a:cubicBezTo>
                      <a:pt x="154" y="26"/>
                      <a:pt x="154" y="26"/>
                      <a:pt x="154" y="26"/>
                    </a:cubicBezTo>
                    <a:close/>
                    <a:moveTo>
                      <a:pt x="155" y="50"/>
                    </a:moveTo>
                    <a:cubicBezTo>
                      <a:pt x="156" y="50"/>
                      <a:pt x="156" y="50"/>
                      <a:pt x="156" y="50"/>
                    </a:cubicBezTo>
                    <a:cubicBezTo>
                      <a:pt x="155" y="49"/>
                      <a:pt x="155" y="49"/>
                      <a:pt x="155" y="49"/>
                    </a:cubicBezTo>
                    <a:cubicBezTo>
                      <a:pt x="155" y="49"/>
                      <a:pt x="155" y="49"/>
                      <a:pt x="155" y="49"/>
                    </a:cubicBezTo>
                    <a:cubicBezTo>
                      <a:pt x="155" y="49"/>
                      <a:pt x="155" y="48"/>
                      <a:pt x="155" y="48"/>
                    </a:cubicBezTo>
                    <a:cubicBezTo>
                      <a:pt x="165" y="40"/>
                      <a:pt x="165" y="40"/>
                      <a:pt x="165" y="40"/>
                    </a:cubicBezTo>
                    <a:cubicBezTo>
                      <a:pt x="166" y="40"/>
                      <a:pt x="166" y="40"/>
                      <a:pt x="166" y="40"/>
                    </a:cubicBezTo>
                    <a:cubicBezTo>
                      <a:pt x="166" y="40"/>
                      <a:pt x="166" y="40"/>
                      <a:pt x="167" y="40"/>
                    </a:cubicBezTo>
                    <a:cubicBezTo>
                      <a:pt x="167" y="41"/>
                      <a:pt x="167" y="42"/>
                      <a:pt x="167" y="42"/>
                    </a:cubicBezTo>
                    <a:cubicBezTo>
                      <a:pt x="167" y="43"/>
                      <a:pt x="167" y="43"/>
                      <a:pt x="166" y="45"/>
                    </a:cubicBezTo>
                    <a:cubicBezTo>
                      <a:pt x="166" y="45"/>
                      <a:pt x="166" y="45"/>
                      <a:pt x="166" y="45"/>
                    </a:cubicBezTo>
                    <a:cubicBezTo>
                      <a:pt x="169" y="42"/>
                      <a:pt x="169" y="42"/>
                      <a:pt x="169" y="42"/>
                    </a:cubicBezTo>
                    <a:cubicBezTo>
                      <a:pt x="163" y="35"/>
                      <a:pt x="163" y="35"/>
                      <a:pt x="163" y="35"/>
                    </a:cubicBezTo>
                    <a:cubicBezTo>
                      <a:pt x="160" y="37"/>
                      <a:pt x="160" y="37"/>
                      <a:pt x="160" y="37"/>
                    </a:cubicBezTo>
                    <a:cubicBezTo>
                      <a:pt x="160" y="37"/>
                      <a:pt x="160" y="37"/>
                      <a:pt x="160" y="37"/>
                    </a:cubicBezTo>
                    <a:cubicBezTo>
                      <a:pt x="162" y="37"/>
                      <a:pt x="163" y="37"/>
                      <a:pt x="163" y="37"/>
                    </a:cubicBezTo>
                    <a:cubicBezTo>
                      <a:pt x="163" y="37"/>
                      <a:pt x="164" y="37"/>
                      <a:pt x="164" y="38"/>
                    </a:cubicBezTo>
                    <a:cubicBezTo>
                      <a:pt x="165" y="38"/>
                      <a:pt x="165" y="38"/>
                      <a:pt x="165" y="38"/>
                    </a:cubicBezTo>
                    <a:cubicBezTo>
                      <a:pt x="165" y="39"/>
                      <a:pt x="165" y="39"/>
                      <a:pt x="164" y="39"/>
                    </a:cubicBezTo>
                    <a:cubicBezTo>
                      <a:pt x="154" y="47"/>
                      <a:pt x="154" y="47"/>
                      <a:pt x="154" y="47"/>
                    </a:cubicBezTo>
                    <a:cubicBezTo>
                      <a:pt x="154" y="47"/>
                      <a:pt x="154" y="47"/>
                      <a:pt x="154" y="47"/>
                    </a:cubicBezTo>
                    <a:cubicBezTo>
                      <a:pt x="154" y="47"/>
                      <a:pt x="153" y="47"/>
                      <a:pt x="153" y="47"/>
                    </a:cubicBezTo>
                    <a:cubicBezTo>
                      <a:pt x="153" y="46"/>
                      <a:pt x="153" y="46"/>
                      <a:pt x="153" y="46"/>
                    </a:cubicBezTo>
                    <a:cubicBezTo>
                      <a:pt x="152" y="47"/>
                      <a:pt x="152" y="47"/>
                      <a:pt x="152" y="47"/>
                    </a:cubicBezTo>
                    <a:cubicBezTo>
                      <a:pt x="155" y="50"/>
                      <a:pt x="155" y="50"/>
                      <a:pt x="155" y="50"/>
                    </a:cubicBezTo>
                    <a:close/>
                    <a:moveTo>
                      <a:pt x="174" y="54"/>
                    </a:moveTo>
                    <a:cubicBezTo>
                      <a:pt x="174" y="54"/>
                      <a:pt x="175" y="54"/>
                      <a:pt x="175" y="53"/>
                    </a:cubicBezTo>
                    <a:cubicBezTo>
                      <a:pt x="175" y="53"/>
                      <a:pt x="175" y="53"/>
                      <a:pt x="174" y="53"/>
                    </a:cubicBezTo>
                    <a:cubicBezTo>
                      <a:pt x="174" y="52"/>
                      <a:pt x="174" y="52"/>
                      <a:pt x="174" y="52"/>
                    </a:cubicBezTo>
                    <a:cubicBezTo>
                      <a:pt x="175" y="52"/>
                      <a:pt x="175" y="52"/>
                      <a:pt x="175" y="52"/>
                    </a:cubicBezTo>
                    <a:cubicBezTo>
                      <a:pt x="177" y="55"/>
                      <a:pt x="177" y="55"/>
                      <a:pt x="177" y="55"/>
                    </a:cubicBezTo>
                    <a:cubicBezTo>
                      <a:pt x="176" y="55"/>
                      <a:pt x="176" y="55"/>
                      <a:pt x="176" y="55"/>
                    </a:cubicBezTo>
                    <a:cubicBezTo>
                      <a:pt x="176" y="55"/>
                      <a:pt x="176" y="55"/>
                      <a:pt x="176" y="55"/>
                    </a:cubicBezTo>
                    <a:cubicBezTo>
                      <a:pt x="176" y="55"/>
                      <a:pt x="176" y="55"/>
                      <a:pt x="175" y="55"/>
                    </a:cubicBezTo>
                    <a:cubicBezTo>
                      <a:pt x="175" y="55"/>
                      <a:pt x="175" y="55"/>
                      <a:pt x="174" y="55"/>
                    </a:cubicBezTo>
                    <a:cubicBezTo>
                      <a:pt x="166" y="56"/>
                      <a:pt x="166" y="56"/>
                      <a:pt x="166" y="56"/>
                    </a:cubicBezTo>
                    <a:cubicBezTo>
                      <a:pt x="162" y="58"/>
                      <a:pt x="162" y="58"/>
                      <a:pt x="162" y="58"/>
                    </a:cubicBezTo>
                    <a:cubicBezTo>
                      <a:pt x="162" y="59"/>
                      <a:pt x="162" y="59"/>
                      <a:pt x="162" y="59"/>
                    </a:cubicBezTo>
                    <a:cubicBezTo>
                      <a:pt x="161" y="59"/>
                      <a:pt x="162" y="59"/>
                      <a:pt x="162" y="60"/>
                    </a:cubicBezTo>
                    <a:cubicBezTo>
                      <a:pt x="162" y="60"/>
                      <a:pt x="162" y="60"/>
                      <a:pt x="162" y="60"/>
                    </a:cubicBezTo>
                    <a:cubicBezTo>
                      <a:pt x="162" y="61"/>
                      <a:pt x="162" y="61"/>
                      <a:pt x="162" y="61"/>
                    </a:cubicBezTo>
                    <a:cubicBezTo>
                      <a:pt x="159" y="56"/>
                      <a:pt x="159" y="56"/>
                      <a:pt x="159" y="56"/>
                    </a:cubicBezTo>
                    <a:cubicBezTo>
                      <a:pt x="160" y="56"/>
                      <a:pt x="160" y="56"/>
                      <a:pt x="160" y="56"/>
                    </a:cubicBezTo>
                    <a:cubicBezTo>
                      <a:pt x="160" y="57"/>
                      <a:pt x="160" y="57"/>
                      <a:pt x="160" y="57"/>
                    </a:cubicBezTo>
                    <a:cubicBezTo>
                      <a:pt x="160" y="57"/>
                      <a:pt x="160" y="57"/>
                      <a:pt x="161" y="57"/>
                    </a:cubicBezTo>
                    <a:cubicBezTo>
                      <a:pt x="161" y="57"/>
                      <a:pt x="161" y="57"/>
                      <a:pt x="161" y="57"/>
                    </a:cubicBezTo>
                    <a:cubicBezTo>
                      <a:pt x="165" y="55"/>
                      <a:pt x="165" y="55"/>
                      <a:pt x="165" y="55"/>
                    </a:cubicBezTo>
                    <a:cubicBezTo>
                      <a:pt x="171" y="48"/>
                      <a:pt x="171" y="48"/>
                      <a:pt x="171" y="48"/>
                    </a:cubicBezTo>
                    <a:cubicBezTo>
                      <a:pt x="171" y="48"/>
                      <a:pt x="171" y="48"/>
                      <a:pt x="171" y="47"/>
                    </a:cubicBezTo>
                    <a:cubicBezTo>
                      <a:pt x="171" y="47"/>
                      <a:pt x="171" y="47"/>
                      <a:pt x="171" y="47"/>
                    </a:cubicBezTo>
                    <a:cubicBezTo>
                      <a:pt x="171" y="46"/>
                      <a:pt x="171" y="46"/>
                      <a:pt x="171" y="46"/>
                    </a:cubicBezTo>
                    <a:cubicBezTo>
                      <a:pt x="171" y="46"/>
                      <a:pt x="171" y="46"/>
                      <a:pt x="171" y="46"/>
                    </a:cubicBezTo>
                    <a:cubicBezTo>
                      <a:pt x="173" y="50"/>
                      <a:pt x="173" y="50"/>
                      <a:pt x="173" y="50"/>
                    </a:cubicBezTo>
                    <a:cubicBezTo>
                      <a:pt x="173" y="50"/>
                      <a:pt x="173" y="50"/>
                      <a:pt x="173" y="50"/>
                    </a:cubicBezTo>
                    <a:cubicBezTo>
                      <a:pt x="173" y="49"/>
                      <a:pt x="173" y="49"/>
                      <a:pt x="173" y="49"/>
                    </a:cubicBezTo>
                    <a:cubicBezTo>
                      <a:pt x="172" y="49"/>
                      <a:pt x="172" y="49"/>
                      <a:pt x="172" y="49"/>
                    </a:cubicBezTo>
                    <a:cubicBezTo>
                      <a:pt x="172" y="49"/>
                      <a:pt x="172" y="49"/>
                      <a:pt x="171" y="49"/>
                    </a:cubicBezTo>
                    <a:cubicBezTo>
                      <a:pt x="167" y="55"/>
                      <a:pt x="167" y="55"/>
                      <a:pt x="167" y="55"/>
                    </a:cubicBezTo>
                    <a:cubicBezTo>
                      <a:pt x="167" y="55"/>
                      <a:pt x="167" y="55"/>
                      <a:pt x="167" y="55"/>
                    </a:cubicBezTo>
                    <a:lnTo>
                      <a:pt x="174" y="54"/>
                    </a:lnTo>
                    <a:close/>
                  </a:path>
                </a:pathLst>
              </a:custGeom>
              <a:solidFill>
                <a:srgbClr val="FFFFFF"/>
              </a:solidFill>
              <a:ln w="3175" cap="flat">
                <a:solidFill>
                  <a:srgbClr val="FFFFFF"/>
                </a:solidFill>
                <a:prstDash val="solid"/>
                <a:miter lim="800000"/>
              </a:ln>
            </p:spPr>
            <p:txBody>
              <a:bodyPr anchor="ctr"/>
              <a:lstStyle/>
              <a:p>
                <a:pPr algn="ctr"/>
                <a:endParaRPr/>
              </a:p>
            </p:txBody>
          </p:sp>
          <p:sp>
            <p:nvSpPr>
              <p:cNvPr id="278" name="ïśľíḓé"/>
              <p:cNvSpPr/>
              <p:nvPr/>
            </p:nvSpPr>
            <p:spPr bwMode="auto">
              <a:xfrm>
                <a:off x="3667126" y="3184525"/>
                <a:ext cx="492125" cy="496888"/>
              </a:xfrm>
              <a:custGeom>
                <a:avLst/>
                <a:gdLst>
                  <a:gd name="T0" fmla="*/ 74 w 149"/>
                  <a:gd name="T1" fmla="*/ 0 h 149"/>
                  <a:gd name="T2" fmla="*/ 149 w 149"/>
                  <a:gd name="T3" fmla="*/ 74 h 149"/>
                  <a:gd name="T4" fmla="*/ 74 w 149"/>
                  <a:gd name="T5" fmla="*/ 149 h 149"/>
                  <a:gd name="T6" fmla="*/ 0 w 149"/>
                  <a:gd name="T7" fmla="*/ 74 h 149"/>
                  <a:gd name="T8" fmla="*/ 74 w 149"/>
                  <a:gd name="T9" fmla="*/ 0 h 149"/>
                  <a:gd name="T10" fmla="*/ 74 w 149"/>
                  <a:gd name="T11" fmla="*/ 2 h 149"/>
                  <a:gd name="T12" fmla="*/ 2 w 149"/>
                  <a:gd name="T13" fmla="*/ 74 h 149"/>
                  <a:gd name="T14" fmla="*/ 74 w 149"/>
                  <a:gd name="T15" fmla="*/ 146 h 149"/>
                  <a:gd name="T16" fmla="*/ 146 w 149"/>
                  <a:gd name="T17" fmla="*/ 74 h 149"/>
                  <a:gd name="T18" fmla="*/ 74 w 149"/>
                  <a:gd name="T19" fmla="*/ 2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49" h="149">
                    <a:moveTo>
                      <a:pt x="74" y="0"/>
                    </a:moveTo>
                    <a:cubicBezTo>
                      <a:pt x="115" y="0"/>
                      <a:pt x="149" y="33"/>
                      <a:pt x="149" y="74"/>
                    </a:cubicBezTo>
                    <a:cubicBezTo>
                      <a:pt x="149" y="115"/>
                      <a:pt x="115" y="149"/>
                      <a:pt x="74" y="149"/>
                    </a:cubicBezTo>
                    <a:cubicBezTo>
                      <a:pt x="33" y="149"/>
                      <a:pt x="0" y="115"/>
                      <a:pt x="0" y="74"/>
                    </a:cubicBezTo>
                    <a:cubicBezTo>
                      <a:pt x="0" y="33"/>
                      <a:pt x="33" y="0"/>
                      <a:pt x="74" y="0"/>
                    </a:cubicBezTo>
                    <a:close/>
                    <a:moveTo>
                      <a:pt x="74" y="2"/>
                    </a:moveTo>
                    <a:cubicBezTo>
                      <a:pt x="35" y="2"/>
                      <a:pt x="2" y="34"/>
                      <a:pt x="2" y="74"/>
                    </a:cubicBezTo>
                    <a:cubicBezTo>
                      <a:pt x="2" y="114"/>
                      <a:pt x="35" y="146"/>
                      <a:pt x="74" y="146"/>
                    </a:cubicBezTo>
                    <a:cubicBezTo>
                      <a:pt x="114" y="146"/>
                      <a:pt x="146" y="114"/>
                      <a:pt x="146" y="74"/>
                    </a:cubicBezTo>
                    <a:cubicBezTo>
                      <a:pt x="146" y="34"/>
                      <a:pt x="114" y="2"/>
                      <a:pt x="74" y="2"/>
                    </a:cubicBezTo>
                    <a:close/>
                  </a:path>
                </a:pathLst>
              </a:custGeom>
              <a:solidFill>
                <a:srgbClr val="00523A"/>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9" name="ïslíḍê"/>
              <p:cNvSpPr/>
              <p:nvPr/>
            </p:nvSpPr>
            <p:spPr bwMode="auto">
              <a:xfrm>
                <a:off x="3775076" y="3248025"/>
                <a:ext cx="274638" cy="146050"/>
              </a:xfrm>
              <a:custGeom>
                <a:avLst/>
                <a:gdLst>
                  <a:gd name="T0" fmla="*/ 10 w 83"/>
                  <a:gd name="T1" fmla="*/ 43 h 44"/>
                  <a:gd name="T2" fmla="*/ 18 w 83"/>
                  <a:gd name="T3" fmla="*/ 39 h 44"/>
                  <a:gd name="T4" fmla="*/ 67 w 83"/>
                  <a:gd name="T5" fmla="*/ 39 h 44"/>
                  <a:gd name="T6" fmla="*/ 73 w 83"/>
                  <a:gd name="T7" fmla="*/ 42 h 44"/>
                  <a:gd name="T8" fmla="*/ 76 w 83"/>
                  <a:gd name="T9" fmla="*/ 43 h 44"/>
                  <a:gd name="T10" fmla="*/ 83 w 83"/>
                  <a:gd name="T11" fmla="*/ 35 h 44"/>
                  <a:gd name="T12" fmla="*/ 76 w 83"/>
                  <a:gd name="T13" fmla="*/ 37 h 44"/>
                  <a:gd name="T14" fmla="*/ 69 w 83"/>
                  <a:gd name="T15" fmla="*/ 33 h 44"/>
                  <a:gd name="T16" fmla="*/ 70 w 83"/>
                  <a:gd name="T17" fmla="*/ 26 h 44"/>
                  <a:gd name="T18" fmla="*/ 64 w 83"/>
                  <a:gd name="T19" fmla="*/ 30 h 44"/>
                  <a:gd name="T20" fmla="*/ 59 w 83"/>
                  <a:gd name="T21" fmla="*/ 31 h 44"/>
                  <a:gd name="T22" fmla="*/ 56 w 83"/>
                  <a:gd name="T23" fmla="*/ 29 h 44"/>
                  <a:gd name="T24" fmla="*/ 56 w 83"/>
                  <a:gd name="T25" fmla="*/ 24 h 44"/>
                  <a:gd name="T26" fmla="*/ 58 w 83"/>
                  <a:gd name="T27" fmla="*/ 23 h 44"/>
                  <a:gd name="T28" fmla="*/ 58 w 83"/>
                  <a:gd name="T29" fmla="*/ 19 h 44"/>
                  <a:gd name="T30" fmla="*/ 54 w 83"/>
                  <a:gd name="T31" fmla="*/ 19 h 44"/>
                  <a:gd name="T32" fmla="*/ 53 w 83"/>
                  <a:gd name="T33" fmla="*/ 21 h 44"/>
                  <a:gd name="T34" fmla="*/ 44 w 83"/>
                  <a:gd name="T35" fmla="*/ 21 h 44"/>
                  <a:gd name="T36" fmla="*/ 43 w 83"/>
                  <a:gd name="T37" fmla="*/ 18 h 44"/>
                  <a:gd name="T38" fmla="*/ 44 w 83"/>
                  <a:gd name="T39" fmla="*/ 13 h 44"/>
                  <a:gd name="T40" fmla="*/ 43 w 83"/>
                  <a:gd name="T41" fmla="*/ 8 h 44"/>
                  <a:gd name="T42" fmla="*/ 43 w 83"/>
                  <a:gd name="T43" fmla="*/ 6 h 44"/>
                  <a:gd name="T44" fmla="*/ 43 w 83"/>
                  <a:gd name="T45" fmla="*/ 2 h 44"/>
                  <a:gd name="T46" fmla="*/ 43 w 83"/>
                  <a:gd name="T47" fmla="*/ 0 h 44"/>
                  <a:gd name="T48" fmla="*/ 40 w 83"/>
                  <a:gd name="T49" fmla="*/ 0 h 44"/>
                  <a:gd name="T50" fmla="*/ 39 w 83"/>
                  <a:gd name="T51" fmla="*/ 2 h 44"/>
                  <a:gd name="T52" fmla="*/ 39 w 83"/>
                  <a:gd name="T53" fmla="*/ 6 h 44"/>
                  <a:gd name="T54" fmla="*/ 39 w 83"/>
                  <a:gd name="T55" fmla="*/ 8 h 44"/>
                  <a:gd name="T56" fmla="*/ 38 w 83"/>
                  <a:gd name="T57" fmla="*/ 13 h 44"/>
                  <a:gd name="T58" fmla="*/ 38 w 83"/>
                  <a:gd name="T59" fmla="*/ 18 h 44"/>
                  <a:gd name="T60" fmla="*/ 38 w 83"/>
                  <a:gd name="T61" fmla="*/ 21 h 44"/>
                  <a:gd name="T62" fmla="*/ 30 w 83"/>
                  <a:gd name="T63" fmla="*/ 21 h 44"/>
                  <a:gd name="T64" fmla="*/ 29 w 83"/>
                  <a:gd name="T65" fmla="*/ 19 h 44"/>
                  <a:gd name="T66" fmla="*/ 25 w 83"/>
                  <a:gd name="T67" fmla="*/ 19 h 44"/>
                  <a:gd name="T68" fmla="*/ 25 w 83"/>
                  <a:gd name="T69" fmla="*/ 23 h 44"/>
                  <a:gd name="T70" fmla="*/ 26 w 83"/>
                  <a:gd name="T71" fmla="*/ 24 h 44"/>
                  <a:gd name="T72" fmla="*/ 27 w 83"/>
                  <a:gd name="T73" fmla="*/ 29 h 44"/>
                  <a:gd name="T74" fmla="*/ 22 w 83"/>
                  <a:gd name="T75" fmla="*/ 31 h 44"/>
                  <a:gd name="T76" fmla="*/ 13 w 83"/>
                  <a:gd name="T77" fmla="*/ 26 h 44"/>
                  <a:gd name="T78" fmla="*/ 13 w 83"/>
                  <a:gd name="T79" fmla="*/ 35 h 44"/>
                  <a:gd name="T80" fmla="*/ 7 w 83"/>
                  <a:gd name="T81" fmla="*/ 37 h 44"/>
                  <a:gd name="T82" fmla="*/ 0 w 83"/>
                  <a:gd name="T83" fmla="*/ 34 h 44"/>
                  <a:gd name="T84" fmla="*/ 5 w 83"/>
                  <a:gd name="T85" fmla="*/ 42 h 44"/>
                  <a:gd name="T86" fmla="*/ 10 w 83"/>
                  <a:gd name="T87" fmla="*/ 43 h 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83" h="44">
                    <a:moveTo>
                      <a:pt x="10" y="43"/>
                    </a:moveTo>
                    <a:cubicBezTo>
                      <a:pt x="18" y="39"/>
                      <a:pt x="18" y="39"/>
                      <a:pt x="18" y="39"/>
                    </a:cubicBezTo>
                    <a:cubicBezTo>
                      <a:pt x="67" y="39"/>
                      <a:pt x="67" y="39"/>
                      <a:pt x="67" y="39"/>
                    </a:cubicBezTo>
                    <a:cubicBezTo>
                      <a:pt x="73" y="42"/>
                      <a:pt x="73" y="42"/>
                      <a:pt x="73" y="42"/>
                    </a:cubicBezTo>
                    <a:cubicBezTo>
                      <a:pt x="74" y="43"/>
                      <a:pt x="75" y="43"/>
                      <a:pt x="76" y="43"/>
                    </a:cubicBezTo>
                    <a:cubicBezTo>
                      <a:pt x="80" y="42"/>
                      <a:pt x="83" y="35"/>
                      <a:pt x="83" y="35"/>
                    </a:cubicBezTo>
                    <a:cubicBezTo>
                      <a:pt x="83" y="35"/>
                      <a:pt x="79" y="38"/>
                      <a:pt x="76" y="37"/>
                    </a:cubicBezTo>
                    <a:cubicBezTo>
                      <a:pt x="73" y="37"/>
                      <a:pt x="69" y="36"/>
                      <a:pt x="69" y="33"/>
                    </a:cubicBezTo>
                    <a:cubicBezTo>
                      <a:pt x="69" y="30"/>
                      <a:pt x="70" y="27"/>
                      <a:pt x="70" y="26"/>
                    </a:cubicBezTo>
                    <a:cubicBezTo>
                      <a:pt x="70" y="26"/>
                      <a:pt x="67" y="29"/>
                      <a:pt x="64" y="30"/>
                    </a:cubicBezTo>
                    <a:cubicBezTo>
                      <a:pt x="61" y="32"/>
                      <a:pt x="60" y="31"/>
                      <a:pt x="59" y="31"/>
                    </a:cubicBezTo>
                    <a:cubicBezTo>
                      <a:pt x="57" y="30"/>
                      <a:pt x="56" y="29"/>
                      <a:pt x="56" y="29"/>
                    </a:cubicBezTo>
                    <a:cubicBezTo>
                      <a:pt x="56" y="24"/>
                      <a:pt x="56" y="24"/>
                      <a:pt x="56" y="24"/>
                    </a:cubicBezTo>
                    <a:cubicBezTo>
                      <a:pt x="58" y="23"/>
                      <a:pt x="58" y="23"/>
                      <a:pt x="58" y="23"/>
                    </a:cubicBezTo>
                    <a:cubicBezTo>
                      <a:pt x="58" y="19"/>
                      <a:pt x="58" y="19"/>
                      <a:pt x="58" y="19"/>
                    </a:cubicBezTo>
                    <a:cubicBezTo>
                      <a:pt x="54" y="19"/>
                      <a:pt x="54" y="19"/>
                      <a:pt x="54" y="19"/>
                    </a:cubicBezTo>
                    <a:cubicBezTo>
                      <a:pt x="54" y="19"/>
                      <a:pt x="54" y="21"/>
                      <a:pt x="53" y="21"/>
                    </a:cubicBezTo>
                    <a:cubicBezTo>
                      <a:pt x="52" y="21"/>
                      <a:pt x="44" y="21"/>
                      <a:pt x="44" y="21"/>
                    </a:cubicBezTo>
                    <a:cubicBezTo>
                      <a:pt x="44" y="21"/>
                      <a:pt x="43" y="20"/>
                      <a:pt x="43" y="18"/>
                    </a:cubicBezTo>
                    <a:cubicBezTo>
                      <a:pt x="44" y="17"/>
                      <a:pt x="44" y="17"/>
                      <a:pt x="44" y="13"/>
                    </a:cubicBezTo>
                    <a:cubicBezTo>
                      <a:pt x="44" y="10"/>
                      <a:pt x="44" y="9"/>
                      <a:pt x="43" y="8"/>
                    </a:cubicBezTo>
                    <a:cubicBezTo>
                      <a:pt x="43" y="7"/>
                      <a:pt x="42" y="7"/>
                      <a:pt x="43" y="6"/>
                    </a:cubicBezTo>
                    <a:cubicBezTo>
                      <a:pt x="44" y="5"/>
                      <a:pt x="44" y="4"/>
                      <a:pt x="43" y="2"/>
                    </a:cubicBezTo>
                    <a:cubicBezTo>
                      <a:pt x="42" y="1"/>
                      <a:pt x="43" y="2"/>
                      <a:pt x="43" y="0"/>
                    </a:cubicBezTo>
                    <a:cubicBezTo>
                      <a:pt x="40" y="0"/>
                      <a:pt x="40" y="0"/>
                      <a:pt x="40" y="0"/>
                    </a:cubicBezTo>
                    <a:cubicBezTo>
                      <a:pt x="39" y="0"/>
                      <a:pt x="40" y="1"/>
                      <a:pt x="39" y="2"/>
                    </a:cubicBezTo>
                    <a:cubicBezTo>
                      <a:pt x="38" y="3"/>
                      <a:pt x="38" y="5"/>
                      <a:pt x="39" y="6"/>
                    </a:cubicBezTo>
                    <a:cubicBezTo>
                      <a:pt x="39" y="7"/>
                      <a:pt x="40" y="7"/>
                      <a:pt x="39" y="8"/>
                    </a:cubicBezTo>
                    <a:cubicBezTo>
                      <a:pt x="38" y="9"/>
                      <a:pt x="38" y="10"/>
                      <a:pt x="38" y="13"/>
                    </a:cubicBezTo>
                    <a:cubicBezTo>
                      <a:pt x="38" y="16"/>
                      <a:pt x="38" y="17"/>
                      <a:pt x="38" y="18"/>
                    </a:cubicBezTo>
                    <a:cubicBezTo>
                      <a:pt x="39" y="20"/>
                      <a:pt x="38" y="21"/>
                      <a:pt x="38" y="21"/>
                    </a:cubicBezTo>
                    <a:cubicBezTo>
                      <a:pt x="37" y="21"/>
                      <a:pt x="30" y="21"/>
                      <a:pt x="30" y="21"/>
                    </a:cubicBezTo>
                    <a:cubicBezTo>
                      <a:pt x="30" y="21"/>
                      <a:pt x="29" y="20"/>
                      <a:pt x="29" y="19"/>
                    </a:cubicBezTo>
                    <a:cubicBezTo>
                      <a:pt x="25" y="19"/>
                      <a:pt x="25" y="19"/>
                      <a:pt x="25" y="19"/>
                    </a:cubicBezTo>
                    <a:cubicBezTo>
                      <a:pt x="25" y="23"/>
                      <a:pt x="25" y="23"/>
                      <a:pt x="25" y="23"/>
                    </a:cubicBezTo>
                    <a:cubicBezTo>
                      <a:pt x="26" y="24"/>
                      <a:pt x="26" y="24"/>
                      <a:pt x="26" y="24"/>
                    </a:cubicBezTo>
                    <a:cubicBezTo>
                      <a:pt x="27" y="29"/>
                      <a:pt x="27" y="29"/>
                      <a:pt x="27" y="29"/>
                    </a:cubicBezTo>
                    <a:cubicBezTo>
                      <a:pt x="27" y="29"/>
                      <a:pt x="24" y="31"/>
                      <a:pt x="22" y="31"/>
                    </a:cubicBezTo>
                    <a:cubicBezTo>
                      <a:pt x="19" y="31"/>
                      <a:pt x="13" y="26"/>
                      <a:pt x="13" y="26"/>
                    </a:cubicBezTo>
                    <a:cubicBezTo>
                      <a:pt x="13" y="26"/>
                      <a:pt x="14" y="33"/>
                      <a:pt x="13" y="35"/>
                    </a:cubicBezTo>
                    <a:cubicBezTo>
                      <a:pt x="13" y="37"/>
                      <a:pt x="10" y="37"/>
                      <a:pt x="7" y="37"/>
                    </a:cubicBezTo>
                    <a:cubicBezTo>
                      <a:pt x="4" y="37"/>
                      <a:pt x="0" y="35"/>
                      <a:pt x="0" y="34"/>
                    </a:cubicBezTo>
                    <a:cubicBezTo>
                      <a:pt x="0" y="34"/>
                      <a:pt x="3" y="40"/>
                      <a:pt x="5" y="42"/>
                    </a:cubicBezTo>
                    <a:cubicBezTo>
                      <a:pt x="7" y="44"/>
                      <a:pt x="10" y="43"/>
                      <a:pt x="10" y="43"/>
                    </a:cubicBez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80" name="íṡļïdê"/>
              <p:cNvSpPr/>
              <p:nvPr/>
            </p:nvSpPr>
            <p:spPr bwMode="auto">
              <a:xfrm>
                <a:off x="3614738" y="3370263"/>
                <a:ext cx="596900" cy="241300"/>
              </a:xfrm>
              <a:custGeom>
                <a:avLst/>
                <a:gdLst>
                  <a:gd name="T0" fmla="*/ 58 w 181"/>
                  <a:gd name="T1" fmla="*/ 72 h 72"/>
                  <a:gd name="T2" fmla="*/ 8 w 181"/>
                  <a:gd name="T3" fmla="*/ 72 h 72"/>
                  <a:gd name="T4" fmla="*/ 3 w 181"/>
                  <a:gd name="T5" fmla="*/ 63 h 72"/>
                  <a:gd name="T6" fmla="*/ 6 w 181"/>
                  <a:gd name="T7" fmla="*/ 63 h 72"/>
                  <a:gd name="T8" fmla="*/ 11 w 181"/>
                  <a:gd name="T9" fmla="*/ 55 h 72"/>
                  <a:gd name="T10" fmla="*/ 14 w 181"/>
                  <a:gd name="T11" fmla="*/ 55 h 72"/>
                  <a:gd name="T12" fmla="*/ 14 w 181"/>
                  <a:gd name="T13" fmla="*/ 29 h 72"/>
                  <a:gd name="T14" fmla="*/ 0 w 181"/>
                  <a:gd name="T15" fmla="*/ 4 h 72"/>
                  <a:gd name="T16" fmla="*/ 30 w 181"/>
                  <a:gd name="T17" fmla="*/ 0 h 72"/>
                  <a:gd name="T18" fmla="*/ 58 w 181"/>
                  <a:gd name="T19" fmla="*/ 8 h 72"/>
                  <a:gd name="T20" fmla="*/ 51 w 181"/>
                  <a:gd name="T21" fmla="*/ 25 h 72"/>
                  <a:gd name="T22" fmla="*/ 131 w 181"/>
                  <a:gd name="T23" fmla="*/ 25 h 72"/>
                  <a:gd name="T24" fmla="*/ 122 w 181"/>
                  <a:gd name="T25" fmla="*/ 8 h 72"/>
                  <a:gd name="T26" fmla="*/ 150 w 181"/>
                  <a:gd name="T27" fmla="*/ 0 h 72"/>
                  <a:gd name="T28" fmla="*/ 181 w 181"/>
                  <a:gd name="T29" fmla="*/ 5 h 72"/>
                  <a:gd name="T30" fmla="*/ 166 w 181"/>
                  <a:gd name="T31" fmla="*/ 28 h 72"/>
                  <a:gd name="T32" fmla="*/ 166 w 181"/>
                  <a:gd name="T33" fmla="*/ 55 h 72"/>
                  <a:gd name="T34" fmla="*/ 171 w 181"/>
                  <a:gd name="T35" fmla="*/ 55 h 72"/>
                  <a:gd name="T36" fmla="*/ 178 w 181"/>
                  <a:gd name="T37" fmla="*/ 65 h 72"/>
                  <a:gd name="T38" fmla="*/ 174 w 181"/>
                  <a:gd name="T39" fmla="*/ 72 h 72"/>
                  <a:gd name="T40" fmla="*/ 58 w 181"/>
                  <a:gd name="T41" fmla="*/ 72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1" h="72">
                    <a:moveTo>
                      <a:pt x="58" y="72"/>
                    </a:moveTo>
                    <a:cubicBezTo>
                      <a:pt x="8" y="72"/>
                      <a:pt x="8" y="72"/>
                      <a:pt x="8" y="72"/>
                    </a:cubicBezTo>
                    <a:cubicBezTo>
                      <a:pt x="3" y="63"/>
                      <a:pt x="3" y="63"/>
                      <a:pt x="3" y="63"/>
                    </a:cubicBezTo>
                    <a:cubicBezTo>
                      <a:pt x="6" y="63"/>
                      <a:pt x="6" y="63"/>
                      <a:pt x="6" y="63"/>
                    </a:cubicBezTo>
                    <a:cubicBezTo>
                      <a:pt x="7" y="61"/>
                      <a:pt x="10" y="57"/>
                      <a:pt x="11" y="55"/>
                    </a:cubicBezTo>
                    <a:cubicBezTo>
                      <a:pt x="12" y="55"/>
                      <a:pt x="13" y="55"/>
                      <a:pt x="14" y="55"/>
                    </a:cubicBezTo>
                    <a:cubicBezTo>
                      <a:pt x="14" y="45"/>
                      <a:pt x="14" y="39"/>
                      <a:pt x="14" y="29"/>
                    </a:cubicBezTo>
                    <a:cubicBezTo>
                      <a:pt x="6" y="25"/>
                      <a:pt x="0" y="19"/>
                      <a:pt x="0" y="4"/>
                    </a:cubicBezTo>
                    <a:cubicBezTo>
                      <a:pt x="13" y="19"/>
                      <a:pt x="25" y="20"/>
                      <a:pt x="30" y="0"/>
                    </a:cubicBezTo>
                    <a:cubicBezTo>
                      <a:pt x="40" y="22"/>
                      <a:pt x="50" y="16"/>
                      <a:pt x="58" y="8"/>
                    </a:cubicBezTo>
                    <a:cubicBezTo>
                      <a:pt x="59" y="17"/>
                      <a:pt x="51" y="24"/>
                      <a:pt x="51" y="25"/>
                    </a:cubicBezTo>
                    <a:cubicBezTo>
                      <a:pt x="131" y="25"/>
                      <a:pt x="131" y="25"/>
                      <a:pt x="131" y="25"/>
                    </a:cubicBezTo>
                    <a:cubicBezTo>
                      <a:pt x="128" y="21"/>
                      <a:pt x="123" y="15"/>
                      <a:pt x="122" y="8"/>
                    </a:cubicBezTo>
                    <a:cubicBezTo>
                      <a:pt x="131" y="18"/>
                      <a:pt x="141" y="23"/>
                      <a:pt x="150" y="0"/>
                    </a:cubicBezTo>
                    <a:cubicBezTo>
                      <a:pt x="160" y="23"/>
                      <a:pt x="169" y="16"/>
                      <a:pt x="181" y="5"/>
                    </a:cubicBezTo>
                    <a:cubicBezTo>
                      <a:pt x="178" y="23"/>
                      <a:pt x="174" y="23"/>
                      <a:pt x="166" y="28"/>
                    </a:cubicBezTo>
                    <a:cubicBezTo>
                      <a:pt x="166" y="38"/>
                      <a:pt x="166" y="45"/>
                      <a:pt x="166" y="55"/>
                    </a:cubicBezTo>
                    <a:cubicBezTo>
                      <a:pt x="168" y="55"/>
                      <a:pt x="169" y="55"/>
                      <a:pt x="171" y="55"/>
                    </a:cubicBezTo>
                    <a:cubicBezTo>
                      <a:pt x="178" y="65"/>
                      <a:pt x="178" y="65"/>
                      <a:pt x="178" y="65"/>
                    </a:cubicBezTo>
                    <a:cubicBezTo>
                      <a:pt x="174" y="72"/>
                      <a:pt x="174" y="72"/>
                      <a:pt x="174" y="72"/>
                    </a:cubicBezTo>
                    <a:lnTo>
                      <a:pt x="58" y="72"/>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81" name="iş1ïďe"/>
              <p:cNvSpPr/>
              <p:nvPr/>
            </p:nvSpPr>
            <p:spPr bwMode="auto">
              <a:xfrm>
                <a:off x="3624263" y="3381375"/>
                <a:ext cx="577850" cy="200025"/>
              </a:xfrm>
              <a:custGeom>
                <a:avLst/>
                <a:gdLst>
                  <a:gd name="T0" fmla="*/ 130 w 175"/>
                  <a:gd name="T1" fmla="*/ 51 h 60"/>
                  <a:gd name="T2" fmla="*/ 130 w 175"/>
                  <a:gd name="T3" fmla="*/ 50 h 60"/>
                  <a:gd name="T4" fmla="*/ 48 w 175"/>
                  <a:gd name="T5" fmla="*/ 50 h 60"/>
                  <a:gd name="T6" fmla="*/ 48 w 175"/>
                  <a:gd name="T7" fmla="*/ 51 h 60"/>
                  <a:gd name="T8" fmla="*/ 52 w 175"/>
                  <a:gd name="T9" fmla="*/ 51 h 60"/>
                  <a:gd name="T10" fmla="*/ 48 w 175"/>
                  <a:gd name="T11" fmla="*/ 60 h 60"/>
                  <a:gd name="T12" fmla="*/ 7 w 175"/>
                  <a:gd name="T13" fmla="*/ 60 h 60"/>
                  <a:gd name="T14" fmla="*/ 10 w 175"/>
                  <a:gd name="T15" fmla="*/ 54 h 60"/>
                  <a:gd name="T16" fmla="*/ 14 w 175"/>
                  <a:gd name="T17" fmla="*/ 54 h 60"/>
                  <a:gd name="T18" fmla="*/ 13 w 175"/>
                  <a:gd name="T19" fmla="*/ 25 h 60"/>
                  <a:gd name="T20" fmla="*/ 0 w 175"/>
                  <a:gd name="T21" fmla="*/ 7 h 60"/>
                  <a:gd name="T22" fmla="*/ 28 w 175"/>
                  <a:gd name="T23" fmla="*/ 0 h 60"/>
                  <a:gd name="T24" fmla="*/ 55 w 175"/>
                  <a:gd name="T25" fmla="*/ 7 h 60"/>
                  <a:gd name="T26" fmla="*/ 48 w 175"/>
                  <a:gd name="T27" fmla="*/ 22 h 60"/>
                  <a:gd name="T28" fmla="*/ 127 w 175"/>
                  <a:gd name="T29" fmla="*/ 22 h 60"/>
                  <a:gd name="T30" fmla="*/ 119 w 175"/>
                  <a:gd name="T31" fmla="*/ 7 h 60"/>
                  <a:gd name="T32" fmla="*/ 147 w 175"/>
                  <a:gd name="T33" fmla="*/ 0 h 60"/>
                  <a:gd name="T34" fmla="*/ 175 w 175"/>
                  <a:gd name="T35" fmla="*/ 7 h 60"/>
                  <a:gd name="T36" fmla="*/ 161 w 175"/>
                  <a:gd name="T37" fmla="*/ 24 h 60"/>
                  <a:gd name="T38" fmla="*/ 161 w 175"/>
                  <a:gd name="T39" fmla="*/ 53 h 60"/>
                  <a:gd name="T40" fmla="*/ 165 w 175"/>
                  <a:gd name="T41" fmla="*/ 53 h 60"/>
                  <a:gd name="T42" fmla="*/ 169 w 175"/>
                  <a:gd name="T43" fmla="*/ 60 h 60"/>
                  <a:gd name="T44" fmla="*/ 128 w 175"/>
                  <a:gd name="T45" fmla="*/ 60 h 60"/>
                  <a:gd name="T46" fmla="*/ 124 w 175"/>
                  <a:gd name="T47" fmla="*/ 51 h 60"/>
                  <a:gd name="T48" fmla="*/ 130 w 175"/>
                  <a:gd name="T49" fmla="*/ 51 h 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75" h="60">
                    <a:moveTo>
                      <a:pt x="130" y="51"/>
                    </a:moveTo>
                    <a:cubicBezTo>
                      <a:pt x="130" y="50"/>
                      <a:pt x="130" y="50"/>
                      <a:pt x="130" y="50"/>
                    </a:cubicBezTo>
                    <a:cubicBezTo>
                      <a:pt x="48" y="50"/>
                      <a:pt x="48" y="50"/>
                      <a:pt x="48" y="50"/>
                    </a:cubicBezTo>
                    <a:cubicBezTo>
                      <a:pt x="48" y="51"/>
                      <a:pt x="48" y="51"/>
                      <a:pt x="48" y="51"/>
                    </a:cubicBezTo>
                    <a:cubicBezTo>
                      <a:pt x="52" y="51"/>
                      <a:pt x="52" y="51"/>
                      <a:pt x="52" y="51"/>
                    </a:cubicBezTo>
                    <a:cubicBezTo>
                      <a:pt x="48" y="60"/>
                      <a:pt x="48" y="60"/>
                      <a:pt x="48" y="60"/>
                    </a:cubicBezTo>
                    <a:cubicBezTo>
                      <a:pt x="34" y="60"/>
                      <a:pt x="20" y="60"/>
                      <a:pt x="7" y="60"/>
                    </a:cubicBezTo>
                    <a:cubicBezTo>
                      <a:pt x="8" y="58"/>
                      <a:pt x="9" y="56"/>
                      <a:pt x="10" y="54"/>
                    </a:cubicBezTo>
                    <a:cubicBezTo>
                      <a:pt x="11" y="54"/>
                      <a:pt x="12" y="54"/>
                      <a:pt x="14" y="54"/>
                    </a:cubicBezTo>
                    <a:cubicBezTo>
                      <a:pt x="14" y="44"/>
                      <a:pt x="13" y="34"/>
                      <a:pt x="13" y="25"/>
                    </a:cubicBezTo>
                    <a:cubicBezTo>
                      <a:pt x="5" y="20"/>
                      <a:pt x="1" y="14"/>
                      <a:pt x="0" y="7"/>
                    </a:cubicBezTo>
                    <a:cubicBezTo>
                      <a:pt x="12" y="18"/>
                      <a:pt x="22" y="17"/>
                      <a:pt x="28" y="0"/>
                    </a:cubicBezTo>
                    <a:cubicBezTo>
                      <a:pt x="37" y="22"/>
                      <a:pt x="47" y="15"/>
                      <a:pt x="55" y="7"/>
                    </a:cubicBezTo>
                    <a:cubicBezTo>
                      <a:pt x="55" y="14"/>
                      <a:pt x="50" y="17"/>
                      <a:pt x="48" y="22"/>
                    </a:cubicBezTo>
                    <a:cubicBezTo>
                      <a:pt x="127" y="22"/>
                      <a:pt x="127" y="22"/>
                      <a:pt x="127" y="22"/>
                    </a:cubicBezTo>
                    <a:cubicBezTo>
                      <a:pt x="125" y="18"/>
                      <a:pt x="120" y="14"/>
                      <a:pt x="119" y="7"/>
                    </a:cubicBezTo>
                    <a:cubicBezTo>
                      <a:pt x="127" y="15"/>
                      <a:pt x="137" y="22"/>
                      <a:pt x="147" y="0"/>
                    </a:cubicBezTo>
                    <a:cubicBezTo>
                      <a:pt x="153" y="17"/>
                      <a:pt x="163" y="18"/>
                      <a:pt x="175" y="7"/>
                    </a:cubicBezTo>
                    <a:cubicBezTo>
                      <a:pt x="173" y="14"/>
                      <a:pt x="169" y="19"/>
                      <a:pt x="161" y="24"/>
                    </a:cubicBezTo>
                    <a:cubicBezTo>
                      <a:pt x="161" y="34"/>
                      <a:pt x="161" y="44"/>
                      <a:pt x="161" y="53"/>
                    </a:cubicBezTo>
                    <a:cubicBezTo>
                      <a:pt x="162" y="53"/>
                      <a:pt x="164" y="53"/>
                      <a:pt x="165" y="53"/>
                    </a:cubicBezTo>
                    <a:cubicBezTo>
                      <a:pt x="166" y="55"/>
                      <a:pt x="167" y="58"/>
                      <a:pt x="169" y="60"/>
                    </a:cubicBezTo>
                    <a:cubicBezTo>
                      <a:pt x="155" y="60"/>
                      <a:pt x="142" y="60"/>
                      <a:pt x="128" y="60"/>
                    </a:cubicBezTo>
                    <a:cubicBezTo>
                      <a:pt x="124" y="51"/>
                      <a:pt x="124" y="51"/>
                      <a:pt x="124" y="51"/>
                    </a:cubicBezTo>
                    <a:lnTo>
                      <a:pt x="130" y="51"/>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82" name="ïṩḷíḍé"/>
              <p:cNvSpPr/>
              <p:nvPr/>
            </p:nvSpPr>
            <p:spPr bwMode="auto">
              <a:xfrm>
                <a:off x="4065588"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3" name="ïśľíḍè"/>
              <p:cNvSpPr/>
              <p:nvPr/>
            </p:nvSpPr>
            <p:spPr bwMode="auto">
              <a:xfrm>
                <a:off x="3740151"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4" name="í$ḻîḋè"/>
              <p:cNvSpPr/>
              <p:nvPr/>
            </p:nvSpPr>
            <p:spPr bwMode="auto">
              <a:xfrm>
                <a:off x="4125913"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5" name="iṣļíḋe"/>
              <p:cNvSpPr/>
              <p:nvPr/>
            </p:nvSpPr>
            <p:spPr bwMode="auto">
              <a:xfrm>
                <a:off x="3709988"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6" name="iṩḷiḓé"/>
              <p:cNvSpPr/>
              <p:nvPr/>
            </p:nvSpPr>
            <p:spPr bwMode="auto">
              <a:xfrm>
                <a:off x="4095751"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7" name="iSľiḍè"/>
              <p:cNvSpPr/>
              <p:nvPr/>
            </p:nvSpPr>
            <p:spPr bwMode="auto">
              <a:xfrm>
                <a:off x="3663951" y="3460750"/>
                <a:ext cx="495300" cy="317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8" name="ïṩḷîḍe"/>
              <p:cNvSpPr/>
              <p:nvPr/>
            </p:nvSpPr>
            <p:spPr bwMode="auto">
              <a:xfrm>
                <a:off x="3663951" y="3473450"/>
                <a:ext cx="115888"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9" name="íšḻiḑê"/>
              <p:cNvSpPr/>
              <p:nvPr/>
            </p:nvSpPr>
            <p:spPr bwMode="auto">
              <a:xfrm>
                <a:off x="3789363" y="3473450"/>
                <a:ext cx="428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0" name="ïṩļïďè"/>
              <p:cNvSpPr/>
              <p:nvPr/>
            </p:nvSpPr>
            <p:spPr bwMode="auto">
              <a:xfrm>
                <a:off x="3851276" y="3473450"/>
                <a:ext cx="57150"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1" name="îṥlïḋê"/>
              <p:cNvSpPr/>
              <p:nvPr/>
            </p:nvSpPr>
            <p:spPr bwMode="auto">
              <a:xfrm>
                <a:off x="3917951" y="3473450"/>
                <a:ext cx="555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2" name="îṧľïdè"/>
              <p:cNvSpPr/>
              <p:nvPr/>
            </p:nvSpPr>
            <p:spPr bwMode="auto">
              <a:xfrm>
                <a:off x="3994151" y="3473450"/>
                <a:ext cx="428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3" name="iSḷîḓê"/>
              <p:cNvSpPr/>
              <p:nvPr/>
            </p:nvSpPr>
            <p:spPr bwMode="auto">
              <a:xfrm>
                <a:off x="4046538" y="3473450"/>
                <a:ext cx="11271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4" name="îślíďè"/>
              <p:cNvSpPr/>
              <p:nvPr/>
            </p:nvSpPr>
            <p:spPr bwMode="auto">
              <a:xfrm>
                <a:off x="3979863" y="3473450"/>
                <a:ext cx="7938"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5" name="iSḻïḍè"/>
              <p:cNvSpPr/>
              <p:nvPr/>
            </p:nvSpPr>
            <p:spPr bwMode="auto">
              <a:xfrm>
                <a:off x="3838576" y="3473450"/>
                <a:ext cx="6350"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6" name="ïṡliḑê"/>
              <p:cNvSpPr/>
              <p:nvPr/>
            </p:nvSpPr>
            <p:spPr bwMode="auto">
              <a:xfrm>
                <a:off x="3851276" y="3384550"/>
                <a:ext cx="26988"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97" name="islïďé"/>
              <p:cNvSpPr/>
              <p:nvPr/>
            </p:nvSpPr>
            <p:spPr bwMode="auto">
              <a:xfrm>
                <a:off x="3817938" y="3384550"/>
                <a:ext cx="26988" cy="15875"/>
              </a:xfrm>
              <a:custGeom>
                <a:avLst/>
                <a:gdLst>
                  <a:gd name="T0" fmla="*/ 7 w 8"/>
                  <a:gd name="T1" fmla="*/ 0 h 5"/>
                  <a:gd name="T2" fmla="*/ 8 w 8"/>
                  <a:gd name="T3" fmla="*/ 2 h 5"/>
                  <a:gd name="T4" fmla="*/ 1 w 8"/>
                  <a:gd name="T5" fmla="*/ 5 h 5"/>
                  <a:gd name="T6" fmla="*/ 7 w 8"/>
                  <a:gd name="T7" fmla="*/ 0 h 5"/>
                  <a:gd name="T8" fmla="*/ 7 w 8"/>
                  <a:gd name="T9" fmla="*/ 0 h 5"/>
                  <a:gd name="T10" fmla="*/ 7 w 8"/>
                  <a:gd name="T11" fmla="*/ 0 h 5"/>
                </a:gdLst>
                <a:ahLst/>
                <a:cxnLst>
                  <a:cxn ang="0">
                    <a:pos x="T0" y="T1"/>
                  </a:cxn>
                  <a:cxn ang="0">
                    <a:pos x="T2" y="T3"/>
                  </a:cxn>
                  <a:cxn ang="0">
                    <a:pos x="T4" y="T5"/>
                  </a:cxn>
                  <a:cxn ang="0">
                    <a:pos x="T6" y="T7"/>
                  </a:cxn>
                  <a:cxn ang="0">
                    <a:pos x="T8" y="T9"/>
                  </a:cxn>
                  <a:cxn ang="0">
                    <a:pos x="T10" y="T11"/>
                  </a:cxn>
                </a:cxnLst>
                <a:rect l="0" t="0" r="r" b="b"/>
                <a:pathLst>
                  <a:path w="8" h="5">
                    <a:moveTo>
                      <a:pt x="7" y="0"/>
                    </a:moveTo>
                    <a:cubicBezTo>
                      <a:pt x="8" y="2"/>
                      <a:pt x="8" y="2"/>
                      <a:pt x="8" y="2"/>
                    </a:cubicBezTo>
                    <a:cubicBezTo>
                      <a:pt x="1" y="5"/>
                      <a:pt x="1" y="5"/>
                      <a:pt x="1" y="5"/>
                    </a:cubicBezTo>
                    <a:cubicBezTo>
                      <a:pt x="1" y="5"/>
                      <a:pt x="0" y="2"/>
                      <a:pt x="7" y="0"/>
                    </a:cubicBezTo>
                    <a:close/>
                    <a:moveTo>
                      <a:pt x="7" y="0"/>
                    </a:moveTo>
                    <a:cubicBezTo>
                      <a:pt x="7" y="0"/>
                      <a:pt x="7" y="0"/>
                      <a:pt x="7"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98" name="îṥḷîdé"/>
              <p:cNvSpPr/>
              <p:nvPr/>
            </p:nvSpPr>
            <p:spPr bwMode="auto">
              <a:xfrm>
                <a:off x="3983038" y="3384550"/>
                <a:ext cx="26988" cy="15875"/>
              </a:xfrm>
              <a:custGeom>
                <a:avLst/>
                <a:gdLst>
                  <a:gd name="T0" fmla="*/ 1 w 8"/>
                  <a:gd name="T1" fmla="*/ 0 h 5"/>
                  <a:gd name="T2" fmla="*/ 0 w 8"/>
                  <a:gd name="T3" fmla="*/ 2 h 5"/>
                  <a:gd name="T4" fmla="*/ 7 w 8"/>
                  <a:gd name="T5" fmla="*/ 5 h 5"/>
                  <a:gd name="T6" fmla="*/ 1 w 8"/>
                  <a:gd name="T7" fmla="*/ 0 h 5"/>
                  <a:gd name="T8" fmla="*/ 1 w 8"/>
                  <a:gd name="T9" fmla="*/ 0 h 5"/>
                  <a:gd name="T10" fmla="*/ 1 w 8"/>
                  <a:gd name="T11" fmla="*/ 0 h 5"/>
                </a:gdLst>
                <a:ahLst/>
                <a:cxnLst>
                  <a:cxn ang="0">
                    <a:pos x="T0" y="T1"/>
                  </a:cxn>
                  <a:cxn ang="0">
                    <a:pos x="T2" y="T3"/>
                  </a:cxn>
                  <a:cxn ang="0">
                    <a:pos x="T4" y="T5"/>
                  </a:cxn>
                  <a:cxn ang="0">
                    <a:pos x="T6" y="T7"/>
                  </a:cxn>
                  <a:cxn ang="0">
                    <a:pos x="T8" y="T9"/>
                  </a:cxn>
                  <a:cxn ang="0">
                    <a:pos x="T10" y="T11"/>
                  </a:cxn>
                </a:cxnLst>
                <a:rect l="0" t="0" r="r" b="b"/>
                <a:pathLst>
                  <a:path w="8" h="5">
                    <a:moveTo>
                      <a:pt x="1" y="0"/>
                    </a:moveTo>
                    <a:cubicBezTo>
                      <a:pt x="0" y="2"/>
                      <a:pt x="0" y="2"/>
                      <a:pt x="0" y="2"/>
                    </a:cubicBezTo>
                    <a:cubicBezTo>
                      <a:pt x="7" y="5"/>
                      <a:pt x="7" y="5"/>
                      <a:pt x="7" y="5"/>
                    </a:cubicBezTo>
                    <a:cubicBezTo>
                      <a:pt x="7" y="5"/>
                      <a:pt x="8" y="2"/>
                      <a:pt x="1" y="0"/>
                    </a:cubicBezTo>
                    <a:close/>
                    <a:moveTo>
                      <a:pt x="1" y="0"/>
                    </a:moveTo>
                    <a:cubicBezTo>
                      <a:pt x="1" y="0"/>
                      <a:pt x="1" y="0"/>
                      <a:pt x="1"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99" name="isḷîḋé"/>
              <p:cNvSpPr/>
              <p:nvPr/>
            </p:nvSpPr>
            <p:spPr bwMode="auto">
              <a:xfrm>
                <a:off x="3884613" y="3384550"/>
                <a:ext cx="26988"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0" name="iśḷïḑè"/>
              <p:cNvSpPr/>
              <p:nvPr/>
            </p:nvSpPr>
            <p:spPr bwMode="auto">
              <a:xfrm>
                <a:off x="3917951" y="3384550"/>
                <a:ext cx="25400"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1" name="iṧľiďé"/>
              <p:cNvSpPr/>
              <p:nvPr/>
            </p:nvSpPr>
            <p:spPr bwMode="auto">
              <a:xfrm>
                <a:off x="3951288" y="3384550"/>
                <a:ext cx="25400"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2" name="išľïḍé"/>
              <p:cNvSpPr/>
              <p:nvPr/>
            </p:nvSpPr>
            <p:spPr bwMode="auto">
              <a:xfrm>
                <a:off x="3771901" y="3484563"/>
                <a:ext cx="7938"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3" name="îŝlîḑè"/>
              <p:cNvSpPr/>
              <p:nvPr/>
            </p:nvSpPr>
            <p:spPr bwMode="auto">
              <a:xfrm>
                <a:off x="3786188" y="3484563"/>
                <a:ext cx="46038" cy="60325"/>
              </a:xfrm>
              <a:custGeom>
                <a:avLst/>
                <a:gdLst>
                  <a:gd name="T0" fmla="*/ 8 w 29"/>
                  <a:gd name="T1" fmla="*/ 0 h 38"/>
                  <a:gd name="T2" fmla="*/ 20 w 29"/>
                  <a:gd name="T3" fmla="*/ 0 h 38"/>
                  <a:gd name="T4" fmla="*/ 29 w 29"/>
                  <a:gd name="T5" fmla="*/ 8 h 38"/>
                  <a:gd name="T6" fmla="*/ 29 w 29"/>
                  <a:gd name="T7" fmla="*/ 38 h 38"/>
                  <a:gd name="T8" fmla="*/ 0 w 29"/>
                  <a:gd name="T9" fmla="*/ 38 h 38"/>
                  <a:gd name="T10" fmla="*/ 0 w 29"/>
                  <a:gd name="T11" fmla="*/ 8 h 38"/>
                  <a:gd name="T12" fmla="*/ 8 w 29"/>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29" h="38">
                    <a:moveTo>
                      <a:pt x="8" y="0"/>
                    </a:moveTo>
                    <a:lnTo>
                      <a:pt x="20" y="0"/>
                    </a:lnTo>
                    <a:lnTo>
                      <a:pt x="29" y="8"/>
                    </a:lnTo>
                    <a:lnTo>
                      <a:pt x="29" y="38"/>
                    </a:lnTo>
                    <a:lnTo>
                      <a:pt x="0" y="38"/>
                    </a:lnTo>
                    <a:lnTo>
                      <a:pt x="0" y="8"/>
                    </a:lnTo>
                    <a:lnTo>
                      <a:pt x="8"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4" name="îṩḻíḓe"/>
              <p:cNvSpPr/>
              <p:nvPr/>
            </p:nvSpPr>
            <p:spPr bwMode="auto">
              <a:xfrm>
                <a:off x="3994151" y="3484563"/>
                <a:ext cx="46038" cy="60325"/>
              </a:xfrm>
              <a:custGeom>
                <a:avLst/>
                <a:gdLst>
                  <a:gd name="T0" fmla="*/ 8 w 29"/>
                  <a:gd name="T1" fmla="*/ 0 h 38"/>
                  <a:gd name="T2" fmla="*/ 18 w 29"/>
                  <a:gd name="T3" fmla="*/ 0 h 38"/>
                  <a:gd name="T4" fmla="*/ 29 w 29"/>
                  <a:gd name="T5" fmla="*/ 8 h 38"/>
                  <a:gd name="T6" fmla="*/ 29 w 29"/>
                  <a:gd name="T7" fmla="*/ 38 h 38"/>
                  <a:gd name="T8" fmla="*/ 0 w 29"/>
                  <a:gd name="T9" fmla="*/ 38 h 38"/>
                  <a:gd name="T10" fmla="*/ 0 w 29"/>
                  <a:gd name="T11" fmla="*/ 8 h 38"/>
                  <a:gd name="T12" fmla="*/ 8 w 29"/>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29" h="38">
                    <a:moveTo>
                      <a:pt x="8" y="0"/>
                    </a:moveTo>
                    <a:lnTo>
                      <a:pt x="18" y="0"/>
                    </a:lnTo>
                    <a:lnTo>
                      <a:pt x="29" y="8"/>
                    </a:lnTo>
                    <a:lnTo>
                      <a:pt x="29" y="38"/>
                    </a:lnTo>
                    <a:lnTo>
                      <a:pt x="0" y="38"/>
                    </a:lnTo>
                    <a:lnTo>
                      <a:pt x="0" y="8"/>
                    </a:lnTo>
                    <a:lnTo>
                      <a:pt x="8"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5" name="î$1îdè"/>
              <p:cNvSpPr/>
              <p:nvPr/>
            </p:nvSpPr>
            <p:spPr bwMode="auto">
              <a:xfrm>
                <a:off x="3851276" y="3484563"/>
                <a:ext cx="122238" cy="60325"/>
              </a:xfrm>
              <a:custGeom>
                <a:avLst/>
                <a:gdLst>
                  <a:gd name="T0" fmla="*/ 9 w 77"/>
                  <a:gd name="T1" fmla="*/ 0 h 38"/>
                  <a:gd name="T2" fmla="*/ 69 w 77"/>
                  <a:gd name="T3" fmla="*/ 0 h 38"/>
                  <a:gd name="T4" fmla="*/ 77 w 77"/>
                  <a:gd name="T5" fmla="*/ 8 h 38"/>
                  <a:gd name="T6" fmla="*/ 77 w 77"/>
                  <a:gd name="T7" fmla="*/ 38 h 38"/>
                  <a:gd name="T8" fmla="*/ 0 w 77"/>
                  <a:gd name="T9" fmla="*/ 38 h 38"/>
                  <a:gd name="T10" fmla="*/ 0 w 77"/>
                  <a:gd name="T11" fmla="*/ 8 h 38"/>
                  <a:gd name="T12" fmla="*/ 9 w 77"/>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77" h="38">
                    <a:moveTo>
                      <a:pt x="9" y="0"/>
                    </a:moveTo>
                    <a:lnTo>
                      <a:pt x="69" y="0"/>
                    </a:lnTo>
                    <a:lnTo>
                      <a:pt x="77" y="8"/>
                    </a:lnTo>
                    <a:lnTo>
                      <a:pt x="77" y="38"/>
                    </a:lnTo>
                    <a:lnTo>
                      <a:pt x="0" y="38"/>
                    </a:lnTo>
                    <a:lnTo>
                      <a:pt x="0" y="8"/>
                    </a:lnTo>
                    <a:lnTo>
                      <a:pt x="9"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6" name="iśľïḓe"/>
              <p:cNvSpPr/>
              <p:nvPr/>
            </p:nvSpPr>
            <p:spPr bwMode="auto">
              <a:xfrm>
                <a:off x="4046538" y="3484563"/>
                <a:ext cx="6350"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7" name="iṣļïḑè"/>
              <p:cNvSpPr/>
              <p:nvPr/>
            </p:nvSpPr>
            <p:spPr bwMode="auto">
              <a:xfrm>
                <a:off x="3838576" y="3484563"/>
                <a:ext cx="6350"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8" name="iṡḷidé"/>
              <p:cNvSpPr/>
              <p:nvPr/>
            </p:nvSpPr>
            <p:spPr bwMode="auto">
              <a:xfrm>
                <a:off x="3979863" y="3484563"/>
                <a:ext cx="3175"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9" name="íṡḷíḋe"/>
              <p:cNvSpPr/>
              <p:nvPr/>
            </p:nvSpPr>
            <p:spPr bwMode="auto">
              <a:xfrm>
                <a:off x="3811588" y="3551238"/>
                <a:ext cx="20478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0" name="íŝ1iḑê"/>
              <p:cNvSpPr/>
              <p:nvPr/>
            </p:nvSpPr>
            <p:spPr bwMode="auto">
              <a:xfrm>
                <a:off x="3805238" y="3557588"/>
                <a:ext cx="214313"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1" name="îṩḷiḑe"/>
              <p:cNvSpPr/>
              <p:nvPr/>
            </p:nvSpPr>
            <p:spPr bwMode="auto">
              <a:xfrm>
                <a:off x="3802063" y="3567113"/>
                <a:ext cx="220663" cy="1588"/>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2" name="iṧḻiḑê"/>
              <p:cNvSpPr/>
              <p:nvPr/>
            </p:nvSpPr>
            <p:spPr bwMode="auto">
              <a:xfrm>
                <a:off x="3802063" y="3570288"/>
                <a:ext cx="22383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3" name="ïṣḻîḋè"/>
              <p:cNvSpPr/>
              <p:nvPr/>
            </p:nvSpPr>
            <p:spPr bwMode="auto">
              <a:xfrm>
                <a:off x="3795713" y="3581400"/>
                <a:ext cx="234950"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4" name="îṡ1îḍé"/>
              <p:cNvSpPr/>
              <p:nvPr/>
            </p:nvSpPr>
            <p:spPr bwMode="auto">
              <a:xfrm>
                <a:off x="3633788" y="3587750"/>
                <a:ext cx="560388" cy="6350"/>
              </a:xfrm>
              <a:custGeom>
                <a:avLst/>
                <a:gdLst>
                  <a:gd name="T0" fmla="*/ 0 w 353"/>
                  <a:gd name="T1" fmla="*/ 0 h 4"/>
                  <a:gd name="T2" fmla="*/ 353 w 353"/>
                  <a:gd name="T3" fmla="*/ 0 h 4"/>
                  <a:gd name="T4" fmla="*/ 351 w 353"/>
                  <a:gd name="T5" fmla="*/ 4 h 4"/>
                  <a:gd name="T6" fmla="*/ 2 w 353"/>
                  <a:gd name="T7" fmla="*/ 4 h 4"/>
                  <a:gd name="T8" fmla="*/ 0 w 353"/>
                  <a:gd name="T9" fmla="*/ 0 h 4"/>
                </a:gdLst>
                <a:ahLst/>
                <a:cxnLst>
                  <a:cxn ang="0">
                    <a:pos x="T0" y="T1"/>
                  </a:cxn>
                  <a:cxn ang="0">
                    <a:pos x="T2" y="T3"/>
                  </a:cxn>
                  <a:cxn ang="0">
                    <a:pos x="T4" y="T5"/>
                  </a:cxn>
                  <a:cxn ang="0">
                    <a:pos x="T6" y="T7"/>
                  </a:cxn>
                  <a:cxn ang="0">
                    <a:pos x="T8" y="T9"/>
                  </a:cxn>
                </a:cxnLst>
                <a:rect l="0" t="0" r="r" b="b"/>
                <a:pathLst>
                  <a:path w="353" h="4">
                    <a:moveTo>
                      <a:pt x="0" y="0"/>
                    </a:moveTo>
                    <a:lnTo>
                      <a:pt x="353" y="0"/>
                    </a:lnTo>
                    <a:lnTo>
                      <a:pt x="351" y="4"/>
                    </a:lnTo>
                    <a:lnTo>
                      <a:pt x="2" y="4"/>
                    </a:lnTo>
                    <a:lnTo>
                      <a:pt x="0" y="0"/>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15" name="îš1íḑe"/>
              <p:cNvSpPr/>
              <p:nvPr/>
            </p:nvSpPr>
            <p:spPr bwMode="auto">
              <a:xfrm>
                <a:off x="3640138" y="3600450"/>
                <a:ext cx="547688" cy="6350"/>
              </a:xfrm>
              <a:custGeom>
                <a:avLst/>
                <a:gdLst>
                  <a:gd name="T0" fmla="*/ 0 w 345"/>
                  <a:gd name="T1" fmla="*/ 0 h 4"/>
                  <a:gd name="T2" fmla="*/ 345 w 345"/>
                  <a:gd name="T3" fmla="*/ 0 h 4"/>
                  <a:gd name="T4" fmla="*/ 343 w 345"/>
                  <a:gd name="T5" fmla="*/ 4 h 4"/>
                  <a:gd name="T6" fmla="*/ 2 w 345"/>
                  <a:gd name="T7" fmla="*/ 4 h 4"/>
                  <a:gd name="T8" fmla="*/ 0 w 345"/>
                  <a:gd name="T9" fmla="*/ 0 h 4"/>
                </a:gdLst>
                <a:ahLst/>
                <a:cxnLst>
                  <a:cxn ang="0">
                    <a:pos x="T0" y="T1"/>
                  </a:cxn>
                  <a:cxn ang="0">
                    <a:pos x="T2" y="T3"/>
                  </a:cxn>
                  <a:cxn ang="0">
                    <a:pos x="T4" y="T5"/>
                  </a:cxn>
                  <a:cxn ang="0">
                    <a:pos x="T6" y="T7"/>
                  </a:cxn>
                  <a:cxn ang="0">
                    <a:pos x="T8" y="T9"/>
                  </a:cxn>
                </a:cxnLst>
                <a:rect l="0" t="0" r="r" b="b"/>
                <a:pathLst>
                  <a:path w="345" h="4">
                    <a:moveTo>
                      <a:pt x="0" y="0"/>
                    </a:moveTo>
                    <a:lnTo>
                      <a:pt x="345" y="0"/>
                    </a:lnTo>
                    <a:lnTo>
                      <a:pt x="343" y="4"/>
                    </a:lnTo>
                    <a:lnTo>
                      <a:pt x="2" y="4"/>
                    </a:lnTo>
                    <a:lnTo>
                      <a:pt x="0" y="0"/>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16" name="iš1ïḍe"/>
              <p:cNvSpPr/>
              <p:nvPr/>
            </p:nvSpPr>
            <p:spPr bwMode="auto">
              <a:xfrm>
                <a:off x="3736976" y="3406775"/>
                <a:ext cx="352425" cy="4763"/>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7" name="îSḻîde"/>
              <p:cNvSpPr/>
              <p:nvPr/>
            </p:nvSpPr>
            <p:spPr bwMode="auto">
              <a:xfrm>
                <a:off x="3746501" y="3417888"/>
                <a:ext cx="3333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8" name="î$ḻîḑé"/>
              <p:cNvSpPr/>
              <p:nvPr/>
            </p:nvSpPr>
            <p:spPr bwMode="auto">
              <a:xfrm>
                <a:off x="3805238" y="3417888"/>
                <a:ext cx="211138" cy="1588"/>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9" name="íŝļïḓe"/>
              <p:cNvSpPr/>
              <p:nvPr/>
            </p:nvSpPr>
            <p:spPr bwMode="auto">
              <a:xfrm>
                <a:off x="3811588"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20" name="îS1iḍé"/>
              <p:cNvSpPr/>
              <p:nvPr/>
            </p:nvSpPr>
            <p:spPr bwMode="auto">
              <a:xfrm>
                <a:off x="3802063"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21" name="išlïdé"/>
              <p:cNvSpPr/>
              <p:nvPr/>
            </p:nvSpPr>
            <p:spPr bwMode="auto">
              <a:xfrm>
                <a:off x="3789363" y="3421063"/>
                <a:ext cx="6350"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22" name="ïSlïde"/>
              <p:cNvSpPr/>
              <p:nvPr/>
            </p:nvSpPr>
            <p:spPr bwMode="auto">
              <a:xfrm>
                <a:off x="3822701"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3" name="îşľïďe"/>
              <p:cNvSpPr/>
              <p:nvPr/>
            </p:nvSpPr>
            <p:spPr bwMode="auto">
              <a:xfrm>
                <a:off x="3832226"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4" name="ïşľíďê"/>
              <p:cNvSpPr/>
              <p:nvPr/>
            </p:nvSpPr>
            <p:spPr bwMode="auto">
              <a:xfrm>
                <a:off x="38449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5" name="íś1ïdè"/>
              <p:cNvSpPr/>
              <p:nvPr/>
            </p:nvSpPr>
            <p:spPr bwMode="auto">
              <a:xfrm>
                <a:off x="3854451"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0" y="0"/>
                      <a:pt x="1" y="0"/>
                      <a:pt x="2" y="0"/>
                    </a:cubicBezTo>
                    <a:cubicBezTo>
                      <a:pt x="2" y="3"/>
                      <a:pt x="2" y="6"/>
                      <a:pt x="2"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6" name="iṩḷiḍe"/>
              <p:cNvSpPr/>
              <p:nvPr/>
            </p:nvSpPr>
            <p:spPr bwMode="auto">
              <a:xfrm>
                <a:off x="3865563"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7" name="ïŝ1iďè"/>
              <p:cNvSpPr/>
              <p:nvPr/>
            </p:nvSpPr>
            <p:spPr bwMode="auto">
              <a:xfrm>
                <a:off x="3878263"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8" name="íṩļíḋê"/>
              <p:cNvSpPr/>
              <p:nvPr/>
            </p:nvSpPr>
            <p:spPr bwMode="auto">
              <a:xfrm>
                <a:off x="3887788"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9" name="ïṧ1ïdè"/>
              <p:cNvSpPr/>
              <p:nvPr/>
            </p:nvSpPr>
            <p:spPr bwMode="auto">
              <a:xfrm>
                <a:off x="3897313"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0" name="íŝḻîḍé"/>
              <p:cNvSpPr/>
              <p:nvPr/>
            </p:nvSpPr>
            <p:spPr bwMode="auto">
              <a:xfrm>
                <a:off x="3908426"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1" name="îşḻïḓé"/>
              <p:cNvSpPr/>
              <p:nvPr/>
            </p:nvSpPr>
            <p:spPr bwMode="auto">
              <a:xfrm>
                <a:off x="39211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2" name="íśļíďè"/>
              <p:cNvSpPr/>
              <p:nvPr/>
            </p:nvSpPr>
            <p:spPr bwMode="auto">
              <a:xfrm>
                <a:off x="3930651"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3" name="iŝ1ïdé"/>
              <p:cNvSpPr/>
              <p:nvPr/>
            </p:nvSpPr>
            <p:spPr bwMode="auto">
              <a:xfrm>
                <a:off x="3940176"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4" name="is1ídè"/>
              <p:cNvSpPr/>
              <p:nvPr/>
            </p:nvSpPr>
            <p:spPr bwMode="auto">
              <a:xfrm>
                <a:off x="3951288"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2" y="0"/>
                      <a:pt x="2" y="0"/>
                    </a:cubicBezTo>
                    <a:cubicBezTo>
                      <a:pt x="2" y="3"/>
                      <a:pt x="2" y="6"/>
                      <a:pt x="2" y="9"/>
                    </a:cubicBezTo>
                    <a:cubicBezTo>
                      <a:pt x="2"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5" name="islíďê"/>
              <p:cNvSpPr/>
              <p:nvPr/>
            </p:nvSpPr>
            <p:spPr bwMode="auto">
              <a:xfrm>
                <a:off x="3963988"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6" name="iṩlíḑê"/>
              <p:cNvSpPr/>
              <p:nvPr/>
            </p:nvSpPr>
            <p:spPr bwMode="auto">
              <a:xfrm>
                <a:off x="3973513"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7" name="îṥḷïďê"/>
              <p:cNvSpPr/>
              <p:nvPr/>
            </p:nvSpPr>
            <p:spPr bwMode="auto">
              <a:xfrm>
                <a:off x="3983038"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8" name="íṥḻïďè"/>
              <p:cNvSpPr/>
              <p:nvPr/>
            </p:nvSpPr>
            <p:spPr bwMode="auto">
              <a:xfrm>
                <a:off x="39973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9" name="íṡḷíḍè"/>
              <p:cNvSpPr/>
              <p:nvPr/>
            </p:nvSpPr>
            <p:spPr bwMode="auto">
              <a:xfrm>
                <a:off x="4006851"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0" name="î$ḷîḑé"/>
              <p:cNvSpPr/>
              <p:nvPr/>
            </p:nvSpPr>
            <p:spPr bwMode="auto">
              <a:xfrm>
                <a:off x="4016376" y="3421063"/>
                <a:ext cx="6350"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1" name="í$ľîdè"/>
              <p:cNvSpPr/>
              <p:nvPr/>
            </p:nvSpPr>
            <p:spPr bwMode="auto">
              <a:xfrm>
                <a:off x="4025901" y="3421063"/>
                <a:ext cx="7938"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2" name="iṥ1iḍè"/>
              <p:cNvSpPr/>
              <p:nvPr/>
            </p:nvSpPr>
            <p:spPr bwMode="auto">
              <a:xfrm>
                <a:off x="4040188" y="3417888"/>
                <a:ext cx="3968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3" name="ïslidé"/>
              <p:cNvSpPr/>
              <p:nvPr/>
            </p:nvSpPr>
            <p:spPr bwMode="auto">
              <a:xfrm>
                <a:off x="3679826"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4" name="íṡlïďè"/>
              <p:cNvSpPr/>
              <p:nvPr/>
            </p:nvSpPr>
            <p:spPr bwMode="auto">
              <a:xfrm>
                <a:off x="3884613" y="3490913"/>
                <a:ext cx="55563" cy="53975"/>
              </a:xfrm>
              <a:custGeom>
                <a:avLst/>
                <a:gdLst>
                  <a:gd name="T0" fmla="*/ 0 w 35"/>
                  <a:gd name="T1" fmla="*/ 0 h 34"/>
                  <a:gd name="T2" fmla="*/ 35 w 35"/>
                  <a:gd name="T3" fmla="*/ 0 h 34"/>
                  <a:gd name="T4" fmla="*/ 35 w 35"/>
                  <a:gd name="T5" fmla="*/ 34 h 34"/>
                  <a:gd name="T6" fmla="*/ 0 w 35"/>
                  <a:gd name="T7" fmla="*/ 34 h 34"/>
                  <a:gd name="T8" fmla="*/ 0 w 35"/>
                  <a:gd name="T9" fmla="*/ 0 h 34"/>
                  <a:gd name="T10" fmla="*/ 0 w 35"/>
                  <a:gd name="T11" fmla="*/ 0 h 34"/>
                  <a:gd name="T12" fmla="*/ 4 w 35"/>
                  <a:gd name="T13" fmla="*/ 8 h 34"/>
                  <a:gd name="T14" fmla="*/ 4 w 35"/>
                  <a:gd name="T15" fmla="*/ 27 h 34"/>
                  <a:gd name="T16" fmla="*/ 8 w 35"/>
                  <a:gd name="T17" fmla="*/ 27 h 34"/>
                  <a:gd name="T18" fmla="*/ 8 w 35"/>
                  <a:gd name="T19" fmla="*/ 8 h 34"/>
                  <a:gd name="T20" fmla="*/ 4 w 35"/>
                  <a:gd name="T21" fmla="*/ 8 h 34"/>
                  <a:gd name="T22" fmla="*/ 4 w 35"/>
                  <a:gd name="T23" fmla="*/ 8 h 34"/>
                  <a:gd name="T24" fmla="*/ 29 w 35"/>
                  <a:gd name="T25" fmla="*/ 8 h 34"/>
                  <a:gd name="T26" fmla="*/ 29 w 35"/>
                  <a:gd name="T27" fmla="*/ 27 h 34"/>
                  <a:gd name="T28" fmla="*/ 31 w 35"/>
                  <a:gd name="T29" fmla="*/ 27 h 34"/>
                  <a:gd name="T30" fmla="*/ 31 w 35"/>
                  <a:gd name="T31" fmla="*/ 8 h 34"/>
                  <a:gd name="T32" fmla="*/ 29 w 35"/>
                  <a:gd name="T33" fmla="*/ 8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35" h="34">
                    <a:moveTo>
                      <a:pt x="0" y="0"/>
                    </a:moveTo>
                    <a:lnTo>
                      <a:pt x="35" y="0"/>
                    </a:lnTo>
                    <a:lnTo>
                      <a:pt x="35" y="34"/>
                    </a:lnTo>
                    <a:lnTo>
                      <a:pt x="0" y="34"/>
                    </a:lnTo>
                    <a:lnTo>
                      <a:pt x="0" y="0"/>
                    </a:lnTo>
                    <a:lnTo>
                      <a:pt x="0" y="0"/>
                    </a:lnTo>
                    <a:close/>
                    <a:moveTo>
                      <a:pt x="4" y="8"/>
                    </a:moveTo>
                    <a:lnTo>
                      <a:pt x="4" y="27"/>
                    </a:lnTo>
                    <a:lnTo>
                      <a:pt x="8" y="27"/>
                    </a:lnTo>
                    <a:lnTo>
                      <a:pt x="8" y="8"/>
                    </a:lnTo>
                    <a:lnTo>
                      <a:pt x="4" y="8"/>
                    </a:lnTo>
                    <a:lnTo>
                      <a:pt x="4" y="8"/>
                    </a:lnTo>
                    <a:close/>
                    <a:moveTo>
                      <a:pt x="29" y="8"/>
                    </a:moveTo>
                    <a:lnTo>
                      <a:pt x="29" y="27"/>
                    </a:lnTo>
                    <a:lnTo>
                      <a:pt x="31" y="27"/>
                    </a:lnTo>
                    <a:lnTo>
                      <a:pt x="31" y="8"/>
                    </a:lnTo>
                    <a:lnTo>
                      <a:pt x="29" y="8"/>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45" name="iṧ1ïḓè"/>
              <p:cNvSpPr/>
              <p:nvPr/>
            </p:nvSpPr>
            <p:spPr bwMode="auto">
              <a:xfrm>
                <a:off x="3551238" y="3067050"/>
                <a:ext cx="722313" cy="727075"/>
              </a:xfrm>
              <a:custGeom>
                <a:avLst/>
                <a:gdLst>
                  <a:gd name="T0" fmla="*/ 109 w 219"/>
                  <a:gd name="T1" fmla="*/ 0 h 218"/>
                  <a:gd name="T2" fmla="*/ 219 w 219"/>
                  <a:gd name="T3" fmla="*/ 109 h 218"/>
                  <a:gd name="T4" fmla="*/ 109 w 219"/>
                  <a:gd name="T5" fmla="*/ 218 h 218"/>
                  <a:gd name="T6" fmla="*/ 0 w 219"/>
                  <a:gd name="T7" fmla="*/ 109 h 218"/>
                  <a:gd name="T8" fmla="*/ 109 w 219"/>
                  <a:gd name="T9" fmla="*/ 0 h 218"/>
                  <a:gd name="T10" fmla="*/ 109 w 219"/>
                  <a:gd name="T11" fmla="*/ 3 h 218"/>
                  <a:gd name="T12" fmla="*/ 4 w 219"/>
                  <a:gd name="T13" fmla="*/ 109 h 218"/>
                  <a:gd name="T14" fmla="*/ 109 w 219"/>
                  <a:gd name="T15" fmla="*/ 215 h 218"/>
                  <a:gd name="T16" fmla="*/ 215 w 219"/>
                  <a:gd name="T17" fmla="*/ 109 h 218"/>
                  <a:gd name="T18" fmla="*/ 109 w 219"/>
                  <a:gd name="T19" fmla="*/ 3 h 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9" h="218">
                    <a:moveTo>
                      <a:pt x="109" y="0"/>
                    </a:moveTo>
                    <a:cubicBezTo>
                      <a:pt x="170" y="0"/>
                      <a:pt x="219" y="49"/>
                      <a:pt x="219" y="109"/>
                    </a:cubicBezTo>
                    <a:cubicBezTo>
                      <a:pt x="219" y="169"/>
                      <a:pt x="170" y="218"/>
                      <a:pt x="109" y="218"/>
                    </a:cubicBezTo>
                    <a:cubicBezTo>
                      <a:pt x="49" y="218"/>
                      <a:pt x="0" y="169"/>
                      <a:pt x="0" y="109"/>
                    </a:cubicBezTo>
                    <a:cubicBezTo>
                      <a:pt x="0" y="49"/>
                      <a:pt x="49" y="0"/>
                      <a:pt x="109" y="0"/>
                    </a:cubicBezTo>
                    <a:close/>
                    <a:moveTo>
                      <a:pt x="109" y="3"/>
                    </a:moveTo>
                    <a:cubicBezTo>
                      <a:pt x="51" y="3"/>
                      <a:pt x="4" y="51"/>
                      <a:pt x="4" y="109"/>
                    </a:cubicBezTo>
                    <a:cubicBezTo>
                      <a:pt x="4" y="167"/>
                      <a:pt x="51" y="215"/>
                      <a:pt x="109" y="215"/>
                    </a:cubicBezTo>
                    <a:cubicBezTo>
                      <a:pt x="168" y="215"/>
                      <a:pt x="215" y="167"/>
                      <a:pt x="215" y="109"/>
                    </a:cubicBezTo>
                    <a:cubicBezTo>
                      <a:pt x="215" y="51"/>
                      <a:pt x="168" y="3"/>
                      <a:pt x="109" y="3"/>
                    </a:cubicBez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nvGrpSpPr>
            <p:cNvPr id="247" name="íşḷïḑe"/>
            <p:cNvGrpSpPr/>
            <p:nvPr userDrawn="1"/>
          </p:nvGrpSpPr>
          <p:grpSpPr>
            <a:xfrm>
              <a:off x="4894762" y="471192"/>
              <a:ext cx="4437911" cy="1614111"/>
              <a:chOff x="4412452" y="3106738"/>
              <a:chExt cx="2312689" cy="841148"/>
            </a:xfrm>
          </p:grpSpPr>
          <p:grpSp>
            <p:nvGrpSpPr>
              <p:cNvPr id="248" name="îṥľíḑé"/>
              <p:cNvGrpSpPr/>
              <p:nvPr/>
            </p:nvGrpSpPr>
            <p:grpSpPr>
              <a:xfrm>
                <a:off x="4422776" y="3106738"/>
                <a:ext cx="2293937" cy="617538"/>
                <a:chOff x="4422776" y="3106738"/>
                <a:chExt cx="2293937" cy="617538"/>
              </a:xfrm>
            </p:grpSpPr>
            <p:sp>
              <p:nvSpPr>
                <p:cNvPr id="265" name="išḻiḑé"/>
                <p:cNvSpPr/>
                <p:nvPr/>
              </p:nvSpPr>
              <p:spPr bwMode="auto">
                <a:xfrm>
                  <a:off x="4811713" y="3200400"/>
                  <a:ext cx="49213" cy="100013"/>
                </a:xfrm>
                <a:custGeom>
                  <a:avLst/>
                  <a:gdLst>
                    <a:gd name="T0" fmla="*/ 0 w 15"/>
                    <a:gd name="T1" fmla="*/ 1 h 30"/>
                    <a:gd name="T2" fmla="*/ 1 w 15"/>
                    <a:gd name="T3" fmla="*/ 12 h 30"/>
                    <a:gd name="T4" fmla="*/ 0 w 15"/>
                    <a:gd name="T5" fmla="*/ 21 h 30"/>
                    <a:gd name="T6" fmla="*/ 2 w 15"/>
                    <a:gd name="T7" fmla="*/ 28 h 30"/>
                    <a:gd name="T8" fmla="*/ 7 w 15"/>
                    <a:gd name="T9" fmla="*/ 30 h 30"/>
                    <a:gd name="T10" fmla="*/ 12 w 15"/>
                    <a:gd name="T11" fmla="*/ 26 h 30"/>
                    <a:gd name="T12" fmla="*/ 15 w 15"/>
                    <a:gd name="T13" fmla="*/ 18 h 30"/>
                    <a:gd name="T14" fmla="*/ 3 w 15"/>
                    <a:gd name="T15" fmla="*/ 0 h 30"/>
                    <a:gd name="T16" fmla="*/ 0 w 15"/>
                    <a:gd name="T17" fmla="*/ 1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5" h="30">
                      <a:moveTo>
                        <a:pt x="0" y="1"/>
                      </a:moveTo>
                      <a:cubicBezTo>
                        <a:pt x="1" y="12"/>
                        <a:pt x="1" y="12"/>
                        <a:pt x="1" y="12"/>
                      </a:cubicBezTo>
                      <a:cubicBezTo>
                        <a:pt x="1" y="13"/>
                        <a:pt x="0" y="18"/>
                        <a:pt x="0" y="21"/>
                      </a:cubicBezTo>
                      <a:cubicBezTo>
                        <a:pt x="0" y="24"/>
                        <a:pt x="2" y="25"/>
                        <a:pt x="2" y="28"/>
                      </a:cubicBezTo>
                      <a:cubicBezTo>
                        <a:pt x="7" y="30"/>
                        <a:pt x="7" y="30"/>
                        <a:pt x="7" y="30"/>
                      </a:cubicBezTo>
                      <a:cubicBezTo>
                        <a:pt x="9" y="27"/>
                        <a:pt x="10" y="29"/>
                        <a:pt x="12" y="26"/>
                      </a:cubicBezTo>
                      <a:cubicBezTo>
                        <a:pt x="14" y="23"/>
                        <a:pt x="14" y="21"/>
                        <a:pt x="15" y="18"/>
                      </a:cubicBezTo>
                      <a:cubicBezTo>
                        <a:pt x="12" y="7"/>
                        <a:pt x="13" y="5"/>
                        <a:pt x="3" y="0"/>
                      </a:cubicBezTo>
                      <a:lnTo>
                        <a:pt x="0" y="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6" name="íṥľíďè"/>
                <p:cNvSpPr/>
                <p:nvPr/>
              </p:nvSpPr>
              <p:spPr bwMode="auto">
                <a:xfrm>
                  <a:off x="5221288" y="3184525"/>
                  <a:ext cx="36513" cy="122238"/>
                </a:xfrm>
                <a:custGeom>
                  <a:avLst/>
                  <a:gdLst>
                    <a:gd name="T0" fmla="*/ 0 w 11"/>
                    <a:gd name="T1" fmla="*/ 3 h 37"/>
                    <a:gd name="T2" fmla="*/ 2 w 11"/>
                    <a:gd name="T3" fmla="*/ 14 h 37"/>
                    <a:gd name="T4" fmla="*/ 0 w 11"/>
                    <a:gd name="T5" fmla="*/ 33 h 37"/>
                    <a:gd name="T6" fmla="*/ 0 w 11"/>
                    <a:gd name="T7" fmla="*/ 36 h 37"/>
                    <a:gd name="T8" fmla="*/ 2 w 11"/>
                    <a:gd name="T9" fmla="*/ 37 h 37"/>
                    <a:gd name="T10" fmla="*/ 8 w 11"/>
                    <a:gd name="T11" fmla="*/ 27 h 37"/>
                    <a:gd name="T12" fmla="*/ 11 w 11"/>
                    <a:gd name="T13" fmla="*/ 17 h 37"/>
                    <a:gd name="T14" fmla="*/ 11 w 11"/>
                    <a:gd name="T15" fmla="*/ 15 h 37"/>
                    <a:gd name="T16" fmla="*/ 7 w 11"/>
                    <a:gd name="T17" fmla="*/ 2 h 37"/>
                    <a:gd name="T18" fmla="*/ 2 w 11"/>
                    <a:gd name="T19" fmla="*/ 0 h 37"/>
                    <a:gd name="T20" fmla="*/ 0 w 11"/>
                    <a:gd name="T21" fmla="*/ 3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1" h="37">
                      <a:moveTo>
                        <a:pt x="0" y="3"/>
                      </a:moveTo>
                      <a:cubicBezTo>
                        <a:pt x="2" y="14"/>
                        <a:pt x="2" y="14"/>
                        <a:pt x="2" y="14"/>
                      </a:cubicBezTo>
                      <a:cubicBezTo>
                        <a:pt x="2" y="19"/>
                        <a:pt x="0" y="27"/>
                        <a:pt x="0" y="33"/>
                      </a:cubicBezTo>
                      <a:cubicBezTo>
                        <a:pt x="0" y="36"/>
                        <a:pt x="0" y="36"/>
                        <a:pt x="0" y="36"/>
                      </a:cubicBezTo>
                      <a:cubicBezTo>
                        <a:pt x="2" y="36"/>
                        <a:pt x="1" y="37"/>
                        <a:pt x="2" y="37"/>
                      </a:cubicBezTo>
                      <a:cubicBezTo>
                        <a:pt x="3" y="37"/>
                        <a:pt x="7" y="28"/>
                        <a:pt x="8" y="27"/>
                      </a:cubicBezTo>
                      <a:cubicBezTo>
                        <a:pt x="9" y="24"/>
                        <a:pt x="11" y="21"/>
                        <a:pt x="11" y="17"/>
                      </a:cubicBezTo>
                      <a:cubicBezTo>
                        <a:pt x="11" y="15"/>
                        <a:pt x="11" y="15"/>
                        <a:pt x="11" y="15"/>
                      </a:cubicBezTo>
                      <a:cubicBezTo>
                        <a:pt x="11" y="7"/>
                        <a:pt x="8" y="7"/>
                        <a:pt x="7" y="2"/>
                      </a:cubicBezTo>
                      <a:cubicBezTo>
                        <a:pt x="2" y="0"/>
                        <a:pt x="2" y="0"/>
                        <a:pt x="2" y="0"/>
                      </a:cubicBezTo>
                      <a:cubicBezTo>
                        <a:pt x="2" y="1"/>
                        <a:pt x="0" y="1"/>
                        <a:pt x="0" y="3"/>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7" name="íś1iḑe"/>
                <p:cNvSpPr/>
                <p:nvPr/>
              </p:nvSpPr>
              <p:spPr bwMode="auto">
                <a:xfrm>
                  <a:off x="4554538" y="3251200"/>
                  <a:ext cx="119063" cy="58738"/>
                </a:xfrm>
                <a:custGeom>
                  <a:avLst/>
                  <a:gdLst>
                    <a:gd name="T0" fmla="*/ 0 w 36"/>
                    <a:gd name="T1" fmla="*/ 15 h 18"/>
                    <a:gd name="T2" fmla="*/ 2 w 36"/>
                    <a:gd name="T3" fmla="*/ 16 h 18"/>
                    <a:gd name="T4" fmla="*/ 13 w 36"/>
                    <a:gd name="T5" fmla="*/ 18 h 18"/>
                    <a:gd name="T6" fmla="*/ 16 w 36"/>
                    <a:gd name="T7" fmla="*/ 18 h 18"/>
                    <a:gd name="T8" fmla="*/ 22 w 36"/>
                    <a:gd name="T9" fmla="*/ 17 h 18"/>
                    <a:gd name="T10" fmla="*/ 23 w 36"/>
                    <a:gd name="T11" fmla="*/ 17 h 18"/>
                    <a:gd name="T12" fmla="*/ 30 w 36"/>
                    <a:gd name="T13" fmla="*/ 13 h 18"/>
                    <a:gd name="T14" fmla="*/ 36 w 36"/>
                    <a:gd name="T15" fmla="*/ 8 h 18"/>
                    <a:gd name="T16" fmla="*/ 36 w 36"/>
                    <a:gd name="T17" fmla="*/ 7 h 18"/>
                    <a:gd name="T18" fmla="*/ 36 w 36"/>
                    <a:gd name="T19" fmla="*/ 4 h 18"/>
                    <a:gd name="T20" fmla="*/ 32 w 36"/>
                    <a:gd name="T21" fmla="*/ 0 h 18"/>
                    <a:gd name="T22" fmla="*/ 24 w 36"/>
                    <a:gd name="T23" fmla="*/ 3 h 18"/>
                    <a:gd name="T24" fmla="*/ 16 w 36"/>
                    <a:gd name="T25" fmla="*/ 7 h 18"/>
                    <a:gd name="T26" fmla="*/ 0 w 36"/>
                    <a:gd name="T27" fmla="*/ 15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6" h="18">
                      <a:moveTo>
                        <a:pt x="0" y="15"/>
                      </a:moveTo>
                      <a:cubicBezTo>
                        <a:pt x="1" y="16"/>
                        <a:pt x="1" y="16"/>
                        <a:pt x="2" y="16"/>
                      </a:cubicBezTo>
                      <a:cubicBezTo>
                        <a:pt x="6" y="16"/>
                        <a:pt x="9" y="18"/>
                        <a:pt x="13" y="18"/>
                      </a:cubicBezTo>
                      <a:cubicBezTo>
                        <a:pt x="16" y="18"/>
                        <a:pt x="16" y="18"/>
                        <a:pt x="16" y="18"/>
                      </a:cubicBezTo>
                      <a:cubicBezTo>
                        <a:pt x="22" y="17"/>
                        <a:pt x="22" y="17"/>
                        <a:pt x="22" y="17"/>
                      </a:cubicBezTo>
                      <a:cubicBezTo>
                        <a:pt x="23" y="17"/>
                        <a:pt x="23" y="17"/>
                        <a:pt x="23" y="17"/>
                      </a:cubicBezTo>
                      <a:cubicBezTo>
                        <a:pt x="26" y="16"/>
                        <a:pt x="28" y="14"/>
                        <a:pt x="30" y="13"/>
                      </a:cubicBezTo>
                      <a:cubicBezTo>
                        <a:pt x="34" y="11"/>
                        <a:pt x="33" y="10"/>
                        <a:pt x="36" y="8"/>
                      </a:cubicBezTo>
                      <a:cubicBezTo>
                        <a:pt x="36" y="7"/>
                        <a:pt x="36" y="7"/>
                        <a:pt x="36" y="7"/>
                      </a:cubicBezTo>
                      <a:cubicBezTo>
                        <a:pt x="36" y="4"/>
                        <a:pt x="36" y="4"/>
                        <a:pt x="36" y="4"/>
                      </a:cubicBezTo>
                      <a:cubicBezTo>
                        <a:pt x="36" y="1"/>
                        <a:pt x="33" y="2"/>
                        <a:pt x="32" y="0"/>
                      </a:cubicBezTo>
                      <a:cubicBezTo>
                        <a:pt x="29" y="1"/>
                        <a:pt x="27" y="1"/>
                        <a:pt x="24" y="3"/>
                      </a:cubicBezTo>
                      <a:cubicBezTo>
                        <a:pt x="21" y="4"/>
                        <a:pt x="19" y="6"/>
                        <a:pt x="16" y="7"/>
                      </a:cubicBezTo>
                      <a:cubicBezTo>
                        <a:pt x="11" y="11"/>
                        <a:pt x="4" y="10"/>
                        <a:pt x="0" y="1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8" name="iṩ1iḋè"/>
                <p:cNvSpPr/>
                <p:nvPr/>
              </p:nvSpPr>
              <p:spPr bwMode="auto">
                <a:xfrm>
                  <a:off x="6359526" y="3263900"/>
                  <a:ext cx="93663" cy="139700"/>
                </a:xfrm>
                <a:custGeom>
                  <a:avLst/>
                  <a:gdLst>
                    <a:gd name="T0" fmla="*/ 15 w 28"/>
                    <a:gd name="T1" fmla="*/ 1 h 42"/>
                    <a:gd name="T2" fmla="*/ 6 w 28"/>
                    <a:gd name="T3" fmla="*/ 11 h 42"/>
                    <a:gd name="T4" fmla="*/ 6 w 28"/>
                    <a:gd name="T5" fmla="*/ 13 h 42"/>
                    <a:gd name="T6" fmla="*/ 5 w 28"/>
                    <a:gd name="T7" fmla="*/ 16 h 42"/>
                    <a:gd name="T8" fmla="*/ 6 w 28"/>
                    <a:gd name="T9" fmla="*/ 20 h 42"/>
                    <a:gd name="T10" fmla="*/ 6 w 28"/>
                    <a:gd name="T11" fmla="*/ 21 h 42"/>
                    <a:gd name="T12" fmla="*/ 0 w 28"/>
                    <a:gd name="T13" fmla="*/ 38 h 42"/>
                    <a:gd name="T14" fmla="*/ 0 w 28"/>
                    <a:gd name="T15" fmla="*/ 41 h 42"/>
                    <a:gd name="T16" fmla="*/ 3 w 28"/>
                    <a:gd name="T17" fmla="*/ 42 h 42"/>
                    <a:gd name="T18" fmla="*/ 9 w 28"/>
                    <a:gd name="T19" fmla="*/ 32 h 42"/>
                    <a:gd name="T20" fmla="*/ 12 w 28"/>
                    <a:gd name="T21" fmla="*/ 26 h 42"/>
                    <a:gd name="T22" fmla="*/ 14 w 28"/>
                    <a:gd name="T23" fmla="*/ 26 h 42"/>
                    <a:gd name="T24" fmla="*/ 20 w 28"/>
                    <a:gd name="T25" fmla="*/ 26 h 42"/>
                    <a:gd name="T26" fmla="*/ 28 w 28"/>
                    <a:gd name="T27" fmla="*/ 14 h 42"/>
                    <a:gd name="T28" fmla="*/ 28 w 28"/>
                    <a:gd name="T29" fmla="*/ 6 h 42"/>
                    <a:gd name="T30" fmla="*/ 28 w 28"/>
                    <a:gd name="T31" fmla="*/ 5 h 42"/>
                    <a:gd name="T32" fmla="*/ 27 w 28"/>
                    <a:gd name="T33" fmla="*/ 3 h 42"/>
                    <a:gd name="T34" fmla="*/ 26 w 28"/>
                    <a:gd name="T35" fmla="*/ 3 h 42"/>
                    <a:gd name="T36" fmla="*/ 24 w 28"/>
                    <a:gd name="T37" fmla="*/ 3 h 42"/>
                    <a:gd name="T38" fmla="*/ 23 w 28"/>
                    <a:gd name="T39" fmla="*/ 3 h 42"/>
                    <a:gd name="T40" fmla="*/ 20 w 28"/>
                    <a:gd name="T41" fmla="*/ 0 h 42"/>
                    <a:gd name="T42" fmla="*/ 15 w 28"/>
                    <a:gd name="T43" fmla="*/ 1 h 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 h="42">
                      <a:moveTo>
                        <a:pt x="15" y="1"/>
                      </a:moveTo>
                      <a:cubicBezTo>
                        <a:pt x="15" y="10"/>
                        <a:pt x="8" y="6"/>
                        <a:pt x="6" y="11"/>
                      </a:cubicBezTo>
                      <a:cubicBezTo>
                        <a:pt x="6" y="13"/>
                        <a:pt x="6" y="13"/>
                        <a:pt x="6" y="13"/>
                      </a:cubicBezTo>
                      <a:cubicBezTo>
                        <a:pt x="6" y="14"/>
                        <a:pt x="5" y="14"/>
                        <a:pt x="5" y="16"/>
                      </a:cubicBezTo>
                      <a:cubicBezTo>
                        <a:pt x="6" y="20"/>
                        <a:pt x="6" y="20"/>
                        <a:pt x="6" y="20"/>
                      </a:cubicBezTo>
                      <a:cubicBezTo>
                        <a:pt x="6" y="21"/>
                        <a:pt x="6" y="21"/>
                        <a:pt x="6" y="21"/>
                      </a:cubicBezTo>
                      <a:cubicBezTo>
                        <a:pt x="6" y="29"/>
                        <a:pt x="0" y="31"/>
                        <a:pt x="0" y="38"/>
                      </a:cubicBezTo>
                      <a:cubicBezTo>
                        <a:pt x="0" y="41"/>
                        <a:pt x="0" y="41"/>
                        <a:pt x="0" y="41"/>
                      </a:cubicBezTo>
                      <a:cubicBezTo>
                        <a:pt x="2" y="42"/>
                        <a:pt x="2" y="42"/>
                        <a:pt x="3" y="42"/>
                      </a:cubicBezTo>
                      <a:cubicBezTo>
                        <a:pt x="7" y="42"/>
                        <a:pt x="9" y="36"/>
                        <a:pt x="9" y="32"/>
                      </a:cubicBezTo>
                      <a:cubicBezTo>
                        <a:pt x="9" y="29"/>
                        <a:pt x="10" y="26"/>
                        <a:pt x="12" y="26"/>
                      </a:cubicBezTo>
                      <a:cubicBezTo>
                        <a:pt x="14" y="26"/>
                        <a:pt x="14" y="26"/>
                        <a:pt x="14" y="26"/>
                      </a:cubicBezTo>
                      <a:cubicBezTo>
                        <a:pt x="20" y="26"/>
                        <a:pt x="20" y="26"/>
                        <a:pt x="20" y="26"/>
                      </a:cubicBezTo>
                      <a:cubicBezTo>
                        <a:pt x="24" y="24"/>
                        <a:pt x="28" y="21"/>
                        <a:pt x="28" y="14"/>
                      </a:cubicBezTo>
                      <a:cubicBezTo>
                        <a:pt x="28" y="6"/>
                        <a:pt x="28" y="6"/>
                        <a:pt x="28" y="6"/>
                      </a:cubicBezTo>
                      <a:cubicBezTo>
                        <a:pt x="28" y="5"/>
                        <a:pt x="28" y="5"/>
                        <a:pt x="28" y="5"/>
                      </a:cubicBezTo>
                      <a:cubicBezTo>
                        <a:pt x="27" y="3"/>
                        <a:pt x="27" y="3"/>
                        <a:pt x="27" y="3"/>
                      </a:cubicBezTo>
                      <a:cubicBezTo>
                        <a:pt x="26" y="3"/>
                        <a:pt x="26" y="3"/>
                        <a:pt x="26" y="3"/>
                      </a:cubicBezTo>
                      <a:cubicBezTo>
                        <a:pt x="24" y="3"/>
                        <a:pt x="24" y="3"/>
                        <a:pt x="24" y="3"/>
                      </a:cubicBezTo>
                      <a:cubicBezTo>
                        <a:pt x="23" y="3"/>
                        <a:pt x="23" y="3"/>
                        <a:pt x="23" y="3"/>
                      </a:cubicBezTo>
                      <a:cubicBezTo>
                        <a:pt x="20" y="0"/>
                        <a:pt x="20" y="0"/>
                        <a:pt x="20" y="0"/>
                      </a:cubicBezTo>
                      <a:lnTo>
                        <a:pt x="15" y="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9" name="íṩlïḓè"/>
                <p:cNvSpPr/>
                <p:nvPr/>
              </p:nvSpPr>
              <p:spPr bwMode="auto">
                <a:xfrm>
                  <a:off x="5826126" y="3273425"/>
                  <a:ext cx="223838" cy="293688"/>
                </a:xfrm>
                <a:custGeom>
                  <a:avLst/>
                  <a:gdLst>
                    <a:gd name="T0" fmla="*/ 38 w 68"/>
                    <a:gd name="T1" fmla="*/ 16 h 88"/>
                    <a:gd name="T2" fmla="*/ 40 w 68"/>
                    <a:gd name="T3" fmla="*/ 5 h 88"/>
                    <a:gd name="T4" fmla="*/ 36 w 68"/>
                    <a:gd name="T5" fmla="*/ 1 h 88"/>
                    <a:gd name="T6" fmla="*/ 36 w 68"/>
                    <a:gd name="T7" fmla="*/ 1 h 88"/>
                    <a:gd name="T8" fmla="*/ 33 w 68"/>
                    <a:gd name="T9" fmla="*/ 0 h 88"/>
                    <a:gd name="T10" fmla="*/ 24 w 68"/>
                    <a:gd name="T11" fmla="*/ 7 h 88"/>
                    <a:gd name="T12" fmla="*/ 24 w 68"/>
                    <a:gd name="T13" fmla="*/ 8 h 88"/>
                    <a:gd name="T14" fmla="*/ 26 w 68"/>
                    <a:gd name="T15" fmla="*/ 18 h 88"/>
                    <a:gd name="T16" fmla="*/ 27 w 68"/>
                    <a:gd name="T17" fmla="*/ 28 h 88"/>
                    <a:gd name="T18" fmla="*/ 27 w 68"/>
                    <a:gd name="T19" fmla="*/ 39 h 88"/>
                    <a:gd name="T20" fmla="*/ 16 w 68"/>
                    <a:gd name="T21" fmla="*/ 48 h 88"/>
                    <a:gd name="T22" fmla="*/ 7 w 68"/>
                    <a:gd name="T23" fmla="*/ 49 h 88"/>
                    <a:gd name="T24" fmla="*/ 5 w 68"/>
                    <a:gd name="T25" fmla="*/ 49 h 88"/>
                    <a:gd name="T26" fmla="*/ 4 w 68"/>
                    <a:gd name="T27" fmla="*/ 49 h 88"/>
                    <a:gd name="T28" fmla="*/ 0 w 68"/>
                    <a:gd name="T29" fmla="*/ 54 h 88"/>
                    <a:gd name="T30" fmla="*/ 5 w 68"/>
                    <a:gd name="T31" fmla="*/ 60 h 88"/>
                    <a:gd name="T32" fmla="*/ 11 w 68"/>
                    <a:gd name="T33" fmla="*/ 60 h 88"/>
                    <a:gd name="T34" fmla="*/ 13 w 68"/>
                    <a:gd name="T35" fmla="*/ 59 h 88"/>
                    <a:gd name="T36" fmla="*/ 20 w 68"/>
                    <a:gd name="T37" fmla="*/ 66 h 88"/>
                    <a:gd name="T38" fmla="*/ 17 w 68"/>
                    <a:gd name="T39" fmla="*/ 72 h 88"/>
                    <a:gd name="T40" fmla="*/ 13 w 68"/>
                    <a:gd name="T41" fmla="*/ 76 h 88"/>
                    <a:gd name="T42" fmla="*/ 2 w 68"/>
                    <a:gd name="T43" fmla="*/ 82 h 88"/>
                    <a:gd name="T44" fmla="*/ 2 w 68"/>
                    <a:gd name="T45" fmla="*/ 83 h 88"/>
                    <a:gd name="T46" fmla="*/ 2 w 68"/>
                    <a:gd name="T47" fmla="*/ 87 h 88"/>
                    <a:gd name="T48" fmla="*/ 4 w 68"/>
                    <a:gd name="T49" fmla="*/ 88 h 88"/>
                    <a:gd name="T50" fmla="*/ 25 w 68"/>
                    <a:gd name="T51" fmla="*/ 77 h 88"/>
                    <a:gd name="T52" fmla="*/ 31 w 68"/>
                    <a:gd name="T53" fmla="*/ 69 h 88"/>
                    <a:gd name="T54" fmla="*/ 40 w 68"/>
                    <a:gd name="T55" fmla="*/ 63 h 88"/>
                    <a:gd name="T56" fmla="*/ 52 w 68"/>
                    <a:gd name="T57" fmla="*/ 70 h 88"/>
                    <a:gd name="T58" fmla="*/ 48 w 68"/>
                    <a:gd name="T59" fmla="*/ 79 h 88"/>
                    <a:gd name="T60" fmla="*/ 59 w 68"/>
                    <a:gd name="T61" fmla="*/ 81 h 88"/>
                    <a:gd name="T62" fmla="*/ 68 w 68"/>
                    <a:gd name="T63" fmla="*/ 71 h 88"/>
                    <a:gd name="T64" fmla="*/ 59 w 68"/>
                    <a:gd name="T65" fmla="*/ 62 h 88"/>
                    <a:gd name="T66" fmla="*/ 44 w 68"/>
                    <a:gd name="T67" fmla="*/ 60 h 88"/>
                    <a:gd name="T68" fmla="*/ 42 w 68"/>
                    <a:gd name="T69" fmla="*/ 60 h 88"/>
                    <a:gd name="T70" fmla="*/ 36 w 68"/>
                    <a:gd name="T71" fmla="*/ 53 h 88"/>
                    <a:gd name="T72" fmla="*/ 48 w 68"/>
                    <a:gd name="T73" fmla="*/ 42 h 88"/>
                    <a:gd name="T74" fmla="*/ 59 w 68"/>
                    <a:gd name="T75" fmla="*/ 32 h 88"/>
                    <a:gd name="T76" fmla="*/ 59 w 68"/>
                    <a:gd name="T77" fmla="*/ 30 h 88"/>
                    <a:gd name="T78" fmla="*/ 59 w 68"/>
                    <a:gd name="T79" fmla="*/ 29 h 88"/>
                    <a:gd name="T80" fmla="*/ 54 w 68"/>
                    <a:gd name="T81" fmla="*/ 26 h 88"/>
                    <a:gd name="T82" fmla="*/ 51 w 68"/>
                    <a:gd name="T83" fmla="*/ 27 h 88"/>
                    <a:gd name="T84" fmla="*/ 50 w 68"/>
                    <a:gd name="T85" fmla="*/ 27 h 88"/>
                    <a:gd name="T86" fmla="*/ 41 w 68"/>
                    <a:gd name="T87" fmla="*/ 33 h 88"/>
                    <a:gd name="T88" fmla="*/ 38 w 68"/>
                    <a:gd name="T89" fmla="*/ 28 h 88"/>
                    <a:gd name="T90" fmla="*/ 38 w 68"/>
                    <a:gd name="T91" fmla="*/ 27 h 88"/>
                    <a:gd name="T92" fmla="*/ 38 w 68"/>
                    <a:gd name="T93" fmla="*/ 16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68" h="88">
                      <a:moveTo>
                        <a:pt x="38" y="16"/>
                      </a:moveTo>
                      <a:cubicBezTo>
                        <a:pt x="39" y="11"/>
                        <a:pt x="40" y="9"/>
                        <a:pt x="40" y="5"/>
                      </a:cubicBezTo>
                      <a:cubicBezTo>
                        <a:pt x="40" y="3"/>
                        <a:pt x="38" y="1"/>
                        <a:pt x="36" y="1"/>
                      </a:cubicBezTo>
                      <a:cubicBezTo>
                        <a:pt x="36" y="1"/>
                        <a:pt x="36" y="1"/>
                        <a:pt x="36" y="1"/>
                      </a:cubicBezTo>
                      <a:cubicBezTo>
                        <a:pt x="34" y="1"/>
                        <a:pt x="34" y="1"/>
                        <a:pt x="33" y="0"/>
                      </a:cubicBezTo>
                      <a:cubicBezTo>
                        <a:pt x="28" y="3"/>
                        <a:pt x="28" y="1"/>
                        <a:pt x="24" y="7"/>
                      </a:cubicBezTo>
                      <a:cubicBezTo>
                        <a:pt x="24" y="8"/>
                        <a:pt x="24" y="8"/>
                        <a:pt x="24" y="8"/>
                      </a:cubicBezTo>
                      <a:cubicBezTo>
                        <a:pt x="24" y="12"/>
                        <a:pt x="26" y="14"/>
                        <a:pt x="26" y="18"/>
                      </a:cubicBezTo>
                      <a:cubicBezTo>
                        <a:pt x="27" y="28"/>
                        <a:pt x="27" y="28"/>
                        <a:pt x="27" y="28"/>
                      </a:cubicBezTo>
                      <a:cubicBezTo>
                        <a:pt x="27" y="39"/>
                        <a:pt x="27" y="39"/>
                        <a:pt x="27" y="39"/>
                      </a:cubicBezTo>
                      <a:cubicBezTo>
                        <a:pt x="28" y="45"/>
                        <a:pt x="22" y="48"/>
                        <a:pt x="16" y="48"/>
                      </a:cubicBezTo>
                      <a:cubicBezTo>
                        <a:pt x="7" y="49"/>
                        <a:pt x="7" y="49"/>
                        <a:pt x="7" y="49"/>
                      </a:cubicBezTo>
                      <a:cubicBezTo>
                        <a:pt x="5" y="49"/>
                        <a:pt x="5" y="49"/>
                        <a:pt x="5" y="49"/>
                      </a:cubicBezTo>
                      <a:cubicBezTo>
                        <a:pt x="4" y="49"/>
                        <a:pt x="4" y="49"/>
                        <a:pt x="4" y="49"/>
                      </a:cubicBezTo>
                      <a:cubicBezTo>
                        <a:pt x="2" y="50"/>
                        <a:pt x="0" y="51"/>
                        <a:pt x="0" y="54"/>
                      </a:cubicBezTo>
                      <a:cubicBezTo>
                        <a:pt x="0" y="56"/>
                        <a:pt x="3" y="60"/>
                        <a:pt x="5" y="60"/>
                      </a:cubicBezTo>
                      <a:cubicBezTo>
                        <a:pt x="11" y="60"/>
                        <a:pt x="11" y="60"/>
                        <a:pt x="11" y="60"/>
                      </a:cubicBezTo>
                      <a:cubicBezTo>
                        <a:pt x="12" y="60"/>
                        <a:pt x="12" y="60"/>
                        <a:pt x="13" y="59"/>
                      </a:cubicBezTo>
                      <a:cubicBezTo>
                        <a:pt x="17" y="62"/>
                        <a:pt x="17" y="60"/>
                        <a:pt x="20" y="66"/>
                      </a:cubicBezTo>
                      <a:cubicBezTo>
                        <a:pt x="18" y="69"/>
                        <a:pt x="20" y="68"/>
                        <a:pt x="17" y="72"/>
                      </a:cubicBezTo>
                      <a:cubicBezTo>
                        <a:pt x="15" y="73"/>
                        <a:pt x="15" y="75"/>
                        <a:pt x="13" y="76"/>
                      </a:cubicBezTo>
                      <a:cubicBezTo>
                        <a:pt x="8" y="79"/>
                        <a:pt x="7" y="80"/>
                        <a:pt x="2" y="82"/>
                      </a:cubicBezTo>
                      <a:cubicBezTo>
                        <a:pt x="2" y="83"/>
                        <a:pt x="2" y="83"/>
                        <a:pt x="2" y="83"/>
                      </a:cubicBezTo>
                      <a:cubicBezTo>
                        <a:pt x="2" y="87"/>
                        <a:pt x="2" y="87"/>
                        <a:pt x="2" y="87"/>
                      </a:cubicBezTo>
                      <a:cubicBezTo>
                        <a:pt x="4" y="87"/>
                        <a:pt x="3" y="88"/>
                        <a:pt x="4" y="88"/>
                      </a:cubicBezTo>
                      <a:cubicBezTo>
                        <a:pt x="13" y="88"/>
                        <a:pt x="20" y="82"/>
                        <a:pt x="25" y="77"/>
                      </a:cubicBezTo>
                      <a:cubicBezTo>
                        <a:pt x="26" y="76"/>
                        <a:pt x="30" y="71"/>
                        <a:pt x="31" y="69"/>
                      </a:cubicBezTo>
                      <a:cubicBezTo>
                        <a:pt x="33" y="65"/>
                        <a:pt x="35" y="63"/>
                        <a:pt x="40" y="63"/>
                      </a:cubicBezTo>
                      <a:cubicBezTo>
                        <a:pt x="45" y="63"/>
                        <a:pt x="49" y="67"/>
                        <a:pt x="52" y="70"/>
                      </a:cubicBezTo>
                      <a:cubicBezTo>
                        <a:pt x="48" y="79"/>
                        <a:pt x="48" y="79"/>
                        <a:pt x="48" y="79"/>
                      </a:cubicBezTo>
                      <a:cubicBezTo>
                        <a:pt x="50" y="79"/>
                        <a:pt x="58" y="81"/>
                        <a:pt x="59" y="81"/>
                      </a:cubicBezTo>
                      <a:cubicBezTo>
                        <a:pt x="65" y="81"/>
                        <a:pt x="67" y="76"/>
                        <a:pt x="68" y="71"/>
                      </a:cubicBezTo>
                      <a:cubicBezTo>
                        <a:pt x="67" y="65"/>
                        <a:pt x="63" y="64"/>
                        <a:pt x="59" y="62"/>
                      </a:cubicBezTo>
                      <a:cubicBezTo>
                        <a:pt x="53" y="59"/>
                        <a:pt x="51" y="60"/>
                        <a:pt x="44" y="60"/>
                      </a:cubicBezTo>
                      <a:cubicBezTo>
                        <a:pt x="43" y="60"/>
                        <a:pt x="43" y="60"/>
                        <a:pt x="42" y="60"/>
                      </a:cubicBezTo>
                      <a:cubicBezTo>
                        <a:pt x="40" y="59"/>
                        <a:pt x="36" y="56"/>
                        <a:pt x="36" y="53"/>
                      </a:cubicBezTo>
                      <a:cubicBezTo>
                        <a:pt x="36" y="51"/>
                        <a:pt x="45" y="44"/>
                        <a:pt x="48" y="42"/>
                      </a:cubicBezTo>
                      <a:cubicBezTo>
                        <a:pt x="50" y="41"/>
                        <a:pt x="59" y="34"/>
                        <a:pt x="59" y="32"/>
                      </a:cubicBezTo>
                      <a:cubicBezTo>
                        <a:pt x="59" y="30"/>
                        <a:pt x="59" y="30"/>
                        <a:pt x="59" y="30"/>
                      </a:cubicBezTo>
                      <a:cubicBezTo>
                        <a:pt x="59" y="29"/>
                        <a:pt x="59" y="29"/>
                        <a:pt x="59" y="29"/>
                      </a:cubicBezTo>
                      <a:cubicBezTo>
                        <a:pt x="54" y="26"/>
                        <a:pt x="54" y="26"/>
                        <a:pt x="54" y="26"/>
                      </a:cubicBezTo>
                      <a:cubicBezTo>
                        <a:pt x="53" y="27"/>
                        <a:pt x="53" y="27"/>
                        <a:pt x="51" y="27"/>
                      </a:cubicBezTo>
                      <a:cubicBezTo>
                        <a:pt x="50" y="27"/>
                        <a:pt x="50" y="27"/>
                        <a:pt x="50" y="27"/>
                      </a:cubicBezTo>
                      <a:cubicBezTo>
                        <a:pt x="46" y="32"/>
                        <a:pt x="46" y="30"/>
                        <a:pt x="41" y="33"/>
                      </a:cubicBezTo>
                      <a:cubicBezTo>
                        <a:pt x="40" y="31"/>
                        <a:pt x="39" y="30"/>
                        <a:pt x="38" y="28"/>
                      </a:cubicBezTo>
                      <a:cubicBezTo>
                        <a:pt x="38" y="27"/>
                        <a:pt x="38" y="27"/>
                        <a:pt x="38" y="27"/>
                      </a:cubicBezTo>
                      <a:lnTo>
                        <a:pt x="38" y="16"/>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0" name="ísḷïďè"/>
                <p:cNvSpPr/>
                <p:nvPr/>
              </p:nvSpPr>
              <p:spPr bwMode="auto">
                <a:xfrm>
                  <a:off x="4518026" y="3506788"/>
                  <a:ext cx="53975" cy="71438"/>
                </a:xfrm>
                <a:custGeom>
                  <a:avLst/>
                  <a:gdLst>
                    <a:gd name="T0" fmla="*/ 14 w 16"/>
                    <a:gd name="T1" fmla="*/ 17 h 21"/>
                    <a:gd name="T2" fmla="*/ 16 w 16"/>
                    <a:gd name="T3" fmla="*/ 12 h 21"/>
                    <a:gd name="T4" fmla="*/ 11 w 16"/>
                    <a:gd name="T5" fmla="*/ 5 h 21"/>
                    <a:gd name="T6" fmla="*/ 5 w 16"/>
                    <a:gd name="T7" fmla="*/ 0 h 21"/>
                    <a:gd name="T8" fmla="*/ 2 w 16"/>
                    <a:gd name="T9" fmla="*/ 4 h 21"/>
                    <a:gd name="T10" fmla="*/ 2 w 16"/>
                    <a:gd name="T11" fmla="*/ 5 h 21"/>
                    <a:gd name="T12" fmla="*/ 2 w 16"/>
                    <a:gd name="T13" fmla="*/ 8 h 21"/>
                    <a:gd name="T14" fmla="*/ 2 w 16"/>
                    <a:gd name="T15" fmla="*/ 9 h 21"/>
                    <a:gd name="T16" fmla="*/ 0 w 16"/>
                    <a:gd name="T17" fmla="*/ 17 h 21"/>
                    <a:gd name="T18" fmla="*/ 3 w 16"/>
                    <a:gd name="T19" fmla="*/ 21 h 21"/>
                    <a:gd name="T20" fmla="*/ 4 w 16"/>
                    <a:gd name="T21" fmla="*/ 21 h 21"/>
                    <a:gd name="T22" fmla="*/ 5 w 16"/>
                    <a:gd name="T23" fmla="*/ 21 h 21"/>
                    <a:gd name="T24" fmla="*/ 14 w 16"/>
                    <a:gd name="T25" fmla="*/ 17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1">
                      <a:moveTo>
                        <a:pt x="14" y="17"/>
                      </a:moveTo>
                      <a:cubicBezTo>
                        <a:pt x="14" y="15"/>
                        <a:pt x="16" y="13"/>
                        <a:pt x="16" y="12"/>
                      </a:cubicBezTo>
                      <a:cubicBezTo>
                        <a:pt x="16" y="11"/>
                        <a:pt x="12" y="7"/>
                        <a:pt x="11" y="5"/>
                      </a:cubicBezTo>
                      <a:cubicBezTo>
                        <a:pt x="11" y="3"/>
                        <a:pt x="8" y="0"/>
                        <a:pt x="5" y="0"/>
                      </a:cubicBezTo>
                      <a:cubicBezTo>
                        <a:pt x="4" y="0"/>
                        <a:pt x="3" y="3"/>
                        <a:pt x="2" y="4"/>
                      </a:cubicBezTo>
                      <a:cubicBezTo>
                        <a:pt x="2" y="5"/>
                        <a:pt x="2" y="5"/>
                        <a:pt x="2" y="5"/>
                      </a:cubicBezTo>
                      <a:cubicBezTo>
                        <a:pt x="2" y="8"/>
                        <a:pt x="2" y="8"/>
                        <a:pt x="2" y="8"/>
                      </a:cubicBezTo>
                      <a:cubicBezTo>
                        <a:pt x="2" y="9"/>
                        <a:pt x="2" y="9"/>
                        <a:pt x="2" y="9"/>
                      </a:cubicBezTo>
                      <a:cubicBezTo>
                        <a:pt x="1" y="11"/>
                        <a:pt x="0" y="14"/>
                        <a:pt x="0" y="17"/>
                      </a:cubicBezTo>
                      <a:cubicBezTo>
                        <a:pt x="0" y="19"/>
                        <a:pt x="1" y="20"/>
                        <a:pt x="3" y="21"/>
                      </a:cubicBezTo>
                      <a:cubicBezTo>
                        <a:pt x="4" y="21"/>
                        <a:pt x="4" y="21"/>
                        <a:pt x="4" y="21"/>
                      </a:cubicBezTo>
                      <a:cubicBezTo>
                        <a:pt x="5" y="21"/>
                        <a:pt x="5" y="21"/>
                        <a:pt x="5" y="21"/>
                      </a:cubicBezTo>
                      <a:cubicBezTo>
                        <a:pt x="7" y="21"/>
                        <a:pt x="11" y="17"/>
                        <a:pt x="14" y="17"/>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1" name="îṧļîḓé"/>
                <p:cNvSpPr/>
                <p:nvPr/>
              </p:nvSpPr>
              <p:spPr bwMode="auto">
                <a:xfrm>
                  <a:off x="5319713" y="3133725"/>
                  <a:ext cx="222250" cy="500063"/>
                </a:xfrm>
                <a:custGeom>
                  <a:avLst/>
                  <a:gdLst>
                    <a:gd name="T0" fmla="*/ 47 w 67"/>
                    <a:gd name="T1" fmla="*/ 96 h 150"/>
                    <a:gd name="T2" fmla="*/ 51 w 67"/>
                    <a:gd name="T3" fmla="*/ 96 h 150"/>
                    <a:gd name="T4" fmla="*/ 46 w 67"/>
                    <a:gd name="T5" fmla="*/ 114 h 150"/>
                    <a:gd name="T6" fmla="*/ 42 w 67"/>
                    <a:gd name="T7" fmla="*/ 113 h 150"/>
                    <a:gd name="T8" fmla="*/ 39 w 67"/>
                    <a:gd name="T9" fmla="*/ 108 h 150"/>
                    <a:gd name="T10" fmla="*/ 21 w 67"/>
                    <a:gd name="T11" fmla="*/ 78 h 150"/>
                    <a:gd name="T12" fmla="*/ 29 w 67"/>
                    <a:gd name="T13" fmla="*/ 73 h 150"/>
                    <a:gd name="T14" fmla="*/ 32 w 67"/>
                    <a:gd name="T15" fmla="*/ 74 h 150"/>
                    <a:gd name="T16" fmla="*/ 32 w 67"/>
                    <a:gd name="T17" fmla="*/ 77 h 150"/>
                    <a:gd name="T18" fmla="*/ 32 w 67"/>
                    <a:gd name="T19" fmla="*/ 79 h 150"/>
                    <a:gd name="T20" fmla="*/ 21 w 67"/>
                    <a:gd name="T21" fmla="*/ 78 h 150"/>
                    <a:gd name="T22" fmla="*/ 53 w 67"/>
                    <a:gd name="T23" fmla="*/ 118 h 150"/>
                    <a:gd name="T24" fmla="*/ 66 w 67"/>
                    <a:gd name="T25" fmla="*/ 108 h 150"/>
                    <a:gd name="T26" fmla="*/ 60 w 67"/>
                    <a:gd name="T27" fmla="*/ 98 h 150"/>
                    <a:gd name="T28" fmla="*/ 51 w 67"/>
                    <a:gd name="T29" fmla="*/ 82 h 150"/>
                    <a:gd name="T30" fmla="*/ 47 w 67"/>
                    <a:gd name="T31" fmla="*/ 71 h 150"/>
                    <a:gd name="T32" fmla="*/ 60 w 67"/>
                    <a:gd name="T33" fmla="*/ 58 h 150"/>
                    <a:gd name="T34" fmla="*/ 53 w 67"/>
                    <a:gd name="T35" fmla="*/ 52 h 150"/>
                    <a:gd name="T36" fmla="*/ 44 w 67"/>
                    <a:gd name="T37" fmla="*/ 50 h 150"/>
                    <a:gd name="T38" fmla="*/ 48 w 67"/>
                    <a:gd name="T39" fmla="*/ 38 h 150"/>
                    <a:gd name="T40" fmla="*/ 66 w 67"/>
                    <a:gd name="T41" fmla="*/ 17 h 150"/>
                    <a:gd name="T42" fmla="*/ 66 w 67"/>
                    <a:gd name="T43" fmla="*/ 13 h 150"/>
                    <a:gd name="T44" fmla="*/ 56 w 67"/>
                    <a:gd name="T45" fmla="*/ 1 h 150"/>
                    <a:gd name="T46" fmla="*/ 55 w 67"/>
                    <a:gd name="T47" fmla="*/ 7 h 150"/>
                    <a:gd name="T48" fmla="*/ 50 w 67"/>
                    <a:gd name="T49" fmla="*/ 18 h 150"/>
                    <a:gd name="T50" fmla="*/ 42 w 67"/>
                    <a:gd name="T51" fmla="*/ 15 h 150"/>
                    <a:gd name="T52" fmla="*/ 40 w 67"/>
                    <a:gd name="T53" fmla="*/ 15 h 150"/>
                    <a:gd name="T54" fmla="*/ 41 w 67"/>
                    <a:gd name="T55" fmla="*/ 26 h 150"/>
                    <a:gd name="T56" fmla="*/ 41 w 67"/>
                    <a:gd name="T57" fmla="*/ 30 h 150"/>
                    <a:gd name="T58" fmla="*/ 37 w 67"/>
                    <a:gd name="T59" fmla="*/ 33 h 150"/>
                    <a:gd name="T60" fmla="*/ 30 w 67"/>
                    <a:gd name="T61" fmla="*/ 29 h 150"/>
                    <a:gd name="T62" fmla="*/ 9 w 67"/>
                    <a:gd name="T63" fmla="*/ 50 h 150"/>
                    <a:gd name="T64" fmla="*/ 4 w 67"/>
                    <a:gd name="T65" fmla="*/ 59 h 150"/>
                    <a:gd name="T66" fmla="*/ 23 w 67"/>
                    <a:gd name="T67" fmla="*/ 51 h 150"/>
                    <a:gd name="T68" fmla="*/ 30 w 67"/>
                    <a:gd name="T69" fmla="*/ 58 h 150"/>
                    <a:gd name="T70" fmla="*/ 26 w 67"/>
                    <a:gd name="T71" fmla="*/ 65 h 150"/>
                    <a:gd name="T72" fmla="*/ 19 w 67"/>
                    <a:gd name="T73" fmla="*/ 64 h 150"/>
                    <a:gd name="T74" fmla="*/ 16 w 67"/>
                    <a:gd name="T75" fmla="*/ 67 h 150"/>
                    <a:gd name="T76" fmla="*/ 16 w 67"/>
                    <a:gd name="T77" fmla="*/ 72 h 150"/>
                    <a:gd name="T78" fmla="*/ 3 w 67"/>
                    <a:gd name="T79" fmla="*/ 105 h 150"/>
                    <a:gd name="T80" fmla="*/ 6 w 67"/>
                    <a:gd name="T81" fmla="*/ 110 h 150"/>
                    <a:gd name="T82" fmla="*/ 9 w 67"/>
                    <a:gd name="T83" fmla="*/ 111 h 150"/>
                    <a:gd name="T84" fmla="*/ 24 w 67"/>
                    <a:gd name="T85" fmla="*/ 89 h 150"/>
                    <a:gd name="T86" fmla="*/ 32 w 67"/>
                    <a:gd name="T87" fmla="*/ 93 h 150"/>
                    <a:gd name="T88" fmla="*/ 32 w 67"/>
                    <a:gd name="T89" fmla="*/ 96 h 150"/>
                    <a:gd name="T90" fmla="*/ 29 w 67"/>
                    <a:gd name="T91" fmla="*/ 113 h 150"/>
                    <a:gd name="T92" fmla="*/ 29 w 67"/>
                    <a:gd name="T93" fmla="*/ 115 h 150"/>
                    <a:gd name="T94" fmla="*/ 22 w 67"/>
                    <a:gd name="T95" fmla="*/ 122 h 150"/>
                    <a:gd name="T96" fmla="*/ 10 w 67"/>
                    <a:gd name="T97" fmla="*/ 124 h 150"/>
                    <a:gd name="T98" fmla="*/ 15 w 67"/>
                    <a:gd name="T99" fmla="*/ 144 h 150"/>
                    <a:gd name="T100" fmla="*/ 17 w 67"/>
                    <a:gd name="T101" fmla="*/ 150 h 150"/>
                    <a:gd name="T102" fmla="*/ 38 w 67"/>
                    <a:gd name="T103" fmla="*/ 125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67" h="150">
                      <a:moveTo>
                        <a:pt x="39" y="107"/>
                      </a:moveTo>
                      <a:cubicBezTo>
                        <a:pt x="39" y="103"/>
                        <a:pt x="44" y="96"/>
                        <a:pt x="47" y="96"/>
                      </a:cubicBezTo>
                      <a:cubicBezTo>
                        <a:pt x="50" y="96"/>
                        <a:pt x="50" y="96"/>
                        <a:pt x="50" y="96"/>
                      </a:cubicBezTo>
                      <a:cubicBezTo>
                        <a:pt x="51" y="96"/>
                        <a:pt x="51" y="96"/>
                        <a:pt x="51" y="96"/>
                      </a:cubicBezTo>
                      <a:cubicBezTo>
                        <a:pt x="53" y="98"/>
                        <a:pt x="55" y="101"/>
                        <a:pt x="55" y="104"/>
                      </a:cubicBezTo>
                      <a:cubicBezTo>
                        <a:pt x="55" y="108"/>
                        <a:pt x="49" y="112"/>
                        <a:pt x="46" y="114"/>
                      </a:cubicBezTo>
                      <a:cubicBezTo>
                        <a:pt x="45" y="114"/>
                        <a:pt x="45" y="113"/>
                        <a:pt x="43" y="113"/>
                      </a:cubicBezTo>
                      <a:cubicBezTo>
                        <a:pt x="42" y="113"/>
                        <a:pt x="42" y="113"/>
                        <a:pt x="42" y="113"/>
                      </a:cubicBezTo>
                      <a:cubicBezTo>
                        <a:pt x="39" y="109"/>
                        <a:pt x="39" y="109"/>
                        <a:pt x="39" y="109"/>
                      </a:cubicBezTo>
                      <a:cubicBezTo>
                        <a:pt x="39" y="108"/>
                        <a:pt x="39" y="108"/>
                        <a:pt x="39" y="108"/>
                      </a:cubicBezTo>
                      <a:cubicBezTo>
                        <a:pt x="39" y="107"/>
                        <a:pt x="39" y="107"/>
                        <a:pt x="39" y="107"/>
                      </a:cubicBezTo>
                      <a:close/>
                      <a:moveTo>
                        <a:pt x="21" y="78"/>
                      </a:moveTo>
                      <a:cubicBezTo>
                        <a:pt x="21" y="77"/>
                        <a:pt x="25" y="73"/>
                        <a:pt x="26" y="73"/>
                      </a:cubicBezTo>
                      <a:cubicBezTo>
                        <a:pt x="27" y="73"/>
                        <a:pt x="27" y="73"/>
                        <a:pt x="29" y="73"/>
                      </a:cubicBezTo>
                      <a:cubicBezTo>
                        <a:pt x="30" y="73"/>
                        <a:pt x="30" y="73"/>
                        <a:pt x="30" y="73"/>
                      </a:cubicBezTo>
                      <a:cubicBezTo>
                        <a:pt x="32" y="74"/>
                        <a:pt x="32" y="74"/>
                        <a:pt x="32" y="74"/>
                      </a:cubicBezTo>
                      <a:cubicBezTo>
                        <a:pt x="32" y="76"/>
                        <a:pt x="32" y="76"/>
                        <a:pt x="32" y="76"/>
                      </a:cubicBezTo>
                      <a:cubicBezTo>
                        <a:pt x="32" y="77"/>
                        <a:pt x="32" y="77"/>
                        <a:pt x="32" y="77"/>
                      </a:cubicBezTo>
                      <a:cubicBezTo>
                        <a:pt x="32" y="78"/>
                        <a:pt x="32" y="78"/>
                        <a:pt x="32" y="78"/>
                      </a:cubicBezTo>
                      <a:cubicBezTo>
                        <a:pt x="32" y="79"/>
                        <a:pt x="32" y="79"/>
                        <a:pt x="32" y="79"/>
                      </a:cubicBezTo>
                      <a:cubicBezTo>
                        <a:pt x="31" y="82"/>
                        <a:pt x="29" y="83"/>
                        <a:pt x="25" y="83"/>
                      </a:cubicBezTo>
                      <a:cubicBezTo>
                        <a:pt x="23" y="83"/>
                        <a:pt x="21" y="81"/>
                        <a:pt x="21" y="78"/>
                      </a:cubicBezTo>
                      <a:close/>
                      <a:moveTo>
                        <a:pt x="38" y="125"/>
                      </a:moveTo>
                      <a:cubicBezTo>
                        <a:pt x="43" y="122"/>
                        <a:pt x="47" y="120"/>
                        <a:pt x="53" y="118"/>
                      </a:cubicBezTo>
                      <a:cubicBezTo>
                        <a:pt x="57" y="116"/>
                        <a:pt x="57" y="116"/>
                        <a:pt x="60" y="114"/>
                      </a:cubicBezTo>
                      <a:cubicBezTo>
                        <a:pt x="64" y="111"/>
                        <a:pt x="63" y="110"/>
                        <a:pt x="66" y="108"/>
                      </a:cubicBezTo>
                      <a:cubicBezTo>
                        <a:pt x="67" y="104"/>
                        <a:pt x="67" y="104"/>
                        <a:pt x="67" y="104"/>
                      </a:cubicBezTo>
                      <a:cubicBezTo>
                        <a:pt x="64" y="100"/>
                        <a:pt x="64" y="101"/>
                        <a:pt x="60" y="98"/>
                      </a:cubicBezTo>
                      <a:cubicBezTo>
                        <a:pt x="58" y="96"/>
                        <a:pt x="55" y="95"/>
                        <a:pt x="54" y="92"/>
                      </a:cubicBezTo>
                      <a:cubicBezTo>
                        <a:pt x="53" y="88"/>
                        <a:pt x="53" y="84"/>
                        <a:pt x="51" y="82"/>
                      </a:cubicBezTo>
                      <a:cubicBezTo>
                        <a:pt x="49" y="79"/>
                        <a:pt x="47" y="77"/>
                        <a:pt x="47" y="73"/>
                      </a:cubicBezTo>
                      <a:cubicBezTo>
                        <a:pt x="47" y="72"/>
                        <a:pt x="47" y="72"/>
                        <a:pt x="47" y="71"/>
                      </a:cubicBezTo>
                      <a:cubicBezTo>
                        <a:pt x="49" y="67"/>
                        <a:pt x="47" y="67"/>
                        <a:pt x="53" y="64"/>
                      </a:cubicBezTo>
                      <a:cubicBezTo>
                        <a:pt x="55" y="64"/>
                        <a:pt x="60" y="60"/>
                        <a:pt x="60" y="58"/>
                      </a:cubicBezTo>
                      <a:cubicBezTo>
                        <a:pt x="60" y="55"/>
                        <a:pt x="60" y="55"/>
                        <a:pt x="60" y="55"/>
                      </a:cubicBezTo>
                      <a:cubicBezTo>
                        <a:pt x="60" y="53"/>
                        <a:pt x="56" y="51"/>
                        <a:pt x="53" y="52"/>
                      </a:cubicBezTo>
                      <a:cubicBezTo>
                        <a:pt x="47" y="52"/>
                        <a:pt x="47" y="52"/>
                        <a:pt x="47" y="52"/>
                      </a:cubicBezTo>
                      <a:cubicBezTo>
                        <a:pt x="46" y="52"/>
                        <a:pt x="45" y="51"/>
                        <a:pt x="44" y="50"/>
                      </a:cubicBezTo>
                      <a:cubicBezTo>
                        <a:pt x="44" y="47"/>
                        <a:pt x="44" y="47"/>
                        <a:pt x="44" y="47"/>
                      </a:cubicBezTo>
                      <a:cubicBezTo>
                        <a:pt x="44" y="44"/>
                        <a:pt x="47" y="41"/>
                        <a:pt x="48" y="38"/>
                      </a:cubicBezTo>
                      <a:cubicBezTo>
                        <a:pt x="49" y="34"/>
                        <a:pt x="50" y="33"/>
                        <a:pt x="53" y="30"/>
                      </a:cubicBezTo>
                      <a:cubicBezTo>
                        <a:pt x="56" y="27"/>
                        <a:pt x="66" y="22"/>
                        <a:pt x="66" y="17"/>
                      </a:cubicBezTo>
                      <a:cubicBezTo>
                        <a:pt x="66" y="14"/>
                        <a:pt x="66" y="14"/>
                        <a:pt x="66" y="14"/>
                      </a:cubicBezTo>
                      <a:cubicBezTo>
                        <a:pt x="66" y="13"/>
                        <a:pt x="66" y="13"/>
                        <a:pt x="66" y="13"/>
                      </a:cubicBezTo>
                      <a:cubicBezTo>
                        <a:pt x="65" y="10"/>
                        <a:pt x="62" y="0"/>
                        <a:pt x="58" y="0"/>
                      </a:cubicBezTo>
                      <a:cubicBezTo>
                        <a:pt x="57" y="0"/>
                        <a:pt x="57" y="0"/>
                        <a:pt x="56" y="1"/>
                      </a:cubicBezTo>
                      <a:cubicBezTo>
                        <a:pt x="56" y="3"/>
                        <a:pt x="55" y="3"/>
                        <a:pt x="55" y="5"/>
                      </a:cubicBezTo>
                      <a:cubicBezTo>
                        <a:pt x="55" y="7"/>
                        <a:pt x="55" y="7"/>
                        <a:pt x="55" y="7"/>
                      </a:cubicBezTo>
                      <a:cubicBezTo>
                        <a:pt x="55" y="11"/>
                        <a:pt x="53" y="15"/>
                        <a:pt x="51" y="18"/>
                      </a:cubicBezTo>
                      <a:cubicBezTo>
                        <a:pt x="50" y="18"/>
                        <a:pt x="50" y="18"/>
                        <a:pt x="50" y="18"/>
                      </a:cubicBezTo>
                      <a:cubicBezTo>
                        <a:pt x="48" y="18"/>
                        <a:pt x="48" y="18"/>
                        <a:pt x="47" y="19"/>
                      </a:cubicBezTo>
                      <a:cubicBezTo>
                        <a:pt x="42" y="15"/>
                        <a:pt x="42" y="15"/>
                        <a:pt x="42" y="15"/>
                      </a:cubicBezTo>
                      <a:cubicBezTo>
                        <a:pt x="41" y="15"/>
                        <a:pt x="41" y="15"/>
                        <a:pt x="41" y="15"/>
                      </a:cubicBezTo>
                      <a:cubicBezTo>
                        <a:pt x="40" y="15"/>
                        <a:pt x="40" y="15"/>
                        <a:pt x="40" y="15"/>
                      </a:cubicBezTo>
                      <a:cubicBezTo>
                        <a:pt x="39" y="15"/>
                        <a:pt x="38" y="16"/>
                        <a:pt x="38" y="17"/>
                      </a:cubicBezTo>
                      <a:cubicBezTo>
                        <a:pt x="38" y="19"/>
                        <a:pt x="41" y="22"/>
                        <a:pt x="41" y="26"/>
                      </a:cubicBezTo>
                      <a:cubicBezTo>
                        <a:pt x="41" y="29"/>
                        <a:pt x="41" y="29"/>
                        <a:pt x="41" y="29"/>
                      </a:cubicBezTo>
                      <a:cubicBezTo>
                        <a:pt x="41" y="30"/>
                        <a:pt x="41" y="30"/>
                        <a:pt x="41" y="30"/>
                      </a:cubicBezTo>
                      <a:cubicBezTo>
                        <a:pt x="38" y="33"/>
                        <a:pt x="38" y="33"/>
                        <a:pt x="38" y="33"/>
                      </a:cubicBezTo>
                      <a:cubicBezTo>
                        <a:pt x="37" y="33"/>
                        <a:pt x="37" y="33"/>
                        <a:pt x="37" y="33"/>
                      </a:cubicBezTo>
                      <a:cubicBezTo>
                        <a:pt x="35" y="33"/>
                        <a:pt x="35" y="34"/>
                        <a:pt x="34" y="34"/>
                      </a:cubicBezTo>
                      <a:cubicBezTo>
                        <a:pt x="32" y="33"/>
                        <a:pt x="31" y="31"/>
                        <a:pt x="30" y="29"/>
                      </a:cubicBezTo>
                      <a:cubicBezTo>
                        <a:pt x="24" y="29"/>
                        <a:pt x="30" y="41"/>
                        <a:pt x="19" y="45"/>
                      </a:cubicBezTo>
                      <a:cubicBezTo>
                        <a:pt x="16" y="46"/>
                        <a:pt x="12" y="48"/>
                        <a:pt x="9" y="50"/>
                      </a:cubicBezTo>
                      <a:cubicBezTo>
                        <a:pt x="6" y="51"/>
                        <a:pt x="1" y="53"/>
                        <a:pt x="0" y="55"/>
                      </a:cubicBezTo>
                      <a:cubicBezTo>
                        <a:pt x="1" y="58"/>
                        <a:pt x="1" y="57"/>
                        <a:pt x="4" y="59"/>
                      </a:cubicBezTo>
                      <a:cubicBezTo>
                        <a:pt x="6" y="59"/>
                        <a:pt x="6" y="59"/>
                        <a:pt x="6" y="59"/>
                      </a:cubicBezTo>
                      <a:cubicBezTo>
                        <a:pt x="10" y="59"/>
                        <a:pt x="20" y="51"/>
                        <a:pt x="23" y="51"/>
                      </a:cubicBezTo>
                      <a:cubicBezTo>
                        <a:pt x="25" y="51"/>
                        <a:pt x="24" y="51"/>
                        <a:pt x="27" y="52"/>
                      </a:cubicBezTo>
                      <a:cubicBezTo>
                        <a:pt x="29" y="54"/>
                        <a:pt x="29" y="55"/>
                        <a:pt x="30" y="58"/>
                      </a:cubicBezTo>
                      <a:cubicBezTo>
                        <a:pt x="30" y="59"/>
                        <a:pt x="30" y="59"/>
                        <a:pt x="30" y="59"/>
                      </a:cubicBezTo>
                      <a:cubicBezTo>
                        <a:pt x="30" y="62"/>
                        <a:pt x="28" y="64"/>
                        <a:pt x="26" y="65"/>
                      </a:cubicBezTo>
                      <a:cubicBezTo>
                        <a:pt x="21" y="64"/>
                        <a:pt x="21" y="64"/>
                        <a:pt x="21" y="64"/>
                      </a:cubicBezTo>
                      <a:cubicBezTo>
                        <a:pt x="20" y="64"/>
                        <a:pt x="20" y="64"/>
                        <a:pt x="19" y="64"/>
                      </a:cubicBezTo>
                      <a:cubicBezTo>
                        <a:pt x="18" y="64"/>
                        <a:pt x="18" y="64"/>
                        <a:pt x="18" y="64"/>
                      </a:cubicBezTo>
                      <a:cubicBezTo>
                        <a:pt x="16" y="67"/>
                        <a:pt x="16" y="67"/>
                        <a:pt x="16" y="67"/>
                      </a:cubicBezTo>
                      <a:cubicBezTo>
                        <a:pt x="16" y="68"/>
                        <a:pt x="16" y="68"/>
                        <a:pt x="16" y="68"/>
                      </a:cubicBezTo>
                      <a:cubicBezTo>
                        <a:pt x="16" y="72"/>
                        <a:pt x="16" y="72"/>
                        <a:pt x="16" y="72"/>
                      </a:cubicBezTo>
                      <a:cubicBezTo>
                        <a:pt x="16" y="78"/>
                        <a:pt x="13" y="85"/>
                        <a:pt x="11" y="90"/>
                      </a:cubicBezTo>
                      <a:cubicBezTo>
                        <a:pt x="9" y="94"/>
                        <a:pt x="3" y="100"/>
                        <a:pt x="3" y="105"/>
                      </a:cubicBezTo>
                      <a:cubicBezTo>
                        <a:pt x="3" y="106"/>
                        <a:pt x="4" y="109"/>
                        <a:pt x="5" y="110"/>
                      </a:cubicBezTo>
                      <a:cubicBezTo>
                        <a:pt x="6" y="110"/>
                        <a:pt x="6" y="110"/>
                        <a:pt x="6" y="110"/>
                      </a:cubicBezTo>
                      <a:cubicBezTo>
                        <a:pt x="7" y="110"/>
                        <a:pt x="7" y="110"/>
                        <a:pt x="7" y="110"/>
                      </a:cubicBezTo>
                      <a:cubicBezTo>
                        <a:pt x="9" y="110"/>
                        <a:pt x="8" y="110"/>
                        <a:pt x="9" y="111"/>
                      </a:cubicBezTo>
                      <a:cubicBezTo>
                        <a:pt x="11" y="109"/>
                        <a:pt x="15" y="101"/>
                        <a:pt x="15" y="98"/>
                      </a:cubicBezTo>
                      <a:cubicBezTo>
                        <a:pt x="17" y="94"/>
                        <a:pt x="20" y="89"/>
                        <a:pt x="24" y="89"/>
                      </a:cubicBezTo>
                      <a:cubicBezTo>
                        <a:pt x="25" y="89"/>
                        <a:pt x="25" y="89"/>
                        <a:pt x="26" y="88"/>
                      </a:cubicBezTo>
                      <a:cubicBezTo>
                        <a:pt x="28" y="90"/>
                        <a:pt x="32" y="90"/>
                        <a:pt x="32" y="93"/>
                      </a:cubicBezTo>
                      <a:cubicBezTo>
                        <a:pt x="32" y="94"/>
                        <a:pt x="32" y="94"/>
                        <a:pt x="32" y="94"/>
                      </a:cubicBezTo>
                      <a:cubicBezTo>
                        <a:pt x="32" y="96"/>
                        <a:pt x="32" y="96"/>
                        <a:pt x="32" y="96"/>
                      </a:cubicBezTo>
                      <a:cubicBezTo>
                        <a:pt x="28" y="102"/>
                        <a:pt x="25" y="101"/>
                        <a:pt x="23" y="104"/>
                      </a:cubicBezTo>
                      <a:cubicBezTo>
                        <a:pt x="26" y="109"/>
                        <a:pt x="27" y="108"/>
                        <a:pt x="29" y="113"/>
                      </a:cubicBezTo>
                      <a:cubicBezTo>
                        <a:pt x="29" y="114"/>
                        <a:pt x="29" y="114"/>
                        <a:pt x="29" y="114"/>
                      </a:cubicBezTo>
                      <a:cubicBezTo>
                        <a:pt x="29" y="115"/>
                        <a:pt x="29" y="115"/>
                        <a:pt x="29" y="115"/>
                      </a:cubicBezTo>
                      <a:cubicBezTo>
                        <a:pt x="29" y="116"/>
                        <a:pt x="29" y="116"/>
                        <a:pt x="29" y="116"/>
                      </a:cubicBezTo>
                      <a:cubicBezTo>
                        <a:pt x="28" y="119"/>
                        <a:pt x="26" y="123"/>
                        <a:pt x="22" y="122"/>
                      </a:cubicBezTo>
                      <a:cubicBezTo>
                        <a:pt x="15" y="122"/>
                        <a:pt x="15" y="122"/>
                        <a:pt x="15" y="122"/>
                      </a:cubicBezTo>
                      <a:cubicBezTo>
                        <a:pt x="14" y="122"/>
                        <a:pt x="11" y="124"/>
                        <a:pt x="10" y="124"/>
                      </a:cubicBezTo>
                      <a:cubicBezTo>
                        <a:pt x="13" y="127"/>
                        <a:pt x="23" y="129"/>
                        <a:pt x="23" y="133"/>
                      </a:cubicBezTo>
                      <a:cubicBezTo>
                        <a:pt x="23" y="137"/>
                        <a:pt x="18" y="142"/>
                        <a:pt x="15" y="144"/>
                      </a:cubicBezTo>
                      <a:cubicBezTo>
                        <a:pt x="15" y="150"/>
                        <a:pt x="15" y="150"/>
                        <a:pt x="15" y="150"/>
                      </a:cubicBezTo>
                      <a:cubicBezTo>
                        <a:pt x="17" y="150"/>
                        <a:pt x="17" y="150"/>
                        <a:pt x="17" y="150"/>
                      </a:cubicBezTo>
                      <a:cubicBezTo>
                        <a:pt x="20" y="150"/>
                        <a:pt x="27" y="141"/>
                        <a:pt x="29" y="139"/>
                      </a:cubicBezTo>
                      <a:cubicBezTo>
                        <a:pt x="33" y="135"/>
                        <a:pt x="34" y="129"/>
                        <a:pt x="38" y="12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2" name="iSļïḑé"/>
                <p:cNvSpPr/>
                <p:nvPr/>
              </p:nvSpPr>
              <p:spPr bwMode="auto">
                <a:xfrm>
                  <a:off x="4422776" y="3106738"/>
                  <a:ext cx="412750" cy="596900"/>
                </a:xfrm>
                <a:custGeom>
                  <a:avLst/>
                  <a:gdLst>
                    <a:gd name="T0" fmla="*/ 63 w 125"/>
                    <a:gd name="T1" fmla="*/ 83 h 179"/>
                    <a:gd name="T2" fmla="*/ 69 w 125"/>
                    <a:gd name="T3" fmla="*/ 84 h 179"/>
                    <a:gd name="T4" fmla="*/ 71 w 125"/>
                    <a:gd name="T5" fmla="*/ 95 h 179"/>
                    <a:gd name="T6" fmla="*/ 56 w 125"/>
                    <a:gd name="T7" fmla="*/ 91 h 179"/>
                    <a:gd name="T8" fmla="*/ 77 w 125"/>
                    <a:gd name="T9" fmla="*/ 77 h 179"/>
                    <a:gd name="T10" fmla="*/ 90 w 125"/>
                    <a:gd name="T11" fmla="*/ 82 h 179"/>
                    <a:gd name="T12" fmla="*/ 93 w 125"/>
                    <a:gd name="T13" fmla="*/ 96 h 179"/>
                    <a:gd name="T14" fmla="*/ 88 w 125"/>
                    <a:gd name="T15" fmla="*/ 106 h 179"/>
                    <a:gd name="T16" fmla="*/ 75 w 125"/>
                    <a:gd name="T17" fmla="*/ 89 h 179"/>
                    <a:gd name="T18" fmla="*/ 91 w 125"/>
                    <a:gd name="T19" fmla="*/ 29 h 179"/>
                    <a:gd name="T20" fmla="*/ 95 w 125"/>
                    <a:gd name="T21" fmla="*/ 4 h 179"/>
                    <a:gd name="T22" fmla="*/ 92 w 125"/>
                    <a:gd name="T23" fmla="*/ 0 h 179"/>
                    <a:gd name="T24" fmla="*/ 86 w 125"/>
                    <a:gd name="T25" fmla="*/ 0 h 179"/>
                    <a:gd name="T26" fmla="*/ 80 w 125"/>
                    <a:gd name="T27" fmla="*/ 7 h 179"/>
                    <a:gd name="T28" fmla="*/ 83 w 125"/>
                    <a:gd name="T29" fmla="*/ 30 h 179"/>
                    <a:gd name="T30" fmla="*/ 86 w 125"/>
                    <a:gd name="T31" fmla="*/ 50 h 179"/>
                    <a:gd name="T32" fmla="*/ 46 w 125"/>
                    <a:gd name="T33" fmla="*/ 84 h 179"/>
                    <a:gd name="T34" fmla="*/ 0 w 125"/>
                    <a:gd name="T35" fmla="*/ 99 h 179"/>
                    <a:gd name="T36" fmla="*/ 13 w 125"/>
                    <a:gd name="T37" fmla="*/ 108 h 179"/>
                    <a:gd name="T38" fmla="*/ 30 w 125"/>
                    <a:gd name="T39" fmla="*/ 100 h 179"/>
                    <a:gd name="T40" fmla="*/ 47 w 125"/>
                    <a:gd name="T41" fmla="*/ 92 h 179"/>
                    <a:gd name="T42" fmla="*/ 51 w 125"/>
                    <a:gd name="T43" fmla="*/ 109 h 179"/>
                    <a:gd name="T44" fmla="*/ 50 w 125"/>
                    <a:gd name="T45" fmla="*/ 118 h 179"/>
                    <a:gd name="T46" fmla="*/ 54 w 125"/>
                    <a:gd name="T47" fmla="*/ 125 h 179"/>
                    <a:gd name="T48" fmla="*/ 62 w 125"/>
                    <a:gd name="T49" fmla="*/ 119 h 179"/>
                    <a:gd name="T50" fmla="*/ 62 w 125"/>
                    <a:gd name="T51" fmla="*/ 113 h 179"/>
                    <a:gd name="T52" fmla="*/ 78 w 125"/>
                    <a:gd name="T53" fmla="*/ 111 h 179"/>
                    <a:gd name="T54" fmla="*/ 78 w 125"/>
                    <a:gd name="T55" fmla="*/ 113 h 179"/>
                    <a:gd name="T56" fmla="*/ 78 w 125"/>
                    <a:gd name="T57" fmla="*/ 118 h 179"/>
                    <a:gd name="T58" fmla="*/ 46 w 125"/>
                    <a:gd name="T59" fmla="*/ 147 h 179"/>
                    <a:gd name="T60" fmla="*/ 28 w 125"/>
                    <a:gd name="T61" fmla="*/ 158 h 179"/>
                    <a:gd name="T62" fmla="*/ 1 w 125"/>
                    <a:gd name="T63" fmla="*/ 170 h 179"/>
                    <a:gd name="T64" fmla="*/ 14 w 125"/>
                    <a:gd name="T65" fmla="*/ 178 h 179"/>
                    <a:gd name="T66" fmla="*/ 20 w 125"/>
                    <a:gd name="T67" fmla="*/ 179 h 179"/>
                    <a:gd name="T68" fmla="*/ 22 w 125"/>
                    <a:gd name="T69" fmla="*/ 179 h 179"/>
                    <a:gd name="T70" fmla="*/ 38 w 125"/>
                    <a:gd name="T71" fmla="*/ 169 h 179"/>
                    <a:gd name="T72" fmla="*/ 61 w 125"/>
                    <a:gd name="T73" fmla="*/ 150 h 179"/>
                    <a:gd name="T74" fmla="*/ 79 w 125"/>
                    <a:gd name="T75" fmla="*/ 135 h 179"/>
                    <a:gd name="T76" fmla="*/ 96 w 125"/>
                    <a:gd name="T77" fmla="*/ 119 h 179"/>
                    <a:gd name="T78" fmla="*/ 106 w 125"/>
                    <a:gd name="T79" fmla="*/ 149 h 179"/>
                    <a:gd name="T80" fmla="*/ 125 w 125"/>
                    <a:gd name="T81" fmla="*/ 152 h 179"/>
                    <a:gd name="T82" fmla="*/ 116 w 125"/>
                    <a:gd name="T83" fmla="*/ 120 h 179"/>
                    <a:gd name="T84" fmla="*/ 115 w 125"/>
                    <a:gd name="T85" fmla="*/ 125 h 179"/>
                    <a:gd name="T86" fmla="*/ 109 w 125"/>
                    <a:gd name="T87" fmla="*/ 129 h 179"/>
                    <a:gd name="T88" fmla="*/ 97 w 125"/>
                    <a:gd name="T89" fmla="*/ 92 h 179"/>
                    <a:gd name="T90" fmla="*/ 94 w 125"/>
                    <a:gd name="T91" fmla="*/ 76 h 179"/>
                    <a:gd name="T92" fmla="*/ 110 w 125"/>
                    <a:gd name="T93" fmla="*/ 60 h 179"/>
                    <a:gd name="T94" fmla="*/ 105 w 125"/>
                    <a:gd name="T95" fmla="*/ 57 h 179"/>
                    <a:gd name="T96" fmla="*/ 101 w 125"/>
                    <a:gd name="T97" fmla="*/ 59 h 179"/>
                    <a:gd name="T98" fmla="*/ 91 w 125"/>
                    <a:gd name="T99" fmla="*/ 54 h 179"/>
                    <a:gd name="T100" fmla="*/ 91 w 125"/>
                    <a:gd name="T101" fmla="*/ 29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25" h="179">
                      <a:moveTo>
                        <a:pt x="56" y="91"/>
                      </a:moveTo>
                      <a:cubicBezTo>
                        <a:pt x="56" y="87"/>
                        <a:pt x="60" y="85"/>
                        <a:pt x="63" y="83"/>
                      </a:cubicBezTo>
                      <a:cubicBezTo>
                        <a:pt x="64" y="83"/>
                        <a:pt x="64" y="83"/>
                        <a:pt x="64" y="83"/>
                      </a:cubicBezTo>
                      <a:cubicBezTo>
                        <a:pt x="67" y="83"/>
                        <a:pt x="67" y="84"/>
                        <a:pt x="69" y="84"/>
                      </a:cubicBezTo>
                      <a:cubicBezTo>
                        <a:pt x="71" y="94"/>
                        <a:pt x="71" y="94"/>
                        <a:pt x="71" y="94"/>
                      </a:cubicBezTo>
                      <a:cubicBezTo>
                        <a:pt x="71" y="95"/>
                        <a:pt x="71" y="95"/>
                        <a:pt x="71" y="95"/>
                      </a:cubicBezTo>
                      <a:cubicBezTo>
                        <a:pt x="68" y="100"/>
                        <a:pt x="68" y="99"/>
                        <a:pt x="63" y="101"/>
                      </a:cubicBezTo>
                      <a:cubicBezTo>
                        <a:pt x="61" y="99"/>
                        <a:pt x="56" y="95"/>
                        <a:pt x="56" y="91"/>
                      </a:cubicBezTo>
                      <a:close/>
                      <a:moveTo>
                        <a:pt x="72" y="83"/>
                      </a:moveTo>
                      <a:cubicBezTo>
                        <a:pt x="74" y="79"/>
                        <a:pt x="73" y="79"/>
                        <a:pt x="77" y="77"/>
                      </a:cubicBezTo>
                      <a:cubicBezTo>
                        <a:pt x="79" y="75"/>
                        <a:pt x="82" y="75"/>
                        <a:pt x="83" y="73"/>
                      </a:cubicBezTo>
                      <a:cubicBezTo>
                        <a:pt x="88" y="76"/>
                        <a:pt x="89" y="76"/>
                        <a:pt x="90" y="82"/>
                      </a:cubicBezTo>
                      <a:cubicBezTo>
                        <a:pt x="92" y="95"/>
                        <a:pt x="92" y="95"/>
                        <a:pt x="92" y="95"/>
                      </a:cubicBezTo>
                      <a:cubicBezTo>
                        <a:pt x="93" y="96"/>
                        <a:pt x="93" y="96"/>
                        <a:pt x="93" y="96"/>
                      </a:cubicBezTo>
                      <a:cubicBezTo>
                        <a:pt x="94" y="99"/>
                        <a:pt x="94" y="99"/>
                        <a:pt x="94" y="99"/>
                      </a:cubicBezTo>
                      <a:cubicBezTo>
                        <a:pt x="91" y="105"/>
                        <a:pt x="93" y="103"/>
                        <a:pt x="88" y="106"/>
                      </a:cubicBezTo>
                      <a:cubicBezTo>
                        <a:pt x="83" y="101"/>
                        <a:pt x="82" y="101"/>
                        <a:pt x="79" y="95"/>
                      </a:cubicBezTo>
                      <a:cubicBezTo>
                        <a:pt x="77" y="93"/>
                        <a:pt x="77" y="91"/>
                        <a:pt x="75" y="89"/>
                      </a:cubicBezTo>
                      <a:cubicBezTo>
                        <a:pt x="73" y="87"/>
                        <a:pt x="73" y="86"/>
                        <a:pt x="72" y="83"/>
                      </a:cubicBezTo>
                      <a:close/>
                      <a:moveTo>
                        <a:pt x="91" y="29"/>
                      </a:moveTo>
                      <a:cubicBezTo>
                        <a:pt x="91" y="22"/>
                        <a:pt x="95" y="12"/>
                        <a:pt x="95" y="4"/>
                      </a:cubicBezTo>
                      <a:cubicBezTo>
                        <a:pt x="95" y="4"/>
                        <a:pt x="95" y="4"/>
                        <a:pt x="95" y="4"/>
                      </a:cubicBezTo>
                      <a:cubicBezTo>
                        <a:pt x="95" y="3"/>
                        <a:pt x="95" y="3"/>
                        <a:pt x="95" y="3"/>
                      </a:cubicBezTo>
                      <a:cubicBezTo>
                        <a:pt x="93" y="0"/>
                        <a:pt x="95" y="1"/>
                        <a:pt x="92" y="0"/>
                      </a:cubicBezTo>
                      <a:cubicBezTo>
                        <a:pt x="91" y="0"/>
                        <a:pt x="91" y="0"/>
                        <a:pt x="91" y="0"/>
                      </a:cubicBezTo>
                      <a:cubicBezTo>
                        <a:pt x="86" y="0"/>
                        <a:pt x="86" y="0"/>
                        <a:pt x="86" y="0"/>
                      </a:cubicBezTo>
                      <a:cubicBezTo>
                        <a:pt x="85" y="0"/>
                        <a:pt x="85" y="0"/>
                        <a:pt x="85" y="0"/>
                      </a:cubicBezTo>
                      <a:cubicBezTo>
                        <a:pt x="82" y="1"/>
                        <a:pt x="80" y="4"/>
                        <a:pt x="80" y="7"/>
                      </a:cubicBezTo>
                      <a:cubicBezTo>
                        <a:pt x="83" y="30"/>
                        <a:pt x="83" y="30"/>
                        <a:pt x="83" y="30"/>
                      </a:cubicBezTo>
                      <a:cubicBezTo>
                        <a:pt x="83" y="30"/>
                        <a:pt x="83" y="30"/>
                        <a:pt x="83" y="30"/>
                      </a:cubicBezTo>
                      <a:cubicBezTo>
                        <a:pt x="83" y="38"/>
                        <a:pt x="86" y="44"/>
                        <a:pt x="86" y="49"/>
                      </a:cubicBezTo>
                      <a:cubicBezTo>
                        <a:pt x="86" y="50"/>
                        <a:pt x="86" y="50"/>
                        <a:pt x="86" y="50"/>
                      </a:cubicBezTo>
                      <a:cubicBezTo>
                        <a:pt x="87" y="62"/>
                        <a:pt x="87" y="62"/>
                        <a:pt x="87" y="62"/>
                      </a:cubicBezTo>
                      <a:cubicBezTo>
                        <a:pt x="87" y="68"/>
                        <a:pt x="52" y="81"/>
                        <a:pt x="46" y="84"/>
                      </a:cubicBezTo>
                      <a:cubicBezTo>
                        <a:pt x="39" y="87"/>
                        <a:pt x="31" y="89"/>
                        <a:pt x="23" y="92"/>
                      </a:cubicBezTo>
                      <a:cubicBezTo>
                        <a:pt x="20" y="94"/>
                        <a:pt x="0" y="96"/>
                        <a:pt x="0" y="99"/>
                      </a:cubicBezTo>
                      <a:cubicBezTo>
                        <a:pt x="0" y="101"/>
                        <a:pt x="9" y="108"/>
                        <a:pt x="11" y="108"/>
                      </a:cubicBezTo>
                      <a:cubicBezTo>
                        <a:pt x="13" y="108"/>
                        <a:pt x="13" y="108"/>
                        <a:pt x="13" y="108"/>
                      </a:cubicBezTo>
                      <a:cubicBezTo>
                        <a:pt x="14" y="108"/>
                        <a:pt x="14" y="108"/>
                        <a:pt x="14" y="108"/>
                      </a:cubicBezTo>
                      <a:cubicBezTo>
                        <a:pt x="20" y="105"/>
                        <a:pt x="24" y="103"/>
                        <a:pt x="30" y="100"/>
                      </a:cubicBezTo>
                      <a:cubicBezTo>
                        <a:pt x="34" y="98"/>
                        <a:pt x="41" y="93"/>
                        <a:pt x="45" y="93"/>
                      </a:cubicBezTo>
                      <a:cubicBezTo>
                        <a:pt x="46" y="93"/>
                        <a:pt x="46" y="93"/>
                        <a:pt x="47" y="92"/>
                      </a:cubicBezTo>
                      <a:cubicBezTo>
                        <a:pt x="49" y="94"/>
                        <a:pt x="52" y="96"/>
                        <a:pt x="51" y="101"/>
                      </a:cubicBezTo>
                      <a:cubicBezTo>
                        <a:pt x="51" y="109"/>
                        <a:pt x="51" y="109"/>
                        <a:pt x="51" y="109"/>
                      </a:cubicBezTo>
                      <a:cubicBezTo>
                        <a:pt x="51" y="110"/>
                        <a:pt x="51" y="110"/>
                        <a:pt x="51" y="110"/>
                      </a:cubicBezTo>
                      <a:cubicBezTo>
                        <a:pt x="50" y="118"/>
                        <a:pt x="50" y="118"/>
                        <a:pt x="50" y="118"/>
                      </a:cubicBezTo>
                      <a:cubicBezTo>
                        <a:pt x="50" y="119"/>
                        <a:pt x="50" y="119"/>
                        <a:pt x="50" y="120"/>
                      </a:cubicBezTo>
                      <a:cubicBezTo>
                        <a:pt x="51" y="123"/>
                        <a:pt x="51" y="123"/>
                        <a:pt x="54" y="125"/>
                      </a:cubicBezTo>
                      <a:cubicBezTo>
                        <a:pt x="56" y="125"/>
                        <a:pt x="56" y="125"/>
                        <a:pt x="56" y="125"/>
                      </a:cubicBezTo>
                      <a:cubicBezTo>
                        <a:pt x="59" y="125"/>
                        <a:pt x="60" y="121"/>
                        <a:pt x="62" y="119"/>
                      </a:cubicBezTo>
                      <a:cubicBezTo>
                        <a:pt x="62" y="118"/>
                        <a:pt x="62" y="118"/>
                        <a:pt x="62" y="118"/>
                      </a:cubicBezTo>
                      <a:cubicBezTo>
                        <a:pt x="62" y="113"/>
                        <a:pt x="62" y="113"/>
                        <a:pt x="62" y="113"/>
                      </a:cubicBezTo>
                      <a:cubicBezTo>
                        <a:pt x="63" y="110"/>
                        <a:pt x="68" y="106"/>
                        <a:pt x="71" y="106"/>
                      </a:cubicBezTo>
                      <a:cubicBezTo>
                        <a:pt x="75" y="106"/>
                        <a:pt x="77" y="109"/>
                        <a:pt x="78" y="111"/>
                      </a:cubicBezTo>
                      <a:cubicBezTo>
                        <a:pt x="78" y="112"/>
                        <a:pt x="78" y="112"/>
                        <a:pt x="78" y="112"/>
                      </a:cubicBezTo>
                      <a:cubicBezTo>
                        <a:pt x="78" y="113"/>
                        <a:pt x="78" y="113"/>
                        <a:pt x="78" y="113"/>
                      </a:cubicBezTo>
                      <a:cubicBezTo>
                        <a:pt x="78" y="115"/>
                        <a:pt x="78" y="115"/>
                        <a:pt x="79" y="116"/>
                      </a:cubicBezTo>
                      <a:cubicBezTo>
                        <a:pt x="78" y="117"/>
                        <a:pt x="78" y="117"/>
                        <a:pt x="78" y="118"/>
                      </a:cubicBezTo>
                      <a:cubicBezTo>
                        <a:pt x="78" y="119"/>
                        <a:pt x="78" y="119"/>
                        <a:pt x="78" y="119"/>
                      </a:cubicBezTo>
                      <a:cubicBezTo>
                        <a:pt x="72" y="130"/>
                        <a:pt x="57" y="140"/>
                        <a:pt x="46" y="147"/>
                      </a:cubicBezTo>
                      <a:cubicBezTo>
                        <a:pt x="44" y="148"/>
                        <a:pt x="40" y="151"/>
                        <a:pt x="37" y="152"/>
                      </a:cubicBezTo>
                      <a:cubicBezTo>
                        <a:pt x="35" y="153"/>
                        <a:pt x="29" y="157"/>
                        <a:pt x="28" y="158"/>
                      </a:cubicBezTo>
                      <a:cubicBezTo>
                        <a:pt x="25" y="161"/>
                        <a:pt x="12" y="165"/>
                        <a:pt x="6" y="165"/>
                      </a:cubicBezTo>
                      <a:cubicBezTo>
                        <a:pt x="4" y="165"/>
                        <a:pt x="2" y="168"/>
                        <a:pt x="1" y="170"/>
                      </a:cubicBezTo>
                      <a:cubicBezTo>
                        <a:pt x="4" y="171"/>
                        <a:pt x="4" y="173"/>
                        <a:pt x="7" y="175"/>
                      </a:cubicBezTo>
                      <a:cubicBezTo>
                        <a:pt x="10" y="176"/>
                        <a:pt x="12" y="176"/>
                        <a:pt x="14" y="178"/>
                      </a:cubicBezTo>
                      <a:cubicBezTo>
                        <a:pt x="18" y="179"/>
                        <a:pt x="18" y="179"/>
                        <a:pt x="18" y="179"/>
                      </a:cubicBezTo>
                      <a:cubicBezTo>
                        <a:pt x="20" y="179"/>
                        <a:pt x="18" y="179"/>
                        <a:pt x="20" y="179"/>
                      </a:cubicBezTo>
                      <a:cubicBezTo>
                        <a:pt x="21" y="179"/>
                        <a:pt x="21" y="179"/>
                        <a:pt x="21" y="179"/>
                      </a:cubicBezTo>
                      <a:cubicBezTo>
                        <a:pt x="22" y="179"/>
                        <a:pt x="22" y="179"/>
                        <a:pt x="22" y="179"/>
                      </a:cubicBezTo>
                      <a:cubicBezTo>
                        <a:pt x="26" y="177"/>
                        <a:pt x="30" y="175"/>
                        <a:pt x="33" y="173"/>
                      </a:cubicBezTo>
                      <a:cubicBezTo>
                        <a:pt x="35" y="171"/>
                        <a:pt x="36" y="170"/>
                        <a:pt x="38" y="169"/>
                      </a:cubicBezTo>
                      <a:cubicBezTo>
                        <a:pt x="39" y="168"/>
                        <a:pt x="43" y="166"/>
                        <a:pt x="43" y="166"/>
                      </a:cubicBezTo>
                      <a:cubicBezTo>
                        <a:pt x="49" y="160"/>
                        <a:pt x="55" y="156"/>
                        <a:pt x="61" y="150"/>
                      </a:cubicBezTo>
                      <a:cubicBezTo>
                        <a:pt x="64" y="148"/>
                        <a:pt x="67" y="145"/>
                        <a:pt x="70" y="143"/>
                      </a:cubicBezTo>
                      <a:cubicBezTo>
                        <a:pt x="73" y="140"/>
                        <a:pt x="76" y="137"/>
                        <a:pt x="79" y="135"/>
                      </a:cubicBezTo>
                      <a:cubicBezTo>
                        <a:pt x="82" y="132"/>
                        <a:pt x="85" y="130"/>
                        <a:pt x="87" y="127"/>
                      </a:cubicBezTo>
                      <a:cubicBezTo>
                        <a:pt x="90" y="124"/>
                        <a:pt x="91" y="119"/>
                        <a:pt x="96" y="119"/>
                      </a:cubicBezTo>
                      <a:cubicBezTo>
                        <a:pt x="98" y="119"/>
                        <a:pt x="100" y="126"/>
                        <a:pt x="100" y="128"/>
                      </a:cubicBezTo>
                      <a:cubicBezTo>
                        <a:pt x="100" y="132"/>
                        <a:pt x="105" y="145"/>
                        <a:pt x="106" y="149"/>
                      </a:cubicBezTo>
                      <a:cubicBezTo>
                        <a:pt x="108" y="155"/>
                        <a:pt x="111" y="165"/>
                        <a:pt x="118" y="165"/>
                      </a:cubicBezTo>
                      <a:cubicBezTo>
                        <a:pt x="119" y="163"/>
                        <a:pt x="125" y="161"/>
                        <a:pt x="125" y="152"/>
                      </a:cubicBezTo>
                      <a:cubicBezTo>
                        <a:pt x="125" y="143"/>
                        <a:pt x="120" y="120"/>
                        <a:pt x="117" y="116"/>
                      </a:cubicBezTo>
                      <a:cubicBezTo>
                        <a:pt x="117" y="118"/>
                        <a:pt x="116" y="118"/>
                        <a:pt x="116" y="120"/>
                      </a:cubicBezTo>
                      <a:cubicBezTo>
                        <a:pt x="116" y="123"/>
                        <a:pt x="115" y="121"/>
                        <a:pt x="115" y="124"/>
                      </a:cubicBezTo>
                      <a:cubicBezTo>
                        <a:pt x="115" y="125"/>
                        <a:pt x="115" y="125"/>
                        <a:pt x="115" y="125"/>
                      </a:cubicBezTo>
                      <a:cubicBezTo>
                        <a:pt x="115" y="126"/>
                        <a:pt x="114" y="129"/>
                        <a:pt x="112" y="129"/>
                      </a:cubicBezTo>
                      <a:cubicBezTo>
                        <a:pt x="109" y="129"/>
                        <a:pt x="109" y="129"/>
                        <a:pt x="109" y="129"/>
                      </a:cubicBezTo>
                      <a:cubicBezTo>
                        <a:pt x="105" y="129"/>
                        <a:pt x="102" y="110"/>
                        <a:pt x="100" y="105"/>
                      </a:cubicBezTo>
                      <a:cubicBezTo>
                        <a:pt x="98" y="101"/>
                        <a:pt x="98" y="97"/>
                        <a:pt x="97" y="92"/>
                      </a:cubicBezTo>
                      <a:cubicBezTo>
                        <a:pt x="96" y="87"/>
                        <a:pt x="94" y="86"/>
                        <a:pt x="94" y="79"/>
                      </a:cubicBezTo>
                      <a:cubicBezTo>
                        <a:pt x="94" y="76"/>
                        <a:pt x="94" y="76"/>
                        <a:pt x="94" y="76"/>
                      </a:cubicBezTo>
                      <a:cubicBezTo>
                        <a:pt x="94" y="65"/>
                        <a:pt x="110" y="67"/>
                        <a:pt x="110" y="61"/>
                      </a:cubicBezTo>
                      <a:cubicBezTo>
                        <a:pt x="110" y="60"/>
                        <a:pt x="110" y="60"/>
                        <a:pt x="110" y="60"/>
                      </a:cubicBezTo>
                      <a:cubicBezTo>
                        <a:pt x="110" y="58"/>
                        <a:pt x="109" y="57"/>
                        <a:pt x="108" y="57"/>
                      </a:cubicBezTo>
                      <a:cubicBezTo>
                        <a:pt x="105" y="57"/>
                        <a:pt x="105" y="57"/>
                        <a:pt x="105" y="57"/>
                      </a:cubicBezTo>
                      <a:cubicBezTo>
                        <a:pt x="104" y="57"/>
                        <a:pt x="104" y="57"/>
                        <a:pt x="104" y="57"/>
                      </a:cubicBezTo>
                      <a:cubicBezTo>
                        <a:pt x="103" y="58"/>
                        <a:pt x="102" y="59"/>
                        <a:pt x="101" y="59"/>
                      </a:cubicBezTo>
                      <a:cubicBezTo>
                        <a:pt x="99" y="60"/>
                        <a:pt x="99" y="59"/>
                        <a:pt x="97" y="60"/>
                      </a:cubicBezTo>
                      <a:cubicBezTo>
                        <a:pt x="95" y="59"/>
                        <a:pt x="91" y="56"/>
                        <a:pt x="91" y="54"/>
                      </a:cubicBezTo>
                      <a:cubicBezTo>
                        <a:pt x="91" y="41"/>
                        <a:pt x="91" y="41"/>
                        <a:pt x="91" y="41"/>
                      </a:cubicBezTo>
                      <a:lnTo>
                        <a:pt x="91" y="29"/>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3" name="íšlïďè"/>
                <p:cNvSpPr/>
                <p:nvPr/>
              </p:nvSpPr>
              <p:spPr bwMode="auto">
                <a:xfrm>
                  <a:off x="5478463" y="3581400"/>
                  <a:ext cx="46038" cy="76200"/>
                </a:xfrm>
                <a:custGeom>
                  <a:avLst/>
                  <a:gdLst>
                    <a:gd name="T0" fmla="*/ 14 w 14"/>
                    <a:gd name="T1" fmla="*/ 15 h 23"/>
                    <a:gd name="T2" fmla="*/ 10 w 14"/>
                    <a:gd name="T3" fmla="*/ 6 h 23"/>
                    <a:gd name="T4" fmla="*/ 3 w 14"/>
                    <a:gd name="T5" fmla="*/ 0 h 23"/>
                    <a:gd name="T6" fmla="*/ 0 w 14"/>
                    <a:gd name="T7" fmla="*/ 3 h 23"/>
                    <a:gd name="T8" fmla="*/ 5 w 14"/>
                    <a:gd name="T9" fmla="*/ 11 h 23"/>
                    <a:gd name="T10" fmla="*/ 5 w 14"/>
                    <a:gd name="T11" fmla="*/ 12 h 23"/>
                    <a:gd name="T12" fmla="*/ 5 w 14"/>
                    <a:gd name="T13" fmla="*/ 14 h 23"/>
                    <a:gd name="T14" fmla="*/ 5 w 14"/>
                    <a:gd name="T15" fmla="*/ 15 h 23"/>
                    <a:gd name="T16" fmla="*/ 2 w 14"/>
                    <a:gd name="T17" fmla="*/ 19 h 23"/>
                    <a:gd name="T18" fmla="*/ 2 w 14"/>
                    <a:gd name="T19" fmla="*/ 22 h 23"/>
                    <a:gd name="T20" fmla="*/ 5 w 14"/>
                    <a:gd name="T21" fmla="*/ 23 h 23"/>
                    <a:gd name="T22" fmla="*/ 6 w 14"/>
                    <a:gd name="T23" fmla="*/ 23 h 23"/>
                    <a:gd name="T24" fmla="*/ 11 w 14"/>
                    <a:gd name="T25" fmla="*/ 20 h 23"/>
                    <a:gd name="T26" fmla="*/ 14 w 14"/>
                    <a:gd name="T27" fmla="*/ 15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4" h="23">
                      <a:moveTo>
                        <a:pt x="14" y="15"/>
                      </a:moveTo>
                      <a:cubicBezTo>
                        <a:pt x="14" y="11"/>
                        <a:pt x="12" y="9"/>
                        <a:pt x="10" y="6"/>
                      </a:cubicBezTo>
                      <a:cubicBezTo>
                        <a:pt x="8" y="5"/>
                        <a:pt x="3" y="1"/>
                        <a:pt x="3" y="0"/>
                      </a:cubicBezTo>
                      <a:cubicBezTo>
                        <a:pt x="0" y="3"/>
                        <a:pt x="0" y="3"/>
                        <a:pt x="0" y="3"/>
                      </a:cubicBezTo>
                      <a:cubicBezTo>
                        <a:pt x="5" y="11"/>
                        <a:pt x="5" y="11"/>
                        <a:pt x="5" y="11"/>
                      </a:cubicBezTo>
                      <a:cubicBezTo>
                        <a:pt x="5" y="12"/>
                        <a:pt x="5" y="12"/>
                        <a:pt x="5" y="12"/>
                      </a:cubicBezTo>
                      <a:cubicBezTo>
                        <a:pt x="5" y="14"/>
                        <a:pt x="5" y="14"/>
                        <a:pt x="5" y="14"/>
                      </a:cubicBezTo>
                      <a:cubicBezTo>
                        <a:pt x="5" y="15"/>
                        <a:pt x="5" y="15"/>
                        <a:pt x="5" y="15"/>
                      </a:cubicBezTo>
                      <a:cubicBezTo>
                        <a:pt x="2" y="19"/>
                        <a:pt x="2" y="19"/>
                        <a:pt x="2" y="19"/>
                      </a:cubicBezTo>
                      <a:cubicBezTo>
                        <a:pt x="2" y="22"/>
                        <a:pt x="2" y="22"/>
                        <a:pt x="2" y="22"/>
                      </a:cubicBezTo>
                      <a:cubicBezTo>
                        <a:pt x="5" y="23"/>
                        <a:pt x="5" y="23"/>
                        <a:pt x="5" y="23"/>
                      </a:cubicBezTo>
                      <a:cubicBezTo>
                        <a:pt x="6" y="23"/>
                        <a:pt x="6" y="23"/>
                        <a:pt x="6" y="23"/>
                      </a:cubicBezTo>
                      <a:cubicBezTo>
                        <a:pt x="7" y="23"/>
                        <a:pt x="11" y="21"/>
                        <a:pt x="11" y="20"/>
                      </a:cubicBezTo>
                      <a:cubicBezTo>
                        <a:pt x="13" y="19"/>
                        <a:pt x="13" y="17"/>
                        <a:pt x="14" y="1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4" name="işḷîḑe"/>
                <p:cNvSpPr/>
                <p:nvPr/>
              </p:nvSpPr>
              <p:spPr bwMode="auto">
                <a:xfrm>
                  <a:off x="6310313" y="3136900"/>
                  <a:ext cx="406400" cy="554038"/>
                </a:xfrm>
                <a:custGeom>
                  <a:avLst/>
                  <a:gdLst>
                    <a:gd name="T0" fmla="*/ 101 w 123"/>
                    <a:gd name="T1" fmla="*/ 9 h 166"/>
                    <a:gd name="T2" fmla="*/ 96 w 123"/>
                    <a:gd name="T3" fmla="*/ 0 h 166"/>
                    <a:gd name="T4" fmla="*/ 76 w 123"/>
                    <a:gd name="T5" fmla="*/ 23 h 166"/>
                    <a:gd name="T6" fmla="*/ 66 w 123"/>
                    <a:gd name="T7" fmla="*/ 20 h 166"/>
                    <a:gd name="T8" fmla="*/ 69 w 123"/>
                    <a:gd name="T9" fmla="*/ 29 h 166"/>
                    <a:gd name="T10" fmla="*/ 64 w 123"/>
                    <a:gd name="T11" fmla="*/ 38 h 166"/>
                    <a:gd name="T12" fmla="*/ 71 w 123"/>
                    <a:gd name="T13" fmla="*/ 37 h 166"/>
                    <a:gd name="T14" fmla="*/ 78 w 123"/>
                    <a:gd name="T15" fmla="*/ 38 h 166"/>
                    <a:gd name="T16" fmla="*/ 104 w 123"/>
                    <a:gd name="T17" fmla="*/ 37 h 166"/>
                    <a:gd name="T18" fmla="*/ 97 w 123"/>
                    <a:gd name="T19" fmla="*/ 43 h 166"/>
                    <a:gd name="T20" fmla="*/ 85 w 123"/>
                    <a:gd name="T21" fmla="*/ 56 h 166"/>
                    <a:gd name="T22" fmla="*/ 78 w 123"/>
                    <a:gd name="T23" fmla="*/ 67 h 166"/>
                    <a:gd name="T24" fmla="*/ 72 w 123"/>
                    <a:gd name="T25" fmla="*/ 62 h 166"/>
                    <a:gd name="T26" fmla="*/ 72 w 123"/>
                    <a:gd name="T27" fmla="*/ 48 h 166"/>
                    <a:gd name="T28" fmla="*/ 63 w 123"/>
                    <a:gd name="T29" fmla="*/ 57 h 166"/>
                    <a:gd name="T30" fmla="*/ 56 w 123"/>
                    <a:gd name="T31" fmla="*/ 57 h 166"/>
                    <a:gd name="T32" fmla="*/ 61 w 123"/>
                    <a:gd name="T33" fmla="*/ 66 h 166"/>
                    <a:gd name="T34" fmla="*/ 59 w 123"/>
                    <a:gd name="T35" fmla="*/ 70 h 166"/>
                    <a:gd name="T36" fmla="*/ 68 w 123"/>
                    <a:gd name="T37" fmla="*/ 74 h 166"/>
                    <a:gd name="T38" fmla="*/ 68 w 123"/>
                    <a:gd name="T39" fmla="*/ 78 h 166"/>
                    <a:gd name="T40" fmla="*/ 40 w 123"/>
                    <a:gd name="T41" fmla="*/ 92 h 166"/>
                    <a:gd name="T42" fmla="*/ 24 w 123"/>
                    <a:gd name="T43" fmla="*/ 99 h 166"/>
                    <a:gd name="T44" fmla="*/ 3 w 123"/>
                    <a:gd name="T45" fmla="*/ 105 h 166"/>
                    <a:gd name="T46" fmla="*/ 2 w 123"/>
                    <a:gd name="T47" fmla="*/ 112 h 166"/>
                    <a:gd name="T48" fmla="*/ 14 w 123"/>
                    <a:gd name="T49" fmla="*/ 120 h 166"/>
                    <a:gd name="T50" fmla="*/ 32 w 123"/>
                    <a:gd name="T51" fmla="*/ 108 h 166"/>
                    <a:gd name="T52" fmla="*/ 55 w 123"/>
                    <a:gd name="T53" fmla="*/ 93 h 166"/>
                    <a:gd name="T54" fmla="*/ 63 w 123"/>
                    <a:gd name="T55" fmla="*/ 89 h 166"/>
                    <a:gd name="T56" fmla="*/ 82 w 123"/>
                    <a:gd name="T57" fmla="*/ 83 h 166"/>
                    <a:gd name="T58" fmla="*/ 82 w 123"/>
                    <a:gd name="T59" fmla="*/ 86 h 166"/>
                    <a:gd name="T60" fmla="*/ 74 w 123"/>
                    <a:gd name="T61" fmla="*/ 97 h 166"/>
                    <a:gd name="T62" fmla="*/ 61 w 123"/>
                    <a:gd name="T63" fmla="*/ 107 h 166"/>
                    <a:gd name="T64" fmla="*/ 64 w 123"/>
                    <a:gd name="T65" fmla="*/ 118 h 166"/>
                    <a:gd name="T66" fmla="*/ 55 w 123"/>
                    <a:gd name="T67" fmla="*/ 126 h 166"/>
                    <a:gd name="T68" fmla="*/ 40 w 123"/>
                    <a:gd name="T69" fmla="*/ 129 h 166"/>
                    <a:gd name="T70" fmla="*/ 30 w 123"/>
                    <a:gd name="T71" fmla="*/ 130 h 166"/>
                    <a:gd name="T72" fmla="*/ 35 w 123"/>
                    <a:gd name="T73" fmla="*/ 141 h 166"/>
                    <a:gd name="T74" fmla="*/ 38 w 123"/>
                    <a:gd name="T75" fmla="*/ 141 h 166"/>
                    <a:gd name="T76" fmla="*/ 56 w 123"/>
                    <a:gd name="T77" fmla="*/ 133 h 166"/>
                    <a:gd name="T78" fmla="*/ 63 w 123"/>
                    <a:gd name="T79" fmla="*/ 141 h 166"/>
                    <a:gd name="T80" fmla="*/ 56 w 123"/>
                    <a:gd name="T81" fmla="*/ 154 h 166"/>
                    <a:gd name="T82" fmla="*/ 53 w 123"/>
                    <a:gd name="T83" fmla="*/ 154 h 166"/>
                    <a:gd name="T84" fmla="*/ 49 w 123"/>
                    <a:gd name="T85" fmla="*/ 154 h 166"/>
                    <a:gd name="T86" fmla="*/ 46 w 123"/>
                    <a:gd name="T87" fmla="*/ 156 h 166"/>
                    <a:gd name="T88" fmla="*/ 56 w 123"/>
                    <a:gd name="T89" fmla="*/ 166 h 166"/>
                    <a:gd name="T90" fmla="*/ 71 w 123"/>
                    <a:gd name="T91" fmla="*/ 160 h 166"/>
                    <a:gd name="T92" fmla="*/ 75 w 123"/>
                    <a:gd name="T93" fmla="*/ 146 h 166"/>
                    <a:gd name="T94" fmla="*/ 80 w 123"/>
                    <a:gd name="T95" fmla="*/ 124 h 166"/>
                    <a:gd name="T96" fmla="*/ 94 w 123"/>
                    <a:gd name="T97" fmla="*/ 120 h 166"/>
                    <a:gd name="T98" fmla="*/ 81 w 123"/>
                    <a:gd name="T99" fmla="*/ 117 h 166"/>
                    <a:gd name="T100" fmla="*/ 72 w 123"/>
                    <a:gd name="T101" fmla="*/ 107 h 166"/>
                    <a:gd name="T102" fmla="*/ 78 w 123"/>
                    <a:gd name="T103" fmla="*/ 96 h 166"/>
                    <a:gd name="T104" fmla="*/ 92 w 123"/>
                    <a:gd name="T105" fmla="*/ 89 h 166"/>
                    <a:gd name="T106" fmla="*/ 102 w 123"/>
                    <a:gd name="T107" fmla="*/ 78 h 166"/>
                    <a:gd name="T108" fmla="*/ 95 w 123"/>
                    <a:gd name="T109" fmla="*/ 61 h 166"/>
                    <a:gd name="T110" fmla="*/ 109 w 123"/>
                    <a:gd name="T111" fmla="*/ 48 h 166"/>
                    <a:gd name="T112" fmla="*/ 116 w 123"/>
                    <a:gd name="T113" fmla="*/ 42 h 166"/>
                    <a:gd name="T114" fmla="*/ 121 w 123"/>
                    <a:gd name="T115" fmla="*/ 32 h 166"/>
                    <a:gd name="T116" fmla="*/ 116 w 123"/>
                    <a:gd name="T117" fmla="*/ 17 h 166"/>
                    <a:gd name="T118" fmla="*/ 104 w 123"/>
                    <a:gd name="T119" fmla="*/ 20 h 166"/>
                    <a:gd name="T120" fmla="*/ 93 w 123"/>
                    <a:gd name="T121" fmla="*/ 21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23" h="166">
                      <a:moveTo>
                        <a:pt x="93" y="21"/>
                      </a:moveTo>
                      <a:cubicBezTo>
                        <a:pt x="94" y="14"/>
                        <a:pt x="98" y="14"/>
                        <a:pt x="101" y="9"/>
                      </a:cubicBezTo>
                      <a:cubicBezTo>
                        <a:pt x="101" y="8"/>
                        <a:pt x="101" y="8"/>
                        <a:pt x="101" y="8"/>
                      </a:cubicBezTo>
                      <a:cubicBezTo>
                        <a:pt x="101" y="5"/>
                        <a:pt x="97" y="1"/>
                        <a:pt x="96" y="0"/>
                      </a:cubicBezTo>
                      <a:cubicBezTo>
                        <a:pt x="89" y="3"/>
                        <a:pt x="91" y="6"/>
                        <a:pt x="88" y="13"/>
                      </a:cubicBezTo>
                      <a:cubicBezTo>
                        <a:pt x="85" y="17"/>
                        <a:pt x="82" y="23"/>
                        <a:pt x="76" y="23"/>
                      </a:cubicBezTo>
                      <a:cubicBezTo>
                        <a:pt x="75" y="23"/>
                        <a:pt x="70" y="18"/>
                        <a:pt x="67" y="17"/>
                      </a:cubicBezTo>
                      <a:cubicBezTo>
                        <a:pt x="66" y="20"/>
                        <a:pt x="66" y="20"/>
                        <a:pt x="66" y="20"/>
                      </a:cubicBezTo>
                      <a:cubicBezTo>
                        <a:pt x="67" y="23"/>
                        <a:pt x="69" y="24"/>
                        <a:pt x="69" y="28"/>
                      </a:cubicBezTo>
                      <a:cubicBezTo>
                        <a:pt x="69" y="29"/>
                        <a:pt x="69" y="29"/>
                        <a:pt x="69" y="29"/>
                      </a:cubicBezTo>
                      <a:cubicBezTo>
                        <a:pt x="69" y="29"/>
                        <a:pt x="63" y="36"/>
                        <a:pt x="62" y="37"/>
                      </a:cubicBezTo>
                      <a:cubicBezTo>
                        <a:pt x="63" y="38"/>
                        <a:pt x="61" y="38"/>
                        <a:pt x="64" y="38"/>
                      </a:cubicBezTo>
                      <a:cubicBezTo>
                        <a:pt x="64" y="38"/>
                        <a:pt x="64" y="38"/>
                        <a:pt x="64" y="38"/>
                      </a:cubicBezTo>
                      <a:cubicBezTo>
                        <a:pt x="71" y="37"/>
                        <a:pt x="71" y="37"/>
                        <a:pt x="71" y="37"/>
                      </a:cubicBezTo>
                      <a:cubicBezTo>
                        <a:pt x="74" y="37"/>
                        <a:pt x="74" y="38"/>
                        <a:pt x="78" y="38"/>
                      </a:cubicBezTo>
                      <a:cubicBezTo>
                        <a:pt x="78" y="38"/>
                        <a:pt x="78" y="38"/>
                        <a:pt x="78" y="38"/>
                      </a:cubicBezTo>
                      <a:cubicBezTo>
                        <a:pt x="79" y="38"/>
                        <a:pt x="84" y="33"/>
                        <a:pt x="91" y="32"/>
                      </a:cubicBezTo>
                      <a:cubicBezTo>
                        <a:pt x="96" y="31"/>
                        <a:pt x="104" y="30"/>
                        <a:pt x="104" y="37"/>
                      </a:cubicBezTo>
                      <a:cubicBezTo>
                        <a:pt x="104" y="39"/>
                        <a:pt x="102" y="41"/>
                        <a:pt x="101" y="43"/>
                      </a:cubicBezTo>
                      <a:cubicBezTo>
                        <a:pt x="98" y="43"/>
                        <a:pt x="99" y="43"/>
                        <a:pt x="97" y="43"/>
                      </a:cubicBezTo>
                      <a:cubicBezTo>
                        <a:pt x="96" y="43"/>
                        <a:pt x="93" y="42"/>
                        <a:pt x="92" y="41"/>
                      </a:cubicBezTo>
                      <a:cubicBezTo>
                        <a:pt x="85" y="46"/>
                        <a:pt x="88" y="49"/>
                        <a:pt x="85" y="56"/>
                      </a:cubicBezTo>
                      <a:cubicBezTo>
                        <a:pt x="84" y="57"/>
                        <a:pt x="81" y="64"/>
                        <a:pt x="81" y="64"/>
                      </a:cubicBezTo>
                      <a:cubicBezTo>
                        <a:pt x="80" y="66"/>
                        <a:pt x="80" y="64"/>
                        <a:pt x="78" y="67"/>
                      </a:cubicBezTo>
                      <a:cubicBezTo>
                        <a:pt x="77" y="70"/>
                        <a:pt x="78" y="68"/>
                        <a:pt x="76" y="70"/>
                      </a:cubicBezTo>
                      <a:cubicBezTo>
                        <a:pt x="74" y="67"/>
                        <a:pt x="72" y="66"/>
                        <a:pt x="72" y="62"/>
                      </a:cubicBezTo>
                      <a:cubicBezTo>
                        <a:pt x="72" y="61"/>
                        <a:pt x="75" y="55"/>
                        <a:pt x="76" y="54"/>
                      </a:cubicBezTo>
                      <a:cubicBezTo>
                        <a:pt x="75" y="51"/>
                        <a:pt x="75" y="48"/>
                        <a:pt x="72" y="48"/>
                      </a:cubicBezTo>
                      <a:cubicBezTo>
                        <a:pt x="71" y="48"/>
                        <a:pt x="70" y="49"/>
                        <a:pt x="70" y="49"/>
                      </a:cubicBezTo>
                      <a:cubicBezTo>
                        <a:pt x="70" y="55"/>
                        <a:pt x="67" y="55"/>
                        <a:pt x="63" y="57"/>
                      </a:cubicBezTo>
                      <a:cubicBezTo>
                        <a:pt x="62" y="56"/>
                        <a:pt x="60" y="55"/>
                        <a:pt x="59" y="55"/>
                      </a:cubicBezTo>
                      <a:cubicBezTo>
                        <a:pt x="58" y="55"/>
                        <a:pt x="56" y="57"/>
                        <a:pt x="56" y="57"/>
                      </a:cubicBezTo>
                      <a:cubicBezTo>
                        <a:pt x="58" y="60"/>
                        <a:pt x="59" y="60"/>
                        <a:pt x="61" y="64"/>
                      </a:cubicBezTo>
                      <a:cubicBezTo>
                        <a:pt x="61" y="66"/>
                        <a:pt x="61" y="66"/>
                        <a:pt x="61" y="66"/>
                      </a:cubicBezTo>
                      <a:cubicBezTo>
                        <a:pt x="61" y="67"/>
                        <a:pt x="61" y="67"/>
                        <a:pt x="61" y="67"/>
                      </a:cubicBezTo>
                      <a:cubicBezTo>
                        <a:pt x="59" y="70"/>
                        <a:pt x="59" y="70"/>
                        <a:pt x="59" y="70"/>
                      </a:cubicBezTo>
                      <a:cubicBezTo>
                        <a:pt x="60" y="71"/>
                        <a:pt x="58" y="71"/>
                        <a:pt x="61" y="71"/>
                      </a:cubicBezTo>
                      <a:cubicBezTo>
                        <a:pt x="64" y="71"/>
                        <a:pt x="66" y="72"/>
                        <a:pt x="68" y="74"/>
                      </a:cubicBezTo>
                      <a:cubicBezTo>
                        <a:pt x="68" y="75"/>
                        <a:pt x="68" y="75"/>
                        <a:pt x="68" y="75"/>
                      </a:cubicBezTo>
                      <a:cubicBezTo>
                        <a:pt x="68" y="78"/>
                        <a:pt x="68" y="78"/>
                        <a:pt x="68" y="78"/>
                      </a:cubicBezTo>
                      <a:cubicBezTo>
                        <a:pt x="68" y="82"/>
                        <a:pt x="58" y="85"/>
                        <a:pt x="55" y="86"/>
                      </a:cubicBezTo>
                      <a:cubicBezTo>
                        <a:pt x="50" y="88"/>
                        <a:pt x="44" y="91"/>
                        <a:pt x="40" y="92"/>
                      </a:cubicBezTo>
                      <a:cubicBezTo>
                        <a:pt x="36" y="94"/>
                        <a:pt x="35" y="94"/>
                        <a:pt x="32" y="96"/>
                      </a:cubicBezTo>
                      <a:cubicBezTo>
                        <a:pt x="29" y="97"/>
                        <a:pt x="27" y="97"/>
                        <a:pt x="24" y="99"/>
                      </a:cubicBezTo>
                      <a:cubicBezTo>
                        <a:pt x="20" y="101"/>
                        <a:pt x="13" y="104"/>
                        <a:pt x="9" y="104"/>
                      </a:cubicBezTo>
                      <a:cubicBezTo>
                        <a:pt x="3" y="105"/>
                        <a:pt x="3" y="105"/>
                        <a:pt x="3" y="105"/>
                      </a:cubicBezTo>
                      <a:cubicBezTo>
                        <a:pt x="1" y="105"/>
                        <a:pt x="1" y="106"/>
                        <a:pt x="0" y="107"/>
                      </a:cubicBezTo>
                      <a:cubicBezTo>
                        <a:pt x="0" y="108"/>
                        <a:pt x="0" y="111"/>
                        <a:pt x="2" y="112"/>
                      </a:cubicBezTo>
                      <a:cubicBezTo>
                        <a:pt x="4" y="114"/>
                        <a:pt x="3" y="114"/>
                        <a:pt x="5" y="115"/>
                      </a:cubicBezTo>
                      <a:cubicBezTo>
                        <a:pt x="6" y="116"/>
                        <a:pt x="12" y="119"/>
                        <a:pt x="14" y="120"/>
                      </a:cubicBezTo>
                      <a:cubicBezTo>
                        <a:pt x="15" y="119"/>
                        <a:pt x="15" y="119"/>
                        <a:pt x="17" y="119"/>
                      </a:cubicBezTo>
                      <a:cubicBezTo>
                        <a:pt x="20" y="119"/>
                        <a:pt x="30" y="110"/>
                        <a:pt x="32" y="108"/>
                      </a:cubicBezTo>
                      <a:cubicBezTo>
                        <a:pt x="36" y="104"/>
                        <a:pt x="42" y="101"/>
                        <a:pt x="47" y="98"/>
                      </a:cubicBezTo>
                      <a:cubicBezTo>
                        <a:pt x="50" y="96"/>
                        <a:pt x="52" y="95"/>
                        <a:pt x="55" y="93"/>
                      </a:cubicBezTo>
                      <a:cubicBezTo>
                        <a:pt x="57" y="92"/>
                        <a:pt x="58" y="92"/>
                        <a:pt x="59" y="91"/>
                      </a:cubicBezTo>
                      <a:cubicBezTo>
                        <a:pt x="61" y="90"/>
                        <a:pt x="61" y="90"/>
                        <a:pt x="63" y="89"/>
                      </a:cubicBezTo>
                      <a:cubicBezTo>
                        <a:pt x="68" y="87"/>
                        <a:pt x="74" y="80"/>
                        <a:pt x="79" y="80"/>
                      </a:cubicBezTo>
                      <a:cubicBezTo>
                        <a:pt x="81" y="80"/>
                        <a:pt x="82" y="82"/>
                        <a:pt x="82" y="83"/>
                      </a:cubicBezTo>
                      <a:cubicBezTo>
                        <a:pt x="82" y="85"/>
                        <a:pt x="82" y="85"/>
                        <a:pt x="82" y="85"/>
                      </a:cubicBezTo>
                      <a:cubicBezTo>
                        <a:pt x="82" y="86"/>
                        <a:pt x="82" y="86"/>
                        <a:pt x="82" y="86"/>
                      </a:cubicBezTo>
                      <a:cubicBezTo>
                        <a:pt x="80" y="90"/>
                        <a:pt x="79" y="89"/>
                        <a:pt x="78" y="93"/>
                      </a:cubicBezTo>
                      <a:cubicBezTo>
                        <a:pt x="75" y="94"/>
                        <a:pt x="75" y="94"/>
                        <a:pt x="74" y="97"/>
                      </a:cubicBezTo>
                      <a:cubicBezTo>
                        <a:pt x="69" y="98"/>
                        <a:pt x="71" y="99"/>
                        <a:pt x="67" y="101"/>
                      </a:cubicBezTo>
                      <a:cubicBezTo>
                        <a:pt x="63" y="103"/>
                        <a:pt x="63" y="103"/>
                        <a:pt x="61" y="107"/>
                      </a:cubicBezTo>
                      <a:cubicBezTo>
                        <a:pt x="61" y="110"/>
                        <a:pt x="64" y="114"/>
                        <a:pt x="64" y="117"/>
                      </a:cubicBezTo>
                      <a:cubicBezTo>
                        <a:pt x="64" y="118"/>
                        <a:pt x="64" y="118"/>
                        <a:pt x="64" y="118"/>
                      </a:cubicBezTo>
                      <a:cubicBezTo>
                        <a:pt x="64" y="119"/>
                        <a:pt x="64" y="119"/>
                        <a:pt x="64" y="119"/>
                      </a:cubicBezTo>
                      <a:cubicBezTo>
                        <a:pt x="61" y="123"/>
                        <a:pt x="60" y="125"/>
                        <a:pt x="55" y="126"/>
                      </a:cubicBezTo>
                      <a:cubicBezTo>
                        <a:pt x="51" y="127"/>
                        <a:pt x="43" y="129"/>
                        <a:pt x="41" y="129"/>
                      </a:cubicBezTo>
                      <a:cubicBezTo>
                        <a:pt x="40" y="129"/>
                        <a:pt x="40" y="129"/>
                        <a:pt x="40" y="129"/>
                      </a:cubicBezTo>
                      <a:cubicBezTo>
                        <a:pt x="32" y="130"/>
                        <a:pt x="32" y="130"/>
                        <a:pt x="32" y="130"/>
                      </a:cubicBezTo>
                      <a:cubicBezTo>
                        <a:pt x="30" y="130"/>
                        <a:pt x="30" y="130"/>
                        <a:pt x="30" y="130"/>
                      </a:cubicBezTo>
                      <a:cubicBezTo>
                        <a:pt x="27" y="132"/>
                        <a:pt x="27" y="132"/>
                        <a:pt x="27" y="132"/>
                      </a:cubicBezTo>
                      <a:cubicBezTo>
                        <a:pt x="30" y="136"/>
                        <a:pt x="30" y="138"/>
                        <a:pt x="35" y="141"/>
                      </a:cubicBezTo>
                      <a:cubicBezTo>
                        <a:pt x="36" y="141"/>
                        <a:pt x="36" y="141"/>
                        <a:pt x="36" y="141"/>
                      </a:cubicBezTo>
                      <a:cubicBezTo>
                        <a:pt x="38" y="141"/>
                        <a:pt x="38" y="141"/>
                        <a:pt x="38" y="141"/>
                      </a:cubicBezTo>
                      <a:cubicBezTo>
                        <a:pt x="39" y="141"/>
                        <a:pt x="39" y="141"/>
                        <a:pt x="39" y="141"/>
                      </a:cubicBezTo>
                      <a:cubicBezTo>
                        <a:pt x="43" y="138"/>
                        <a:pt x="51" y="133"/>
                        <a:pt x="56" y="133"/>
                      </a:cubicBezTo>
                      <a:cubicBezTo>
                        <a:pt x="58" y="133"/>
                        <a:pt x="58" y="133"/>
                        <a:pt x="58" y="133"/>
                      </a:cubicBezTo>
                      <a:cubicBezTo>
                        <a:pt x="62" y="133"/>
                        <a:pt x="63" y="137"/>
                        <a:pt x="63" y="141"/>
                      </a:cubicBezTo>
                      <a:cubicBezTo>
                        <a:pt x="63" y="143"/>
                        <a:pt x="63" y="143"/>
                        <a:pt x="63" y="143"/>
                      </a:cubicBezTo>
                      <a:cubicBezTo>
                        <a:pt x="63" y="150"/>
                        <a:pt x="60" y="152"/>
                        <a:pt x="56" y="154"/>
                      </a:cubicBezTo>
                      <a:cubicBezTo>
                        <a:pt x="55" y="154"/>
                        <a:pt x="55" y="154"/>
                        <a:pt x="55" y="154"/>
                      </a:cubicBezTo>
                      <a:cubicBezTo>
                        <a:pt x="53" y="154"/>
                        <a:pt x="53" y="154"/>
                        <a:pt x="53" y="154"/>
                      </a:cubicBezTo>
                      <a:cubicBezTo>
                        <a:pt x="52" y="154"/>
                        <a:pt x="52" y="154"/>
                        <a:pt x="51" y="153"/>
                      </a:cubicBezTo>
                      <a:cubicBezTo>
                        <a:pt x="50" y="154"/>
                        <a:pt x="50" y="154"/>
                        <a:pt x="49" y="154"/>
                      </a:cubicBezTo>
                      <a:cubicBezTo>
                        <a:pt x="47" y="154"/>
                        <a:pt x="47" y="154"/>
                        <a:pt x="47" y="154"/>
                      </a:cubicBezTo>
                      <a:cubicBezTo>
                        <a:pt x="47" y="155"/>
                        <a:pt x="46" y="155"/>
                        <a:pt x="46" y="156"/>
                      </a:cubicBezTo>
                      <a:cubicBezTo>
                        <a:pt x="46" y="158"/>
                        <a:pt x="53" y="165"/>
                        <a:pt x="55" y="166"/>
                      </a:cubicBezTo>
                      <a:cubicBezTo>
                        <a:pt x="56" y="166"/>
                        <a:pt x="56" y="166"/>
                        <a:pt x="56" y="166"/>
                      </a:cubicBezTo>
                      <a:cubicBezTo>
                        <a:pt x="61" y="166"/>
                        <a:pt x="61" y="166"/>
                        <a:pt x="61" y="166"/>
                      </a:cubicBezTo>
                      <a:cubicBezTo>
                        <a:pt x="66" y="166"/>
                        <a:pt x="69" y="163"/>
                        <a:pt x="71" y="160"/>
                      </a:cubicBezTo>
                      <a:cubicBezTo>
                        <a:pt x="74" y="155"/>
                        <a:pt x="74" y="151"/>
                        <a:pt x="76" y="148"/>
                      </a:cubicBezTo>
                      <a:cubicBezTo>
                        <a:pt x="75" y="146"/>
                        <a:pt x="75" y="148"/>
                        <a:pt x="75" y="146"/>
                      </a:cubicBezTo>
                      <a:cubicBezTo>
                        <a:pt x="75" y="138"/>
                        <a:pt x="75" y="138"/>
                        <a:pt x="75" y="138"/>
                      </a:cubicBezTo>
                      <a:cubicBezTo>
                        <a:pt x="75" y="130"/>
                        <a:pt x="74" y="128"/>
                        <a:pt x="80" y="124"/>
                      </a:cubicBezTo>
                      <a:cubicBezTo>
                        <a:pt x="81" y="124"/>
                        <a:pt x="81" y="124"/>
                        <a:pt x="81" y="124"/>
                      </a:cubicBezTo>
                      <a:cubicBezTo>
                        <a:pt x="90" y="124"/>
                        <a:pt x="90" y="127"/>
                        <a:pt x="94" y="120"/>
                      </a:cubicBezTo>
                      <a:cubicBezTo>
                        <a:pt x="92" y="117"/>
                        <a:pt x="91" y="116"/>
                        <a:pt x="88" y="115"/>
                      </a:cubicBezTo>
                      <a:cubicBezTo>
                        <a:pt x="86" y="116"/>
                        <a:pt x="84" y="117"/>
                        <a:pt x="81" y="117"/>
                      </a:cubicBezTo>
                      <a:cubicBezTo>
                        <a:pt x="79" y="117"/>
                        <a:pt x="79" y="117"/>
                        <a:pt x="79" y="117"/>
                      </a:cubicBezTo>
                      <a:cubicBezTo>
                        <a:pt x="77" y="116"/>
                        <a:pt x="72" y="109"/>
                        <a:pt x="72" y="107"/>
                      </a:cubicBezTo>
                      <a:cubicBezTo>
                        <a:pt x="72" y="105"/>
                        <a:pt x="72" y="105"/>
                        <a:pt x="72" y="105"/>
                      </a:cubicBezTo>
                      <a:cubicBezTo>
                        <a:pt x="72" y="99"/>
                        <a:pt x="75" y="100"/>
                        <a:pt x="78" y="96"/>
                      </a:cubicBezTo>
                      <a:cubicBezTo>
                        <a:pt x="80" y="96"/>
                        <a:pt x="80" y="96"/>
                        <a:pt x="80" y="96"/>
                      </a:cubicBezTo>
                      <a:cubicBezTo>
                        <a:pt x="82" y="93"/>
                        <a:pt x="89" y="90"/>
                        <a:pt x="92" y="89"/>
                      </a:cubicBezTo>
                      <a:cubicBezTo>
                        <a:pt x="95" y="87"/>
                        <a:pt x="101" y="83"/>
                        <a:pt x="101" y="80"/>
                      </a:cubicBezTo>
                      <a:cubicBezTo>
                        <a:pt x="101" y="77"/>
                        <a:pt x="101" y="79"/>
                        <a:pt x="102" y="78"/>
                      </a:cubicBezTo>
                      <a:cubicBezTo>
                        <a:pt x="101" y="77"/>
                        <a:pt x="101" y="79"/>
                        <a:pt x="101" y="77"/>
                      </a:cubicBezTo>
                      <a:cubicBezTo>
                        <a:pt x="101" y="73"/>
                        <a:pt x="96" y="64"/>
                        <a:pt x="95" y="61"/>
                      </a:cubicBezTo>
                      <a:cubicBezTo>
                        <a:pt x="95" y="61"/>
                        <a:pt x="101" y="55"/>
                        <a:pt x="102" y="55"/>
                      </a:cubicBezTo>
                      <a:cubicBezTo>
                        <a:pt x="104" y="52"/>
                        <a:pt x="106" y="51"/>
                        <a:pt x="109" y="48"/>
                      </a:cubicBezTo>
                      <a:cubicBezTo>
                        <a:pt x="110" y="47"/>
                        <a:pt x="112" y="46"/>
                        <a:pt x="113" y="45"/>
                      </a:cubicBezTo>
                      <a:cubicBezTo>
                        <a:pt x="114" y="44"/>
                        <a:pt x="115" y="43"/>
                        <a:pt x="116" y="42"/>
                      </a:cubicBezTo>
                      <a:cubicBezTo>
                        <a:pt x="118" y="39"/>
                        <a:pt x="118" y="35"/>
                        <a:pt x="121" y="34"/>
                      </a:cubicBezTo>
                      <a:cubicBezTo>
                        <a:pt x="121" y="32"/>
                        <a:pt x="121" y="32"/>
                        <a:pt x="121" y="32"/>
                      </a:cubicBezTo>
                      <a:cubicBezTo>
                        <a:pt x="121" y="27"/>
                        <a:pt x="123" y="30"/>
                        <a:pt x="120" y="24"/>
                      </a:cubicBezTo>
                      <a:cubicBezTo>
                        <a:pt x="118" y="20"/>
                        <a:pt x="118" y="20"/>
                        <a:pt x="116" y="17"/>
                      </a:cubicBezTo>
                      <a:cubicBezTo>
                        <a:pt x="113" y="17"/>
                        <a:pt x="113" y="17"/>
                        <a:pt x="113" y="17"/>
                      </a:cubicBezTo>
                      <a:cubicBezTo>
                        <a:pt x="111" y="17"/>
                        <a:pt x="105" y="19"/>
                        <a:pt x="104" y="20"/>
                      </a:cubicBezTo>
                      <a:cubicBezTo>
                        <a:pt x="101" y="23"/>
                        <a:pt x="102" y="23"/>
                        <a:pt x="96" y="24"/>
                      </a:cubicBezTo>
                      <a:lnTo>
                        <a:pt x="93" y="2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5" name="íṥḻiďê"/>
                <p:cNvSpPr/>
                <p:nvPr/>
              </p:nvSpPr>
              <p:spPr bwMode="auto">
                <a:xfrm>
                  <a:off x="5159376" y="3357563"/>
                  <a:ext cx="117475" cy="366713"/>
                </a:xfrm>
                <a:custGeom>
                  <a:avLst/>
                  <a:gdLst>
                    <a:gd name="T0" fmla="*/ 23 w 36"/>
                    <a:gd name="T1" fmla="*/ 14 h 110"/>
                    <a:gd name="T2" fmla="*/ 23 w 36"/>
                    <a:gd name="T3" fmla="*/ 12 h 110"/>
                    <a:gd name="T4" fmla="*/ 18 w 36"/>
                    <a:gd name="T5" fmla="*/ 6 h 110"/>
                    <a:gd name="T6" fmla="*/ 13 w 36"/>
                    <a:gd name="T7" fmla="*/ 0 h 110"/>
                    <a:gd name="T8" fmla="*/ 11 w 36"/>
                    <a:gd name="T9" fmla="*/ 4 h 110"/>
                    <a:gd name="T10" fmla="*/ 13 w 36"/>
                    <a:gd name="T11" fmla="*/ 16 h 110"/>
                    <a:gd name="T12" fmla="*/ 12 w 36"/>
                    <a:gd name="T13" fmla="*/ 34 h 110"/>
                    <a:gd name="T14" fmla="*/ 7 w 36"/>
                    <a:gd name="T15" fmla="*/ 65 h 110"/>
                    <a:gd name="T16" fmla="*/ 3 w 36"/>
                    <a:gd name="T17" fmla="*/ 80 h 110"/>
                    <a:gd name="T18" fmla="*/ 0 w 36"/>
                    <a:gd name="T19" fmla="*/ 95 h 110"/>
                    <a:gd name="T20" fmla="*/ 0 w 36"/>
                    <a:gd name="T21" fmla="*/ 98 h 110"/>
                    <a:gd name="T22" fmla="*/ 0 w 36"/>
                    <a:gd name="T23" fmla="*/ 100 h 110"/>
                    <a:gd name="T24" fmla="*/ 4 w 36"/>
                    <a:gd name="T25" fmla="*/ 105 h 110"/>
                    <a:gd name="T26" fmla="*/ 9 w 36"/>
                    <a:gd name="T27" fmla="*/ 110 h 110"/>
                    <a:gd name="T28" fmla="*/ 15 w 36"/>
                    <a:gd name="T29" fmla="*/ 104 h 110"/>
                    <a:gd name="T30" fmla="*/ 18 w 36"/>
                    <a:gd name="T31" fmla="*/ 96 h 110"/>
                    <a:gd name="T32" fmla="*/ 18 w 36"/>
                    <a:gd name="T33" fmla="*/ 90 h 110"/>
                    <a:gd name="T34" fmla="*/ 21 w 36"/>
                    <a:gd name="T35" fmla="*/ 71 h 110"/>
                    <a:gd name="T36" fmla="*/ 25 w 36"/>
                    <a:gd name="T37" fmla="*/ 53 h 110"/>
                    <a:gd name="T38" fmla="*/ 30 w 36"/>
                    <a:gd name="T39" fmla="*/ 36 h 110"/>
                    <a:gd name="T40" fmla="*/ 35 w 36"/>
                    <a:gd name="T41" fmla="*/ 20 h 110"/>
                    <a:gd name="T42" fmla="*/ 33 w 36"/>
                    <a:gd name="T43" fmla="*/ 20 h 110"/>
                    <a:gd name="T44" fmla="*/ 30 w 36"/>
                    <a:gd name="T45" fmla="*/ 22 h 110"/>
                    <a:gd name="T46" fmla="*/ 23 w 36"/>
                    <a:gd name="T47" fmla="*/ 17 h 110"/>
                    <a:gd name="T48" fmla="*/ 23 w 36"/>
                    <a:gd name="T49" fmla="*/ 15 h 110"/>
                    <a:gd name="T50" fmla="*/ 23 w 36"/>
                    <a:gd name="T51" fmla="*/ 14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6" h="110">
                      <a:moveTo>
                        <a:pt x="23" y="14"/>
                      </a:moveTo>
                      <a:cubicBezTo>
                        <a:pt x="23" y="12"/>
                        <a:pt x="23" y="12"/>
                        <a:pt x="23" y="12"/>
                      </a:cubicBezTo>
                      <a:cubicBezTo>
                        <a:pt x="21" y="8"/>
                        <a:pt x="22" y="9"/>
                        <a:pt x="18" y="6"/>
                      </a:cubicBezTo>
                      <a:cubicBezTo>
                        <a:pt x="17" y="4"/>
                        <a:pt x="15" y="2"/>
                        <a:pt x="13" y="0"/>
                      </a:cubicBezTo>
                      <a:cubicBezTo>
                        <a:pt x="12" y="1"/>
                        <a:pt x="11" y="3"/>
                        <a:pt x="11" y="4"/>
                      </a:cubicBezTo>
                      <a:cubicBezTo>
                        <a:pt x="11" y="7"/>
                        <a:pt x="13" y="12"/>
                        <a:pt x="13" y="16"/>
                      </a:cubicBezTo>
                      <a:cubicBezTo>
                        <a:pt x="12" y="34"/>
                        <a:pt x="12" y="34"/>
                        <a:pt x="12" y="34"/>
                      </a:cubicBezTo>
                      <a:cubicBezTo>
                        <a:pt x="12" y="43"/>
                        <a:pt x="9" y="56"/>
                        <a:pt x="7" y="65"/>
                      </a:cubicBezTo>
                      <a:cubicBezTo>
                        <a:pt x="6" y="72"/>
                        <a:pt x="4" y="75"/>
                        <a:pt x="3" y="80"/>
                      </a:cubicBezTo>
                      <a:cubicBezTo>
                        <a:pt x="2" y="85"/>
                        <a:pt x="0" y="91"/>
                        <a:pt x="0" y="95"/>
                      </a:cubicBezTo>
                      <a:cubicBezTo>
                        <a:pt x="0" y="98"/>
                        <a:pt x="0" y="98"/>
                        <a:pt x="0" y="98"/>
                      </a:cubicBezTo>
                      <a:cubicBezTo>
                        <a:pt x="0" y="100"/>
                        <a:pt x="0" y="100"/>
                        <a:pt x="0" y="100"/>
                      </a:cubicBezTo>
                      <a:cubicBezTo>
                        <a:pt x="2" y="102"/>
                        <a:pt x="2" y="103"/>
                        <a:pt x="4" y="105"/>
                      </a:cubicBezTo>
                      <a:cubicBezTo>
                        <a:pt x="6" y="108"/>
                        <a:pt x="7" y="108"/>
                        <a:pt x="9" y="110"/>
                      </a:cubicBezTo>
                      <a:cubicBezTo>
                        <a:pt x="12" y="108"/>
                        <a:pt x="13" y="108"/>
                        <a:pt x="15" y="104"/>
                      </a:cubicBezTo>
                      <a:cubicBezTo>
                        <a:pt x="16" y="102"/>
                        <a:pt x="18" y="99"/>
                        <a:pt x="18" y="96"/>
                      </a:cubicBezTo>
                      <a:cubicBezTo>
                        <a:pt x="18" y="90"/>
                        <a:pt x="18" y="90"/>
                        <a:pt x="18" y="90"/>
                      </a:cubicBezTo>
                      <a:cubicBezTo>
                        <a:pt x="18" y="83"/>
                        <a:pt x="20" y="77"/>
                        <a:pt x="21" y="71"/>
                      </a:cubicBezTo>
                      <a:cubicBezTo>
                        <a:pt x="23" y="65"/>
                        <a:pt x="23" y="59"/>
                        <a:pt x="25" y="53"/>
                      </a:cubicBezTo>
                      <a:cubicBezTo>
                        <a:pt x="26" y="47"/>
                        <a:pt x="29" y="42"/>
                        <a:pt x="30" y="36"/>
                      </a:cubicBezTo>
                      <a:cubicBezTo>
                        <a:pt x="31" y="28"/>
                        <a:pt x="34" y="27"/>
                        <a:pt x="35" y="20"/>
                      </a:cubicBezTo>
                      <a:cubicBezTo>
                        <a:pt x="34" y="19"/>
                        <a:pt x="36" y="20"/>
                        <a:pt x="33" y="20"/>
                      </a:cubicBezTo>
                      <a:cubicBezTo>
                        <a:pt x="33" y="20"/>
                        <a:pt x="30" y="22"/>
                        <a:pt x="30" y="22"/>
                      </a:cubicBezTo>
                      <a:cubicBezTo>
                        <a:pt x="25" y="21"/>
                        <a:pt x="25" y="21"/>
                        <a:pt x="23" y="17"/>
                      </a:cubicBezTo>
                      <a:cubicBezTo>
                        <a:pt x="23" y="15"/>
                        <a:pt x="23" y="15"/>
                        <a:pt x="23" y="15"/>
                      </a:cubicBezTo>
                      <a:lnTo>
                        <a:pt x="23" y="14"/>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nvGrpSpPr>
              <p:cNvPr id="249" name="ïšľîḍê"/>
              <p:cNvGrpSpPr/>
              <p:nvPr/>
            </p:nvGrpSpPr>
            <p:grpSpPr>
              <a:xfrm>
                <a:off x="4412452" y="3781425"/>
                <a:ext cx="2312689" cy="166461"/>
                <a:chOff x="6986588" y="3521075"/>
                <a:chExt cx="1654176" cy="119063"/>
              </a:xfrm>
            </p:grpSpPr>
            <p:sp>
              <p:nvSpPr>
                <p:cNvPr id="250" name="îṩľîḑê"/>
                <p:cNvSpPr/>
                <p:nvPr/>
              </p:nvSpPr>
              <p:spPr bwMode="auto">
                <a:xfrm>
                  <a:off x="6986588" y="3521075"/>
                  <a:ext cx="155575" cy="119063"/>
                </a:xfrm>
                <a:custGeom>
                  <a:avLst/>
                  <a:gdLst>
                    <a:gd name="T0" fmla="*/ 84 w 98"/>
                    <a:gd name="T1" fmla="*/ 0 h 75"/>
                    <a:gd name="T2" fmla="*/ 59 w 98"/>
                    <a:gd name="T3" fmla="*/ 52 h 75"/>
                    <a:gd name="T4" fmla="*/ 57 w 98"/>
                    <a:gd name="T5" fmla="*/ 0 h 75"/>
                    <a:gd name="T6" fmla="*/ 40 w 98"/>
                    <a:gd name="T7" fmla="*/ 0 h 75"/>
                    <a:gd name="T8" fmla="*/ 15 w 98"/>
                    <a:gd name="T9" fmla="*/ 52 h 75"/>
                    <a:gd name="T10" fmla="*/ 15 w 98"/>
                    <a:gd name="T11" fmla="*/ 0 h 75"/>
                    <a:gd name="T12" fmla="*/ 0 w 98"/>
                    <a:gd name="T13" fmla="*/ 0 h 75"/>
                    <a:gd name="T14" fmla="*/ 2 w 98"/>
                    <a:gd name="T15" fmla="*/ 75 h 75"/>
                    <a:gd name="T16" fmla="*/ 19 w 98"/>
                    <a:gd name="T17" fmla="*/ 75 h 75"/>
                    <a:gd name="T18" fmla="*/ 44 w 98"/>
                    <a:gd name="T19" fmla="*/ 21 h 75"/>
                    <a:gd name="T20" fmla="*/ 46 w 98"/>
                    <a:gd name="T21" fmla="*/ 75 h 75"/>
                    <a:gd name="T22" fmla="*/ 63 w 98"/>
                    <a:gd name="T23" fmla="*/ 75 h 75"/>
                    <a:gd name="T24" fmla="*/ 98 w 98"/>
                    <a:gd name="T25" fmla="*/ 0 h 75"/>
                    <a:gd name="T26" fmla="*/ 84 w 98"/>
                    <a:gd name="T27"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98" h="75">
                      <a:moveTo>
                        <a:pt x="84" y="0"/>
                      </a:moveTo>
                      <a:lnTo>
                        <a:pt x="59" y="52"/>
                      </a:lnTo>
                      <a:lnTo>
                        <a:pt x="57" y="0"/>
                      </a:lnTo>
                      <a:lnTo>
                        <a:pt x="40" y="0"/>
                      </a:lnTo>
                      <a:lnTo>
                        <a:pt x="15" y="52"/>
                      </a:lnTo>
                      <a:lnTo>
                        <a:pt x="15" y="0"/>
                      </a:lnTo>
                      <a:lnTo>
                        <a:pt x="0" y="0"/>
                      </a:lnTo>
                      <a:lnTo>
                        <a:pt x="2" y="75"/>
                      </a:lnTo>
                      <a:lnTo>
                        <a:pt x="19" y="75"/>
                      </a:lnTo>
                      <a:lnTo>
                        <a:pt x="44" y="21"/>
                      </a:lnTo>
                      <a:lnTo>
                        <a:pt x="46" y="75"/>
                      </a:lnTo>
                      <a:lnTo>
                        <a:pt x="63" y="75"/>
                      </a:lnTo>
                      <a:lnTo>
                        <a:pt x="98" y="0"/>
                      </a:lnTo>
                      <a:lnTo>
                        <a:pt x="84"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1" name="îṩḷîde"/>
                <p:cNvSpPr/>
                <p:nvPr/>
              </p:nvSpPr>
              <p:spPr bwMode="auto">
                <a:xfrm>
                  <a:off x="7135813" y="3521075"/>
                  <a:ext cx="112713" cy="119063"/>
                </a:xfrm>
                <a:custGeom>
                  <a:avLst/>
                  <a:gdLst>
                    <a:gd name="T0" fmla="*/ 22 w 34"/>
                    <a:gd name="T1" fmla="*/ 20 h 36"/>
                    <a:gd name="T2" fmla="*/ 20 w 34"/>
                    <a:gd name="T3" fmla="*/ 26 h 36"/>
                    <a:gd name="T4" fmla="*/ 18 w 34"/>
                    <a:gd name="T5" fmla="*/ 29 h 36"/>
                    <a:gd name="T6" fmla="*/ 13 w 34"/>
                    <a:gd name="T7" fmla="*/ 30 h 36"/>
                    <a:gd name="T8" fmla="*/ 9 w 34"/>
                    <a:gd name="T9" fmla="*/ 29 h 36"/>
                    <a:gd name="T10" fmla="*/ 7 w 34"/>
                    <a:gd name="T11" fmla="*/ 25 h 36"/>
                    <a:gd name="T12" fmla="*/ 7 w 34"/>
                    <a:gd name="T13" fmla="*/ 24 h 36"/>
                    <a:gd name="T14" fmla="*/ 8 w 34"/>
                    <a:gd name="T15" fmla="*/ 19 h 36"/>
                    <a:gd name="T16" fmla="*/ 12 w 34"/>
                    <a:gd name="T17" fmla="*/ 0 h 36"/>
                    <a:gd name="T18" fmla="*/ 5 w 34"/>
                    <a:gd name="T19" fmla="*/ 0 h 36"/>
                    <a:gd name="T20" fmla="*/ 1 w 34"/>
                    <a:gd name="T21" fmla="*/ 19 h 36"/>
                    <a:gd name="T22" fmla="*/ 0 w 34"/>
                    <a:gd name="T23" fmla="*/ 23 h 36"/>
                    <a:gd name="T24" fmla="*/ 0 w 34"/>
                    <a:gd name="T25" fmla="*/ 25 h 36"/>
                    <a:gd name="T26" fmla="*/ 3 w 34"/>
                    <a:gd name="T27" fmla="*/ 33 h 36"/>
                    <a:gd name="T28" fmla="*/ 13 w 34"/>
                    <a:gd name="T29" fmla="*/ 36 h 36"/>
                    <a:gd name="T30" fmla="*/ 22 w 34"/>
                    <a:gd name="T31" fmla="*/ 34 h 36"/>
                    <a:gd name="T32" fmla="*/ 27 w 34"/>
                    <a:gd name="T33" fmla="*/ 29 h 36"/>
                    <a:gd name="T34" fmla="*/ 30 w 34"/>
                    <a:gd name="T35" fmla="*/ 20 h 36"/>
                    <a:gd name="T36" fmla="*/ 34 w 34"/>
                    <a:gd name="T37" fmla="*/ 0 h 36"/>
                    <a:gd name="T38" fmla="*/ 26 w 34"/>
                    <a:gd name="T39" fmla="*/ 0 h 36"/>
                    <a:gd name="T40" fmla="*/ 22 w 34"/>
                    <a:gd name="T41" fmla="*/ 2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4" h="36">
                      <a:moveTo>
                        <a:pt x="22" y="20"/>
                      </a:moveTo>
                      <a:cubicBezTo>
                        <a:pt x="22" y="23"/>
                        <a:pt x="21" y="25"/>
                        <a:pt x="20" y="26"/>
                      </a:cubicBezTo>
                      <a:cubicBezTo>
                        <a:pt x="20" y="28"/>
                        <a:pt x="19" y="29"/>
                        <a:pt x="18" y="29"/>
                      </a:cubicBezTo>
                      <a:cubicBezTo>
                        <a:pt x="17" y="30"/>
                        <a:pt x="15" y="30"/>
                        <a:pt x="13" y="30"/>
                      </a:cubicBezTo>
                      <a:cubicBezTo>
                        <a:pt x="11" y="30"/>
                        <a:pt x="10" y="30"/>
                        <a:pt x="9" y="29"/>
                      </a:cubicBezTo>
                      <a:cubicBezTo>
                        <a:pt x="8" y="28"/>
                        <a:pt x="7" y="27"/>
                        <a:pt x="7" y="25"/>
                      </a:cubicBezTo>
                      <a:cubicBezTo>
                        <a:pt x="7" y="25"/>
                        <a:pt x="7" y="25"/>
                        <a:pt x="7" y="24"/>
                      </a:cubicBezTo>
                      <a:cubicBezTo>
                        <a:pt x="8" y="19"/>
                        <a:pt x="8" y="19"/>
                        <a:pt x="8" y="19"/>
                      </a:cubicBezTo>
                      <a:cubicBezTo>
                        <a:pt x="12" y="0"/>
                        <a:pt x="12" y="0"/>
                        <a:pt x="12" y="0"/>
                      </a:cubicBezTo>
                      <a:cubicBezTo>
                        <a:pt x="5" y="0"/>
                        <a:pt x="5" y="0"/>
                        <a:pt x="5" y="0"/>
                      </a:cubicBezTo>
                      <a:cubicBezTo>
                        <a:pt x="1" y="19"/>
                        <a:pt x="1" y="19"/>
                        <a:pt x="1" y="19"/>
                      </a:cubicBezTo>
                      <a:cubicBezTo>
                        <a:pt x="1" y="21"/>
                        <a:pt x="0" y="23"/>
                        <a:pt x="0" y="23"/>
                      </a:cubicBezTo>
                      <a:cubicBezTo>
                        <a:pt x="0" y="24"/>
                        <a:pt x="0" y="25"/>
                        <a:pt x="0" y="25"/>
                      </a:cubicBezTo>
                      <a:cubicBezTo>
                        <a:pt x="0" y="29"/>
                        <a:pt x="1" y="31"/>
                        <a:pt x="3" y="33"/>
                      </a:cubicBezTo>
                      <a:cubicBezTo>
                        <a:pt x="6" y="35"/>
                        <a:pt x="9" y="36"/>
                        <a:pt x="13" y="36"/>
                      </a:cubicBezTo>
                      <a:cubicBezTo>
                        <a:pt x="16" y="36"/>
                        <a:pt x="19" y="36"/>
                        <a:pt x="22" y="34"/>
                      </a:cubicBezTo>
                      <a:cubicBezTo>
                        <a:pt x="24" y="33"/>
                        <a:pt x="25" y="31"/>
                        <a:pt x="27" y="29"/>
                      </a:cubicBezTo>
                      <a:cubicBezTo>
                        <a:pt x="28" y="27"/>
                        <a:pt x="29" y="24"/>
                        <a:pt x="30" y="20"/>
                      </a:cubicBezTo>
                      <a:cubicBezTo>
                        <a:pt x="34" y="0"/>
                        <a:pt x="34" y="0"/>
                        <a:pt x="34" y="0"/>
                      </a:cubicBezTo>
                      <a:cubicBezTo>
                        <a:pt x="26" y="0"/>
                        <a:pt x="26" y="0"/>
                        <a:pt x="26" y="0"/>
                      </a:cubicBezTo>
                      <a:lnTo>
                        <a:pt x="22" y="2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2" name="îṣḻîḑê"/>
                <p:cNvSpPr/>
                <p:nvPr/>
              </p:nvSpPr>
              <p:spPr bwMode="auto">
                <a:xfrm>
                  <a:off x="7248526" y="3521075"/>
                  <a:ext cx="114300" cy="119063"/>
                </a:xfrm>
                <a:custGeom>
                  <a:avLst/>
                  <a:gdLst>
                    <a:gd name="T0" fmla="*/ 58 w 72"/>
                    <a:gd name="T1" fmla="*/ 0 h 75"/>
                    <a:gd name="T2" fmla="*/ 52 w 72"/>
                    <a:gd name="T3" fmla="*/ 29 h 75"/>
                    <a:gd name="T4" fmla="*/ 22 w 72"/>
                    <a:gd name="T5" fmla="*/ 29 h 75"/>
                    <a:gd name="T6" fmla="*/ 29 w 72"/>
                    <a:gd name="T7" fmla="*/ 0 h 75"/>
                    <a:gd name="T8" fmla="*/ 14 w 72"/>
                    <a:gd name="T9" fmla="*/ 0 h 75"/>
                    <a:gd name="T10" fmla="*/ 0 w 72"/>
                    <a:gd name="T11" fmla="*/ 75 h 75"/>
                    <a:gd name="T12" fmla="*/ 14 w 72"/>
                    <a:gd name="T13" fmla="*/ 75 h 75"/>
                    <a:gd name="T14" fmla="*/ 20 w 72"/>
                    <a:gd name="T15" fmla="*/ 42 h 75"/>
                    <a:gd name="T16" fmla="*/ 50 w 72"/>
                    <a:gd name="T17" fmla="*/ 42 h 75"/>
                    <a:gd name="T18" fmla="*/ 43 w 72"/>
                    <a:gd name="T19" fmla="*/ 75 h 75"/>
                    <a:gd name="T20" fmla="*/ 58 w 72"/>
                    <a:gd name="T21" fmla="*/ 75 h 75"/>
                    <a:gd name="T22" fmla="*/ 72 w 72"/>
                    <a:gd name="T23" fmla="*/ 0 h 75"/>
                    <a:gd name="T24" fmla="*/ 58 w 72"/>
                    <a:gd name="T25"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2" h="75">
                      <a:moveTo>
                        <a:pt x="58" y="0"/>
                      </a:moveTo>
                      <a:lnTo>
                        <a:pt x="52" y="29"/>
                      </a:lnTo>
                      <a:lnTo>
                        <a:pt x="22" y="29"/>
                      </a:lnTo>
                      <a:lnTo>
                        <a:pt x="29" y="0"/>
                      </a:lnTo>
                      <a:lnTo>
                        <a:pt x="14" y="0"/>
                      </a:lnTo>
                      <a:lnTo>
                        <a:pt x="0" y="75"/>
                      </a:lnTo>
                      <a:lnTo>
                        <a:pt x="14" y="75"/>
                      </a:lnTo>
                      <a:lnTo>
                        <a:pt x="20" y="42"/>
                      </a:lnTo>
                      <a:lnTo>
                        <a:pt x="50" y="42"/>
                      </a:lnTo>
                      <a:lnTo>
                        <a:pt x="43" y="75"/>
                      </a:lnTo>
                      <a:lnTo>
                        <a:pt x="58" y="75"/>
                      </a:lnTo>
                      <a:lnTo>
                        <a:pt x="72" y="0"/>
                      </a:lnTo>
                      <a:lnTo>
                        <a:pt x="58"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3" name="ïṥlíḑê"/>
                <p:cNvSpPr/>
                <p:nvPr/>
              </p:nvSpPr>
              <p:spPr bwMode="auto">
                <a:xfrm>
                  <a:off x="7356476" y="3521075"/>
                  <a:ext cx="112713" cy="119063"/>
                </a:xfrm>
                <a:custGeom>
                  <a:avLst/>
                  <a:gdLst>
                    <a:gd name="T0" fmla="*/ 42 w 71"/>
                    <a:gd name="T1" fmla="*/ 0 h 75"/>
                    <a:gd name="T2" fmla="*/ 0 w 71"/>
                    <a:gd name="T3" fmla="*/ 75 h 75"/>
                    <a:gd name="T4" fmla="*/ 15 w 71"/>
                    <a:gd name="T5" fmla="*/ 75 h 75"/>
                    <a:gd name="T6" fmla="*/ 23 w 71"/>
                    <a:gd name="T7" fmla="*/ 59 h 75"/>
                    <a:gd name="T8" fmla="*/ 54 w 71"/>
                    <a:gd name="T9" fmla="*/ 59 h 75"/>
                    <a:gd name="T10" fmla="*/ 56 w 71"/>
                    <a:gd name="T11" fmla="*/ 75 h 75"/>
                    <a:gd name="T12" fmla="*/ 71 w 71"/>
                    <a:gd name="T13" fmla="*/ 75 h 75"/>
                    <a:gd name="T14" fmla="*/ 58 w 71"/>
                    <a:gd name="T15" fmla="*/ 0 h 75"/>
                    <a:gd name="T16" fmla="*/ 42 w 71"/>
                    <a:gd name="T17" fmla="*/ 0 h 75"/>
                    <a:gd name="T18" fmla="*/ 29 w 71"/>
                    <a:gd name="T19" fmla="*/ 46 h 75"/>
                    <a:gd name="T20" fmla="*/ 48 w 71"/>
                    <a:gd name="T21" fmla="*/ 17 h 75"/>
                    <a:gd name="T22" fmla="*/ 52 w 71"/>
                    <a:gd name="T23" fmla="*/ 46 h 75"/>
                    <a:gd name="T24" fmla="*/ 29 w 71"/>
                    <a:gd name="T25" fmla="*/ 4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75">
                      <a:moveTo>
                        <a:pt x="42" y="0"/>
                      </a:moveTo>
                      <a:lnTo>
                        <a:pt x="0" y="75"/>
                      </a:lnTo>
                      <a:lnTo>
                        <a:pt x="15" y="75"/>
                      </a:lnTo>
                      <a:lnTo>
                        <a:pt x="23" y="59"/>
                      </a:lnTo>
                      <a:lnTo>
                        <a:pt x="54" y="59"/>
                      </a:lnTo>
                      <a:lnTo>
                        <a:pt x="56" y="75"/>
                      </a:lnTo>
                      <a:lnTo>
                        <a:pt x="71" y="75"/>
                      </a:lnTo>
                      <a:lnTo>
                        <a:pt x="58" y="0"/>
                      </a:lnTo>
                      <a:lnTo>
                        <a:pt x="42" y="0"/>
                      </a:lnTo>
                      <a:close/>
                      <a:moveTo>
                        <a:pt x="29" y="46"/>
                      </a:moveTo>
                      <a:lnTo>
                        <a:pt x="48" y="17"/>
                      </a:lnTo>
                      <a:lnTo>
                        <a:pt x="52" y="46"/>
                      </a:lnTo>
                      <a:lnTo>
                        <a:pt x="29" y="46"/>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4" name="îş1íḋe"/>
                <p:cNvSpPr/>
                <p:nvPr/>
              </p:nvSpPr>
              <p:spPr bwMode="auto">
                <a:xfrm>
                  <a:off x="7481888" y="3521075"/>
                  <a:ext cx="119063" cy="119063"/>
                </a:xfrm>
                <a:custGeom>
                  <a:avLst/>
                  <a:gdLst>
                    <a:gd name="T0" fmla="*/ 50 w 75"/>
                    <a:gd name="T1" fmla="*/ 50 h 75"/>
                    <a:gd name="T2" fmla="*/ 31 w 75"/>
                    <a:gd name="T3" fmla="*/ 0 h 75"/>
                    <a:gd name="T4" fmla="*/ 17 w 75"/>
                    <a:gd name="T5" fmla="*/ 0 h 75"/>
                    <a:gd name="T6" fmla="*/ 0 w 75"/>
                    <a:gd name="T7" fmla="*/ 75 h 75"/>
                    <a:gd name="T8" fmla="*/ 15 w 75"/>
                    <a:gd name="T9" fmla="*/ 75 h 75"/>
                    <a:gd name="T10" fmla="*/ 25 w 75"/>
                    <a:gd name="T11" fmla="*/ 25 h 75"/>
                    <a:gd name="T12" fmla="*/ 46 w 75"/>
                    <a:gd name="T13" fmla="*/ 75 h 75"/>
                    <a:gd name="T14" fmla="*/ 58 w 75"/>
                    <a:gd name="T15" fmla="*/ 75 h 75"/>
                    <a:gd name="T16" fmla="*/ 75 w 75"/>
                    <a:gd name="T17" fmla="*/ 0 h 75"/>
                    <a:gd name="T18" fmla="*/ 61 w 75"/>
                    <a:gd name="T19" fmla="*/ 0 h 75"/>
                    <a:gd name="T20" fmla="*/ 50 w 75"/>
                    <a:gd name="T21" fmla="*/ 5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5" h="75">
                      <a:moveTo>
                        <a:pt x="50" y="50"/>
                      </a:moveTo>
                      <a:lnTo>
                        <a:pt x="31" y="0"/>
                      </a:lnTo>
                      <a:lnTo>
                        <a:pt x="17" y="0"/>
                      </a:lnTo>
                      <a:lnTo>
                        <a:pt x="0" y="75"/>
                      </a:lnTo>
                      <a:lnTo>
                        <a:pt x="15" y="75"/>
                      </a:lnTo>
                      <a:lnTo>
                        <a:pt x="25" y="25"/>
                      </a:lnTo>
                      <a:lnTo>
                        <a:pt x="46" y="75"/>
                      </a:lnTo>
                      <a:lnTo>
                        <a:pt x="58" y="75"/>
                      </a:lnTo>
                      <a:lnTo>
                        <a:pt x="75" y="0"/>
                      </a:lnTo>
                      <a:lnTo>
                        <a:pt x="61" y="0"/>
                      </a:lnTo>
                      <a:lnTo>
                        <a:pt x="50" y="5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5" name="îş1ïḋe"/>
                <p:cNvSpPr/>
                <p:nvPr/>
              </p:nvSpPr>
              <p:spPr bwMode="auto">
                <a:xfrm>
                  <a:off x="7653338" y="3521075"/>
                  <a:ext cx="112713" cy="119063"/>
                </a:xfrm>
                <a:custGeom>
                  <a:avLst/>
                  <a:gdLst>
                    <a:gd name="T0" fmla="*/ 22 w 34"/>
                    <a:gd name="T1" fmla="*/ 20 h 36"/>
                    <a:gd name="T2" fmla="*/ 20 w 34"/>
                    <a:gd name="T3" fmla="*/ 26 h 36"/>
                    <a:gd name="T4" fmla="*/ 18 w 34"/>
                    <a:gd name="T5" fmla="*/ 29 h 36"/>
                    <a:gd name="T6" fmla="*/ 13 w 34"/>
                    <a:gd name="T7" fmla="*/ 30 h 36"/>
                    <a:gd name="T8" fmla="*/ 9 w 34"/>
                    <a:gd name="T9" fmla="*/ 29 h 36"/>
                    <a:gd name="T10" fmla="*/ 7 w 34"/>
                    <a:gd name="T11" fmla="*/ 25 h 36"/>
                    <a:gd name="T12" fmla="*/ 7 w 34"/>
                    <a:gd name="T13" fmla="*/ 24 h 36"/>
                    <a:gd name="T14" fmla="*/ 8 w 34"/>
                    <a:gd name="T15" fmla="*/ 19 h 36"/>
                    <a:gd name="T16" fmla="*/ 12 w 34"/>
                    <a:gd name="T17" fmla="*/ 0 h 36"/>
                    <a:gd name="T18" fmla="*/ 5 w 34"/>
                    <a:gd name="T19" fmla="*/ 0 h 36"/>
                    <a:gd name="T20" fmla="*/ 1 w 34"/>
                    <a:gd name="T21" fmla="*/ 19 h 36"/>
                    <a:gd name="T22" fmla="*/ 0 w 34"/>
                    <a:gd name="T23" fmla="*/ 23 h 36"/>
                    <a:gd name="T24" fmla="*/ 0 w 34"/>
                    <a:gd name="T25" fmla="*/ 25 h 36"/>
                    <a:gd name="T26" fmla="*/ 3 w 34"/>
                    <a:gd name="T27" fmla="*/ 33 h 36"/>
                    <a:gd name="T28" fmla="*/ 13 w 34"/>
                    <a:gd name="T29" fmla="*/ 36 h 36"/>
                    <a:gd name="T30" fmla="*/ 22 w 34"/>
                    <a:gd name="T31" fmla="*/ 34 h 36"/>
                    <a:gd name="T32" fmla="*/ 27 w 34"/>
                    <a:gd name="T33" fmla="*/ 29 h 36"/>
                    <a:gd name="T34" fmla="*/ 30 w 34"/>
                    <a:gd name="T35" fmla="*/ 20 h 36"/>
                    <a:gd name="T36" fmla="*/ 34 w 34"/>
                    <a:gd name="T37" fmla="*/ 0 h 36"/>
                    <a:gd name="T38" fmla="*/ 26 w 34"/>
                    <a:gd name="T39" fmla="*/ 0 h 36"/>
                    <a:gd name="T40" fmla="*/ 22 w 34"/>
                    <a:gd name="T41" fmla="*/ 2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4" h="36">
                      <a:moveTo>
                        <a:pt x="22" y="20"/>
                      </a:moveTo>
                      <a:cubicBezTo>
                        <a:pt x="22" y="23"/>
                        <a:pt x="21" y="25"/>
                        <a:pt x="20" y="26"/>
                      </a:cubicBezTo>
                      <a:cubicBezTo>
                        <a:pt x="20" y="28"/>
                        <a:pt x="19" y="29"/>
                        <a:pt x="18" y="29"/>
                      </a:cubicBezTo>
                      <a:cubicBezTo>
                        <a:pt x="17" y="30"/>
                        <a:pt x="15" y="30"/>
                        <a:pt x="13" y="30"/>
                      </a:cubicBezTo>
                      <a:cubicBezTo>
                        <a:pt x="11" y="30"/>
                        <a:pt x="10" y="30"/>
                        <a:pt x="9" y="29"/>
                      </a:cubicBezTo>
                      <a:cubicBezTo>
                        <a:pt x="8" y="28"/>
                        <a:pt x="7" y="27"/>
                        <a:pt x="7" y="25"/>
                      </a:cubicBezTo>
                      <a:cubicBezTo>
                        <a:pt x="7" y="25"/>
                        <a:pt x="7" y="25"/>
                        <a:pt x="7" y="24"/>
                      </a:cubicBezTo>
                      <a:cubicBezTo>
                        <a:pt x="8" y="19"/>
                        <a:pt x="8" y="19"/>
                        <a:pt x="8" y="19"/>
                      </a:cubicBezTo>
                      <a:cubicBezTo>
                        <a:pt x="12" y="0"/>
                        <a:pt x="12" y="0"/>
                        <a:pt x="12" y="0"/>
                      </a:cubicBezTo>
                      <a:cubicBezTo>
                        <a:pt x="5" y="0"/>
                        <a:pt x="5" y="0"/>
                        <a:pt x="5" y="0"/>
                      </a:cubicBezTo>
                      <a:cubicBezTo>
                        <a:pt x="1" y="19"/>
                        <a:pt x="1" y="19"/>
                        <a:pt x="1" y="19"/>
                      </a:cubicBezTo>
                      <a:cubicBezTo>
                        <a:pt x="1" y="21"/>
                        <a:pt x="0" y="23"/>
                        <a:pt x="0" y="23"/>
                      </a:cubicBezTo>
                      <a:cubicBezTo>
                        <a:pt x="0" y="24"/>
                        <a:pt x="0" y="25"/>
                        <a:pt x="0" y="25"/>
                      </a:cubicBezTo>
                      <a:cubicBezTo>
                        <a:pt x="0" y="29"/>
                        <a:pt x="1" y="31"/>
                        <a:pt x="3" y="33"/>
                      </a:cubicBezTo>
                      <a:cubicBezTo>
                        <a:pt x="6" y="35"/>
                        <a:pt x="9" y="36"/>
                        <a:pt x="13" y="36"/>
                      </a:cubicBezTo>
                      <a:cubicBezTo>
                        <a:pt x="16" y="36"/>
                        <a:pt x="19" y="36"/>
                        <a:pt x="22" y="34"/>
                      </a:cubicBezTo>
                      <a:cubicBezTo>
                        <a:pt x="24" y="33"/>
                        <a:pt x="25" y="31"/>
                        <a:pt x="27" y="29"/>
                      </a:cubicBezTo>
                      <a:cubicBezTo>
                        <a:pt x="28" y="27"/>
                        <a:pt x="29" y="24"/>
                        <a:pt x="30" y="20"/>
                      </a:cubicBezTo>
                      <a:cubicBezTo>
                        <a:pt x="34" y="0"/>
                        <a:pt x="34" y="0"/>
                        <a:pt x="34" y="0"/>
                      </a:cubicBezTo>
                      <a:cubicBezTo>
                        <a:pt x="26" y="0"/>
                        <a:pt x="26" y="0"/>
                        <a:pt x="26" y="0"/>
                      </a:cubicBezTo>
                      <a:lnTo>
                        <a:pt x="22" y="2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6" name="íšlídè"/>
                <p:cNvSpPr/>
                <p:nvPr/>
              </p:nvSpPr>
              <p:spPr bwMode="auto">
                <a:xfrm>
                  <a:off x="7766051" y="3521075"/>
                  <a:ext cx="115888" cy="119063"/>
                </a:xfrm>
                <a:custGeom>
                  <a:avLst/>
                  <a:gdLst>
                    <a:gd name="T0" fmla="*/ 58 w 73"/>
                    <a:gd name="T1" fmla="*/ 0 h 75"/>
                    <a:gd name="T2" fmla="*/ 50 w 73"/>
                    <a:gd name="T3" fmla="*/ 50 h 75"/>
                    <a:gd name="T4" fmla="*/ 29 w 73"/>
                    <a:gd name="T5" fmla="*/ 0 h 75"/>
                    <a:gd name="T6" fmla="*/ 15 w 73"/>
                    <a:gd name="T7" fmla="*/ 0 h 75"/>
                    <a:gd name="T8" fmla="*/ 0 w 73"/>
                    <a:gd name="T9" fmla="*/ 75 h 75"/>
                    <a:gd name="T10" fmla="*/ 13 w 73"/>
                    <a:gd name="T11" fmla="*/ 75 h 75"/>
                    <a:gd name="T12" fmla="*/ 23 w 73"/>
                    <a:gd name="T13" fmla="*/ 25 h 75"/>
                    <a:gd name="T14" fmla="*/ 44 w 73"/>
                    <a:gd name="T15" fmla="*/ 75 h 75"/>
                    <a:gd name="T16" fmla="*/ 58 w 73"/>
                    <a:gd name="T17" fmla="*/ 75 h 75"/>
                    <a:gd name="T18" fmla="*/ 73 w 73"/>
                    <a:gd name="T19" fmla="*/ 0 h 75"/>
                    <a:gd name="T20" fmla="*/ 58 w 73"/>
                    <a:gd name="T21"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3" h="75">
                      <a:moveTo>
                        <a:pt x="58" y="0"/>
                      </a:moveTo>
                      <a:lnTo>
                        <a:pt x="50" y="50"/>
                      </a:lnTo>
                      <a:lnTo>
                        <a:pt x="29" y="0"/>
                      </a:lnTo>
                      <a:lnTo>
                        <a:pt x="15" y="0"/>
                      </a:lnTo>
                      <a:lnTo>
                        <a:pt x="0" y="75"/>
                      </a:lnTo>
                      <a:lnTo>
                        <a:pt x="13" y="75"/>
                      </a:lnTo>
                      <a:lnTo>
                        <a:pt x="23" y="25"/>
                      </a:lnTo>
                      <a:lnTo>
                        <a:pt x="44" y="75"/>
                      </a:lnTo>
                      <a:lnTo>
                        <a:pt x="58" y="75"/>
                      </a:lnTo>
                      <a:lnTo>
                        <a:pt x="73" y="0"/>
                      </a:lnTo>
                      <a:lnTo>
                        <a:pt x="58"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7" name="îṣḻîďe"/>
                <p:cNvSpPr/>
                <p:nvPr/>
              </p:nvSpPr>
              <p:spPr bwMode="auto">
                <a:xfrm>
                  <a:off x="7881938" y="3521075"/>
                  <a:ext cx="49213" cy="119063"/>
                </a:xfrm>
                <a:custGeom>
                  <a:avLst/>
                  <a:gdLst>
                    <a:gd name="T0" fmla="*/ 0 w 31"/>
                    <a:gd name="T1" fmla="*/ 75 h 75"/>
                    <a:gd name="T2" fmla="*/ 14 w 31"/>
                    <a:gd name="T3" fmla="*/ 75 h 75"/>
                    <a:gd name="T4" fmla="*/ 31 w 31"/>
                    <a:gd name="T5" fmla="*/ 0 h 75"/>
                    <a:gd name="T6" fmla="*/ 14 w 31"/>
                    <a:gd name="T7" fmla="*/ 0 h 75"/>
                    <a:gd name="T8" fmla="*/ 0 w 31"/>
                    <a:gd name="T9" fmla="*/ 75 h 75"/>
                  </a:gdLst>
                  <a:ahLst/>
                  <a:cxnLst>
                    <a:cxn ang="0">
                      <a:pos x="T0" y="T1"/>
                    </a:cxn>
                    <a:cxn ang="0">
                      <a:pos x="T2" y="T3"/>
                    </a:cxn>
                    <a:cxn ang="0">
                      <a:pos x="T4" y="T5"/>
                    </a:cxn>
                    <a:cxn ang="0">
                      <a:pos x="T6" y="T7"/>
                    </a:cxn>
                    <a:cxn ang="0">
                      <a:pos x="T8" y="T9"/>
                    </a:cxn>
                  </a:cxnLst>
                  <a:rect l="0" t="0" r="r" b="b"/>
                  <a:pathLst>
                    <a:path w="31" h="75">
                      <a:moveTo>
                        <a:pt x="0" y="75"/>
                      </a:moveTo>
                      <a:lnTo>
                        <a:pt x="14" y="75"/>
                      </a:lnTo>
                      <a:lnTo>
                        <a:pt x="31" y="0"/>
                      </a:lnTo>
                      <a:lnTo>
                        <a:pt x="14" y="0"/>
                      </a:lnTo>
                      <a:lnTo>
                        <a:pt x="0" y="75"/>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8" name="íŝḻiḋè"/>
                <p:cNvSpPr/>
                <p:nvPr/>
              </p:nvSpPr>
              <p:spPr bwMode="auto">
                <a:xfrm>
                  <a:off x="7940676" y="3521075"/>
                  <a:ext cx="109538" cy="119063"/>
                </a:xfrm>
                <a:custGeom>
                  <a:avLst/>
                  <a:gdLst>
                    <a:gd name="T0" fmla="*/ 54 w 69"/>
                    <a:gd name="T1" fmla="*/ 0 h 75"/>
                    <a:gd name="T2" fmla="*/ 23 w 69"/>
                    <a:gd name="T3" fmla="*/ 57 h 75"/>
                    <a:gd name="T4" fmla="*/ 15 w 69"/>
                    <a:gd name="T5" fmla="*/ 0 h 75"/>
                    <a:gd name="T6" fmla="*/ 0 w 69"/>
                    <a:gd name="T7" fmla="*/ 0 h 75"/>
                    <a:gd name="T8" fmla="*/ 13 w 69"/>
                    <a:gd name="T9" fmla="*/ 75 h 75"/>
                    <a:gd name="T10" fmla="*/ 29 w 69"/>
                    <a:gd name="T11" fmla="*/ 75 h 75"/>
                    <a:gd name="T12" fmla="*/ 69 w 69"/>
                    <a:gd name="T13" fmla="*/ 0 h 75"/>
                    <a:gd name="T14" fmla="*/ 54 w 69"/>
                    <a:gd name="T15" fmla="*/ 0 h 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9" h="75">
                      <a:moveTo>
                        <a:pt x="54" y="0"/>
                      </a:moveTo>
                      <a:lnTo>
                        <a:pt x="23" y="57"/>
                      </a:lnTo>
                      <a:lnTo>
                        <a:pt x="15" y="0"/>
                      </a:lnTo>
                      <a:lnTo>
                        <a:pt x="0" y="0"/>
                      </a:lnTo>
                      <a:lnTo>
                        <a:pt x="13" y="75"/>
                      </a:lnTo>
                      <a:lnTo>
                        <a:pt x="29" y="75"/>
                      </a:lnTo>
                      <a:lnTo>
                        <a:pt x="69" y="0"/>
                      </a:lnTo>
                      <a:lnTo>
                        <a:pt x="54"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9" name="î$ḷíďé"/>
                <p:cNvSpPr/>
                <p:nvPr/>
              </p:nvSpPr>
              <p:spPr bwMode="auto">
                <a:xfrm>
                  <a:off x="8037513" y="3521075"/>
                  <a:ext cx="111125" cy="119063"/>
                </a:xfrm>
                <a:custGeom>
                  <a:avLst/>
                  <a:gdLst>
                    <a:gd name="T0" fmla="*/ 68 w 70"/>
                    <a:gd name="T1" fmla="*/ 12 h 75"/>
                    <a:gd name="T2" fmla="*/ 70 w 70"/>
                    <a:gd name="T3" fmla="*/ 0 h 75"/>
                    <a:gd name="T4" fmla="*/ 16 w 70"/>
                    <a:gd name="T5" fmla="*/ 0 h 75"/>
                    <a:gd name="T6" fmla="*/ 0 w 70"/>
                    <a:gd name="T7" fmla="*/ 75 h 75"/>
                    <a:gd name="T8" fmla="*/ 58 w 70"/>
                    <a:gd name="T9" fmla="*/ 75 h 75"/>
                    <a:gd name="T10" fmla="*/ 60 w 70"/>
                    <a:gd name="T11" fmla="*/ 63 h 75"/>
                    <a:gd name="T12" fmla="*/ 16 w 70"/>
                    <a:gd name="T13" fmla="*/ 63 h 75"/>
                    <a:gd name="T14" fmla="*/ 22 w 70"/>
                    <a:gd name="T15" fmla="*/ 42 h 75"/>
                    <a:gd name="T16" fmla="*/ 60 w 70"/>
                    <a:gd name="T17" fmla="*/ 42 h 75"/>
                    <a:gd name="T18" fmla="*/ 62 w 70"/>
                    <a:gd name="T19" fmla="*/ 29 h 75"/>
                    <a:gd name="T20" fmla="*/ 24 w 70"/>
                    <a:gd name="T21" fmla="*/ 29 h 75"/>
                    <a:gd name="T22" fmla="*/ 29 w 70"/>
                    <a:gd name="T23" fmla="*/ 12 h 75"/>
                    <a:gd name="T24" fmla="*/ 68 w 70"/>
                    <a:gd name="T25" fmla="*/ 12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0" h="75">
                      <a:moveTo>
                        <a:pt x="68" y="12"/>
                      </a:moveTo>
                      <a:lnTo>
                        <a:pt x="70" y="0"/>
                      </a:lnTo>
                      <a:lnTo>
                        <a:pt x="16" y="0"/>
                      </a:lnTo>
                      <a:lnTo>
                        <a:pt x="0" y="75"/>
                      </a:lnTo>
                      <a:lnTo>
                        <a:pt x="58" y="75"/>
                      </a:lnTo>
                      <a:lnTo>
                        <a:pt x="60" y="63"/>
                      </a:lnTo>
                      <a:lnTo>
                        <a:pt x="16" y="63"/>
                      </a:lnTo>
                      <a:lnTo>
                        <a:pt x="22" y="42"/>
                      </a:lnTo>
                      <a:lnTo>
                        <a:pt x="60" y="42"/>
                      </a:lnTo>
                      <a:lnTo>
                        <a:pt x="62" y="29"/>
                      </a:lnTo>
                      <a:lnTo>
                        <a:pt x="24" y="29"/>
                      </a:lnTo>
                      <a:lnTo>
                        <a:pt x="29" y="12"/>
                      </a:lnTo>
                      <a:lnTo>
                        <a:pt x="68" y="12"/>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0" name="îṡlîďe"/>
                <p:cNvSpPr/>
                <p:nvPr/>
              </p:nvSpPr>
              <p:spPr bwMode="auto">
                <a:xfrm>
                  <a:off x="8145463" y="3521075"/>
                  <a:ext cx="115888" cy="119063"/>
                </a:xfrm>
                <a:custGeom>
                  <a:avLst/>
                  <a:gdLst>
                    <a:gd name="T0" fmla="*/ 30 w 35"/>
                    <a:gd name="T1" fmla="*/ 1 h 36"/>
                    <a:gd name="T2" fmla="*/ 24 w 35"/>
                    <a:gd name="T3" fmla="*/ 0 h 36"/>
                    <a:gd name="T4" fmla="*/ 8 w 35"/>
                    <a:gd name="T5" fmla="*/ 0 h 36"/>
                    <a:gd name="T6" fmla="*/ 0 w 35"/>
                    <a:gd name="T7" fmla="*/ 36 h 36"/>
                    <a:gd name="T8" fmla="*/ 8 w 35"/>
                    <a:gd name="T9" fmla="*/ 36 h 36"/>
                    <a:gd name="T10" fmla="*/ 11 w 35"/>
                    <a:gd name="T11" fmla="*/ 21 h 36"/>
                    <a:gd name="T12" fmla="*/ 14 w 35"/>
                    <a:gd name="T13" fmla="*/ 21 h 36"/>
                    <a:gd name="T14" fmla="*/ 17 w 35"/>
                    <a:gd name="T15" fmla="*/ 22 h 36"/>
                    <a:gd name="T16" fmla="*/ 21 w 35"/>
                    <a:gd name="T17" fmla="*/ 26 h 36"/>
                    <a:gd name="T18" fmla="*/ 24 w 35"/>
                    <a:gd name="T19" fmla="*/ 36 h 36"/>
                    <a:gd name="T20" fmla="*/ 32 w 35"/>
                    <a:gd name="T21" fmla="*/ 36 h 36"/>
                    <a:gd name="T22" fmla="*/ 27 w 35"/>
                    <a:gd name="T23" fmla="*/ 24 h 36"/>
                    <a:gd name="T24" fmla="*/ 24 w 35"/>
                    <a:gd name="T25" fmla="*/ 21 h 36"/>
                    <a:gd name="T26" fmla="*/ 32 w 35"/>
                    <a:gd name="T27" fmla="*/ 17 h 36"/>
                    <a:gd name="T28" fmla="*/ 35 w 35"/>
                    <a:gd name="T29" fmla="*/ 9 h 36"/>
                    <a:gd name="T30" fmla="*/ 34 w 35"/>
                    <a:gd name="T31" fmla="*/ 4 h 36"/>
                    <a:gd name="T32" fmla="*/ 30 w 35"/>
                    <a:gd name="T33" fmla="*/ 1 h 36"/>
                    <a:gd name="T34" fmla="*/ 27 w 35"/>
                    <a:gd name="T35" fmla="*/ 13 h 36"/>
                    <a:gd name="T36" fmla="*/ 24 w 35"/>
                    <a:gd name="T37" fmla="*/ 15 h 36"/>
                    <a:gd name="T38" fmla="*/ 16 w 35"/>
                    <a:gd name="T39" fmla="*/ 16 h 36"/>
                    <a:gd name="T40" fmla="*/ 12 w 35"/>
                    <a:gd name="T41" fmla="*/ 16 h 36"/>
                    <a:gd name="T42" fmla="*/ 14 w 35"/>
                    <a:gd name="T43" fmla="*/ 6 h 36"/>
                    <a:gd name="T44" fmla="*/ 22 w 35"/>
                    <a:gd name="T45" fmla="*/ 6 h 36"/>
                    <a:gd name="T46" fmla="*/ 26 w 35"/>
                    <a:gd name="T47" fmla="*/ 7 h 36"/>
                    <a:gd name="T48" fmla="*/ 28 w 35"/>
                    <a:gd name="T49" fmla="*/ 10 h 36"/>
                    <a:gd name="T50" fmla="*/ 27 w 35"/>
                    <a:gd name="T51" fmla="*/ 13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5" h="36">
                      <a:moveTo>
                        <a:pt x="30" y="1"/>
                      </a:moveTo>
                      <a:cubicBezTo>
                        <a:pt x="28" y="0"/>
                        <a:pt x="26" y="0"/>
                        <a:pt x="24" y="0"/>
                      </a:cubicBezTo>
                      <a:cubicBezTo>
                        <a:pt x="8" y="0"/>
                        <a:pt x="8" y="0"/>
                        <a:pt x="8" y="0"/>
                      </a:cubicBezTo>
                      <a:cubicBezTo>
                        <a:pt x="0" y="36"/>
                        <a:pt x="0" y="36"/>
                        <a:pt x="0" y="36"/>
                      </a:cubicBezTo>
                      <a:cubicBezTo>
                        <a:pt x="8" y="36"/>
                        <a:pt x="8" y="36"/>
                        <a:pt x="8" y="36"/>
                      </a:cubicBezTo>
                      <a:cubicBezTo>
                        <a:pt x="11" y="21"/>
                        <a:pt x="11" y="21"/>
                        <a:pt x="11" y="21"/>
                      </a:cubicBezTo>
                      <a:cubicBezTo>
                        <a:pt x="14" y="21"/>
                        <a:pt x="14" y="21"/>
                        <a:pt x="14" y="21"/>
                      </a:cubicBezTo>
                      <a:cubicBezTo>
                        <a:pt x="15" y="21"/>
                        <a:pt x="17" y="21"/>
                        <a:pt x="17" y="22"/>
                      </a:cubicBezTo>
                      <a:cubicBezTo>
                        <a:pt x="18" y="22"/>
                        <a:pt x="20" y="24"/>
                        <a:pt x="21" y="26"/>
                      </a:cubicBezTo>
                      <a:cubicBezTo>
                        <a:pt x="22" y="31"/>
                        <a:pt x="24" y="34"/>
                        <a:pt x="24" y="36"/>
                      </a:cubicBezTo>
                      <a:cubicBezTo>
                        <a:pt x="32" y="36"/>
                        <a:pt x="32" y="36"/>
                        <a:pt x="32" y="36"/>
                      </a:cubicBezTo>
                      <a:cubicBezTo>
                        <a:pt x="30" y="31"/>
                        <a:pt x="28" y="27"/>
                        <a:pt x="27" y="24"/>
                      </a:cubicBezTo>
                      <a:cubicBezTo>
                        <a:pt x="26" y="23"/>
                        <a:pt x="25" y="21"/>
                        <a:pt x="24" y="21"/>
                      </a:cubicBezTo>
                      <a:cubicBezTo>
                        <a:pt x="28" y="20"/>
                        <a:pt x="30" y="19"/>
                        <a:pt x="32" y="17"/>
                      </a:cubicBezTo>
                      <a:cubicBezTo>
                        <a:pt x="34" y="15"/>
                        <a:pt x="35" y="13"/>
                        <a:pt x="35" y="9"/>
                      </a:cubicBezTo>
                      <a:cubicBezTo>
                        <a:pt x="35" y="7"/>
                        <a:pt x="34" y="6"/>
                        <a:pt x="34" y="4"/>
                      </a:cubicBezTo>
                      <a:cubicBezTo>
                        <a:pt x="33" y="3"/>
                        <a:pt x="31" y="2"/>
                        <a:pt x="30" y="1"/>
                      </a:cubicBezTo>
                      <a:close/>
                      <a:moveTo>
                        <a:pt x="27" y="13"/>
                      </a:moveTo>
                      <a:cubicBezTo>
                        <a:pt x="26" y="14"/>
                        <a:pt x="25" y="14"/>
                        <a:pt x="24" y="15"/>
                      </a:cubicBezTo>
                      <a:cubicBezTo>
                        <a:pt x="22" y="15"/>
                        <a:pt x="20" y="16"/>
                        <a:pt x="16" y="16"/>
                      </a:cubicBezTo>
                      <a:cubicBezTo>
                        <a:pt x="12" y="16"/>
                        <a:pt x="12" y="16"/>
                        <a:pt x="12" y="16"/>
                      </a:cubicBezTo>
                      <a:cubicBezTo>
                        <a:pt x="14" y="6"/>
                        <a:pt x="14" y="6"/>
                        <a:pt x="14" y="6"/>
                      </a:cubicBezTo>
                      <a:cubicBezTo>
                        <a:pt x="22" y="6"/>
                        <a:pt x="22" y="6"/>
                        <a:pt x="22" y="6"/>
                      </a:cubicBezTo>
                      <a:cubicBezTo>
                        <a:pt x="24" y="6"/>
                        <a:pt x="25" y="6"/>
                        <a:pt x="26" y="7"/>
                      </a:cubicBezTo>
                      <a:cubicBezTo>
                        <a:pt x="27" y="7"/>
                        <a:pt x="28" y="8"/>
                        <a:pt x="28" y="10"/>
                      </a:cubicBezTo>
                      <a:cubicBezTo>
                        <a:pt x="28" y="11"/>
                        <a:pt x="27" y="12"/>
                        <a:pt x="27" y="13"/>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1" name="ïşľîḍé"/>
                <p:cNvSpPr/>
                <p:nvPr/>
              </p:nvSpPr>
              <p:spPr bwMode="auto">
                <a:xfrm>
                  <a:off x="8267701" y="3521075"/>
                  <a:ext cx="98425" cy="119063"/>
                </a:xfrm>
                <a:custGeom>
                  <a:avLst/>
                  <a:gdLst>
                    <a:gd name="T0" fmla="*/ 17 w 30"/>
                    <a:gd name="T1" fmla="*/ 5 h 36"/>
                    <a:gd name="T2" fmla="*/ 22 w 30"/>
                    <a:gd name="T3" fmla="*/ 7 h 36"/>
                    <a:gd name="T4" fmla="*/ 23 w 30"/>
                    <a:gd name="T5" fmla="*/ 11 h 36"/>
                    <a:gd name="T6" fmla="*/ 30 w 30"/>
                    <a:gd name="T7" fmla="*/ 10 h 36"/>
                    <a:gd name="T8" fmla="*/ 27 w 30"/>
                    <a:gd name="T9" fmla="*/ 3 h 36"/>
                    <a:gd name="T10" fmla="*/ 17 w 30"/>
                    <a:gd name="T11" fmla="*/ 0 h 36"/>
                    <a:gd name="T12" fmla="*/ 8 w 30"/>
                    <a:gd name="T13" fmla="*/ 3 h 36"/>
                    <a:gd name="T14" fmla="*/ 4 w 30"/>
                    <a:gd name="T15" fmla="*/ 10 h 36"/>
                    <a:gd name="T16" fmla="*/ 6 w 30"/>
                    <a:gd name="T17" fmla="*/ 14 h 36"/>
                    <a:gd name="T18" fmla="*/ 8 w 30"/>
                    <a:gd name="T19" fmla="*/ 18 h 36"/>
                    <a:gd name="T20" fmla="*/ 15 w 30"/>
                    <a:gd name="T21" fmla="*/ 21 h 36"/>
                    <a:gd name="T22" fmla="*/ 20 w 30"/>
                    <a:gd name="T23" fmla="*/ 23 h 36"/>
                    <a:gd name="T24" fmla="*/ 21 w 30"/>
                    <a:gd name="T25" fmla="*/ 26 h 36"/>
                    <a:gd name="T26" fmla="*/ 19 w 30"/>
                    <a:gd name="T27" fmla="*/ 29 h 36"/>
                    <a:gd name="T28" fmla="*/ 14 w 30"/>
                    <a:gd name="T29" fmla="*/ 30 h 36"/>
                    <a:gd name="T30" fmla="*/ 8 w 30"/>
                    <a:gd name="T31" fmla="*/ 28 h 36"/>
                    <a:gd name="T32" fmla="*/ 7 w 30"/>
                    <a:gd name="T33" fmla="*/ 24 h 36"/>
                    <a:gd name="T34" fmla="*/ 0 w 30"/>
                    <a:gd name="T35" fmla="*/ 24 h 36"/>
                    <a:gd name="T36" fmla="*/ 1 w 30"/>
                    <a:gd name="T37" fmla="*/ 30 h 36"/>
                    <a:gd name="T38" fmla="*/ 6 w 30"/>
                    <a:gd name="T39" fmla="*/ 35 h 36"/>
                    <a:gd name="T40" fmla="*/ 14 w 30"/>
                    <a:gd name="T41" fmla="*/ 36 h 36"/>
                    <a:gd name="T42" fmla="*/ 24 w 30"/>
                    <a:gd name="T43" fmla="*/ 33 h 36"/>
                    <a:gd name="T44" fmla="*/ 28 w 30"/>
                    <a:gd name="T45" fmla="*/ 25 h 36"/>
                    <a:gd name="T46" fmla="*/ 26 w 30"/>
                    <a:gd name="T47" fmla="*/ 19 h 36"/>
                    <a:gd name="T48" fmla="*/ 18 w 30"/>
                    <a:gd name="T49" fmla="*/ 14 h 36"/>
                    <a:gd name="T50" fmla="*/ 13 w 30"/>
                    <a:gd name="T51" fmla="*/ 12 h 36"/>
                    <a:gd name="T52" fmla="*/ 11 w 30"/>
                    <a:gd name="T53" fmla="*/ 9 h 36"/>
                    <a:gd name="T54" fmla="*/ 13 w 30"/>
                    <a:gd name="T55" fmla="*/ 6 h 36"/>
                    <a:gd name="T56" fmla="*/ 17 w 30"/>
                    <a:gd name="T57" fmla="*/ 5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0" h="36">
                      <a:moveTo>
                        <a:pt x="17" y="5"/>
                      </a:moveTo>
                      <a:cubicBezTo>
                        <a:pt x="19" y="5"/>
                        <a:pt x="21" y="6"/>
                        <a:pt x="22" y="7"/>
                      </a:cubicBezTo>
                      <a:cubicBezTo>
                        <a:pt x="23" y="8"/>
                        <a:pt x="23" y="9"/>
                        <a:pt x="23" y="11"/>
                      </a:cubicBezTo>
                      <a:cubicBezTo>
                        <a:pt x="30" y="10"/>
                        <a:pt x="30" y="10"/>
                        <a:pt x="30" y="10"/>
                      </a:cubicBezTo>
                      <a:cubicBezTo>
                        <a:pt x="30" y="7"/>
                        <a:pt x="29" y="4"/>
                        <a:pt x="27" y="3"/>
                      </a:cubicBezTo>
                      <a:cubicBezTo>
                        <a:pt x="24" y="1"/>
                        <a:pt x="21" y="0"/>
                        <a:pt x="17" y="0"/>
                      </a:cubicBezTo>
                      <a:cubicBezTo>
                        <a:pt x="13" y="0"/>
                        <a:pt x="10" y="1"/>
                        <a:pt x="8" y="3"/>
                      </a:cubicBezTo>
                      <a:cubicBezTo>
                        <a:pt x="5" y="5"/>
                        <a:pt x="4" y="7"/>
                        <a:pt x="4" y="10"/>
                      </a:cubicBezTo>
                      <a:cubicBezTo>
                        <a:pt x="4" y="12"/>
                        <a:pt x="5" y="13"/>
                        <a:pt x="6" y="14"/>
                      </a:cubicBezTo>
                      <a:cubicBezTo>
                        <a:pt x="6" y="16"/>
                        <a:pt x="7" y="17"/>
                        <a:pt x="8" y="18"/>
                      </a:cubicBezTo>
                      <a:cubicBezTo>
                        <a:pt x="10" y="18"/>
                        <a:pt x="12" y="19"/>
                        <a:pt x="15" y="21"/>
                      </a:cubicBezTo>
                      <a:cubicBezTo>
                        <a:pt x="17" y="22"/>
                        <a:pt x="19" y="23"/>
                        <a:pt x="20" y="23"/>
                      </a:cubicBezTo>
                      <a:cubicBezTo>
                        <a:pt x="20" y="24"/>
                        <a:pt x="21" y="25"/>
                        <a:pt x="21" y="26"/>
                      </a:cubicBezTo>
                      <a:cubicBezTo>
                        <a:pt x="21" y="27"/>
                        <a:pt x="20" y="28"/>
                        <a:pt x="19" y="29"/>
                      </a:cubicBezTo>
                      <a:cubicBezTo>
                        <a:pt x="18" y="30"/>
                        <a:pt x="16" y="30"/>
                        <a:pt x="14" y="30"/>
                      </a:cubicBezTo>
                      <a:cubicBezTo>
                        <a:pt x="11" y="30"/>
                        <a:pt x="9" y="30"/>
                        <a:pt x="8" y="28"/>
                      </a:cubicBezTo>
                      <a:cubicBezTo>
                        <a:pt x="8" y="28"/>
                        <a:pt x="7" y="26"/>
                        <a:pt x="7" y="24"/>
                      </a:cubicBezTo>
                      <a:cubicBezTo>
                        <a:pt x="0" y="24"/>
                        <a:pt x="0" y="24"/>
                        <a:pt x="0" y="24"/>
                      </a:cubicBezTo>
                      <a:cubicBezTo>
                        <a:pt x="0" y="27"/>
                        <a:pt x="0" y="29"/>
                        <a:pt x="1" y="30"/>
                      </a:cubicBezTo>
                      <a:cubicBezTo>
                        <a:pt x="2" y="32"/>
                        <a:pt x="4" y="34"/>
                        <a:pt x="6" y="35"/>
                      </a:cubicBezTo>
                      <a:cubicBezTo>
                        <a:pt x="8" y="36"/>
                        <a:pt x="11" y="36"/>
                        <a:pt x="14" y="36"/>
                      </a:cubicBezTo>
                      <a:cubicBezTo>
                        <a:pt x="18" y="36"/>
                        <a:pt x="22" y="35"/>
                        <a:pt x="24" y="33"/>
                      </a:cubicBezTo>
                      <a:cubicBezTo>
                        <a:pt x="27" y="31"/>
                        <a:pt x="28" y="28"/>
                        <a:pt x="28" y="25"/>
                      </a:cubicBezTo>
                      <a:cubicBezTo>
                        <a:pt x="28" y="22"/>
                        <a:pt x="27" y="20"/>
                        <a:pt x="26" y="19"/>
                      </a:cubicBezTo>
                      <a:cubicBezTo>
                        <a:pt x="25" y="18"/>
                        <a:pt x="22" y="16"/>
                        <a:pt x="18" y="14"/>
                      </a:cubicBezTo>
                      <a:cubicBezTo>
                        <a:pt x="15" y="13"/>
                        <a:pt x="13" y="12"/>
                        <a:pt x="13" y="12"/>
                      </a:cubicBezTo>
                      <a:cubicBezTo>
                        <a:pt x="12" y="11"/>
                        <a:pt x="11" y="10"/>
                        <a:pt x="11" y="9"/>
                      </a:cubicBezTo>
                      <a:cubicBezTo>
                        <a:pt x="11" y="8"/>
                        <a:pt x="12" y="7"/>
                        <a:pt x="13" y="6"/>
                      </a:cubicBezTo>
                      <a:cubicBezTo>
                        <a:pt x="14" y="6"/>
                        <a:pt x="15" y="5"/>
                        <a:pt x="17" y="5"/>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2" name="îṩľîďe"/>
                <p:cNvSpPr/>
                <p:nvPr/>
              </p:nvSpPr>
              <p:spPr bwMode="auto">
                <a:xfrm>
                  <a:off x="8374063" y="3521075"/>
                  <a:ext cx="46038" cy="119063"/>
                </a:xfrm>
                <a:custGeom>
                  <a:avLst/>
                  <a:gdLst>
                    <a:gd name="T0" fmla="*/ 0 w 29"/>
                    <a:gd name="T1" fmla="*/ 75 h 75"/>
                    <a:gd name="T2" fmla="*/ 14 w 29"/>
                    <a:gd name="T3" fmla="*/ 75 h 75"/>
                    <a:gd name="T4" fmla="*/ 29 w 29"/>
                    <a:gd name="T5" fmla="*/ 0 h 75"/>
                    <a:gd name="T6" fmla="*/ 14 w 29"/>
                    <a:gd name="T7" fmla="*/ 0 h 75"/>
                    <a:gd name="T8" fmla="*/ 0 w 29"/>
                    <a:gd name="T9" fmla="*/ 75 h 75"/>
                  </a:gdLst>
                  <a:ahLst/>
                  <a:cxnLst>
                    <a:cxn ang="0">
                      <a:pos x="T0" y="T1"/>
                    </a:cxn>
                    <a:cxn ang="0">
                      <a:pos x="T2" y="T3"/>
                    </a:cxn>
                    <a:cxn ang="0">
                      <a:pos x="T4" y="T5"/>
                    </a:cxn>
                    <a:cxn ang="0">
                      <a:pos x="T6" y="T7"/>
                    </a:cxn>
                    <a:cxn ang="0">
                      <a:pos x="T8" y="T9"/>
                    </a:cxn>
                  </a:cxnLst>
                  <a:rect l="0" t="0" r="r" b="b"/>
                  <a:pathLst>
                    <a:path w="29" h="75">
                      <a:moveTo>
                        <a:pt x="0" y="75"/>
                      </a:moveTo>
                      <a:lnTo>
                        <a:pt x="14" y="75"/>
                      </a:lnTo>
                      <a:lnTo>
                        <a:pt x="29" y="0"/>
                      </a:lnTo>
                      <a:lnTo>
                        <a:pt x="14" y="0"/>
                      </a:lnTo>
                      <a:lnTo>
                        <a:pt x="0" y="75"/>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3" name="iS1idè"/>
                <p:cNvSpPr/>
                <p:nvPr/>
              </p:nvSpPr>
              <p:spPr bwMode="auto">
                <a:xfrm>
                  <a:off x="8432801" y="3521075"/>
                  <a:ext cx="95250" cy="119063"/>
                </a:xfrm>
                <a:custGeom>
                  <a:avLst/>
                  <a:gdLst>
                    <a:gd name="T0" fmla="*/ 0 w 60"/>
                    <a:gd name="T1" fmla="*/ 12 h 75"/>
                    <a:gd name="T2" fmla="*/ 21 w 60"/>
                    <a:gd name="T3" fmla="*/ 12 h 75"/>
                    <a:gd name="T4" fmla="*/ 8 w 60"/>
                    <a:gd name="T5" fmla="*/ 75 h 75"/>
                    <a:gd name="T6" fmla="*/ 23 w 60"/>
                    <a:gd name="T7" fmla="*/ 75 h 75"/>
                    <a:gd name="T8" fmla="*/ 35 w 60"/>
                    <a:gd name="T9" fmla="*/ 12 h 75"/>
                    <a:gd name="T10" fmla="*/ 58 w 60"/>
                    <a:gd name="T11" fmla="*/ 12 h 75"/>
                    <a:gd name="T12" fmla="*/ 60 w 60"/>
                    <a:gd name="T13" fmla="*/ 0 h 75"/>
                    <a:gd name="T14" fmla="*/ 2 w 60"/>
                    <a:gd name="T15" fmla="*/ 0 h 75"/>
                    <a:gd name="T16" fmla="*/ 0 w 60"/>
                    <a:gd name="T17" fmla="*/ 12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0" h="75">
                      <a:moveTo>
                        <a:pt x="0" y="12"/>
                      </a:moveTo>
                      <a:lnTo>
                        <a:pt x="21" y="12"/>
                      </a:lnTo>
                      <a:lnTo>
                        <a:pt x="8" y="75"/>
                      </a:lnTo>
                      <a:lnTo>
                        <a:pt x="23" y="75"/>
                      </a:lnTo>
                      <a:lnTo>
                        <a:pt x="35" y="12"/>
                      </a:lnTo>
                      <a:lnTo>
                        <a:pt x="58" y="12"/>
                      </a:lnTo>
                      <a:lnTo>
                        <a:pt x="60" y="0"/>
                      </a:lnTo>
                      <a:lnTo>
                        <a:pt x="2" y="0"/>
                      </a:lnTo>
                      <a:lnTo>
                        <a:pt x="0" y="12"/>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4" name="iṣḷîḋe"/>
                <p:cNvSpPr/>
                <p:nvPr/>
              </p:nvSpPr>
              <p:spPr bwMode="auto">
                <a:xfrm>
                  <a:off x="8531226" y="3521075"/>
                  <a:ext cx="109538" cy="119063"/>
                </a:xfrm>
                <a:custGeom>
                  <a:avLst/>
                  <a:gdLst>
                    <a:gd name="T0" fmla="*/ 25 w 33"/>
                    <a:gd name="T1" fmla="*/ 0 h 36"/>
                    <a:gd name="T2" fmla="*/ 19 w 33"/>
                    <a:gd name="T3" fmla="*/ 7 h 36"/>
                    <a:gd name="T4" fmla="*/ 16 w 33"/>
                    <a:gd name="T5" fmla="*/ 12 h 36"/>
                    <a:gd name="T6" fmla="*/ 14 w 33"/>
                    <a:gd name="T7" fmla="*/ 15 h 36"/>
                    <a:gd name="T8" fmla="*/ 12 w 33"/>
                    <a:gd name="T9" fmla="*/ 10 h 36"/>
                    <a:gd name="T10" fmla="*/ 8 w 33"/>
                    <a:gd name="T11" fmla="*/ 0 h 36"/>
                    <a:gd name="T12" fmla="*/ 0 w 33"/>
                    <a:gd name="T13" fmla="*/ 0 h 36"/>
                    <a:gd name="T14" fmla="*/ 10 w 33"/>
                    <a:gd name="T15" fmla="*/ 22 h 36"/>
                    <a:gd name="T16" fmla="*/ 7 w 33"/>
                    <a:gd name="T17" fmla="*/ 36 h 36"/>
                    <a:gd name="T18" fmla="*/ 14 w 33"/>
                    <a:gd name="T19" fmla="*/ 36 h 36"/>
                    <a:gd name="T20" fmla="*/ 17 w 33"/>
                    <a:gd name="T21" fmla="*/ 23 h 36"/>
                    <a:gd name="T22" fmla="*/ 33 w 33"/>
                    <a:gd name="T23" fmla="*/ 0 h 36"/>
                    <a:gd name="T24" fmla="*/ 25 w 33"/>
                    <a:gd name="T25" fmla="*/ 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3" h="36">
                      <a:moveTo>
                        <a:pt x="25" y="0"/>
                      </a:moveTo>
                      <a:cubicBezTo>
                        <a:pt x="19" y="7"/>
                        <a:pt x="19" y="7"/>
                        <a:pt x="19" y="7"/>
                      </a:cubicBezTo>
                      <a:cubicBezTo>
                        <a:pt x="16" y="12"/>
                        <a:pt x="16" y="12"/>
                        <a:pt x="16" y="12"/>
                      </a:cubicBezTo>
                      <a:cubicBezTo>
                        <a:pt x="15" y="13"/>
                        <a:pt x="15" y="14"/>
                        <a:pt x="14" y="15"/>
                      </a:cubicBezTo>
                      <a:cubicBezTo>
                        <a:pt x="14" y="14"/>
                        <a:pt x="13" y="13"/>
                        <a:pt x="12" y="10"/>
                      </a:cubicBezTo>
                      <a:cubicBezTo>
                        <a:pt x="8" y="0"/>
                        <a:pt x="8" y="0"/>
                        <a:pt x="8" y="0"/>
                      </a:cubicBezTo>
                      <a:cubicBezTo>
                        <a:pt x="0" y="0"/>
                        <a:pt x="0" y="0"/>
                        <a:pt x="0" y="0"/>
                      </a:cubicBezTo>
                      <a:cubicBezTo>
                        <a:pt x="10" y="22"/>
                        <a:pt x="10" y="22"/>
                        <a:pt x="10" y="22"/>
                      </a:cubicBezTo>
                      <a:cubicBezTo>
                        <a:pt x="7" y="36"/>
                        <a:pt x="7" y="36"/>
                        <a:pt x="7" y="36"/>
                      </a:cubicBezTo>
                      <a:cubicBezTo>
                        <a:pt x="14" y="36"/>
                        <a:pt x="14" y="36"/>
                        <a:pt x="14" y="36"/>
                      </a:cubicBezTo>
                      <a:cubicBezTo>
                        <a:pt x="17" y="23"/>
                        <a:pt x="17" y="23"/>
                        <a:pt x="17" y="23"/>
                      </a:cubicBezTo>
                      <a:cubicBezTo>
                        <a:pt x="33" y="0"/>
                        <a:pt x="33" y="0"/>
                        <a:pt x="33" y="0"/>
                      </a:cubicBezTo>
                      <a:lnTo>
                        <a:pt x="25"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grpSp>
      <p:cxnSp>
        <p:nvCxnSpPr>
          <p:cNvPr id="4" name="直线连接符 3"/>
          <p:cNvCxnSpPr/>
          <p:nvPr userDrawn="1"/>
        </p:nvCxnSpPr>
        <p:spPr>
          <a:xfrm>
            <a:off x="0" y="1016000"/>
            <a:ext cx="12192000"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pic>
        <p:nvPicPr>
          <p:cNvPr id="110" name="图片 109" descr="图片包含 天空, 户外, 建筑物, 日落&#10;&#10;描述已自动生成"/>
          <p:cNvPicPr>
            <a:picLocks noChangeAspect="1"/>
          </p:cNvPicPr>
          <p:nvPr userDrawn="1"/>
        </p:nvPicPr>
        <p:blipFill rotWithShape="1">
          <a:blip r:embed="rId2" cstate="print">
            <a:extLst>
              <a:ext uri="{BEBA8EAE-BF5A-486C-A8C5-ECC9F3942E4B}">
                <a14:imgProps xmlns:a14="http://schemas.microsoft.com/office/drawing/2010/main">
                  <a14:imgLayer r:embed="rId3">
                    <a14:imgEffect>
                      <a14:backgroundRemoval t="10000" b="99500" l="10000" r="98000">
                        <a14:foregroundMark x1="45583" y1="28625" x2="72750" y2="47875"/>
                        <a14:foregroundMark x1="72750" y1="47875" x2="79000" y2="48875"/>
                        <a14:foregroundMark x1="79000" y1="48875" x2="87083" y2="44750"/>
                        <a14:foregroundMark x1="87083" y1="44750" x2="89333" y2="42875"/>
                        <a14:foregroundMark x1="49697" y1="28104" x2="51500" y2="30625"/>
                        <a14:foregroundMark x1="46583" y1="23750" x2="49595" y2="27961"/>
                        <a14:foregroundMark x1="46917" y1="21000" x2="48333" y2="17125"/>
                        <a14:foregroundMark x1="62917" y1="48125" x2="65250" y2="51750"/>
                        <a14:foregroundMark x1="65250" y1="51750" x2="86750" y2="67750"/>
                        <a14:foregroundMark x1="94417" y1="36500" x2="92917" y2="90875"/>
                        <a14:foregroundMark x1="98000" y1="30875" x2="91667" y2="84250"/>
                        <a14:foregroundMark x1="91667" y1="84250" x2="91333" y2="85500"/>
                        <a14:foregroundMark x1="70000" y1="67000" x2="89333" y2="84250"/>
                        <a14:foregroundMark x1="89333" y1="84250" x2="89333" y2="84250"/>
                        <a14:foregroundMark x1="70500" y1="67000" x2="66333" y2="64125"/>
                        <a14:foregroundMark x1="66333" y1="64125" x2="59333" y2="53500"/>
                        <a14:foregroundMark x1="79333" y1="90625" x2="80167" y2="96250"/>
                        <a14:foregroundMark x1="80167" y1="96250" x2="85167" y2="96625"/>
                        <a14:foregroundMark x1="85167" y1="96625" x2="88083" y2="94625"/>
                        <a14:foregroundMark x1="88083" y1="94625" x2="88167" y2="94625"/>
                        <a14:foregroundMark x1="96750" y1="97500" x2="76750" y2="99500"/>
                        <a14:foregroundMark x1="77799" y1="89875" x2="77667" y2="86250"/>
                        <a14:foregroundMark x1="77984" y1="94938" x2="77927" y2="93375"/>
                        <a14:foregroundMark x1="78000" y1="95375" x2="78056" y2="96909"/>
                        <a14:foregroundMark x1="68667" y1="40875" x2="68417" y2="41125"/>
                        <a14:backgroundMark x1="77667" y1="89875" x2="77667" y2="93375"/>
                        <a14:backgroundMark x1="77833" y1="95625" x2="78167" y2="90625"/>
                        <a14:backgroundMark x1="78500" y1="96125" x2="79000" y2="90375"/>
                        <a14:backgroundMark x1="19833" y1="30625" x2="46417" y2="71000"/>
                        <a14:backgroundMark x1="46417" y1="71000" x2="46417" y2="71000"/>
                        <a14:backgroundMark x1="17000" y1="72500" x2="23583" y2="72625"/>
                        <a14:backgroundMark x1="23583" y1="72625" x2="37833" y2="71875"/>
                        <a14:backgroundMark x1="37833" y1="71875" x2="57167" y2="75375"/>
                        <a14:backgroundMark x1="61667" y1="37000" x2="62000" y2="37375"/>
                        <a14:backgroundMark x1="66667" y1="39375" x2="66917" y2="39750"/>
                        <a14:backgroundMark x1="50917" y1="27125" x2="51000" y2="27625"/>
                      </a14:backgroundRemoval>
                    </a14:imgEffect>
                    <a14:imgEffect>
                      <a14:brightnessContrast bright="72000"/>
                    </a14:imgEffect>
                    <a14:imgEffect>
                      <a14:colorTemperature colorTemp="9660"/>
                    </a14:imgEffect>
                    <a14:imgEffect>
                      <a14:saturation sat="111000"/>
                    </a14:imgEffect>
                  </a14:imgLayer>
                </a14:imgProps>
              </a:ext>
              <a:ext uri="{28A0092B-C50C-407E-A947-70E740481C1C}">
                <a14:useLocalDpi xmlns:a14="http://schemas.microsoft.com/office/drawing/2010/main" val="0"/>
              </a:ext>
            </a:extLst>
          </a:blip>
          <a:srcRect l="38743" t="8413"/>
          <a:stretch>
            <a:fillRect/>
          </a:stretch>
        </p:blipFill>
        <p:spPr>
          <a:xfrm flipH="1">
            <a:off x="-1" y="60500"/>
            <a:ext cx="958611" cy="955500"/>
          </a:xfrm>
          <a:prstGeom prst="rect">
            <a:avLst/>
          </a:prstGeom>
        </p:spPr>
      </p:pic>
      <p:sp>
        <p:nvSpPr>
          <p:cNvPr id="5" name="图片占位符 4"/>
          <p:cNvSpPr>
            <a:spLocks noGrp="1"/>
          </p:cNvSpPr>
          <p:nvPr>
            <p:ph type="pic" sz="quarter" idx="11"/>
          </p:nvPr>
        </p:nvSpPr>
        <p:spPr>
          <a:xfrm>
            <a:off x="803275" y="1160464"/>
            <a:ext cx="10585450" cy="2344526"/>
          </a:xfrm>
          <a:prstGeom prst="rect">
            <a:avLst/>
          </a:prstGeom>
        </p:spPr>
        <p:txBody>
          <a:bodyPr/>
          <a:lstStyle/>
          <a:p>
            <a:endParaRPr kumimoji="1" lang="zh-CN" alt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两张图片">
    <p:spTree>
      <p:nvGrpSpPr>
        <p:cNvPr id="1" name=""/>
        <p:cNvGrpSpPr/>
        <p:nvPr/>
      </p:nvGrpSpPr>
      <p:grpSpPr>
        <a:xfrm>
          <a:off x="0" y="0"/>
          <a:ext cx="0" cy="0"/>
          <a:chOff x="0" y="0"/>
          <a:chExt cx="0" cy="0"/>
        </a:xfrm>
      </p:grpSpPr>
      <p:grpSp>
        <p:nvGrpSpPr>
          <p:cNvPr id="118" name="组合 117"/>
          <p:cNvGrpSpPr/>
          <p:nvPr userDrawn="1"/>
        </p:nvGrpSpPr>
        <p:grpSpPr>
          <a:xfrm>
            <a:off x="6095853" y="1316255"/>
            <a:ext cx="5292872" cy="2471738"/>
            <a:chOff x="6095853" y="1170205"/>
            <a:chExt cx="5292872" cy="2471738"/>
          </a:xfrm>
        </p:grpSpPr>
        <p:sp>
          <p:nvSpPr>
            <p:cNvPr id="119" name="矩形 118"/>
            <p:cNvSpPr/>
            <p:nvPr/>
          </p:nvSpPr>
          <p:spPr>
            <a:xfrm>
              <a:off x="6096000" y="1170205"/>
              <a:ext cx="5292725" cy="2471737"/>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a:bodyPr>
            <a:lstStyle/>
            <a:p>
              <a:pPr algn="l">
                <a:lnSpc>
                  <a:spcPct val="130000"/>
                </a:lnSpc>
              </a:pPr>
              <a:endParaRPr kumimoji="1" lang="zh-CN" altLang="en-US" sz="2000" dirty="0">
                <a:solidFill>
                  <a:schemeClr val="tx1">
                    <a:lumMod val="75000"/>
                    <a:lumOff val="25000"/>
                  </a:schemeClr>
                </a:solidFill>
              </a:endParaRPr>
            </a:p>
          </p:txBody>
        </p:sp>
        <p:sp>
          <p:nvSpPr>
            <p:cNvPr id="120" name="矩形 119"/>
            <p:cNvSpPr/>
            <p:nvPr/>
          </p:nvSpPr>
          <p:spPr>
            <a:xfrm>
              <a:off x="11273206" y="1170205"/>
              <a:ext cx="115519" cy="110049"/>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fontScale="25000" lnSpcReduction="20000"/>
            </a:bodyPr>
            <a:lstStyle/>
            <a:p>
              <a:pPr algn="l">
                <a:lnSpc>
                  <a:spcPct val="130000"/>
                </a:lnSpc>
              </a:pPr>
              <a:endParaRPr kumimoji="1" lang="zh-CN" altLang="en-US" sz="2000" dirty="0">
                <a:solidFill>
                  <a:schemeClr val="tx1">
                    <a:lumMod val="75000"/>
                    <a:lumOff val="25000"/>
                  </a:schemeClr>
                </a:solidFill>
              </a:endParaRPr>
            </a:p>
          </p:txBody>
        </p:sp>
        <p:sp>
          <p:nvSpPr>
            <p:cNvPr id="121" name="矩形 120"/>
            <p:cNvSpPr/>
            <p:nvPr/>
          </p:nvSpPr>
          <p:spPr>
            <a:xfrm>
              <a:off x="11273206" y="3531894"/>
              <a:ext cx="115519" cy="110049"/>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fontScale="25000" lnSpcReduction="20000"/>
            </a:bodyPr>
            <a:lstStyle/>
            <a:p>
              <a:pPr algn="l">
                <a:lnSpc>
                  <a:spcPct val="130000"/>
                </a:lnSpc>
              </a:pPr>
              <a:endParaRPr kumimoji="1" lang="zh-CN" altLang="en-US" sz="2000" dirty="0">
                <a:solidFill>
                  <a:schemeClr val="tx1">
                    <a:lumMod val="75000"/>
                    <a:lumOff val="25000"/>
                  </a:schemeClr>
                </a:solidFill>
              </a:endParaRPr>
            </a:p>
          </p:txBody>
        </p:sp>
        <p:sp>
          <p:nvSpPr>
            <p:cNvPr id="122" name="矩形 121"/>
            <p:cNvSpPr/>
            <p:nvPr/>
          </p:nvSpPr>
          <p:spPr>
            <a:xfrm>
              <a:off x="6095853" y="1170205"/>
              <a:ext cx="127147" cy="110049"/>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fontScale="25000" lnSpcReduction="20000"/>
            </a:bodyPr>
            <a:lstStyle/>
            <a:p>
              <a:pPr algn="l">
                <a:lnSpc>
                  <a:spcPct val="130000"/>
                </a:lnSpc>
              </a:pPr>
              <a:endParaRPr kumimoji="1" lang="zh-CN" altLang="en-US" sz="2000" dirty="0">
                <a:solidFill>
                  <a:schemeClr val="tx1">
                    <a:lumMod val="75000"/>
                    <a:lumOff val="25000"/>
                  </a:schemeClr>
                </a:solidFill>
              </a:endParaRPr>
            </a:p>
          </p:txBody>
        </p:sp>
        <p:sp>
          <p:nvSpPr>
            <p:cNvPr id="123" name="矩形 122"/>
            <p:cNvSpPr/>
            <p:nvPr/>
          </p:nvSpPr>
          <p:spPr>
            <a:xfrm>
              <a:off x="6095853" y="3531894"/>
              <a:ext cx="130321" cy="110049"/>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fontScale="25000" lnSpcReduction="20000"/>
            </a:bodyPr>
            <a:lstStyle/>
            <a:p>
              <a:pPr algn="l">
                <a:lnSpc>
                  <a:spcPct val="130000"/>
                </a:lnSpc>
              </a:pPr>
              <a:endParaRPr kumimoji="1" lang="zh-CN" altLang="en-US" sz="2000" dirty="0">
                <a:solidFill>
                  <a:schemeClr val="tx1">
                    <a:lumMod val="75000"/>
                    <a:lumOff val="25000"/>
                  </a:schemeClr>
                </a:solidFill>
              </a:endParaRPr>
            </a:p>
          </p:txBody>
        </p:sp>
      </p:grpSp>
      <p:grpSp>
        <p:nvGrpSpPr>
          <p:cNvPr id="124" name="组合 123"/>
          <p:cNvGrpSpPr/>
          <p:nvPr userDrawn="1"/>
        </p:nvGrpSpPr>
        <p:grpSpPr>
          <a:xfrm>
            <a:off x="803128" y="3786298"/>
            <a:ext cx="5292872" cy="2473432"/>
            <a:chOff x="803128" y="3640248"/>
            <a:chExt cx="5292872" cy="2473432"/>
          </a:xfrm>
        </p:grpSpPr>
        <p:sp>
          <p:nvSpPr>
            <p:cNvPr id="125" name="矩形 124"/>
            <p:cNvSpPr/>
            <p:nvPr/>
          </p:nvSpPr>
          <p:spPr>
            <a:xfrm>
              <a:off x="803275" y="3640248"/>
              <a:ext cx="5292725" cy="2471737"/>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a:bodyPr>
            <a:lstStyle/>
            <a:p>
              <a:pPr algn="l">
                <a:lnSpc>
                  <a:spcPct val="130000"/>
                </a:lnSpc>
              </a:pPr>
              <a:endParaRPr kumimoji="1" lang="zh-CN" altLang="en-US" sz="2000" dirty="0">
                <a:solidFill>
                  <a:schemeClr val="tx1">
                    <a:lumMod val="75000"/>
                    <a:lumOff val="25000"/>
                  </a:schemeClr>
                </a:solidFill>
              </a:endParaRPr>
            </a:p>
          </p:txBody>
        </p:sp>
        <p:sp>
          <p:nvSpPr>
            <p:cNvPr id="126" name="矩形 125"/>
            <p:cNvSpPr/>
            <p:nvPr/>
          </p:nvSpPr>
          <p:spPr>
            <a:xfrm>
              <a:off x="5980481" y="3641942"/>
              <a:ext cx="115519" cy="110049"/>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fontScale="25000" lnSpcReduction="20000"/>
            </a:bodyPr>
            <a:lstStyle/>
            <a:p>
              <a:pPr algn="l">
                <a:lnSpc>
                  <a:spcPct val="130000"/>
                </a:lnSpc>
              </a:pPr>
              <a:endParaRPr kumimoji="1" lang="zh-CN" altLang="en-US" sz="2000" dirty="0">
                <a:solidFill>
                  <a:schemeClr val="tx1">
                    <a:lumMod val="75000"/>
                    <a:lumOff val="25000"/>
                  </a:schemeClr>
                </a:solidFill>
              </a:endParaRPr>
            </a:p>
          </p:txBody>
        </p:sp>
        <p:sp>
          <p:nvSpPr>
            <p:cNvPr id="127" name="矩形 126"/>
            <p:cNvSpPr/>
            <p:nvPr/>
          </p:nvSpPr>
          <p:spPr>
            <a:xfrm>
              <a:off x="5980481" y="6003631"/>
              <a:ext cx="115519" cy="110049"/>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fontScale="25000" lnSpcReduction="20000"/>
            </a:bodyPr>
            <a:lstStyle/>
            <a:p>
              <a:pPr algn="l">
                <a:lnSpc>
                  <a:spcPct val="130000"/>
                </a:lnSpc>
              </a:pPr>
              <a:endParaRPr kumimoji="1" lang="zh-CN" altLang="en-US" sz="2000" dirty="0">
                <a:solidFill>
                  <a:schemeClr val="tx1">
                    <a:lumMod val="75000"/>
                    <a:lumOff val="25000"/>
                  </a:schemeClr>
                </a:solidFill>
              </a:endParaRPr>
            </a:p>
          </p:txBody>
        </p:sp>
        <p:sp>
          <p:nvSpPr>
            <p:cNvPr id="128" name="矩形 127"/>
            <p:cNvSpPr/>
            <p:nvPr/>
          </p:nvSpPr>
          <p:spPr>
            <a:xfrm>
              <a:off x="803128" y="3641942"/>
              <a:ext cx="127147" cy="110049"/>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fontScale="25000" lnSpcReduction="20000"/>
            </a:bodyPr>
            <a:lstStyle/>
            <a:p>
              <a:pPr algn="l">
                <a:lnSpc>
                  <a:spcPct val="130000"/>
                </a:lnSpc>
              </a:pPr>
              <a:endParaRPr kumimoji="1" lang="zh-CN" altLang="en-US" sz="2000" dirty="0">
                <a:solidFill>
                  <a:schemeClr val="tx1">
                    <a:lumMod val="75000"/>
                    <a:lumOff val="25000"/>
                  </a:schemeClr>
                </a:solidFill>
              </a:endParaRPr>
            </a:p>
          </p:txBody>
        </p:sp>
        <p:sp>
          <p:nvSpPr>
            <p:cNvPr id="129" name="矩形 128"/>
            <p:cNvSpPr/>
            <p:nvPr/>
          </p:nvSpPr>
          <p:spPr>
            <a:xfrm>
              <a:off x="803128" y="6003631"/>
              <a:ext cx="130321" cy="110049"/>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fontScale="25000" lnSpcReduction="20000"/>
            </a:bodyPr>
            <a:lstStyle/>
            <a:p>
              <a:pPr algn="l">
                <a:lnSpc>
                  <a:spcPct val="130000"/>
                </a:lnSpc>
              </a:pPr>
              <a:endParaRPr kumimoji="1" lang="zh-CN" altLang="en-US" sz="2000" dirty="0">
                <a:solidFill>
                  <a:schemeClr val="tx1">
                    <a:lumMod val="75000"/>
                    <a:lumOff val="25000"/>
                  </a:schemeClr>
                </a:solidFill>
              </a:endParaRPr>
            </a:p>
          </p:txBody>
        </p:sp>
      </p:grpSp>
      <p:sp>
        <p:nvSpPr>
          <p:cNvPr id="2" name="标题 1"/>
          <p:cNvSpPr>
            <a:spLocks noGrp="1"/>
          </p:cNvSpPr>
          <p:nvPr>
            <p:ph type="title"/>
          </p:nvPr>
        </p:nvSpPr>
        <p:spPr>
          <a:xfrm>
            <a:off x="803275" y="393486"/>
            <a:ext cx="8970989" cy="663575"/>
          </a:xfrm>
          <a:prstGeom prst="rect">
            <a:avLst/>
          </a:prstGeom>
        </p:spPr>
        <p:txBody>
          <a:bodyPr lIns="0"/>
          <a:lstStyle>
            <a:lvl1pPr>
              <a:defRPr b="1">
                <a:solidFill>
                  <a:schemeClr val="accent2"/>
                </a:solidFill>
              </a:defRPr>
            </a:lvl1pPr>
          </a:lstStyle>
          <a:p>
            <a:r>
              <a:rPr lang="zh-CN" altLang="en-US" dirty="0"/>
              <a:t>单击此处编辑母版标题样式</a:t>
            </a:r>
          </a:p>
        </p:txBody>
      </p:sp>
      <p:grpSp>
        <p:nvGrpSpPr>
          <p:cNvPr id="245" name="组合 244"/>
          <p:cNvGrpSpPr/>
          <p:nvPr userDrawn="1"/>
        </p:nvGrpSpPr>
        <p:grpSpPr>
          <a:xfrm>
            <a:off x="9895088" y="468793"/>
            <a:ext cx="1480571" cy="458860"/>
            <a:chOff x="2558030" y="228446"/>
            <a:chExt cx="6774643" cy="2099603"/>
          </a:xfrm>
        </p:grpSpPr>
        <p:grpSp>
          <p:nvGrpSpPr>
            <p:cNvPr id="246" name="íšḻîďê"/>
            <p:cNvGrpSpPr/>
            <p:nvPr userDrawn="1"/>
          </p:nvGrpSpPr>
          <p:grpSpPr>
            <a:xfrm>
              <a:off x="2558030" y="228446"/>
              <a:ext cx="2085857" cy="2099603"/>
              <a:chOff x="3551238" y="3067050"/>
              <a:chExt cx="722313" cy="727075"/>
            </a:xfrm>
          </p:grpSpPr>
          <p:sp>
            <p:nvSpPr>
              <p:cNvPr id="276" name="ïş1íḍê"/>
              <p:cNvSpPr/>
              <p:nvPr/>
            </p:nvSpPr>
            <p:spPr bwMode="auto">
              <a:xfrm>
                <a:off x="3575051" y="3087688"/>
                <a:ext cx="673100" cy="679450"/>
              </a:xfrm>
              <a:custGeom>
                <a:avLst/>
                <a:gdLst>
                  <a:gd name="T0" fmla="*/ 102 w 204"/>
                  <a:gd name="T1" fmla="*/ 0 h 204"/>
                  <a:gd name="T2" fmla="*/ 204 w 204"/>
                  <a:gd name="T3" fmla="*/ 102 h 204"/>
                  <a:gd name="T4" fmla="*/ 102 w 204"/>
                  <a:gd name="T5" fmla="*/ 204 h 204"/>
                  <a:gd name="T6" fmla="*/ 0 w 204"/>
                  <a:gd name="T7" fmla="*/ 102 h 204"/>
                  <a:gd name="T8" fmla="*/ 102 w 204"/>
                  <a:gd name="T9" fmla="*/ 0 h 204"/>
                  <a:gd name="T10" fmla="*/ 102 w 204"/>
                  <a:gd name="T11" fmla="*/ 25 h 204"/>
                  <a:gd name="T12" fmla="*/ 24 w 204"/>
                  <a:gd name="T13" fmla="*/ 103 h 204"/>
                  <a:gd name="T14" fmla="*/ 102 w 204"/>
                  <a:gd name="T15" fmla="*/ 181 h 204"/>
                  <a:gd name="T16" fmla="*/ 180 w 204"/>
                  <a:gd name="T17" fmla="*/ 103 h 204"/>
                  <a:gd name="T18" fmla="*/ 102 w 204"/>
                  <a:gd name="T19" fmla="*/ 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04" h="204">
                    <a:moveTo>
                      <a:pt x="102" y="0"/>
                    </a:moveTo>
                    <a:cubicBezTo>
                      <a:pt x="159" y="0"/>
                      <a:pt x="204" y="46"/>
                      <a:pt x="204" y="102"/>
                    </a:cubicBezTo>
                    <a:cubicBezTo>
                      <a:pt x="204" y="158"/>
                      <a:pt x="159" y="204"/>
                      <a:pt x="102" y="204"/>
                    </a:cubicBezTo>
                    <a:cubicBezTo>
                      <a:pt x="46" y="204"/>
                      <a:pt x="0" y="158"/>
                      <a:pt x="0" y="102"/>
                    </a:cubicBezTo>
                    <a:cubicBezTo>
                      <a:pt x="0" y="46"/>
                      <a:pt x="46" y="0"/>
                      <a:pt x="102" y="0"/>
                    </a:cubicBezTo>
                    <a:close/>
                    <a:moveTo>
                      <a:pt x="102" y="25"/>
                    </a:moveTo>
                    <a:cubicBezTo>
                      <a:pt x="59" y="25"/>
                      <a:pt x="24" y="60"/>
                      <a:pt x="24" y="103"/>
                    </a:cubicBezTo>
                    <a:cubicBezTo>
                      <a:pt x="24" y="146"/>
                      <a:pt x="59" y="181"/>
                      <a:pt x="102" y="181"/>
                    </a:cubicBezTo>
                    <a:cubicBezTo>
                      <a:pt x="145" y="181"/>
                      <a:pt x="180" y="146"/>
                      <a:pt x="180" y="103"/>
                    </a:cubicBezTo>
                    <a:cubicBezTo>
                      <a:pt x="180" y="60"/>
                      <a:pt x="145" y="25"/>
                      <a:pt x="102" y="25"/>
                    </a:cubicBezTo>
                    <a:close/>
                  </a:path>
                </a:pathLst>
              </a:custGeom>
              <a:solidFill>
                <a:srgbClr val="00523A"/>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7" name="íšḻïḍè"/>
              <p:cNvSpPr/>
              <p:nvPr/>
            </p:nvSpPr>
            <p:spPr bwMode="auto">
              <a:xfrm>
                <a:off x="3621088" y="3103563"/>
                <a:ext cx="584200" cy="203200"/>
              </a:xfrm>
              <a:custGeom>
                <a:avLst/>
                <a:gdLst>
                  <a:gd name="T0" fmla="*/ 8 w 177"/>
                  <a:gd name="T1" fmla="*/ 53 h 61"/>
                  <a:gd name="T2" fmla="*/ 0 w 177"/>
                  <a:gd name="T3" fmla="*/ 56 h 61"/>
                  <a:gd name="T4" fmla="*/ 5 w 177"/>
                  <a:gd name="T5" fmla="*/ 52 h 61"/>
                  <a:gd name="T6" fmla="*/ 4 w 177"/>
                  <a:gd name="T7" fmla="*/ 50 h 61"/>
                  <a:gd name="T8" fmla="*/ 5 w 177"/>
                  <a:gd name="T9" fmla="*/ 48 h 61"/>
                  <a:gd name="T10" fmla="*/ 10 w 177"/>
                  <a:gd name="T11" fmla="*/ 41 h 61"/>
                  <a:gd name="T12" fmla="*/ 17 w 177"/>
                  <a:gd name="T13" fmla="*/ 50 h 61"/>
                  <a:gd name="T14" fmla="*/ 14 w 177"/>
                  <a:gd name="T15" fmla="*/ 35 h 61"/>
                  <a:gd name="T16" fmla="*/ 23 w 177"/>
                  <a:gd name="T17" fmla="*/ 46 h 61"/>
                  <a:gd name="T18" fmla="*/ 31 w 177"/>
                  <a:gd name="T19" fmla="*/ 38 h 61"/>
                  <a:gd name="T20" fmla="*/ 29 w 177"/>
                  <a:gd name="T21" fmla="*/ 40 h 61"/>
                  <a:gd name="T22" fmla="*/ 18 w 177"/>
                  <a:gd name="T23" fmla="*/ 32 h 61"/>
                  <a:gd name="T24" fmla="*/ 19 w 177"/>
                  <a:gd name="T25" fmla="*/ 30 h 61"/>
                  <a:gd name="T26" fmla="*/ 21 w 177"/>
                  <a:gd name="T27" fmla="*/ 27 h 61"/>
                  <a:gd name="T28" fmla="*/ 41 w 177"/>
                  <a:gd name="T29" fmla="*/ 29 h 61"/>
                  <a:gd name="T30" fmla="*/ 43 w 177"/>
                  <a:gd name="T31" fmla="*/ 29 h 61"/>
                  <a:gd name="T32" fmla="*/ 35 w 177"/>
                  <a:gd name="T33" fmla="*/ 35 h 61"/>
                  <a:gd name="T34" fmla="*/ 31 w 177"/>
                  <a:gd name="T35" fmla="*/ 21 h 61"/>
                  <a:gd name="T36" fmla="*/ 46 w 177"/>
                  <a:gd name="T37" fmla="*/ 11 h 61"/>
                  <a:gd name="T38" fmla="*/ 47 w 177"/>
                  <a:gd name="T39" fmla="*/ 11 h 61"/>
                  <a:gd name="T40" fmla="*/ 47 w 177"/>
                  <a:gd name="T41" fmla="*/ 26 h 61"/>
                  <a:gd name="T42" fmla="*/ 39 w 177"/>
                  <a:gd name="T43" fmla="*/ 15 h 61"/>
                  <a:gd name="T44" fmla="*/ 72 w 177"/>
                  <a:gd name="T45" fmla="*/ 16 h 61"/>
                  <a:gd name="T46" fmla="*/ 71 w 177"/>
                  <a:gd name="T47" fmla="*/ 2 h 61"/>
                  <a:gd name="T48" fmla="*/ 65 w 177"/>
                  <a:gd name="T49" fmla="*/ 15 h 61"/>
                  <a:gd name="T50" fmla="*/ 64 w 177"/>
                  <a:gd name="T51" fmla="*/ 4 h 61"/>
                  <a:gd name="T52" fmla="*/ 84 w 177"/>
                  <a:gd name="T53" fmla="*/ 1 h 61"/>
                  <a:gd name="T54" fmla="*/ 84 w 177"/>
                  <a:gd name="T55" fmla="*/ 1 h 61"/>
                  <a:gd name="T56" fmla="*/ 78 w 177"/>
                  <a:gd name="T57" fmla="*/ 16 h 61"/>
                  <a:gd name="T58" fmla="*/ 77 w 177"/>
                  <a:gd name="T59" fmla="*/ 15 h 61"/>
                  <a:gd name="T60" fmla="*/ 90 w 177"/>
                  <a:gd name="T61" fmla="*/ 1 h 61"/>
                  <a:gd name="T62" fmla="*/ 94 w 177"/>
                  <a:gd name="T63" fmla="*/ 15 h 61"/>
                  <a:gd name="T64" fmla="*/ 92 w 177"/>
                  <a:gd name="T65" fmla="*/ 15 h 61"/>
                  <a:gd name="T66" fmla="*/ 113 w 177"/>
                  <a:gd name="T67" fmla="*/ 3 h 61"/>
                  <a:gd name="T68" fmla="*/ 102 w 177"/>
                  <a:gd name="T69" fmla="*/ 2 h 61"/>
                  <a:gd name="T70" fmla="*/ 105 w 177"/>
                  <a:gd name="T71" fmla="*/ 14 h 61"/>
                  <a:gd name="T72" fmla="*/ 117 w 177"/>
                  <a:gd name="T73" fmla="*/ 5 h 61"/>
                  <a:gd name="T74" fmla="*/ 122 w 177"/>
                  <a:gd name="T75" fmla="*/ 19 h 61"/>
                  <a:gd name="T76" fmla="*/ 119 w 177"/>
                  <a:gd name="T77" fmla="*/ 13 h 61"/>
                  <a:gd name="T78" fmla="*/ 121 w 177"/>
                  <a:gd name="T79" fmla="*/ 12 h 61"/>
                  <a:gd name="T80" fmla="*/ 124 w 177"/>
                  <a:gd name="T81" fmla="*/ 10 h 61"/>
                  <a:gd name="T82" fmla="*/ 131 w 177"/>
                  <a:gd name="T83" fmla="*/ 26 h 61"/>
                  <a:gd name="T84" fmla="*/ 126 w 177"/>
                  <a:gd name="T85" fmla="*/ 23 h 61"/>
                  <a:gd name="T86" fmla="*/ 124 w 177"/>
                  <a:gd name="T87" fmla="*/ 23 h 61"/>
                  <a:gd name="T88" fmla="*/ 137 w 177"/>
                  <a:gd name="T89" fmla="*/ 14 h 61"/>
                  <a:gd name="T90" fmla="*/ 133 w 177"/>
                  <a:gd name="T91" fmla="*/ 11 h 61"/>
                  <a:gd name="T92" fmla="*/ 137 w 177"/>
                  <a:gd name="T93" fmla="*/ 32 h 61"/>
                  <a:gd name="T94" fmla="*/ 137 w 177"/>
                  <a:gd name="T95" fmla="*/ 32 h 61"/>
                  <a:gd name="T96" fmla="*/ 145 w 177"/>
                  <a:gd name="T97" fmla="*/ 19 h 61"/>
                  <a:gd name="T98" fmla="*/ 146 w 177"/>
                  <a:gd name="T99" fmla="*/ 19 h 61"/>
                  <a:gd name="T100" fmla="*/ 159 w 177"/>
                  <a:gd name="T101" fmla="*/ 31 h 61"/>
                  <a:gd name="T102" fmla="*/ 149 w 177"/>
                  <a:gd name="T103" fmla="*/ 42 h 61"/>
                  <a:gd name="T104" fmla="*/ 155 w 177"/>
                  <a:gd name="T105" fmla="*/ 27 h 61"/>
                  <a:gd name="T106" fmla="*/ 166 w 177"/>
                  <a:gd name="T107" fmla="*/ 40 h 61"/>
                  <a:gd name="T108" fmla="*/ 160 w 177"/>
                  <a:gd name="T109" fmla="*/ 37 h 61"/>
                  <a:gd name="T110" fmla="*/ 153 w 177"/>
                  <a:gd name="T111" fmla="*/ 46 h 61"/>
                  <a:gd name="T112" fmla="*/ 177 w 177"/>
                  <a:gd name="T113" fmla="*/ 55 h 61"/>
                  <a:gd name="T114" fmla="*/ 162 w 177"/>
                  <a:gd name="T115" fmla="*/ 60 h 61"/>
                  <a:gd name="T116" fmla="*/ 165 w 177"/>
                  <a:gd name="T117" fmla="*/ 55 h 61"/>
                  <a:gd name="T118" fmla="*/ 173 w 177"/>
                  <a:gd name="T119" fmla="*/ 49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77" h="61">
                    <a:moveTo>
                      <a:pt x="6" y="46"/>
                    </a:moveTo>
                    <a:cubicBezTo>
                      <a:pt x="6" y="46"/>
                      <a:pt x="6" y="46"/>
                      <a:pt x="6" y="46"/>
                    </a:cubicBezTo>
                    <a:cubicBezTo>
                      <a:pt x="6" y="46"/>
                      <a:pt x="6" y="46"/>
                      <a:pt x="6" y="46"/>
                    </a:cubicBezTo>
                    <a:cubicBezTo>
                      <a:pt x="6" y="46"/>
                      <a:pt x="6" y="47"/>
                      <a:pt x="6" y="47"/>
                    </a:cubicBezTo>
                    <a:cubicBezTo>
                      <a:pt x="6" y="47"/>
                      <a:pt x="6" y="47"/>
                      <a:pt x="6" y="47"/>
                    </a:cubicBezTo>
                    <a:cubicBezTo>
                      <a:pt x="17" y="57"/>
                      <a:pt x="17" y="57"/>
                      <a:pt x="17" y="57"/>
                    </a:cubicBezTo>
                    <a:cubicBezTo>
                      <a:pt x="17" y="57"/>
                      <a:pt x="17" y="57"/>
                      <a:pt x="17" y="57"/>
                    </a:cubicBezTo>
                    <a:cubicBezTo>
                      <a:pt x="8" y="53"/>
                      <a:pt x="8" y="53"/>
                      <a:pt x="8" y="53"/>
                    </a:cubicBezTo>
                    <a:cubicBezTo>
                      <a:pt x="8" y="54"/>
                      <a:pt x="8" y="54"/>
                      <a:pt x="8" y="54"/>
                    </a:cubicBezTo>
                    <a:cubicBezTo>
                      <a:pt x="15" y="60"/>
                      <a:pt x="15" y="60"/>
                      <a:pt x="15" y="60"/>
                    </a:cubicBezTo>
                    <a:cubicBezTo>
                      <a:pt x="15" y="61"/>
                      <a:pt x="15" y="61"/>
                      <a:pt x="15" y="61"/>
                    </a:cubicBezTo>
                    <a:cubicBezTo>
                      <a:pt x="1" y="55"/>
                      <a:pt x="1" y="55"/>
                      <a:pt x="1" y="55"/>
                    </a:cubicBezTo>
                    <a:cubicBezTo>
                      <a:pt x="1" y="55"/>
                      <a:pt x="1" y="55"/>
                      <a:pt x="1" y="55"/>
                    </a:cubicBezTo>
                    <a:cubicBezTo>
                      <a:pt x="1" y="55"/>
                      <a:pt x="1" y="55"/>
                      <a:pt x="1" y="55"/>
                    </a:cubicBezTo>
                    <a:cubicBezTo>
                      <a:pt x="0" y="56"/>
                      <a:pt x="0" y="56"/>
                      <a:pt x="0" y="56"/>
                    </a:cubicBezTo>
                    <a:cubicBezTo>
                      <a:pt x="0" y="56"/>
                      <a:pt x="0" y="56"/>
                      <a:pt x="0" y="56"/>
                    </a:cubicBezTo>
                    <a:cubicBezTo>
                      <a:pt x="2" y="53"/>
                      <a:pt x="2" y="53"/>
                      <a:pt x="2" y="53"/>
                    </a:cubicBezTo>
                    <a:cubicBezTo>
                      <a:pt x="2" y="53"/>
                      <a:pt x="2" y="53"/>
                      <a:pt x="2" y="53"/>
                    </a:cubicBezTo>
                    <a:cubicBezTo>
                      <a:pt x="2" y="53"/>
                      <a:pt x="2" y="53"/>
                      <a:pt x="2" y="53"/>
                    </a:cubicBezTo>
                    <a:cubicBezTo>
                      <a:pt x="2" y="53"/>
                      <a:pt x="2" y="54"/>
                      <a:pt x="2" y="54"/>
                    </a:cubicBezTo>
                    <a:cubicBezTo>
                      <a:pt x="2" y="54"/>
                      <a:pt x="2" y="54"/>
                      <a:pt x="2" y="54"/>
                    </a:cubicBezTo>
                    <a:cubicBezTo>
                      <a:pt x="11" y="58"/>
                      <a:pt x="11" y="58"/>
                      <a:pt x="11" y="58"/>
                    </a:cubicBezTo>
                    <a:cubicBezTo>
                      <a:pt x="12" y="58"/>
                      <a:pt x="12" y="58"/>
                      <a:pt x="12" y="58"/>
                    </a:cubicBezTo>
                    <a:cubicBezTo>
                      <a:pt x="5" y="52"/>
                      <a:pt x="5" y="52"/>
                      <a:pt x="5" y="52"/>
                    </a:cubicBezTo>
                    <a:cubicBezTo>
                      <a:pt x="4" y="52"/>
                      <a:pt x="4" y="52"/>
                      <a:pt x="4" y="52"/>
                    </a:cubicBezTo>
                    <a:cubicBezTo>
                      <a:pt x="3" y="52"/>
                      <a:pt x="3" y="52"/>
                      <a:pt x="3" y="52"/>
                    </a:cubicBezTo>
                    <a:cubicBezTo>
                      <a:pt x="3" y="52"/>
                      <a:pt x="3" y="52"/>
                      <a:pt x="3" y="52"/>
                    </a:cubicBezTo>
                    <a:cubicBezTo>
                      <a:pt x="3" y="52"/>
                      <a:pt x="3" y="52"/>
                      <a:pt x="3" y="52"/>
                    </a:cubicBezTo>
                    <a:cubicBezTo>
                      <a:pt x="2" y="52"/>
                      <a:pt x="2" y="52"/>
                      <a:pt x="2" y="52"/>
                    </a:cubicBezTo>
                    <a:cubicBezTo>
                      <a:pt x="4" y="49"/>
                      <a:pt x="4" y="49"/>
                      <a:pt x="4" y="49"/>
                    </a:cubicBezTo>
                    <a:cubicBezTo>
                      <a:pt x="4" y="49"/>
                      <a:pt x="4" y="49"/>
                      <a:pt x="4" y="49"/>
                    </a:cubicBezTo>
                    <a:cubicBezTo>
                      <a:pt x="4" y="50"/>
                      <a:pt x="4" y="50"/>
                      <a:pt x="4" y="50"/>
                    </a:cubicBezTo>
                    <a:cubicBezTo>
                      <a:pt x="4" y="50"/>
                      <a:pt x="4" y="50"/>
                      <a:pt x="4" y="50"/>
                    </a:cubicBezTo>
                    <a:cubicBezTo>
                      <a:pt x="4" y="50"/>
                      <a:pt x="4" y="50"/>
                      <a:pt x="4" y="51"/>
                    </a:cubicBezTo>
                    <a:cubicBezTo>
                      <a:pt x="13" y="54"/>
                      <a:pt x="13" y="54"/>
                      <a:pt x="13" y="54"/>
                    </a:cubicBezTo>
                    <a:cubicBezTo>
                      <a:pt x="13" y="54"/>
                      <a:pt x="13" y="54"/>
                      <a:pt x="13" y="54"/>
                    </a:cubicBezTo>
                    <a:cubicBezTo>
                      <a:pt x="6" y="48"/>
                      <a:pt x="6" y="48"/>
                      <a:pt x="6" y="48"/>
                    </a:cubicBezTo>
                    <a:cubicBezTo>
                      <a:pt x="6" y="48"/>
                      <a:pt x="6" y="48"/>
                      <a:pt x="5" y="48"/>
                    </a:cubicBezTo>
                    <a:cubicBezTo>
                      <a:pt x="5" y="48"/>
                      <a:pt x="5" y="48"/>
                      <a:pt x="5" y="48"/>
                    </a:cubicBezTo>
                    <a:cubicBezTo>
                      <a:pt x="5" y="48"/>
                      <a:pt x="5" y="48"/>
                      <a:pt x="5" y="48"/>
                    </a:cubicBezTo>
                    <a:cubicBezTo>
                      <a:pt x="4" y="48"/>
                      <a:pt x="4" y="48"/>
                      <a:pt x="4" y="48"/>
                    </a:cubicBezTo>
                    <a:cubicBezTo>
                      <a:pt x="6" y="46"/>
                      <a:pt x="6" y="46"/>
                      <a:pt x="6" y="46"/>
                    </a:cubicBezTo>
                    <a:close/>
                    <a:moveTo>
                      <a:pt x="22" y="48"/>
                    </a:moveTo>
                    <a:cubicBezTo>
                      <a:pt x="22" y="49"/>
                      <a:pt x="21" y="49"/>
                      <a:pt x="21" y="49"/>
                    </a:cubicBezTo>
                    <a:cubicBezTo>
                      <a:pt x="20" y="50"/>
                      <a:pt x="19" y="49"/>
                      <a:pt x="18" y="48"/>
                    </a:cubicBezTo>
                    <a:cubicBezTo>
                      <a:pt x="10" y="42"/>
                      <a:pt x="10" y="42"/>
                      <a:pt x="10" y="42"/>
                    </a:cubicBezTo>
                    <a:cubicBezTo>
                      <a:pt x="10" y="42"/>
                      <a:pt x="10" y="41"/>
                      <a:pt x="10" y="41"/>
                    </a:cubicBezTo>
                    <a:cubicBezTo>
                      <a:pt x="10" y="41"/>
                      <a:pt x="10" y="41"/>
                      <a:pt x="10" y="41"/>
                    </a:cubicBezTo>
                    <a:cubicBezTo>
                      <a:pt x="10" y="40"/>
                      <a:pt x="10" y="40"/>
                      <a:pt x="10" y="40"/>
                    </a:cubicBezTo>
                    <a:cubicBezTo>
                      <a:pt x="10" y="40"/>
                      <a:pt x="10" y="40"/>
                      <a:pt x="10" y="40"/>
                    </a:cubicBezTo>
                    <a:cubicBezTo>
                      <a:pt x="7" y="43"/>
                      <a:pt x="7" y="43"/>
                      <a:pt x="7" y="43"/>
                    </a:cubicBezTo>
                    <a:cubicBezTo>
                      <a:pt x="8" y="43"/>
                      <a:pt x="8" y="43"/>
                      <a:pt x="8" y="43"/>
                    </a:cubicBezTo>
                    <a:cubicBezTo>
                      <a:pt x="8" y="43"/>
                      <a:pt x="8" y="43"/>
                      <a:pt x="8" y="43"/>
                    </a:cubicBezTo>
                    <a:cubicBezTo>
                      <a:pt x="8" y="43"/>
                      <a:pt x="8" y="43"/>
                      <a:pt x="8" y="43"/>
                    </a:cubicBezTo>
                    <a:cubicBezTo>
                      <a:pt x="9" y="43"/>
                      <a:pt x="9" y="43"/>
                      <a:pt x="9" y="43"/>
                    </a:cubicBezTo>
                    <a:cubicBezTo>
                      <a:pt x="17" y="50"/>
                      <a:pt x="17" y="50"/>
                      <a:pt x="17" y="50"/>
                    </a:cubicBezTo>
                    <a:cubicBezTo>
                      <a:pt x="18" y="50"/>
                      <a:pt x="19" y="51"/>
                      <a:pt x="20" y="50"/>
                    </a:cubicBezTo>
                    <a:cubicBezTo>
                      <a:pt x="21" y="50"/>
                      <a:pt x="22" y="50"/>
                      <a:pt x="23" y="49"/>
                    </a:cubicBezTo>
                    <a:cubicBezTo>
                      <a:pt x="24" y="48"/>
                      <a:pt x="24" y="47"/>
                      <a:pt x="24" y="46"/>
                    </a:cubicBezTo>
                    <a:cubicBezTo>
                      <a:pt x="24" y="45"/>
                      <a:pt x="23" y="44"/>
                      <a:pt x="22" y="43"/>
                    </a:cubicBezTo>
                    <a:cubicBezTo>
                      <a:pt x="14" y="36"/>
                      <a:pt x="14" y="36"/>
                      <a:pt x="14" y="36"/>
                    </a:cubicBezTo>
                    <a:cubicBezTo>
                      <a:pt x="14" y="36"/>
                      <a:pt x="14" y="36"/>
                      <a:pt x="14" y="36"/>
                    </a:cubicBezTo>
                    <a:cubicBezTo>
                      <a:pt x="14" y="36"/>
                      <a:pt x="14" y="36"/>
                      <a:pt x="14" y="35"/>
                    </a:cubicBezTo>
                    <a:cubicBezTo>
                      <a:pt x="14" y="35"/>
                      <a:pt x="14" y="35"/>
                      <a:pt x="14" y="35"/>
                    </a:cubicBezTo>
                    <a:cubicBezTo>
                      <a:pt x="14" y="35"/>
                      <a:pt x="14" y="35"/>
                      <a:pt x="14" y="35"/>
                    </a:cubicBezTo>
                    <a:cubicBezTo>
                      <a:pt x="12" y="37"/>
                      <a:pt x="12" y="37"/>
                      <a:pt x="12" y="37"/>
                    </a:cubicBezTo>
                    <a:cubicBezTo>
                      <a:pt x="12" y="38"/>
                      <a:pt x="12" y="38"/>
                      <a:pt x="12" y="38"/>
                    </a:cubicBezTo>
                    <a:cubicBezTo>
                      <a:pt x="13" y="37"/>
                      <a:pt x="13" y="37"/>
                      <a:pt x="13" y="37"/>
                    </a:cubicBezTo>
                    <a:cubicBezTo>
                      <a:pt x="13" y="37"/>
                      <a:pt x="13" y="37"/>
                      <a:pt x="13" y="37"/>
                    </a:cubicBezTo>
                    <a:cubicBezTo>
                      <a:pt x="13" y="37"/>
                      <a:pt x="14" y="37"/>
                      <a:pt x="14" y="37"/>
                    </a:cubicBezTo>
                    <a:cubicBezTo>
                      <a:pt x="22" y="44"/>
                      <a:pt x="22" y="44"/>
                      <a:pt x="22" y="44"/>
                    </a:cubicBezTo>
                    <a:cubicBezTo>
                      <a:pt x="23" y="44"/>
                      <a:pt x="23" y="45"/>
                      <a:pt x="23" y="46"/>
                    </a:cubicBezTo>
                    <a:cubicBezTo>
                      <a:pt x="23" y="47"/>
                      <a:pt x="23" y="47"/>
                      <a:pt x="22" y="48"/>
                    </a:cubicBezTo>
                    <a:close/>
                    <a:moveTo>
                      <a:pt x="33" y="36"/>
                    </a:moveTo>
                    <a:cubicBezTo>
                      <a:pt x="33" y="36"/>
                      <a:pt x="33" y="36"/>
                      <a:pt x="33" y="36"/>
                    </a:cubicBezTo>
                    <a:cubicBezTo>
                      <a:pt x="33" y="36"/>
                      <a:pt x="34" y="36"/>
                      <a:pt x="34" y="36"/>
                    </a:cubicBezTo>
                    <a:cubicBezTo>
                      <a:pt x="34" y="35"/>
                      <a:pt x="34" y="35"/>
                      <a:pt x="34" y="35"/>
                    </a:cubicBezTo>
                    <a:cubicBezTo>
                      <a:pt x="35" y="36"/>
                      <a:pt x="35" y="36"/>
                      <a:pt x="35" y="36"/>
                    </a:cubicBezTo>
                    <a:cubicBezTo>
                      <a:pt x="32" y="39"/>
                      <a:pt x="32" y="39"/>
                      <a:pt x="32" y="39"/>
                    </a:cubicBezTo>
                    <a:cubicBezTo>
                      <a:pt x="31" y="38"/>
                      <a:pt x="31" y="38"/>
                      <a:pt x="31" y="38"/>
                    </a:cubicBezTo>
                    <a:cubicBezTo>
                      <a:pt x="32" y="38"/>
                      <a:pt x="32" y="38"/>
                      <a:pt x="32" y="38"/>
                    </a:cubicBezTo>
                    <a:cubicBezTo>
                      <a:pt x="32" y="38"/>
                      <a:pt x="32" y="37"/>
                      <a:pt x="32" y="37"/>
                    </a:cubicBezTo>
                    <a:cubicBezTo>
                      <a:pt x="32" y="37"/>
                      <a:pt x="32" y="37"/>
                      <a:pt x="32" y="37"/>
                    </a:cubicBezTo>
                    <a:cubicBezTo>
                      <a:pt x="27" y="32"/>
                      <a:pt x="27" y="32"/>
                      <a:pt x="27" y="32"/>
                    </a:cubicBezTo>
                    <a:cubicBezTo>
                      <a:pt x="23" y="36"/>
                      <a:pt x="23" y="36"/>
                      <a:pt x="23" y="36"/>
                    </a:cubicBezTo>
                    <a:cubicBezTo>
                      <a:pt x="28" y="40"/>
                      <a:pt x="28" y="40"/>
                      <a:pt x="28" y="40"/>
                    </a:cubicBezTo>
                    <a:cubicBezTo>
                      <a:pt x="28" y="41"/>
                      <a:pt x="28" y="41"/>
                      <a:pt x="28" y="41"/>
                    </a:cubicBezTo>
                    <a:cubicBezTo>
                      <a:pt x="28" y="41"/>
                      <a:pt x="29" y="41"/>
                      <a:pt x="29" y="40"/>
                    </a:cubicBezTo>
                    <a:cubicBezTo>
                      <a:pt x="29" y="40"/>
                      <a:pt x="29" y="40"/>
                      <a:pt x="29" y="40"/>
                    </a:cubicBezTo>
                    <a:cubicBezTo>
                      <a:pt x="30" y="41"/>
                      <a:pt x="30" y="41"/>
                      <a:pt x="30" y="41"/>
                    </a:cubicBezTo>
                    <a:cubicBezTo>
                      <a:pt x="27" y="43"/>
                      <a:pt x="27" y="43"/>
                      <a:pt x="27" y="43"/>
                    </a:cubicBezTo>
                    <a:cubicBezTo>
                      <a:pt x="26" y="43"/>
                      <a:pt x="26" y="43"/>
                      <a:pt x="26" y="43"/>
                    </a:cubicBezTo>
                    <a:cubicBezTo>
                      <a:pt x="27" y="43"/>
                      <a:pt x="27" y="43"/>
                      <a:pt x="27" y="43"/>
                    </a:cubicBezTo>
                    <a:cubicBezTo>
                      <a:pt x="27" y="42"/>
                      <a:pt x="27" y="42"/>
                      <a:pt x="27" y="42"/>
                    </a:cubicBezTo>
                    <a:cubicBezTo>
                      <a:pt x="27" y="42"/>
                      <a:pt x="27" y="42"/>
                      <a:pt x="27" y="41"/>
                    </a:cubicBezTo>
                    <a:cubicBezTo>
                      <a:pt x="18" y="32"/>
                      <a:pt x="18" y="32"/>
                      <a:pt x="18" y="32"/>
                    </a:cubicBezTo>
                    <a:cubicBezTo>
                      <a:pt x="18" y="32"/>
                      <a:pt x="17" y="32"/>
                      <a:pt x="17" y="32"/>
                    </a:cubicBezTo>
                    <a:cubicBezTo>
                      <a:pt x="17" y="32"/>
                      <a:pt x="17" y="32"/>
                      <a:pt x="17" y="32"/>
                    </a:cubicBezTo>
                    <a:cubicBezTo>
                      <a:pt x="16" y="32"/>
                      <a:pt x="16" y="32"/>
                      <a:pt x="16" y="32"/>
                    </a:cubicBezTo>
                    <a:cubicBezTo>
                      <a:pt x="16" y="32"/>
                      <a:pt x="16" y="32"/>
                      <a:pt x="16" y="32"/>
                    </a:cubicBezTo>
                    <a:cubicBezTo>
                      <a:pt x="19" y="29"/>
                      <a:pt x="19" y="29"/>
                      <a:pt x="19" y="29"/>
                    </a:cubicBezTo>
                    <a:cubicBezTo>
                      <a:pt x="19" y="29"/>
                      <a:pt x="19" y="29"/>
                      <a:pt x="19" y="29"/>
                    </a:cubicBezTo>
                    <a:cubicBezTo>
                      <a:pt x="19" y="30"/>
                      <a:pt x="19" y="30"/>
                      <a:pt x="19" y="30"/>
                    </a:cubicBezTo>
                    <a:cubicBezTo>
                      <a:pt x="19" y="30"/>
                      <a:pt x="19" y="30"/>
                      <a:pt x="19" y="30"/>
                    </a:cubicBezTo>
                    <a:cubicBezTo>
                      <a:pt x="19" y="30"/>
                      <a:pt x="19" y="31"/>
                      <a:pt x="19" y="31"/>
                    </a:cubicBezTo>
                    <a:cubicBezTo>
                      <a:pt x="23" y="35"/>
                      <a:pt x="23" y="35"/>
                      <a:pt x="23" y="35"/>
                    </a:cubicBezTo>
                    <a:cubicBezTo>
                      <a:pt x="27" y="31"/>
                      <a:pt x="27" y="31"/>
                      <a:pt x="27" y="31"/>
                    </a:cubicBezTo>
                    <a:cubicBezTo>
                      <a:pt x="23" y="27"/>
                      <a:pt x="23" y="27"/>
                      <a:pt x="23" y="27"/>
                    </a:cubicBezTo>
                    <a:cubicBezTo>
                      <a:pt x="23" y="27"/>
                      <a:pt x="22" y="27"/>
                      <a:pt x="22" y="27"/>
                    </a:cubicBezTo>
                    <a:cubicBezTo>
                      <a:pt x="22" y="27"/>
                      <a:pt x="22" y="27"/>
                      <a:pt x="22" y="27"/>
                    </a:cubicBezTo>
                    <a:cubicBezTo>
                      <a:pt x="21" y="27"/>
                      <a:pt x="21" y="27"/>
                      <a:pt x="21" y="27"/>
                    </a:cubicBezTo>
                    <a:cubicBezTo>
                      <a:pt x="21" y="27"/>
                      <a:pt x="21" y="27"/>
                      <a:pt x="21" y="27"/>
                    </a:cubicBezTo>
                    <a:cubicBezTo>
                      <a:pt x="24" y="24"/>
                      <a:pt x="24" y="24"/>
                      <a:pt x="24" y="24"/>
                    </a:cubicBezTo>
                    <a:cubicBezTo>
                      <a:pt x="24" y="25"/>
                      <a:pt x="24" y="25"/>
                      <a:pt x="24" y="25"/>
                    </a:cubicBezTo>
                    <a:cubicBezTo>
                      <a:pt x="24" y="25"/>
                      <a:pt x="24" y="25"/>
                      <a:pt x="24" y="25"/>
                    </a:cubicBezTo>
                    <a:cubicBezTo>
                      <a:pt x="24" y="25"/>
                      <a:pt x="24" y="25"/>
                      <a:pt x="24" y="26"/>
                    </a:cubicBezTo>
                    <a:cubicBezTo>
                      <a:pt x="24" y="26"/>
                      <a:pt x="24" y="26"/>
                      <a:pt x="24" y="26"/>
                    </a:cubicBezTo>
                    <a:cubicBezTo>
                      <a:pt x="33" y="36"/>
                      <a:pt x="33" y="36"/>
                      <a:pt x="33" y="36"/>
                    </a:cubicBezTo>
                    <a:close/>
                    <a:moveTo>
                      <a:pt x="38" y="26"/>
                    </a:moveTo>
                    <a:cubicBezTo>
                      <a:pt x="41" y="29"/>
                      <a:pt x="41" y="29"/>
                      <a:pt x="41" y="29"/>
                    </a:cubicBezTo>
                    <a:cubicBezTo>
                      <a:pt x="41" y="29"/>
                      <a:pt x="41" y="30"/>
                      <a:pt x="41" y="30"/>
                    </a:cubicBezTo>
                    <a:cubicBezTo>
                      <a:pt x="41" y="30"/>
                      <a:pt x="41" y="30"/>
                      <a:pt x="41" y="30"/>
                    </a:cubicBezTo>
                    <a:cubicBezTo>
                      <a:pt x="41" y="31"/>
                      <a:pt x="41" y="31"/>
                      <a:pt x="41" y="31"/>
                    </a:cubicBezTo>
                    <a:cubicBezTo>
                      <a:pt x="41" y="31"/>
                      <a:pt x="41" y="31"/>
                      <a:pt x="41" y="31"/>
                    </a:cubicBezTo>
                    <a:cubicBezTo>
                      <a:pt x="44" y="29"/>
                      <a:pt x="44" y="29"/>
                      <a:pt x="44" y="29"/>
                    </a:cubicBezTo>
                    <a:cubicBezTo>
                      <a:pt x="44" y="28"/>
                      <a:pt x="44" y="28"/>
                      <a:pt x="44" y="28"/>
                    </a:cubicBezTo>
                    <a:cubicBezTo>
                      <a:pt x="44" y="29"/>
                      <a:pt x="44" y="29"/>
                      <a:pt x="44" y="29"/>
                    </a:cubicBezTo>
                    <a:cubicBezTo>
                      <a:pt x="43" y="29"/>
                      <a:pt x="43" y="29"/>
                      <a:pt x="43" y="29"/>
                    </a:cubicBezTo>
                    <a:cubicBezTo>
                      <a:pt x="43" y="29"/>
                      <a:pt x="42" y="29"/>
                      <a:pt x="42" y="28"/>
                    </a:cubicBezTo>
                    <a:cubicBezTo>
                      <a:pt x="31" y="18"/>
                      <a:pt x="31" y="18"/>
                      <a:pt x="31" y="18"/>
                    </a:cubicBezTo>
                    <a:cubicBezTo>
                      <a:pt x="30" y="20"/>
                      <a:pt x="30" y="20"/>
                      <a:pt x="30" y="20"/>
                    </a:cubicBezTo>
                    <a:cubicBezTo>
                      <a:pt x="35" y="33"/>
                      <a:pt x="35" y="33"/>
                      <a:pt x="35" y="33"/>
                    </a:cubicBezTo>
                    <a:cubicBezTo>
                      <a:pt x="35" y="33"/>
                      <a:pt x="35" y="34"/>
                      <a:pt x="35" y="34"/>
                    </a:cubicBezTo>
                    <a:cubicBezTo>
                      <a:pt x="35" y="34"/>
                      <a:pt x="35" y="34"/>
                      <a:pt x="35" y="35"/>
                    </a:cubicBezTo>
                    <a:cubicBezTo>
                      <a:pt x="35" y="35"/>
                      <a:pt x="35" y="35"/>
                      <a:pt x="35" y="35"/>
                    </a:cubicBezTo>
                    <a:cubicBezTo>
                      <a:pt x="35" y="35"/>
                      <a:pt x="35" y="35"/>
                      <a:pt x="35" y="35"/>
                    </a:cubicBezTo>
                    <a:cubicBezTo>
                      <a:pt x="38" y="33"/>
                      <a:pt x="38" y="33"/>
                      <a:pt x="38" y="33"/>
                    </a:cubicBezTo>
                    <a:cubicBezTo>
                      <a:pt x="38" y="33"/>
                      <a:pt x="38" y="33"/>
                      <a:pt x="38" y="33"/>
                    </a:cubicBezTo>
                    <a:cubicBezTo>
                      <a:pt x="37" y="33"/>
                      <a:pt x="37" y="33"/>
                      <a:pt x="37" y="33"/>
                    </a:cubicBezTo>
                    <a:cubicBezTo>
                      <a:pt x="37" y="33"/>
                      <a:pt x="37" y="33"/>
                      <a:pt x="36" y="33"/>
                    </a:cubicBezTo>
                    <a:cubicBezTo>
                      <a:pt x="36" y="33"/>
                      <a:pt x="36" y="32"/>
                      <a:pt x="36" y="32"/>
                    </a:cubicBezTo>
                    <a:cubicBezTo>
                      <a:pt x="34" y="29"/>
                      <a:pt x="34" y="29"/>
                      <a:pt x="34" y="29"/>
                    </a:cubicBezTo>
                    <a:cubicBezTo>
                      <a:pt x="38" y="26"/>
                      <a:pt x="38" y="26"/>
                      <a:pt x="38" y="26"/>
                    </a:cubicBezTo>
                    <a:close/>
                    <a:moveTo>
                      <a:pt x="31" y="21"/>
                    </a:moveTo>
                    <a:cubicBezTo>
                      <a:pt x="31" y="21"/>
                      <a:pt x="31" y="21"/>
                      <a:pt x="31" y="21"/>
                    </a:cubicBezTo>
                    <a:cubicBezTo>
                      <a:pt x="34" y="28"/>
                      <a:pt x="34" y="28"/>
                      <a:pt x="34" y="28"/>
                    </a:cubicBezTo>
                    <a:cubicBezTo>
                      <a:pt x="37" y="26"/>
                      <a:pt x="37" y="26"/>
                      <a:pt x="37" y="26"/>
                    </a:cubicBezTo>
                    <a:cubicBezTo>
                      <a:pt x="31" y="21"/>
                      <a:pt x="31" y="21"/>
                      <a:pt x="31" y="21"/>
                    </a:cubicBezTo>
                    <a:close/>
                    <a:moveTo>
                      <a:pt x="51" y="21"/>
                    </a:moveTo>
                    <a:cubicBezTo>
                      <a:pt x="51" y="21"/>
                      <a:pt x="51" y="21"/>
                      <a:pt x="51" y="21"/>
                    </a:cubicBezTo>
                    <a:cubicBezTo>
                      <a:pt x="46" y="11"/>
                      <a:pt x="46" y="11"/>
                      <a:pt x="46" y="11"/>
                    </a:cubicBezTo>
                    <a:cubicBezTo>
                      <a:pt x="46" y="11"/>
                      <a:pt x="46" y="11"/>
                      <a:pt x="46" y="11"/>
                    </a:cubicBezTo>
                    <a:cubicBezTo>
                      <a:pt x="46" y="11"/>
                      <a:pt x="46" y="11"/>
                      <a:pt x="45" y="11"/>
                    </a:cubicBezTo>
                    <a:cubicBezTo>
                      <a:pt x="45" y="11"/>
                      <a:pt x="45" y="11"/>
                      <a:pt x="45" y="11"/>
                    </a:cubicBezTo>
                    <a:cubicBezTo>
                      <a:pt x="44" y="11"/>
                      <a:pt x="44" y="11"/>
                      <a:pt x="44" y="11"/>
                    </a:cubicBezTo>
                    <a:cubicBezTo>
                      <a:pt x="48" y="9"/>
                      <a:pt x="48" y="9"/>
                      <a:pt x="48" y="9"/>
                    </a:cubicBezTo>
                    <a:cubicBezTo>
                      <a:pt x="48" y="10"/>
                      <a:pt x="48" y="10"/>
                      <a:pt x="48" y="10"/>
                    </a:cubicBezTo>
                    <a:cubicBezTo>
                      <a:pt x="47" y="10"/>
                      <a:pt x="47" y="10"/>
                      <a:pt x="47" y="10"/>
                    </a:cubicBezTo>
                    <a:cubicBezTo>
                      <a:pt x="47" y="10"/>
                      <a:pt x="47" y="10"/>
                      <a:pt x="47" y="10"/>
                    </a:cubicBezTo>
                    <a:cubicBezTo>
                      <a:pt x="47" y="10"/>
                      <a:pt x="47" y="11"/>
                      <a:pt x="47" y="11"/>
                    </a:cubicBezTo>
                    <a:cubicBezTo>
                      <a:pt x="53" y="24"/>
                      <a:pt x="53" y="24"/>
                      <a:pt x="53" y="24"/>
                    </a:cubicBezTo>
                    <a:cubicBezTo>
                      <a:pt x="53" y="24"/>
                      <a:pt x="53" y="24"/>
                      <a:pt x="53" y="24"/>
                    </a:cubicBezTo>
                    <a:cubicBezTo>
                      <a:pt x="53" y="24"/>
                      <a:pt x="53" y="24"/>
                      <a:pt x="53" y="24"/>
                    </a:cubicBezTo>
                    <a:cubicBezTo>
                      <a:pt x="40" y="15"/>
                      <a:pt x="40" y="15"/>
                      <a:pt x="40" y="15"/>
                    </a:cubicBezTo>
                    <a:cubicBezTo>
                      <a:pt x="40" y="15"/>
                      <a:pt x="40" y="15"/>
                      <a:pt x="40" y="15"/>
                    </a:cubicBezTo>
                    <a:cubicBezTo>
                      <a:pt x="46" y="26"/>
                      <a:pt x="46" y="26"/>
                      <a:pt x="46" y="26"/>
                    </a:cubicBezTo>
                    <a:cubicBezTo>
                      <a:pt x="46" y="26"/>
                      <a:pt x="46" y="26"/>
                      <a:pt x="46" y="26"/>
                    </a:cubicBezTo>
                    <a:cubicBezTo>
                      <a:pt x="47" y="26"/>
                      <a:pt x="47" y="26"/>
                      <a:pt x="47" y="26"/>
                    </a:cubicBezTo>
                    <a:cubicBezTo>
                      <a:pt x="48" y="26"/>
                      <a:pt x="48" y="26"/>
                      <a:pt x="48" y="26"/>
                    </a:cubicBezTo>
                    <a:cubicBezTo>
                      <a:pt x="48" y="26"/>
                      <a:pt x="48" y="26"/>
                      <a:pt x="48" y="26"/>
                    </a:cubicBezTo>
                    <a:cubicBezTo>
                      <a:pt x="45" y="28"/>
                      <a:pt x="45" y="28"/>
                      <a:pt x="45" y="28"/>
                    </a:cubicBezTo>
                    <a:cubicBezTo>
                      <a:pt x="44" y="28"/>
                      <a:pt x="44" y="28"/>
                      <a:pt x="44" y="28"/>
                    </a:cubicBezTo>
                    <a:cubicBezTo>
                      <a:pt x="45" y="27"/>
                      <a:pt x="45" y="27"/>
                      <a:pt x="45" y="27"/>
                    </a:cubicBezTo>
                    <a:cubicBezTo>
                      <a:pt x="45" y="27"/>
                      <a:pt x="45" y="27"/>
                      <a:pt x="45" y="27"/>
                    </a:cubicBezTo>
                    <a:cubicBezTo>
                      <a:pt x="46" y="27"/>
                      <a:pt x="46" y="26"/>
                      <a:pt x="45" y="26"/>
                    </a:cubicBezTo>
                    <a:cubicBezTo>
                      <a:pt x="39" y="15"/>
                      <a:pt x="39" y="15"/>
                      <a:pt x="39" y="15"/>
                    </a:cubicBezTo>
                    <a:cubicBezTo>
                      <a:pt x="39" y="14"/>
                      <a:pt x="39" y="14"/>
                      <a:pt x="39" y="14"/>
                    </a:cubicBezTo>
                    <a:cubicBezTo>
                      <a:pt x="39" y="14"/>
                      <a:pt x="39" y="14"/>
                      <a:pt x="38" y="14"/>
                    </a:cubicBezTo>
                    <a:cubicBezTo>
                      <a:pt x="38" y="15"/>
                      <a:pt x="38" y="15"/>
                      <a:pt x="38" y="15"/>
                    </a:cubicBezTo>
                    <a:cubicBezTo>
                      <a:pt x="37" y="14"/>
                      <a:pt x="37" y="14"/>
                      <a:pt x="37" y="14"/>
                    </a:cubicBezTo>
                    <a:cubicBezTo>
                      <a:pt x="40" y="13"/>
                      <a:pt x="40" y="13"/>
                      <a:pt x="40" y="13"/>
                    </a:cubicBezTo>
                    <a:cubicBezTo>
                      <a:pt x="51" y="21"/>
                      <a:pt x="51" y="21"/>
                      <a:pt x="51" y="21"/>
                    </a:cubicBezTo>
                    <a:close/>
                    <a:moveTo>
                      <a:pt x="70" y="17"/>
                    </a:moveTo>
                    <a:cubicBezTo>
                      <a:pt x="70" y="17"/>
                      <a:pt x="71" y="17"/>
                      <a:pt x="72" y="16"/>
                    </a:cubicBezTo>
                    <a:cubicBezTo>
                      <a:pt x="72" y="15"/>
                      <a:pt x="72" y="14"/>
                      <a:pt x="72" y="14"/>
                    </a:cubicBezTo>
                    <a:cubicBezTo>
                      <a:pt x="70" y="3"/>
                      <a:pt x="70" y="3"/>
                      <a:pt x="70" y="3"/>
                    </a:cubicBezTo>
                    <a:cubicBezTo>
                      <a:pt x="70" y="3"/>
                      <a:pt x="69" y="3"/>
                      <a:pt x="69" y="3"/>
                    </a:cubicBezTo>
                    <a:cubicBezTo>
                      <a:pt x="69" y="3"/>
                      <a:pt x="69" y="3"/>
                      <a:pt x="69" y="3"/>
                    </a:cubicBezTo>
                    <a:cubicBezTo>
                      <a:pt x="68" y="3"/>
                      <a:pt x="68" y="3"/>
                      <a:pt x="68" y="3"/>
                    </a:cubicBezTo>
                    <a:cubicBezTo>
                      <a:pt x="68" y="2"/>
                      <a:pt x="68" y="2"/>
                      <a:pt x="68" y="2"/>
                    </a:cubicBezTo>
                    <a:cubicBezTo>
                      <a:pt x="71" y="1"/>
                      <a:pt x="71" y="1"/>
                      <a:pt x="71" y="1"/>
                    </a:cubicBezTo>
                    <a:cubicBezTo>
                      <a:pt x="71" y="2"/>
                      <a:pt x="71" y="2"/>
                      <a:pt x="71" y="2"/>
                    </a:cubicBezTo>
                    <a:cubicBezTo>
                      <a:pt x="71" y="2"/>
                      <a:pt x="71" y="2"/>
                      <a:pt x="71" y="2"/>
                    </a:cubicBezTo>
                    <a:cubicBezTo>
                      <a:pt x="71" y="2"/>
                      <a:pt x="70" y="2"/>
                      <a:pt x="70" y="2"/>
                    </a:cubicBezTo>
                    <a:cubicBezTo>
                      <a:pt x="70" y="3"/>
                      <a:pt x="70" y="3"/>
                      <a:pt x="70" y="3"/>
                    </a:cubicBezTo>
                    <a:cubicBezTo>
                      <a:pt x="73" y="13"/>
                      <a:pt x="73" y="13"/>
                      <a:pt x="73" y="13"/>
                    </a:cubicBezTo>
                    <a:cubicBezTo>
                      <a:pt x="73" y="15"/>
                      <a:pt x="73" y="16"/>
                      <a:pt x="72" y="16"/>
                    </a:cubicBezTo>
                    <a:cubicBezTo>
                      <a:pt x="71" y="17"/>
                      <a:pt x="71" y="18"/>
                      <a:pt x="70" y="18"/>
                    </a:cubicBezTo>
                    <a:cubicBezTo>
                      <a:pt x="68" y="18"/>
                      <a:pt x="67" y="18"/>
                      <a:pt x="66" y="18"/>
                    </a:cubicBezTo>
                    <a:cubicBezTo>
                      <a:pt x="66" y="17"/>
                      <a:pt x="65" y="17"/>
                      <a:pt x="65" y="15"/>
                    </a:cubicBezTo>
                    <a:cubicBezTo>
                      <a:pt x="62" y="5"/>
                      <a:pt x="62" y="5"/>
                      <a:pt x="62" y="5"/>
                    </a:cubicBezTo>
                    <a:cubicBezTo>
                      <a:pt x="62" y="5"/>
                      <a:pt x="62" y="4"/>
                      <a:pt x="62" y="4"/>
                    </a:cubicBezTo>
                    <a:cubicBezTo>
                      <a:pt x="62" y="4"/>
                      <a:pt x="62" y="4"/>
                      <a:pt x="61" y="4"/>
                    </a:cubicBezTo>
                    <a:cubicBezTo>
                      <a:pt x="61" y="4"/>
                      <a:pt x="61" y="4"/>
                      <a:pt x="61" y="4"/>
                    </a:cubicBezTo>
                    <a:cubicBezTo>
                      <a:pt x="61" y="4"/>
                      <a:pt x="61" y="4"/>
                      <a:pt x="61" y="4"/>
                    </a:cubicBezTo>
                    <a:cubicBezTo>
                      <a:pt x="65" y="3"/>
                      <a:pt x="65" y="3"/>
                      <a:pt x="65" y="3"/>
                    </a:cubicBezTo>
                    <a:cubicBezTo>
                      <a:pt x="65" y="4"/>
                      <a:pt x="65" y="4"/>
                      <a:pt x="65" y="4"/>
                    </a:cubicBezTo>
                    <a:cubicBezTo>
                      <a:pt x="64" y="4"/>
                      <a:pt x="64" y="4"/>
                      <a:pt x="64" y="4"/>
                    </a:cubicBezTo>
                    <a:cubicBezTo>
                      <a:pt x="64" y="4"/>
                      <a:pt x="64" y="4"/>
                      <a:pt x="64" y="4"/>
                    </a:cubicBezTo>
                    <a:cubicBezTo>
                      <a:pt x="64" y="4"/>
                      <a:pt x="64" y="4"/>
                      <a:pt x="64" y="5"/>
                    </a:cubicBezTo>
                    <a:cubicBezTo>
                      <a:pt x="66" y="15"/>
                      <a:pt x="66" y="15"/>
                      <a:pt x="66" y="15"/>
                    </a:cubicBezTo>
                    <a:cubicBezTo>
                      <a:pt x="66" y="16"/>
                      <a:pt x="67" y="17"/>
                      <a:pt x="67" y="17"/>
                    </a:cubicBezTo>
                    <a:cubicBezTo>
                      <a:pt x="68" y="18"/>
                      <a:pt x="69" y="18"/>
                      <a:pt x="70" y="17"/>
                    </a:cubicBezTo>
                    <a:close/>
                    <a:moveTo>
                      <a:pt x="84" y="12"/>
                    </a:moveTo>
                    <a:cubicBezTo>
                      <a:pt x="84" y="12"/>
                      <a:pt x="84" y="12"/>
                      <a:pt x="84" y="12"/>
                    </a:cubicBezTo>
                    <a:cubicBezTo>
                      <a:pt x="84" y="1"/>
                      <a:pt x="84" y="1"/>
                      <a:pt x="84" y="1"/>
                    </a:cubicBezTo>
                    <a:cubicBezTo>
                      <a:pt x="84" y="1"/>
                      <a:pt x="84" y="1"/>
                      <a:pt x="83" y="1"/>
                    </a:cubicBezTo>
                    <a:cubicBezTo>
                      <a:pt x="83" y="1"/>
                      <a:pt x="83" y="1"/>
                      <a:pt x="83" y="1"/>
                    </a:cubicBezTo>
                    <a:cubicBezTo>
                      <a:pt x="82" y="1"/>
                      <a:pt x="82" y="1"/>
                      <a:pt x="82" y="1"/>
                    </a:cubicBezTo>
                    <a:cubicBezTo>
                      <a:pt x="82" y="0"/>
                      <a:pt x="82" y="0"/>
                      <a:pt x="82" y="0"/>
                    </a:cubicBezTo>
                    <a:cubicBezTo>
                      <a:pt x="86" y="0"/>
                      <a:pt x="86" y="0"/>
                      <a:pt x="86" y="0"/>
                    </a:cubicBezTo>
                    <a:cubicBezTo>
                      <a:pt x="86" y="1"/>
                      <a:pt x="86" y="1"/>
                      <a:pt x="86" y="1"/>
                    </a:cubicBezTo>
                    <a:cubicBezTo>
                      <a:pt x="85" y="1"/>
                      <a:pt x="85" y="1"/>
                      <a:pt x="85" y="1"/>
                    </a:cubicBezTo>
                    <a:cubicBezTo>
                      <a:pt x="85" y="1"/>
                      <a:pt x="85" y="1"/>
                      <a:pt x="84" y="1"/>
                    </a:cubicBezTo>
                    <a:cubicBezTo>
                      <a:pt x="84" y="1"/>
                      <a:pt x="84" y="1"/>
                      <a:pt x="84" y="1"/>
                    </a:cubicBezTo>
                    <a:cubicBezTo>
                      <a:pt x="85" y="16"/>
                      <a:pt x="85" y="16"/>
                      <a:pt x="85" y="16"/>
                    </a:cubicBezTo>
                    <a:cubicBezTo>
                      <a:pt x="85" y="16"/>
                      <a:pt x="85" y="16"/>
                      <a:pt x="85" y="16"/>
                    </a:cubicBezTo>
                    <a:cubicBezTo>
                      <a:pt x="85" y="16"/>
                      <a:pt x="85" y="16"/>
                      <a:pt x="85" y="16"/>
                    </a:cubicBezTo>
                    <a:cubicBezTo>
                      <a:pt x="77" y="3"/>
                      <a:pt x="77" y="3"/>
                      <a:pt x="77" y="3"/>
                    </a:cubicBezTo>
                    <a:cubicBezTo>
                      <a:pt x="77" y="3"/>
                      <a:pt x="77" y="3"/>
                      <a:pt x="77" y="3"/>
                    </a:cubicBezTo>
                    <a:cubicBezTo>
                      <a:pt x="77" y="15"/>
                      <a:pt x="77" y="15"/>
                      <a:pt x="77" y="15"/>
                    </a:cubicBezTo>
                    <a:cubicBezTo>
                      <a:pt x="77" y="15"/>
                      <a:pt x="78" y="15"/>
                      <a:pt x="78" y="16"/>
                    </a:cubicBezTo>
                    <a:cubicBezTo>
                      <a:pt x="78" y="16"/>
                      <a:pt x="78" y="16"/>
                      <a:pt x="78" y="16"/>
                    </a:cubicBezTo>
                    <a:cubicBezTo>
                      <a:pt x="79" y="16"/>
                      <a:pt x="79" y="16"/>
                      <a:pt x="79" y="16"/>
                    </a:cubicBezTo>
                    <a:cubicBezTo>
                      <a:pt x="79" y="16"/>
                      <a:pt x="79" y="16"/>
                      <a:pt x="79" y="16"/>
                    </a:cubicBezTo>
                    <a:cubicBezTo>
                      <a:pt x="75" y="16"/>
                      <a:pt x="75" y="16"/>
                      <a:pt x="75" y="16"/>
                    </a:cubicBezTo>
                    <a:cubicBezTo>
                      <a:pt x="75" y="16"/>
                      <a:pt x="75" y="16"/>
                      <a:pt x="75" y="16"/>
                    </a:cubicBezTo>
                    <a:cubicBezTo>
                      <a:pt x="76" y="16"/>
                      <a:pt x="76" y="16"/>
                      <a:pt x="76" y="16"/>
                    </a:cubicBezTo>
                    <a:cubicBezTo>
                      <a:pt x="76" y="16"/>
                      <a:pt x="77" y="16"/>
                      <a:pt x="77" y="16"/>
                    </a:cubicBezTo>
                    <a:cubicBezTo>
                      <a:pt x="77" y="15"/>
                      <a:pt x="77" y="15"/>
                      <a:pt x="77" y="15"/>
                    </a:cubicBezTo>
                    <a:cubicBezTo>
                      <a:pt x="76" y="2"/>
                      <a:pt x="76" y="2"/>
                      <a:pt x="76" y="2"/>
                    </a:cubicBezTo>
                    <a:cubicBezTo>
                      <a:pt x="76" y="2"/>
                      <a:pt x="76" y="2"/>
                      <a:pt x="76" y="1"/>
                    </a:cubicBezTo>
                    <a:cubicBezTo>
                      <a:pt x="76" y="1"/>
                      <a:pt x="75" y="1"/>
                      <a:pt x="75" y="1"/>
                    </a:cubicBezTo>
                    <a:cubicBezTo>
                      <a:pt x="74" y="1"/>
                      <a:pt x="74" y="1"/>
                      <a:pt x="74" y="1"/>
                    </a:cubicBezTo>
                    <a:cubicBezTo>
                      <a:pt x="74" y="1"/>
                      <a:pt x="74" y="1"/>
                      <a:pt x="74" y="1"/>
                    </a:cubicBezTo>
                    <a:cubicBezTo>
                      <a:pt x="77" y="1"/>
                      <a:pt x="77" y="1"/>
                      <a:pt x="77" y="1"/>
                    </a:cubicBezTo>
                    <a:cubicBezTo>
                      <a:pt x="84" y="12"/>
                      <a:pt x="84" y="12"/>
                      <a:pt x="84" y="12"/>
                    </a:cubicBezTo>
                    <a:close/>
                    <a:moveTo>
                      <a:pt x="90" y="1"/>
                    </a:moveTo>
                    <a:cubicBezTo>
                      <a:pt x="90" y="0"/>
                      <a:pt x="90" y="0"/>
                      <a:pt x="90" y="0"/>
                    </a:cubicBezTo>
                    <a:cubicBezTo>
                      <a:pt x="98" y="1"/>
                      <a:pt x="98" y="1"/>
                      <a:pt x="98" y="1"/>
                    </a:cubicBezTo>
                    <a:cubicBezTo>
                      <a:pt x="98" y="1"/>
                      <a:pt x="98" y="1"/>
                      <a:pt x="98" y="1"/>
                    </a:cubicBezTo>
                    <a:cubicBezTo>
                      <a:pt x="96" y="1"/>
                      <a:pt x="96" y="1"/>
                      <a:pt x="96" y="1"/>
                    </a:cubicBezTo>
                    <a:cubicBezTo>
                      <a:pt x="95" y="1"/>
                      <a:pt x="95" y="1"/>
                      <a:pt x="95" y="1"/>
                    </a:cubicBezTo>
                    <a:cubicBezTo>
                      <a:pt x="95" y="1"/>
                      <a:pt x="95" y="1"/>
                      <a:pt x="95" y="2"/>
                    </a:cubicBezTo>
                    <a:cubicBezTo>
                      <a:pt x="94" y="15"/>
                      <a:pt x="94" y="15"/>
                      <a:pt x="94" y="15"/>
                    </a:cubicBezTo>
                    <a:cubicBezTo>
                      <a:pt x="94" y="15"/>
                      <a:pt x="94" y="15"/>
                      <a:pt x="94" y="15"/>
                    </a:cubicBezTo>
                    <a:cubicBezTo>
                      <a:pt x="94" y="15"/>
                      <a:pt x="94" y="15"/>
                      <a:pt x="95" y="15"/>
                    </a:cubicBezTo>
                    <a:cubicBezTo>
                      <a:pt x="97" y="16"/>
                      <a:pt x="97" y="16"/>
                      <a:pt x="97" y="16"/>
                    </a:cubicBezTo>
                    <a:cubicBezTo>
                      <a:pt x="97" y="16"/>
                      <a:pt x="97" y="16"/>
                      <a:pt x="97" y="16"/>
                    </a:cubicBezTo>
                    <a:cubicBezTo>
                      <a:pt x="89" y="16"/>
                      <a:pt x="89" y="16"/>
                      <a:pt x="89" y="16"/>
                    </a:cubicBezTo>
                    <a:cubicBezTo>
                      <a:pt x="89" y="15"/>
                      <a:pt x="89" y="15"/>
                      <a:pt x="89" y="15"/>
                    </a:cubicBezTo>
                    <a:cubicBezTo>
                      <a:pt x="91" y="15"/>
                      <a:pt x="91" y="15"/>
                      <a:pt x="91" y="15"/>
                    </a:cubicBezTo>
                    <a:cubicBezTo>
                      <a:pt x="92" y="15"/>
                      <a:pt x="92" y="15"/>
                      <a:pt x="92" y="15"/>
                    </a:cubicBezTo>
                    <a:cubicBezTo>
                      <a:pt x="92" y="15"/>
                      <a:pt x="92" y="15"/>
                      <a:pt x="92" y="15"/>
                    </a:cubicBezTo>
                    <a:cubicBezTo>
                      <a:pt x="93" y="2"/>
                      <a:pt x="93" y="2"/>
                      <a:pt x="93" y="2"/>
                    </a:cubicBezTo>
                    <a:cubicBezTo>
                      <a:pt x="93" y="1"/>
                      <a:pt x="93" y="1"/>
                      <a:pt x="93" y="1"/>
                    </a:cubicBezTo>
                    <a:cubicBezTo>
                      <a:pt x="93" y="1"/>
                      <a:pt x="93" y="1"/>
                      <a:pt x="92" y="1"/>
                    </a:cubicBezTo>
                    <a:cubicBezTo>
                      <a:pt x="90" y="1"/>
                      <a:pt x="90" y="1"/>
                      <a:pt x="90" y="1"/>
                    </a:cubicBezTo>
                    <a:close/>
                    <a:moveTo>
                      <a:pt x="109" y="3"/>
                    </a:moveTo>
                    <a:cubicBezTo>
                      <a:pt x="109" y="2"/>
                      <a:pt x="109" y="2"/>
                      <a:pt x="109" y="2"/>
                    </a:cubicBezTo>
                    <a:cubicBezTo>
                      <a:pt x="113" y="3"/>
                      <a:pt x="113" y="3"/>
                      <a:pt x="113" y="3"/>
                    </a:cubicBezTo>
                    <a:cubicBezTo>
                      <a:pt x="113" y="3"/>
                      <a:pt x="113" y="3"/>
                      <a:pt x="113" y="3"/>
                    </a:cubicBezTo>
                    <a:cubicBezTo>
                      <a:pt x="112" y="3"/>
                      <a:pt x="112" y="3"/>
                      <a:pt x="112" y="3"/>
                    </a:cubicBezTo>
                    <a:cubicBezTo>
                      <a:pt x="112" y="3"/>
                      <a:pt x="112" y="3"/>
                      <a:pt x="111" y="4"/>
                    </a:cubicBezTo>
                    <a:cubicBezTo>
                      <a:pt x="111" y="4"/>
                      <a:pt x="111" y="4"/>
                      <a:pt x="111" y="4"/>
                    </a:cubicBezTo>
                    <a:cubicBezTo>
                      <a:pt x="105" y="17"/>
                      <a:pt x="105" y="17"/>
                      <a:pt x="105" y="17"/>
                    </a:cubicBezTo>
                    <a:cubicBezTo>
                      <a:pt x="104" y="17"/>
                      <a:pt x="104" y="17"/>
                      <a:pt x="104" y="17"/>
                    </a:cubicBezTo>
                    <a:cubicBezTo>
                      <a:pt x="103" y="3"/>
                      <a:pt x="103" y="3"/>
                      <a:pt x="103" y="3"/>
                    </a:cubicBezTo>
                    <a:cubicBezTo>
                      <a:pt x="103" y="3"/>
                      <a:pt x="103" y="2"/>
                      <a:pt x="103" y="2"/>
                    </a:cubicBezTo>
                    <a:cubicBezTo>
                      <a:pt x="103" y="2"/>
                      <a:pt x="103" y="2"/>
                      <a:pt x="102" y="2"/>
                    </a:cubicBezTo>
                    <a:cubicBezTo>
                      <a:pt x="102" y="2"/>
                      <a:pt x="102" y="2"/>
                      <a:pt x="102" y="2"/>
                    </a:cubicBezTo>
                    <a:cubicBezTo>
                      <a:pt x="102" y="1"/>
                      <a:pt x="102" y="1"/>
                      <a:pt x="102" y="1"/>
                    </a:cubicBezTo>
                    <a:cubicBezTo>
                      <a:pt x="106" y="2"/>
                      <a:pt x="106" y="2"/>
                      <a:pt x="106" y="2"/>
                    </a:cubicBezTo>
                    <a:cubicBezTo>
                      <a:pt x="106" y="2"/>
                      <a:pt x="106" y="2"/>
                      <a:pt x="106" y="2"/>
                    </a:cubicBezTo>
                    <a:cubicBezTo>
                      <a:pt x="105" y="2"/>
                      <a:pt x="105" y="2"/>
                      <a:pt x="105" y="2"/>
                    </a:cubicBezTo>
                    <a:cubicBezTo>
                      <a:pt x="105" y="2"/>
                      <a:pt x="105" y="2"/>
                      <a:pt x="105" y="2"/>
                    </a:cubicBezTo>
                    <a:cubicBezTo>
                      <a:pt x="105" y="3"/>
                      <a:pt x="105" y="3"/>
                      <a:pt x="105" y="3"/>
                    </a:cubicBezTo>
                    <a:cubicBezTo>
                      <a:pt x="105" y="14"/>
                      <a:pt x="105" y="14"/>
                      <a:pt x="105" y="14"/>
                    </a:cubicBezTo>
                    <a:cubicBezTo>
                      <a:pt x="106" y="14"/>
                      <a:pt x="106" y="14"/>
                      <a:pt x="106" y="14"/>
                    </a:cubicBezTo>
                    <a:cubicBezTo>
                      <a:pt x="110" y="4"/>
                      <a:pt x="110" y="4"/>
                      <a:pt x="110" y="4"/>
                    </a:cubicBezTo>
                    <a:cubicBezTo>
                      <a:pt x="110" y="4"/>
                      <a:pt x="110" y="4"/>
                      <a:pt x="110" y="3"/>
                    </a:cubicBezTo>
                    <a:cubicBezTo>
                      <a:pt x="110" y="3"/>
                      <a:pt x="110" y="3"/>
                      <a:pt x="110" y="3"/>
                    </a:cubicBezTo>
                    <a:cubicBezTo>
                      <a:pt x="109" y="3"/>
                      <a:pt x="109" y="3"/>
                      <a:pt x="109" y="3"/>
                    </a:cubicBezTo>
                    <a:close/>
                    <a:moveTo>
                      <a:pt x="116" y="5"/>
                    </a:moveTo>
                    <a:cubicBezTo>
                      <a:pt x="116" y="5"/>
                      <a:pt x="116" y="5"/>
                      <a:pt x="116" y="5"/>
                    </a:cubicBezTo>
                    <a:cubicBezTo>
                      <a:pt x="117" y="5"/>
                      <a:pt x="117" y="5"/>
                      <a:pt x="117" y="5"/>
                    </a:cubicBezTo>
                    <a:cubicBezTo>
                      <a:pt x="117" y="5"/>
                      <a:pt x="117" y="6"/>
                      <a:pt x="117" y="6"/>
                    </a:cubicBezTo>
                    <a:cubicBezTo>
                      <a:pt x="113" y="18"/>
                      <a:pt x="113" y="18"/>
                      <a:pt x="113" y="18"/>
                    </a:cubicBezTo>
                    <a:cubicBezTo>
                      <a:pt x="113" y="18"/>
                      <a:pt x="113" y="19"/>
                      <a:pt x="113" y="19"/>
                    </a:cubicBezTo>
                    <a:cubicBezTo>
                      <a:pt x="112" y="19"/>
                      <a:pt x="112" y="19"/>
                      <a:pt x="112" y="19"/>
                    </a:cubicBezTo>
                    <a:cubicBezTo>
                      <a:pt x="111" y="18"/>
                      <a:pt x="111" y="18"/>
                      <a:pt x="111" y="18"/>
                    </a:cubicBezTo>
                    <a:cubicBezTo>
                      <a:pt x="111" y="19"/>
                      <a:pt x="111" y="19"/>
                      <a:pt x="111" y="19"/>
                    </a:cubicBezTo>
                    <a:cubicBezTo>
                      <a:pt x="120" y="22"/>
                      <a:pt x="120" y="22"/>
                      <a:pt x="120" y="22"/>
                    </a:cubicBezTo>
                    <a:cubicBezTo>
                      <a:pt x="122" y="19"/>
                      <a:pt x="122" y="19"/>
                      <a:pt x="122" y="19"/>
                    </a:cubicBezTo>
                    <a:cubicBezTo>
                      <a:pt x="122" y="18"/>
                      <a:pt x="122" y="18"/>
                      <a:pt x="122" y="18"/>
                    </a:cubicBezTo>
                    <a:cubicBezTo>
                      <a:pt x="121" y="19"/>
                      <a:pt x="120" y="20"/>
                      <a:pt x="120" y="20"/>
                    </a:cubicBezTo>
                    <a:cubicBezTo>
                      <a:pt x="119" y="21"/>
                      <a:pt x="118" y="21"/>
                      <a:pt x="117" y="20"/>
                    </a:cubicBezTo>
                    <a:cubicBezTo>
                      <a:pt x="115" y="20"/>
                      <a:pt x="115" y="20"/>
                      <a:pt x="115" y="20"/>
                    </a:cubicBezTo>
                    <a:cubicBezTo>
                      <a:pt x="115" y="20"/>
                      <a:pt x="114" y="19"/>
                      <a:pt x="114" y="19"/>
                    </a:cubicBezTo>
                    <a:cubicBezTo>
                      <a:pt x="114" y="19"/>
                      <a:pt x="114" y="19"/>
                      <a:pt x="114" y="19"/>
                    </a:cubicBezTo>
                    <a:cubicBezTo>
                      <a:pt x="116" y="12"/>
                      <a:pt x="116" y="12"/>
                      <a:pt x="116" y="12"/>
                    </a:cubicBezTo>
                    <a:cubicBezTo>
                      <a:pt x="119" y="13"/>
                      <a:pt x="119" y="13"/>
                      <a:pt x="119" y="13"/>
                    </a:cubicBezTo>
                    <a:cubicBezTo>
                      <a:pt x="120" y="13"/>
                      <a:pt x="120" y="13"/>
                      <a:pt x="120" y="14"/>
                    </a:cubicBezTo>
                    <a:cubicBezTo>
                      <a:pt x="120" y="14"/>
                      <a:pt x="120" y="15"/>
                      <a:pt x="120" y="15"/>
                    </a:cubicBezTo>
                    <a:cubicBezTo>
                      <a:pt x="120" y="16"/>
                      <a:pt x="120" y="16"/>
                      <a:pt x="120" y="16"/>
                    </a:cubicBezTo>
                    <a:cubicBezTo>
                      <a:pt x="120" y="16"/>
                      <a:pt x="120" y="16"/>
                      <a:pt x="120" y="16"/>
                    </a:cubicBezTo>
                    <a:cubicBezTo>
                      <a:pt x="122" y="11"/>
                      <a:pt x="122" y="11"/>
                      <a:pt x="122" y="11"/>
                    </a:cubicBezTo>
                    <a:cubicBezTo>
                      <a:pt x="122" y="11"/>
                      <a:pt x="122" y="11"/>
                      <a:pt x="122" y="11"/>
                    </a:cubicBezTo>
                    <a:cubicBezTo>
                      <a:pt x="121" y="11"/>
                      <a:pt x="121" y="11"/>
                      <a:pt x="121" y="11"/>
                    </a:cubicBezTo>
                    <a:cubicBezTo>
                      <a:pt x="121" y="12"/>
                      <a:pt x="121" y="12"/>
                      <a:pt x="121" y="12"/>
                    </a:cubicBezTo>
                    <a:cubicBezTo>
                      <a:pt x="120" y="13"/>
                      <a:pt x="120" y="13"/>
                      <a:pt x="119" y="12"/>
                    </a:cubicBezTo>
                    <a:cubicBezTo>
                      <a:pt x="117" y="12"/>
                      <a:pt x="117" y="12"/>
                      <a:pt x="117" y="12"/>
                    </a:cubicBezTo>
                    <a:cubicBezTo>
                      <a:pt x="118" y="6"/>
                      <a:pt x="118" y="6"/>
                      <a:pt x="118" y="6"/>
                    </a:cubicBezTo>
                    <a:cubicBezTo>
                      <a:pt x="118" y="6"/>
                      <a:pt x="119" y="6"/>
                      <a:pt x="119" y="6"/>
                    </a:cubicBezTo>
                    <a:cubicBezTo>
                      <a:pt x="119" y="6"/>
                      <a:pt x="119" y="6"/>
                      <a:pt x="119" y="6"/>
                    </a:cubicBezTo>
                    <a:cubicBezTo>
                      <a:pt x="122" y="7"/>
                      <a:pt x="122" y="7"/>
                      <a:pt x="122" y="7"/>
                    </a:cubicBezTo>
                    <a:cubicBezTo>
                      <a:pt x="122" y="7"/>
                      <a:pt x="123" y="7"/>
                      <a:pt x="123" y="8"/>
                    </a:cubicBezTo>
                    <a:cubicBezTo>
                      <a:pt x="124" y="8"/>
                      <a:pt x="124" y="9"/>
                      <a:pt x="124" y="10"/>
                    </a:cubicBezTo>
                    <a:cubicBezTo>
                      <a:pt x="125" y="10"/>
                      <a:pt x="125" y="10"/>
                      <a:pt x="125" y="10"/>
                    </a:cubicBezTo>
                    <a:cubicBezTo>
                      <a:pt x="125" y="7"/>
                      <a:pt x="125" y="7"/>
                      <a:pt x="125" y="7"/>
                    </a:cubicBezTo>
                    <a:cubicBezTo>
                      <a:pt x="116" y="4"/>
                      <a:pt x="116" y="4"/>
                      <a:pt x="116" y="4"/>
                    </a:cubicBezTo>
                    <a:cubicBezTo>
                      <a:pt x="116" y="5"/>
                      <a:pt x="116" y="5"/>
                      <a:pt x="116" y="5"/>
                    </a:cubicBezTo>
                    <a:close/>
                    <a:moveTo>
                      <a:pt x="136" y="17"/>
                    </a:moveTo>
                    <a:cubicBezTo>
                      <a:pt x="136" y="18"/>
                      <a:pt x="135" y="19"/>
                      <a:pt x="134" y="19"/>
                    </a:cubicBezTo>
                    <a:cubicBezTo>
                      <a:pt x="133" y="19"/>
                      <a:pt x="133" y="19"/>
                      <a:pt x="132" y="19"/>
                    </a:cubicBezTo>
                    <a:cubicBezTo>
                      <a:pt x="131" y="26"/>
                      <a:pt x="131" y="26"/>
                      <a:pt x="131" y="26"/>
                    </a:cubicBezTo>
                    <a:cubicBezTo>
                      <a:pt x="131" y="26"/>
                      <a:pt x="131" y="27"/>
                      <a:pt x="131" y="27"/>
                    </a:cubicBezTo>
                    <a:cubicBezTo>
                      <a:pt x="131" y="27"/>
                      <a:pt x="131" y="27"/>
                      <a:pt x="132" y="27"/>
                    </a:cubicBezTo>
                    <a:cubicBezTo>
                      <a:pt x="132" y="27"/>
                      <a:pt x="132" y="27"/>
                      <a:pt x="132" y="27"/>
                    </a:cubicBezTo>
                    <a:cubicBezTo>
                      <a:pt x="132" y="28"/>
                      <a:pt x="132" y="28"/>
                      <a:pt x="132" y="28"/>
                    </a:cubicBezTo>
                    <a:cubicBezTo>
                      <a:pt x="130" y="27"/>
                      <a:pt x="130" y="27"/>
                      <a:pt x="130" y="27"/>
                    </a:cubicBezTo>
                    <a:cubicBezTo>
                      <a:pt x="130" y="18"/>
                      <a:pt x="130" y="18"/>
                      <a:pt x="130" y="18"/>
                    </a:cubicBezTo>
                    <a:cubicBezTo>
                      <a:pt x="129" y="17"/>
                      <a:pt x="129" y="17"/>
                      <a:pt x="129" y="17"/>
                    </a:cubicBezTo>
                    <a:cubicBezTo>
                      <a:pt x="126" y="23"/>
                      <a:pt x="126" y="23"/>
                      <a:pt x="126" y="23"/>
                    </a:cubicBezTo>
                    <a:cubicBezTo>
                      <a:pt x="125" y="24"/>
                      <a:pt x="125" y="24"/>
                      <a:pt x="126" y="24"/>
                    </a:cubicBezTo>
                    <a:cubicBezTo>
                      <a:pt x="126" y="24"/>
                      <a:pt x="126" y="24"/>
                      <a:pt x="126" y="24"/>
                    </a:cubicBezTo>
                    <a:cubicBezTo>
                      <a:pt x="126" y="25"/>
                      <a:pt x="126" y="25"/>
                      <a:pt x="126" y="25"/>
                    </a:cubicBezTo>
                    <a:cubicBezTo>
                      <a:pt x="126" y="25"/>
                      <a:pt x="126" y="25"/>
                      <a:pt x="126" y="25"/>
                    </a:cubicBezTo>
                    <a:cubicBezTo>
                      <a:pt x="122" y="23"/>
                      <a:pt x="122" y="23"/>
                      <a:pt x="122" y="23"/>
                    </a:cubicBezTo>
                    <a:cubicBezTo>
                      <a:pt x="123" y="23"/>
                      <a:pt x="123" y="23"/>
                      <a:pt x="123" y="23"/>
                    </a:cubicBezTo>
                    <a:cubicBezTo>
                      <a:pt x="123" y="23"/>
                      <a:pt x="123" y="23"/>
                      <a:pt x="123" y="23"/>
                    </a:cubicBezTo>
                    <a:cubicBezTo>
                      <a:pt x="123" y="23"/>
                      <a:pt x="124" y="23"/>
                      <a:pt x="124" y="23"/>
                    </a:cubicBezTo>
                    <a:cubicBezTo>
                      <a:pt x="124" y="23"/>
                      <a:pt x="124" y="23"/>
                      <a:pt x="124" y="23"/>
                    </a:cubicBezTo>
                    <a:cubicBezTo>
                      <a:pt x="130" y="11"/>
                      <a:pt x="130" y="11"/>
                      <a:pt x="130" y="11"/>
                    </a:cubicBezTo>
                    <a:cubicBezTo>
                      <a:pt x="130" y="11"/>
                      <a:pt x="130" y="11"/>
                      <a:pt x="130" y="10"/>
                    </a:cubicBezTo>
                    <a:cubicBezTo>
                      <a:pt x="130" y="10"/>
                      <a:pt x="130" y="10"/>
                      <a:pt x="130" y="10"/>
                    </a:cubicBezTo>
                    <a:cubicBezTo>
                      <a:pt x="129" y="10"/>
                      <a:pt x="129" y="10"/>
                      <a:pt x="129" y="10"/>
                    </a:cubicBezTo>
                    <a:cubicBezTo>
                      <a:pt x="130" y="9"/>
                      <a:pt x="130" y="9"/>
                      <a:pt x="130" y="9"/>
                    </a:cubicBezTo>
                    <a:cubicBezTo>
                      <a:pt x="134" y="12"/>
                      <a:pt x="134" y="12"/>
                      <a:pt x="134" y="12"/>
                    </a:cubicBezTo>
                    <a:cubicBezTo>
                      <a:pt x="135" y="12"/>
                      <a:pt x="136" y="13"/>
                      <a:pt x="137" y="14"/>
                    </a:cubicBezTo>
                    <a:cubicBezTo>
                      <a:pt x="137" y="15"/>
                      <a:pt x="137" y="16"/>
                      <a:pt x="136" y="17"/>
                    </a:cubicBezTo>
                    <a:close/>
                    <a:moveTo>
                      <a:pt x="129" y="17"/>
                    </a:moveTo>
                    <a:cubicBezTo>
                      <a:pt x="131" y="18"/>
                      <a:pt x="131" y="18"/>
                      <a:pt x="131" y="18"/>
                    </a:cubicBezTo>
                    <a:cubicBezTo>
                      <a:pt x="131" y="18"/>
                      <a:pt x="132" y="18"/>
                      <a:pt x="133" y="18"/>
                    </a:cubicBezTo>
                    <a:cubicBezTo>
                      <a:pt x="134" y="18"/>
                      <a:pt x="134" y="17"/>
                      <a:pt x="135" y="16"/>
                    </a:cubicBezTo>
                    <a:cubicBezTo>
                      <a:pt x="135" y="15"/>
                      <a:pt x="136" y="15"/>
                      <a:pt x="135" y="14"/>
                    </a:cubicBezTo>
                    <a:cubicBezTo>
                      <a:pt x="135" y="13"/>
                      <a:pt x="135" y="12"/>
                      <a:pt x="133" y="12"/>
                    </a:cubicBezTo>
                    <a:cubicBezTo>
                      <a:pt x="133" y="11"/>
                      <a:pt x="133" y="11"/>
                      <a:pt x="133" y="11"/>
                    </a:cubicBezTo>
                    <a:cubicBezTo>
                      <a:pt x="132" y="11"/>
                      <a:pt x="132" y="11"/>
                      <a:pt x="132" y="11"/>
                    </a:cubicBezTo>
                    <a:cubicBezTo>
                      <a:pt x="132" y="11"/>
                      <a:pt x="132" y="11"/>
                      <a:pt x="132" y="12"/>
                    </a:cubicBezTo>
                    <a:cubicBezTo>
                      <a:pt x="129" y="17"/>
                      <a:pt x="129" y="17"/>
                      <a:pt x="129" y="17"/>
                    </a:cubicBezTo>
                    <a:close/>
                    <a:moveTo>
                      <a:pt x="141" y="25"/>
                    </a:moveTo>
                    <a:cubicBezTo>
                      <a:pt x="142" y="27"/>
                      <a:pt x="142" y="28"/>
                      <a:pt x="142" y="28"/>
                    </a:cubicBezTo>
                    <a:cubicBezTo>
                      <a:pt x="142" y="29"/>
                      <a:pt x="142" y="30"/>
                      <a:pt x="142" y="30"/>
                    </a:cubicBezTo>
                    <a:cubicBezTo>
                      <a:pt x="141" y="31"/>
                      <a:pt x="141" y="32"/>
                      <a:pt x="140" y="32"/>
                    </a:cubicBezTo>
                    <a:cubicBezTo>
                      <a:pt x="139" y="32"/>
                      <a:pt x="138" y="32"/>
                      <a:pt x="137" y="32"/>
                    </a:cubicBezTo>
                    <a:cubicBezTo>
                      <a:pt x="137" y="31"/>
                      <a:pt x="136" y="30"/>
                      <a:pt x="136" y="29"/>
                    </a:cubicBezTo>
                    <a:cubicBezTo>
                      <a:pt x="135" y="28"/>
                      <a:pt x="136" y="27"/>
                      <a:pt x="136" y="26"/>
                    </a:cubicBezTo>
                    <a:cubicBezTo>
                      <a:pt x="136" y="26"/>
                      <a:pt x="136" y="26"/>
                      <a:pt x="136" y="26"/>
                    </a:cubicBezTo>
                    <a:cubicBezTo>
                      <a:pt x="134" y="30"/>
                      <a:pt x="134" y="30"/>
                      <a:pt x="134" y="30"/>
                    </a:cubicBezTo>
                    <a:cubicBezTo>
                      <a:pt x="134" y="30"/>
                      <a:pt x="134" y="30"/>
                      <a:pt x="134" y="30"/>
                    </a:cubicBezTo>
                    <a:cubicBezTo>
                      <a:pt x="135" y="30"/>
                      <a:pt x="135" y="30"/>
                      <a:pt x="135" y="30"/>
                    </a:cubicBezTo>
                    <a:cubicBezTo>
                      <a:pt x="135" y="30"/>
                      <a:pt x="135" y="30"/>
                      <a:pt x="136" y="31"/>
                    </a:cubicBezTo>
                    <a:cubicBezTo>
                      <a:pt x="136" y="31"/>
                      <a:pt x="136" y="32"/>
                      <a:pt x="137" y="32"/>
                    </a:cubicBezTo>
                    <a:cubicBezTo>
                      <a:pt x="138" y="33"/>
                      <a:pt x="139" y="33"/>
                      <a:pt x="140" y="33"/>
                    </a:cubicBezTo>
                    <a:cubicBezTo>
                      <a:pt x="142" y="33"/>
                      <a:pt x="142" y="32"/>
                      <a:pt x="143" y="31"/>
                    </a:cubicBezTo>
                    <a:cubicBezTo>
                      <a:pt x="144" y="30"/>
                      <a:pt x="144" y="29"/>
                      <a:pt x="144" y="28"/>
                    </a:cubicBezTo>
                    <a:cubicBezTo>
                      <a:pt x="144" y="27"/>
                      <a:pt x="143" y="26"/>
                      <a:pt x="142" y="25"/>
                    </a:cubicBezTo>
                    <a:cubicBezTo>
                      <a:pt x="141" y="23"/>
                      <a:pt x="141" y="22"/>
                      <a:pt x="141" y="22"/>
                    </a:cubicBezTo>
                    <a:cubicBezTo>
                      <a:pt x="141" y="21"/>
                      <a:pt x="141" y="20"/>
                      <a:pt x="141" y="20"/>
                    </a:cubicBezTo>
                    <a:cubicBezTo>
                      <a:pt x="142" y="19"/>
                      <a:pt x="142" y="19"/>
                      <a:pt x="143" y="19"/>
                    </a:cubicBezTo>
                    <a:cubicBezTo>
                      <a:pt x="144" y="18"/>
                      <a:pt x="144" y="18"/>
                      <a:pt x="145" y="19"/>
                    </a:cubicBezTo>
                    <a:cubicBezTo>
                      <a:pt x="146" y="20"/>
                      <a:pt x="147" y="20"/>
                      <a:pt x="147" y="21"/>
                    </a:cubicBezTo>
                    <a:cubicBezTo>
                      <a:pt x="147" y="22"/>
                      <a:pt x="147" y="23"/>
                      <a:pt x="147" y="24"/>
                    </a:cubicBezTo>
                    <a:cubicBezTo>
                      <a:pt x="147" y="24"/>
                      <a:pt x="147" y="24"/>
                      <a:pt x="147" y="24"/>
                    </a:cubicBezTo>
                    <a:cubicBezTo>
                      <a:pt x="149" y="21"/>
                      <a:pt x="149" y="21"/>
                      <a:pt x="149" y="21"/>
                    </a:cubicBezTo>
                    <a:cubicBezTo>
                      <a:pt x="149" y="21"/>
                      <a:pt x="149" y="21"/>
                      <a:pt x="148" y="21"/>
                    </a:cubicBezTo>
                    <a:cubicBezTo>
                      <a:pt x="148" y="21"/>
                      <a:pt x="148" y="21"/>
                      <a:pt x="148" y="21"/>
                    </a:cubicBezTo>
                    <a:cubicBezTo>
                      <a:pt x="148" y="21"/>
                      <a:pt x="147" y="20"/>
                      <a:pt x="147" y="20"/>
                    </a:cubicBezTo>
                    <a:cubicBezTo>
                      <a:pt x="147" y="19"/>
                      <a:pt x="146" y="19"/>
                      <a:pt x="146" y="19"/>
                    </a:cubicBezTo>
                    <a:cubicBezTo>
                      <a:pt x="145" y="18"/>
                      <a:pt x="144" y="18"/>
                      <a:pt x="143" y="18"/>
                    </a:cubicBezTo>
                    <a:cubicBezTo>
                      <a:pt x="141" y="18"/>
                      <a:pt x="141" y="19"/>
                      <a:pt x="140" y="19"/>
                    </a:cubicBezTo>
                    <a:cubicBezTo>
                      <a:pt x="139" y="20"/>
                      <a:pt x="139" y="21"/>
                      <a:pt x="139" y="22"/>
                    </a:cubicBezTo>
                    <a:cubicBezTo>
                      <a:pt x="140" y="23"/>
                      <a:pt x="140" y="24"/>
                      <a:pt x="141" y="25"/>
                    </a:cubicBezTo>
                    <a:close/>
                    <a:moveTo>
                      <a:pt x="154" y="26"/>
                    </a:moveTo>
                    <a:cubicBezTo>
                      <a:pt x="154" y="26"/>
                      <a:pt x="154" y="26"/>
                      <a:pt x="154" y="26"/>
                    </a:cubicBezTo>
                    <a:cubicBezTo>
                      <a:pt x="159" y="31"/>
                      <a:pt x="159" y="31"/>
                      <a:pt x="159" y="31"/>
                    </a:cubicBezTo>
                    <a:cubicBezTo>
                      <a:pt x="159" y="31"/>
                      <a:pt x="159" y="31"/>
                      <a:pt x="159" y="31"/>
                    </a:cubicBezTo>
                    <a:cubicBezTo>
                      <a:pt x="158" y="30"/>
                      <a:pt x="158" y="30"/>
                      <a:pt x="158" y="30"/>
                    </a:cubicBezTo>
                    <a:cubicBezTo>
                      <a:pt x="157" y="29"/>
                      <a:pt x="157" y="29"/>
                      <a:pt x="157" y="29"/>
                    </a:cubicBezTo>
                    <a:cubicBezTo>
                      <a:pt x="157" y="29"/>
                      <a:pt x="157" y="29"/>
                      <a:pt x="156" y="30"/>
                    </a:cubicBezTo>
                    <a:cubicBezTo>
                      <a:pt x="147" y="39"/>
                      <a:pt x="147" y="39"/>
                      <a:pt x="147" y="39"/>
                    </a:cubicBezTo>
                    <a:cubicBezTo>
                      <a:pt x="147" y="39"/>
                      <a:pt x="147" y="39"/>
                      <a:pt x="147" y="40"/>
                    </a:cubicBezTo>
                    <a:cubicBezTo>
                      <a:pt x="147" y="40"/>
                      <a:pt x="147" y="40"/>
                      <a:pt x="148" y="40"/>
                    </a:cubicBezTo>
                    <a:cubicBezTo>
                      <a:pt x="149" y="42"/>
                      <a:pt x="149" y="42"/>
                      <a:pt x="149" y="42"/>
                    </a:cubicBezTo>
                    <a:cubicBezTo>
                      <a:pt x="149" y="42"/>
                      <a:pt x="149" y="42"/>
                      <a:pt x="149" y="42"/>
                    </a:cubicBezTo>
                    <a:cubicBezTo>
                      <a:pt x="143" y="37"/>
                      <a:pt x="143" y="37"/>
                      <a:pt x="143" y="37"/>
                    </a:cubicBezTo>
                    <a:cubicBezTo>
                      <a:pt x="144" y="37"/>
                      <a:pt x="144" y="37"/>
                      <a:pt x="144" y="37"/>
                    </a:cubicBezTo>
                    <a:cubicBezTo>
                      <a:pt x="145" y="38"/>
                      <a:pt x="145" y="38"/>
                      <a:pt x="145" y="38"/>
                    </a:cubicBezTo>
                    <a:cubicBezTo>
                      <a:pt x="146" y="38"/>
                      <a:pt x="146" y="38"/>
                      <a:pt x="146" y="38"/>
                    </a:cubicBezTo>
                    <a:cubicBezTo>
                      <a:pt x="146" y="38"/>
                      <a:pt x="146" y="38"/>
                      <a:pt x="146" y="38"/>
                    </a:cubicBezTo>
                    <a:cubicBezTo>
                      <a:pt x="155" y="29"/>
                      <a:pt x="155" y="29"/>
                      <a:pt x="155" y="29"/>
                    </a:cubicBezTo>
                    <a:cubicBezTo>
                      <a:pt x="155" y="28"/>
                      <a:pt x="156" y="28"/>
                      <a:pt x="156" y="28"/>
                    </a:cubicBezTo>
                    <a:cubicBezTo>
                      <a:pt x="156" y="28"/>
                      <a:pt x="155" y="28"/>
                      <a:pt x="155" y="27"/>
                    </a:cubicBezTo>
                    <a:cubicBezTo>
                      <a:pt x="154" y="26"/>
                      <a:pt x="154" y="26"/>
                      <a:pt x="154" y="26"/>
                    </a:cubicBezTo>
                    <a:close/>
                    <a:moveTo>
                      <a:pt x="155" y="50"/>
                    </a:moveTo>
                    <a:cubicBezTo>
                      <a:pt x="156" y="50"/>
                      <a:pt x="156" y="50"/>
                      <a:pt x="156" y="50"/>
                    </a:cubicBezTo>
                    <a:cubicBezTo>
                      <a:pt x="155" y="49"/>
                      <a:pt x="155" y="49"/>
                      <a:pt x="155" y="49"/>
                    </a:cubicBezTo>
                    <a:cubicBezTo>
                      <a:pt x="155" y="49"/>
                      <a:pt x="155" y="49"/>
                      <a:pt x="155" y="49"/>
                    </a:cubicBezTo>
                    <a:cubicBezTo>
                      <a:pt x="155" y="49"/>
                      <a:pt x="155" y="48"/>
                      <a:pt x="155" y="48"/>
                    </a:cubicBezTo>
                    <a:cubicBezTo>
                      <a:pt x="165" y="40"/>
                      <a:pt x="165" y="40"/>
                      <a:pt x="165" y="40"/>
                    </a:cubicBezTo>
                    <a:cubicBezTo>
                      <a:pt x="166" y="40"/>
                      <a:pt x="166" y="40"/>
                      <a:pt x="166" y="40"/>
                    </a:cubicBezTo>
                    <a:cubicBezTo>
                      <a:pt x="166" y="40"/>
                      <a:pt x="166" y="40"/>
                      <a:pt x="167" y="40"/>
                    </a:cubicBezTo>
                    <a:cubicBezTo>
                      <a:pt x="167" y="41"/>
                      <a:pt x="167" y="42"/>
                      <a:pt x="167" y="42"/>
                    </a:cubicBezTo>
                    <a:cubicBezTo>
                      <a:pt x="167" y="43"/>
                      <a:pt x="167" y="43"/>
                      <a:pt x="166" y="45"/>
                    </a:cubicBezTo>
                    <a:cubicBezTo>
                      <a:pt x="166" y="45"/>
                      <a:pt x="166" y="45"/>
                      <a:pt x="166" y="45"/>
                    </a:cubicBezTo>
                    <a:cubicBezTo>
                      <a:pt x="169" y="42"/>
                      <a:pt x="169" y="42"/>
                      <a:pt x="169" y="42"/>
                    </a:cubicBezTo>
                    <a:cubicBezTo>
                      <a:pt x="163" y="35"/>
                      <a:pt x="163" y="35"/>
                      <a:pt x="163" y="35"/>
                    </a:cubicBezTo>
                    <a:cubicBezTo>
                      <a:pt x="160" y="37"/>
                      <a:pt x="160" y="37"/>
                      <a:pt x="160" y="37"/>
                    </a:cubicBezTo>
                    <a:cubicBezTo>
                      <a:pt x="160" y="37"/>
                      <a:pt x="160" y="37"/>
                      <a:pt x="160" y="37"/>
                    </a:cubicBezTo>
                    <a:cubicBezTo>
                      <a:pt x="162" y="37"/>
                      <a:pt x="163" y="37"/>
                      <a:pt x="163" y="37"/>
                    </a:cubicBezTo>
                    <a:cubicBezTo>
                      <a:pt x="163" y="37"/>
                      <a:pt x="164" y="37"/>
                      <a:pt x="164" y="38"/>
                    </a:cubicBezTo>
                    <a:cubicBezTo>
                      <a:pt x="165" y="38"/>
                      <a:pt x="165" y="38"/>
                      <a:pt x="165" y="38"/>
                    </a:cubicBezTo>
                    <a:cubicBezTo>
                      <a:pt x="165" y="39"/>
                      <a:pt x="165" y="39"/>
                      <a:pt x="164" y="39"/>
                    </a:cubicBezTo>
                    <a:cubicBezTo>
                      <a:pt x="154" y="47"/>
                      <a:pt x="154" y="47"/>
                      <a:pt x="154" y="47"/>
                    </a:cubicBezTo>
                    <a:cubicBezTo>
                      <a:pt x="154" y="47"/>
                      <a:pt x="154" y="47"/>
                      <a:pt x="154" y="47"/>
                    </a:cubicBezTo>
                    <a:cubicBezTo>
                      <a:pt x="154" y="47"/>
                      <a:pt x="153" y="47"/>
                      <a:pt x="153" y="47"/>
                    </a:cubicBezTo>
                    <a:cubicBezTo>
                      <a:pt x="153" y="46"/>
                      <a:pt x="153" y="46"/>
                      <a:pt x="153" y="46"/>
                    </a:cubicBezTo>
                    <a:cubicBezTo>
                      <a:pt x="152" y="47"/>
                      <a:pt x="152" y="47"/>
                      <a:pt x="152" y="47"/>
                    </a:cubicBezTo>
                    <a:cubicBezTo>
                      <a:pt x="155" y="50"/>
                      <a:pt x="155" y="50"/>
                      <a:pt x="155" y="50"/>
                    </a:cubicBezTo>
                    <a:close/>
                    <a:moveTo>
                      <a:pt x="174" y="54"/>
                    </a:moveTo>
                    <a:cubicBezTo>
                      <a:pt x="174" y="54"/>
                      <a:pt x="175" y="54"/>
                      <a:pt x="175" y="53"/>
                    </a:cubicBezTo>
                    <a:cubicBezTo>
                      <a:pt x="175" y="53"/>
                      <a:pt x="175" y="53"/>
                      <a:pt x="174" y="53"/>
                    </a:cubicBezTo>
                    <a:cubicBezTo>
                      <a:pt x="174" y="52"/>
                      <a:pt x="174" y="52"/>
                      <a:pt x="174" y="52"/>
                    </a:cubicBezTo>
                    <a:cubicBezTo>
                      <a:pt x="175" y="52"/>
                      <a:pt x="175" y="52"/>
                      <a:pt x="175" y="52"/>
                    </a:cubicBezTo>
                    <a:cubicBezTo>
                      <a:pt x="177" y="55"/>
                      <a:pt x="177" y="55"/>
                      <a:pt x="177" y="55"/>
                    </a:cubicBezTo>
                    <a:cubicBezTo>
                      <a:pt x="176" y="55"/>
                      <a:pt x="176" y="55"/>
                      <a:pt x="176" y="55"/>
                    </a:cubicBezTo>
                    <a:cubicBezTo>
                      <a:pt x="176" y="55"/>
                      <a:pt x="176" y="55"/>
                      <a:pt x="176" y="55"/>
                    </a:cubicBezTo>
                    <a:cubicBezTo>
                      <a:pt x="176" y="55"/>
                      <a:pt x="176" y="55"/>
                      <a:pt x="175" y="55"/>
                    </a:cubicBezTo>
                    <a:cubicBezTo>
                      <a:pt x="175" y="55"/>
                      <a:pt x="175" y="55"/>
                      <a:pt x="174" y="55"/>
                    </a:cubicBezTo>
                    <a:cubicBezTo>
                      <a:pt x="166" y="56"/>
                      <a:pt x="166" y="56"/>
                      <a:pt x="166" y="56"/>
                    </a:cubicBezTo>
                    <a:cubicBezTo>
                      <a:pt x="162" y="58"/>
                      <a:pt x="162" y="58"/>
                      <a:pt x="162" y="58"/>
                    </a:cubicBezTo>
                    <a:cubicBezTo>
                      <a:pt x="162" y="59"/>
                      <a:pt x="162" y="59"/>
                      <a:pt x="162" y="59"/>
                    </a:cubicBezTo>
                    <a:cubicBezTo>
                      <a:pt x="161" y="59"/>
                      <a:pt x="162" y="59"/>
                      <a:pt x="162" y="60"/>
                    </a:cubicBezTo>
                    <a:cubicBezTo>
                      <a:pt x="162" y="60"/>
                      <a:pt x="162" y="60"/>
                      <a:pt x="162" y="60"/>
                    </a:cubicBezTo>
                    <a:cubicBezTo>
                      <a:pt x="162" y="61"/>
                      <a:pt x="162" y="61"/>
                      <a:pt x="162" y="61"/>
                    </a:cubicBezTo>
                    <a:cubicBezTo>
                      <a:pt x="159" y="56"/>
                      <a:pt x="159" y="56"/>
                      <a:pt x="159" y="56"/>
                    </a:cubicBezTo>
                    <a:cubicBezTo>
                      <a:pt x="160" y="56"/>
                      <a:pt x="160" y="56"/>
                      <a:pt x="160" y="56"/>
                    </a:cubicBezTo>
                    <a:cubicBezTo>
                      <a:pt x="160" y="57"/>
                      <a:pt x="160" y="57"/>
                      <a:pt x="160" y="57"/>
                    </a:cubicBezTo>
                    <a:cubicBezTo>
                      <a:pt x="160" y="57"/>
                      <a:pt x="160" y="57"/>
                      <a:pt x="161" y="57"/>
                    </a:cubicBezTo>
                    <a:cubicBezTo>
                      <a:pt x="161" y="57"/>
                      <a:pt x="161" y="57"/>
                      <a:pt x="161" y="57"/>
                    </a:cubicBezTo>
                    <a:cubicBezTo>
                      <a:pt x="165" y="55"/>
                      <a:pt x="165" y="55"/>
                      <a:pt x="165" y="55"/>
                    </a:cubicBezTo>
                    <a:cubicBezTo>
                      <a:pt x="171" y="48"/>
                      <a:pt x="171" y="48"/>
                      <a:pt x="171" y="48"/>
                    </a:cubicBezTo>
                    <a:cubicBezTo>
                      <a:pt x="171" y="48"/>
                      <a:pt x="171" y="48"/>
                      <a:pt x="171" y="47"/>
                    </a:cubicBezTo>
                    <a:cubicBezTo>
                      <a:pt x="171" y="47"/>
                      <a:pt x="171" y="47"/>
                      <a:pt x="171" y="47"/>
                    </a:cubicBezTo>
                    <a:cubicBezTo>
                      <a:pt x="171" y="46"/>
                      <a:pt x="171" y="46"/>
                      <a:pt x="171" y="46"/>
                    </a:cubicBezTo>
                    <a:cubicBezTo>
                      <a:pt x="171" y="46"/>
                      <a:pt x="171" y="46"/>
                      <a:pt x="171" y="46"/>
                    </a:cubicBezTo>
                    <a:cubicBezTo>
                      <a:pt x="173" y="50"/>
                      <a:pt x="173" y="50"/>
                      <a:pt x="173" y="50"/>
                    </a:cubicBezTo>
                    <a:cubicBezTo>
                      <a:pt x="173" y="50"/>
                      <a:pt x="173" y="50"/>
                      <a:pt x="173" y="50"/>
                    </a:cubicBezTo>
                    <a:cubicBezTo>
                      <a:pt x="173" y="49"/>
                      <a:pt x="173" y="49"/>
                      <a:pt x="173" y="49"/>
                    </a:cubicBezTo>
                    <a:cubicBezTo>
                      <a:pt x="172" y="49"/>
                      <a:pt x="172" y="49"/>
                      <a:pt x="172" y="49"/>
                    </a:cubicBezTo>
                    <a:cubicBezTo>
                      <a:pt x="172" y="49"/>
                      <a:pt x="172" y="49"/>
                      <a:pt x="171" y="49"/>
                    </a:cubicBezTo>
                    <a:cubicBezTo>
                      <a:pt x="167" y="55"/>
                      <a:pt x="167" y="55"/>
                      <a:pt x="167" y="55"/>
                    </a:cubicBezTo>
                    <a:cubicBezTo>
                      <a:pt x="167" y="55"/>
                      <a:pt x="167" y="55"/>
                      <a:pt x="167" y="55"/>
                    </a:cubicBezTo>
                    <a:lnTo>
                      <a:pt x="174" y="54"/>
                    </a:lnTo>
                    <a:close/>
                  </a:path>
                </a:pathLst>
              </a:custGeom>
              <a:solidFill>
                <a:srgbClr val="FFFFFF"/>
              </a:solidFill>
              <a:ln w="3175" cap="flat">
                <a:solidFill>
                  <a:srgbClr val="FFFFFF"/>
                </a:solidFill>
                <a:prstDash val="solid"/>
                <a:miter lim="800000"/>
              </a:ln>
            </p:spPr>
            <p:txBody>
              <a:bodyPr anchor="ctr"/>
              <a:lstStyle/>
              <a:p>
                <a:pPr algn="ctr"/>
                <a:endParaRPr/>
              </a:p>
            </p:txBody>
          </p:sp>
          <p:sp>
            <p:nvSpPr>
              <p:cNvPr id="278" name="ïśľíḓé"/>
              <p:cNvSpPr/>
              <p:nvPr/>
            </p:nvSpPr>
            <p:spPr bwMode="auto">
              <a:xfrm>
                <a:off x="3667126" y="3184525"/>
                <a:ext cx="492125" cy="496888"/>
              </a:xfrm>
              <a:custGeom>
                <a:avLst/>
                <a:gdLst>
                  <a:gd name="T0" fmla="*/ 74 w 149"/>
                  <a:gd name="T1" fmla="*/ 0 h 149"/>
                  <a:gd name="T2" fmla="*/ 149 w 149"/>
                  <a:gd name="T3" fmla="*/ 74 h 149"/>
                  <a:gd name="T4" fmla="*/ 74 w 149"/>
                  <a:gd name="T5" fmla="*/ 149 h 149"/>
                  <a:gd name="T6" fmla="*/ 0 w 149"/>
                  <a:gd name="T7" fmla="*/ 74 h 149"/>
                  <a:gd name="T8" fmla="*/ 74 w 149"/>
                  <a:gd name="T9" fmla="*/ 0 h 149"/>
                  <a:gd name="T10" fmla="*/ 74 w 149"/>
                  <a:gd name="T11" fmla="*/ 2 h 149"/>
                  <a:gd name="T12" fmla="*/ 2 w 149"/>
                  <a:gd name="T13" fmla="*/ 74 h 149"/>
                  <a:gd name="T14" fmla="*/ 74 w 149"/>
                  <a:gd name="T15" fmla="*/ 146 h 149"/>
                  <a:gd name="T16" fmla="*/ 146 w 149"/>
                  <a:gd name="T17" fmla="*/ 74 h 149"/>
                  <a:gd name="T18" fmla="*/ 74 w 149"/>
                  <a:gd name="T19" fmla="*/ 2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49" h="149">
                    <a:moveTo>
                      <a:pt x="74" y="0"/>
                    </a:moveTo>
                    <a:cubicBezTo>
                      <a:pt x="115" y="0"/>
                      <a:pt x="149" y="33"/>
                      <a:pt x="149" y="74"/>
                    </a:cubicBezTo>
                    <a:cubicBezTo>
                      <a:pt x="149" y="115"/>
                      <a:pt x="115" y="149"/>
                      <a:pt x="74" y="149"/>
                    </a:cubicBezTo>
                    <a:cubicBezTo>
                      <a:pt x="33" y="149"/>
                      <a:pt x="0" y="115"/>
                      <a:pt x="0" y="74"/>
                    </a:cubicBezTo>
                    <a:cubicBezTo>
                      <a:pt x="0" y="33"/>
                      <a:pt x="33" y="0"/>
                      <a:pt x="74" y="0"/>
                    </a:cubicBezTo>
                    <a:close/>
                    <a:moveTo>
                      <a:pt x="74" y="2"/>
                    </a:moveTo>
                    <a:cubicBezTo>
                      <a:pt x="35" y="2"/>
                      <a:pt x="2" y="34"/>
                      <a:pt x="2" y="74"/>
                    </a:cubicBezTo>
                    <a:cubicBezTo>
                      <a:pt x="2" y="114"/>
                      <a:pt x="35" y="146"/>
                      <a:pt x="74" y="146"/>
                    </a:cubicBezTo>
                    <a:cubicBezTo>
                      <a:pt x="114" y="146"/>
                      <a:pt x="146" y="114"/>
                      <a:pt x="146" y="74"/>
                    </a:cubicBezTo>
                    <a:cubicBezTo>
                      <a:pt x="146" y="34"/>
                      <a:pt x="114" y="2"/>
                      <a:pt x="74" y="2"/>
                    </a:cubicBezTo>
                    <a:close/>
                  </a:path>
                </a:pathLst>
              </a:custGeom>
              <a:solidFill>
                <a:srgbClr val="00523A"/>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9" name="ïslíḍê"/>
              <p:cNvSpPr/>
              <p:nvPr/>
            </p:nvSpPr>
            <p:spPr bwMode="auto">
              <a:xfrm>
                <a:off x="3775076" y="3248025"/>
                <a:ext cx="274638" cy="146050"/>
              </a:xfrm>
              <a:custGeom>
                <a:avLst/>
                <a:gdLst>
                  <a:gd name="T0" fmla="*/ 10 w 83"/>
                  <a:gd name="T1" fmla="*/ 43 h 44"/>
                  <a:gd name="T2" fmla="*/ 18 w 83"/>
                  <a:gd name="T3" fmla="*/ 39 h 44"/>
                  <a:gd name="T4" fmla="*/ 67 w 83"/>
                  <a:gd name="T5" fmla="*/ 39 h 44"/>
                  <a:gd name="T6" fmla="*/ 73 w 83"/>
                  <a:gd name="T7" fmla="*/ 42 h 44"/>
                  <a:gd name="T8" fmla="*/ 76 w 83"/>
                  <a:gd name="T9" fmla="*/ 43 h 44"/>
                  <a:gd name="T10" fmla="*/ 83 w 83"/>
                  <a:gd name="T11" fmla="*/ 35 h 44"/>
                  <a:gd name="T12" fmla="*/ 76 w 83"/>
                  <a:gd name="T13" fmla="*/ 37 h 44"/>
                  <a:gd name="T14" fmla="*/ 69 w 83"/>
                  <a:gd name="T15" fmla="*/ 33 h 44"/>
                  <a:gd name="T16" fmla="*/ 70 w 83"/>
                  <a:gd name="T17" fmla="*/ 26 h 44"/>
                  <a:gd name="T18" fmla="*/ 64 w 83"/>
                  <a:gd name="T19" fmla="*/ 30 h 44"/>
                  <a:gd name="T20" fmla="*/ 59 w 83"/>
                  <a:gd name="T21" fmla="*/ 31 h 44"/>
                  <a:gd name="T22" fmla="*/ 56 w 83"/>
                  <a:gd name="T23" fmla="*/ 29 h 44"/>
                  <a:gd name="T24" fmla="*/ 56 w 83"/>
                  <a:gd name="T25" fmla="*/ 24 h 44"/>
                  <a:gd name="T26" fmla="*/ 58 w 83"/>
                  <a:gd name="T27" fmla="*/ 23 h 44"/>
                  <a:gd name="T28" fmla="*/ 58 w 83"/>
                  <a:gd name="T29" fmla="*/ 19 h 44"/>
                  <a:gd name="T30" fmla="*/ 54 w 83"/>
                  <a:gd name="T31" fmla="*/ 19 h 44"/>
                  <a:gd name="T32" fmla="*/ 53 w 83"/>
                  <a:gd name="T33" fmla="*/ 21 h 44"/>
                  <a:gd name="T34" fmla="*/ 44 w 83"/>
                  <a:gd name="T35" fmla="*/ 21 h 44"/>
                  <a:gd name="T36" fmla="*/ 43 w 83"/>
                  <a:gd name="T37" fmla="*/ 18 h 44"/>
                  <a:gd name="T38" fmla="*/ 44 w 83"/>
                  <a:gd name="T39" fmla="*/ 13 h 44"/>
                  <a:gd name="T40" fmla="*/ 43 w 83"/>
                  <a:gd name="T41" fmla="*/ 8 h 44"/>
                  <a:gd name="T42" fmla="*/ 43 w 83"/>
                  <a:gd name="T43" fmla="*/ 6 h 44"/>
                  <a:gd name="T44" fmla="*/ 43 w 83"/>
                  <a:gd name="T45" fmla="*/ 2 h 44"/>
                  <a:gd name="T46" fmla="*/ 43 w 83"/>
                  <a:gd name="T47" fmla="*/ 0 h 44"/>
                  <a:gd name="T48" fmla="*/ 40 w 83"/>
                  <a:gd name="T49" fmla="*/ 0 h 44"/>
                  <a:gd name="T50" fmla="*/ 39 w 83"/>
                  <a:gd name="T51" fmla="*/ 2 h 44"/>
                  <a:gd name="T52" fmla="*/ 39 w 83"/>
                  <a:gd name="T53" fmla="*/ 6 h 44"/>
                  <a:gd name="T54" fmla="*/ 39 w 83"/>
                  <a:gd name="T55" fmla="*/ 8 h 44"/>
                  <a:gd name="T56" fmla="*/ 38 w 83"/>
                  <a:gd name="T57" fmla="*/ 13 h 44"/>
                  <a:gd name="T58" fmla="*/ 38 w 83"/>
                  <a:gd name="T59" fmla="*/ 18 h 44"/>
                  <a:gd name="T60" fmla="*/ 38 w 83"/>
                  <a:gd name="T61" fmla="*/ 21 h 44"/>
                  <a:gd name="T62" fmla="*/ 30 w 83"/>
                  <a:gd name="T63" fmla="*/ 21 h 44"/>
                  <a:gd name="T64" fmla="*/ 29 w 83"/>
                  <a:gd name="T65" fmla="*/ 19 h 44"/>
                  <a:gd name="T66" fmla="*/ 25 w 83"/>
                  <a:gd name="T67" fmla="*/ 19 h 44"/>
                  <a:gd name="T68" fmla="*/ 25 w 83"/>
                  <a:gd name="T69" fmla="*/ 23 h 44"/>
                  <a:gd name="T70" fmla="*/ 26 w 83"/>
                  <a:gd name="T71" fmla="*/ 24 h 44"/>
                  <a:gd name="T72" fmla="*/ 27 w 83"/>
                  <a:gd name="T73" fmla="*/ 29 h 44"/>
                  <a:gd name="T74" fmla="*/ 22 w 83"/>
                  <a:gd name="T75" fmla="*/ 31 h 44"/>
                  <a:gd name="T76" fmla="*/ 13 w 83"/>
                  <a:gd name="T77" fmla="*/ 26 h 44"/>
                  <a:gd name="T78" fmla="*/ 13 w 83"/>
                  <a:gd name="T79" fmla="*/ 35 h 44"/>
                  <a:gd name="T80" fmla="*/ 7 w 83"/>
                  <a:gd name="T81" fmla="*/ 37 h 44"/>
                  <a:gd name="T82" fmla="*/ 0 w 83"/>
                  <a:gd name="T83" fmla="*/ 34 h 44"/>
                  <a:gd name="T84" fmla="*/ 5 w 83"/>
                  <a:gd name="T85" fmla="*/ 42 h 44"/>
                  <a:gd name="T86" fmla="*/ 10 w 83"/>
                  <a:gd name="T87" fmla="*/ 43 h 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83" h="44">
                    <a:moveTo>
                      <a:pt x="10" y="43"/>
                    </a:moveTo>
                    <a:cubicBezTo>
                      <a:pt x="18" y="39"/>
                      <a:pt x="18" y="39"/>
                      <a:pt x="18" y="39"/>
                    </a:cubicBezTo>
                    <a:cubicBezTo>
                      <a:pt x="67" y="39"/>
                      <a:pt x="67" y="39"/>
                      <a:pt x="67" y="39"/>
                    </a:cubicBezTo>
                    <a:cubicBezTo>
                      <a:pt x="73" y="42"/>
                      <a:pt x="73" y="42"/>
                      <a:pt x="73" y="42"/>
                    </a:cubicBezTo>
                    <a:cubicBezTo>
                      <a:pt x="74" y="43"/>
                      <a:pt x="75" y="43"/>
                      <a:pt x="76" y="43"/>
                    </a:cubicBezTo>
                    <a:cubicBezTo>
                      <a:pt x="80" y="42"/>
                      <a:pt x="83" y="35"/>
                      <a:pt x="83" y="35"/>
                    </a:cubicBezTo>
                    <a:cubicBezTo>
                      <a:pt x="83" y="35"/>
                      <a:pt x="79" y="38"/>
                      <a:pt x="76" y="37"/>
                    </a:cubicBezTo>
                    <a:cubicBezTo>
                      <a:pt x="73" y="37"/>
                      <a:pt x="69" y="36"/>
                      <a:pt x="69" y="33"/>
                    </a:cubicBezTo>
                    <a:cubicBezTo>
                      <a:pt x="69" y="30"/>
                      <a:pt x="70" y="27"/>
                      <a:pt x="70" y="26"/>
                    </a:cubicBezTo>
                    <a:cubicBezTo>
                      <a:pt x="70" y="26"/>
                      <a:pt x="67" y="29"/>
                      <a:pt x="64" y="30"/>
                    </a:cubicBezTo>
                    <a:cubicBezTo>
                      <a:pt x="61" y="32"/>
                      <a:pt x="60" y="31"/>
                      <a:pt x="59" y="31"/>
                    </a:cubicBezTo>
                    <a:cubicBezTo>
                      <a:pt x="57" y="30"/>
                      <a:pt x="56" y="29"/>
                      <a:pt x="56" y="29"/>
                    </a:cubicBezTo>
                    <a:cubicBezTo>
                      <a:pt x="56" y="24"/>
                      <a:pt x="56" y="24"/>
                      <a:pt x="56" y="24"/>
                    </a:cubicBezTo>
                    <a:cubicBezTo>
                      <a:pt x="58" y="23"/>
                      <a:pt x="58" y="23"/>
                      <a:pt x="58" y="23"/>
                    </a:cubicBezTo>
                    <a:cubicBezTo>
                      <a:pt x="58" y="19"/>
                      <a:pt x="58" y="19"/>
                      <a:pt x="58" y="19"/>
                    </a:cubicBezTo>
                    <a:cubicBezTo>
                      <a:pt x="54" y="19"/>
                      <a:pt x="54" y="19"/>
                      <a:pt x="54" y="19"/>
                    </a:cubicBezTo>
                    <a:cubicBezTo>
                      <a:pt x="54" y="19"/>
                      <a:pt x="54" y="21"/>
                      <a:pt x="53" y="21"/>
                    </a:cubicBezTo>
                    <a:cubicBezTo>
                      <a:pt x="52" y="21"/>
                      <a:pt x="44" y="21"/>
                      <a:pt x="44" y="21"/>
                    </a:cubicBezTo>
                    <a:cubicBezTo>
                      <a:pt x="44" y="21"/>
                      <a:pt x="43" y="20"/>
                      <a:pt x="43" y="18"/>
                    </a:cubicBezTo>
                    <a:cubicBezTo>
                      <a:pt x="44" y="17"/>
                      <a:pt x="44" y="17"/>
                      <a:pt x="44" y="13"/>
                    </a:cubicBezTo>
                    <a:cubicBezTo>
                      <a:pt x="44" y="10"/>
                      <a:pt x="44" y="9"/>
                      <a:pt x="43" y="8"/>
                    </a:cubicBezTo>
                    <a:cubicBezTo>
                      <a:pt x="43" y="7"/>
                      <a:pt x="42" y="7"/>
                      <a:pt x="43" y="6"/>
                    </a:cubicBezTo>
                    <a:cubicBezTo>
                      <a:pt x="44" y="5"/>
                      <a:pt x="44" y="4"/>
                      <a:pt x="43" y="2"/>
                    </a:cubicBezTo>
                    <a:cubicBezTo>
                      <a:pt x="42" y="1"/>
                      <a:pt x="43" y="2"/>
                      <a:pt x="43" y="0"/>
                    </a:cubicBezTo>
                    <a:cubicBezTo>
                      <a:pt x="40" y="0"/>
                      <a:pt x="40" y="0"/>
                      <a:pt x="40" y="0"/>
                    </a:cubicBezTo>
                    <a:cubicBezTo>
                      <a:pt x="39" y="0"/>
                      <a:pt x="40" y="1"/>
                      <a:pt x="39" y="2"/>
                    </a:cubicBezTo>
                    <a:cubicBezTo>
                      <a:pt x="38" y="3"/>
                      <a:pt x="38" y="5"/>
                      <a:pt x="39" y="6"/>
                    </a:cubicBezTo>
                    <a:cubicBezTo>
                      <a:pt x="39" y="7"/>
                      <a:pt x="40" y="7"/>
                      <a:pt x="39" y="8"/>
                    </a:cubicBezTo>
                    <a:cubicBezTo>
                      <a:pt x="38" y="9"/>
                      <a:pt x="38" y="10"/>
                      <a:pt x="38" y="13"/>
                    </a:cubicBezTo>
                    <a:cubicBezTo>
                      <a:pt x="38" y="16"/>
                      <a:pt x="38" y="17"/>
                      <a:pt x="38" y="18"/>
                    </a:cubicBezTo>
                    <a:cubicBezTo>
                      <a:pt x="39" y="20"/>
                      <a:pt x="38" y="21"/>
                      <a:pt x="38" y="21"/>
                    </a:cubicBezTo>
                    <a:cubicBezTo>
                      <a:pt x="37" y="21"/>
                      <a:pt x="30" y="21"/>
                      <a:pt x="30" y="21"/>
                    </a:cubicBezTo>
                    <a:cubicBezTo>
                      <a:pt x="30" y="21"/>
                      <a:pt x="29" y="20"/>
                      <a:pt x="29" y="19"/>
                    </a:cubicBezTo>
                    <a:cubicBezTo>
                      <a:pt x="25" y="19"/>
                      <a:pt x="25" y="19"/>
                      <a:pt x="25" y="19"/>
                    </a:cubicBezTo>
                    <a:cubicBezTo>
                      <a:pt x="25" y="23"/>
                      <a:pt x="25" y="23"/>
                      <a:pt x="25" y="23"/>
                    </a:cubicBezTo>
                    <a:cubicBezTo>
                      <a:pt x="26" y="24"/>
                      <a:pt x="26" y="24"/>
                      <a:pt x="26" y="24"/>
                    </a:cubicBezTo>
                    <a:cubicBezTo>
                      <a:pt x="27" y="29"/>
                      <a:pt x="27" y="29"/>
                      <a:pt x="27" y="29"/>
                    </a:cubicBezTo>
                    <a:cubicBezTo>
                      <a:pt x="27" y="29"/>
                      <a:pt x="24" y="31"/>
                      <a:pt x="22" y="31"/>
                    </a:cubicBezTo>
                    <a:cubicBezTo>
                      <a:pt x="19" y="31"/>
                      <a:pt x="13" y="26"/>
                      <a:pt x="13" y="26"/>
                    </a:cubicBezTo>
                    <a:cubicBezTo>
                      <a:pt x="13" y="26"/>
                      <a:pt x="14" y="33"/>
                      <a:pt x="13" y="35"/>
                    </a:cubicBezTo>
                    <a:cubicBezTo>
                      <a:pt x="13" y="37"/>
                      <a:pt x="10" y="37"/>
                      <a:pt x="7" y="37"/>
                    </a:cubicBezTo>
                    <a:cubicBezTo>
                      <a:pt x="4" y="37"/>
                      <a:pt x="0" y="35"/>
                      <a:pt x="0" y="34"/>
                    </a:cubicBezTo>
                    <a:cubicBezTo>
                      <a:pt x="0" y="34"/>
                      <a:pt x="3" y="40"/>
                      <a:pt x="5" y="42"/>
                    </a:cubicBezTo>
                    <a:cubicBezTo>
                      <a:pt x="7" y="44"/>
                      <a:pt x="10" y="43"/>
                      <a:pt x="10" y="43"/>
                    </a:cubicBez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80" name="íṡļïdê"/>
              <p:cNvSpPr/>
              <p:nvPr/>
            </p:nvSpPr>
            <p:spPr bwMode="auto">
              <a:xfrm>
                <a:off x="3614738" y="3370263"/>
                <a:ext cx="596900" cy="241300"/>
              </a:xfrm>
              <a:custGeom>
                <a:avLst/>
                <a:gdLst>
                  <a:gd name="T0" fmla="*/ 58 w 181"/>
                  <a:gd name="T1" fmla="*/ 72 h 72"/>
                  <a:gd name="T2" fmla="*/ 8 w 181"/>
                  <a:gd name="T3" fmla="*/ 72 h 72"/>
                  <a:gd name="T4" fmla="*/ 3 w 181"/>
                  <a:gd name="T5" fmla="*/ 63 h 72"/>
                  <a:gd name="T6" fmla="*/ 6 w 181"/>
                  <a:gd name="T7" fmla="*/ 63 h 72"/>
                  <a:gd name="T8" fmla="*/ 11 w 181"/>
                  <a:gd name="T9" fmla="*/ 55 h 72"/>
                  <a:gd name="T10" fmla="*/ 14 w 181"/>
                  <a:gd name="T11" fmla="*/ 55 h 72"/>
                  <a:gd name="T12" fmla="*/ 14 w 181"/>
                  <a:gd name="T13" fmla="*/ 29 h 72"/>
                  <a:gd name="T14" fmla="*/ 0 w 181"/>
                  <a:gd name="T15" fmla="*/ 4 h 72"/>
                  <a:gd name="T16" fmla="*/ 30 w 181"/>
                  <a:gd name="T17" fmla="*/ 0 h 72"/>
                  <a:gd name="T18" fmla="*/ 58 w 181"/>
                  <a:gd name="T19" fmla="*/ 8 h 72"/>
                  <a:gd name="T20" fmla="*/ 51 w 181"/>
                  <a:gd name="T21" fmla="*/ 25 h 72"/>
                  <a:gd name="T22" fmla="*/ 131 w 181"/>
                  <a:gd name="T23" fmla="*/ 25 h 72"/>
                  <a:gd name="T24" fmla="*/ 122 w 181"/>
                  <a:gd name="T25" fmla="*/ 8 h 72"/>
                  <a:gd name="T26" fmla="*/ 150 w 181"/>
                  <a:gd name="T27" fmla="*/ 0 h 72"/>
                  <a:gd name="T28" fmla="*/ 181 w 181"/>
                  <a:gd name="T29" fmla="*/ 5 h 72"/>
                  <a:gd name="T30" fmla="*/ 166 w 181"/>
                  <a:gd name="T31" fmla="*/ 28 h 72"/>
                  <a:gd name="T32" fmla="*/ 166 w 181"/>
                  <a:gd name="T33" fmla="*/ 55 h 72"/>
                  <a:gd name="T34" fmla="*/ 171 w 181"/>
                  <a:gd name="T35" fmla="*/ 55 h 72"/>
                  <a:gd name="T36" fmla="*/ 178 w 181"/>
                  <a:gd name="T37" fmla="*/ 65 h 72"/>
                  <a:gd name="T38" fmla="*/ 174 w 181"/>
                  <a:gd name="T39" fmla="*/ 72 h 72"/>
                  <a:gd name="T40" fmla="*/ 58 w 181"/>
                  <a:gd name="T41" fmla="*/ 72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1" h="72">
                    <a:moveTo>
                      <a:pt x="58" y="72"/>
                    </a:moveTo>
                    <a:cubicBezTo>
                      <a:pt x="8" y="72"/>
                      <a:pt x="8" y="72"/>
                      <a:pt x="8" y="72"/>
                    </a:cubicBezTo>
                    <a:cubicBezTo>
                      <a:pt x="3" y="63"/>
                      <a:pt x="3" y="63"/>
                      <a:pt x="3" y="63"/>
                    </a:cubicBezTo>
                    <a:cubicBezTo>
                      <a:pt x="6" y="63"/>
                      <a:pt x="6" y="63"/>
                      <a:pt x="6" y="63"/>
                    </a:cubicBezTo>
                    <a:cubicBezTo>
                      <a:pt x="7" y="61"/>
                      <a:pt x="10" y="57"/>
                      <a:pt x="11" y="55"/>
                    </a:cubicBezTo>
                    <a:cubicBezTo>
                      <a:pt x="12" y="55"/>
                      <a:pt x="13" y="55"/>
                      <a:pt x="14" y="55"/>
                    </a:cubicBezTo>
                    <a:cubicBezTo>
                      <a:pt x="14" y="45"/>
                      <a:pt x="14" y="39"/>
                      <a:pt x="14" y="29"/>
                    </a:cubicBezTo>
                    <a:cubicBezTo>
                      <a:pt x="6" y="25"/>
                      <a:pt x="0" y="19"/>
                      <a:pt x="0" y="4"/>
                    </a:cubicBezTo>
                    <a:cubicBezTo>
                      <a:pt x="13" y="19"/>
                      <a:pt x="25" y="20"/>
                      <a:pt x="30" y="0"/>
                    </a:cubicBezTo>
                    <a:cubicBezTo>
                      <a:pt x="40" y="22"/>
                      <a:pt x="50" y="16"/>
                      <a:pt x="58" y="8"/>
                    </a:cubicBezTo>
                    <a:cubicBezTo>
                      <a:pt x="59" y="17"/>
                      <a:pt x="51" y="24"/>
                      <a:pt x="51" y="25"/>
                    </a:cubicBezTo>
                    <a:cubicBezTo>
                      <a:pt x="131" y="25"/>
                      <a:pt x="131" y="25"/>
                      <a:pt x="131" y="25"/>
                    </a:cubicBezTo>
                    <a:cubicBezTo>
                      <a:pt x="128" y="21"/>
                      <a:pt x="123" y="15"/>
                      <a:pt x="122" y="8"/>
                    </a:cubicBezTo>
                    <a:cubicBezTo>
                      <a:pt x="131" y="18"/>
                      <a:pt x="141" y="23"/>
                      <a:pt x="150" y="0"/>
                    </a:cubicBezTo>
                    <a:cubicBezTo>
                      <a:pt x="160" y="23"/>
                      <a:pt x="169" y="16"/>
                      <a:pt x="181" y="5"/>
                    </a:cubicBezTo>
                    <a:cubicBezTo>
                      <a:pt x="178" y="23"/>
                      <a:pt x="174" y="23"/>
                      <a:pt x="166" y="28"/>
                    </a:cubicBezTo>
                    <a:cubicBezTo>
                      <a:pt x="166" y="38"/>
                      <a:pt x="166" y="45"/>
                      <a:pt x="166" y="55"/>
                    </a:cubicBezTo>
                    <a:cubicBezTo>
                      <a:pt x="168" y="55"/>
                      <a:pt x="169" y="55"/>
                      <a:pt x="171" y="55"/>
                    </a:cubicBezTo>
                    <a:cubicBezTo>
                      <a:pt x="178" y="65"/>
                      <a:pt x="178" y="65"/>
                      <a:pt x="178" y="65"/>
                    </a:cubicBezTo>
                    <a:cubicBezTo>
                      <a:pt x="174" y="72"/>
                      <a:pt x="174" y="72"/>
                      <a:pt x="174" y="72"/>
                    </a:cubicBezTo>
                    <a:lnTo>
                      <a:pt x="58" y="72"/>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81" name="iş1ïďe"/>
              <p:cNvSpPr/>
              <p:nvPr/>
            </p:nvSpPr>
            <p:spPr bwMode="auto">
              <a:xfrm>
                <a:off x="3624263" y="3381375"/>
                <a:ext cx="577850" cy="200025"/>
              </a:xfrm>
              <a:custGeom>
                <a:avLst/>
                <a:gdLst>
                  <a:gd name="T0" fmla="*/ 130 w 175"/>
                  <a:gd name="T1" fmla="*/ 51 h 60"/>
                  <a:gd name="T2" fmla="*/ 130 w 175"/>
                  <a:gd name="T3" fmla="*/ 50 h 60"/>
                  <a:gd name="T4" fmla="*/ 48 w 175"/>
                  <a:gd name="T5" fmla="*/ 50 h 60"/>
                  <a:gd name="T6" fmla="*/ 48 w 175"/>
                  <a:gd name="T7" fmla="*/ 51 h 60"/>
                  <a:gd name="T8" fmla="*/ 52 w 175"/>
                  <a:gd name="T9" fmla="*/ 51 h 60"/>
                  <a:gd name="T10" fmla="*/ 48 w 175"/>
                  <a:gd name="T11" fmla="*/ 60 h 60"/>
                  <a:gd name="T12" fmla="*/ 7 w 175"/>
                  <a:gd name="T13" fmla="*/ 60 h 60"/>
                  <a:gd name="T14" fmla="*/ 10 w 175"/>
                  <a:gd name="T15" fmla="*/ 54 h 60"/>
                  <a:gd name="T16" fmla="*/ 14 w 175"/>
                  <a:gd name="T17" fmla="*/ 54 h 60"/>
                  <a:gd name="T18" fmla="*/ 13 w 175"/>
                  <a:gd name="T19" fmla="*/ 25 h 60"/>
                  <a:gd name="T20" fmla="*/ 0 w 175"/>
                  <a:gd name="T21" fmla="*/ 7 h 60"/>
                  <a:gd name="T22" fmla="*/ 28 w 175"/>
                  <a:gd name="T23" fmla="*/ 0 h 60"/>
                  <a:gd name="T24" fmla="*/ 55 w 175"/>
                  <a:gd name="T25" fmla="*/ 7 h 60"/>
                  <a:gd name="T26" fmla="*/ 48 w 175"/>
                  <a:gd name="T27" fmla="*/ 22 h 60"/>
                  <a:gd name="T28" fmla="*/ 127 w 175"/>
                  <a:gd name="T29" fmla="*/ 22 h 60"/>
                  <a:gd name="T30" fmla="*/ 119 w 175"/>
                  <a:gd name="T31" fmla="*/ 7 h 60"/>
                  <a:gd name="T32" fmla="*/ 147 w 175"/>
                  <a:gd name="T33" fmla="*/ 0 h 60"/>
                  <a:gd name="T34" fmla="*/ 175 w 175"/>
                  <a:gd name="T35" fmla="*/ 7 h 60"/>
                  <a:gd name="T36" fmla="*/ 161 w 175"/>
                  <a:gd name="T37" fmla="*/ 24 h 60"/>
                  <a:gd name="T38" fmla="*/ 161 w 175"/>
                  <a:gd name="T39" fmla="*/ 53 h 60"/>
                  <a:gd name="T40" fmla="*/ 165 w 175"/>
                  <a:gd name="T41" fmla="*/ 53 h 60"/>
                  <a:gd name="T42" fmla="*/ 169 w 175"/>
                  <a:gd name="T43" fmla="*/ 60 h 60"/>
                  <a:gd name="T44" fmla="*/ 128 w 175"/>
                  <a:gd name="T45" fmla="*/ 60 h 60"/>
                  <a:gd name="T46" fmla="*/ 124 w 175"/>
                  <a:gd name="T47" fmla="*/ 51 h 60"/>
                  <a:gd name="T48" fmla="*/ 130 w 175"/>
                  <a:gd name="T49" fmla="*/ 51 h 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75" h="60">
                    <a:moveTo>
                      <a:pt x="130" y="51"/>
                    </a:moveTo>
                    <a:cubicBezTo>
                      <a:pt x="130" y="50"/>
                      <a:pt x="130" y="50"/>
                      <a:pt x="130" y="50"/>
                    </a:cubicBezTo>
                    <a:cubicBezTo>
                      <a:pt x="48" y="50"/>
                      <a:pt x="48" y="50"/>
                      <a:pt x="48" y="50"/>
                    </a:cubicBezTo>
                    <a:cubicBezTo>
                      <a:pt x="48" y="51"/>
                      <a:pt x="48" y="51"/>
                      <a:pt x="48" y="51"/>
                    </a:cubicBezTo>
                    <a:cubicBezTo>
                      <a:pt x="52" y="51"/>
                      <a:pt x="52" y="51"/>
                      <a:pt x="52" y="51"/>
                    </a:cubicBezTo>
                    <a:cubicBezTo>
                      <a:pt x="48" y="60"/>
                      <a:pt x="48" y="60"/>
                      <a:pt x="48" y="60"/>
                    </a:cubicBezTo>
                    <a:cubicBezTo>
                      <a:pt x="34" y="60"/>
                      <a:pt x="20" y="60"/>
                      <a:pt x="7" y="60"/>
                    </a:cubicBezTo>
                    <a:cubicBezTo>
                      <a:pt x="8" y="58"/>
                      <a:pt x="9" y="56"/>
                      <a:pt x="10" y="54"/>
                    </a:cubicBezTo>
                    <a:cubicBezTo>
                      <a:pt x="11" y="54"/>
                      <a:pt x="12" y="54"/>
                      <a:pt x="14" y="54"/>
                    </a:cubicBezTo>
                    <a:cubicBezTo>
                      <a:pt x="14" y="44"/>
                      <a:pt x="13" y="34"/>
                      <a:pt x="13" y="25"/>
                    </a:cubicBezTo>
                    <a:cubicBezTo>
                      <a:pt x="5" y="20"/>
                      <a:pt x="1" y="14"/>
                      <a:pt x="0" y="7"/>
                    </a:cubicBezTo>
                    <a:cubicBezTo>
                      <a:pt x="12" y="18"/>
                      <a:pt x="22" y="17"/>
                      <a:pt x="28" y="0"/>
                    </a:cubicBezTo>
                    <a:cubicBezTo>
                      <a:pt x="37" y="22"/>
                      <a:pt x="47" y="15"/>
                      <a:pt x="55" y="7"/>
                    </a:cubicBezTo>
                    <a:cubicBezTo>
                      <a:pt x="55" y="14"/>
                      <a:pt x="50" y="17"/>
                      <a:pt x="48" y="22"/>
                    </a:cubicBezTo>
                    <a:cubicBezTo>
                      <a:pt x="127" y="22"/>
                      <a:pt x="127" y="22"/>
                      <a:pt x="127" y="22"/>
                    </a:cubicBezTo>
                    <a:cubicBezTo>
                      <a:pt x="125" y="18"/>
                      <a:pt x="120" y="14"/>
                      <a:pt x="119" y="7"/>
                    </a:cubicBezTo>
                    <a:cubicBezTo>
                      <a:pt x="127" y="15"/>
                      <a:pt x="137" y="22"/>
                      <a:pt x="147" y="0"/>
                    </a:cubicBezTo>
                    <a:cubicBezTo>
                      <a:pt x="153" y="17"/>
                      <a:pt x="163" y="18"/>
                      <a:pt x="175" y="7"/>
                    </a:cubicBezTo>
                    <a:cubicBezTo>
                      <a:pt x="173" y="14"/>
                      <a:pt x="169" y="19"/>
                      <a:pt x="161" y="24"/>
                    </a:cubicBezTo>
                    <a:cubicBezTo>
                      <a:pt x="161" y="34"/>
                      <a:pt x="161" y="44"/>
                      <a:pt x="161" y="53"/>
                    </a:cubicBezTo>
                    <a:cubicBezTo>
                      <a:pt x="162" y="53"/>
                      <a:pt x="164" y="53"/>
                      <a:pt x="165" y="53"/>
                    </a:cubicBezTo>
                    <a:cubicBezTo>
                      <a:pt x="166" y="55"/>
                      <a:pt x="167" y="58"/>
                      <a:pt x="169" y="60"/>
                    </a:cubicBezTo>
                    <a:cubicBezTo>
                      <a:pt x="155" y="60"/>
                      <a:pt x="142" y="60"/>
                      <a:pt x="128" y="60"/>
                    </a:cubicBezTo>
                    <a:cubicBezTo>
                      <a:pt x="124" y="51"/>
                      <a:pt x="124" y="51"/>
                      <a:pt x="124" y="51"/>
                    </a:cubicBezTo>
                    <a:lnTo>
                      <a:pt x="130" y="51"/>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82" name="ïṩḷíḍé"/>
              <p:cNvSpPr/>
              <p:nvPr/>
            </p:nvSpPr>
            <p:spPr bwMode="auto">
              <a:xfrm>
                <a:off x="4065588"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3" name="ïśľíḍè"/>
              <p:cNvSpPr/>
              <p:nvPr/>
            </p:nvSpPr>
            <p:spPr bwMode="auto">
              <a:xfrm>
                <a:off x="3740151"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4" name="í$ḻîḋè"/>
              <p:cNvSpPr/>
              <p:nvPr/>
            </p:nvSpPr>
            <p:spPr bwMode="auto">
              <a:xfrm>
                <a:off x="4125913"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5" name="iṣļíḋe"/>
              <p:cNvSpPr/>
              <p:nvPr/>
            </p:nvSpPr>
            <p:spPr bwMode="auto">
              <a:xfrm>
                <a:off x="3709988"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6" name="iṩḷiḓé"/>
              <p:cNvSpPr/>
              <p:nvPr/>
            </p:nvSpPr>
            <p:spPr bwMode="auto">
              <a:xfrm>
                <a:off x="4095751"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7" name="iSľiḍè"/>
              <p:cNvSpPr/>
              <p:nvPr/>
            </p:nvSpPr>
            <p:spPr bwMode="auto">
              <a:xfrm>
                <a:off x="3663951" y="3460750"/>
                <a:ext cx="495300" cy="317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8" name="ïṩḷîḍe"/>
              <p:cNvSpPr/>
              <p:nvPr/>
            </p:nvSpPr>
            <p:spPr bwMode="auto">
              <a:xfrm>
                <a:off x="3663951" y="3473450"/>
                <a:ext cx="115888"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9" name="íšḻiḑê"/>
              <p:cNvSpPr/>
              <p:nvPr/>
            </p:nvSpPr>
            <p:spPr bwMode="auto">
              <a:xfrm>
                <a:off x="3789363" y="3473450"/>
                <a:ext cx="428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0" name="ïṩļïďè"/>
              <p:cNvSpPr/>
              <p:nvPr/>
            </p:nvSpPr>
            <p:spPr bwMode="auto">
              <a:xfrm>
                <a:off x="3851276" y="3473450"/>
                <a:ext cx="57150"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1" name="îṥlïḋê"/>
              <p:cNvSpPr/>
              <p:nvPr/>
            </p:nvSpPr>
            <p:spPr bwMode="auto">
              <a:xfrm>
                <a:off x="3917951" y="3473450"/>
                <a:ext cx="555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2" name="îṧľïdè"/>
              <p:cNvSpPr/>
              <p:nvPr/>
            </p:nvSpPr>
            <p:spPr bwMode="auto">
              <a:xfrm>
                <a:off x="3994151" y="3473450"/>
                <a:ext cx="428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3" name="iSḷîḓê"/>
              <p:cNvSpPr/>
              <p:nvPr/>
            </p:nvSpPr>
            <p:spPr bwMode="auto">
              <a:xfrm>
                <a:off x="4046538" y="3473450"/>
                <a:ext cx="11271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4" name="îślíďè"/>
              <p:cNvSpPr/>
              <p:nvPr/>
            </p:nvSpPr>
            <p:spPr bwMode="auto">
              <a:xfrm>
                <a:off x="3979863" y="3473450"/>
                <a:ext cx="7938"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5" name="iSḻïḍè"/>
              <p:cNvSpPr/>
              <p:nvPr/>
            </p:nvSpPr>
            <p:spPr bwMode="auto">
              <a:xfrm>
                <a:off x="3838576" y="3473450"/>
                <a:ext cx="6350"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6" name="ïṡliḑê"/>
              <p:cNvSpPr/>
              <p:nvPr/>
            </p:nvSpPr>
            <p:spPr bwMode="auto">
              <a:xfrm>
                <a:off x="3851276" y="3384550"/>
                <a:ext cx="26988"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97" name="islïďé"/>
              <p:cNvSpPr/>
              <p:nvPr/>
            </p:nvSpPr>
            <p:spPr bwMode="auto">
              <a:xfrm>
                <a:off x="3817938" y="3384550"/>
                <a:ext cx="26988" cy="15875"/>
              </a:xfrm>
              <a:custGeom>
                <a:avLst/>
                <a:gdLst>
                  <a:gd name="T0" fmla="*/ 7 w 8"/>
                  <a:gd name="T1" fmla="*/ 0 h 5"/>
                  <a:gd name="T2" fmla="*/ 8 w 8"/>
                  <a:gd name="T3" fmla="*/ 2 h 5"/>
                  <a:gd name="T4" fmla="*/ 1 w 8"/>
                  <a:gd name="T5" fmla="*/ 5 h 5"/>
                  <a:gd name="T6" fmla="*/ 7 w 8"/>
                  <a:gd name="T7" fmla="*/ 0 h 5"/>
                  <a:gd name="T8" fmla="*/ 7 w 8"/>
                  <a:gd name="T9" fmla="*/ 0 h 5"/>
                  <a:gd name="T10" fmla="*/ 7 w 8"/>
                  <a:gd name="T11" fmla="*/ 0 h 5"/>
                </a:gdLst>
                <a:ahLst/>
                <a:cxnLst>
                  <a:cxn ang="0">
                    <a:pos x="T0" y="T1"/>
                  </a:cxn>
                  <a:cxn ang="0">
                    <a:pos x="T2" y="T3"/>
                  </a:cxn>
                  <a:cxn ang="0">
                    <a:pos x="T4" y="T5"/>
                  </a:cxn>
                  <a:cxn ang="0">
                    <a:pos x="T6" y="T7"/>
                  </a:cxn>
                  <a:cxn ang="0">
                    <a:pos x="T8" y="T9"/>
                  </a:cxn>
                  <a:cxn ang="0">
                    <a:pos x="T10" y="T11"/>
                  </a:cxn>
                </a:cxnLst>
                <a:rect l="0" t="0" r="r" b="b"/>
                <a:pathLst>
                  <a:path w="8" h="5">
                    <a:moveTo>
                      <a:pt x="7" y="0"/>
                    </a:moveTo>
                    <a:cubicBezTo>
                      <a:pt x="8" y="2"/>
                      <a:pt x="8" y="2"/>
                      <a:pt x="8" y="2"/>
                    </a:cubicBezTo>
                    <a:cubicBezTo>
                      <a:pt x="1" y="5"/>
                      <a:pt x="1" y="5"/>
                      <a:pt x="1" y="5"/>
                    </a:cubicBezTo>
                    <a:cubicBezTo>
                      <a:pt x="1" y="5"/>
                      <a:pt x="0" y="2"/>
                      <a:pt x="7" y="0"/>
                    </a:cubicBezTo>
                    <a:close/>
                    <a:moveTo>
                      <a:pt x="7" y="0"/>
                    </a:moveTo>
                    <a:cubicBezTo>
                      <a:pt x="7" y="0"/>
                      <a:pt x="7" y="0"/>
                      <a:pt x="7"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98" name="îṥḷîdé"/>
              <p:cNvSpPr/>
              <p:nvPr/>
            </p:nvSpPr>
            <p:spPr bwMode="auto">
              <a:xfrm>
                <a:off x="3983038" y="3384550"/>
                <a:ext cx="26988" cy="15875"/>
              </a:xfrm>
              <a:custGeom>
                <a:avLst/>
                <a:gdLst>
                  <a:gd name="T0" fmla="*/ 1 w 8"/>
                  <a:gd name="T1" fmla="*/ 0 h 5"/>
                  <a:gd name="T2" fmla="*/ 0 w 8"/>
                  <a:gd name="T3" fmla="*/ 2 h 5"/>
                  <a:gd name="T4" fmla="*/ 7 w 8"/>
                  <a:gd name="T5" fmla="*/ 5 h 5"/>
                  <a:gd name="T6" fmla="*/ 1 w 8"/>
                  <a:gd name="T7" fmla="*/ 0 h 5"/>
                  <a:gd name="T8" fmla="*/ 1 w 8"/>
                  <a:gd name="T9" fmla="*/ 0 h 5"/>
                  <a:gd name="T10" fmla="*/ 1 w 8"/>
                  <a:gd name="T11" fmla="*/ 0 h 5"/>
                </a:gdLst>
                <a:ahLst/>
                <a:cxnLst>
                  <a:cxn ang="0">
                    <a:pos x="T0" y="T1"/>
                  </a:cxn>
                  <a:cxn ang="0">
                    <a:pos x="T2" y="T3"/>
                  </a:cxn>
                  <a:cxn ang="0">
                    <a:pos x="T4" y="T5"/>
                  </a:cxn>
                  <a:cxn ang="0">
                    <a:pos x="T6" y="T7"/>
                  </a:cxn>
                  <a:cxn ang="0">
                    <a:pos x="T8" y="T9"/>
                  </a:cxn>
                  <a:cxn ang="0">
                    <a:pos x="T10" y="T11"/>
                  </a:cxn>
                </a:cxnLst>
                <a:rect l="0" t="0" r="r" b="b"/>
                <a:pathLst>
                  <a:path w="8" h="5">
                    <a:moveTo>
                      <a:pt x="1" y="0"/>
                    </a:moveTo>
                    <a:cubicBezTo>
                      <a:pt x="0" y="2"/>
                      <a:pt x="0" y="2"/>
                      <a:pt x="0" y="2"/>
                    </a:cubicBezTo>
                    <a:cubicBezTo>
                      <a:pt x="7" y="5"/>
                      <a:pt x="7" y="5"/>
                      <a:pt x="7" y="5"/>
                    </a:cubicBezTo>
                    <a:cubicBezTo>
                      <a:pt x="7" y="5"/>
                      <a:pt x="8" y="2"/>
                      <a:pt x="1" y="0"/>
                    </a:cubicBezTo>
                    <a:close/>
                    <a:moveTo>
                      <a:pt x="1" y="0"/>
                    </a:moveTo>
                    <a:cubicBezTo>
                      <a:pt x="1" y="0"/>
                      <a:pt x="1" y="0"/>
                      <a:pt x="1"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99" name="isḷîḋé"/>
              <p:cNvSpPr/>
              <p:nvPr/>
            </p:nvSpPr>
            <p:spPr bwMode="auto">
              <a:xfrm>
                <a:off x="3884613" y="3384550"/>
                <a:ext cx="26988"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0" name="iśḷïḑè"/>
              <p:cNvSpPr/>
              <p:nvPr/>
            </p:nvSpPr>
            <p:spPr bwMode="auto">
              <a:xfrm>
                <a:off x="3917951" y="3384550"/>
                <a:ext cx="25400"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1" name="iṧľiďé"/>
              <p:cNvSpPr/>
              <p:nvPr/>
            </p:nvSpPr>
            <p:spPr bwMode="auto">
              <a:xfrm>
                <a:off x="3951288" y="3384550"/>
                <a:ext cx="25400"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2" name="išľïḍé"/>
              <p:cNvSpPr/>
              <p:nvPr/>
            </p:nvSpPr>
            <p:spPr bwMode="auto">
              <a:xfrm>
                <a:off x="3771901" y="3484563"/>
                <a:ext cx="7938"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3" name="îŝlîḑè"/>
              <p:cNvSpPr/>
              <p:nvPr/>
            </p:nvSpPr>
            <p:spPr bwMode="auto">
              <a:xfrm>
                <a:off x="3786188" y="3484563"/>
                <a:ext cx="46038" cy="60325"/>
              </a:xfrm>
              <a:custGeom>
                <a:avLst/>
                <a:gdLst>
                  <a:gd name="T0" fmla="*/ 8 w 29"/>
                  <a:gd name="T1" fmla="*/ 0 h 38"/>
                  <a:gd name="T2" fmla="*/ 20 w 29"/>
                  <a:gd name="T3" fmla="*/ 0 h 38"/>
                  <a:gd name="T4" fmla="*/ 29 w 29"/>
                  <a:gd name="T5" fmla="*/ 8 h 38"/>
                  <a:gd name="T6" fmla="*/ 29 w 29"/>
                  <a:gd name="T7" fmla="*/ 38 h 38"/>
                  <a:gd name="T8" fmla="*/ 0 w 29"/>
                  <a:gd name="T9" fmla="*/ 38 h 38"/>
                  <a:gd name="T10" fmla="*/ 0 w 29"/>
                  <a:gd name="T11" fmla="*/ 8 h 38"/>
                  <a:gd name="T12" fmla="*/ 8 w 29"/>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29" h="38">
                    <a:moveTo>
                      <a:pt x="8" y="0"/>
                    </a:moveTo>
                    <a:lnTo>
                      <a:pt x="20" y="0"/>
                    </a:lnTo>
                    <a:lnTo>
                      <a:pt x="29" y="8"/>
                    </a:lnTo>
                    <a:lnTo>
                      <a:pt x="29" y="38"/>
                    </a:lnTo>
                    <a:lnTo>
                      <a:pt x="0" y="38"/>
                    </a:lnTo>
                    <a:lnTo>
                      <a:pt x="0" y="8"/>
                    </a:lnTo>
                    <a:lnTo>
                      <a:pt x="8"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4" name="îṩḻíḓe"/>
              <p:cNvSpPr/>
              <p:nvPr/>
            </p:nvSpPr>
            <p:spPr bwMode="auto">
              <a:xfrm>
                <a:off x="3994151" y="3484563"/>
                <a:ext cx="46038" cy="60325"/>
              </a:xfrm>
              <a:custGeom>
                <a:avLst/>
                <a:gdLst>
                  <a:gd name="T0" fmla="*/ 8 w 29"/>
                  <a:gd name="T1" fmla="*/ 0 h 38"/>
                  <a:gd name="T2" fmla="*/ 18 w 29"/>
                  <a:gd name="T3" fmla="*/ 0 h 38"/>
                  <a:gd name="T4" fmla="*/ 29 w 29"/>
                  <a:gd name="T5" fmla="*/ 8 h 38"/>
                  <a:gd name="T6" fmla="*/ 29 w 29"/>
                  <a:gd name="T7" fmla="*/ 38 h 38"/>
                  <a:gd name="T8" fmla="*/ 0 w 29"/>
                  <a:gd name="T9" fmla="*/ 38 h 38"/>
                  <a:gd name="T10" fmla="*/ 0 w 29"/>
                  <a:gd name="T11" fmla="*/ 8 h 38"/>
                  <a:gd name="T12" fmla="*/ 8 w 29"/>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29" h="38">
                    <a:moveTo>
                      <a:pt x="8" y="0"/>
                    </a:moveTo>
                    <a:lnTo>
                      <a:pt x="18" y="0"/>
                    </a:lnTo>
                    <a:lnTo>
                      <a:pt x="29" y="8"/>
                    </a:lnTo>
                    <a:lnTo>
                      <a:pt x="29" y="38"/>
                    </a:lnTo>
                    <a:lnTo>
                      <a:pt x="0" y="38"/>
                    </a:lnTo>
                    <a:lnTo>
                      <a:pt x="0" y="8"/>
                    </a:lnTo>
                    <a:lnTo>
                      <a:pt x="8"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5" name="î$1îdè"/>
              <p:cNvSpPr/>
              <p:nvPr/>
            </p:nvSpPr>
            <p:spPr bwMode="auto">
              <a:xfrm>
                <a:off x="3851276" y="3484563"/>
                <a:ext cx="122238" cy="60325"/>
              </a:xfrm>
              <a:custGeom>
                <a:avLst/>
                <a:gdLst>
                  <a:gd name="T0" fmla="*/ 9 w 77"/>
                  <a:gd name="T1" fmla="*/ 0 h 38"/>
                  <a:gd name="T2" fmla="*/ 69 w 77"/>
                  <a:gd name="T3" fmla="*/ 0 h 38"/>
                  <a:gd name="T4" fmla="*/ 77 w 77"/>
                  <a:gd name="T5" fmla="*/ 8 h 38"/>
                  <a:gd name="T6" fmla="*/ 77 w 77"/>
                  <a:gd name="T7" fmla="*/ 38 h 38"/>
                  <a:gd name="T8" fmla="*/ 0 w 77"/>
                  <a:gd name="T9" fmla="*/ 38 h 38"/>
                  <a:gd name="T10" fmla="*/ 0 w 77"/>
                  <a:gd name="T11" fmla="*/ 8 h 38"/>
                  <a:gd name="T12" fmla="*/ 9 w 77"/>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77" h="38">
                    <a:moveTo>
                      <a:pt x="9" y="0"/>
                    </a:moveTo>
                    <a:lnTo>
                      <a:pt x="69" y="0"/>
                    </a:lnTo>
                    <a:lnTo>
                      <a:pt x="77" y="8"/>
                    </a:lnTo>
                    <a:lnTo>
                      <a:pt x="77" y="38"/>
                    </a:lnTo>
                    <a:lnTo>
                      <a:pt x="0" y="38"/>
                    </a:lnTo>
                    <a:lnTo>
                      <a:pt x="0" y="8"/>
                    </a:lnTo>
                    <a:lnTo>
                      <a:pt x="9"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6" name="iśľïḓe"/>
              <p:cNvSpPr/>
              <p:nvPr/>
            </p:nvSpPr>
            <p:spPr bwMode="auto">
              <a:xfrm>
                <a:off x="4046538" y="3484563"/>
                <a:ext cx="6350"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7" name="iṣļïḑè"/>
              <p:cNvSpPr/>
              <p:nvPr/>
            </p:nvSpPr>
            <p:spPr bwMode="auto">
              <a:xfrm>
                <a:off x="3838576" y="3484563"/>
                <a:ext cx="6350"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8" name="iṡḷidé"/>
              <p:cNvSpPr/>
              <p:nvPr/>
            </p:nvSpPr>
            <p:spPr bwMode="auto">
              <a:xfrm>
                <a:off x="3979863" y="3484563"/>
                <a:ext cx="3175"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9" name="íṡḷíḋe"/>
              <p:cNvSpPr/>
              <p:nvPr/>
            </p:nvSpPr>
            <p:spPr bwMode="auto">
              <a:xfrm>
                <a:off x="3811588" y="3551238"/>
                <a:ext cx="20478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0" name="íŝ1iḑê"/>
              <p:cNvSpPr/>
              <p:nvPr/>
            </p:nvSpPr>
            <p:spPr bwMode="auto">
              <a:xfrm>
                <a:off x="3805238" y="3557588"/>
                <a:ext cx="214313"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1" name="îṩḷiḑe"/>
              <p:cNvSpPr/>
              <p:nvPr/>
            </p:nvSpPr>
            <p:spPr bwMode="auto">
              <a:xfrm>
                <a:off x="3802063" y="3567113"/>
                <a:ext cx="220663" cy="1588"/>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2" name="iṧḻiḑê"/>
              <p:cNvSpPr/>
              <p:nvPr/>
            </p:nvSpPr>
            <p:spPr bwMode="auto">
              <a:xfrm>
                <a:off x="3802063" y="3570288"/>
                <a:ext cx="22383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3" name="ïṣḻîḋè"/>
              <p:cNvSpPr/>
              <p:nvPr/>
            </p:nvSpPr>
            <p:spPr bwMode="auto">
              <a:xfrm>
                <a:off x="3795713" y="3581400"/>
                <a:ext cx="234950"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4" name="îṡ1îḍé"/>
              <p:cNvSpPr/>
              <p:nvPr/>
            </p:nvSpPr>
            <p:spPr bwMode="auto">
              <a:xfrm>
                <a:off x="3633788" y="3587750"/>
                <a:ext cx="560388" cy="6350"/>
              </a:xfrm>
              <a:custGeom>
                <a:avLst/>
                <a:gdLst>
                  <a:gd name="T0" fmla="*/ 0 w 353"/>
                  <a:gd name="T1" fmla="*/ 0 h 4"/>
                  <a:gd name="T2" fmla="*/ 353 w 353"/>
                  <a:gd name="T3" fmla="*/ 0 h 4"/>
                  <a:gd name="T4" fmla="*/ 351 w 353"/>
                  <a:gd name="T5" fmla="*/ 4 h 4"/>
                  <a:gd name="T6" fmla="*/ 2 w 353"/>
                  <a:gd name="T7" fmla="*/ 4 h 4"/>
                  <a:gd name="T8" fmla="*/ 0 w 353"/>
                  <a:gd name="T9" fmla="*/ 0 h 4"/>
                </a:gdLst>
                <a:ahLst/>
                <a:cxnLst>
                  <a:cxn ang="0">
                    <a:pos x="T0" y="T1"/>
                  </a:cxn>
                  <a:cxn ang="0">
                    <a:pos x="T2" y="T3"/>
                  </a:cxn>
                  <a:cxn ang="0">
                    <a:pos x="T4" y="T5"/>
                  </a:cxn>
                  <a:cxn ang="0">
                    <a:pos x="T6" y="T7"/>
                  </a:cxn>
                  <a:cxn ang="0">
                    <a:pos x="T8" y="T9"/>
                  </a:cxn>
                </a:cxnLst>
                <a:rect l="0" t="0" r="r" b="b"/>
                <a:pathLst>
                  <a:path w="353" h="4">
                    <a:moveTo>
                      <a:pt x="0" y="0"/>
                    </a:moveTo>
                    <a:lnTo>
                      <a:pt x="353" y="0"/>
                    </a:lnTo>
                    <a:lnTo>
                      <a:pt x="351" y="4"/>
                    </a:lnTo>
                    <a:lnTo>
                      <a:pt x="2" y="4"/>
                    </a:lnTo>
                    <a:lnTo>
                      <a:pt x="0" y="0"/>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15" name="îš1íḑe"/>
              <p:cNvSpPr/>
              <p:nvPr/>
            </p:nvSpPr>
            <p:spPr bwMode="auto">
              <a:xfrm>
                <a:off x="3640138" y="3600450"/>
                <a:ext cx="547688" cy="6350"/>
              </a:xfrm>
              <a:custGeom>
                <a:avLst/>
                <a:gdLst>
                  <a:gd name="T0" fmla="*/ 0 w 345"/>
                  <a:gd name="T1" fmla="*/ 0 h 4"/>
                  <a:gd name="T2" fmla="*/ 345 w 345"/>
                  <a:gd name="T3" fmla="*/ 0 h 4"/>
                  <a:gd name="T4" fmla="*/ 343 w 345"/>
                  <a:gd name="T5" fmla="*/ 4 h 4"/>
                  <a:gd name="T6" fmla="*/ 2 w 345"/>
                  <a:gd name="T7" fmla="*/ 4 h 4"/>
                  <a:gd name="T8" fmla="*/ 0 w 345"/>
                  <a:gd name="T9" fmla="*/ 0 h 4"/>
                </a:gdLst>
                <a:ahLst/>
                <a:cxnLst>
                  <a:cxn ang="0">
                    <a:pos x="T0" y="T1"/>
                  </a:cxn>
                  <a:cxn ang="0">
                    <a:pos x="T2" y="T3"/>
                  </a:cxn>
                  <a:cxn ang="0">
                    <a:pos x="T4" y="T5"/>
                  </a:cxn>
                  <a:cxn ang="0">
                    <a:pos x="T6" y="T7"/>
                  </a:cxn>
                  <a:cxn ang="0">
                    <a:pos x="T8" y="T9"/>
                  </a:cxn>
                </a:cxnLst>
                <a:rect l="0" t="0" r="r" b="b"/>
                <a:pathLst>
                  <a:path w="345" h="4">
                    <a:moveTo>
                      <a:pt x="0" y="0"/>
                    </a:moveTo>
                    <a:lnTo>
                      <a:pt x="345" y="0"/>
                    </a:lnTo>
                    <a:lnTo>
                      <a:pt x="343" y="4"/>
                    </a:lnTo>
                    <a:lnTo>
                      <a:pt x="2" y="4"/>
                    </a:lnTo>
                    <a:lnTo>
                      <a:pt x="0" y="0"/>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16" name="iš1ïḍe"/>
              <p:cNvSpPr/>
              <p:nvPr/>
            </p:nvSpPr>
            <p:spPr bwMode="auto">
              <a:xfrm>
                <a:off x="3736976" y="3406775"/>
                <a:ext cx="352425" cy="4763"/>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7" name="îSḻîde"/>
              <p:cNvSpPr/>
              <p:nvPr/>
            </p:nvSpPr>
            <p:spPr bwMode="auto">
              <a:xfrm>
                <a:off x="3746501" y="3417888"/>
                <a:ext cx="3333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8" name="î$ḻîḑé"/>
              <p:cNvSpPr/>
              <p:nvPr/>
            </p:nvSpPr>
            <p:spPr bwMode="auto">
              <a:xfrm>
                <a:off x="3805238" y="3417888"/>
                <a:ext cx="211138" cy="1588"/>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9" name="íŝļïḓe"/>
              <p:cNvSpPr/>
              <p:nvPr/>
            </p:nvSpPr>
            <p:spPr bwMode="auto">
              <a:xfrm>
                <a:off x="3811588"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20" name="îS1iḍé"/>
              <p:cNvSpPr/>
              <p:nvPr/>
            </p:nvSpPr>
            <p:spPr bwMode="auto">
              <a:xfrm>
                <a:off x="3802063"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21" name="išlïdé"/>
              <p:cNvSpPr/>
              <p:nvPr/>
            </p:nvSpPr>
            <p:spPr bwMode="auto">
              <a:xfrm>
                <a:off x="3789363" y="3421063"/>
                <a:ext cx="6350"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22" name="ïSlïde"/>
              <p:cNvSpPr/>
              <p:nvPr/>
            </p:nvSpPr>
            <p:spPr bwMode="auto">
              <a:xfrm>
                <a:off x="3822701"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3" name="îşľïďe"/>
              <p:cNvSpPr/>
              <p:nvPr/>
            </p:nvSpPr>
            <p:spPr bwMode="auto">
              <a:xfrm>
                <a:off x="3832226"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4" name="ïşľíďê"/>
              <p:cNvSpPr/>
              <p:nvPr/>
            </p:nvSpPr>
            <p:spPr bwMode="auto">
              <a:xfrm>
                <a:off x="38449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5" name="íś1ïdè"/>
              <p:cNvSpPr/>
              <p:nvPr/>
            </p:nvSpPr>
            <p:spPr bwMode="auto">
              <a:xfrm>
                <a:off x="3854451"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0" y="0"/>
                      <a:pt x="1" y="0"/>
                      <a:pt x="2" y="0"/>
                    </a:cubicBezTo>
                    <a:cubicBezTo>
                      <a:pt x="2" y="3"/>
                      <a:pt x="2" y="6"/>
                      <a:pt x="2"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6" name="iṩḷiḍe"/>
              <p:cNvSpPr/>
              <p:nvPr/>
            </p:nvSpPr>
            <p:spPr bwMode="auto">
              <a:xfrm>
                <a:off x="3865563"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7" name="ïŝ1iďè"/>
              <p:cNvSpPr/>
              <p:nvPr/>
            </p:nvSpPr>
            <p:spPr bwMode="auto">
              <a:xfrm>
                <a:off x="3878263"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8" name="íṩļíḋê"/>
              <p:cNvSpPr/>
              <p:nvPr/>
            </p:nvSpPr>
            <p:spPr bwMode="auto">
              <a:xfrm>
                <a:off x="3887788"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9" name="ïṧ1ïdè"/>
              <p:cNvSpPr/>
              <p:nvPr/>
            </p:nvSpPr>
            <p:spPr bwMode="auto">
              <a:xfrm>
                <a:off x="3897313"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0" name="íŝḻîḍé"/>
              <p:cNvSpPr/>
              <p:nvPr/>
            </p:nvSpPr>
            <p:spPr bwMode="auto">
              <a:xfrm>
                <a:off x="3908426"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1" name="îşḻïḓé"/>
              <p:cNvSpPr/>
              <p:nvPr/>
            </p:nvSpPr>
            <p:spPr bwMode="auto">
              <a:xfrm>
                <a:off x="39211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2" name="íśļíďè"/>
              <p:cNvSpPr/>
              <p:nvPr/>
            </p:nvSpPr>
            <p:spPr bwMode="auto">
              <a:xfrm>
                <a:off x="3930651"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3" name="iŝ1ïdé"/>
              <p:cNvSpPr/>
              <p:nvPr/>
            </p:nvSpPr>
            <p:spPr bwMode="auto">
              <a:xfrm>
                <a:off x="3940176"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4" name="is1ídè"/>
              <p:cNvSpPr/>
              <p:nvPr/>
            </p:nvSpPr>
            <p:spPr bwMode="auto">
              <a:xfrm>
                <a:off x="3951288"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2" y="0"/>
                      <a:pt x="2" y="0"/>
                    </a:cubicBezTo>
                    <a:cubicBezTo>
                      <a:pt x="2" y="3"/>
                      <a:pt x="2" y="6"/>
                      <a:pt x="2" y="9"/>
                    </a:cubicBezTo>
                    <a:cubicBezTo>
                      <a:pt x="2"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5" name="islíďê"/>
              <p:cNvSpPr/>
              <p:nvPr/>
            </p:nvSpPr>
            <p:spPr bwMode="auto">
              <a:xfrm>
                <a:off x="3963988"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6" name="iṩlíḑê"/>
              <p:cNvSpPr/>
              <p:nvPr/>
            </p:nvSpPr>
            <p:spPr bwMode="auto">
              <a:xfrm>
                <a:off x="3973513"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7" name="îṥḷïďê"/>
              <p:cNvSpPr/>
              <p:nvPr/>
            </p:nvSpPr>
            <p:spPr bwMode="auto">
              <a:xfrm>
                <a:off x="3983038"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8" name="íṥḻïďè"/>
              <p:cNvSpPr/>
              <p:nvPr/>
            </p:nvSpPr>
            <p:spPr bwMode="auto">
              <a:xfrm>
                <a:off x="39973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9" name="íṡḷíḍè"/>
              <p:cNvSpPr/>
              <p:nvPr/>
            </p:nvSpPr>
            <p:spPr bwMode="auto">
              <a:xfrm>
                <a:off x="4006851"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0" name="î$ḷîḑé"/>
              <p:cNvSpPr/>
              <p:nvPr/>
            </p:nvSpPr>
            <p:spPr bwMode="auto">
              <a:xfrm>
                <a:off x="4016376" y="3421063"/>
                <a:ext cx="6350"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1" name="í$ľîdè"/>
              <p:cNvSpPr/>
              <p:nvPr/>
            </p:nvSpPr>
            <p:spPr bwMode="auto">
              <a:xfrm>
                <a:off x="4025901" y="3421063"/>
                <a:ext cx="7938"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2" name="iṥ1iḍè"/>
              <p:cNvSpPr/>
              <p:nvPr/>
            </p:nvSpPr>
            <p:spPr bwMode="auto">
              <a:xfrm>
                <a:off x="4040188" y="3417888"/>
                <a:ext cx="3968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3" name="ïslidé"/>
              <p:cNvSpPr/>
              <p:nvPr/>
            </p:nvSpPr>
            <p:spPr bwMode="auto">
              <a:xfrm>
                <a:off x="3679826"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4" name="íṡlïďè"/>
              <p:cNvSpPr/>
              <p:nvPr/>
            </p:nvSpPr>
            <p:spPr bwMode="auto">
              <a:xfrm>
                <a:off x="3884613" y="3490913"/>
                <a:ext cx="55563" cy="53975"/>
              </a:xfrm>
              <a:custGeom>
                <a:avLst/>
                <a:gdLst>
                  <a:gd name="T0" fmla="*/ 0 w 35"/>
                  <a:gd name="T1" fmla="*/ 0 h 34"/>
                  <a:gd name="T2" fmla="*/ 35 w 35"/>
                  <a:gd name="T3" fmla="*/ 0 h 34"/>
                  <a:gd name="T4" fmla="*/ 35 w 35"/>
                  <a:gd name="T5" fmla="*/ 34 h 34"/>
                  <a:gd name="T6" fmla="*/ 0 w 35"/>
                  <a:gd name="T7" fmla="*/ 34 h 34"/>
                  <a:gd name="T8" fmla="*/ 0 w 35"/>
                  <a:gd name="T9" fmla="*/ 0 h 34"/>
                  <a:gd name="T10" fmla="*/ 0 w 35"/>
                  <a:gd name="T11" fmla="*/ 0 h 34"/>
                  <a:gd name="T12" fmla="*/ 4 w 35"/>
                  <a:gd name="T13" fmla="*/ 8 h 34"/>
                  <a:gd name="T14" fmla="*/ 4 w 35"/>
                  <a:gd name="T15" fmla="*/ 27 h 34"/>
                  <a:gd name="T16" fmla="*/ 8 w 35"/>
                  <a:gd name="T17" fmla="*/ 27 h 34"/>
                  <a:gd name="T18" fmla="*/ 8 w 35"/>
                  <a:gd name="T19" fmla="*/ 8 h 34"/>
                  <a:gd name="T20" fmla="*/ 4 w 35"/>
                  <a:gd name="T21" fmla="*/ 8 h 34"/>
                  <a:gd name="T22" fmla="*/ 4 w 35"/>
                  <a:gd name="T23" fmla="*/ 8 h 34"/>
                  <a:gd name="T24" fmla="*/ 29 w 35"/>
                  <a:gd name="T25" fmla="*/ 8 h 34"/>
                  <a:gd name="T26" fmla="*/ 29 w 35"/>
                  <a:gd name="T27" fmla="*/ 27 h 34"/>
                  <a:gd name="T28" fmla="*/ 31 w 35"/>
                  <a:gd name="T29" fmla="*/ 27 h 34"/>
                  <a:gd name="T30" fmla="*/ 31 w 35"/>
                  <a:gd name="T31" fmla="*/ 8 h 34"/>
                  <a:gd name="T32" fmla="*/ 29 w 35"/>
                  <a:gd name="T33" fmla="*/ 8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35" h="34">
                    <a:moveTo>
                      <a:pt x="0" y="0"/>
                    </a:moveTo>
                    <a:lnTo>
                      <a:pt x="35" y="0"/>
                    </a:lnTo>
                    <a:lnTo>
                      <a:pt x="35" y="34"/>
                    </a:lnTo>
                    <a:lnTo>
                      <a:pt x="0" y="34"/>
                    </a:lnTo>
                    <a:lnTo>
                      <a:pt x="0" y="0"/>
                    </a:lnTo>
                    <a:lnTo>
                      <a:pt x="0" y="0"/>
                    </a:lnTo>
                    <a:close/>
                    <a:moveTo>
                      <a:pt x="4" y="8"/>
                    </a:moveTo>
                    <a:lnTo>
                      <a:pt x="4" y="27"/>
                    </a:lnTo>
                    <a:lnTo>
                      <a:pt x="8" y="27"/>
                    </a:lnTo>
                    <a:lnTo>
                      <a:pt x="8" y="8"/>
                    </a:lnTo>
                    <a:lnTo>
                      <a:pt x="4" y="8"/>
                    </a:lnTo>
                    <a:lnTo>
                      <a:pt x="4" y="8"/>
                    </a:lnTo>
                    <a:close/>
                    <a:moveTo>
                      <a:pt x="29" y="8"/>
                    </a:moveTo>
                    <a:lnTo>
                      <a:pt x="29" y="27"/>
                    </a:lnTo>
                    <a:lnTo>
                      <a:pt x="31" y="27"/>
                    </a:lnTo>
                    <a:lnTo>
                      <a:pt x="31" y="8"/>
                    </a:lnTo>
                    <a:lnTo>
                      <a:pt x="29" y="8"/>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45" name="iṧ1ïḓè"/>
              <p:cNvSpPr/>
              <p:nvPr/>
            </p:nvSpPr>
            <p:spPr bwMode="auto">
              <a:xfrm>
                <a:off x="3551238" y="3067050"/>
                <a:ext cx="722313" cy="727075"/>
              </a:xfrm>
              <a:custGeom>
                <a:avLst/>
                <a:gdLst>
                  <a:gd name="T0" fmla="*/ 109 w 219"/>
                  <a:gd name="T1" fmla="*/ 0 h 218"/>
                  <a:gd name="T2" fmla="*/ 219 w 219"/>
                  <a:gd name="T3" fmla="*/ 109 h 218"/>
                  <a:gd name="T4" fmla="*/ 109 w 219"/>
                  <a:gd name="T5" fmla="*/ 218 h 218"/>
                  <a:gd name="T6" fmla="*/ 0 w 219"/>
                  <a:gd name="T7" fmla="*/ 109 h 218"/>
                  <a:gd name="T8" fmla="*/ 109 w 219"/>
                  <a:gd name="T9" fmla="*/ 0 h 218"/>
                  <a:gd name="T10" fmla="*/ 109 w 219"/>
                  <a:gd name="T11" fmla="*/ 3 h 218"/>
                  <a:gd name="T12" fmla="*/ 4 w 219"/>
                  <a:gd name="T13" fmla="*/ 109 h 218"/>
                  <a:gd name="T14" fmla="*/ 109 w 219"/>
                  <a:gd name="T15" fmla="*/ 215 h 218"/>
                  <a:gd name="T16" fmla="*/ 215 w 219"/>
                  <a:gd name="T17" fmla="*/ 109 h 218"/>
                  <a:gd name="T18" fmla="*/ 109 w 219"/>
                  <a:gd name="T19" fmla="*/ 3 h 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9" h="218">
                    <a:moveTo>
                      <a:pt x="109" y="0"/>
                    </a:moveTo>
                    <a:cubicBezTo>
                      <a:pt x="170" y="0"/>
                      <a:pt x="219" y="49"/>
                      <a:pt x="219" y="109"/>
                    </a:cubicBezTo>
                    <a:cubicBezTo>
                      <a:pt x="219" y="169"/>
                      <a:pt x="170" y="218"/>
                      <a:pt x="109" y="218"/>
                    </a:cubicBezTo>
                    <a:cubicBezTo>
                      <a:pt x="49" y="218"/>
                      <a:pt x="0" y="169"/>
                      <a:pt x="0" y="109"/>
                    </a:cubicBezTo>
                    <a:cubicBezTo>
                      <a:pt x="0" y="49"/>
                      <a:pt x="49" y="0"/>
                      <a:pt x="109" y="0"/>
                    </a:cubicBezTo>
                    <a:close/>
                    <a:moveTo>
                      <a:pt x="109" y="3"/>
                    </a:moveTo>
                    <a:cubicBezTo>
                      <a:pt x="51" y="3"/>
                      <a:pt x="4" y="51"/>
                      <a:pt x="4" y="109"/>
                    </a:cubicBezTo>
                    <a:cubicBezTo>
                      <a:pt x="4" y="167"/>
                      <a:pt x="51" y="215"/>
                      <a:pt x="109" y="215"/>
                    </a:cubicBezTo>
                    <a:cubicBezTo>
                      <a:pt x="168" y="215"/>
                      <a:pt x="215" y="167"/>
                      <a:pt x="215" y="109"/>
                    </a:cubicBezTo>
                    <a:cubicBezTo>
                      <a:pt x="215" y="51"/>
                      <a:pt x="168" y="3"/>
                      <a:pt x="109" y="3"/>
                    </a:cubicBez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nvGrpSpPr>
            <p:cNvPr id="247" name="íşḷïḑe"/>
            <p:cNvGrpSpPr/>
            <p:nvPr userDrawn="1"/>
          </p:nvGrpSpPr>
          <p:grpSpPr>
            <a:xfrm>
              <a:off x="4894762" y="471192"/>
              <a:ext cx="4437911" cy="1614111"/>
              <a:chOff x="4412452" y="3106738"/>
              <a:chExt cx="2312689" cy="841148"/>
            </a:xfrm>
          </p:grpSpPr>
          <p:grpSp>
            <p:nvGrpSpPr>
              <p:cNvPr id="248" name="îṥľíḑé"/>
              <p:cNvGrpSpPr/>
              <p:nvPr/>
            </p:nvGrpSpPr>
            <p:grpSpPr>
              <a:xfrm>
                <a:off x="4422776" y="3106738"/>
                <a:ext cx="2293937" cy="617538"/>
                <a:chOff x="4422776" y="3106738"/>
                <a:chExt cx="2293937" cy="617538"/>
              </a:xfrm>
            </p:grpSpPr>
            <p:sp>
              <p:nvSpPr>
                <p:cNvPr id="265" name="išḻiḑé"/>
                <p:cNvSpPr/>
                <p:nvPr/>
              </p:nvSpPr>
              <p:spPr bwMode="auto">
                <a:xfrm>
                  <a:off x="4811713" y="3200400"/>
                  <a:ext cx="49213" cy="100013"/>
                </a:xfrm>
                <a:custGeom>
                  <a:avLst/>
                  <a:gdLst>
                    <a:gd name="T0" fmla="*/ 0 w 15"/>
                    <a:gd name="T1" fmla="*/ 1 h 30"/>
                    <a:gd name="T2" fmla="*/ 1 w 15"/>
                    <a:gd name="T3" fmla="*/ 12 h 30"/>
                    <a:gd name="T4" fmla="*/ 0 w 15"/>
                    <a:gd name="T5" fmla="*/ 21 h 30"/>
                    <a:gd name="T6" fmla="*/ 2 w 15"/>
                    <a:gd name="T7" fmla="*/ 28 h 30"/>
                    <a:gd name="T8" fmla="*/ 7 w 15"/>
                    <a:gd name="T9" fmla="*/ 30 h 30"/>
                    <a:gd name="T10" fmla="*/ 12 w 15"/>
                    <a:gd name="T11" fmla="*/ 26 h 30"/>
                    <a:gd name="T12" fmla="*/ 15 w 15"/>
                    <a:gd name="T13" fmla="*/ 18 h 30"/>
                    <a:gd name="T14" fmla="*/ 3 w 15"/>
                    <a:gd name="T15" fmla="*/ 0 h 30"/>
                    <a:gd name="T16" fmla="*/ 0 w 15"/>
                    <a:gd name="T17" fmla="*/ 1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5" h="30">
                      <a:moveTo>
                        <a:pt x="0" y="1"/>
                      </a:moveTo>
                      <a:cubicBezTo>
                        <a:pt x="1" y="12"/>
                        <a:pt x="1" y="12"/>
                        <a:pt x="1" y="12"/>
                      </a:cubicBezTo>
                      <a:cubicBezTo>
                        <a:pt x="1" y="13"/>
                        <a:pt x="0" y="18"/>
                        <a:pt x="0" y="21"/>
                      </a:cubicBezTo>
                      <a:cubicBezTo>
                        <a:pt x="0" y="24"/>
                        <a:pt x="2" y="25"/>
                        <a:pt x="2" y="28"/>
                      </a:cubicBezTo>
                      <a:cubicBezTo>
                        <a:pt x="7" y="30"/>
                        <a:pt x="7" y="30"/>
                        <a:pt x="7" y="30"/>
                      </a:cubicBezTo>
                      <a:cubicBezTo>
                        <a:pt x="9" y="27"/>
                        <a:pt x="10" y="29"/>
                        <a:pt x="12" y="26"/>
                      </a:cubicBezTo>
                      <a:cubicBezTo>
                        <a:pt x="14" y="23"/>
                        <a:pt x="14" y="21"/>
                        <a:pt x="15" y="18"/>
                      </a:cubicBezTo>
                      <a:cubicBezTo>
                        <a:pt x="12" y="7"/>
                        <a:pt x="13" y="5"/>
                        <a:pt x="3" y="0"/>
                      </a:cubicBezTo>
                      <a:lnTo>
                        <a:pt x="0" y="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6" name="íṥľíďè"/>
                <p:cNvSpPr/>
                <p:nvPr/>
              </p:nvSpPr>
              <p:spPr bwMode="auto">
                <a:xfrm>
                  <a:off x="5221288" y="3184525"/>
                  <a:ext cx="36513" cy="122238"/>
                </a:xfrm>
                <a:custGeom>
                  <a:avLst/>
                  <a:gdLst>
                    <a:gd name="T0" fmla="*/ 0 w 11"/>
                    <a:gd name="T1" fmla="*/ 3 h 37"/>
                    <a:gd name="T2" fmla="*/ 2 w 11"/>
                    <a:gd name="T3" fmla="*/ 14 h 37"/>
                    <a:gd name="T4" fmla="*/ 0 w 11"/>
                    <a:gd name="T5" fmla="*/ 33 h 37"/>
                    <a:gd name="T6" fmla="*/ 0 w 11"/>
                    <a:gd name="T7" fmla="*/ 36 h 37"/>
                    <a:gd name="T8" fmla="*/ 2 w 11"/>
                    <a:gd name="T9" fmla="*/ 37 h 37"/>
                    <a:gd name="T10" fmla="*/ 8 w 11"/>
                    <a:gd name="T11" fmla="*/ 27 h 37"/>
                    <a:gd name="T12" fmla="*/ 11 w 11"/>
                    <a:gd name="T13" fmla="*/ 17 h 37"/>
                    <a:gd name="T14" fmla="*/ 11 w 11"/>
                    <a:gd name="T15" fmla="*/ 15 h 37"/>
                    <a:gd name="T16" fmla="*/ 7 w 11"/>
                    <a:gd name="T17" fmla="*/ 2 h 37"/>
                    <a:gd name="T18" fmla="*/ 2 w 11"/>
                    <a:gd name="T19" fmla="*/ 0 h 37"/>
                    <a:gd name="T20" fmla="*/ 0 w 11"/>
                    <a:gd name="T21" fmla="*/ 3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1" h="37">
                      <a:moveTo>
                        <a:pt x="0" y="3"/>
                      </a:moveTo>
                      <a:cubicBezTo>
                        <a:pt x="2" y="14"/>
                        <a:pt x="2" y="14"/>
                        <a:pt x="2" y="14"/>
                      </a:cubicBezTo>
                      <a:cubicBezTo>
                        <a:pt x="2" y="19"/>
                        <a:pt x="0" y="27"/>
                        <a:pt x="0" y="33"/>
                      </a:cubicBezTo>
                      <a:cubicBezTo>
                        <a:pt x="0" y="36"/>
                        <a:pt x="0" y="36"/>
                        <a:pt x="0" y="36"/>
                      </a:cubicBezTo>
                      <a:cubicBezTo>
                        <a:pt x="2" y="36"/>
                        <a:pt x="1" y="37"/>
                        <a:pt x="2" y="37"/>
                      </a:cubicBezTo>
                      <a:cubicBezTo>
                        <a:pt x="3" y="37"/>
                        <a:pt x="7" y="28"/>
                        <a:pt x="8" y="27"/>
                      </a:cubicBezTo>
                      <a:cubicBezTo>
                        <a:pt x="9" y="24"/>
                        <a:pt x="11" y="21"/>
                        <a:pt x="11" y="17"/>
                      </a:cubicBezTo>
                      <a:cubicBezTo>
                        <a:pt x="11" y="15"/>
                        <a:pt x="11" y="15"/>
                        <a:pt x="11" y="15"/>
                      </a:cubicBezTo>
                      <a:cubicBezTo>
                        <a:pt x="11" y="7"/>
                        <a:pt x="8" y="7"/>
                        <a:pt x="7" y="2"/>
                      </a:cubicBezTo>
                      <a:cubicBezTo>
                        <a:pt x="2" y="0"/>
                        <a:pt x="2" y="0"/>
                        <a:pt x="2" y="0"/>
                      </a:cubicBezTo>
                      <a:cubicBezTo>
                        <a:pt x="2" y="1"/>
                        <a:pt x="0" y="1"/>
                        <a:pt x="0" y="3"/>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7" name="íś1iḑe"/>
                <p:cNvSpPr/>
                <p:nvPr/>
              </p:nvSpPr>
              <p:spPr bwMode="auto">
                <a:xfrm>
                  <a:off x="4554538" y="3251200"/>
                  <a:ext cx="119063" cy="58738"/>
                </a:xfrm>
                <a:custGeom>
                  <a:avLst/>
                  <a:gdLst>
                    <a:gd name="T0" fmla="*/ 0 w 36"/>
                    <a:gd name="T1" fmla="*/ 15 h 18"/>
                    <a:gd name="T2" fmla="*/ 2 w 36"/>
                    <a:gd name="T3" fmla="*/ 16 h 18"/>
                    <a:gd name="T4" fmla="*/ 13 w 36"/>
                    <a:gd name="T5" fmla="*/ 18 h 18"/>
                    <a:gd name="T6" fmla="*/ 16 w 36"/>
                    <a:gd name="T7" fmla="*/ 18 h 18"/>
                    <a:gd name="T8" fmla="*/ 22 w 36"/>
                    <a:gd name="T9" fmla="*/ 17 h 18"/>
                    <a:gd name="T10" fmla="*/ 23 w 36"/>
                    <a:gd name="T11" fmla="*/ 17 h 18"/>
                    <a:gd name="T12" fmla="*/ 30 w 36"/>
                    <a:gd name="T13" fmla="*/ 13 h 18"/>
                    <a:gd name="T14" fmla="*/ 36 w 36"/>
                    <a:gd name="T15" fmla="*/ 8 h 18"/>
                    <a:gd name="T16" fmla="*/ 36 w 36"/>
                    <a:gd name="T17" fmla="*/ 7 h 18"/>
                    <a:gd name="T18" fmla="*/ 36 w 36"/>
                    <a:gd name="T19" fmla="*/ 4 h 18"/>
                    <a:gd name="T20" fmla="*/ 32 w 36"/>
                    <a:gd name="T21" fmla="*/ 0 h 18"/>
                    <a:gd name="T22" fmla="*/ 24 w 36"/>
                    <a:gd name="T23" fmla="*/ 3 h 18"/>
                    <a:gd name="T24" fmla="*/ 16 w 36"/>
                    <a:gd name="T25" fmla="*/ 7 h 18"/>
                    <a:gd name="T26" fmla="*/ 0 w 36"/>
                    <a:gd name="T27" fmla="*/ 15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6" h="18">
                      <a:moveTo>
                        <a:pt x="0" y="15"/>
                      </a:moveTo>
                      <a:cubicBezTo>
                        <a:pt x="1" y="16"/>
                        <a:pt x="1" y="16"/>
                        <a:pt x="2" y="16"/>
                      </a:cubicBezTo>
                      <a:cubicBezTo>
                        <a:pt x="6" y="16"/>
                        <a:pt x="9" y="18"/>
                        <a:pt x="13" y="18"/>
                      </a:cubicBezTo>
                      <a:cubicBezTo>
                        <a:pt x="16" y="18"/>
                        <a:pt x="16" y="18"/>
                        <a:pt x="16" y="18"/>
                      </a:cubicBezTo>
                      <a:cubicBezTo>
                        <a:pt x="22" y="17"/>
                        <a:pt x="22" y="17"/>
                        <a:pt x="22" y="17"/>
                      </a:cubicBezTo>
                      <a:cubicBezTo>
                        <a:pt x="23" y="17"/>
                        <a:pt x="23" y="17"/>
                        <a:pt x="23" y="17"/>
                      </a:cubicBezTo>
                      <a:cubicBezTo>
                        <a:pt x="26" y="16"/>
                        <a:pt x="28" y="14"/>
                        <a:pt x="30" y="13"/>
                      </a:cubicBezTo>
                      <a:cubicBezTo>
                        <a:pt x="34" y="11"/>
                        <a:pt x="33" y="10"/>
                        <a:pt x="36" y="8"/>
                      </a:cubicBezTo>
                      <a:cubicBezTo>
                        <a:pt x="36" y="7"/>
                        <a:pt x="36" y="7"/>
                        <a:pt x="36" y="7"/>
                      </a:cubicBezTo>
                      <a:cubicBezTo>
                        <a:pt x="36" y="4"/>
                        <a:pt x="36" y="4"/>
                        <a:pt x="36" y="4"/>
                      </a:cubicBezTo>
                      <a:cubicBezTo>
                        <a:pt x="36" y="1"/>
                        <a:pt x="33" y="2"/>
                        <a:pt x="32" y="0"/>
                      </a:cubicBezTo>
                      <a:cubicBezTo>
                        <a:pt x="29" y="1"/>
                        <a:pt x="27" y="1"/>
                        <a:pt x="24" y="3"/>
                      </a:cubicBezTo>
                      <a:cubicBezTo>
                        <a:pt x="21" y="4"/>
                        <a:pt x="19" y="6"/>
                        <a:pt x="16" y="7"/>
                      </a:cubicBezTo>
                      <a:cubicBezTo>
                        <a:pt x="11" y="11"/>
                        <a:pt x="4" y="10"/>
                        <a:pt x="0" y="1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8" name="iṩ1iḋè"/>
                <p:cNvSpPr/>
                <p:nvPr/>
              </p:nvSpPr>
              <p:spPr bwMode="auto">
                <a:xfrm>
                  <a:off x="6359526" y="3263900"/>
                  <a:ext cx="93663" cy="139700"/>
                </a:xfrm>
                <a:custGeom>
                  <a:avLst/>
                  <a:gdLst>
                    <a:gd name="T0" fmla="*/ 15 w 28"/>
                    <a:gd name="T1" fmla="*/ 1 h 42"/>
                    <a:gd name="T2" fmla="*/ 6 w 28"/>
                    <a:gd name="T3" fmla="*/ 11 h 42"/>
                    <a:gd name="T4" fmla="*/ 6 w 28"/>
                    <a:gd name="T5" fmla="*/ 13 h 42"/>
                    <a:gd name="T6" fmla="*/ 5 w 28"/>
                    <a:gd name="T7" fmla="*/ 16 h 42"/>
                    <a:gd name="T8" fmla="*/ 6 w 28"/>
                    <a:gd name="T9" fmla="*/ 20 h 42"/>
                    <a:gd name="T10" fmla="*/ 6 w 28"/>
                    <a:gd name="T11" fmla="*/ 21 h 42"/>
                    <a:gd name="T12" fmla="*/ 0 w 28"/>
                    <a:gd name="T13" fmla="*/ 38 h 42"/>
                    <a:gd name="T14" fmla="*/ 0 w 28"/>
                    <a:gd name="T15" fmla="*/ 41 h 42"/>
                    <a:gd name="T16" fmla="*/ 3 w 28"/>
                    <a:gd name="T17" fmla="*/ 42 h 42"/>
                    <a:gd name="T18" fmla="*/ 9 w 28"/>
                    <a:gd name="T19" fmla="*/ 32 h 42"/>
                    <a:gd name="T20" fmla="*/ 12 w 28"/>
                    <a:gd name="T21" fmla="*/ 26 h 42"/>
                    <a:gd name="T22" fmla="*/ 14 w 28"/>
                    <a:gd name="T23" fmla="*/ 26 h 42"/>
                    <a:gd name="T24" fmla="*/ 20 w 28"/>
                    <a:gd name="T25" fmla="*/ 26 h 42"/>
                    <a:gd name="T26" fmla="*/ 28 w 28"/>
                    <a:gd name="T27" fmla="*/ 14 h 42"/>
                    <a:gd name="T28" fmla="*/ 28 w 28"/>
                    <a:gd name="T29" fmla="*/ 6 h 42"/>
                    <a:gd name="T30" fmla="*/ 28 w 28"/>
                    <a:gd name="T31" fmla="*/ 5 h 42"/>
                    <a:gd name="T32" fmla="*/ 27 w 28"/>
                    <a:gd name="T33" fmla="*/ 3 h 42"/>
                    <a:gd name="T34" fmla="*/ 26 w 28"/>
                    <a:gd name="T35" fmla="*/ 3 h 42"/>
                    <a:gd name="T36" fmla="*/ 24 w 28"/>
                    <a:gd name="T37" fmla="*/ 3 h 42"/>
                    <a:gd name="T38" fmla="*/ 23 w 28"/>
                    <a:gd name="T39" fmla="*/ 3 h 42"/>
                    <a:gd name="T40" fmla="*/ 20 w 28"/>
                    <a:gd name="T41" fmla="*/ 0 h 42"/>
                    <a:gd name="T42" fmla="*/ 15 w 28"/>
                    <a:gd name="T43" fmla="*/ 1 h 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 h="42">
                      <a:moveTo>
                        <a:pt x="15" y="1"/>
                      </a:moveTo>
                      <a:cubicBezTo>
                        <a:pt x="15" y="10"/>
                        <a:pt x="8" y="6"/>
                        <a:pt x="6" y="11"/>
                      </a:cubicBezTo>
                      <a:cubicBezTo>
                        <a:pt x="6" y="13"/>
                        <a:pt x="6" y="13"/>
                        <a:pt x="6" y="13"/>
                      </a:cubicBezTo>
                      <a:cubicBezTo>
                        <a:pt x="6" y="14"/>
                        <a:pt x="5" y="14"/>
                        <a:pt x="5" y="16"/>
                      </a:cubicBezTo>
                      <a:cubicBezTo>
                        <a:pt x="6" y="20"/>
                        <a:pt x="6" y="20"/>
                        <a:pt x="6" y="20"/>
                      </a:cubicBezTo>
                      <a:cubicBezTo>
                        <a:pt x="6" y="21"/>
                        <a:pt x="6" y="21"/>
                        <a:pt x="6" y="21"/>
                      </a:cubicBezTo>
                      <a:cubicBezTo>
                        <a:pt x="6" y="29"/>
                        <a:pt x="0" y="31"/>
                        <a:pt x="0" y="38"/>
                      </a:cubicBezTo>
                      <a:cubicBezTo>
                        <a:pt x="0" y="41"/>
                        <a:pt x="0" y="41"/>
                        <a:pt x="0" y="41"/>
                      </a:cubicBezTo>
                      <a:cubicBezTo>
                        <a:pt x="2" y="42"/>
                        <a:pt x="2" y="42"/>
                        <a:pt x="3" y="42"/>
                      </a:cubicBezTo>
                      <a:cubicBezTo>
                        <a:pt x="7" y="42"/>
                        <a:pt x="9" y="36"/>
                        <a:pt x="9" y="32"/>
                      </a:cubicBezTo>
                      <a:cubicBezTo>
                        <a:pt x="9" y="29"/>
                        <a:pt x="10" y="26"/>
                        <a:pt x="12" y="26"/>
                      </a:cubicBezTo>
                      <a:cubicBezTo>
                        <a:pt x="14" y="26"/>
                        <a:pt x="14" y="26"/>
                        <a:pt x="14" y="26"/>
                      </a:cubicBezTo>
                      <a:cubicBezTo>
                        <a:pt x="20" y="26"/>
                        <a:pt x="20" y="26"/>
                        <a:pt x="20" y="26"/>
                      </a:cubicBezTo>
                      <a:cubicBezTo>
                        <a:pt x="24" y="24"/>
                        <a:pt x="28" y="21"/>
                        <a:pt x="28" y="14"/>
                      </a:cubicBezTo>
                      <a:cubicBezTo>
                        <a:pt x="28" y="6"/>
                        <a:pt x="28" y="6"/>
                        <a:pt x="28" y="6"/>
                      </a:cubicBezTo>
                      <a:cubicBezTo>
                        <a:pt x="28" y="5"/>
                        <a:pt x="28" y="5"/>
                        <a:pt x="28" y="5"/>
                      </a:cubicBezTo>
                      <a:cubicBezTo>
                        <a:pt x="27" y="3"/>
                        <a:pt x="27" y="3"/>
                        <a:pt x="27" y="3"/>
                      </a:cubicBezTo>
                      <a:cubicBezTo>
                        <a:pt x="26" y="3"/>
                        <a:pt x="26" y="3"/>
                        <a:pt x="26" y="3"/>
                      </a:cubicBezTo>
                      <a:cubicBezTo>
                        <a:pt x="24" y="3"/>
                        <a:pt x="24" y="3"/>
                        <a:pt x="24" y="3"/>
                      </a:cubicBezTo>
                      <a:cubicBezTo>
                        <a:pt x="23" y="3"/>
                        <a:pt x="23" y="3"/>
                        <a:pt x="23" y="3"/>
                      </a:cubicBezTo>
                      <a:cubicBezTo>
                        <a:pt x="20" y="0"/>
                        <a:pt x="20" y="0"/>
                        <a:pt x="20" y="0"/>
                      </a:cubicBezTo>
                      <a:lnTo>
                        <a:pt x="15" y="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9" name="íṩlïḓè"/>
                <p:cNvSpPr/>
                <p:nvPr/>
              </p:nvSpPr>
              <p:spPr bwMode="auto">
                <a:xfrm>
                  <a:off x="5826126" y="3273425"/>
                  <a:ext cx="223838" cy="293688"/>
                </a:xfrm>
                <a:custGeom>
                  <a:avLst/>
                  <a:gdLst>
                    <a:gd name="T0" fmla="*/ 38 w 68"/>
                    <a:gd name="T1" fmla="*/ 16 h 88"/>
                    <a:gd name="T2" fmla="*/ 40 w 68"/>
                    <a:gd name="T3" fmla="*/ 5 h 88"/>
                    <a:gd name="T4" fmla="*/ 36 w 68"/>
                    <a:gd name="T5" fmla="*/ 1 h 88"/>
                    <a:gd name="T6" fmla="*/ 36 w 68"/>
                    <a:gd name="T7" fmla="*/ 1 h 88"/>
                    <a:gd name="T8" fmla="*/ 33 w 68"/>
                    <a:gd name="T9" fmla="*/ 0 h 88"/>
                    <a:gd name="T10" fmla="*/ 24 w 68"/>
                    <a:gd name="T11" fmla="*/ 7 h 88"/>
                    <a:gd name="T12" fmla="*/ 24 w 68"/>
                    <a:gd name="T13" fmla="*/ 8 h 88"/>
                    <a:gd name="T14" fmla="*/ 26 w 68"/>
                    <a:gd name="T15" fmla="*/ 18 h 88"/>
                    <a:gd name="T16" fmla="*/ 27 w 68"/>
                    <a:gd name="T17" fmla="*/ 28 h 88"/>
                    <a:gd name="T18" fmla="*/ 27 w 68"/>
                    <a:gd name="T19" fmla="*/ 39 h 88"/>
                    <a:gd name="T20" fmla="*/ 16 w 68"/>
                    <a:gd name="T21" fmla="*/ 48 h 88"/>
                    <a:gd name="T22" fmla="*/ 7 w 68"/>
                    <a:gd name="T23" fmla="*/ 49 h 88"/>
                    <a:gd name="T24" fmla="*/ 5 w 68"/>
                    <a:gd name="T25" fmla="*/ 49 h 88"/>
                    <a:gd name="T26" fmla="*/ 4 w 68"/>
                    <a:gd name="T27" fmla="*/ 49 h 88"/>
                    <a:gd name="T28" fmla="*/ 0 w 68"/>
                    <a:gd name="T29" fmla="*/ 54 h 88"/>
                    <a:gd name="T30" fmla="*/ 5 w 68"/>
                    <a:gd name="T31" fmla="*/ 60 h 88"/>
                    <a:gd name="T32" fmla="*/ 11 w 68"/>
                    <a:gd name="T33" fmla="*/ 60 h 88"/>
                    <a:gd name="T34" fmla="*/ 13 w 68"/>
                    <a:gd name="T35" fmla="*/ 59 h 88"/>
                    <a:gd name="T36" fmla="*/ 20 w 68"/>
                    <a:gd name="T37" fmla="*/ 66 h 88"/>
                    <a:gd name="T38" fmla="*/ 17 w 68"/>
                    <a:gd name="T39" fmla="*/ 72 h 88"/>
                    <a:gd name="T40" fmla="*/ 13 w 68"/>
                    <a:gd name="T41" fmla="*/ 76 h 88"/>
                    <a:gd name="T42" fmla="*/ 2 w 68"/>
                    <a:gd name="T43" fmla="*/ 82 h 88"/>
                    <a:gd name="T44" fmla="*/ 2 w 68"/>
                    <a:gd name="T45" fmla="*/ 83 h 88"/>
                    <a:gd name="T46" fmla="*/ 2 w 68"/>
                    <a:gd name="T47" fmla="*/ 87 h 88"/>
                    <a:gd name="T48" fmla="*/ 4 w 68"/>
                    <a:gd name="T49" fmla="*/ 88 h 88"/>
                    <a:gd name="T50" fmla="*/ 25 w 68"/>
                    <a:gd name="T51" fmla="*/ 77 h 88"/>
                    <a:gd name="T52" fmla="*/ 31 w 68"/>
                    <a:gd name="T53" fmla="*/ 69 h 88"/>
                    <a:gd name="T54" fmla="*/ 40 w 68"/>
                    <a:gd name="T55" fmla="*/ 63 h 88"/>
                    <a:gd name="T56" fmla="*/ 52 w 68"/>
                    <a:gd name="T57" fmla="*/ 70 h 88"/>
                    <a:gd name="T58" fmla="*/ 48 w 68"/>
                    <a:gd name="T59" fmla="*/ 79 h 88"/>
                    <a:gd name="T60" fmla="*/ 59 w 68"/>
                    <a:gd name="T61" fmla="*/ 81 h 88"/>
                    <a:gd name="T62" fmla="*/ 68 w 68"/>
                    <a:gd name="T63" fmla="*/ 71 h 88"/>
                    <a:gd name="T64" fmla="*/ 59 w 68"/>
                    <a:gd name="T65" fmla="*/ 62 h 88"/>
                    <a:gd name="T66" fmla="*/ 44 w 68"/>
                    <a:gd name="T67" fmla="*/ 60 h 88"/>
                    <a:gd name="T68" fmla="*/ 42 w 68"/>
                    <a:gd name="T69" fmla="*/ 60 h 88"/>
                    <a:gd name="T70" fmla="*/ 36 w 68"/>
                    <a:gd name="T71" fmla="*/ 53 h 88"/>
                    <a:gd name="T72" fmla="*/ 48 w 68"/>
                    <a:gd name="T73" fmla="*/ 42 h 88"/>
                    <a:gd name="T74" fmla="*/ 59 w 68"/>
                    <a:gd name="T75" fmla="*/ 32 h 88"/>
                    <a:gd name="T76" fmla="*/ 59 w 68"/>
                    <a:gd name="T77" fmla="*/ 30 h 88"/>
                    <a:gd name="T78" fmla="*/ 59 w 68"/>
                    <a:gd name="T79" fmla="*/ 29 h 88"/>
                    <a:gd name="T80" fmla="*/ 54 w 68"/>
                    <a:gd name="T81" fmla="*/ 26 h 88"/>
                    <a:gd name="T82" fmla="*/ 51 w 68"/>
                    <a:gd name="T83" fmla="*/ 27 h 88"/>
                    <a:gd name="T84" fmla="*/ 50 w 68"/>
                    <a:gd name="T85" fmla="*/ 27 h 88"/>
                    <a:gd name="T86" fmla="*/ 41 w 68"/>
                    <a:gd name="T87" fmla="*/ 33 h 88"/>
                    <a:gd name="T88" fmla="*/ 38 w 68"/>
                    <a:gd name="T89" fmla="*/ 28 h 88"/>
                    <a:gd name="T90" fmla="*/ 38 w 68"/>
                    <a:gd name="T91" fmla="*/ 27 h 88"/>
                    <a:gd name="T92" fmla="*/ 38 w 68"/>
                    <a:gd name="T93" fmla="*/ 16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68" h="88">
                      <a:moveTo>
                        <a:pt x="38" y="16"/>
                      </a:moveTo>
                      <a:cubicBezTo>
                        <a:pt x="39" y="11"/>
                        <a:pt x="40" y="9"/>
                        <a:pt x="40" y="5"/>
                      </a:cubicBezTo>
                      <a:cubicBezTo>
                        <a:pt x="40" y="3"/>
                        <a:pt x="38" y="1"/>
                        <a:pt x="36" y="1"/>
                      </a:cubicBezTo>
                      <a:cubicBezTo>
                        <a:pt x="36" y="1"/>
                        <a:pt x="36" y="1"/>
                        <a:pt x="36" y="1"/>
                      </a:cubicBezTo>
                      <a:cubicBezTo>
                        <a:pt x="34" y="1"/>
                        <a:pt x="34" y="1"/>
                        <a:pt x="33" y="0"/>
                      </a:cubicBezTo>
                      <a:cubicBezTo>
                        <a:pt x="28" y="3"/>
                        <a:pt x="28" y="1"/>
                        <a:pt x="24" y="7"/>
                      </a:cubicBezTo>
                      <a:cubicBezTo>
                        <a:pt x="24" y="8"/>
                        <a:pt x="24" y="8"/>
                        <a:pt x="24" y="8"/>
                      </a:cubicBezTo>
                      <a:cubicBezTo>
                        <a:pt x="24" y="12"/>
                        <a:pt x="26" y="14"/>
                        <a:pt x="26" y="18"/>
                      </a:cubicBezTo>
                      <a:cubicBezTo>
                        <a:pt x="27" y="28"/>
                        <a:pt x="27" y="28"/>
                        <a:pt x="27" y="28"/>
                      </a:cubicBezTo>
                      <a:cubicBezTo>
                        <a:pt x="27" y="39"/>
                        <a:pt x="27" y="39"/>
                        <a:pt x="27" y="39"/>
                      </a:cubicBezTo>
                      <a:cubicBezTo>
                        <a:pt x="28" y="45"/>
                        <a:pt x="22" y="48"/>
                        <a:pt x="16" y="48"/>
                      </a:cubicBezTo>
                      <a:cubicBezTo>
                        <a:pt x="7" y="49"/>
                        <a:pt x="7" y="49"/>
                        <a:pt x="7" y="49"/>
                      </a:cubicBezTo>
                      <a:cubicBezTo>
                        <a:pt x="5" y="49"/>
                        <a:pt x="5" y="49"/>
                        <a:pt x="5" y="49"/>
                      </a:cubicBezTo>
                      <a:cubicBezTo>
                        <a:pt x="4" y="49"/>
                        <a:pt x="4" y="49"/>
                        <a:pt x="4" y="49"/>
                      </a:cubicBezTo>
                      <a:cubicBezTo>
                        <a:pt x="2" y="50"/>
                        <a:pt x="0" y="51"/>
                        <a:pt x="0" y="54"/>
                      </a:cubicBezTo>
                      <a:cubicBezTo>
                        <a:pt x="0" y="56"/>
                        <a:pt x="3" y="60"/>
                        <a:pt x="5" y="60"/>
                      </a:cubicBezTo>
                      <a:cubicBezTo>
                        <a:pt x="11" y="60"/>
                        <a:pt x="11" y="60"/>
                        <a:pt x="11" y="60"/>
                      </a:cubicBezTo>
                      <a:cubicBezTo>
                        <a:pt x="12" y="60"/>
                        <a:pt x="12" y="60"/>
                        <a:pt x="13" y="59"/>
                      </a:cubicBezTo>
                      <a:cubicBezTo>
                        <a:pt x="17" y="62"/>
                        <a:pt x="17" y="60"/>
                        <a:pt x="20" y="66"/>
                      </a:cubicBezTo>
                      <a:cubicBezTo>
                        <a:pt x="18" y="69"/>
                        <a:pt x="20" y="68"/>
                        <a:pt x="17" y="72"/>
                      </a:cubicBezTo>
                      <a:cubicBezTo>
                        <a:pt x="15" y="73"/>
                        <a:pt x="15" y="75"/>
                        <a:pt x="13" y="76"/>
                      </a:cubicBezTo>
                      <a:cubicBezTo>
                        <a:pt x="8" y="79"/>
                        <a:pt x="7" y="80"/>
                        <a:pt x="2" y="82"/>
                      </a:cubicBezTo>
                      <a:cubicBezTo>
                        <a:pt x="2" y="83"/>
                        <a:pt x="2" y="83"/>
                        <a:pt x="2" y="83"/>
                      </a:cubicBezTo>
                      <a:cubicBezTo>
                        <a:pt x="2" y="87"/>
                        <a:pt x="2" y="87"/>
                        <a:pt x="2" y="87"/>
                      </a:cubicBezTo>
                      <a:cubicBezTo>
                        <a:pt x="4" y="87"/>
                        <a:pt x="3" y="88"/>
                        <a:pt x="4" y="88"/>
                      </a:cubicBezTo>
                      <a:cubicBezTo>
                        <a:pt x="13" y="88"/>
                        <a:pt x="20" y="82"/>
                        <a:pt x="25" y="77"/>
                      </a:cubicBezTo>
                      <a:cubicBezTo>
                        <a:pt x="26" y="76"/>
                        <a:pt x="30" y="71"/>
                        <a:pt x="31" y="69"/>
                      </a:cubicBezTo>
                      <a:cubicBezTo>
                        <a:pt x="33" y="65"/>
                        <a:pt x="35" y="63"/>
                        <a:pt x="40" y="63"/>
                      </a:cubicBezTo>
                      <a:cubicBezTo>
                        <a:pt x="45" y="63"/>
                        <a:pt x="49" y="67"/>
                        <a:pt x="52" y="70"/>
                      </a:cubicBezTo>
                      <a:cubicBezTo>
                        <a:pt x="48" y="79"/>
                        <a:pt x="48" y="79"/>
                        <a:pt x="48" y="79"/>
                      </a:cubicBezTo>
                      <a:cubicBezTo>
                        <a:pt x="50" y="79"/>
                        <a:pt x="58" y="81"/>
                        <a:pt x="59" y="81"/>
                      </a:cubicBezTo>
                      <a:cubicBezTo>
                        <a:pt x="65" y="81"/>
                        <a:pt x="67" y="76"/>
                        <a:pt x="68" y="71"/>
                      </a:cubicBezTo>
                      <a:cubicBezTo>
                        <a:pt x="67" y="65"/>
                        <a:pt x="63" y="64"/>
                        <a:pt x="59" y="62"/>
                      </a:cubicBezTo>
                      <a:cubicBezTo>
                        <a:pt x="53" y="59"/>
                        <a:pt x="51" y="60"/>
                        <a:pt x="44" y="60"/>
                      </a:cubicBezTo>
                      <a:cubicBezTo>
                        <a:pt x="43" y="60"/>
                        <a:pt x="43" y="60"/>
                        <a:pt x="42" y="60"/>
                      </a:cubicBezTo>
                      <a:cubicBezTo>
                        <a:pt x="40" y="59"/>
                        <a:pt x="36" y="56"/>
                        <a:pt x="36" y="53"/>
                      </a:cubicBezTo>
                      <a:cubicBezTo>
                        <a:pt x="36" y="51"/>
                        <a:pt x="45" y="44"/>
                        <a:pt x="48" y="42"/>
                      </a:cubicBezTo>
                      <a:cubicBezTo>
                        <a:pt x="50" y="41"/>
                        <a:pt x="59" y="34"/>
                        <a:pt x="59" y="32"/>
                      </a:cubicBezTo>
                      <a:cubicBezTo>
                        <a:pt x="59" y="30"/>
                        <a:pt x="59" y="30"/>
                        <a:pt x="59" y="30"/>
                      </a:cubicBezTo>
                      <a:cubicBezTo>
                        <a:pt x="59" y="29"/>
                        <a:pt x="59" y="29"/>
                        <a:pt x="59" y="29"/>
                      </a:cubicBezTo>
                      <a:cubicBezTo>
                        <a:pt x="54" y="26"/>
                        <a:pt x="54" y="26"/>
                        <a:pt x="54" y="26"/>
                      </a:cubicBezTo>
                      <a:cubicBezTo>
                        <a:pt x="53" y="27"/>
                        <a:pt x="53" y="27"/>
                        <a:pt x="51" y="27"/>
                      </a:cubicBezTo>
                      <a:cubicBezTo>
                        <a:pt x="50" y="27"/>
                        <a:pt x="50" y="27"/>
                        <a:pt x="50" y="27"/>
                      </a:cubicBezTo>
                      <a:cubicBezTo>
                        <a:pt x="46" y="32"/>
                        <a:pt x="46" y="30"/>
                        <a:pt x="41" y="33"/>
                      </a:cubicBezTo>
                      <a:cubicBezTo>
                        <a:pt x="40" y="31"/>
                        <a:pt x="39" y="30"/>
                        <a:pt x="38" y="28"/>
                      </a:cubicBezTo>
                      <a:cubicBezTo>
                        <a:pt x="38" y="27"/>
                        <a:pt x="38" y="27"/>
                        <a:pt x="38" y="27"/>
                      </a:cubicBezTo>
                      <a:lnTo>
                        <a:pt x="38" y="16"/>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0" name="ísḷïďè"/>
                <p:cNvSpPr/>
                <p:nvPr/>
              </p:nvSpPr>
              <p:spPr bwMode="auto">
                <a:xfrm>
                  <a:off x="4518026" y="3506788"/>
                  <a:ext cx="53975" cy="71438"/>
                </a:xfrm>
                <a:custGeom>
                  <a:avLst/>
                  <a:gdLst>
                    <a:gd name="T0" fmla="*/ 14 w 16"/>
                    <a:gd name="T1" fmla="*/ 17 h 21"/>
                    <a:gd name="T2" fmla="*/ 16 w 16"/>
                    <a:gd name="T3" fmla="*/ 12 h 21"/>
                    <a:gd name="T4" fmla="*/ 11 w 16"/>
                    <a:gd name="T5" fmla="*/ 5 h 21"/>
                    <a:gd name="T6" fmla="*/ 5 w 16"/>
                    <a:gd name="T7" fmla="*/ 0 h 21"/>
                    <a:gd name="T8" fmla="*/ 2 w 16"/>
                    <a:gd name="T9" fmla="*/ 4 h 21"/>
                    <a:gd name="T10" fmla="*/ 2 w 16"/>
                    <a:gd name="T11" fmla="*/ 5 h 21"/>
                    <a:gd name="T12" fmla="*/ 2 w 16"/>
                    <a:gd name="T13" fmla="*/ 8 h 21"/>
                    <a:gd name="T14" fmla="*/ 2 w 16"/>
                    <a:gd name="T15" fmla="*/ 9 h 21"/>
                    <a:gd name="T16" fmla="*/ 0 w 16"/>
                    <a:gd name="T17" fmla="*/ 17 h 21"/>
                    <a:gd name="T18" fmla="*/ 3 w 16"/>
                    <a:gd name="T19" fmla="*/ 21 h 21"/>
                    <a:gd name="T20" fmla="*/ 4 w 16"/>
                    <a:gd name="T21" fmla="*/ 21 h 21"/>
                    <a:gd name="T22" fmla="*/ 5 w 16"/>
                    <a:gd name="T23" fmla="*/ 21 h 21"/>
                    <a:gd name="T24" fmla="*/ 14 w 16"/>
                    <a:gd name="T25" fmla="*/ 17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1">
                      <a:moveTo>
                        <a:pt x="14" y="17"/>
                      </a:moveTo>
                      <a:cubicBezTo>
                        <a:pt x="14" y="15"/>
                        <a:pt x="16" y="13"/>
                        <a:pt x="16" y="12"/>
                      </a:cubicBezTo>
                      <a:cubicBezTo>
                        <a:pt x="16" y="11"/>
                        <a:pt x="12" y="7"/>
                        <a:pt x="11" y="5"/>
                      </a:cubicBezTo>
                      <a:cubicBezTo>
                        <a:pt x="11" y="3"/>
                        <a:pt x="8" y="0"/>
                        <a:pt x="5" y="0"/>
                      </a:cubicBezTo>
                      <a:cubicBezTo>
                        <a:pt x="4" y="0"/>
                        <a:pt x="3" y="3"/>
                        <a:pt x="2" y="4"/>
                      </a:cubicBezTo>
                      <a:cubicBezTo>
                        <a:pt x="2" y="5"/>
                        <a:pt x="2" y="5"/>
                        <a:pt x="2" y="5"/>
                      </a:cubicBezTo>
                      <a:cubicBezTo>
                        <a:pt x="2" y="8"/>
                        <a:pt x="2" y="8"/>
                        <a:pt x="2" y="8"/>
                      </a:cubicBezTo>
                      <a:cubicBezTo>
                        <a:pt x="2" y="9"/>
                        <a:pt x="2" y="9"/>
                        <a:pt x="2" y="9"/>
                      </a:cubicBezTo>
                      <a:cubicBezTo>
                        <a:pt x="1" y="11"/>
                        <a:pt x="0" y="14"/>
                        <a:pt x="0" y="17"/>
                      </a:cubicBezTo>
                      <a:cubicBezTo>
                        <a:pt x="0" y="19"/>
                        <a:pt x="1" y="20"/>
                        <a:pt x="3" y="21"/>
                      </a:cubicBezTo>
                      <a:cubicBezTo>
                        <a:pt x="4" y="21"/>
                        <a:pt x="4" y="21"/>
                        <a:pt x="4" y="21"/>
                      </a:cubicBezTo>
                      <a:cubicBezTo>
                        <a:pt x="5" y="21"/>
                        <a:pt x="5" y="21"/>
                        <a:pt x="5" y="21"/>
                      </a:cubicBezTo>
                      <a:cubicBezTo>
                        <a:pt x="7" y="21"/>
                        <a:pt x="11" y="17"/>
                        <a:pt x="14" y="17"/>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1" name="îṧļîḓé"/>
                <p:cNvSpPr/>
                <p:nvPr/>
              </p:nvSpPr>
              <p:spPr bwMode="auto">
                <a:xfrm>
                  <a:off x="5319713" y="3133725"/>
                  <a:ext cx="222250" cy="500063"/>
                </a:xfrm>
                <a:custGeom>
                  <a:avLst/>
                  <a:gdLst>
                    <a:gd name="T0" fmla="*/ 47 w 67"/>
                    <a:gd name="T1" fmla="*/ 96 h 150"/>
                    <a:gd name="T2" fmla="*/ 51 w 67"/>
                    <a:gd name="T3" fmla="*/ 96 h 150"/>
                    <a:gd name="T4" fmla="*/ 46 w 67"/>
                    <a:gd name="T5" fmla="*/ 114 h 150"/>
                    <a:gd name="T6" fmla="*/ 42 w 67"/>
                    <a:gd name="T7" fmla="*/ 113 h 150"/>
                    <a:gd name="T8" fmla="*/ 39 w 67"/>
                    <a:gd name="T9" fmla="*/ 108 h 150"/>
                    <a:gd name="T10" fmla="*/ 21 w 67"/>
                    <a:gd name="T11" fmla="*/ 78 h 150"/>
                    <a:gd name="T12" fmla="*/ 29 w 67"/>
                    <a:gd name="T13" fmla="*/ 73 h 150"/>
                    <a:gd name="T14" fmla="*/ 32 w 67"/>
                    <a:gd name="T15" fmla="*/ 74 h 150"/>
                    <a:gd name="T16" fmla="*/ 32 w 67"/>
                    <a:gd name="T17" fmla="*/ 77 h 150"/>
                    <a:gd name="T18" fmla="*/ 32 w 67"/>
                    <a:gd name="T19" fmla="*/ 79 h 150"/>
                    <a:gd name="T20" fmla="*/ 21 w 67"/>
                    <a:gd name="T21" fmla="*/ 78 h 150"/>
                    <a:gd name="T22" fmla="*/ 53 w 67"/>
                    <a:gd name="T23" fmla="*/ 118 h 150"/>
                    <a:gd name="T24" fmla="*/ 66 w 67"/>
                    <a:gd name="T25" fmla="*/ 108 h 150"/>
                    <a:gd name="T26" fmla="*/ 60 w 67"/>
                    <a:gd name="T27" fmla="*/ 98 h 150"/>
                    <a:gd name="T28" fmla="*/ 51 w 67"/>
                    <a:gd name="T29" fmla="*/ 82 h 150"/>
                    <a:gd name="T30" fmla="*/ 47 w 67"/>
                    <a:gd name="T31" fmla="*/ 71 h 150"/>
                    <a:gd name="T32" fmla="*/ 60 w 67"/>
                    <a:gd name="T33" fmla="*/ 58 h 150"/>
                    <a:gd name="T34" fmla="*/ 53 w 67"/>
                    <a:gd name="T35" fmla="*/ 52 h 150"/>
                    <a:gd name="T36" fmla="*/ 44 w 67"/>
                    <a:gd name="T37" fmla="*/ 50 h 150"/>
                    <a:gd name="T38" fmla="*/ 48 w 67"/>
                    <a:gd name="T39" fmla="*/ 38 h 150"/>
                    <a:gd name="T40" fmla="*/ 66 w 67"/>
                    <a:gd name="T41" fmla="*/ 17 h 150"/>
                    <a:gd name="T42" fmla="*/ 66 w 67"/>
                    <a:gd name="T43" fmla="*/ 13 h 150"/>
                    <a:gd name="T44" fmla="*/ 56 w 67"/>
                    <a:gd name="T45" fmla="*/ 1 h 150"/>
                    <a:gd name="T46" fmla="*/ 55 w 67"/>
                    <a:gd name="T47" fmla="*/ 7 h 150"/>
                    <a:gd name="T48" fmla="*/ 50 w 67"/>
                    <a:gd name="T49" fmla="*/ 18 h 150"/>
                    <a:gd name="T50" fmla="*/ 42 w 67"/>
                    <a:gd name="T51" fmla="*/ 15 h 150"/>
                    <a:gd name="T52" fmla="*/ 40 w 67"/>
                    <a:gd name="T53" fmla="*/ 15 h 150"/>
                    <a:gd name="T54" fmla="*/ 41 w 67"/>
                    <a:gd name="T55" fmla="*/ 26 h 150"/>
                    <a:gd name="T56" fmla="*/ 41 w 67"/>
                    <a:gd name="T57" fmla="*/ 30 h 150"/>
                    <a:gd name="T58" fmla="*/ 37 w 67"/>
                    <a:gd name="T59" fmla="*/ 33 h 150"/>
                    <a:gd name="T60" fmla="*/ 30 w 67"/>
                    <a:gd name="T61" fmla="*/ 29 h 150"/>
                    <a:gd name="T62" fmla="*/ 9 w 67"/>
                    <a:gd name="T63" fmla="*/ 50 h 150"/>
                    <a:gd name="T64" fmla="*/ 4 w 67"/>
                    <a:gd name="T65" fmla="*/ 59 h 150"/>
                    <a:gd name="T66" fmla="*/ 23 w 67"/>
                    <a:gd name="T67" fmla="*/ 51 h 150"/>
                    <a:gd name="T68" fmla="*/ 30 w 67"/>
                    <a:gd name="T69" fmla="*/ 58 h 150"/>
                    <a:gd name="T70" fmla="*/ 26 w 67"/>
                    <a:gd name="T71" fmla="*/ 65 h 150"/>
                    <a:gd name="T72" fmla="*/ 19 w 67"/>
                    <a:gd name="T73" fmla="*/ 64 h 150"/>
                    <a:gd name="T74" fmla="*/ 16 w 67"/>
                    <a:gd name="T75" fmla="*/ 67 h 150"/>
                    <a:gd name="T76" fmla="*/ 16 w 67"/>
                    <a:gd name="T77" fmla="*/ 72 h 150"/>
                    <a:gd name="T78" fmla="*/ 3 w 67"/>
                    <a:gd name="T79" fmla="*/ 105 h 150"/>
                    <a:gd name="T80" fmla="*/ 6 w 67"/>
                    <a:gd name="T81" fmla="*/ 110 h 150"/>
                    <a:gd name="T82" fmla="*/ 9 w 67"/>
                    <a:gd name="T83" fmla="*/ 111 h 150"/>
                    <a:gd name="T84" fmla="*/ 24 w 67"/>
                    <a:gd name="T85" fmla="*/ 89 h 150"/>
                    <a:gd name="T86" fmla="*/ 32 w 67"/>
                    <a:gd name="T87" fmla="*/ 93 h 150"/>
                    <a:gd name="T88" fmla="*/ 32 w 67"/>
                    <a:gd name="T89" fmla="*/ 96 h 150"/>
                    <a:gd name="T90" fmla="*/ 29 w 67"/>
                    <a:gd name="T91" fmla="*/ 113 h 150"/>
                    <a:gd name="T92" fmla="*/ 29 w 67"/>
                    <a:gd name="T93" fmla="*/ 115 h 150"/>
                    <a:gd name="T94" fmla="*/ 22 w 67"/>
                    <a:gd name="T95" fmla="*/ 122 h 150"/>
                    <a:gd name="T96" fmla="*/ 10 w 67"/>
                    <a:gd name="T97" fmla="*/ 124 h 150"/>
                    <a:gd name="T98" fmla="*/ 15 w 67"/>
                    <a:gd name="T99" fmla="*/ 144 h 150"/>
                    <a:gd name="T100" fmla="*/ 17 w 67"/>
                    <a:gd name="T101" fmla="*/ 150 h 150"/>
                    <a:gd name="T102" fmla="*/ 38 w 67"/>
                    <a:gd name="T103" fmla="*/ 125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67" h="150">
                      <a:moveTo>
                        <a:pt x="39" y="107"/>
                      </a:moveTo>
                      <a:cubicBezTo>
                        <a:pt x="39" y="103"/>
                        <a:pt x="44" y="96"/>
                        <a:pt x="47" y="96"/>
                      </a:cubicBezTo>
                      <a:cubicBezTo>
                        <a:pt x="50" y="96"/>
                        <a:pt x="50" y="96"/>
                        <a:pt x="50" y="96"/>
                      </a:cubicBezTo>
                      <a:cubicBezTo>
                        <a:pt x="51" y="96"/>
                        <a:pt x="51" y="96"/>
                        <a:pt x="51" y="96"/>
                      </a:cubicBezTo>
                      <a:cubicBezTo>
                        <a:pt x="53" y="98"/>
                        <a:pt x="55" y="101"/>
                        <a:pt x="55" y="104"/>
                      </a:cubicBezTo>
                      <a:cubicBezTo>
                        <a:pt x="55" y="108"/>
                        <a:pt x="49" y="112"/>
                        <a:pt x="46" y="114"/>
                      </a:cubicBezTo>
                      <a:cubicBezTo>
                        <a:pt x="45" y="114"/>
                        <a:pt x="45" y="113"/>
                        <a:pt x="43" y="113"/>
                      </a:cubicBezTo>
                      <a:cubicBezTo>
                        <a:pt x="42" y="113"/>
                        <a:pt x="42" y="113"/>
                        <a:pt x="42" y="113"/>
                      </a:cubicBezTo>
                      <a:cubicBezTo>
                        <a:pt x="39" y="109"/>
                        <a:pt x="39" y="109"/>
                        <a:pt x="39" y="109"/>
                      </a:cubicBezTo>
                      <a:cubicBezTo>
                        <a:pt x="39" y="108"/>
                        <a:pt x="39" y="108"/>
                        <a:pt x="39" y="108"/>
                      </a:cubicBezTo>
                      <a:cubicBezTo>
                        <a:pt x="39" y="107"/>
                        <a:pt x="39" y="107"/>
                        <a:pt x="39" y="107"/>
                      </a:cubicBezTo>
                      <a:close/>
                      <a:moveTo>
                        <a:pt x="21" y="78"/>
                      </a:moveTo>
                      <a:cubicBezTo>
                        <a:pt x="21" y="77"/>
                        <a:pt x="25" y="73"/>
                        <a:pt x="26" y="73"/>
                      </a:cubicBezTo>
                      <a:cubicBezTo>
                        <a:pt x="27" y="73"/>
                        <a:pt x="27" y="73"/>
                        <a:pt x="29" y="73"/>
                      </a:cubicBezTo>
                      <a:cubicBezTo>
                        <a:pt x="30" y="73"/>
                        <a:pt x="30" y="73"/>
                        <a:pt x="30" y="73"/>
                      </a:cubicBezTo>
                      <a:cubicBezTo>
                        <a:pt x="32" y="74"/>
                        <a:pt x="32" y="74"/>
                        <a:pt x="32" y="74"/>
                      </a:cubicBezTo>
                      <a:cubicBezTo>
                        <a:pt x="32" y="76"/>
                        <a:pt x="32" y="76"/>
                        <a:pt x="32" y="76"/>
                      </a:cubicBezTo>
                      <a:cubicBezTo>
                        <a:pt x="32" y="77"/>
                        <a:pt x="32" y="77"/>
                        <a:pt x="32" y="77"/>
                      </a:cubicBezTo>
                      <a:cubicBezTo>
                        <a:pt x="32" y="78"/>
                        <a:pt x="32" y="78"/>
                        <a:pt x="32" y="78"/>
                      </a:cubicBezTo>
                      <a:cubicBezTo>
                        <a:pt x="32" y="79"/>
                        <a:pt x="32" y="79"/>
                        <a:pt x="32" y="79"/>
                      </a:cubicBezTo>
                      <a:cubicBezTo>
                        <a:pt x="31" y="82"/>
                        <a:pt x="29" y="83"/>
                        <a:pt x="25" y="83"/>
                      </a:cubicBezTo>
                      <a:cubicBezTo>
                        <a:pt x="23" y="83"/>
                        <a:pt x="21" y="81"/>
                        <a:pt x="21" y="78"/>
                      </a:cubicBezTo>
                      <a:close/>
                      <a:moveTo>
                        <a:pt x="38" y="125"/>
                      </a:moveTo>
                      <a:cubicBezTo>
                        <a:pt x="43" y="122"/>
                        <a:pt x="47" y="120"/>
                        <a:pt x="53" y="118"/>
                      </a:cubicBezTo>
                      <a:cubicBezTo>
                        <a:pt x="57" y="116"/>
                        <a:pt x="57" y="116"/>
                        <a:pt x="60" y="114"/>
                      </a:cubicBezTo>
                      <a:cubicBezTo>
                        <a:pt x="64" y="111"/>
                        <a:pt x="63" y="110"/>
                        <a:pt x="66" y="108"/>
                      </a:cubicBezTo>
                      <a:cubicBezTo>
                        <a:pt x="67" y="104"/>
                        <a:pt x="67" y="104"/>
                        <a:pt x="67" y="104"/>
                      </a:cubicBezTo>
                      <a:cubicBezTo>
                        <a:pt x="64" y="100"/>
                        <a:pt x="64" y="101"/>
                        <a:pt x="60" y="98"/>
                      </a:cubicBezTo>
                      <a:cubicBezTo>
                        <a:pt x="58" y="96"/>
                        <a:pt x="55" y="95"/>
                        <a:pt x="54" y="92"/>
                      </a:cubicBezTo>
                      <a:cubicBezTo>
                        <a:pt x="53" y="88"/>
                        <a:pt x="53" y="84"/>
                        <a:pt x="51" y="82"/>
                      </a:cubicBezTo>
                      <a:cubicBezTo>
                        <a:pt x="49" y="79"/>
                        <a:pt x="47" y="77"/>
                        <a:pt x="47" y="73"/>
                      </a:cubicBezTo>
                      <a:cubicBezTo>
                        <a:pt x="47" y="72"/>
                        <a:pt x="47" y="72"/>
                        <a:pt x="47" y="71"/>
                      </a:cubicBezTo>
                      <a:cubicBezTo>
                        <a:pt x="49" y="67"/>
                        <a:pt x="47" y="67"/>
                        <a:pt x="53" y="64"/>
                      </a:cubicBezTo>
                      <a:cubicBezTo>
                        <a:pt x="55" y="64"/>
                        <a:pt x="60" y="60"/>
                        <a:pt x="60" y="58"/>
                      </a:cubicBezTo>
                      <a:cubicBezTo>
                        <a:pt x="60" y="55"/>
                        <a:pt x="60" y="55"/>
                        <a:pt x="60" y="55"/>
                      </a:cubicBezTo>
                      <a:cubicBezTo>
                        <a:pt x="60" y="53"/>
                        <a:pt x="56" y="51"/>
                        <a:pt x="53" y="52"/>
                      </a:cubicBezTo>
                      <a:cubicBezTo>
                        <a:pt x="47" y="52"/>
                        <a:pt x="47" y="52"/>
                        <a:pt x="47" y="52"/>
                      </a:cubicBezTo>
                      <a:cubicBezTo>
                        <a:pt x="46" y="52"/>
                        <a:pt x="45" y="51"/>
                        <a:pt x="44" y="50"/>
                      </a:cubicBezTo>
                      <a:cubicBezTo>
                        <a:pt x="44" y="47"/>
                        <a:pt x="44" y="47"/>
                        <a:pt x="44" y="47"/>
                      </a:cubicBezTo>
                      <a:cubicBezTo>
                        <a:pt x="44" y="44"/>
                        <a:pt x="47" y="41"/>
                        <a:pt x="48" y="38"/>
                      </a:cubicBezTo>
                      <a:cubicBezTo>
                        <a:pt x="49" y="34"/>
                        <a:pt x="50" y="33"/>
                        <a:pt x="53" y="30"/>
                      </a:cubicBezTo>
                      <a:cubicBezTo>
                        <a:pt x="56" y="27"/>
                        <a:pt x="66" y="22"/>
                        <a:pt x="66" y="17"/>
                      </a:cubicBezTo>
                      <a:cubicBezTo>
                        <a:pt x="66" y="14"/>
                        <a:pt x="66" y="14"/>
                        <a:pt x="66" y="14"/>
                      </a:cubicBezTo>
                      <a:cubicBezTo>
                        <a:pt x="66" y="13"/>
                        <a:pt x="66" y="13"/>
                        <a:pt x="66" y="13"/>
                      </a:cubicBezTo>
                      <a:cubicBezTo>
                        <a:pt x="65" y="10"/>
                        <a:pt x="62" y="0"/>
                        <a:pt x="58" y="0"/>
                      </a:cubicBezTo>
                      <a:cubicBezTo>
                        <a:pt x="57" y="0"/>
                        <a:pt x="57" y="0"/>
                        <a:pt x="56" y="1"/>
                      </a:cubicBezTo>
                      <a:cubicBezTo>
                        <a:pt x="56" y="3"/>
                        <a:pt x="55" y="3"/>
                        <a:pt x="55" y="5"/>
                      </a:cubicBezTo>
                      <a:cubicBezTo>
                        <a:pt x="55" y="7"/>
                        <a:pt x="55" y="7"/>
                        <a:pt x="55" y="7"/>
                      </a:cubicBezTo>
                      <a:cubicBezTo>
                        <a:pt x="55" y="11"/>
                        <a:pt x="53" y="15"/>
                        <a:pt x="51" y="18"/>
                      </a:cubicBezTo>
                      <a:cubicBezTo>
                        <a:pt x="50" y="18"/>
                        <a:pt x="50" y="18"/>
                        <a:pt x="50" y="18"/>
                      </a:cubicBezTo>
                      <a:cubicBezTo>
                        <a:pt x="48" y="18"/>
                        <a:pt x="48" y="18"/>
                        <a:pt x="47" y="19"/>
                      </a:cubicBezTo>
                      <a:cubicBezTo>
                        <a:pt x="42" y="15"/>
                        <a:pt x="42" y="15"/>
                        <a:pt x="42" y="15"/>
                      </a:cubicBezTo>
                      <a:cubicBezTo>
                        <a:pt x="41" y="15"/>
                        <a:pt x="41" y="15"/>
                        <a:pt x="41" y="15"/>
                      </a:cubicBezTo>
                      <a:cubicBezTo>
                        <a:pt x="40" y="15"/>
                        <a:pt x="40" y="15"/>
                        <a:pt x="40" y="15"/>
                      </a:cubicBezTo>
                      <a:cubicBezTo>
                        <a:pt x="39" y="15"/>
                        <a:pt x="38" y="16"/>
                        <a:pt x="38" y="17"/>
                      </a:cubicBezTo>
                      <a:cubicBezTo>
                        <a:pt x="38" y="19"/>
                        <a:pt x="41" y="22"/>
                        <a:pt x="41" y="26"/>
                      </a:cubicBezTo>
                      <a:cubicBezTo>
                        <a:pt x="41" y="29"/>
                        <a:pt x="41" y="29"/>
                        <a:pt x="41" y="29"/>
                      </a:cubicBezTo>
                      <a:cubicBezTo>
                        <a:pt x="41" y="30"/>
                        <a:pt x="41" y="30"/>
                        <a:pt x="41" y="30"/>
                      </a:cubicBezTo>
                      <a:cubicBezTo>
                        <a:pt x="38" y="33"/>
                        <a:pt x="38" y="33"/>
                        <a:pt x="38" y="33"/>
                      </a:cubicBezTo>
                      <a:cubicBezTo>
                        <a:pt x="37" y="33"/>
                        <a:pt x="37" y="33"/>
                        <a:pt x="37" y="33"/>
                      </a:cubicBezTo>
                      <a:cubicBezTo>
                        <a:pt x="35" y="33"/>
                        <a:pt x="35" y="34"/>
                        <a:pt x="34" y="34"/>
                      </a:cubicBezTo>
                      <a:cubicBezTo>
                        <a:pt x="32" y="33"/>
                        <a:pt x="31" y="31"/>
                        <a:pt x="30" y="29"/>
                      </a:cubicBezTo>
                      <a:cubicBezTo>
                        <a:pt x="24" y="29"/>
                        <a:pt x="30" y="41"/>
                        <a:pt x="19" y="45"/>
                      </a:cubicBezTo>
                      <a:cubicBezTo>
                        <a:pt x="16" y="46"/>
                        <a:pt x="12" y="48"/>
                        <a:pt x="9" y="50"/>
                      </a:cubicBezTo>
                      <a:cubicBezTo>
                        <a:pt x="6" y="51"/>
                        <a:pt x="1" y="53"/>
                        <a:pt x="0" y="55"/>
                      </a:cubicBezTo>
                      <a:cubicBezTo>
                        <a:pt x="1" y="58"/>
                        <a:pt x="1" y="57"/>
                        <a:pt x="4" y="59"/>
                      </a:cubicBezTo>
                      <a:cubicBezTo>
                        <a:pt x="6" y="59"/>
                        <a:pt x="6" y="59"/>
                        <a:pt x="6" y="59"/>
                      </a:cubicBezTo>
                      <a:cubicBezTo>
                        <a:pt x="10" y="59"/>
                        <a:pt x="20" y="51"/>
                        <a:pt x="23" y="51"/>
                      </a:cubicBezTo>
                      <a:cubicBezTo>
                        <a:pt x="25" y="51"/>
                        <a:pt x="24" y="51"/>
                        <a:pt x="27" y="52"/>
                      </a:cubicBezTo>
                      <a:cubicBezTo>
                        <a:pt x="29" y="54"/>
                        <a:pt x="29" y="55"/>
                        <a:pt x="30" y="58"/>
                      </a:cubicBezTo>
                      <a:cubicBezTo>
                        <a:pt x="30" y="59"/>
                        <a:pt x="30" y="59"/>
                        <a:pt x="30" y="59"/>
                      </a:cubicBezTo>
                      <a:cubicBezTo>
                        <a:pt x="30" y="62"/>
                        <a:pt x="28" y="64"/>
                        <a:pt x="26" y="65"/>
                      </a:cubicBezTo>
                      <a:cubicBezTo>
                        <a:pt x="21" y="64"/>
                        <a:pt x="21" y="64"/>
                        <a:pt x="21" y="64"/>
                      </a:cubicBezTo>
                      <a:cubicBezTo>
                        <a:pt x="20" y="64"/>
                        <a:pt x="20" y="64"/>
                        <a:pt x="19" y="64"/>
                      </a:cubicBezTo>
                      <a:cubicBezTo>
                        <a:pt x="18" y="64"/>
                        <a:pt x="18" y="64"/>
                        <a:pt x="18" y="64"/>
                      </a:cubicBezTo>
                      <a:cubicBezTo>
                        <a:pt x="16" y="67"/>
                        <a:pt x="16" y="67"/>
                        <a:pt x="16" y="67"/>
                      </a:cubicBezTo>
                      <a:cubicBezTo>
                        <a:pt x="16" y="68"/>
                        <a:pt x="16" y="68"/>
                        <a:pt x="16" y="68"/>
                      </a:cubicBezTo>
                      <a:cubicBezTo>
                        <a:pt x="16" y="72"/>
                        <a:pt x="16" y="72"/>
                        <a:pt x="16" y="72"/>
                      </a:cubicBezTo>
                      <a:cubicBezTo>
                        <a:pt x="16" y="78"/>
                        <a:pt x="13" y="85"/>
                        <a:pt x="11" y="90"/>
                      </a:cubicBezTo>
                      <a:cubicBezTo>
                        <a:pt x="9" y="94"/>
                        <a:pt x="3" y="100"/>
                        <a:pt x="3" y="105"/>
                      </a:cubicBezTo>
                      <a:cubicBezTo>
                        <a:pt x="3" y="106"/>
                        <a:pt x="4" y="109"/>
                        <a:pt x="5" y="110"/>
                      </a:cubicBezTo>
                      <a:cubicBezTo>
                        <a:pt x="6" y="110"/>
                        <a:pt x="6" y="110"/>
                        <a:pt x="6" y="110"/>
                      </a:cubicBezTo>
                      <a:cubicBezTo>
                        <a:pt x="7" y="110"/>
                        <a:pt x="7" y="110"/>
                        <a:pt x="7" y="110"/>
                      </a:cubicBezTo>
                      <a:cubicBezTo>
                        <a:pt x="9" y="110"/>
                        <a:pt x="8" y="110"/>
                        <a:pt x="9" y="111"/>
                      </a:cubicBezTo>
                      <a:cubicBezTo>
                        <a:pt x="11" y="109"/>
                        <a:pt x="15" y="101"/>
                        <a:pt x="15" y="98"/>
                      </a:cubicBezTo>
                      <a:cubicBezTo>
                        <a:pt x="17" y="94"/>
                        <a:pt x="20" y="89"/>
                        <a:pt x="24" y="89"/>
                      </a:cubicBezTo>
                      <a:cubicBezTo>
                        <a:pt x="25" y="89"/>
                        <a:pt x="25" y="89"/>
                        <a:pt x="26" y="88"/>
                      </a:cubicBezTo>
                      <a:cubicBezTo>
                        <a:pt x="28" y="90"/>
                        <a:pt x="32" y="90"/>
                        <a:pt x="32" y="93"/>
                      </a:cubicBezTo>
                      <a:cubicBezTo>
                        <a:pt x="32" y="94"/>
                        <a:pt x="32" y="94"/>
                        <a:pt x="32" y="94"/>
                      </a:cubicBezTo>
                      <a:cubicBezTo>
                        <a:pt x="32" y="96"/>
                        <a:pt x="32" y="96"/>
                        <a:pt x="32" y="96"/>
                      </a:cubicBezTo>
                      <a:cubicBezTo>
                        <a:pt x="28" y="102"/>
                        <a:pt x="25" y="101"/>
                        <a:pt x="23" y="104"/>
                      </a:cubicBezTo>
                      <a:cubicBezTo>
                        <a:pt x="26" y="109"/>
                        <a:pt x="27" y="108"/>
                        <a:pt x="29" y="113"/>
                      </a:cubicBezTo>
                      <a:cubicBezTo>
                        <a:pt x="29" y="114"/>
                        <a:pt x="29" y="114"/>
                        <a:pt x="29" y="114"/>
                      </a:cubicBezTo>
                      <a:cubicBezTo>
                        <a:pt x="29" y="115"/>
                        <a:pt x="29" y="115"/>
                        <a:pt x="29" y="115"/>
                      </a:cubicBezTo>
                      <a:cubicBezTo>
                        <a:pt x="29" y="116"/>
                        <a:pt x="29" y="116"/>
                        <a:pt x="29" y="116"/>
                      </a:cubicBezTo>
                      <a:cubicBezTo>
                        <a:pt x="28" y="119"/>
                        <a:pt x="26" y="123"/>
                        <a:pt x="22" y="122"/>
                      </a:cubicBezTo>
                      <a:cubicBezTo>
                        <a:pt x="15" y="122"/>
                        <a:pt x="15" y="122"/>
                        <a:pt x="15" y="122"/>
                      </a:cubicBezTo>
                      <a:cubicBezTo>
                        <a:pt x="14" y="122"/>
                        <a:pt x="11" y="124"/>
                        <a:pt x="10" y="124"/>
                      </a:cubicBezTo>
                      <a:cubicBezTo>
                        <a:pt x="13" y="127"/>
                        <a:pt x="23" y="129"/>
                        <a:pt x="23" y="133"/>
                      </a:cubicBezTo>
                      <a:cubicBezTo>
                        <a:pt x="23" y="137"/>
                        <a:pt x="18" y="142"/>
                        <a:pt x="15" y="144"/>
                      </a:cubicBezTo>
                      <a:cubicBezTo>
                        <a:pt x="15" y="150"/>
                        <a:pt x="15" y="150"/>
                        <a:pt x="15" y="150"/>
                      </a:cubicBezTo>
                      <a:cubicBezTo>
                        <a:pt x="17" y="150"/>
                        <a:pt x="17" y="150"/>
                        <a:pt x="17" y="150"/>
                      </a:cubicBezTo>
                      <a:cubicBezTo>
                        <a:pt x="20" y="150"/>
                        <a:pt x="27" y="141"/>
                        <a:pt x="29" y="139"/>
                      </a:cubicBezTo>
                      <a:cubicBezTo>
                        <a:pt x="33" y="135"/>
                        <a:pt x="34" y="129"/>
                        <a:pt x="38" y="12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2" name="iSļïḑé"/>
                <p:cNvSpPr/>
                <p:nvPr/>
              </p:nvSpPr>
              <p:spPr bwMode="auto">
                <a:xfrm>
                  <a:off x="4422776" y="3106738"/>
                  <a:ext cx="412750" cy="596900"/>
                </a:xfrm>
                <a:custGeom>
                  <a:avLst/>
                  <a:gdLst>
                    <a:gd name="T0" fmla="*/ 63 w 125"/>
                    <a:gd name="T1" fmla="*/ 83 h 179"/>
                    <a:gd name="T2" fmla="*/ 69 w 125"/>
                    <a:gd name="T3" fmla="*/ 84 h 179"/>
                    <a:gd name="T4" fmla="*/ 71 w 125"/>
                    <a:gd name="T5" fmla="*/ 95 h 179"/>
                    <a:gd name="T6" fmla="*/ 56 w 125"/>
                    <a:gd name="T7" fmla="*/ 91 h 179"/>
                    <a:gd name="T8" fmla="*/ 77 w 125"/>
                    <a:gd name="T9" fmla="*/ 77 h 179"/>
                    <a:gd name="T10" fmla="*/ 90 w 125"/>
                    <a:gd name="T11" fmla="*/ 82 h 179"/>
                    <a:gd name="T12" fmla="*/ 93 w 125"/>
                    <a:gd name="T13" fmla="*/ 96 h 179"/>
                    <a:gd name="T14" fmla="*/ 88 w 125"/>
                    <a:gd name="T15" fmla="*/ 106 h 179"/>
                    <a:gd name="T16" fmla="*/ 75 w 125"/>
                    <a:gd name="T17" fmla="*/ 89 h 179"/>
                    <a:gd name="T18" fmla="*/ 91 w 125"/>
                    <a:gd name="T19" fmla="*/ 29 h 179"/>
                    <a:gd name="T20" fmla="*/ 95 w 125"/>
                    <a:gd name="T21" fmla="*/ 4 h 179"/>
                    <a:gd name="T22" fmla="*/ 92 w 125"/>
                    <a:gd name="T23" fmla="*/ 0 h 179"/>
                    <a:gd name="T24" fmla="*/ 86 w 125"/>
                    <a:gd name="T25" fmla="*/ 0 h 179"/>
                    <a:gd name="T26" fmla="*/ 80 w 125"/>
                    <a:gd name="T27" fmla="*/ 7 h 179"/>
                    <a:gd name="T28" fmla="*/ 83 w 125"/>
                    <a:gd name="T29" fmla="*/ 30 h 179"/>
                    <a:gd name="T30" fmla="*/ 86 w 125"/>
                    <a:gd name="T31" fmla="*/ 50 h 179"/>
                    <a:gd name="T32" fmla="*/ 46 w 125"/>
                    <a:gd name="T33" fmla="*/ 84 h 179"/>
                    <a:gd name="T34" fmla="*/ 0 w 125"/>
                    <a:gd name="T35" fmla="*/ 99 h 179"/>
                    <a:gd name="T36" fmla="*/ 13 w 125"/>
                    <a:gd name="T37" fmla="*/ 108 h 179"/>
                    <a:gd name="T38" fmla="*/ 30 w 125"/>
                    <a:gd name="T39" fmla="*/ 100 h 179"/>
                    <a:gd name="T40" fmla="*/ 47 w 125"/>
                    <a:gd name="T41" fmla="*/ 92 h 179"/>
                    <a:gd name="T42" fmla="*/ 51 w 125"/>
                    <a:gd name="T43" fmla="*/ 109 h 179"/>
                    <a:gd name="T44" fmla="*/ 50 w 125"/>
                    <a:gd name="T45" fmla="*/ 118 h 179"/>
                    <a:gd name="T46" fmla="*/ 54 w 125"/>
                    <a:gd name="T47" fmla="*/ 125 h 179"/>
                    <a:gd name="T48" fmla="*/ 62 w 125"/>
                    <a:gd name="T49" fmla="*/ 119 h 179"/>
                    <a:gd name="T50" fmla="*/ 62 w 125"/>
                    <a:gd name="T51" fmla="*/ 113 h 179"/>
                    <a:gd name="T52" fmla="*/ 78 w 125"/>
                    <a:gd name="T53" fmla="*/ 111 h 179"/>
                    <a:gd name="T54" fmla="*/ 78 w 125"/>
                    <a:gd name="T55" fmla="*/ 113 h 179"/>
                    <a:gd name="T56" fmla="*/ 78 w 125"/>
                    <a:gd name="T57" fmla="*/ 118 h 179"/>
                    <a:gd name="T58" fmla="*/ 46 w 125"/>
                    <a:gd name="T59" fmla="*/ 147 h 179"/>
                    <a:gd name="T60" fmla="*/ 28 w 125"/>
                    <a:gd name="T61" fmla="*/ 158 h 179"/>
                    <a:gd name="T62" fmla="*/ 1 w 125"/>
                    <a:gd name="T63" fmla="*/ 170 h 179"/>
                    <a:gd name="T64" fmla="*/ 14 w 125"/>
                    <a:gd name="T65" fmla="*/ 178 h 179"/>
                    <a:gd name="T66" fmla="*/ 20 w 125"/>
                    <a:gd name="T67" fmla="*/ 179 h 179"/>
                    <a:gd name="T68" fmla="*/ 22 w 125"/>
                    <a:gd name="T69" fmla="*/ 179 h 179"/>
                    <a:gd name="T70" fmla="*/ 38 w 125"/>
                    <a:gd name="T71" fmla="*/ 169 h 179"/>
                    <a:gd name="T72" fmla="*/ 61 w 125"/>
                    <a:gd name="T73" fmla="*/ 150 h 179"/>
                    <a:gd name="T74" fmla="*/ 79 w 125"/>
                    <a:gd name="T75" fmla="*/ 135 h 179"/>
                    <a:gd name="T76" fmla="*/ 96 w 125"/>
                    <a:gd name="T77" fmla="*/ 119 h 179"/>
                    <a:gd name="T78" fmla="*/ 106 w 125"/>
                    <a:gd name="T79" fmla="*/ 149 h 179"/>
                    <a:gd name="T80" fmla="*/ 125 w 125"/>
                    <a:gd name="T81" fmla="*/ 152 h 179"/>
                    <a:gd name="T82" fmla="*/ 116 w 125"/>
                    <a:gd name="T83" fmla="*/ 120 h 179"/>
                    <a:gd name="T84" fmla="*/ 115 w 125"/>
                    <a:gd name="T85" fmla="*/ 125 h 179"/>
                    <a:gd name="T86" fmla="*/ 109 w 125"/>
                    <a:gd name="T87" fmla="*/ 129 h 179"/>
                    <a:gd name="T88" fmla="*/ 97 w 125"/>
                    <a:gd name="T89" fmla="*/ 92 h 179"/>
                    <a:gd name="T90" fmla="*/ 94 w 125"/>
                    <a:gd name="T91" fmla="*/ 76 h 179"/>
                    <a:gd name="T92" fmla="*/ 110 w 125"/>
                    <a:gd name="T93" fmla="*/ 60 h 179"/>
                    <a:gd name="T94" fmla="*/ 105 w 125"/>
                    <a:gd name="T95" fmla="*/ 57 h 179"/>
                    <a:gd name="T96" fmla="*/ 101 w 125"/>
                    <a:gd name="T97" fmla="*/ 59 h 179"/>
                    <a:gd name="T98" fmla="*/ 91 w 125"/>
                    <a:gd name="T99" fmla="*/ 54 h 179"/>
                    <a:gd name="T100" fmla="*/ 91 w 125"/>
                    <a:gd name="T101" fmla="*/ 29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25" h="179">
                      <a:moveTo>
                        <a:pt x="56" y="91"/>
                      </a:moveTo>
                      <a:cubicBezTo>
                        <a:pt x="56" y="87"/>
                        <a:pt x="60" y="85"/>
                        <a:pt x="63" y="83"/>
                      </a:cubicBezTo>
                      <a:cubicBezTo>
                        <a:pt x="64" y="83"/>
                        <a:pt x="64" y="83"/>
                        <a:pt x="64" y="83"/>
                      </a:cubicBezTo>
                      <a:cubicBezTo>
                        <a:pt x="67" y="83"/>
                        <a:pt x="67" y="84"/>
                        <a:pt x="69" y="84"/>
                      </a:cubicBezTo>
                      <a:cubicBezTo>
                        <a:pt x="71" y="94"/>
                        <a:pt x="71" y="94"/>
                        <a:pt x="71" y="94"/>
                      </a:cubicBezTo>
                      <a:cubicBezTo>
                        <a:pt x="71" y="95"/>
                        <a:pt x="71" y="95"/>
                        <a:pt x="71" y="95"/>
                      </a:cubicBezTo>
                      <a:cubicBezTo>
                        <a:pt x="68" y="100"/>
                        <a:pt x="68" y="99"/>
                        <a:pt x="63" y="101"/>
                      </a:cubicBezTo>
                      <a:cubicBezTo>
                        <a:pt x="61" y="99"/>
                        <a:pt x="56" y="95"/>
                        <a:pt x="56" y="91"/>
                      </a:cubicBezTo>
                      <a:close/>
                      <a:moveTo>
                        <a:pt x="72" y="83"/>
                      </a:moveTo>
                      <a:cubicBezTo>
                        <a:pt x="74" y="79"/>
                        <a:pt x="73" y="79"/>
                        <a:pt x="77" y="77"/>
                      </a:cubicBezTo>
                      <a:cubicBezTo>
                        <a:pt x="79" y="75"/>
                        <a:pt x="82" y="75"/>
                        <a:pt x="83" y="73"/>
                      </a:cubicBezTo>
                      <a:cubicBezTo>
                        <a:pt x="88" y="76"/>
                        <a:pt x="89" y="76"/>
                        <a:pt x="90" y="82"/>
                      </a:cubicBezTo>
                      <a:cubicBezTo>
                        <a:pt x="92" y="95"/>
                        <a:pt x="92" y="95"/>
                        <a:pt x="92" y="95"/>
                      </a:cubicBezTo>
                      <a:cubicBezTo>
                        <a:pt x="93" y="96"/>
                        <a:pt x="93" y="96"/>
                        <a:pt x="93" y="96"/>
                      </a:cubicBezTo>
                      <a:cubicBezTo>
                        <a:pt x="94" y="99"/>
                        <a:pt x="94" y="99"/>
                        <a:pt x="94" y="99"/>
                      </a:cubicBezTo>
                      <a:cubicBezTo>
                        <a:pt x="91" y="105"/>
                        <a:pt x="93" y="103"/>
                        <a:pt x="88" y="106"/>
                      </a:cubicBezTo>
                      <a:cubicBezTo>
                        <a:pt x="83" y="101"/>
                        <a:pt x="82" y="101"/>
                        <a:pt x="79" y="95"/>
                      </a:cubicBezTo>
                      <a:cubicBezTo>
                        <a:pt x="77" y="93"/>
                        <a:pt x="77" y="91"/>
                        <a:pt x="75" y="89"/>
                      </a:cubicBezTo>
                      <a:cubicBezTo>
                        <a:pt x="73" y="87"/>
                        <a:pt x="73" y="86"/>
                        <a:pt x="72" y="83"/>
                      </a:cubicBezTo>
                      <a:close/>
                      <a:moveTo>
                        <a:pt x="91" y="29"/>
                      </a:moveTo>
                      <a:cubicBezTo>
                        <a:pt x="91" y="22"/>
                        <a:pt x="95" y="12"/>
                        <a:pt x="95" y="4"/>
                      </a:cubicBezTo>
                      <a:cubicBezTo>
                        <a:pt x="95" y="4"/>
                        <a:pt x="95" y="4"/>
                        <a:pt x="95" y="4"/>
                      </a:cubicBezTo>
                      <a:cubicBezTo>
                        <a:pt x="95" y="3"/>
                        <a:pt x="95" y="3"/>
                        <a:pt x="95" y="3"/>
                      </a:cubicBezTo>
                      <a:cubicBezTo>
                        <a:pt x="93" y="0"/>
                        <a:pt x="95" y="1"/>
                        <a:pt x="92" y="0"/>
                      </a:cubicBezTo>
                      <a:cubicBezTo>
                        <a:pt x="91" y="0"/>
                        <a:pt x="91" y="0"/>
                        <a:pt x="91" y="0"/>
                      </a:cubicBezTo>
                      <a:cubicBezTo>
                        <a:pt x="86" y="0"/>
                        <a:pt x="86" y="0"/>
                        <a:pt x="86" y="0"/>
                      </a:cubicBezTo>
                      <a:cubicBezTo>
                        <a:pt x="85" y="0"/>
                        <a:pt x="85" y="0"/>
                        <a:pt x="85" y="0"/>
                      </a:cubicBezTo>
                      <a:cubicBezTo>
                        <a:pt x="82" y="1"/>
                        <a:pt x="80" y="4"/>
                        <a:pt x="80" y="7"/>
                      </a:cubicBezTo>
                      <a:cubicBezTo>
                        <a:pt x="83" y="30"/>
                        <a:pt x="83" y="30"/>
                        <a:pt x="83" y="30"/>
                      </a:cubicBezTo>
                      <a:cubicBezTo>
                        <a:pt x="83" y="30"/>
                        <a:pt x="83" y="30"/>
                        <a:pt x="83" y="30"/>
                      </a:cubicBezTo>
                      <a:cubicBezTo>
                        <a:pt x="83" y="38"/>
                        <a:pt x="86" y="44"/>
                        <a:pt x="86" y="49"/>
                      </a:cubicBezTo>
                      <a:cubicBezTo>
                        <a:pt x="86" y="50"/>
                        <a:pt x="86" y="50"/>
                        <a:pt x="86" y="50"/>
                      </a:cubicBezTo>
                      <a:cubicBezTo>
                        <a:pt x="87" y="62"/>
                        <a:pt x="87" y="62"/>
                        <a:pt x="87" y="62"/>
                      </a:cubicBezTo>
                      <a:cubicBezTo>
                        <a:pt x="87" y="68"/>
                        <a:pt x="52" y="81"/>
                        <a:pt x="46" y="84"/>
                      </a:cubicBezTo>
                      <a:cubicBezTo>
                        <a:pt x="39" y="87"/>
                        <a:pt x="31" y="89"/>
                        <a:pt x="23" y="92"/>
                      </a:cubicBezTo>
                      <a:cubicBezTo>
                        <a:pt x="20" y="94"/>
                        <a:pt x="0" y="96"/>
                        <a:pt x="0" y="99"/>
                      </a:cubicBezTo>
                      <a:cubicBezTo>
                        <a:pt x="0" y="101"/>
                        <a:pt x="9" y="108"/>
                        <a:pt x="11" y="108"/>
                      </a:cubicBezTo>
                      <a:cubicBezTo>
                        <a:pt x="13" y="108"/>
                        <a:pt x="13" y="108"/>
                        <a:pt x="13" y="108"/>
                      </a:cubicBezTo>
                      <a:cubicBezTo>
                        <a:pt x="14" y="108"/>
                        <a:pt x="14" y="108"/>
                        <a:pt x="14" y="108"/>
                      </a:cubicBezTo>
                      <a:cubicBezTo>
                        <a:pt x="20" y="105"/>
                        <a:pt x="24" y="103"/>
                        <a:pt x="30" y="100"/>
                      </a:cubicBezTo>
                      <a:cubicBezTo>
                        <a:pt x="34" y="98"/>
                        <a:pt x="41" y="93"/>
                        <a:pt x="45" y="93"/>
                      </a:cubicBezTo>
                      <a:cubicBezTo>
                        <a:pt x="46" y="93"/>
                        <a:pt x="46" y="93"/>
                        <a:pt x="47" y="92"/>
                      </a:cubicBezTo>
                      <a:cubicBezTo>
                        <a:pt x="49" y="94"/>
                        <a:pt x="52" y="96"/>
                        <a:pt x="51" y="101"/>
                      </a:cubicBezTo>
                      <a:cubicBezTo>
                        <a:pt x="51" y="109"/>
                        <a:pt x="51" y="109"/>
                        <a:pt x="51" y="109"/>
                      </a:cubicBezTo>
                      <a:cubicBezTo>
                        <a:pt x="51" y="110"/>
                        <a:pt x="51" y="110"/>
                        <a:pt x="51" y="110"/>
                      </a:cubicBezTo>
                      <a:cubicBezTo>
                        <a:pt x="50" y="118"/>
                        <a:pt x="50" y="118"/>
                        <a:pt x="50" y="118"/>
                      </a:cubicBezTo>
                      <a:cubicBezTo>
                        <a:pt x="50" y="119"/>
                        <a:pt x="50" y="119"/>
                        <a:pt x="50" y="120"/>
                      </a:cubicBezTo>
                      <a:cubicBezTo>
                        <a:pt x="51" y="123"/>
                        <a:pt x="51" y="123"/>
                        <a:pt x="54" y="125"/>
                      </a:cubicBezTo>
                      <a:cubicBezTo>
                        <a:pt x="56" y="125"/>
                        <a:pt x="56" y="125"/>
                        <a:pt x="56" y="125"/>
                      </a:cubicBezTo>
                      <a:cubicBezTo>
                        <a:pt x="59" y="125"/>
                        <a:pt x="60" y="121"/>
                        <a:pt x="62" y="119"/>
                      </a:cubicBezTo>
                      <a:cubicBezTo>
                        <a:pt x="62" y="118"/>
                        <a:pt x="62" y="118"/>
                        <a:pt x="62" y="118"/>
                      </a:cubicBezTo>
                      <a:cubicBezTo>
                        <a:pt x="62" y="113"/>
                        <a:pt x="62" y="113"/>
                        <a:pt x="62" y="113"/>
                      </a:cubicBezTo>
                      <a:cubicBezTo>
                        <a:pt x="63" y="110"/>
                        <a:pt x="68" y="106"/>
                        <a:pt x="71" y="106"/>
                      </a:cubicBezTo>
                      <a:cubicBezTo>
                        <a:pt x="75" y="106"/>
                        <a:pt x="77" y="109"/>
                        <a:pt x="78" y="111"/>
                      </a:cubicBezTo>
                      <a:cubicBezTo>
                        <a:pt x="78" y="112"/>
                        <a:pt x="78" y="112"/>
                        <a:pt x="78" y="112"/>
                      </a:cubicBezTo>
                      <a:cubicBezTo>
                        <a:pt x="78" y="113"/>
                        <a:pt x="78" y="113"/>
                        <a:pt x="78" y="113"/>
                      </a:cubicBezTo>
                      <a:cubicBezTo>
                        <a:pt x="78" y="115"/>
                        <a:pt x="78" y="115"/>
                        <a:pt x="79" y="116"/>
                      </a:cubicBezTo>
                      <a:cubicBezTo>
                        <a:pt x="78" y="117"/>
                        <a:pt x="78" y="117"/>
                        <a:pt x="78" y="118"/>
                      </a:cubicBezTo>
                      <a:cubicBezTo>
                        <a:pt x="78" y="119"/>
                        <a:pt x="78" y="119"/>
                        <a:pt x="78" y="119"/>
                      </a:cubicBezTo>
                      <a:cubicBezTo>
                        <a:pt x="72" y="130"/>
                        <a:pt x="57" y="140"/>
                        <a:pt x="46" y="147"/>
                      </a:cubicBezTo>
                      <a:cubicBezTo>
                        <a:pt x="44" y="148"/>
                        <a:pt x="40" y="151"/>
                        <a:pt x="37" y="152"/>
                      </a:cubicBezTo>
                      <a:cubicBezTo>
                        <a:pt x="35" y="153"/>
                        <a:pt x="29" y="157"/>
                        <a:pt x="28" y="158"/>
                      </a:cubicBezTo>
                      <a:cubicBezTo>
                        <a:pt x="25" y="161"/>
                        <a:pt x="12" y="165"/>
                        <a:pt x="6" y="165"/>
                      </a:cubicBezTo>
                      <a:cubicBezTo>
                        <a:pt x="4" y="165"/>
                        <a:pt x="2" y="168"/>
                        <a:pt x="1" y="170"/>
                      </a:cubicBezTo>
                      <a:cubicBezTo>
                        <a:pt x="4" y="171"/>
                        <a:pt x="4" y="173"/>
                        <a:pt x="7" y="175"/>
                      </a:cubicBezTo>
                      <a:cubicBezTo>
                        <a:pt x="10" y="176"/>
                        <a:pt x="12" y="176"/>
                        <a:pt x="14" y="178"/>
                      </a:cubicBezTo>
                      <a:cubicBezTo>
                        <a:pt x="18" y="179"/>
                        <a:pt x="18" y="179"/>
                        <a:pt x="18" y="179"/>
                      </a:cubicBezTo>
                      <a:cubicBezTo>
                        <a:pt x="20" y="179"/>
                        <a:pt x="18" y="179"/>
                        <a:pt x="20" y="179"/>
                      </a:cubicBezTo>
                      <a:cubicBezTo>
                        <a:pt x="21" y="179"/>
                        <a:pt x="21" y="179"/>
                        <a:pt x="21" y="179"/>
                      </a:cubicBezTo>
                      <a:cubicBezTo>
                        <a:pt x="22" y="179"/>
                        <a:pt x="22" y="179"/>
                        <a:pt x="22" y="179"/>
                      </a:cubicBezTo>
                      <a:cubicBezTo>
                        <a:pt x="26" y="177"/>
                        <a:pt x="30" y="175"/>
                        <a:pt x="33" y="173"/>
                      </a:cubicBezTo>
                      <a:cubicBezTo>
                        <a:pt x="35" y="171"/>
                        <a:pt x="36" y="170"/>
                        <a:pt x="38" y="169"/>
                      </a:cubicBezTo>
                      <a:cubicBezTo>
                        <a:pt x="39" y="168"/>
                        <a:pt x="43" y="166"/>
                        <a:pt x="43" y="166"/>
                      </a:cubicBezTo>
                      <a:cubicBezTo>
                        <a:pt x="49" y="160"/>
                        <a:pt x="55" y="156"/>
                        <a:pt x="61" y="150"/>
                      </a:cubicBezTo>
                      <a:cubicBezTo>
                        <a:pt x="64" y="148"/>
                        <a:pt x="67" y="145"/>
                        <a:pt x="70" y="143"/>
                      </a:cubicBezTo>
                      <a:cubicBezTo>
                        <a:pt x="73" y="140"/>
                        <a:pt x="76" y="137"/>
                        <a:pt x="79" y="135"/>
                      </a:cubicBezTo>
                      <a:cubicBezTo>
                        <a:pt x="82" y="132"/>
                        <a:pt x="85" y="130"/>
                        <a:pt x="87" y="127"/>
                      </a:cubicBezTo>
                      <a:cubicBezTo>
                        <a:pt x="90" y="124"/>
                        <a:pt x="91" y="119"/>
                        <a:pt x="96" y="119"/>
                      </a:cubicBezTo>
                      <a:cubicBezTo>
                        <a:pt x="98" y="119"/>
                        <a:pt x="100" y="126"/>
                        <a:pt x="100" y="128"/>
                      </a:cubicBezTo>
                      <a:cubicBezTo>
                        <a:pt x="100" y="132"/>
                        <a:pt x="105" y="145"/>
                        <a:pt x="106" y="149"/>
                      </a:cubicBezTo>
                      <a:cubicBezTo>
                        <a:pt x="108" y="155"/>
                        <a:pt x="111" y="165"/>
                        <a:pt x="118" y="165"/>
                      </a:cubicBezTo>
                      <a:cubicBezTo>
                        <a:pt x="119" y="163"/>
                        <a:pt x="125" y="161"/>
                        <a:pt x="125" y="152"/>
                      </a:cubicBezTo>
                      <a:cubicBezTo>
                        <a:pt x="125" y="143"/>
                        <a:pt x="120" y="120"/>
                        <a:pt x="117" y="116"/>
                      </a:cubicBezTo>
                      <a:cubicBezTo>
                        <a:pt x="117" y="118"/>
                        <a:pt x="116" y="118"/>
                        <a:pt x="116" y="120"/>
                      </a:cubicBezTo>
                      <a:cubicBezTo>
                        <a:pt x="116" y="123"/>
                        <a:pt x="115" y="121"/>
                        <a:pt x="115" y="124"/>
                      </a:cubicBezTo>
                      <a:cubicBezTo>
                        <a:pt x="115" y="125"/>
                        <a:pt x="115" y="125"/>
                        <a:pt x="115" y="125"/>
                      </a:cubicBezTo>
                      <a:cubicBezTo>
                        <a:pt x="115" y="126"/>
                        <a:pt x="114" y="129"/>
                        <a:pt x="112" y="129"/>
                      </a:cubicBezTo>
                      <a:cubicBezTo>
                        <a:pt x="109" y="129"/>
                        <a:pt x="109" y="129"/>
                        <a:pt x="109" y="129"/>
                      </a:cubicBezTo>
                      <a:cubicBezTo>
                        <a:pt x="105" y="129"/>
                        <a:pt x="102" y="110"/>
                        <a:pt x="100" y="105"/>
                      </a:cubicBezTo>
                      <a:cubicBezTo>
                        <a:pt x="98" y="101"/>
                        <a:pt x="98" y="97"/>
                        <a:pt x="97" y="92"/>
                      </a:cubicBezTo>
                      <a:cubicBezTo>
                        <a:pt x="96" y="87"/>
                        <a:pt x="94" y="86"/>
                        <a:pt x="94" y="79"/>
                      </a:cubicBezTo>
                      <a:cubicBezTo>
                        <a:pt x="94" y="76"/>
                        <a:pt x="94" y="76"/>
                        <a:pt x="94" y="76"/>
                      </a:cubicBezTo>
                      <a:cubicBezTo>
                        <a:pt x="94" y="65"/>
                        <a:pt x="110" y="67"/>
                        <a:pt x="110" y="61"/>
                      </a:cubicBezTo>
                      <a:cubicBezTo>
                        <a:pt x="110" y="60"/>
                        <a:pt x="110" y="60"/>
                        <a:pt x="110" y="60"/>
                      </a:cubicBezTo>
                      <a:cubicBezTo>
                        <a:pt x="110" y="58"/>
                        <a:pt x="109" y="57"/>
                        <a:pt x="108" y="57"/>
                      </a:cubicBezTo>
                      <a:cubicBezTo>
                        <a:pt x="105" y="57"/>
                        <a:pt x="105" y="57"/>
                        <a:pt x="105" y="57"/>
                      </a:cubicBezTo>
                      <a:cubicBezTo>
                        <a:pt x="104" y="57"/>
                        <a:pt x="104" y="57"/>
                        <a:pt x="104" y="57"/>
                      </a:cubicBezTo>
                      <a:cubicBezTo>
                        <a:pt x="103" y="58"/>
                        <a:pt x="102" y="59"/>
                        <a:pt x="101" y="59"/>
                      </a:cubicBezTo>
                      <a:cubicBezTo>
                        <a:pt x="99" y="60"/>
                        <a:pt x="99" y="59"/>
                        <a:pt x="97" y="60"/>
                      </a:cubicBezTo>
                      <a:cubicBezTo>
                        <a:pt x="95" y="59"/>
                        <a:pt x="91" y="56"/>
                        <a:pt x="91" y="54"/>
                      </a:cubicBezTo>
                      <a:cubicBezTo>
                        <a:pt x="91" y="41"/>
                        <a:pt x="91" y="41"/>
                        <a:pt x="91" y="41"/>
                      </a:cubicBezTo>
                      <a:lnTo>
                        <a:pt x="91" y="29"/>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3" name="íšlïďè"/>
                <p:cNvSpPr/>
                <p:nvPr/>
              </p:nvSpPr>
              <p:spPr bwMode="auto">
                <a:xfrm>
                  <a:off x="5478463" y="3581400"/>
                  <a:ext cx="46038" cy="76200"/>
                </a:xfrm>
                <a:custGeom>
                  <a:avLst/>
                  <a:gdLst>
                    <a:gd name="T0" fmla="*/ 14 w 14"/>
                    <a:gd name="T1" fmla="*/ 15 h 23"/>
                    <a:gd name="T2" fmla="*/ 10 w 14"/>
                    <a:gd name="T3" fmla="*/ 6 h 23"/>
                    <a:gd name="T4" fmla="*/ 3 w 14"/>
                    <a:gd name="T5" fmla="*/ 0 h 23"/>
                    <a:gd name="T6" fmla="*/ 0 w 14"/>
                    <a:gd name="T7" fmla="*/ 3 h 23"/>
                    <a:gd name="T8" fmla="*/ 5 w 14"/>
                    <a:gd name="T9" fmla="*/ 11 h 23"/>
                    <a:gd name="T10" fmla="*/ 5 w 14"/>
                    <a:gd name="T11" fmla="*/ 12 h 23"/>
                    <a:gd name="T12" fmla="*/ 5 w 14"/>
                    <a:gd name="T13" fmla="*/ 14 h 23"/>
                    <a:gd name="T14" fmla="*/ 5 w 14"/>
                    <a:gd name="T15" fmla="*/ 15 h 23"/>
                    <a:gd name="T16" fmla="*/ 2 w 14"/>
                    <a:gd name="T17" fmla="*/ 19 h 23"/>
                    <a:gd name="T18" fmla="*/ 2 w 14"/>
                    <a:gd name="T19" fmla="*/ 22 h 23"/>
                    <a:gd name="T20" fmla="*/ 5 w 14"/>
                    <a:gd name="T21" fmla="*/ 23 h 23"/>
                    <a:gd name="T22" fmla="*/ 6 w 14"/>
                    <a:gd name="T23" fmla="*/ 23 h 23"/>
                    <a:gd name="T24" fmla="*/ 11 w 14"/>
                    <a:gd name="T25" fmla="*/ 20 h 23"/>
                    <a:gd name="T26" fmla="*/ 14 w 14"/>
                    <a:gd name="T27" fmla="*/ 15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4" h="23">
                      <a:moveTo>
                        <a:pt x="14" y="15"/>
                      </a:moveTo>
                      <a:cubicBezTo>
                        <a:pt x="14" y="11"/>
                        <a:pt x="12" y="9"/>
                        <a:pt x="10" y="6"/>
                      </a:cubicBezTo>
                      <a:cubicBezTo>
                        <a:pt x="8" y="5"/>
                        <a:pt x="3" y="1"/>
                        <a:pt x="3" y="0"/>
                      </a:cubicBezTo>
                      <a:cubicBezTo>
                        <a:pt x="0" y="3"/>
                        <a:pt x="0" y="3"/>
                        <a:pt x="0" y="3"/>
                      </a:cubicBezTo>
                      <a:cubicBezTo>
                        <a:pt x="5" y="11"/>
                        <a:pt x="5" y="11"/>
                        <a:pt x="5" y="11"/>
                      </a:cubicBezTo>
                      <a:cubicBezTo>
                        <a:pt x="5" y="12"/>
                        <a:pt x="5" y="12"/>
                        <a:pt x="5" y="12"/>
                      </a:cubicBezTo>
                      <a:cubicBezTo>
                        <a:pt x="5" y="14"/>
                        <a:pt x="5" y="14"/>
                        <a:pt x="5" y="14"/>
                      </a:cubicBezTo>
                      <a:cubicBezTo>
                        <a:pt x="5" y="15"/>
                        <a:pt x="5" y="15"/>
                        <a:pt x="5" y="15"/>
                      </a:cubicBezTo>
                      <a:cubicBezTo>
                        <a:pt x="2" y="19"/>
                        <a:pt x="2" y="19"/>
                        <a:pt x="2" y="19"/>
                      </a:cubicBezTo>
                      <a:cubicBezTo>
                        <a:pt x="2" y="22"/>
                        <a:pt x="2" y="22"/>
                        <a:pt x="2" y="22"/>
                      </a:cubicBezTo>
                      <a:cubicBezTo>
                        <a:pt x="5" y="23"/>
                        <a:pt x="5" y="23"/>
                        <a:pt x="5" y="23"/>
                      </a:cubicBezTo>
                      <a:cubicBezTo>
                        <a:pt x="6" y="23"/>
                        <a:pt x="6" y="23"/>
                        <a:pt x="6" y="23"/>
                      </a:cubicBezTo>
                      <a:cubicBezTo>
                        <a:pt x="7" y="23"/>
                        <a:pt x="11" y="21"/>
                        <a:pt x="11" y="20"/>
                      </a:cubicBezTo>
                      <a:cubicBezTo>
                        <a:pt x="13" y="19"/>
                        <a:pt x="13" y="17"/>
                        <a:pt x="14" y="1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4" name="işḷîḑe"/>
                <p:cNvSpPr/>
                <p:nvPr/>
              </p:nvSpPr>
              <p:spPr bwMode="auto">
                <a:xfrm>
                  <a:off x="6310313" y="3136900"/>
                  <a:ext cx="406400" cy="554038"/>
                </a:xfrm>
                <a:custGeom>
                  <a:avLst/>
                  <a:gdLst>
                    <a:gd name="T0" fmla="*/ 101 w 123"/>
                    <a:gd name="T1" fmla="*/ 9 h 166"/>
                    <a:gd name="T2" fmla="*/ 96 w 123"/>
                    <a:gd name="T3" fmla="*/ 0 h 166"/>
                    <a:gd name="T4" fmla="*/ 76 w 123"/>
                    <a:gd name="T5" fmla="*/ 23 h 166"/>
                    <a:gd name="T6" fmla="*/ 66 w 123"/>
                    <a:gd name="T7" fmla="*/ 20 h 166"/>
                    <a:gd name="T8" fmla="*/ 69 w 123"/>
                    <a:gd name="T9" fmla="*/ 29 h 166"/>
                    <a:gd name="T10" fmla="*/ 64 w 123"/>
                    <a:gd name="T11" fmla="*/ 38 h 166"/>
                    <a:gd name="T12" fmla="*/ 71 w 123"/>
                    <a:gd name="T13" fmla="*/ 37 h 166"/>
                    <a:gd name="T14" fmla="*/ 78 w 123"/>
                    <a:gd name="T15" fmla="*/ 38 h 166"/>
                    <a:gd name="T16" fmla="*/ 104 w 123"/>
                    <a:gd name="T17" fmla="*/ 37 h 166"/>
                    <a:gd name="T18" fmla="*/ 97 w 123"/>
                    <a:gd name="T19" fmla="*/ 43 h 166"/>
                    <a:gd name="T20" fmla="*/ 85 w 123"/>
                    <a:gd name="T21" fmla="*/ 56 h 166"/>
                    <a:gd name="T22" fmla="*/ 78 w 123"/>
                    <a:gd name="T23" fmla="*/ 67 h 166"/>
                    <a:gd name="T24" fmla="*/ 72 w 123"/>
                    <a:gd name="T25" fmla="*/ 62 h 166"/>
                    <a:gd name="T26" fmla="*/ 72 w 123"/>
                    <a:gd name="T27" fmla="*/ 48 h 166"/>
                    <a:gd name="T28" fmla="*/ 63 w 123"/>
                    <a:gd name="T29" fmla="*/ 57 h 166"/>
                    <a:gd name="T30" fmla="*/ 56 w 123"/>
                    <a:gd name="T31" fmla="*/ 57 h 166"/>
                    <a:gd name="T32" fmla="*/ 61 w 123"/>
                    <a:gd name="T33" fmla="*/ 66 h 166"/>
                    <a:gd name="T34" fmla="*/ 59 w 123"/>
                    <a:gd name="T35" fmla="*/ 70 h 166"/>
                    <a:gd name="T36" fmla="*/ 68 w 123"/>
                    <a:gd name="T37" fmla="*/ 74 h 166"/>
                    <a:gd name="T38" fmla="*/ 68 w 123"/>
                    <a:gd name="T39" fmla="*/ 78 h 166"/>
                    <a:gd name="T40" fmla="*/ 40 w 123"/>
                    <a:gd name="T41" fmla="*/ 92 h 166"/>
                    <a:gd name="T42" fmla="*/ 24 w 123"/>
                    <a:gd name="T43" fmla="*/ 99 h 166"/>
                    <a:gd name="T44" fmla="*/ 3 w 123"/>
                    <a:gd name="T45" fmla="*/ 105 h 166"/>
                    <a:gd name="T46" fmla="*/ 2 w 123"/>
                    <a:gd name="T47" fmla="*/ 112 h 166"/>
                    <a:gd name="T48" fmla="*/ 14 w 123"/>
                    <a:gd name="T49" fmla="*/ 120 h 166"/>
                    <a:gd name="T50" fmla="*/ 32 w 123"/>
                    <a:gd name="T51" fmla="*/ 108 h 166"/>
                    <a:gd name="T52" fmla="*/ 55 w 123"/>
                    <a:gd name="T53" fmla="*/ 93 h 166"/>
                    <a:gd name="T54" fmla="*/ 63 w 123"/>
                    <a:gd name="T55" fmla="*/ 89 h 166"/>
                    <a:gd name="T56" fmla="*/ 82 w 123"/>
                    <a:gd name="T57" fmla="*/ 83 h 166"/>
                    <a:gd name="T58" fmla="*/ 82 w 123"/>
                    <a:gd name="T59" fmla="*/ 86 h 166"/>
                    <a:gd name="T60" fmla="*/ 74 w 123"/>
                    <a:gd name="T61" fmla="*/ 97 h 166"/>
                    <a:gd name="T62" fmla="*/ 61 w 123"/>
                    <a:gd name="T63" fmla="*/ 107 h 166"/>
                    <a:gd name="T64" fmla="*/ 64 w 123"/>
                    <a:gd name="T65" fmla="*/ 118 h 166"/>
                    <a:gd name="T66" fmla="*/ 55 w 123"/>
                    <a:gd name="T67" fmla="*/ 126 h 166"/>
                    <a:gd name="T68" fmla="*/ 40 w 123"/>
                    <a:gd name="T69" fmla="*/ 129 h 166"/>
                    <a:gd name="T70" fmla="*/ 30 w 123"/>
                    <a:gd name="T71" fmla="*/ 130 h 166"/>
                    <a:gd name="T72" fmla="*/ 35 w 123"/>
                    <a:gd name="T73" fmla="*/ 141 h 166"/>
                    <a:gd name="T74" fmla="*/ 38 w 123"/>
                    <a:gd name="T75" fmla="*/ 141 h 166"/>
                    <a:gd name="T76" fmla="*/ 56 w 123"/>
                    <a:gd name="T77" fmla="*/ 133 h 166"/>
                    <a:gd name="T78" fmla="*/ 63 w 123"/>
                    <a:gd name="T79" fmla="*/ 141 h 166"/>
                    <a:gd name="T80" fmla="*/ 56 w 123"/>
                    <a:gd name="T81" fmla="*/ 154 h 166"/>
                    <a:gd name="T82" fmla="*/ 53 w 123"/>
                    <a:gd name="T83" fmla="*/ 154 h 166"/>
                    <a:gd name="T84" fmla="*/ 49 w 123"/>
                    <a:gd name="T85" fmla="*/ 154 h 166"/>
                    <a:gd name="T86" fmla="*/ 46 w 123"/>
                    <a:gd name="T87" fmla="*/ 156 h 166"/>
                    <a:gd name="T88" fmla="*/ 56 w 123"/>
                    <a:gd name="T89" fmla="*/ 166 h 166"/>
                    <a:gd name="T90" fmla="*/ 71 w 123"/>
                    <a:gd name="T91" fmla="*/ 160 h 166"/>
                    <a:gd name="T92" fmla="*/ 75 w 123"/>
                    <a:gd name="T93" fmla="*/ 146 h 166"/>
                    <a:gd name="T94" fmla="*/ 80 w 123"/>
                    <a:gd name="T95" fmla="*/ 124 h 166"/>
                    <a:gd name="T96" fmla="*/ 94 w 123"/>
                    <a:gd name="T97" fmla="*/ 120 h 166"/>
                    <a:gd name="T98" fmla="*/ 81 w 123"/>
                    <a:gd name="T99" fmla="*/ 117 h 166"/>
                    <a:gd name="T100" fmla="*/ 72 w 123"/>
                    <a:gd name="T101" fmla="*/ 107 h 166"/>
                    <a:gd name="T102" fmla="*/ 78 w 123"/>
                    <a:gd name="T103" fmla="*/ 96 h 166"/>
                    <a:gd name="T104" fmla="*/ 92 w 123"/>
                    <a:gd name="T105" fmla="*/ 89 h 166"/>
                    <a:gd name="T106" fmla="*/ 102 w 123"/>
                    <a:gd name="T107" fmla="*/ 78 h 166"/>
                    <a:gd name="T108" fmla="*/ 95 w 123"/>
                    <a:gd name="T109" fmla="*/ 61 h 166"/>
                    <a:gd name="T110" fmla="*/ 109 w 123"/>
                    <a:gd name="T111" fmla="*/ 48 h 166"/>
                    <a:gd name="T112" fmla="*/ 116 w 123"/>
                    <a:gd name="T113" fmla="*/ 42 h 166"/>
                    <a:gd name="T114" fmla="*/ 121 w 123"/>
                    <a:gd name="T115" fmla="*/ 32 h 166"/>
                    <a:gd name="T116" fmla="*/ 116 w 123"/>
                    <a:gd name="T117" fmla="*/ 17 h 166"/>
                    <a:gd name="T118" fmla="*/ 104 w 123"/>
                    <a:gd name="T119" fmla="*/ 20 h 166"/>
                    <a:gd name="T120" fmla="*/ 93 w 123"/>
                    <a:gd name="T121" fmla="*/ 21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23" h="166">
                      <a:moveTo>
                        <a:pt x="93" y="21"/>
                      </a:moveTo>
                      <a:cubicBezTo>
                        <a:pt x="94" y="14"/>
                        <a:pt x="98" y="14"/>
                        <a:pt x="101" y="9"/>
                      </a:cubicBezTo>
                      <a:cubicBezTo>
                        <a:pt x="101" y="8"/>
                        <a:pt x="101" y="8"/>
                        <a:pt x="101" y="8"/>
                      </a:cubicBezTo>
                      <a:cubicBezTo>
                        <a:pt x="101" y="5"/>
                        <a:pt x="97" y="1"/>
                        <a:pt x="96" y="0"/>
                      </a:cubicBezTo>
                      <a:cubicBezTo>
                        <a:pt x="89" y="3"/>
                        <a:pt x="91" y="6"/>
                        <a:pt x="88" y="13"/>
                      </a:cubicBezTo>
                      <a:cubicBezTo>
                        <a:pt x="85" y="17"/>
                        <a:pt x="82" y="23"/>
                        <a:pt x="76" y="23"/>
                      </a:cubicBezTo>
                      <a:cubicBezTo>
                        <a:pt x="75" y="23"/>
                        <a:pt x="70" y="18"/>
                        <a:pt x="67" y="17"/>
                      </a:cubicBezTo>
                      <a:cubicBezTo>
                        <a:pt x="66" y="20"/>
                        <a:pt x="66" y="20"/>
                        <a:pt x="66" y="20"/>
                      </a:cubicBezTo>
                      <a:cubicBezTo>
                        <a:pt x="67" y="23"/>
                        <a:pt x="69" y="24"/>
                        <a:pt x="69" y="28"/>
                      </a:cubicBezTo>
                      <a:cubicBezTo>
                        <a:pt x="69" y="29"/>
                        <a:pt x="69" y="29"/>
                        <a:pt x="69" y="29"/>
                      </a:cubicBezTo>
                      <a:cubicBezTo>
                        <a:pt x="69" y="29"/>
                        <a:pt x="63" y="36"/>
                        <a:pt x="62" y="37"/>
                      </a:cubicBezTo>
                      <a:cubicBezTo>
                        <a:pt x="63" y="38"/>
                        <a:pt x="61" y="38"/>
                        <a:pt x="64" y="38"/>
                      </a:cubicBezTo>
                      <a:cubicBezTo>
                        <a:pt x="64" y="38"/>
                        <a:pt x="64" y="38"/>
                        <a:pt x="64" y="38"/>
                      </a:cubicBezTo>
                      <a:cubicBezTo>
                        <a:pt x="71" y="37"/>
                        <a:pt x="71" y="37"/>
                        <a:pt x="71" y="37"/>
                      </a:cubicBezTo>
                      <a:cubicBezTo>
                        <a:pt x="74" y="37"/>
                        <a:pt x="74" y="38"/>
                        <a:pt x="78" y="38"/>
                      </a:cubicBezTo>
                      <a:cubicBezTo>
                        <a:pt x="78" y="38"/>
                        <a:pt x="78" y="38"/>
                        <a:pt x="78" y="38"/>
                      </a:cubicBezTo>
                      <a:cubicBezTo>
                        <a:pt x="79" y="38"/>
                        <a:pt x="84" y="33"/>
                        <a:pt x="91" y="32"/>
                      </a:cubicBezTo>
                      <a:cubicBezTo>
                        <a:pt x="96" y="31"/>
                        <a:pt x="104" y="30"/>
                        <a:pt x="104" y="37"/>
                      </a:cubicBezTo>
                      <a:cubicBezTo>
                        <a:pt x="104" y="39"/>
                        <a:pt x="102" y="41"/>
                        <a:pt x="101" y="43"/>
                      </a:cubicBezTo>
                      <a:cubicBezTo>
                        <a:pt x="98" y="43"/>
                        <a:pt x="99" y="43"/>
                        <a:pt x="97" y="43"/>
                      </a:cubicBezTo>
                      <a:cubicBezTo>
                        <a:pt x="96" y="43"/>
                        <a:pt x="93" y="42"/>
                        <a:pt x="92" y="41"/>
                      </a:cubicBezTo>
                      <a:cubicBezTo>
                        <a:pt x="85" y="46"/>
                        <a:pt x="88" y="49"/>
                        <a:pt x="85" y="56"/>
                      </a:cubicBezTo>
                      <a:cubicBezTo>
                        <a:pt x="84" y="57"/>
                        <a:pt x="81" y="64"/>
                        <a:pt x="81" y="64"/>
                      </a:cubicBezTo>
                      <a:cubicBezTo>
                        <a:pt x="80" y="66"/>
                        <a:pt x="80" y="64"/>
                        <a:pt x="78" y="67"/>
                      </a:cubicBezTo>
                      <a:cubicBezTo>
                        <a:pt x="77" y="70"/>
                        <a:pt x="78" y="68"/>
                        <a:pt x="76" y="70"/>
                      </a:cubicBezTo>
                      <a:cubicBezTo>
                        <a:pt x="74" y="67"/>
                        <a:pt x="72" y="66"/>
                        <a:pt x="72" y="62"/>
                      </a:cubicBezTo>
                      <a:cubicBezTo>
                        <a:pt x="72" y="61"/>
                        <a:pt x="75" y="55"/>
                        <a:pt x="76" y="54"/>
                      </a:cubicBezTo>
                      <a:cubicBezTo>
                        <a:pt x="75" y="51"/>
                        <a:pt x="75" y="48"/>
                        <a:pt x="72" y="48"/>
                      </a:cubicBezTo>
                      <a:cubicBezTo>
                        <a:pt x="71" y="48"/>
                        <a:pt x="70" y="49"/>
                        <a:pt x="70" y="49"/>
                      </a:cubicBezTo>
                      <a:cubicBezTo>
                        <a:pt x="70" y="55"/>
                        <a:pt x="67" y="55"/>
                        <a:pt x="63" y="57"/>
                      </a:cubicBezTo>
                      <a:cubicBezTo>
                        <a:pt x="62" y="56"/>
                        <a:pt x="60" y="55"/>
                        <a:pt x="59" y="55"/>
                      </a:cubicBezTo>
                      <a:cubicBezTo>
                        <a:pt x="58" y="55"/>
                        <a:pt x="56" y="57"/>
                        <a:pt x="56" y="57"/>
                      </a:cubicBezTo>
                      <a:cubicBezTo>
                        <a:pt x="58" y="60"/>
                        <a:pt x="59" y="60"/>
                        <a:pt x="61" y="64"/>
                      </a:cubicBezTo>
                      <a:cubicBezTo>
                        <a:pt x="61" y="66"/>
                        <a:pt x="61" y="66"/>
                        <a:pt x="61" y="66"/>
                      </a:cubicBezTo>
                      <a:cubicBezTo>
                        <a:pt x="61" y="67"/>
                        <a:pt x="61" y="67"/>
                        <a:pt x="61" y="67"/>
                      </a:cubicBezTo>
                      <a:cubicBezTo>
                        <a:pt x="59" y="70"/>
                        <a:pt x="59" y="70"/>
                        <a:pt x="59" y="70"/>
                      </a:cubicBezTo>
                      <a:cubicBezTo>
                        <a:pt x="60" y="71"/>
                        <a:pt x="58" y="71"/>
                        <a:pt x="61" y="71"/>
                      </a:cubicBezTo>
                      <a:cubicBezTo>
                        <a:pt x="64" y="71"/>
                        <a:pt x="66" y="72"/>
                        <a:pt x="68" y="74"/>
                      </a:cubicBezTo>
                      <a:cubicBezTo>
                        <a:pt x="68" y="75"/>
                        <a:pt x="68" y="75"/>
                        <a:pt x="68" y="75"/>
                      </a:cubicBezTo>
                      <a:cubicBezTo>
                        <a:pt x="68" y="78"/>
                        <a:pt x="68" y="78"/>
                        <a:pt x="68" y="78"/>
                      </a:cubicBezTo>
                      <a:cubicBezTo>
                        <a:pt x="68" y="82"/>
                        <a:pt x="58" y="85"/>
                        <a:pt x="55" y="86"/>
                      </a:cubicBezTo>
                      <a:cubicBezTo>
                        <a:pt x="50" y="88"/>
                        <a:pt x="44" y="91"/>
                        <a:pt x="40" y="92"/>
                      </a:cubicBezTo>
                      <a:cubicBezTo>
                        <a:pt x="36" y="94"/>
                        <a:pt x="35" y="94"/>
                        <a:pt x="32" y="96"/>
                      </a:cubicBezTo>
                      <a:cubicBezTo>
                        <a:pt x="29" y="97"/>
                        <a:pt x="27" y="97"/>
                        <a:pt x="24" y="99"/>
                      </a:cubicBezTo>
                      <a:cubicBezTo>
                        <a:pt x="20" y="101"/>
                        <a:pt x="13" y="104"/>
                        <a:pt x="9" y="104"/>
                      </a:cubicBezTo>
                      <a:cubicBezTo>
                        <a:pt x="3" y="105"/>
                        <a:pt x="3" y="105"/>
                        <a:pt x="3" y="105"/>
                      </a:cubicBezTo>
                      <a:cubicBezTo>
                        <a:pt x="1" y="105"/>
                        <a:pt x="1" y="106"/>
                        <a:pt x="0" y="107"/>
                      </a:cubicBezTo>
                      <a:cubicBezTo>
                        <a:pt x="0" y="108"/>
                        <a:pt x="0" y="111"/>
                        <a:pt x="2" y="112"/>
                      </a:cubicBezTo>
                      <a:cubicBezTo>
                        <a:pt x="4" y="114"/>
                        <a:pt x="3" y="114"/>
                        <a:pt x="5" y="115"/>
                      </a:cubicBezTo>
                      <a:cubicBezTo>
                        <a:pt x="6" y="116"/>
                        <a:pt x="12" y="119"/>
                        <a:pt x="14" y="120"/>
                      </a:cubicBezTo>
                      <a:cubicBezTo>
                        <a:pt x="15" y="119"/>
                        <a:pt x="15" y="119"/>
                        <a:pt x="17" y="119"/>
                      </a:cubicBezTo>
                      <a:cubicBezTo>
                        <a:pt x="20" y="119"/>
                        <a:pt x="30" y="110"/>
                        <a:pt x="32" y="108"/>
                      </a:cubicBezTo>
                      <a:cubicBezTo>
                        <a:pt x="36" y="104"/>
                        <a:pt x="42" y="101"/>
                        <a:pt x="47" y="98"/>
                      </a:cubicBezTo>
                      <a:cubicBezTo>
                        <a:pt x="50" y="96"/>
                        <a:pt x="52" y="95"/>
                        <a:pt x="55" y="93"/>
                      </a:cubicBezTo>
                      <a:cubicBezTo>
                        <a:pt x="57" y="92"/>
                        <a:pt x="58" y="92"/>
                        <a:pt x="59" y="91"/>
                      </a:cubicBezTo>
                      <a:cubicBezTo>
                        <a:pt x="61" y="90"/>
                        <a:pt x="61" y="90"/>
                        <a:pt x="63" y="89"/>
                      </a:cubicBezTo>
                      <a:cubicBezTo>
                        <a:pt x="68" y="87"/>
                        <a:pt x="74" y="80"/>
                        <a:pt x="79" y="80"/>
                      </a:cubicBezTo>
                      <a:cubicBezTo>
                        <a:pt x="81" y="80"/>
                        <a:pt x="82" y="82"/>
                        <a:pt x="82" y="83"/>
                      </a:cubicBezTo>
                      <a:cubicBezTo>
                        <a:pt x="82" y="85"/>
                        <a:pt x="82" y="85"/>
                        <a:pt x="82" y="85"/>
                      </a:cubicBezTo>
                      <a:cubicBezTo>
                        <a:pt x="82" y="86"/>
                        <a:pt x="82" y="86"/>
                        <a:pt x="82" y="86"/>
                      </a:cubicBezTo>
                      <a:cubicBezTo>
                        <a:pt x="80" y="90"/>
                        <a:pt x="79" y="89"/>
                        <a:pt x="78" y="93"/>
                      </a:cubicBezTo>
                      <a:cubicBezTo>
                        <a:pt x="75" y="94"/>
                        <a:pt x="75" y="94"/>
                        <a:pt x="74" y="97"/>
                      </a:cubicBezTo>
                      <a:cubicBezTo>
                        <a:pt x="69" y="98"/>
                        <a:pt x="71" y="99"/>
                        <a:pt x="67" y="101"/>
                      </a:cubicBezTo>
                      <a:cubicBezTo>
                        <a:pt x="63" y="103"/>
                        <a:pt x="63" y="103"/>
                        <a:pt x="61" y="107"/>
                      </a:cubicBezTo>
                      <a:cubicBezTo>
                        <a:pt x="61" y="110"/>
                        <a:pt x="64" y="114"/>
                        <a:pt x="64" y="117"/>
                      </a:cubicBezTo>
                      <a:cubicBezTo>
                        <a:pt x="64" y="118"/>
                        <a:pt x="64" y="118"/>
                        <a:pt x="64" y="118"/>
                      </a:cubicBezTo>
                      <a:cubicBezTo>
                        <a:pt x="64" y="119"/>
                        <a:pt x="64" y="119"/>
                        <a:pt x="64" y="119"/>
                      </a:cubicBezTo>
                      <a:cubicBezTo>
                        <a:pt x="61" y="123"/>
                        <a:pt x="60" y="125"/>
                        <a:pt x="55" y="126"/>
                      </a:cubicBezTo>
                      <a:cubicBezTo>
                        <a:pt x="51" y="127"/>
                        <a:pt x="43" y="129"/>
                        <a:pt x="41" y="129"/>
                      </a:cubicBezTo>
                      <a:cubicBezTo>
                        <a:pt x="40" y="129"/>
                        <a:pt x="40" y="129"/>
                        <a:pt x="40" y="129"/>
                      </a:cubicBezTo>
                      <a:cubicBezTo>
                        <a:pt x="32" y="130"/>
                        <a:pt x="32" y="130"/>
                        <a:pt x="32" y="130"/>
                      </a:cubicBezTo>
                      <a:cubicBezTo>
                        <a:pt x="30" y="130"/>
                        <a:pt x="30" y="130"/>
                        <a:pt x="30" y="130"/>
                      </a:cubicBezTo>
                      <a:cubicBezTo>
                        <a:pt x="27" y="132"/>
                        <a:pt x="27" y="132"/>
                        <a:pt x="27" y="132"/>
                      </a:cubicBezTo>
                      <a:cubicBezTo>
                        <a:pt x="30" y="136"/>
                        <a:pt x="30" y="138"/>
                        <a:pt x="35" y="141"/>
                      </a:cubicBezTo>
                      <a:cubicBezTo>
                        <a:pt x="36" y="141"/>
                        <a:pt x="36" y="141"/>
                        <a:pt x="36" y="141"/>
                      </a:cubicBezTo>
                      <a:cubicBezTo>
                        <a:pt x="38" y="141"/>
                        <a:pt x="38" y="141"/>
                        <a:pt x="38" y="141"/>
                      </a:cubicBezTo>
                      <a:cubicBezTo>
                        <a:pt x="39" y="141"/>
                        <a:pt x="39" y="141"/>
                        <a:pt x="39" y="141"/>
                      </a:cubicBezTo>
                      <a:cubicBezTo>
                        <a:pt x="43" y="138"/>
                        <a:pt x="51" y="133"/>
                        <a:pt x="56" y="133"/>
                      </a:cubicBezTo>
                      <a:cubicBezTo>
                        <a:pt x="58" y="133"/>
                        <a:pt x="58" y="133"/>
                        <a:pt x="58" y="133"/>
                      </a:cubicBezTo>
                      <a:cubicBezTo>
                        <a:pt x="62" y="133"/>
                        <a:pt x="63" y="137"/>
                        <a:pt x="63" y="141"/>
                      </a:cubicBezTo>
                      <a:cubicBezTo>
                        <a:pt x="63" y="143"/>
                        <a:pt x="63" y="143"/>
                        <a:pt x="63" y="143"/>
                      </a:cubicBezTo>
                      <a:cubicBezTo>
                        <a:pt x="63" y="150"/>
                        <a:pt x="60" y="152"/>
                        <a:pt x="56" y="154"/>
                      </a:cubicBezTo>
                      <a:cubicBezTo>
                        <a:pt x="55" y="154"/>
                        <a:pt x="55" y="154"/>
                        <a:pt x="55" y="154"/>
                      </a:cubicBezTo>
                      <a:cubicBezTo>
                        <a:pt x="53" y="154"/>
                        <a:pt x="53" y="154"/>
                        <a:pt x="53" y="154"/>
                      </a:cubicBezTo>
                      <a:cubicBezTo>
                        <a:pt x="52" y="154"/>
                        <a:pt x="52" y="154"/>
                        <a:pt x="51" y="153"/>
                      </a:cubicBezTo>
                      <a:cubicBezTo>
                        <a:pt x="50" y="154"/>
                        <a:pt x="50" y="154"/>
                        <a:pt x="49" y="154"/>
                      </a:cubicBezTo>
                      <a:cubicBezTo>
                        <a:pt x="47" y="154"/>
                        <a:pt x="47" y="154"/>
                        <a:pt x="47" y="154"/>
                      </a:cubicBezTo>
                      <a:cubicBezTo>
                        <a:pt x="47" y="155"/>
                        <a:pt x="46" y="155"/>
                        <a:pt x="46" y="156"/>
                      </a:cubicBezTo>
                      <a:cubicBezTo>
                        <a:pt x="46" y="158"/>
                        <a:pt x="53" y="165"/>
                        <a:pt x="55" y="166"/>
                      </a:cubicBezTo>
                      <a:cubicBezTo>
                        <a:pt x="56" y="166"/>
                        <a:pt x="56" y="166"/>
                        <a:pt x="56" y="166"/>
                      </a:cubicBezTo>
                      <a:cubicBezTo>
                        <a:pt x="61" y="166"/>
                        <a:pt x="61" y="166"/>
                        <a:pt x="61" y="166"/>
                      </a:cubicBezTo>
                      <a:cubicBezTo>
                        <a:pt x="66" y="166"/>
                        <a:pt x="69" y="163"/>
                        <a:pt x="71" y="160"/>
                      </a:cubicBezTo>
                      <a:cubicBezTo>
                        <a:pt x="74" y="155"/>
                        <a:pt x="74" y="151"/>
                        <a:pt x="76" y="148"/>
                      </a:cubicBezTo>
                      <a:cubicBezTo>
                        <a:pt x="75" y="146"/>
                        <a:pt x="75" y="148"/>
                        <a:pt x="75" y="146"/>
                      </a:cubicBezTo>
                      <a:cubicBezTo>
                        <a:pt x="75" y="138"/>
                        <a:pt x="75" y="138"/>
                        <a:pt x="75" y="138"/>
                      </a:cubicBezTo>
                      <a:cubicBezTo>
                        <a:pt x="75" y="130"/>
                        <a:pt x="74" y="128"/>
                        <a:pt x="80" y="124"/>
                      </a:cubicBezTo>
                      <a:cubicBezTo>
                        <a:pt x="81" y="124"/>
                        <a:pt x="81" y="124"/>
                        <a:pt x="81" y="124"/>
                      </a:cubicBezTo>
                      <a:cubicBezTo>
                        <a:pt x="90" y="124"/>
                        <a:pt x="90" y="127"/>
                        <a:pt x="94" y="120"/>
                      </a:cubicBezTo>
                      <a:cubicBezTo>
                        <a:pt x="92" y="117"/>
                        <a:pt x="91" y="116"/>
                        <a:pt x="88" y="115"/>
                      </a:cubicBezTo>
                      <a:cubicBezTo>
                        <a:pt x="86" y="116"/>
                        <a:pt x="84" y="117"/>
                        <a:pt x="81" y="117"/>
                      </a:cubicBezTo>
                      <a:cubicBezTo>
                        <a:pt x="79" y="117"/>
                        <a:pt x="79" y="117"/>
                        <a:pt x="79" y="117"/>
                      </a:cubicBezTo>
                      <a:cubicBezTo>
                        <a:pt x="77" y="116"/>
                        <a:pt x="72" y="109"/>
                        <a:pt x="72" y="107"/>
                      </a:cubicBezTo>
                      <a:cubicBezTo>
                        <a:pt x="72" y="105"/>
                        <a:pt x="72" y="105"/>
                        <a:pt x="72" y="105"/>
                      </a:cubicBezTo>
                      <a:cubicBezTo>
                        <a:pt x="72" y="99"/>
                        <a:pt x="75" y="100"/>
                        <a:pt x="78" y="96"/>
                      </a:cubicBezTo>
                      <a:cubicBezTo>
                        <a:pt x="80" y="96"/>
                        <a:pt x="80" y="96"/>
                        <a:pt x="80" y="96"/>
                      </a:cubicBezTo>
                      <a:cubicBezTo>
                        <a:pt x="82" y="93"/>
                        <a:pt x="89" y="90"/>
                        <a:pt x="92" y="89"/>
                      </a:cubicBezTo>
                      <a:cubicBezTo>
                        <a:pt x="95" y="87"/>
                        <a:pt x="101" y="83"/>
                        <a:pt x="101" y="80"/>
                      </a:cubicBezTo>
                      <a:cubicBezTo>
                        <a:pt x="101" y="77"/>
                        <a:pt x="101" y="79"/>
                        <a:pt x="102" y="78"/>
                      </a:cubicBezTo>
                      <a:cubicBezTo>
                        <a:pt x="101" y="77"/>
                        <a:pt x="101" y="79"/>
                        <a:pt x="101" y="77"/>
                      </a:cubicBezTo>
                      <a:cubicBezTo>
                        <a:pt x="101" y="73"/>
                        <a:pt x="96" y="64"/>
                        <a:pt x="95" y="61"/>
                      </a:cubicBezTo>
                      <a:cubicBezTo>
                        <a:pt x="95" y="61"/>
                        <a:pt x="101" y="55"/>
                        <a:pt x="102" y="55"/>
                      </a:cubicBezTo>
                      <a:cubicBezTo>
                        <a:pt x="104" y="52"/>
                        <a:pt x="106" y="51"/>
                        <a:pt x="109" y="48"/>
                      </a:cubicBezTo>
                      <a:cubicBezTo>
                        <a:pt x="110" y="47"/>
                        <a:pt x="112" y="46"/>
                        <a:pt x="113" y="45"/>
                      </a:cubicBezTo>
                      <a:cubicBezTo>
                        <a:pt x="114" y="44"/>
                        <a:pt x="115" y="43"/>
                        <a:pt x="116" y="42"/>
                      </a:cubicBezTo>
                      <a:cubicBezTo>
                        <a:pt x="118" y="39"/>
                        <a:pt x="118" y="35"/>
                        <a:pt x="121" y="34"/>
                      </a:cubicBezTo>
                      <a:cubicBezTo>
                        <a:pt x="121" y="32"/>
                        <a:pt x="121" y="32"/>
                        <a:pt x="121" y="32"/>
                      </a:cubicBezTo>
                      <a:cubicBezTo>
                        <a:pt x="121" y="27"/>
                        <a:pt x="123" y="30"/>
                        <a:pt x="120" y="24"/>
                      </a:cubicBezTo>
                      <a:cubicBezTo>
                        <a:pt x="118" y="20"/>
                        <a:pt x="118" y="20"/>
                        <a:pt x="116" y="17"/>
                      </a:cubicBezTo>
                      <a:cubicBezTo>
                        <a:pt x="113" y="17"/>
                        <a:pt x="113" y="17"/>
                        <a:pt x="113" y="17"/>
                      </a:cubicBezTo>
                      <a:cubicBezTo>
                        <a:pt x="111" y="17"/>
                        <a:pt x="105" y="19"/>
                        <a:pt x="104" y="20"/>
                      </a:cubicBezTo>
                      <a:cubicBezTo>
                        <a:pt x="101" y="23"/>
                        <a:pt x="102" y="23"/>
                        <a:pt x="96" y="24"/>
                      </a:cubicBezTo>
                      <a:lnTo>
                        <a:pt x="93" y="2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5" name="íṥḻiďê"/>
                <p:cNvSpPr/>
                <p:nvPr/>
              </p:nvSpPr>
              <p:spPr bwMode="auto">
                <a:xfrm>
                  <a:off x="5159376" y="3357563"/>
                  <a:ext cx="117475" cy="366713"/>
                </a:xfrm>
                <a:custGeom>
                  <a:avLst/>
                  <a:gdLst>
                    <a:gd name="T0" fmla="*/ 23 w 36"/>
                    <a:gd name="T1" fmla="*/ 14 h 110"/>
                    <a:gd name="T2" fmla="*/ 23 w 36"/>
                    <a:gd name="T3" fmla="*/ 12 h 110"/>
                    <a:gd name="T4" fmla="*/ 18 w 36"/>
                    <a:gd name="T5" fmla="*/ 6 h 110"/>
                    <a:gd name="T6" fmla="*/ 13 w 36"/>
                    <a:gd name="T7" fmla="*/ 0 h 110"/>
                    <a:gd name="T8" fmla="*/ 11 w 36"/>
                    <a:gd name="T9" fmla="*/ 4 h 110"/>
                    <a:gd name="T10" fmla="*/ 13 w 36"/>
                    <a:gd name="T11" fmla="*/ 16 h 110"/>
                    <a:gd name="T12" fmla="*/ 12 w 36"/>
                    <a:gd name="T13" fmla="*/ 34 h 110"/>
                    <a:gd name="T14" fmla="*/ 7 w 36"/>
                    <a:gd name="T15" fmla="*/ 65 h 110"/>
                    <a:gd name="T16" fmla="*/ 3 w 36"/>
                    <a:gd name="T17" fmla="*/ 80 h 110"/>
                    <a:gd name="T18" fmla="*/ 0 w 36"/>
                    <a:gd name="T19" fmla="*/ 95 h 110"/>
                    <a:gd name="T20" fmla="*/ 0 w 36"/>
                    <a:gd name="T21" fmla="*/ 98 h 110"/>
                    <a:gd name="T22" fmla="*/ 0 w 36"/>
                    <a:gd name="T23" fmla="*/ 100 h 110"/>
                    <a:gd name="T24" fmla="*/ 4 w 36"/>
                    <a:gd name="T25" fmla="*/ 105 h 110"/>
                    <a:gd name="T26" fmla="*/ 9 w 36"/>
                    <a:gd name="T27" fmla="*/ 110 h 110"/>
                    <a:gd name="T28" fmla="*/ 15 w 36"/>
                    <a:gd name="T29" fmla="*/ 104 h 110"/>
                    <a:gd name="T30" fmla="*/ 18 w 36"/>
                    <a:gd name="T31" fmla="*/ 96 h 110"/>
                    <a:gd name="T32" fmla="*/ 18 w 36"/>
                    <a:gd name="T33" fmla="*/ 90 h 110"/>
                    <a:gd name="T34" fmla="*/ 21 w 36"/>
                    <a:gd name="T35" fmla="*/ 71 h 110"/>
                    <a:gd name="T36" fmla="*/ 25 w 36"/>
                    <a:gd name="T37" fmla="*/ 53 h 110"/>
                    <a:gd name="T38" fmla="*/ 30 w 36"/>
                    <a:gd name="T39" fmla="*/ 36 h 110"/>
                    <a:gd name="T40" fmla="*/ 35 w 36"/>
                    <a:gd name="T41" fmla="*/ 20 h 110"/>
                    <a:gd name="T42" fmla="*/ 33 w 36"/>
                    <a:gd name="T43" fmla="*/ 20 h 110"/>
                    <a:gd name="T44" fmla="*/ 30 w 36"/>
                    <a:gd name="T45" fmla="*/ 22 h 110"/>
                    <a:gd name="T46" fmla="*/ 23 w 36"/>
                    <a:gd name="T47" fmla="*/ 17 h 110"/>
                    <a:gd name="T48" fmla="*/ 23 w 36"/>
                    <a:gd name="T49" fmla="*/ 15 h 110"/>
                    <a:gd name="T50" fmla="*/ 23 w 36"/>
                    <a:gd name="T51" fmla="*/ 14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6" h="110">
                      <a:moveTo>
                        <a:pt x="23" y="14"/>
                      </a:moveTo>
                      <a:cubicBezTo>
                        <a:pt x="23" y="12"/>
                        <a:pt x="23" y="12"/>
                        <a:pt x="23" y="12"/>
                      </a:cubicBezTo>
                      <a:cubicBezTo>
                        <a:pt x="21" y="8"/>
                        <a:pt x="22" y="9"/>
                        <a:pt x="18" y="6"/>
                      </a:cubicBezTo>
                      <a:cubicBezTo>
                        <a:pt x="17" y="4"/>
                        <a:pt x="15" y="2"/>
                        <a:pt x="13" y="0"/>
                      </a:cubicBezTo>
                      <a:cubicBezTo>
                        <a:pt x="12" y="1"/>
                        <a:pt x="11" y="3"/>
                        <a:pt x="11" y="4"/>
                      </a:cubicBezTo>
                      <a:cubicBezTo>
                        <a:pt x="11" y="7"/>
                        <a:pt x="13" y="12"/>
                        <a:pt x="13" y="16"/>
                      </a:cubicBezTo>
                      <a:cubicBezTo>
                        <a:pt x="12" y="34"/>
                        <a:pt x="12" y="34"/>
                        <a:pt x="12" y="34"/>
                      </a:cubicBezTo>
                      <a:cubicBezTo>
                        <a:pt x="12" y="43"/>
                        <a:pt x="9" y="56"/>
                        <a:pt x="7" y="65"/>
                      </a:cubicBezTo>
                      <a:cubicBezTo>
                        <a:pt x="6" y="72"/>
                        <a:pt x="4" y="75"/>
                        <a:pt x="3" y="80"/>
                      </a:cubicBezTo>
                      <a:cubicBezTo>
                        <a:pt x="2" y="85"/>
                        <a:pt x="0" y="91"/>
                        <a:pt x="0" y="95"/>
                      </a:cubicBezTo>
                      <a:cubicBezTo>
                        <a:pt x="0" y="98"/>
                        <a:pt x="0" y="98"/>
                        <a:pt x="0" y="98"/>
                      </a:cubicBezTo>
                      <a:cubicBezTo>
                        <a:pt x="0" y="100"/>
                        <a:pt x="0" y="100"/>
                        <a:pt x="0" y="100"/>
                      </a:cubicBezTo>
                      <a:cubicBezTo>
                        <a:pt x="2" y="102"/>
                        <a:pt x="2" y="103"/>
                        <a:pt x="4" y="105"/>
                      </a:cubicBezTo>
                      <a:cubicBezTo>
                        <a:pt x="6" y="108"/>
                        <a:pt x="7" y="108"/>
                        <a:pt x="9" y="110"/>
                      </a:cubicBezTo>
                      <a:cubicBezTo>
                        <a:pt x="12" y="108"/>
                        <a:pt x="13" y="108"/>
                        <a:pt x="15" y="104"/>
                      </a:cubicBezTo>
                      <a:cubicBezTo>
                        <a:pt x="16" y="102"/>
                        <a:pt x="18" y="99"/>
                        <a:pt x="18" y="96"/>
                      </a:cubicBezTo>
                      <a:cubicBezTo>
                        <a:pt x="18" y="90"/>
                        <a:pt x="18" y="90"/>
                        <a:pt x="18" y="90"/>
                      </a:cubicBezTo>
                      <a:cubicBezTo>
                        <a:pt x="18" y="83"/>
                        <a:pt x="20" y="77"/>
                        <a:pt x="21" y="71"/>
                      </a:cubicBezTo>
                      <a:cubicBezTo>
                        <a:pt x="23" y="65"/>
                        <a:pt x="23" y="59"/>
                        <a:pt x="25" y="53"/>
                      </a:cubicBezTo>
                      <a:cubicBezTo>
                        <a:pt x="26" y="47"/>
                        <a:pt x="29" y="42"/>
                        <a:pt x="30" y="36"/>
                      </a:cubicBezTo>
                      <a:cubicBezTo>
                        <a:pt x="31" y="28"/>
                        <a:pt x="34" y="27"/>
                        <a:pt x="35" y="20"/>
                      </a:cubicBezTo>
                      <a:cubicBezTo>
                        <a:pt x="34" y="19"/>
                        <a:pt x="36" y="20"/>
                        <a:pt x="33" y="20"/>
                      </a:cubicBezTo>
                      <a:cubicBezTo>
                        <a:pt x="33" y="20"/>
                        <a:pt x="30" y="22"/>
                        <a:pt x="30" y="22"/>
                      </a:cubicBezTo>
                      <a:cubicBezTo>
                        <a:pt x="25" y="21"/>
                        <a:pt x="25" y="21"/>
                        <a:pt x="23" y="17"/>
                      </a:cubicBezTo>
                      <a:cubicBezTo>
                        <a:pt x="23" y="15"/>
                        <a:pt x="23" y="15"/>
                        <a:pt x="23" y="15"/>
                      </a:cubicBezTo>
                      <a:lnTo>
                        <a:pt x="23" y="14"/>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nvGrpSpPr>
              <p:cNvPr id="249" name="ïšľîḍê"/>
              <p:cNvGrpSpPr/>
              <p:nvPr/>
            </p:nvGrpSpPr>
            <p:grpSpPr>
              <a:xfrm>
                <a:off x="4412452" y="3781425"/>
                <a:ext cx="2312689" cy="166461"/>
                <a:chOff x="6986588" y="3521075"/>
                <a:chExt cx="1654176" cy="119063"/>
              </a:xfrm>
            </p:grpSpPr>
            <p:sp>
              <p:nvSpPr>
                <p:cNvPr id="250" name="îṩľîḑê"/>
                <p:cNvSpPr/>
                <p:nvPr/>
              </p:nvSpPr>
              <p:spPr bwMode="auto">
                <a:xfrm>
                  <a:off x="6986588" y="3521075"/>
                  <a:ext cx="155575" cy="119063"/>
                </a:xfrm>
                <a:custGeom>
                  <a:avLst/>
                  <a:gdLst>
                    <a:gd name="T0" fmla="*/ 84 w 98"/>
                    <a:gd name="T1" fmla="*/ 0 h 75"/>
                    <a:gd name="T2" fmla="*/ 59 w 98"/>
                    <a:gd name="T3" fmla="*/ 52 h 75"/>
                    <a:gd name="T4" fmla="*/ 57 w 98"/>
                    <a:gd name="T5" fmla="*/ 0 h 75"/>
                    <a:gd name="T6" fmla="*/ 40 w 98"/>
                    <a:gd name="T7" fmla="*/ 0 h 75"/>
                    <a:gd name="T8" fmla="*/ 15 w 98"/>
                    <a:gd name="T9" fmla="*/ 52 h 75"/>
                    <a:gd name="T10" fmla="*/ 15 w 98"/>
                    <a:gd name="T11" fmla="*/ 0 h 75"/>
                    <a:gd name="T12" fmla="*/ 0 w 98"/>
                    <a:gd name="T13" fmla="*/ 0 h 75"/>
                    <a:gd name="T14" fmla="*/ 2 w 98"/>
                    <a:gd name="T15" fmla="*/ 75 h 75"/>
                    <a:gd name="T16" fmla="*/ 19 w 98"/>
                    <a:gd name="T17" fmla="*/ 75 h 75"/>
                    <a:gd name="T18" fmla="*/ 44 w 98"/>
                    <a:gd name="T19" fmla="*/ 21 h 75"/>
                    <a:gd name="T20" fmla="*/ 46 w 98"/>
                    <a:gd name="T21" fmla="*/ 75 h 75"/>
                    <a:gd name="T22" fmla="*/ 63 w 98"/>
                    <a:gd name="T23" fmla="*/ 75 h 75"/>
                    <a:gd name="T24" fmla="*/ 98 w 98"/>
                    <a:gd name="T25" fmla="*/ 0 h 75"/>
                    <a:gd name="T26" fmla="*/ 84 w 98"/>
                    <a:gd name="T27"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98" h="75">
                      <a:moveTo>
                        <a:pt x="84" y="0"/>
                      </a:moveTo>
                      <a:lnTo>
                        <a:pt x="59" y="52"/>
                      </a:lnTo>
                      <a:lnTo>
                        <a:pt x="57" y="0"/>
                      </a:lnTo>
                      <a:lnTo>
                        <a:pt x="40" y="0"/>
                      </a:lnTo>
                      <a:lnTo>
                        <a:pt x="15" y="52"/>
                      </a:lnTo>
                      <a:lnTo>
                        <a:pt x="15" y="0"/>
                      </a:lnTo>
                      <a:lnTo>
                        <a:pt x="0" y="0"/>
                      </a:lnTo>
                      <a:lnTo>
                        <a:pt x="2" y="75"/>
                      </a:lnTo>
                      <a:lnTo>
                        <a:pt x="19" y="75"/>
                      </a:lnTo>
                      <a:lnTo>
                        <a:pt x="44" y="21"/>
                      </a:lnTo>
                      <a:lnTo>
                        <a:pt x="46" y="75"/>
                      </a:lnTo>
                      <a:lnTo>
                        <a:pt x="63" y="75"/>
                      </a:lnTo>
                      <a:lnTo>
                        <a:pt x="98" y="0"/>
                      </a:lnTo>
                      <a:lnTo>
                        <a:pt x="84"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1" name="îṩḷîde"/>
                <p:cNvSpPr/>
                <p:nvPr/>
              </p:nvSpPr>
              <p:spPr bwMode="auto">
                <a:xfrm>
                  <a:off x="7135813" y="3521075"/>
                  <a:ext cx="112713" cy="119063"/>
                </a:xfrm>
                <a:custGeom>
                  <a:avLst/>
                  <a:gdLst>
                    <a:gd name="T0" fmla="*/ 22 w 34"/>
                    <a:gd name="T1" fmla="*/ 20 h 36"/>
                    <a:gd name="T2" fmla="*/ 20 w 34"/>
                    <a:gd name="T3" fmla="*/ 26 h 36"/>
                    <a:gd name="T4" fmla="*/ 18 w 34"/>
                    <a:gd name="T5" fmla="*/ 29 h 36"/>
                    <a:gd name="T6" fmla="*/ 13 w 34"/>
                    <a:gd name="T7" fmla="*/ 30 h 36"/>
                    <a:gd name="T8" fmla="*/ 9 w 34"/>
                    <a:gd name="T9" fmla="*/ 29 h 36"/>
                    <a:gd name="T10" fmla="*/ 7 w 34"/>
                    <a:gd name="T11" fmla="*/ 25 h 36"/>
                    <a:gd name="T12" fmla="*/ 7 w 34"/>
                    <a:gd name="T13" fmla="*/ 24 h 36"/>
                    <a:gd name="T14" fmla="*/ 8 w 34"/>
                    <a:gd name="T15" fmla="*/ 19 h 36"/>
                    <a:gd name="T16" fmla="*/ 12 w 34"/>
                    <a:gd name="T17" fmla="*/ 0 h 36"/>
                    <a:gd name="T18" fmla="*/ 5 w 34"/>
                    <a:gd name="T19" fmla="*/ 0 h 36"/>
                    <a:gd name="T20" fmla="*/ 1 w 34"/>
                    <a:gd name="T21" fmla="*/ 19 h 36"/>
                    <a:gd name="T22" fmla="*/ 0 w 34"/>
                    <a:gd name="T23" fmla="*/ 23 h 36"/>
                    <a:gd name="T24" fmla="*/ 0 w 34"/>
                    <a:gd name="T25" fmla="*/ 25 h 36"/>
                    <a:gd name="T26" fmla="*/ 3 w 34"/>
                    <a:gd name="T27" fmla="*/ 33 h 36"/>
                    <a:gd name="T28" fmla="*/ 13 w 34"/>
                    <a:gd name="T29" fmla="*/ 36 h 36"/>
                    <a:gd name="T30" fmla="*/ 22 w 34"/>
                    <a:gd name="T31" fmla="*/ 34 h 36"/>
                    <a:gd name="T32" fmla="*/ 27 w 34"/>
                    <a:gd name="T33" fmla="*/ 29 h 36"/>
                    <a:gd name="T34" fmla="*/ 30 w 34"/>
                    <a:gd name="T35" fmla="*/ 20 h 36"/>
                    <a:gd name="T36" fmla="*/ 34 w 34"/>
                    <a:gd name="T37" fmla="*/ 0 h 36"/>
                    <a:gd name="T38" fmla="*/ 26 w 34"/>
                    <a:gd name="T39" fmla="*/ 0 h 36"/>
                    <a:gd name="T40" fmla="*/ 22 w 34"/>
                    <a:gd name="T41" fmla="*/ 2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4" h="36">
                      <a:moveTo>
                        <a:pt x="22" y="20"/>
                      </a:moveTo>
                      <a:cubicBezTo>
                        <a:pt x="22" y="23"/>
                        <a:pt x="21" y="25"/>
                        <a:pt x="20" y="26"/>
                      </a:cubicBezTo>
                      <a:cubicBezTo>
                        <a:pt x="20" y="28"/>
                        <a:pt x="19" y="29"/>
                        <a:pt x="18" y="29"/>
                      </a:cubicBezTo>
                      <a:cubicBezTo>
                        <a:pt x="17" y="30"/>
                        <a:pt x="15" y="30"/>
                        <a:pt x="13" y="30"/>
                      </a:cubicBezTo>
                      <a:cubicBezTo>
                        <a:pt x="11" y="30"/>
                        <a:pt x="10" y="30"/>
                        <a:pt x="9" y="29"/>
                      </a:cubicBezTo>
                      <a:cubicBezTo>
                        <a:pt x="8" y="28"/>
                        <a:pt x="7" y="27"/>
                        <a:pt x="7" y="25"/>
                      </a:cubicBezTo>
                      <a:cubicBezTo>
                        <a:pt x="7" y="25"/>
                        <a:pt x="7" y="25"/>
                        <a:pt x="7" y="24"/>
                      </a:cubicBezTo>
                      <a:cubicBezTo>
                        <a:pt x="8" y="19"/>
                        <a:pt x="8" y="19"/>
                        <a:pt x="8" y="19"/>
                      </a:cubicBezTo>
                      <a:cubicBezTo>
                        <a:pt x="12" y="0"/>
                        <a:pt x="12" y="0"/>
                        <a:pt x="12" y="0"/>
                      </a:cubicBezTo>
                      <a:cubicBezTo>
                        <a:pt x="5" y="0"/>
                        <a:pt x="5" y="0"/>
                        <a:pt x="5" y="0"/>
                      </a:cubicBezTo>
                      <a:cubicBezTo>
                        <a:pt x="1" y="19"/>
                        <a:pt x="1" y="19"/>
                        <a:pt x="1" y="19"/>
                      </a:cubicBezTo>
                      <a:cubicBezTo>
                        <a:pt x="1" y="21"/>
                        <a:pt x="0" y="23"/>
                        <a:pt x="0" y="23"/>
                      </a:cubicBezTo>
                      <a:cubicBezTo>
                        <a:pt x="0" y="24"/>
                        <a:pt x="0" y="25"/>
                        <a:pt x="0" y="25"/>
                      </a:cubicBezTo>
                      <a:cubicBezTo>
                        <a:pt x="0" y="29"/>
                        <a:pt x="1" y="31"/>
                        <a:pt x="3" y="33"/>
                      </a:cubicBezTo>
                      <a:cubicBezTo>
                        <a:pt x="6" y="35"/>
                        <a:pt x="9" y="36"/>
                        <a:pt x="13" y="36"/>
                      </a:cubicBezTo>
                      <a:cubicBezTo>
                        <a:pt x="16" y="36"/>
                        <a:pt x="19" y="36"/>
                        <a:pt x="22" y="34"/>
                      </a:cubicBezTo>
                      <a:cubicBezTo>
                        <a:pt x="24" y="33"/>
                        <a:pt x="25" y="31"/>
                        <a:pt x="27" y="29"/>
                      </a:cubicBezTo>
                      <a:cubicBezTo>
                        <a:pt x="28" y="27"/>
                        <a:pt x="29" y="24"/>
                        <a:pt x="30" y="20"/>
                      </a:cubicBezTo>
                      <a:cubicBezTo>
                        <a:pt x="34" y="0"/>
                        <a:pt x="34" y="0"/>
                        <a:pt x="34" y="0"/>
                      </a:cubicBezTo>
                      <a:cubicBezTo>
                        <a:pt x="26" y="0"/>
                        <a:pt x="26" y="0"/>
                        <a:pt x="26" y="0"/>
                      </a:cubicBezTo>
                      <a:lnTo>
                        <a:pt x="22" y="2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2" name="îṣḻîḑê"/>
                <p:cNvSpPr/>
                <p:nvPr/>
              </p:nvSpPr>
              <p:spPr bwMode="auto">
                <a:xfrm>
                  <a:off x="7248526" y="3521075"/>
                  <a:ext cx="114300" cy="119063"/>
                </a:xfrm>
                <a:custGeom>
                  <a:avLst/>
                  <a:gdLst>
                    <a:gd name="T0" fmla="*/ 58 w 72"/>
                    <a:gd name="T1" fmla="*/ 0 h 75"/>
                    <a:gd name="T2" fmla="*/ 52 w 72"/>
                    <a:gd name="T3" fmla="*/ 29 h 75"/>
                    <a:gd name="T4" fmla="*/ 22 w 72"/>
                    <a:gd name="T5" fmla="*/ 29 h 75"/>
                    <a:gd name="T6" fmla="*/ 29 w 72"/>
                    <a:gd name="T7" fmla="*/ 0 h 75"/>
                    <a:gd name="T8" fmla="*/ 14 w 72"/>
                    <a:gd name="T9" fmla="*/ 0 h 75"/>
                    <a:gd name="T10" fmla="*/ 0 w 72"/>
                    <a:gd name="T11" fmla="*/ 75 h 75"/>
                    <a:gd name="T12" fmla="*/ 14 w 72"/>
                    <a:gd name="T13" fmla="*/ 75 h 75"/>
                    <a:gd name="T14" fmla="*/ 20 w 72"/>
                    <a:gd name="T15" fmla="*/ 42 h 75"/>
                    <a:gd name="T16" fmla="*/ 50 w 72"/>
                    <a:gd name="T17" fmla="*/ 42 h 75"/>
                    <a:gd name="T18" fmla="*/ 43 w 72"/>
                    <a:gd name="T19" fmla="*/ 75 h 75"/>
                    <a:gd name="T20" fmla="*/ 58 w 72"/>
                    <a:gd name="T21" fmla="*/ 75 h 75"/>
                    <a:gd name="T22" fmla="*/ 72 w 72"/>
                    <a:gd name="T23" fmla="*/ 0 h 75"/>
                    <a:gd name="T24" fmla="*/ 58 w 72"/>
                    <a:gd name="T25"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2" h="75">
                      <a:moveTo>
                        <a:pt x="58" y="0"/>
                      </a:moveTo>
                      <a:lnTo>
                        <a:pt x="52" y="29"/>
                      </a:lnTo>
                      <a:lnTo>
                        <a:pt x="22" y="29"/>
                      </a:lnTo>
                      <a:lnTo>
                        <a:pt x="29" y="0"/>
                      </a:lnTo>
                      <a:lnTo>
                        <a:pt x="14" y="0"/>
                      </a:lnTo>
                      <a:lnTo>
                        <a:pt x="0" y="75"/>
                      </a:lnTo>
                      <a:lnTo>
                        <a:pt x="14" y="75"/>
                      </a:lnTo>
                      <a:lnTo>
                        <a:pt x="20" y="42"/>
                      </a:lnTo>
                      <a:lnTo>
                        <a:pt x="50" y="42"/>
                      </a:lnTo>
                      <a:lnTo>
                        <a:pt x="43" y="75"/>
                      </a:lnTo>
                      <a:lnTo>
                        <a:pt x="58" y="75"/>
                      </a:lnTo>
                      <a:lnTo>
                        <a:pt x="72" y="0"/>
                      </a:lnTo>
                      <a:lnTo>
                        <a:pt x="58"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3" name="ïṥlíḑê"/>
                <p:cNvSpPr/>
                <p:nvPr/>
              </p:nvSpPr>
              <p:spPr bwMode="auto">
                <a:xfrm>
                  <a:off x="7356476" y="3521075"/>
                  <a:ext cx="112713" cy="119063"/>
                </a:xfrm>
                <a:custGeom>
                  <a:avLst/>
                  <a:gdLst>
                    <a:gd name="T0" fmla="*/ 42 w 71"/>
                    <a:gd name="T1" fmla="*/ 0 h 75"/>
                    <a:gd name="T2" fmla="*/ 0 w 71"/>
                    <a:gd name="T3" fmla="*/ 75 h 75"/>
                    <a:gd name="T4" fmla="*/ 15 w 71"/>
                    <a:gd name="T5" fmla="*/ 75 h 75"/>
                    <a:gd name="T6" fmla="*/ 23 w 71"/>
                    <a:gd name="T7" fmla="*/ 59 h 75"/>
                    <a:gd name="T8" fmla="*/ 54 w 71"/>
                    <a:gd name="T9" fmla="*/ 59 h 75"/>
                    <a:gd name="T10" fmla="*/ 56 w 71"/>
                    <a:gd name="T11" fmla="*/ 75 h 75"/>
                    <a:gd name="T12" fmla="*/ 71 w 71"/>
                    <a:gd name="T13" fmla="*/ 75 h 75"/>
                    <a:gd name="T14" fmla="*/ 58 w 71"/>
                    <a:gd name="T15" fmla="*/ 0 h 75"/>
                    <a:gd name="T16" fmla="*/ 42 w 71"/>
                    <a:gd name="T17" fmla="*/ 0 h 75"/>
                    <a:gd name="T18" fmla="*/ 29 w 71"/>
                    <a:gd name="T19" fmla="*/ 46 h 75"/>
                    <a:gd name="T20" fmla="*/ 48 w 71"/>
                    <a:gd name="T21" fmla="*/ 17 h 75"/>
                    <a:gd name="T22" fmla="*/ 52 w 71"/>
                    <a:gd name="T23" fmla="*/ 46 h 75"/>
                    <a:gd name="T24" fmla="*/ 29 w 71"/>
                    <a:gd name="T25" fmla="*/ 4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75">
                      <a:moveTo>
                        <a:pt x="42" y="0"/>
                      </a:moveTo>
                      <a:lnTo>
                        <a:pt x="0" y="75"/>
                      </a:lnTo>
                      <a:lnTo>
                        <a:pt x="15" y="75"/>
                      </a:lnTo>
                      <a:lnTo>
                        <a:pt x="23" y="59"/>
                      </a:lnTo>
                      <a:lnTo>
                        <a:pt x="54" y="59"/>
                      </a:lnTo>
                      <a:lnTo>
                        <a:pt x="56" y="75"/>
                      </a:lnTo>
                      <a:lnTo>
                        <a:pt x="71" y="75"/>
                      </a:lnTo>
                      <a:lnTo>
                        <a:pt x="58" y="0"/>
                      </a:lnTo>
                      <a:lnTo>
                        <a:pt x="42" y="0"/>
                      </a:lnTo>
                      <a:close/>
                      <a:moveTo>
                        <a:pt x="29" y="46"/>
                      </a:moveTo>
                      <a:lnTo>
                        <a:pt x="48" y="17"/>
                      </a:lnTo>
                      <a:lnTo>
                        <a:pt x="52" y="46"/>
                      </a:lnTo>
                      <a:lnTo>
                        <a:pt x="29" y="46"/>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4" name="îş1íḋe"/>
                <p:cNvSpPr/>
                <p:nvPr/>
              </p:nvSpPr>
              <p:spPr bwMode="auto">
                <a:xfrm>
                  <a:off x="7481888" y="3521075"/>
                  <a:ext cx="119063" cy="119063"/>
                </a:xfrm>
                <a:custGeom>
                  <a:avLst/>
                  <a:gdLst>
                    <a:gd name="T0" fmla="*/ 50 w 75"/>
                    <a:gd name="T1" fmla="*/ 50 h 75"/>
                    <a:gd name="T2" fmla="*/ 31 w 75"/>
                    <a:gd name="T3" fmla="*/ 0 h 75"/>
                    <a:gd name="T4" fmla="*/ 17 w 75"/>
                    <a:gd name="T5" fmla="*/ 0 h 75"/>
                    <a:gd name="T6" fmla="*/ 0 w 75"/>
                    <a:gd name="T7" fmla="*/ 75 h 75"/>
                    <a:gd name="T8" fmla="*/ 15 w 75"/>
                    <a:gd name="T9" fmla="*/ 75 h 75"/>
                    <a:gd name="T10" fmla="*/ 25 w 75"/>
                    <a:gd name="T11" fmla="*/ 25 h 75"/>
                    <a:gd name="T12" fmla="*/ 46 w 75"/>
                    <a:gd name="T13" fmla="*/ 75 h 75"/>
                    <a:gd name="T14" fmla="*/ 58 w 75"/>
                    <a:gd name="T15" fmla="*/ 75 h 75"/>
                    <a:gd name="T16" fmla="*/ 75 w 75"/>
                    <a:gd name="T17" fmla="*/ 0 h 75"/>
                    <a:gd name="T18" fmla="*/ 61 w 75"/>
                    <a:gd name="T19" fmla="*/ 0 h 75"/>
                    <a:gd name="T20" fmla="*/ 50 w 75"/>
                    <a:gd name="T21" fmla="*/ 5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5" h="75">
                      <a:moveTo>
                        <a:pt x="50" y="50"/>
                      </a:moveTo>
                      <a:lnTo>
                        <a:pt x="31" y="0"/>
                      </a:lnTo>
                      <a:lnTo>
                        <a:pt x="17" y="0"/>
                      </a:lnTo>
                      <a:lnTo>
                        <a:pt x="0" y="75"/>
                      </a:lnTo>
                      <a:lnTo>
                        <a:pt x="15" y="75"/>
                      </a:lnTo>
                      <a:lnTo>
                        <a:pt x="25" y="25"/>
                      </a:lnTo>
                      <a:lnTo>
                        <a:pt x="46" y="75"/>
                      </a:lnTo>
                      <a:lnTo>
                        <a:pt x="58" y="75"/>
                      </a:lnTo>
                      <a:lnTo>
                        <a:pt x="75" y="0"/>
                      </a:lnTo>
                      <a:lnTo>
                        <a:pt x="61" y="0"/>
                      </a:lnTo>
                      <a:lnTo>
                        <a:pt x="50" y="5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5" name="îş1ïḋe"/>
                <p:cNvSpPr/>
                <p:nvPr/>
              </p:nvSpPr>
              <p:spPr bwMode="auto">
                <a:xfrm>
                  <a:off x="7653338" y="3521075"/>
                  <a:ext cx="112713" cy="119063"/>
                </a:xfrm>
                <a:custGeom>
                  <a:avLst/>
                  <a:gdLst>
                    <a:gd name="T0" fmla="*/ 22 w 34"/>
                    <a:gd name="T1" fmla="*/ 20 h 36"/>
                    <a:gd name="T2" fmla="*/ 20 w 34"/>
                    <a:gd name="T3" fmla="*/ 26 h 36"/>
                    <a:gd name="T4" fmla="*/ 18 w 34"/>
                    <a:gd name="T5" fmla="*/ 29 h 36"/>
                    <a:gd name="T6" fmla="*/ 13 w 34"/>
                    <a:gd name="T7" fmla="*/ 30 h 36"/>
                    <a:gd name="T8" fmla="*/ 9 w 34"/>
                    <a:gd name="T9" fmla="*/ 29 h 36"/>
                    <a:gd name="T10" fmla="*/ 7 w 34"/>
                    <a:gd name="T11" fmla="*/ 25 h 36"/>
                    <a:gd name="T12" fmla="*/ 7 w 34"/>
                    <a:gd name="T13" fmla="*/ 24 h 36"/>
                    <a:gd name="T14" fmla="*/ 8 w 34"/>
                    <a:gd name="T15" fmla="*/ 19 h 36"/>
                    <a:gd name="T16" fmla="*/ 12 w 34"/>
                    <a:gd name="T17" fmla="*/ 0 h 36"/>
                    <a:gd name="T18" fmla="*/ 5 w 34"/>
                    <a:gd name="T19" fmla="*/ 0 h 36"/>
                    <a:gd name="T20" fmla="*/ 1 w 34"/>
                    <a:gd name="T21" fmla="*/ 19 h 36"/>
                    <a:gd name="T22" fmla="*/ 0 w 34"/>
                    <a:gd name="T23" fmla="*/ 23 h 36"/>
                    <a:gd name="T24" fmla="*/ 0 w 34"/>
                    <a:gd name="T25" fmla="*/ 25 h 36"/>
                    <a:gd name="T26" fmla="*/ 3 w 34"/>
                    <a:gd name="T27" fmla="*/ 33 h 36"/>
                    <a:gd name="T28" fmla="*/ 13 w 34"/>
                    <a:gd name="T29" fmla="*/ 36 h 36"/>
                    <a:gd name="T30" fmla="*/ 22 w 34"/>
                    <a:gd name="T31" fmla="*/ 34 h 36"/>
                    <a:gd name="T32" fmla="*/ 27 w 34"/>
                    <a:gd name="T33" fmla="*/ 29 h 36"/>
                    <a:gd name="T34" fmla="*/ 30 w 34"/>
                    <a:gd name="T35" fmla="*/ 20 h 36"/>
                    <a:gd name="T36" fmla="*/ 34 w 34"/>
                    <a:gd name="T37" fmla="*/ 0 h 36"/>
                    <a:gd name="T38" fmla="*/ 26 w 34"/>
                    <a:gd name="T39" fmla="*/ 0 h 36"/>
                    <a:gd name="T40" fmla="*/ 22 w 34"/>
                    <a:gd name="T41" fmla="*/ 2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4" h="36">
                      <a:moveTo>
                        <a:pt x="22" y="20"/>
                      </a:moveTo>
                      <a:cubicBezTo>
                        <a:pt x="22" y="23"/>
                        <a:pt x="21" y="25"/>
                        <a:pt x="20" y="26"/>
                      </a:cubicBezTo>
                      <a:cubicBezTo>
                        <a:pt x="20" y="28"/>
                        <a:pt x="19" y="29"/>
                        <a:pt x="18" y="29"/>
                      </a:cubicBezTo>
                      <a:cubicBezTo>
                        <a:pt x="17" y="30"/>
                        <a:pt x="15" y="30"/>
                        <a:pt x="13" y="30"/>
                      </a:cubicBezTo>
                      <a:cubicBezTo>
                        <a:pt x="11" y="30"/>
                        <a:pt x="10" y="30"/>
                        <a:pt x="9" y="29"/>
                      </a:cubicBezTo>
                      <a:cubicBezTo>
                        <a:pt x="8" y="28"/>
                        <a:pt x="7" y="27"/>
                        <a:pt x="7" y="25"/>
                      </a:cubicBezTo>
                      <a:cubicBezTo>
                        <a:pt x="7" y="25"/>
                        <a:pt x="7" y="25"/>
                        <a:pt x="7" y="24"/>
                      </a:cubicBezTo>
                      <a:cubicBezTo>
                        <a:pt x="8" y="19"/>
                        <a:pt x="8" y="19"/>
                        <a:pt x="8" y="19"/>
                      </a:cubicBezTo>
                      <a:cubicBezTo>
                        <a:pt x="12" y="0"/>
                        <a:pt x="12" y="0"/>
                        <a:pt x="12" y="0"/>
                      </a:cubicBezTo>
                      <a:cubicBezTo>
                        <a:pt x="5" y="0"/>
                        <a:pt x="5" y="0"/>
                        <a:pt x="5" y="0"/>
                      </a:cubicBezTo>
                      <a:cubicBezTo>
                        <a:pt x="1" y="19"/>
                        <a:pt x="1" y="19"/>
                        <a:pt x="1" y="19"/>
                      </a:cubicBezTo>
                      <a:cubicBezTo>
                        <a:pt x="1" y="21"/>
                        <a:pt x="0" y="23"/>
                        <a:pt x="0" y="23"/>
                      </a:cubicBezTo>
                      <a:cubicBezTo>
                        <a:pt x="0" y="24"/>
                        <a:pt x="0" y="25"/>
                        <a:pt x="0" y="25"/>
                      </a:cubicBezTo>
                      <a:cubicBezTo>
                        <a:pt x="0" y="29"/>
                        <a:pt x="1" y="31"/>
                        <a:pt x="3" y="33"/>
                      </a:cubicBezTo>
                      <a:cubicBezTo>
                        <a:pt x="6" y="35"/>
                        <a:pt x="9" y="36"/>
                        <a:pt x="13" y="36"/>
                      </a:cubicBezTo>
                      <a:cubicBezTo>
                        <a:pt x="16" y="36"/>
                        <a:pt x="19" y="36"/>
                        <a:pt x="22" y="34"/>
                      </a:cubicBezTo>
                      <a:cubicBezTo>
                        <a:pt x="24" y="33"/>
                        <a:pt x="25" y="31"/>
                        <a:pt x="27" y="29"/>
                      </a:cubicBezTo>
                      <a:cubicBezTo>
                        <a:pt x="28" y="27"/>
                        <a:pt x="29" y="24"/>
                        <a:pt x="30" y="20"/>
                      </a:cubicBezTo>
                      <a:cubicBezTo>
                        <a:pt x="34" y="0"/>
                        <a:pt x="34" y="0"/>
                        <a:pt x="34" y="0"/>
                      </a:cubicBezTo>
                      <a:cubicBezTo>
                        <a:pt x="26" y="0"/>
                        <a:pt x="26" y="0"/>
                        <a:pt x="26" y="0"/>
                      </a:cubicBezTo>
                      <a:lnTo>
                        <a:pt x="22" y="2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6" name="íšlídè"/>
                <p:cNvSpPr/>
                <p:nvPr/>
              </p:nvSpPr>
              <p:spPr bwMode="auto">
                <a:xfrm>
                  <a:off x="7766051" y="3521075"/>
                  <a:ext cx="115888" cy="119063"/>
                </a:xfrm>
                <a:custGeom>
                  <a:avLst/>
                  <a:gdLst>
                    <a:gd name="T0" fmla="*/ 58 w 73"/>
                    <a:gd name="T1" fmla="*/ 0 h 75"/>
                    <a:gd name="T2" fmla="*/ 50 w 73"/>
                    <a:gd name="T3" fmla="*/ 50 h 75"/>
                    <a:gd name="T4" fmla="*/ 29 w 73"/>
                    <a:gd name="T5" fmla="*/ 0 h 75"/>
                    <a:gd name="T6" fmla="*/ 15 w 73"/>
                    <a:gd name="T7" fmla="*/ 0 h 75"/>
                    <a:gd name="T8" fmla="*/ 0 w 73"/>
                    <a:gd name="T9" fmla="*/ 75 h 75"/>
                    <a:gd name="T10" fmla="*/ 13 w 73"/>
                    <a:gd name="T11" fmla="*/ 75 h 75"/>
                    <a:gd name="T12" fmla="*/ 23 w 73"/>
                    <a:gd name="T13" fmla="*/ 25 h 75"/>
                    <a:gd name="T14" fmla="*/ 44 w 73"/>
                    <a:gd name="T15" fmla="*/ 75 h 75"/>
                    <a:gd name="T16" fmla="*/ 58 w 73"/>
                    <a:gd name="T17" fmla="*/ 75 h 75"/>
                    <a:gd name="T18" fmla="*/ 73 w 73"/>
                    <a:gd name="T19" fmla="*/ 0 h 75"/>
                    <a:gd name="T20" fmla="*/ 58 w 73"/>
                    <a:gd name="T21"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3" h="75">
                      <a:moveTo>
                        <a:pt x="58" y="0"/>
                      </a:moveTo>
                      <a:lnTo>
                        <a:pt x="50" y="50"/>
                      </a:lnTo>
                      <a:lnTo>
                        <a:pt x="29" y="0"/>
                      </a:lnTo>
                      <a:lnTo>
                        <a:pt x="15" y="0"/>
                      </a:lnTo>
                      <a:lnTo>
                        <a:pt x="0" y="75"/>
                      </a:lnTo>
                      <a:lnTo>
                        <a:pt x="13" y="75"/>
                      </a:lnTo>
                      <a:lnTo>
                        <a:pt x="23" y="25"/>
                      </a:lnTo>
                      <a:lnTo>
                        <a:pt x="44" y="75"/>
                      </a:lnTo>
                      <a:lnTo>
                        <a:pt x="58" y="75"/>
                      </a:lnTo>
                      <a:lnTo>
                        <a:pt x="73" y="0"/>
                      </a:lnTo>
                      <a:lnTo>
                        <a:pt x="58"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7" name="îṣḻîďe"/>
                <p:cNvSpPr/>
                <p:nvPr/>
              </p:nvSpPr>
              <p:spPr bwMode="auto">
                <a:xfrm>
                  <a:off x="7881938" y="3521075"/>
                  <a:ext cx="49213" cy="119063"/>
                </a:xfrm>
                <a:custGeom>
                  <a:avLst/>
                  <a:gdLst>
                    <a:gd name="T0" fmla="*/ 0 w 31"/>
                    <a:gd name="T1" fmla="*/ 75 h 75"/>
                    <a:gd name="T2" fmla="*/ 14 w 31"/>
                    <a:gd name="T3" fmla="*/ 75 h 75"/>
                    <a:gd name="T4" fmla="*/ 31 w 31"/>
                    <a:gd name="T5" fmla="*/ 0 h 75"/>
                    <a:gd name="T6" fmla="*/ 14 w 31"/>
                    <a:gd name="T7" fmla="*/ 0 h 75"/>
                    <a:gd name="T8" fmla="*/ 0 w 31"/>
                    <a:gd name="T9" fmla="*/ 75 h 75"/>
                  </a:gdLst>
                  <a:ahLst/>
                  <a:cxnLst>
                    <a:cxn ang="0">
                      <a:pos x="T0" y="T1"/>
                    </a:cxn>
                    <a:cxn ang="0">
                      <a:pos x="T2" y="T3"/>
                    </a:cxn>
                    <a:cxn ang="0">
                      <a:pos x="T4" y="T5"/>
                    </a:cxn>
                    <a:cxn ang="0">
                      <a:pos x="T6" y="T7"/>
                    </a:cxn>
                    <a:cxn ang="0">
                      <a:pos x="T8" y="T9"/>
                    </a:cxn>
                  </a:cxnLst>
                  <a:rect l="0" t="0" r="r" b="b"/>
                  <a:pathLst>
                    <a:path w="31" h="75">
                      <a:moveTo>
                        <a:pt x="0" y="75"/>
                      </a:moveTo>
                      <a:lnTo>
                        <a:pt x="14" y="75"/>
                      </a:lnTo>
                      <a:lnTo>
                        <a:pt x="31" y="0"/>
                      </a:lnTo>
                      <a:lnTo>
                        <a:pt x="14" y="0"/>
                      </a:lnTo>
                      <a:lnTo>
                        <a:pt x="0" y="75"/>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8" name="íŝḻiḋè"/>
                <p:cNvSpPr/>
                <p:nvPr/>
              </p:nvSpPr>
              <p:spPr bwMode="auto">
                <a:xfrm>
                  <a:off x="7940676" y="3521075"/>
                  <a:ext cx="109538" cy="119063"/>
                </a:xfrm>
                <a:custGeom>
                  <a:avLst/>
                  <a:gdLst>
                    <a:gd name="T0" fmla="*/ 54 w 69"/>
                    <a:gd name="T1" fmla="*/ 0 h 75"/>
                    <a:gd name="T2" fmla="*/ 23 w 69"/>
                    <a:gd name="T3" fmla="*/ 57 h 75"/>
                    <a:gd name="T4" fmla="*/ 15 w 69"/>
                    <a:gd name="T5" fmla="*/ 0 h 75"/>
                    <a:gd name="T6" fmla="*/ 0 w 69"/>
                    <a:gd name="T7" fmla="*/ 0 h 75"/>
                    <a:gd name="T8" fmla="*/ 13 w 69"/>
                    <a:gd name="T9" fmla="*/ 75 h 75"/>
                    <a:gd name="T10" fmla="*/ 29 w 69"/>
                    <a:gd name="T11" fmla="*/ 75 h 75"/>
                    <a:gd name="T12" fmla="*/ 69 w 69"/>
                    <a:gd name="T13" fmla="*/ 0 h 75"/>
                    <a:gd name="T14" fmla="*/ 54 w 69"/>
                    <a:gd name="T15" fmla="*/ 0 h 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9" h="75">
                      <a:moveTo>
                        <a:pt x="54" y="0"/>
                      </a:moveTo>
                      <a:lnTo>
                        <a:pt x="23" y="57"/>
                      </a:lnTo>
                      <a:lnTo>
                        <a:pt x="15" y="0"/>
                      </a:lnTo>
                      <a:lnTo>
                        <a:pt x="0" y="0"/>
                      </a:lnTo>
                      <a:lnTo>
                        <a:pt x="13" y="75"/>
                      </a:lnTo>
                      <a:lnTo>
                        <a:pt x="29" y="75"/>
                      </a:lnTo>
                      <a:lnTo>
                        <a:pt x="69" y="0"/>
                      </a:lnTo>
                      <a:lnTo>
                        <a:pt x="54"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9" name="î$ḷíďé"/>
                <p:cNvSpPr/>
                <p:nvPr/>
              </p:nvSpPr>
              <p:spPr bwMode="auto">
                <a:xfrm>
                  <a:off x="8037513" y="3521075"/>
                  <a:ext cx="111125" cy="119063"/>
                </a:xfrm>
                <a:custGeom>
                  <a:avLst/>
                  <a:gdLst>
                    <a:gd name="T0" fmla="*/ 68 w 70"/>
                    <a:gd name="T1" fmla="*/ 12 h 75"/>
                    <a:gd name="T2" fmla="*/ 70 w 70"/>
                    <a:gd name="T3" fmla="*/ 0 h 75"/>
                    <a:gd name="T4" fmla="*/ 16 w 70"/>
                    <a:gd name="T5" fmla="*/ 0 h 75"/>
                    <a:gd name="T6" fmla="*/ 0 w 70"/>
                    <a:gd name="T7" fmla="*/ 75 h 75"/>
                    <a:gd name="T8" fmla="*/ 58 w 70"/>
                    <a:gd name="T9" fmla="*/ 75 h 75"/>
                    <a:gd name="T10" fmla="*/ 60 w 70"/>
                    <a:gd name="T11" fmla="*/ 63 h 75"/>
                    <a:gd name="T12" fmla="*/ 16 w 70"/>
                    <a:gd name="T13" fmla="*/ 63 h 75"/>
                    <a:gd name="T14" fmla="*/ 22 w 70"/>
                    <a:gd name="T15" fmla="*/ 42 h 75"/>
                    <a:gd name="T16" fmla="*/ 60 w 70"/>
                    <a:gd name="T17" fmla="*/ 42 h 75"/>
                    <a:gd name="T18" fmla="*/ 62 w 70"/>
                    <a:gd name="T19" fmla="*/ 29 h 75"/>
                    <a:gd name="T20" fmla="*/ 24 w 70"/>
                    <a:gd name="T21" fmla="*/ 29 h 75"/>
                    <a:gd name="T22" fmla="*/ 29 w 70"/>
                    <a:gd name="T23" fmla="*/ 12 h 75"/>
                    <a:gd name="T24" fmla="*/ 68 w 70"/>
                    <a:gd name="T25" fmla="*/ 12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0" h="75">
                      <a:moveTo>
                        <a:pt x="68" y="12"/>
                      </a:moveTo>
                      <a:lnTo>
                        <a:pt x="70" y="0"/>
                      </a:lnTo>
                      <a:lnTo>
                        <a:pt x="16" y="0"/>
                      </a:lnTo>
                      <a:lnTo>
                        <a:pt x="0" y="75"/>
                      </a:lnTo>
                      <a:lnTo>
                        <a:pt x="58" y="75"/>
                      </a:lnTo>
                      <a:lnTo>
                        <a:pt x="60" y="63"/>
                      </a:lnTo>
                      <a:lnTo>
                        <a:pt x="16" y="63"/>
                      </a:lnTo>
                      <a:lnTo>
                        <a:pt x="22" y="42"/>
                      </a:lnTo>
                      <a:lnTo>
                        <a:pt x="60" y="42"/>
                      </a:lnTo>
                      <a:lnTo>
                        <a:pt x="62" y="29"/>
                      </a:lnTo>
                      <a:lnTo>
                        <a:pt x="24" y="29"/>
                      </a:lnTo>
                      <a:lnTo>
                        <a:pt x="29" y="12"/>
                      </a:lnTo>
                      <a:lnTo>
                        <a:pt x="68" y="12"/>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0" name="îṡlîďe"/>
                <p:cNvSpPr/>
                <p:nvPr/>
              </p:nvSpPr>
              <p:spPr bwMode="auto">
                <a:xfrm>
                  <a:off x="8145463" y="3521075"/>
                  <a:ext cx="115888" cy="119063"/>
                </a:xfrm>
                <a:custGeom>
                  <a:avLst/>
                  <a:gdLst>
                    <a:gd name="T0" fmla="*/ 30 w 35"/>
                    <a:gd name="T1" fmla="*/ 1 h 36"/>
                    <a:gd name="T2" fmla="*/ 24 w 35"/>
                    <a:gd name="T3" fmla="*/ 0 h 36"/>
                    <a:gd name="T4" fmla="*/ 8 w 35"/>
                    <a:gd name="T5" fmla="*/ 0 h 36"/>
                    <a:gd name="T6" fmla="*/ 0 w 35"/>
                    <a:gd name="T7" fmla="*/ 36 h 36"/>
                    <a:gd name="T8" fmla="*/ 8 w 35"/>
                    <a:gd name="T9" fmla="*/ 36 h 36"/>
                    <a:gd name="T10" fmla="*/ 11 w 35"/>
                    <a:gd name="T11" fmla="*/ 21 h 36"/>
                    <a:gd name="T12" fmla="*/ 14 w 35"/>
                    <a:gd name="T13" fmla="*/ 21 h 36"/>
                    <a:gd name="T14" fmla="*/ 17 w 35"/>
                    <a:gd name="T15" fmla="*/ 22 h 36"/>
                    <a:gd name="T16" fmla="*/ 21 w 35"/>
                    <a:gd name="T17" fmla="*/ 26 h 36"/>
                    <a:gd name="T18" fmla="*/ 24 w 35"/>
                    <a:gd name="T19" fmla="*/ 36 h 36"/>
                    <a:gd name="T20" fmla="*/ 32 w 35"/>
                    <a:gd name="T21" fmla="*/ 36 h 36"/>
                    <a:gd name="T22" fmla="*/ 27 w 35"/>
                    <a:gd name="T23" fmla="*/ 24 h 36"/>
                    <a:gd name="T24" fmla="*/ 24 w 35"/>
                    <a:gd name="T25" fmla="*/ 21 h 36"/>
                    <a:gd name="T26" fmla="*/ 32 w 35"/>
                    <a:gd name="T27" fmla="*/ 17 h 36"/>
                    <a:gd name="T28" fmla="*/ 35 w 35"/>
                    <a:gd name="T29" fmla="*/ 9 h 36"/>
                    <a:gd name="T30" fmla="*/ 34 w 35"/>
                    <a:gd name="T31" fmla="*/ 4 h 36"/>
                    <a:gd name="T32" fmla="*/ 30 w 35"/>
                    <a:gd name="T33" fmla="*/ 1 h 36"/>
                    <a:gd name="T34" fmla="*/ 27 w 35"/>
                    <a:gd name="T35" fmla="*/ 13 h 36"/>
                    <a:gd name="T36" fmla="*/ 24 w 35"/>
                    <a:gd name="T37" fmla="*/ 15 h 36"/>
                    <a:gd name="T38" fmla="*/ 16 w 35"/>
                    <a:gd name="T39" fmla="*/ 16 h 36"/>
                    <a:gd name="T40" fmla="*/ 12 w 35"/>
                    <a:gd name="T41" fmla="*/ 16 h 36"/>
                    <a:gd name="T42" fmla="*/ 14 w 35"/>
                    <a:gd name="T43" fmla="*/ 6 h 36"/>
                    <a:gd name="T44" fmla="*/ 22 w 35"/>
                    <a:gd name="T45" fmla="*/ 6 h 36"/>
                    <a:gd name="T46" fmla="*/ 26 w 35"/>
                    <a:gd name="T47" fmla="*/ 7 h 36"/>
                    <a:gd name="T48" fmla="*/ 28 w 35"/>
                    <a:gd name="T49" fmla="*/ 10 h 36"/>
                    <a:gd name="T50" fmla="*/ 27 w 35"/>
                    <a:gd name="T51" fmla="*/ 13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5" h="36">
                      <a:moveTo>
                        <a:pt x="30" y="1"/>
                      </a:moveTo>
                      <a:cubicBezTo>
                        <a:pt x="28" y="0"/>
                        <a:pt x="26" y="0"/>
                        <a:pt x="24" y="0"/>
                      </a:cubicBezTo>
                      <a:cubicBezTo>
                        <a:pt x="8" y="0"/>
                        <a:pt x="8" y="0"/>
                        <a:pt x="8" y="0"/>
                      </a:cubicBezTo>
                      <a:cubicBezTo>
                        <a:pt x="0" y="36"/>
                        <a:pt x="0" y="36"/>
                        <a:pt x="0" y="36"/>
                      </a:cubicBezTo>
                      <a:cubicBezTo>
                        <a:pt x="8" y="36"/>
                        <a:pt x="8" y="36"/>
                        <a:pt x="8" y="36"/>
                      </a:cubicBezTo>
                      <a:cubicBezTo>
                        <a:pt x="11" y="21"/>
                        <a:pt x="11" y="21"/>
                        <a:pt x="11" y="21"/>
                      </a:cubicBezTo>
                      <a:cubicBezTo>
                        <a:pt x="14" y="21"/>
                        <a:pt x="14" y="21"/>
                        <a:pt x="14" y="21"/>
                      </a:cubicBezTo>
                      <a:cubicBezTo>
                        <a:pt x="15" y="21"/>
                        <a:pt x="17" y="21"/>
                        <a:pt x="17" y="22"/>
                      </a:cubicBezTo>
                      <a:cubicBezTo>
                        <a:pt x="18" y="22"/>
                        <a:pt x="20" y="24"/>
                        <a:pt x="21" y="26"/>
                      </a:cubicBezTo>
                      <a:cubicBezTo>
                        <a:pt x="22" y="31"/>
                        <a:pt x="24" y="34"/>
                        <a:pt x="24" y="36"/>
                      </a:cubicBezTo>
                      <a:cubicBezTo>
                        <a:pt x="32" y="36"/>
                        <a:pt x="32" y="36"/>
                        <a:pt x="32" y="36"/>
                      </a:cubicBezTo>
                      <a:cubicBezTo>
                        <a:pt x="30" y="31"/>
                        <a:pt x="28" y="27"/>
                        <a:pt x="27" y="24"/>
                      </a:cubicBezTo>
                      <a:cubicBezTo>
                        <a:pt x="26" y="23"/>
                        <a:pt x="25" y="21"/>
                        <a:pt x="24" y="21"/>
                      </a:cubicBezTo>
                      <a:cubicBezTo>
                        <a:pt x="28" y="20"/>
                        <a:pt x="30" y="19"/>
                        <a:pt x="32" y="17"/>
                      </a:cubicBezTo>
                      <a:cubicBezTo>
                        <a:pt x="34" y="15"/>
                        <a:pt x="35" y="13"/>
                        <a:pt x="35" y="9"/>
                      </a:cubicBezTo>
                      <a:cubicBezTo>
                        <a:pt x="35" y="7"/>
                        <a:pt x="34" y="6"/>
                        <a:pt x="34" y="4"/>
                      </a:cubicBezTo>
                      <a:cubicBezTo>
                        <a:pt x="33" y="3"/>
                        <a:pt x="31" y="2"/>
                        <a:pt x="30" y="1"/>
                      </a:cubicBezTo>
                      <a:close/>
                      <a:moveTo>
                        <a:pt x="27" y="13"/>
                      </a:moveTo>
                      <a:cubicBezTo>
                        <a:pt x="26" y="14"/>
                        <a:pt x="25" y="14"/>
                        <a:pt x="24" y="15"/>
                      </a:cubicBezTo>
                      <a:cubicBezTo>
                        <a:pt x="22" y="15"/>
                        <a:pt x="20" y="16"/>
                        <a:pt x="16" y="16"/>
                      </a:cubicBezTo>
                      <a:cubicBezTo>
                        <a:pt x="12" y="16"/>
                        <a:pt x="12" y="16"/>
                        <a:pt x="12" y="16"/>
                      </a:cubicBezTo>
                      <a:cubicBezTo>
                        <a:pt x="14" y="6"/>
                        <a:pt x="14" y="6"/>
                        <a:pt x="14" y="6"/>
                      </a:cubicBezTo>
                      <a:cubicBezTo>
                        <a:pt x="22" y="6"/>
                        <a:pt x="22" y="6"/>
                        <a:pt x="22" y="6"/>
                      </a:cubicBezTo>
                      <a:cubicBezTo>
                        <a:pt x="24" y="6"/>
                        <a:pt x="25" y="6"/>
                        <a:pt x="26" y="7"/>
                      </a:cubicBezTo>
                      <a:cubicBezTo>
                        <a:pt x="27" y="7"/>
                        <a:pt x="28" y="8"/>
                        <a:pt x="28" y="10"/>
                      </a:cubicBezTo>
                      <a:cubicBezTo>
                        <a:pt x="28" y="11"/>
                        <a:pt x="27" y="12"/>
                        <a:pt x="27" y="13"/>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1" name="ïşľîḍé"/>
                <p:cNvSpPr/>
                <p:nvPr/>
              </p:nvSpPr>
              <p:spPr bwMode="auto">
                <a:xfrm>
                  <a:off x="8267701" y="3521075"/>
                  <a:ext cx="98425" cy="119063"/>
                </a:xfrm>
                <a:custGeom>
                  <a:avLst/>
                  <a:gdLst>
                    <a:gd name="T0" fmla="*/ 17 w 30"/>
                    <a:gd name="T1" fmla="*/ 5 h 36"/>
                    <a:gd name="T2" fmla="*/ 22 w 30"/>
                    <a:gd name="T3" fmla="*/ 7 h 36"/>
                    <a:gd name="T4" fmla="*/ 23 w 30"/>
                    <a:gd name="T5" fmla="*/ 11 h 36"/>
                    <a:gd name="T6" fmla="*/ 30 w 30"/>
                    <a:gd name="T7" fmla="*/ 10 h 36"/>
                    <a:gd name="T8" fmla="*/ 27 w 30"/>
                    <a:gd name="T9" fmla="*/ 3 h 36"/>
                    <a:gd name="T10" fmla="*/ 17 w 30"/>
                    <a:gd name="T11" fmla="*/ 0 h 36"/>
                    <a:gd name="T12" fmla="*/ 8 w 30"/>
                    <a:gd name="T13" fmla="*/ 3 h 36"/>
                    <a:gd name="T14" fmla="*/ 4 w 30"/>
                    <a:gd name="T15" fmla="*/ 10 h 36"/>
                    <a:gd name="T16" fmla="*/ 6 w 30"/>
                    <a:gd name="T17" fmla="*/ 14 h 36"/>
                    <a:gd name="T18" fmla="*/ 8 w 30"/>
                    <a:gd name="T19" fmla="*/ 18 h 36"/>
                    <a:gd name="T20" fmla="*/ 15 w 30"/>
                    <a:gd name="T21" fmla="*/ 21 h 36"/>
                    <a:gd name="T22" fmla="*/ 20 w 30"/>
                    <a:gd name="T23" fmla="*/ 23 h 36"/>
                    <a:gd name="T24" fmla="*/ 21 w 30"/>
                    <a:gd name="T25" fmla="*/ 26 h 36"/>
                    <a:gd name="T26" fmla="*/ 19 w 30"/>
                    <a:gd name="T27" fmla="*/ 29 h 36"/>
                    <a:gd name="T28" fmla="*/ 14 w 30"/>
                    <a:gd name="T29" fmla="*/ 30 h 36"/>
                    <a:gd name="T30" fmla="*/ 8 w 30"/>
                    <a:gd name="T31" fmla="*/ 28 h 36"/>
                    <a:gd name="T32" fmla="*/ 7 w 30"/>
                    <a:gd name="T33" fmla="*/ 24 h 36"/>
                    <a:gd name="T34" fmla="*/ 0 w 30"/>
                    <a:gd name="T35" fmla="*/ 24 h 36"/>
                    <a:gd name="T36" fmla="*/ 1 w 30"/>
                    <a:gd name="T37" fmla="*/ 30 h 36"/>
                    <a:gd name="T38" fmla="*/ 6 w 30"/>
                    <a:gd name="T39" fmla="*/ 35 h 36"/>
                    <a:gd name="T40" fmla="*/ 14 w 30"/>
                    <a:gd name="T41" fmla="*/ 36 h 36"/>
                    <a:gd name="T42" fmla="*/ 24 w 30"/>
                    <a:gd name="T43" fmla="*/ 33 h 36"/>
                    <a:gd name="T44" fmla="*/ 28 w 30"/>
                    <a:gd name="T45" fmla="*/ 25 h 36"/>
                    <a:gd name="T46" fmla="*/ 26 w 30"/>
                    <a:gd name="T47" fmla="*/ 19 h 36"/>
                    <a:gd name="T48" fmla="*/ 18 w 30"/>
                    <a:gd name="T49" fmla="*/ 14 h 36"/>
                    <a:gd name="T50" fmla="*/ 13 w 30"/>
                    <a:gd name="T51" fmla="*/ 12 h 36"/>
                    <a:gd name="T52" fmla="*/ 11 w 30"/>
                    <a:gd name="T53" fmla="*/ 9 h 36"/>
                    <a:gd name="T54" fmla="*/ 13 w 30"/>
                    <a:gd name="T55" fmla="*/ 6 h 36"/>
                    <a:gd name="T56" fmla="*/ 17 w 30"/>
                    <a:gd name="T57" fmla="*/ 5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0" h="36">
                      <a:moveTo>
                        <a:pt x="17" y="5"/>
                      </a:moveTo>
                      <a:cubicBezTo>
                        <a:pt x="19" y="5"/>
                        <a:pt x="21" y="6"/>
                        <a:pt x="22" y="7"/>
                      </a:cubicBezTo>
                      <a:cubicBezTo>
                        <a:pt x="23" y="8"/>
                        <a:pt x="23" y="9"/>
                        <a:pt x="23" y="11"/>
                      </a:cubicBezTo>
                      <a:cubicBezTo>
                        <a:pt x="30" y="10"/>
                        <a:pt x="30" y="10"/>
                        <a:pt x="30" y="10"/>
                      </a:cubicBezTo>
                      <a:cubicBezTo>
                        <a:pt x="30" y="7"/>
                        <a:pt x="29" y="4"/>
                        <a:pt x="27" y="3"/>
                      </a:cubicBezTo>
                      <a:cubicBezTo>
                        <a:pt x="24" y="1"/>
                        <a:pt x="21" y="0"/>
                        <a:pt x="17" y="0"/>
                      </a:cubicBezTo>
                      <a:cubicBezTo>
                        <a:pt x="13" y="0"/>
                        <a:pt x="10" y="1"/>
                        <a:pt x="8" y="3"/>
                      </a:cubicBezTo>
                      <a:cubicBezTo>
                        <a:pt x="5" y="5"/>
                        <a:pt x="4" y="7"/>
                        <a:pt x="4" y="10"/>
                      </a:cubicBezTo>
                      <a:cubicBezTo>
                        <a:pt x="4" y="12"/>
                        <a:pt x="5" y="13"/>
                        <a:pt x="6" y="14"/>
                      </a:cubicBezTo>
                      <a:cubicBezTo>
                        <a:pt x="6" y="16"/>
                        <a:pt x="7" y="17"/>
                        <a:pt x="8" y="18"/>
                      </a:cubicBezTo>
                      <a:cubicBezTo>
                        <a:pt x="10" y="18"/>
                        <a:pt x="12" y="19"/>
                        <a:pt x="15" y="21"/>
                      </a:cubicBezTo>
                      <a:cubicBezTo>
                        <a:pt x="17" y="22"/>
                        <a:pt x="19" y="23"/>
                        <a:pt x="20" y="23"/>
                      </a:cubicBezTo>
                      <a:cubicBezTo>
                        <a:pt x="20" y="24"/>
                        <a:pt x="21" y="25"/>
                        <a:pt x="21" y="26"/>
                      </a:cubicBezTo>
                      <a:cubicBezTo>
                        <a:pt x="21" y="27"/>
                        <a:pt x="20" y="28"/>
                        <a:pt x="19" y="29"/>
                      </a:cubicBezTo>
                      <a:cubicBezTo>
                        <a:pt x="18" y="30"/>
                        <a:pt x="16" y="30"/>
                        <a:pt x="14" y="30"/>
                      </a:cubicBezTo>
                      <a:cubicBezTo>
                        <a:pt x="11" y="30"/>
                        <a:pt x="9" y="30"/>
                        <a:pt x="8" y="28"/>
                      </a:cubicBezTo>
                      <a:cubicBezTo>
                        <a:pt x="8" y="28"/>
                        <a:pt x="7" y="26"/>
                        <a:pt x="7" y="24"/>
                      </a:cubicBezTo>
                      <a:cubicBezTo>
                        <a:pt x="0" y="24"/>
                        <a:pt x="0" y="24"/>
                        <a:pt x="0" y="24"/>
                      </a:cubicBezTo>
                      <a:cubicBezTo>
                        <a:pt x="0" y="27"/>
                        <a:pt x="0" y="29"/>
                        <a:pt x="1" y="30"/>
                      </a:cubicBezTo>
                      <a:cubicBezTo>
                        <a:pt x="2" y="32"/>
                        <a:pt x="4" y="34"/>
                        <a:pt x="6" y="35"/>
                      </a:cubicBezTo>
                      <a:cubicBezTo>
                        <a:pt x="8" y="36"/>
                        <a:pt x="11" y="36"/>
                        <a:pt x="14" y="36"/>
                      </a:cubicBezTo>
                      <a:cubicBezTo>
                        <a:pt x="18" y="36"/>
                        <a:pt x="22" y="35"/>
                        <a:pt x="24" y="33"/>
                      </a:cubicBezTo>
                      <a:cubicBezTo>
                        <a:pt x="27" y="31"/>
                        <a:pt x="28" y="28"/>
                        <a:pt x="28" y="25"/>
                      </a:cubicBezTo>
                      <a:cubicBezTo>
                        <a:pt x="28" y="22"/>
                        <a:pt x="27" y="20"/>
                        <a:pt x="26" y="19"/>
                      </a:cubicBezTo>
                      <a:cubicBezTo>
                        <a:pt x="25" y="18"/>
                        <a:pt x="22" y="16"/>
                        <a:pt x="18" y="14"/>
                      </a:cubicBezTo>
                      <a:cubicBezTo>
                        <a:pt x="15" y="13"/>
                        <a:pt x="13" y="12"/>
                        <a:pt x="13" y="12"/>
                      </a:cubicBezTo>
                      <a:cubicBezTo>
                        <a:pt x="12" y="11"/>
                        <a:pt x="11" y="10"/>
                        <a:pt x="11" y="9"/>
                      </a:cubicBezTo>
                      <a:cubicBezTo>
                        <a:pt x="11" y="8"/>
                        <a:pt x="12" y="7"/>
                        <a:pt x="13" y="6"/>
                      </a:cubicBezTo>
                      <a:cubicBezTo>
                        <a:pt x="14" y="6"/>
                        <a:pt x="15" y="5"/>
                        <a:pt x="17" y="5"/>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2" name="îṩľîďe"/>
                <p:cNvSpPr/>
                <p:nvPr/>
              </p:nvSpPr>
              <p:spPr bwMode="auto">
                <a:xfrm>
                  <a:off x="8374063" y="3521075"/>
                  <a:ext cx="46038" cy="119063"/>
                </a:xfrm>
                <a:custGeom>
                  <a:avLst/>
                  <a:gdLst>
                    <a:gd name="T0" fmla="*/ 0 w 29"/>
                    <a:gd name="T1" fmla="*/ 75 h 75"/>
                    <a:gd name="T2" fmla="*/ 14 w 29"/>
                    <a:gd name="T3" fmla="*/ 75 h 75"/>
                    <a:gd name="T4" fmla="*/ 29 w 29"/>
                    <a:gd name="T5" fmla="*/ 0 h 75"/>
                    <a:gd name="T6" fmla="*/ 14 w 29"/>
                    <a:gd name="T7" fmla="*/ 0 h 75"/>
                    <a:gd name="T8" fmla="*/ 0 w 29"/>
                    <a:gd name="T9" fmla="*/ 75 h 75"/>
                  </a:gdLst>
                  <a:ahLst/>
                  <a:cxnLst>
                    <a:cxn ang="0">
                      <a:pos x="T0" y="T1"/>
                    </a:cxn>
                    <a:cxn ang="0">
                      <a:pos x="T2" y="T3"/>
                    </a:cxn>
                    <a:cxn ang="0">
                      <a:pos x="T4" y="T5"/>
                    </a:cxn>
                    <a:cxn ang="0">
                      <a:pos x="T6" y="T7"/>
                    </a:cxn>
                    <a:cxn ang="0">
                      <a:pos x="T8" y="T9"/>
                    </a:cxn>
                  </a:cxnLst>
                  <a:rect l="0" t="0" r="r" b="b"/>
                  <a:pathLst>
                    <a:path w="29" h="75">
                      <a:moveTo>
                        <a:pt x="0" y="75"/>
                      </a:moveTo>
                      <a:lnTo>
                        <a:pt x="14" y="75"/>
                      </a:lnTo>
                      <a:lnTo>
                        <a:pt x="29" y="0"/>
                      </a:lnTo>
                      <a:lnTo>
                        <a:pt x="14" y="0"/>
                      </a:lnTo>
                      <a:lnTo>
                        <a:pt x="0" y="75"/>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3" name="iS1idè"/>
                <p:cNvSpPr/>
                <p:nvPr/>
              </p:nvSpPr>
              <p:spPr bwMode="auto">
                <a:xfrm>
                  <a:off x="8432801" y="3521075"/>
                  <a:ext cx="95250" cy="119063"/>
                </a:xfrm>
                <a:custGeom>
                  <a:avLst/>
                  <a:gdLst>
                    <a:gd name="T0" fmla="*/ 0 w 60"/>
                    <a:gd name="T1" fmla="*/ 12 h 75"/>
                    <a:gd name="T2" fmla="*/ 21 w 60"/>
                    <a:gd name="T3" fmla="*/ 12 h 75"/>
                    <a:gd name="T4" fmla="*/ 8 w 60"/>
                    <a:gd name="T5" fmla="*/ 75 h 75"/>
                    <a:gd name="T6" fmla="*/ 23 w 60"/>
                    <a:gd name="T7" fmla="*/ 75 h 75"/>
                    <a:gd name="T8" fmla="*/ 35 w 60"/>
                    <a:gd name="T9" fmla="*/ 12 h 75"/>
                    <a:gd name="T10" fmla="*/ 58 w 60"/>
                    <a:gd name="T11" fmla="*/ 12 h 75"/>
                    <a:gd name="T12" fmla="*/ 60 w 60"/>
                    <a:gd name="T13" fmla="*/ 0 h 75"/>
                    <a:gd name="T14" fmla="*/ 2 w 60"/>
                    <a:gd name="T15" fmla="*/ 0 h 75"/>
                    <a:gd name="T16" fmla="*/ 0 w 60"/>
                    <a:gd name="T17" fmla="*/ 12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0" h="75">
                      <a:moveTo>
                        <a:pt x="0" y="12"/>
                      </a:moveTo>
                      <a:lnTo>
                        <a:pt x="21" y="12"/>
                      </a:lnTo>
                      <a:lnTo>
                        <a:pt x="8" y="75"/>
                      </a:lnTo>
                      <a:lnTo>
                        <a:pt x="23" y="75"/>
                      </a:lnTo>
                      <a:lnTo>
                        <a:pt x="35" y="12"/>
                      </a:lnTo>
                      <a:lnTo>
                        <a:pt x="58" y="12"/>
                      </a:lnTo>
                      <a:lnTo>
                        <a:pt x="60" y="0"/>
                      </a:lnTo>
                      <a:lnTo>
                        <a:pt x="2" y="0"/>
                      </a:lnTo>
                      <a:lnTo>
                        <a:pt x="0" y="12"/>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4" name="iṣḷîḋe"/>
                <p:cNvSpPr/>
                <p:nvPr/>
              </p:nvSpPr>
              <p:spPr bwMode="auto">
                <a:xfrm>
                  <a:off x="8531226" y="3521075"/>
                  <a:ext cx="109538" cy="119063"/>
                </a:xfrm>
                <a:custGeom>
                  <a:avLst/>
                  <a:gdLst>
                    <a:gd name="T0" fmla="*/ 25 w 33"/>
                    <a:gd name="T1" fmla="*/ 0 h 36"/>
                    <a:gd name="T2" fmla="*/ 19 w 33"/>
                    <a:gd name="T3" fmla="*/ 7 h 36"/>
                    <a:gd name="T4" fmla="*/ 16 w 33"/>
                    <a:gd name="T5" fmla="*/ 12 h 36"/>
                    <a:gd name="T6" fmla="*/ 14 w 33"/>
                    <a:gd name="T7" fmla="*/ 15 h 36"/>
                    <a:gd name="T8" fmla="*/ 12 w 33"/>
                    <a:gd name="T9" fmla="*/ 10 h 36"/>
                    <a:gd name="T10" fmla="*/ 8 w 33"/>
                    <a:gd name="T11" fmla="*/ 0 h 36"/>
                    <a:gd name="T12" fmla="*/ 0 w 33"/>
                    <a:gd name="T13" fmla="*/ 0 h 36"/>
                    <a:gd name="T14" fmla="*/ 10 w 33"/>
                    <a:gd name="T15" fmla="*/ 22 h 36"/>
                    <a:gd name="T16" fmla="*/ 7 w 33"/>
                    <a:gd name="T17" fmla="*/ 36 h 36"/>
                    <a:gd name="T18" fmla="*/ 14 w 33"/>
                    <a:gd name="T19" fmla="*/ 36 h 36"/>
                    <a:gd name="T20" fmla="*/ 17 w 33"/>
                    <a:gd name="T21" fmla="*/ 23 h 36"/>
                    <a:gd name="T22" fmla="*/ 33 w 33"/>
                    <a:gd name="T23" fmla="*/ 0 h 36"/>
                    <a:gd name="T24" fmla="*/ 25 w 33"/>
                    <a:gd name="T25" fmla="*/ 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3" h="36">
                      <a:moveTo>
                        <a:pt x="25" y="0"/>
                      </a:moveTo>
                      <a:cubicBezTo>
                        <a:pt x="19" y="7"/>
                        <a:pt x="19" y="7"/>
                        <a:pt x="19" y="7"/>
                      </a:cubicBezTo>
                      <a:cubicBezTo>
                        <a:pt x="16" y="12"/>
                        <a:pt x="16" y="12"/>
                        <a:pt x="16" y="12"/>
                      </a:cubicBezTo>
                      <a:cubicBezTo>
                        <a:pt x="15" y="13"/>
                        <a:pt x="15" y="14"/>
                        <a:pt x="14" y="15"/>
                      </a:cubicBezTo>
                      <a:cubicBezTo>
                        <a:pt x="14" y="14"/>
                        <a:pt x="13" y="13"/>
                        <a:pt x="12" y="10"/>
                      </a:cubicBezTo>
                      <a:cubicBezTo>
                        <a:pt x="8" y="0"/>
                        <a:pt x="8" y="0"/>
                        <a:pt x="8" y="0"/>
                      </a:cubicBezTo>
                      <a:cubicBezTo>
                        <a:pt x="0" y="0"/>
                        <a:pt x="0" y="0"/>
                        <a:pt x="0" y="0"/>
                      </a:cubicBezTo>
                      <a:cubicBezTo>
                        <a:pt x="10" y="22"/>
                        <a:pt x="10" y="22"/>
                        <a:pt x="10" y="22"/>
                      </a:cubicBezTo>
                      <a:cubicBezTo>
                        <a:pt x="7" y="36"/>
                        <a:pt x="7" y="36"/>
                        <a:pt x="7" y="36"/>
                      </a:cubicBezTo>
                      <a:cubicBezTo>
                        <a:pt x="14" y="36"/>
                        <a:pt x="14" y="36"/>
                        <a:pt x="14" y="36"/>
                      </a:cubicBezTo>
                      <a:cubicBezTo>
                        <a:pt x="17" y="23"/>
                        <a:pt x="17" y="23"/>
                        <a:pt x="17" y="23"/>
                      </a:cubicBezTo>
                      <a:cubicBezTo>
                        <a:pt x="33" y="0"/>
                        <a:pt x="33" y="0"/>
                        <a:pt x="33" y="0"/>
                      </a:cubicBezTo>
                      <a:lnTo>
                        <a:pt x="25"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grpSp>
      <p:cxnSp>
        <p:nvCxnSpPr>
          <p:cNvPr id="4" name="直线连接符 3"/>
          <p:cNvCxnSpPr/>
          <p:nvPr userDrawn="1"/>
        </p:nvCxnSpPr>
        <p:spPr>
          <a:xfrm>
            <a:off x="0" y="1016000"/>
            <a:ext cx="12192000"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pic>
        <p:nvPicPr>
          <p:cNvPr id="110" name="图片 109" descr="图片包含 天空, 户外, 建筑物, 日落&#10;&#10;描述已自动生成"/>
          <p:cNvPicPr>
            <a:picLocks noChangeAspect="1"/>
          </p:cNvPicPr>
          <p:nvPr userDrawn="1"/>
        </p:nvPicPr>
        <p:blipFill rotWithShape="1">
          <a:blip r:embed="rId2" cstate="print">
            <a:extLst>
              <a:ext uri="{BEBA8EAE-BF5A-486C-A8C5-ECC9F3942E4B}">
                <a14:imgProps xmlns:a14="http://schemas.microsoft.com/office/drawing/2010/main">
                  <a14:imgLayer r:embed="rId3">
                    <a14:imgEffect>
                      <a14:backgroundRemoval t="10000" b="99500" l="10000" r="98000">
                        <a14:foregroundMark x1="45583" y1="28625" x2="72750" y2="47875"/>
                        <a14:foregroundMark x1="72750" y1="47875" x2="79000" y2="48875"/>
                        <a14:foregroundMark x1="79000" y1="48875" x2="87083" y2="44750"/>
                        <a14:foregroundMark x1="87083" y1="44750" x2="89333" y2="42875"/>
                        <a14:foregroundMark x1="49697" y1="28104" x2="51500" y2="30625"/>
                        <a14:foregroundMark x1="46583" y1="23750" x2="49595" y2="27961"/>
                        <a14:foregroundMark x1="46917" y1="21000" x2="48333" y2="17125"/>
                        <a14:foregroundMark x1="62917" y1="48125" x2="65250" y2="51750"/>
                        <a14:foregroundMark x1="65250" y1="51750" x2="86750" y2="67750"/>
                        <a14:foregroundMark x1="94417" y1="36500" x2="92917" y2="90875"/>
                        <a14:foregroundMark x1="98000" y1="30875" x2="91667" y2="84250"/>
                        <a14:foregroundMark x1="91667" y1="84250" x2="91333" y2="85500"/>
                        <a14:foregroundMark x1="70000" y1="67000" x2="89333" y2="84250"/>
                        <a14:foregroundMark x1="89333" y1="84250" x2="89333" y2="84250"/>
                        <a14:foregroundMark x1="70500" y1="67000" x2="66333" y2="64125"/>
                        <a14:foregroundMark x1="66333" y1="64125" x2="59333" y2="53500"/>
                        <a14:foregroundMark x1="79333" y1="90625" x2="80167" y2="96250"/>
                        <a14:foregroundMark x1="80167" y1="96250" x2="85167" y2="96625"/>
                        <a14:foregroundMark x1="85167" y1="96625" x2="88083" y2="94625"/>
                        <a14:foregroundMark x1="88083" y1="94625" x2="88167" y2="94625"/>
                        <a14:foregroundMark x1="96750" y1="97500" x2="76750" y2="99500"/>
                        <a14:foregroundMark x1="77799" y1="89875" x2="77667" y2="86250"/>
                        <a14:foregroundMark x1="77984" y1="94938" x2="77927" y2="93375"/>
                        <a14:foregroundMark x1="78000" y1="95375" x2="78056" y2="96909"/>
                        <a14:foregroundMark x1="68667" y1="40875" x2="68417" y2="41125"/>
                        <a14:backgroundMark x1="77667" y1="89875" x2="77667" y2="93375"/>
                        <a14:backgroundMark x1="77833" y1="95625" x2="78167" y2="90625"/>
                        <a14:backgroundMark x1="78500" y1="96125" x2="79000" y2="90375"/>
                        <a14:backgroundMark x1="19833" y1="30625" x2="46417" y2="71000"/>
                        <a14:backgroundMark x1="46417" y1="71000" x2="46417" y2="71000"/>
                        <a14:backgroundMark x1="17000" y1="72500" x2="23583" y2="72625"/>
                        <a14:backgroundMark x1="23583" y1="72625" x2="37833" y2="71875"/>
                        <a14:backgroundMark x1="37833" y1="71875" x2="57167" y2="75375"/>
                        <a14:backgroundMark x1="61667" y1="37000" x2="62000" y2="37375"/>
                        <a14:backgroundMark x1="66667" y1="39375" x2="66917" y2="39750"/>
                        <a14:backgroundMark x1="50917" y1="27125" x2="51000" y2="27625"/>
                      </a14:backgroundRemoval>
                    </a14:imgEffect>
                    <a14:imgEffect>
                      <a14:brightnessContrast bright="72000"/>
                    </a14:imgEffect>
                    <a14:imgEffect>
                      <a14:colorTemperature colorTemp="9660"/>
                    </a14:imgEffect>
                    <a14:imgEffect>
                      <a14:saturation sat="111000"/>
                    </a14:imgEffect>
                  </a14:imgLayer>
                </a14:imgProps>
              </a:ext>
              <a:ext uri="{28A0092B-C50C-407E-A947-70E740481C1C}">
                <a14:useLocalDpi xmlns:a14="http://schemas.microsoft.com/office/drawing/2010/main" val="0"/>
              </a:ext>
            </a:extLst>
          </a:blip>
          <a:srcRect l="38743" t="8413"/>
          <a:stretch>
            <a:fillRect/>
          </a:stretch>
        </p:blipFill>
        <p:spPr>
          <a:xfrm flipH="1">
            <a:off x="-1" y="60500"/>
            <a:ext cx="958611" cy="955500"/>
          </a:xfrm>
          <a:prstGeom prst="rect">
            <a:avLst/>
          </a:prstGeom>
        </p:spPr>
      </p:pic>
      <p:sp>
        <p:nvSpPr>
          <p:cNvPr id="5" name="图片占位符 4"/>
          <p:cNvSpPr>
            <a:spLocks noGrp="1"/>
          </p:cNvSpPr>
          <p:nvPr>
            <p:ph type="pic" sz="quarter" idx="11"/>
          </p:nvPr>
        </p:nvSpPr>
        <p:spPr>
          <a:xfrm>
            <a:off x="6224588" y="1423851"/>
            <a:ext cx="5045392" cy="2259121"/>
          </a:xfrm>
          <a:prstGeom prst="rect">
            <a:avLst/>
          </a:prstGeom>
        </p:spPr>
        <p:txBody>
          <a:bodyPr/>
          <a:lstStyle/>
          <a:p>
            <a:endParaRPr kumimoji="1" lang="zh-CN" altLang="en-US"/>
          </a:p>
        </p:txBody>
      </p:sp>
      <p:sp>
        <p:nvSpPr>
          <p:cNvPr id="109" name="图片占位符 4"/>
          <p:cNvSpPr>
            <a:spLocks noGrp="1"/>
          </p:cNvSpPr>
          <p:nvPr>
            <p:ph type="pic" sz="quarter" idx="12"/>
          </p:nvPr>
        </p:nvSpPr>
        <p:spPr>
          <a:xfrm>
            <a:off x="931863" y="3897796"/>
            <a:ext cx="5045392" cy="2259121"/>
          </a:xfrm>
          <a:prstGeom prst="rect">
            <a:avLst/>
          </a:prstGeom>
        </p:spPr>
        <p:txBody>
          <a:bodyPr/>
          <a:lstStyle/>
          <a:p>
            <a:endParaRPr kumimoji="1" lang="zh-CN" altLang="en-US"/>
          </a:p>
        </p:txBody>
      </p:sp>
      <p:grpSp>
        <p:nvGrpSpPr>
          <p:cNvPr id="112" name="组合 111"/>
          <p:cNvGrpSpPr/>
          <p:nvPr userDrawn="1"/>
        </p:nvGrpSpPr>
        <p:grpSpPr>
          <a:xfrm>
            <a:off x="2792280" y="1955776"/>
            <a:ext cx="1310061" cy="1186205"/>
            <a:chOff x="5772150" y="157163"/>
            <a:chExt cx="583834" cy="528637"/>
          </a:xfrm>
        </p:grpSpPr>
        <p:sp>
          <p:nvSpPr>
            <p:cNvPr id="113" name="燕尾形 112"/>
            <p:cNvSpPr/>
            <p:nvPr/>
          </p:nvSpPr>
          <p:spPr>
            <a:xfrm>
              <a:off x="5772150" y="157163"/>
              <a:ext cx="323850" cy="528637"/>
            </a:xfrm>
            <a:prstGeom prst="chevron">
              <a:avLst/>
            </a:prstGeom>
            <a:solidFill>
              <a:schemeClr val="accent3">
                <a:lumMod val="20000"/>
                <a:lumOff val="80000"/>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a:bodyPr>
            <a:lstStyle/>
            <a:p>
              <a:pPr algn="l">
                <a:lnSpc>
                  <a:spcPct val="130000"/>
                </a:lnSpc>
              </a:pPr>
              <a:endParaRPr kumimoji="1" lang="zh-CN" altLang="en-US" sz="2000" dirty="0">
                <a:solidFill>
                  <a:schemeClr val="tx1">
                    <a:lumMod val="75000"/>
                    <a:lumOff val="25000"/>
                  </a:schemeClr>
                </a:solidFill>
              </a:endParaRPr>
            </a:p>
          </p:txBody>
        </p:sp>
        <p:sp>
          <p:nvSpPr>
            <p:cNvPr id="114" name="燕尾形 113"/>
            <p:cNvSpPr/>
            <p:nvPr/>
          </p:nvSpPr>
          <p:spPr>
            <a:xfrm>
              <a:off x="6032134" y="157163"/>
              <a:ext cx="323850" cy="528637"/>
            </a:xfrm>
            <a:prstGeom prst="chevron">
              <a:avLst/>
            </a:prstGeom>
            <a:solidFill>
              <a:schemeClr val="accent3">
                <a:lumMod val="20000"/>
                <a:lumOff val="80000"/>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a:bodyPr>
            <a:lstStyle/>
            <a:p>
              <a:pPr algn="l">
                <a:lnSpc>
                  <a:spcPct val="130000"/>
                </a:lnSpc>
              </a:pPr>
              <a:endParaRPr kumimoji="1" lang="zh-CN" altLang="en-US" sz="2000" dirty="0">
                <a:solidFill>
                  <a:schemeClr val="tx1">
                    <a:lumMod val="75000"/>
                    <a:lumOff val="25000"/>
                  </a:schemeClr>
                </a:solidFill>
              </a:endParaRPr>
            </a:p>
          </p:txBody>
        </p:sp>
      </p:grpSp>
      <p:grpSp>
        <p:nvGrpSpPr>
          <p:cNvPr id="115" name="组合 114"/>
          <p:cNvGrpSpPr/>
          <p:nvPr userDrawn="1"/>
        </p:nvGrpSpPr>
        <p:grpSpPr>
          <a:xfrm flipH="1">
            <a:off x="8087334" y="4580124"/>
            <a:ext cx="1310061" cy="1186205"/>
            <a:chOff x="5772150" y="157163"/>
            <a:chExt cx="583834" cy="528637"/>
          </a:xfrm>
        </p:grpSpPr>
        <p:sp>
          <p:nvSpPr>
            <p:cNvPr id="116" name="燕尾形 115"/>
            <p:cNvSpPr/>
            <p:nvPr/>
          </p:nvSpPr>
          <p:spPr>
            <a:xfrm>
              <a:off x="5772150" y="157163"/>
              <a:ext cx="323850" cy="528637"/>
            </a:xfrm>
            <a:prstGeom prst="chevron">
              <a:avLst/>
            </a:prstGeom>
            <a:solidFill>
              <a:schemeClr val="accent3">
                <a:lumMod val="20000"/>
                <a:lumOff val="80000"/>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a:bodyPr>
            <a:lstStyle/>
            <a:p>
              <a:pPr algn="l">
                <a:lnSpc>
                  <a:spcPct val="130000"/>
                </a:lnSpc>
              </a:pPr>
              <a:endParaRPr kumimoji="1" lang="zh-CN" altLang="en-US" sz="2000" dirty="0">
                <a:solidFill>
                  <a:schemeClr val="tx1">
                    <a:lumMod val="75000"/>
                    <a:lumOff val="25000"/>
                  </a:schemeClr>
                </a:solidFill>
              </a:endParaRPr>
            </a:p>
          </p:txBody>
        </p:sp>
        <p:sp>
          <p:nvSpPr>
            <p:cNvPr id="117" name="燕尾形 116"/>
            <p:cNvSpPr/>
            <p:nvPr/>
          </p:nvSpPr>
          <p:spPr>
            <a:xfrm>
              <a:off x="6032134" y="157163"/>
              <a:ext cx="323850" cy="528637"/>
            </a:xfrm>
            <a:prstGeom prst="chevron">
              <a:avLst/>
            </a:prstGeom>
            <a:solidFill>
              <a:schemeClr val="accent3">
                <a:lumMod val="20000"/>
                <a:lumOff val="80000"/>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a:bodyPr>
            <a:lstStyle/>
            <a:p>
              <a:pPr algn="l">
                <a:lnSpc>
                  <a:spcPct val="130000"/>
                </a:lnSpc>
              </a:pPr>
              <a:endParaRPr kumimoji="1" lang="zh-CN" altLang="en-US" sz="2000" dirty="0">
                <a:solidFill>
                  <a:schemeClr val="tx1">
                    <a:lumMod val="75000"/>
                    <a:lumOff val="25000"/>
                  </a:schemeClr>
                </a:solidFill>
              </a:endParaRPr>
            </a:p>
          </p:txBody>
        </p:sp>
      </p:gr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三张图片">
    <p:spTree>
      <p:nvGrpSpPr>
        <p:cNvPr id="1" name=""/>
        <p:cNvGrpSpPr/>
        <p:nvPr/>
      </p:nvGrpSpPr>
      <p:grpSpPr>
        <a:xfrm>
          <a:off x="0" y="0"/>
          <a:ext cx="0" cy="0"/>
          <a:chOff x="0" y="0"/>
          <a:chExt cx="0" cy="0"/>
        </a:xfrm>
      </p:grpSpPr>
      <p:sp>
        <p:nvSpPr>
          <p:cNvPr id="2" name="标题 1"/>
          <p:cNvSpPr>
            <a:spLocks noGrp="1"/>
          </p:cNvSpPr>
          <p:nvPr>
            <p:ph type="title"/>
          </p:nvPr>
        </p:nvSpPr>
        <p:spPr>
          <a:xfrm>
            <a:off x="803275" y="393486"/>
            <a:ext cx="8970989" cy="663575"/>
          </a:xfrm>
          <a:prstGeom prst="rect">
            <a:avLst/>
          </a:prstGeom>
        </p:spPr>
        <p:txBody>
          <a:bodyPr lIns="0"/>
          <a:lstStyle>
            <a:lvl1pPr>
              <a:defRPr b="1">
                <a:solidFill>
                  <a:schemeClr val="accent2"/>
                </a:solidFill>
              </a:defRPr>
            </a:lvl1pPr>
          </a:lstStyle>
          <a:p>
            <a:r>
              <a:rPr lang="zh-CN" altLang="en-US" dirty="0"/>
              <a:t>单击此处编辑母版标题样式</a:t>
            </a:r>
          </a:p>
        </p:txBody>
      </p:sp>
      <p:grpSp>
        <p:nvGrpSpPr>
          <p:cNvPr id="245" name="组合 244"/>
          <p:cNvGrpSpPr/>
          <p:nvPr userDrawn="1"/>
        </p:nvGrpSpPr>
        <p:grpSpPr>
          <a:xfrm>
            <a:off x="9895088" y="468793"/>
            <a:ext cx="1480571" cy="458860"/>
            <a:chOff x="2558030" y="228446"/>
            <a:chExt cx="6774643" cy="2099603"/>
          </a:xfrm>
        </p:grpSpPr>
        <p:grpSp>
          <p:nvGrpSpPr>
            <p:cNvPr id="246" name="íšḻîďê"/>
            <p:cNvGrpSpPr/>
            <p:nvPr userDrawn="1"/>
          </p:nvGrpSpPr>
          <p:grpSpPr>
            <a:xfrm>
              <a:off x="2558030" y="228446"/>
              <a:ext cx="2085857" cy="2099603"/>
              <a:chOff x="3551238" y="3067050"/>
              <a:chExt cx="722313" cy="727075"/>
            </a:xfrm>
          </p:grpSpPr>
          <p:sp>
            <p:nvSpPr>
              <p:cNvPr id="276" name="ïş1íḍê"/>
              <p:cNvSpPr/>
              <p:nvPr/>
            </p:nvSpPr>
            <p:spPr bwMode="auto">
              <a:xfrm>
                <a:off x="3575051" y="3087688"/>
                <a:ext cx="673100" cy="679450"/>
              </a:xfrm>
              <a:custGeom>
                <a:avLst/>
                <a:gdLst>
                  <a:gd name="T0" fmla="*/ 102 w 204"/>
                  <a:gd name="T1" fmla="*/ 0 h 204"/>
                  <a:gd name="T2" fmla="*/ 204 w 204"/>
                  <a:gd name="T3" fmla="*/ 102 h 204"/>
                  <a:gd name="T4" fmla="*/ 102 w 204"/>
                  <a:gd name="T5" fmla="*/ 204 h 204"/>
                  <a:gd name="T6" fmla="*/ 0 w 204"/>
                  <a:gd name="T7" fmla="*/ 102 h 204"/>
                  <a:gd name="T8" fmla="*/ 102 w 204"/>
                  <a:gd name="T9" fmla="*/ 0 h 204"/>
                  <a:gd name="T10" fmla="*/ 102 w 204"/>
                  <a:gd name="T11" fmla="*/ 25 h 204"/>
                  <a:gd name="T12" fmla="*/ 24 w 204"/>
                  <a:gd name="T13" fmla="*/ 103 h 204"/>
                  <a:gd name="T14" fmla="*/ 102 w 204"/>
                  <a:gd name="T15" fmla="*/ 181 h 204"/>
                  <a:gd name="T16" fmla="*/ 180 w 204"/>
                  <a:gd name="T17" fmla="*/ 103 h 204"/>
                  <a:gd name="T18" fmla="*/ 102 w 204"/>
                  <a:gd name="T19" fmla="*/ 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04" h="204">
                    <a:moveTo>
                      <a:pt x="102" y="0"/>
                    </a:moveTo>
                    <a:cubicBezTo>
                      <a:pt x="159" y="0"/>
                      <a:pt x="204" y="46"/>
                      <a:pt x="204" y="102"/>
                    </a:cubicBezTo>
                    <a:cubicBezTo>
                      <a:pt x="204" y="158"/>
                      <a:pt x="159" y="204"/>
                      <a:pt x="102" y="204"/>
                    </a:cubicBezTo>
                    <a:cubicBezTo>
                      <a:pt x="46" y="204"/>
                      <a:pt x="0" y="158"/>
                      <a:pt x="0" y="102"/>
                    </a:cubicBezTo>
                    <a:cubicBezTo>
                      <a:pt x="0" y="46"/>
                      <a:pt x="46" y="0"/>
                      <a:pt x="102" y="0"/>
                    </a:cubicBezTo>
                    <a:close/>
                    <a:moveTo>
                      <a:pt x="102" y="25"/>
                    </a:moveTo>
                    <a:cubicBezTo>
                      <a:pt x="59" y="25"/>
                      <a:pt x="24" y="60"/>
                      <a:pt x="24" y="103"/>
                    </a:cubicBezTo>
                    <a:cubicBezTo>
                      <a:pt x="24" y="146"/>
                      <a:pt x="59" y="181"/>
                      <a:pt x="102" y="181"/>
                    </a:cubicBezTo>
                    <a:cubicBezTo>
                      <a:pt x="145" y="181"/>
                      <a:pt x="180" y="146"/>
                      <a:pt x="180" y="103"/>
                    </a:cubicBezTo>
                    <a:cubicBezTo>
                      <a:pt x="180" y="60"/>
                      <a:pt x="145" y="25"/>
                      <a:pt x="102" y="25"/>
                    </a:cubicBezTo>
                    <a:close/>
                  </a:path>
                </a:pathLst>
              </a:custGeom>
              <a:solidFill>
                <a:srgbClr val="00523A"/>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7" name="íšḻïḍè"/>
              <p:cNvSpPr/>
              <p:nvPr/>
            </p:nvSpPr>
            <p:spPr bwMode="auto">
              <a:xfrm>
                <a:off x="3621088" y="3103563"/>
                <a:ext cx="584200" cy="203200"/>
              </a:xfrm>
              <a:custGeom>
                <a:avLst/>
                <a:gdLst>
                  <a:gd name="T0" fmla="*/ 8 w 177"/>
                  <a:gd name="T1" fmla="*/ 53 h 61"/>
                  <a:gd name="T2" fmla="*/ 0 w 177"/>
                  <a:gd name="T3" fmla="*/ 56 h 61"/>
                  <a:gd name="T4" fmla="*/ 5 w 177"/>
                  <a:gd name="T5" fmla="*/ 52 h 61"/>
                  <a:gd name="T6" fmla="*/ 4 w 177"/>
                  <a:gd name="T7" fmla="*/ 50 h 61"/>
                  <a:gd name="T8" fmla="*/ 5 w 177"/>
                  <a:gd name="T9" fmla="*/ 48 h 61"/>
                  <a:gd name="T10" fmla="*/ 10 w 177"/>
                  <a:gd name="T11" fmla="*/ 41 h 61"/>
                  <a:gd name="T12" fmla="*/ 17 w 177"/>
                  <a:gd name="T13" fmla="*/ 50 h 61"/>
                  <a:gd name="T14" fmla="*/ 14 w 177"/>
                  <a:gd name="T15" fmla="*/ 35 h 61"/>
                  <a:gd name="T16" fmla="*/ 23 w 177"/>
                  <a:gd name="T17" fmla="*/ 46 h 61"/>
                  <a:gd name="T18" fmla="*/ 31 w 177"/>
                  <a:gd name="T19" fmla="*/ 38 h 61"/>
                  <a:gd name="T20" fmla="*/ 29 w 177"/>
                  <a:gd name="T21" fmla="*/ 40 h 61"/>
                  <a:gd name="T22" fmla="*/ 18 w 177"/>
                  <a:gd name="T23" fmla="*/ 32 h 61"/>
                  <a:gd name="T24" fmla="*/ 19 w 177"/>
                  <a:gd name="T25" fmla="*/ 30 h 61"/>
                  <a:gd name="T26" fmla="*/ 21 w 177"/>
                  <a:gd name="T27" fmla="*/ 27 h 61"/>
                  <a:gd name="T28" fmla="*/ 41 w 177"/>
                  <a:gd name="T29" fmla="*/ 29 h 61"/>
                  <a:gd name="T30" fmla="*/ 43 w 177"/>
                  <a:gd name="T31" fmla="*/ 29 h 61"/>
                  <a:gd name="T32" fmla="*/ 35 w 177"/>
                  <a:gd name="T33" fmla="*/ 35 h 61"/>
                  <a:gd name="T34" fmla="*/ 31 w 177"/>
                  <a:gd name="T35" fmla="*/ 21 h 61"/>
                  <a:gd name="T36" fmla="*/ 46 w 177"/>
                  <a:gd name="T37" fmla="*/ 11 h 61"/>
                  <a:gd name="T38" fmla="*/ 47 w 177"/>
                  <a:gd name="T39" fmla="*/ 11 h 61"/>
                  <a:gd name="T40" fmla="*/ 47 w 177"/>
                  <a:gd name="T41" fmla="*/ 26 h 61"/>
                  <a:gd name="T42" fmla="*/ 39 w 177"/>
                  <a:gd name="T43" fmla="*/ 15 h 61"/>
                  <a:gd name="T44" fmla="*/ 72 w 177"/>
                  <a:gd name="T45" fmla="*/ 16 h 61"/>
                  <a:gd name="T46" fmla="*/ 71 w 177"/>
                  <a:gd name="T47" fmla="*/ 2 h 61"/>
                  <a:gd name="T48" fmla="*/ 65 w 177"/>
                  <a:gd name="T49" fmla="*/ 15 h 61"/>
                  <a:gd name="T50" fmla="*/ 64 w 177"/>
                  <a:gd name="T51" fmla="*/ 4 h 61"/>
                  <a:gd name="T52" fmla="*/ 84 w 177"/>
                  <a:gd name="T53" fmla="*/ 1 h 61"/>
                  <a:gd name="T54" fmla="*/ 84 w 177"/>
                  <a:gd name="T55" fmla="*/ 1 h 61"/>
                  <a:gd name="T56" fmla="*/ 78 w 177"/>
                  <a:gd name="T57" fmla="*/ 16 h 61"/>
                  <a:gd name="T58" fmla="*/ 77 w 177"/>
                  <a:gd name="T59" fmla="*/ 15 h 61"/>
                  <a:gd name="T60" fmla="*/ 90 w 177"/>
                  <a:gd name="T61" fmla="*/ 1 h 61"/>
                  <a:gd name="T62" fmla="*/ 94 w 177"/>
                  <a:gd name="T63" fmla="*/ 15 h 61"/>
                  <a:gd name="T64" fmla="*/ 92 w 177"/>
                  <a:gd name="T65" fmla="*/ 15 h 61"/>
                  <a:gd name="T66" fmla="*/ 113 w 177"/>
                  <a:gd name="T67" fmla="*/ 3 h 61"/>
                  <a:gd name="T68" fmla="*/ 102 w 177"/>
                  <a:gd name="T69" fmla="*/ 2 h 61"/>
                  <a:gd name="T70" fmla="*/ 105 w 177"/>
                  <a:gd name="T71" fmla="*/ 14 h 61"/>
                  <a:gd name="T72" fmla="*/ 117 w 177"/>
                  <a:gd name="T73" fmla="*/ 5 h 61"/>
                  <a:gd name="T74" fmla="*/ 122 w 177"/>
                  <a:gd name="T75" fmla="*/ 19 h 61"/>
                  <a:gd name="T76" fmla="*/ 119 w 177"/>
                  <a:gd name="T77" fmla="*/ 13 h 61"/>
                  <a:gd name="T78" fmla="*/ 121 w 177"/>
                  <a:gd name="T79" fmla="*/ 12 h 61"/>
                  <a:gd name="T80" fmla="*/ 124 w 177"/>
                  <a:gd name="T81" fmla="*/ 10 h 61"/>
                  <a:gd name="T82" fmla="*/ 131 w 177"/>
                  <a:gd name="T83" fmla="*/ 26 h 61"/>
                  <a:gd name="T84" fmla="*/ 126 w 177"/>
                  <a:gd name="T85" fmla="*/ 23 h 61"/>
                  <a:gd name="T86" fmla="*/ 124 w 177"/>
                  <a:gd name="T87" fmla="*/ 23 h 61"/>
                  <a:gd name="T88" fmla="*/ 137 w 177"/>
                  <a:gd name="T89" fmla="*/ 14 h 61"/>
                  <a:gd name="T90" fmla="*/ 133 w 177"/>
                  <a:gd name="T91" fmla="*/ 11 h 61"/>
                  <a:gd name="T92" fmla="*/ 137 w 177"/>
                  <a:gd name="T93" fmla="*/ 32 h 61"/>
                  <a:gd name="T94" fmla="*/ 137 w 177"/>
                  <a:gd name="T95" fmla="*/ 32 h 61"/>
                  <a:gd name="T96" fmla="*/ 145 w 177"/>
                  <a:gd name="T97" fmla="*/ 19 h 61"/>
                  <a:gd name="T98" fmla="*/ 146 w 177"/>
                  <a:gd name="T99" fmla="*/ 19 h 61"/>
                  <a:gd name="T100" fmla="*/ 159 w 177"/>
                  <a:gd name="T101" fmla="*/ 31 h 61"/>
                  <a:gd name="T102" fmla="*/ 149 w 177"/>
                  <a:gd name="T103" fmla="*/ 42 h 61"/>
                  <a:gd name="T104" fmla="*/ 155 w 177"/>
                  <a:gd name="T105" fmla="*/ 27 h 61"/>
                  <a:gd name="T106" fmla="*/ 166 w 177"/>
                  <a:gd name="T107" fmla="*/ 40 h 61"/>
                  <a:gd name="T108" fmla="*/ 160 w 177"/>
                  <a:gd name="T109" fmla="*/ 37 h 61"/>
                  <a:gd name="T110" fmla="*/ 153 w 177"/>
                  <a:gd name="T111" fmla="*/ 46 h 61"/>
                  <a:gd name="T112" fmla="*/ 177 w 177"/>
                  <a:gd name="T113" fmla="*/ 55 h 61"/>
                  <a:gd name="T114" fmla="*/ 162 w 177"/>
                  <a:gd name="T115" fmla="*/ 60 h 61"/>
                  <a:gd name="T116" fmla="*/ 165 w 177"/>
                  <a:gd name="T117" fmla="*/ 55 h 61"/>
                  <a:gd name="T118" fmla="*/ 173 w 177"/>
                  <a:gd name="T119" fmla="*/ 49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77" h="61">
                    <a:moveTo>
                      <a:pt x="6" y="46"/>
                    </a:moveTo>
                    <a:cubicBezTo>
                      <a:pt x="6" y="46"/>
                      <a:pt x="6" y="46"/>
                      <a:pt x="6" y="46"/>
                    </a:cubicBezTo>
                    <a:cubicBezTo>
                      <a:pt x="6" y="46"/>
                      <a:pt x="6" y="46"/>
                      <a:pt x="6" y="46"/>
                    </a:cubicBezTo>
                    <a:cubicBezTo>
                      <a:pt x="6" y="46"/>
                      <a:pt x="6" y="47"/>
                      <a:pt x="6" y="47"/>
                    </a:cubicBezTo>
                    <a:cubicBezTo>
                      <a:pt x="6" y="47"/>
                      <a:pt x="6" y="47"/>
                      <a:pt x="6" y="47"/>
                    </a:cubicBezTo>
                    <a:cubicBezTo>
                      <a:pt x="17" y="57"/>
                      <a:pt x="17" y="57"/>
                      <a:pt x="17" y="57"/>
                    </a:cubicBezTo>
                    <a:cubicBezTo>
                      <a:pt x="17" y="57"/>
                      <a:pt x="17" y="57"/>
                      <a:pt x="17" y="57"/>
                    </a:cubicBezTo>
                    <a:cubicBezTo>
                      <a:pt x="8" y="53"/>
                      <a:pt x="8" y="53"/>
                      <a:pt x="8" y="53"/>
                    </a:cubicBezTo>
                    <a:cubicBezTo>
                      <a:pt x="8" y="54"/>
                      <a:pt x="8" y="54"/>
                      <a:pt x="8" y="54"/>
                    </a:cubicBezTo>
                    <a:cubicBezTo>
                      <a:pt x="15" y="60"/>
                      <a:pt x="15" y="60"/>
                      <a:pt x="15" y="60"/>
                    </a:cubicBezTo>
                    <a:cubicBezTo>
                      <a:pt x="15" y="61"/>
                      <a:pt x="15" y="61"/>
                      <a:pt x="15" y="61"/>
                    </a:cubicBezTo>
                    <a:cubicBezTo>
                      <a:pt x="1" y="55"/>
                      <a:pt x="1" y="55"/>
                      <a:pt x="1" y="55"/>
                    </a:cubicBezTo>
                    <a:cubicBezTo>
                      <a:pt x="1" y="55"/>
                      <a:pt x="1" y="55"/>
                      <a:pt x="1" y="55"/>
                    </a:cubicBezTo>
                    <a:cubicBezTo>
                      <a:pt x="1" y="55"/>
                      <a:pt x="1" y="55"/>
                      <a:pt x="1" y="55"/>
                    </a:cubicBezTo>
                    <a:cubicBezTo>
                      <a:pt x="0" y="56"/>
                      <a:pt x="0" y="56"/>
                      <a:pt x="0" y="56"/>
                    </a:cubicBezTo>
                    <a:cubicBezTo>
                      <a:pt x="0" y="56"/>
                      <a:pt x="0" y="56"/>
                      <a:pt x="0" y="56"/>
                    </a:cubicBezTo>
                    <a:cubicBezTo>
                      <a:pt x="2" y="53"/>
                      <a:pt x="2" y="53"/>
                      <a:pt x="2" y="53"/>
                    </a:cubicBezTo>
                    <a:cubicBezTo>
                      <a:pt x="2" y="53"/>
                      <a:pt x="2" y="53"/>
                      <a:pt x="2" y="53"/>
                    </a:cubicBezTo>
                    <a:cubicBezTo>
                      <a:pt x="2" y="53"/>
                      <a:pt x="2" y="53"/>
                      <a:pt x="2" y="53"/>
                    </a:cubicBezTo>
                    <a:cubicBezTo>
                      <a:pt x="2" y="53"/>
                      <a:pt x="2" y="54"/>
                      <a:pt x="2" y="54"/>
                    </a:cubicBezTo>
                    <a:cubicBezTo>
                      <a:pt x="2" y="54"/>
                      <a:pt x="2" y="54"/>
                      <a:pt x="2" y="54"/>
                    </a:cubicBezTo>
                    <a:cubicBezTo>
                      <a:pt x="11" y="58"/>
                      <a:pt x="11" y="58"/>
                      <a:pt x="11" y="58"/>
                    </a:cubicBezTo>
                    <a:cubicBezTo>
                      <a:pt x="12" y="58"/>
                      <a:pt x="12" y="58"/>
                      <a:pt x="12" y="58"/>
                    </a:cubicBezTo>
                    <a:cubicBezTo>
                      <a:pt x="5" y="52"/>
                      <a:pt x="5" y="52"/>
                      <a:pt x="5" y="52"/>
                    </a:cubicBezTo>
                    <a:cubicBezTo>
                      <a:pt x="4" y="52"/>
                      <a:pt x="4" y="52"/>
                      <a:pt x="4" y="52"/>
                    </a:cubicBezTo>
                    <a:cubicBezTo>
                      <a:pt x="3" y="52"/>
                      <a:pt x="3" y="52"/>
                      <a:pt x="3" y="52"/>
                    </a:cubicBezTo>
                    <a:cubicBezTo>
                      <a:pt x="3" y="52"/>
                      <a:pt x="3" y="52"/>
                      <a:pt x="3" y="52"/>
                    </a:cubicBezTo>
                    <a:cubicBezTo>
                      <a:pt x="3" y="52"/>
                      <a:pt x="3" y="52"/>
                      <a:pt x="3" y="52"/>
                    </a:cubicBezTo>
                    <a:cubicBezTo>
                      <a:pt x="2" y="52"/>
                      <a:pt x="2" y="52"/>
                      <a:pt x="2" y="52"/>
                    </a:cubicBezTo>
                    <a:cubicBezTo>
                      <a:pt x="4" y="49"/>
                      <a:pt x="4" y="49"/>
                      <a:pt x="4" y="49"/>
                    </a:cubicBezTo>
                    <a:cubicBezTo>
                      <a:pt x="4" y="49"/>
                      <a:pt x="4" y="49"/>
                      <a:pt x="4" y="49"/>
                    </a:cubicBezTo>
                    <a:cubicBezTo>
                      <a:pt x="4" y="50"/>
                      <a:pt x="4" y="50"/>
                      <a:pt x="4" y="50"/>
                    </a:cubicBezTo>
                    <a:cubicBezTo>
                      <a:pt x="4" y="50"/>
                      <a:pt x="4" y="50"/>
                      <a:pt x="4" y="50"/>
                    </a:cubicBezTo>
                    <a:cubicBezTo>
                      <a:pt x="4" y="50"/>
                      <a:pt x="4" y="50"/>
                      <a:pt x="4" y="51"/>
                    </a:cubicBezTo>
                    <a:cubicBezTo>
                      <a:pt x="13" y="54"/>
                      <a:pt x="13" y="54"/>
                      <a:pt x="13" y="54"/>
                    </a:cubicBezTo>
                    <a:cubicBezTo>
                      <a:pt x="13" y="54"/>
                      <a:pt x="13" y="54"/>
                      <a:pt x="13" y="54"/>
                    </a:cubicBezTo>
                    <a:cubicBezTo>
                      <a:pt x="6" y="48"/>
                      <a:pt x="6" y="48"/>
                      <a:pt x="6" y="48"/>
                    </a:cubicBezTo>
                    <a:cubicBezTo>
                      <a:pt x="6" y="48"/>
                      <a:pt x="6" y="48"/>
                      <a:pt x="5" y="48"/>
                    </a:cubicBezTo>
                    <a:cubicBezTo>
                      <a:pt x="5" y="48"/>
                      <a:pt x="5" y="48"/>
                      <a:pt x="5" y="48"/>
                    </a:cubicBezTo>
                    <a:cubicBezTo>
                      <a:pt x="5" y="48"/>
                      <a:pt x="5" y="48"/>
                      <a:pt x="5" y="48"/>
                    </a:cubicBezTo>
                    <a:cubicBezTo>
                      <a:pt x="4" y="48"/>
                      <a:pt x="4" y="48"/>
                      <a:pt x="4" y="48"/>
                    </a:cubicBezTo>
                    <a:cubicBezTo>
                      <a:pt x="6" y="46"/>
                      <a:pt x="6" y="46"/>
                      <a:pt x="6" y="46"/>
                    </a:cubicBezTo>
                    <a:close/>
                    <a:moveTo>
                      <a:pt x="22" y="48"/>
                    </a:moveTo>
                    <a:cubicBezTo>
                      <a:pt x="22" y="49"/>
                      <a:pt x="21" y="49"/>
                      <a:pt x="21" y="49"/>
                    </a:cubicBezTo>
                    <a:cubicBezTo>
                      <a:pt x="20" y="50"/>
                      <a:pt x="19" y="49"/>
                      <a:pt x="18" y="48"/>
                    </a:cubicBezTo>
                    <a:cubicBezTo>
                      <a:pt x="10" y="42"/>
                      <a:pt x="10" y="42"/>
                      <a:pt x="10" y="42"/>
                    </a:cubicBezTo>
                    <a:cubicBezTo>
                      <a:pt x="10" y="42"/>
                      <a:pt x="10" y="41"/>
                      <a:pt x="10" y="41"/>
                    </a:cubicBezTo>
                    <a:cubicBezTo>
                      <a:pt x="10" y="41"/>
                      <a:pt x="10" y="41"/>
                      <a:pt x="10" y="41"/>
                    </a:cubicBezTo>
                    <a:cubicBezTo>
                      <a:pt x="10" y="40"/>
                      <a:pt x="10" y="40"/>
                      <a:pt x="10" y="40"/>
                    </a:cubicBezTo>
                    <a:cubicBezTo>
                      <a:pt x="10" y="40"/>
                      <a:pt x="10" y="40"/>
                      <a:pt x="10" y="40"/>
                    </a:cubicBezTo>
                    <a:cubicBezTo>
                      <a:pt x="7" y="43"/>
                      <a:pt x="7" y="43"/>
                      <a:pt x="7" y="43"/>
                    </a:cubicBezTo>
                    <a:cubicBezTo>
                      <a:pt x="8" y="43"/>
                      <a:pt x="8" y="43"/>
                      <a:pt x="8" y="43"/>
                    </a:cubicBezTo>
                    <a:cubicBezTo>
                      <a:pt x="8" y="43"/>
                      <a:pt x="8" y="43"/>
                      <a:pt x="8" y="43"/>
                    </a:cubicBezTo>
                    <a:cubicBezTo>
                      <a:pt x="8" y="43"/>
                      <a:pt x="8" y="43"/>
                      <a:pt x="8" y="43"/>
                    </a:cubicBezTo>
                    <a:cubicBezTo>
                      <a:pt x="9" y="43"/>
                      <a:pt x="9" y="43"/>
                      <a:pt x="9" y="43"/>
                    </a:cubicBezTo>
                    <a:cubicBezTo>
                      <a:pt x="17" y="50"/>
                      <a:pt x="17" y="50"/>
                      <a:pt x="17" y="50"/>
                    </a:cubicBezTo>
                    <a:cubicBezTo>
                      <a:pt x="18" y="50"/>
                      <a:pt x="19" y="51"/>
                      <a:pt x="20" y="50"/>
                    </a:cubicBezTo>
                    <a:cubicBezTo>
                      <a:pt x="21" y="50"/>
                      <a:pt x="22" y="50"/>
                      <a:pt x="23" y="49"/>
                    </a:cubicBezTo>
                    <a:cubicBezTo>
                      <a:pt x="24" y="48"/>
                      <a:pt x="24" y="47"/>
                      <a:pt x="24" y="46"/>
                    </a:cubicBezTo>
                    <a:cubicBezTo>
                      <a:pt x="24" y="45"/>
                      <a:pt x="23" y="44"/>
                      <a:pt x="22" y="43"/>
                    </a:cubicBezTo>
                    <a:cubicBezTo>
                      <a:pt x="14" y="36"/>
                      <a:pt x="14" y="36"/>
                      <a:pt x="14" y="36"/>
                    </a:cubicBezTo>
                    <a:cubicBezTo>
                      <a:pt x="14" y="36"/>
                      <a:pt x="14" y="36"/>
                      <a:pt x="14" y="36"/>
                    </a:cubicBezTo>
                    <a:cubicBezTo>
                      <a:pt x="14" y="36"/>
                      <a:pt x="14" y="36"/>
                      <a:pt x="14" y="35"/>
                    </a:cubicBezTo>
                    <a:cubicBezTo>
                      <a:pt x="14" y="35"/>
                      <a:pt x="14" y="35"/>
                      <a:pt x="14" y="35"/>
                    </a:cubicBezTo>
                    <a:cubicBezTo>
                      <a:pt x="14" y="35"/>
                      <a:pt x="14" y="35"/>
                      <a:pt x="14" y="35"/>
                    </a:cubicBezTo>
                    <a:cubicBezTo>
                      <a:pt x="12" y="37"/>
                      <a:pt x="12" y="37"/>
                      <a:pt x="12" y="37"/>
                    </a:cubicBezTo>
                    <a:cubicBezTo>
                      <a:pt x="12" y="38"/>
                      <a:pt x="12" y="38"/>
                      <a:pt x="12" y="38"/>
                    </a:cubicBezTo>
                    <a:cubicBezTo>
                      <a:pt x="13" y="37"/>
                      <a:pt x="13" y="37"/>
                      <a:pt x="13" y="37"/>
                    </a:cubicBezTo>
                    <a:cubicBezTo>
                      <a:pt x="13" y="37"/>
                      <a:pt x="13" y="37"/>
                      <a:pt x="13" y="37"/>
                    </a:cubicBezTo>
                    <a:cubicBezTo>
                      <a:pt x="13" y="37"/>
                      <a:pt x="14" y="37"/>
                      <a:pt x="14" y="37"/>
                    </a:cubicBezTo>
                    <a:cubicBezTo>
                      <a:pt x="22" y="44"/>
                      <a:pt x="22" y="44"/>
                      <a:pt x="22" y="44"/>
                    </a:cubicBezTo>
                    <a:cubicBezTo>
                      <a:pt x="23" y="44"/>
                      <a:pt x="23" y="45"/>
                      <a:pt x="23" y="46"/>
                    </a:cubicBezTo>
                    <a:cubicBezTo>
                      <a:pt x="23" y="47"/>
                      <a:pt x="23" y="47"/>
                      <a:pt x="22" y="48"/>
                    </a:cubicBezTo>
                    <a:close/>
                    <a:moveTo>
                      <a:pt x="33" y="36"/>
                    </a:moveTo>
                    <a:cubicBezTo>
                      <a:pt x="33" y="36"/>
                      <a:pt x="33" y="36"/>
                      <a:pt x="33" y="36"/>
                    </a:cubicBezTo>
                    <a:cubicBezTo>
                      <a:pt x="33" y="36"/>
                      <a:pt x="34" y="36"/>
                      <a:pt x="34" y="36"/>
                    </a:cubicBezTo>
                    <a:cubicBezTo>
                      <a:pt x="34" y="35"/>
                      <a:pt x="34" y="35"/>
                      <a:pt x="34" y="35"/>
                    </a:cubicBezTo>
                    <a:cubicBezTo>
                      <a:pt x="35" y="36"/>
                      <a:pt x="35" y="36"/>
                      <a:pt x="35" y="36"/>
                    </a:cubicBezTo>
                    <a:cubicBezTo>
                      <a:pt x="32" y="39"/>
                      <a:pt x="32" y="39"/>
                      <a:pt x="32" y="39"/>
                    </a:cubicBezTo>
                    <a:cubicBezTo>
                      <a:pt x="31" y="38"/>
                      <a:pt x="31" y="38"/>
                      <a:pt x="31" y="38"/>
                    </a:cubicBezTo>
                    <a:cubicBezTo>
                      <a:pt x="32" y="38"/>
                      <a:pt x="32" y="38"/>
                      <a:pt x="32" y="38"/>
                    </a:cubicBezTo>
                    <a:cubicBezTo>
                      <a:pt x="32" y="38"/>
                      <a:pt x="32" y="37"/>
                      <a:pt x="32" y="37"/>
                    </a:cubicBezTo>
                    <a:cubicBezTo>
                      <a:pt x="32" y="37"/>
                      <a:pt x="32" y="37"/>
                      <a:pt x="32" y="37"/>
                    </a:cubicBezTo>
                    <a:cubicBezTo>
                      <a:pt x="27" y="32"/>
                      <a:pt x="27" y="32"/>
                      <a:pt x="27" y="32"/>
                    </a:cubicBezTo>
                    <a:cubicBezTo>
                      <a:pt x="23" y="36"/>
                      <a:pt x="23" y="36"/>
                      <a:pt x="23" y="36"/>
                    </a:cubicBezTo>
                    <a:cubicBezTo>
                      <a:pt x="28" y="40"/>
                      <a:pt x="28" y="40"/>
                      <a:pt x="28" y="40"/>
                    </a:cubicBezTo>
                    <a:cubicBezTo>
                      <a:pt x="28" y="41"/>
                      <a:pt x="28" y="41"/>
                      <a:pt x="28" y="41"/>
                    </a:cubicBezTo>
                    <a:cubicBezTo>
                      <a:pt x="28" y="41"/>
                      <a:pt x="29" y="41"/>
                      <a:pt x="29" y="40"/>
                    </a:cubicBezTo>
                    <a:cubicBezTo>
                      <a:pt x="29" y="40"/>
                      <a:pt x="29" y="40"/>
                      <a:pt x="29" y="40"/>
                    </a:cubicBezTo>
                    <a:cubicBezTo>
                      <a:pt x="30" y="41"/>
                      <a:pt x="30" y="41"/>
                      <a:pt x="30" y="41"/>
                    </a:cubicBezTo>
                    <a:cubicBezTo>
                      <a:pt x="27" y="43"/>
                      <a:pt x="27" y="43"/>
                      <a:pt x="27" y="43"/>
                    </a:cubicBezTo>
                    <a:cubicBezTo>
                      <a:pt x="26" y="43"/>
                      <a:pt x="26" y="43"/>
                      <a:pt x="26" y="43"/>
                    </a:cubicBezTo>
                    <a:cubicBezTo>
                      <a:pt x="27" y="43"/>
                      <a:pt x="27" y="43"/>
                      <a:pt x="27" y="43"/>
                    </a:cubicBezTo>
                    <a:cubicBezTo>
                      <a:pt x="27" y="42"/>
                      <a:pt x="27" y="42"/>
                      <a:pt x="27" y="42"/>
                    </a:cubicBezTo>
                    <a:cubicBezTo>
                      <a:pt x="27" y="42"/>
                      <a:pt x="27" y="42"/>
                      <a:pt x="27" y="41"/>
                    </a:cubicBezTo>
                    <a:cubicBezTo>
                      <a:pt x="18" y="32"/>
                      <a:pt x="18" y="32"/>
                      <a:pt x="18" y="32"/>
                    </a:cubicBezTo>
                    <a:cubicBezTo>
                      <a:pt x="18" y="32"/>
                      <a:pt x="17" y="32"/>
                      <a:pt x="17" y="32"/>
                    </a:cubicBezTo>
                    <a:cubicBezTo>
                      <a:pt x="17" y="32"/>
                      <a:pt x="17" y="32"/>
                      <a:pt x="17" y="32"/>
                    </a:cubicBezTo>
                    <a:cubicBezTo>
                      <a:pt x="16" y="32"/>
                      <a:pt x="16" y="32"/>
                      <a:pt x="16" y="32"/>
                    </a:cubicBezTo>
                    <a:cubicBezTo>
                      <a:pt x="16" y="32"/>
                      <a:pt x="16" y="32"/>
                      <a:pt x="16" y="32"/>
                    </a:cubicBezTo>
                    <a:cubicBezTo>
                      <a:pt x="19" y="29"/>
                      <a:pt x="19" y="29"/>
                      <a:pt x="19" y="29"/>
                    </a:cubicBezTo>
                    <a:cubicBezTo>
                      <a:pt x="19" y="29"/>
                      <a:pt x="19" y="29"/>
                      <a:pt x="19" y="29"/>
                    </a:cubicBezTo>
                    <a:cubicBezTo>
                      <a:pt x="19" y="30"/>
                      <a:pt x="19" y="30"/>
                      <a:pt x="19" y="30"/>
                    </a:cubicBezTo>
                    <a:cubicBezTo>
                      <a:pt x="19" y="30"/>
                      <a:pt x="19" y="30"/>
                      <a:pt x="19" y="30"/>
                    </a:cubicBezTo>
                    <a:cubicBezTo>
                      <a:pt x="19" y="30"/>
                      <a:pt x="19" y="31"/>
                      <a:pt x="19" y="31"/>
                    </a:cubicBezTo>
                    <a:cubicBezTo>
                      <a:pt x="23" y="35"/>
                      <a:pt x="23" y="35"/>
                      <a:pt x="23" y="35"/>
                    </a:cubicBezTo>
                    <a:cubicBezTo>
                      <a:pt x="27" y="31"/>
                      <a:pt x="27" y="31"/>
                      <a:pt x="27" y="31"/>
                    </a:cubicBezTo>
                    <a:cubicBezTo>
                      <a:pt x="23" y="27"/>
                      <a:pt x="23" y="27"/>
                      <a:pt x="23" y="27"/>
                    </a:cubicBezTo>
                    <a:cubicBezTo>
                      <a:pt x="23" y="27"/>
                      <a:pt x="22" y="27"/>
                      <a:pt x="22" y="27"/>
                    </a:cubicBezTo>
                    <a:cubicBezTo>
                      <a:pt x="22" y="27"/>
                      <a:pt x="22" y="27"/>
                      <a:pt x="22" y="27"/>
                    </a:cubicBezTo>
                    <a:cubicBezTo>
                      <a:pt x="21" y="27"/>
                      <a:pt x="21" y="27"/>
                      <a:pt x="21" y="27"/>
                    </a:cubicBezTo>
                    <a:cubicBezTo>
                      <a:pt x="21" y="27"/>
                      <a:pt x="21" y="27"/>
                      <a:pt x="21" y="27"/>
                    </a:cubicBezTo>
                    <a:cubicBezTo>
                      <a:pt x="24" y="24"/>
                      <a:pt x="24" y="24"/>
                      <a:pt x="24" y="24"/>
                    </a:cubicBezTo>
                    <a:cubicBezTo>
                      <a:pt x="24" y="25"/>
                      <a:pt x="24" y="25"/>
                      <a:pt x="24" y="25"/>
                    </a:cubicBezTo>
                    <a:cubicBezTo>
                      <a:pt x="24" y="25"/>
                      <a:pt x="24" y="25"/>
                      <a:pt x="24" y="25"/>
                    </a:cubicBezTo>
                    <a:cubicBezTo>
                      <a:pt x="24" y="25"/>
                      <a:pt x="24" y="25"/>
                      <a:pt x="24" y="26"/>
                    </a:cubicBezTo>
                    <a:cubicBezTo>
                      <a:pt x="24" y="26"/>
                      <a:pt x="24" y="26"/>
                      <a:pt x="24" y="26"/>
                    </a:cubicBezTo>
                    <a:cubicBezTo>
                      <a:pt x="33" y="36"/>
                      <a:pt x="33" y="36"/>
                      <a:pt x="33" y="36"/>
                    </a:cubicBezTo>
                    <a:close/>
                    <a:moveTo>
                      <a:pt x="38" y="26"/>
                    </a:moveTo>
                    <a:cubicBezTo>
                      <a:pt x="41" y="29"/>
                      <a:pt x="41" y="29"/>
                      <a:pt x="41" y="29"/>
                    </a:cubicBezTo>
                    <a:cubicBezTo>
                      <a:pt x="41" y="29"/>
                      <a:pt x="41" y="30"/>
                      <a:pt x="41" y="30"/>
                    </a:cubicBezTo>
                    <a:cubicBezTo>
                      <a:pt x="41" y="30"/>
                      <a:pt x="41" y="30"/>
                      <a:pt x="41" y="30"/>
                    </a:cubicBezTo>
                    <a:cubicBezTo>
                      <a:pt x="41" y="31"/>
                      <a:pt x="41" y="31"/>
                      <a:pt x="41" y="31"/>
                    </a:cubicBezTo>
                    <a:cubicBezTo>
                      <a:pt x="41" y="31"/>
                      <a:pt x="41" y="31"/>
                      <a:pt x="41" y="31"/>
                    </a:cubicBezTo>
                    <a:cubicBezTo>
                      <a:pt x="44" y="29"/>
                      <a:pt x="44" y="29"/>
                      <a:pt x="44" y="29"/>
                    </a:cubicBezTo>
                    <a:cubicBezTo>
                      <a:pt x="44" y="28"/>
                      <a:pt x="44" y="28"/>
                      <a:pt x="44" y="28"/>
                    </a:cubicBezTo>
                    <a:cubicBezTo>
                      <a:pt x="44" y="29"/>
                      <a:pt x="44" y="29"/>
                      <a:pt x="44" y="29"/>
                    </a:cubicBezTo>
                    <a:cubicBezTo>
                      <a:pt x="43" y="29"/>
                      <a:pt x="43" y="29"/>
                      <a:pt x="43" y="29"/>
                    </a:cubicBezTo>
                    <a:cubicBezTo>
                      <a:pt x="43" y="29"/>
                      <a:pt x="42" y="29"/>
                      <a:pt x="42" y="28"/>
                    </a:cubicBezTo>
                    <a:cubicBezTo>
                      <a:pt x="31" y="18"/>
                      <a:pt x="31" y="18"/>
                      <a:pt x="31" y="18"/>
                    </a:cubicBezTo>
                    <a:cubicBezTo>
                      <a:pt x="30" y="20"/>
                      <a:pt x="30" y="20"/>
                      <a:pt x="30" y="20"/>
                    </a:cubicBezTo>
                    <a:cubicBezTo>
                      <a:pt x="35" y="33"/>
                      <a:pt x="35" y="33"/>
                      <a:pt x="35" y="33"/>
                    </a:cubicBezTo>
                    <a:cubicBezTo>
                      <a:pt x="35" y="33"/>
                      <a:pt x="35" y="34"/>
                      <a:pt x="35" y="34"/>
                    </a:cubicBezTo>
                    <a:cubicBezTo>
                      <a:pt x="35" y="34"/>
                      <a:pt x="35" y="34"/>
                      <a:pt x="35" y="35"/>
                    </a:cubicBezTo>
                    <a:cubicBezTo>
                      <a:pt x="35" y="35"/>
                      <a:pt x="35" y="35"/>
                      <a:pt x="35" y="35"/>
                    </a:cubicBezTo>
                    <a:cubicBezTo>
                      <a:pt x="35" y="35"/>
                      <a:pt x="35" y="35"/>
                      <a:pt x="35" y="35"/>
                    </a:cubicBezTo>
                    <a:cubicBezTo>
                      <a:pt x="38" y="33"/>
                      <a:pt x="38" y="33"/>
                      <a:pt x="38" y="33"/>
                    </a:cubicBezTo>
                    <a:cubicBezTo>
                      <a:pt x="38" y="33"/>
                      <a:pt x="38" y="33"/>
                      <a:pt x="38" y="33"/>
                    </a:cubicBezTo>
                    <a:cubicBezTo>
                      <a:pt x="37" y="33"/>
                      <a:pt x="37" y="33"/>
                      <a:pt x="37" y="33"/>
                    </a:cubicBezTo>
                    <a:cubicBezTo>
                      <a:pt x="37" y="33"/>
                      <a:pt x="37" y="33"/>
                      <a:pt x="36" y="33"/>
                    </a:cubicBezTo>
                    <a:cubicBezTo>
                      <a:pt x="36" y="33"/>
                      <a:pt x="36" y="32"/>
                      <a:pt x="36" y="32"/>
                    </a:cubicBezTo>
                    <a:cubicBezTo>
                      <a:pt x="34" y="29"/>
                      <a:pt x="34" y="29"/>
                      <a:pt x="34" y="29"/>
                    </a:cubicBezTo>
                    <a:cubicBezTo>
                      <a:pt x="38" y="26"/>
                      <a:pt x="38" y="26"/>
                      <a:pt x="38" y="26"/>
                    </a:cubicBezTo>
                    <a:close/>
                    <a:moveTo>
                      <a:pt x="31" y="21"/>
                    </a:moveTo>
                    <a:cubicBezTo>
                      <a:pt x="31" y="21"/>
                      <a:pt x="31" y="21"/>
                      <a:pt x="31" y="21"/>
                    </a:cubicBezTo>
                    <a:cubicBezTo>
                      <a:pt x="34" y="28"/>
                      <a:pt x="34" y="28"/>
                      <a:pt x="34" y="28"/>
                    </a:cubicBezTo>
                    <a:cubicBezTo>
                      <a:pt x="37" y="26"/>
                      <a:pt x="37" y="26"/>
                      <a:pt x="37" y="26"/>
                    </a:cubicBezTo>
                    <a:cubicBezTo>
                      <a:pt x="31" y="21"/>
                      <a:pt x="31" y="21"/>
                      <a:pt x="31" y="21"/>
                    </a:cubicBezTo>
                    <a:close/>
                    <a:moveTo>
                      <a:pt x="51" y="21"/>
                    </a:moveTo>
                    <a:cubicBezTo>
                      <a:pt x="51" y="21"/>
                      <a:pt x="51" y="21"/>
                      <a:pt x="51" y="21"/>
                    </a:cubicBezTo>
                    <a:cubicBezTo>
                      <a:pt x="46" y="11"/>
                      <a:pt x="46" y="11"/>
                      <a:pt x="46" y="11"/>
                    </a:cubicBezTo>
                    <a:cubicBezTo>
                      <a:pt x="46" y="11"/>
                      <a:pt x="46" y="11"/>
                      <a:pt x="46" y="11"/>
                    </a:cubicBezTo>
                    <a:cubicBezTo>
                      <a:pt x="46" y="11"/>
                      <a:pt x="46" y="11"/>
                      <a:pt x="45" y="11"/>
                    </a:cubicBezTo>
                    <a:cubicBezTo>
                      <a:pt x="45" y="11"/>
                      <a:pt x="45" y="11"/>
                      <a:pt x="45" y="11"/>
                    </a:cubicBezTo>
                    <a:cubicBezTo>
                      <a:pt x="44" y="11"/>
                      <a:pt x="44" y="11"/>
                      <a:pt x="44" y="11"/>
                    </a:cubicBezTo>
                    <a:cubicBezTo>
                      <a:pt x="48" y="9"/>
                      <a:pt x="48" y="9"/>
                      <a:pt x="48" y="9"/>
                    </a:cubicBezTo>
                    <a:cubicBezTo>
                      <a:pt x="48" y="10"/>
                      <a:pt x="48" y="10"/>
                      <a:pt x="48" y="10"/>
                    </a:cubicBezTo>
                    <a:cubicBezTo>
                      <a:pt x="47" y="10"/>
                      <a:pt x="47" y="10"/>
                      <a:pt x="47" y="10"/>
                    </a:cubicBezTo>
                    <a:cubicBezTo>
                      <a:pt x="47" y="10"/>
                      <a:pt x="47" y="10"/>
                      <a:pt x="47" y="10"/>
                    </a:cubicBezTo>
                    <a:cubicBezTo>
                      <a:pt x="47" y="10"/>
                      <a:pt x="47" y="11"/>
                      <a:pt x="47" y="11"/>
                    </a:cubicBezTo>
                    <a:cubicBezTo>
                      <a:pt x="53" y="24"/>
                      <a:pt x="53" y="24"/>
                      <a:pt x="53" y="24"/>
                    </a:cubicBezTo>
                    <a:cubicBezTo>
                      <a:pt x="53" y="24"/>
                      <a:pt x="53" y="24"/>
                      <a:pt x="53" y="24"/>
                    </a:cubicBezTo>
                    <a:cubicBezTo>
                      <a:pt x="53" y="24"/>
                      <a:pt x="53" y="24"/>
                      <a:pt x="53" y="24"/>
                    </a:cubicBezTo>
                    <a:cubicBezTo>
                      <a:pt x="40" y="15"/>
                      <a:pt x="40" y="15"/>
                      <a:pt x="40" y="15"/>
                    </a:cubicBezTo>
                    <a:cubicBezTo>
                      <a:pt x="40" y="15"/>
                      <a:pt x="40" y="15"/>
                      <a:pt x="40" y="15"/>
                    </a:cubicBezTo>
                    <a:cubicBezTo>
                      <a:pt x="46" y="26"/>
                      <a:pt x="46" y="26"/>
                      <a:pt x="46" y="26"/>
                    </a:cubicBezTo>
                    <a:cubicBezTo>
                      <a:pt x="46" y="26"/>
                      <a:pt x="46" y="26"/>
                      <a:pt x="46" y="26"/>
                    </a:cubicBezTo>
                    <a:cubicBezTo>
                      <a:pt x="47" y="26"/>
                      <a:pt x="47" y="26"/>
                      <a:pt x="47" y="26"/>
                    </a:cubicBezTo>
                    <a:cubicBezTo>
                      <a:pt x="48" y="26"/>
                      <a:pt x="48" y="26"/>
                      <a:pt x="48" y="26"/>
                    </a:cubicBezTo>
                    <a:cubicBezTo>
                      <a:pt x="48" y="26"/>
                      <a:pt x="48" y="26"/>
                      <a:pt x="48" y="26"/>
                    </a:cubicBezTo>
                    <a:cubicBezTo>
                      <a:pt x="45" y="28"/>
                      <a:pt x="45" y="28"/>
                      <a:pt x="45" y="28"/>
                    </a:cubicBezTo>
                    <a:cubicBezTo>
                      <a:pt x="44" y="28"/>
                      <a:pt x="44" y="28"/>
                      <a:pt x="44" y="28"/>
                    </a:cubicBezTo>
                    <a:cubicBezTo>
                      <a:pt x="45" y="27"/>
                      <a:pt x="45" y="27"/>
                      <a:pt x="45" y="27"/>
                    </a:cubicBezTo>
                    <a:cubicBezTo>
                      <a:pt x="45" y="27"/>
                      <a:pt x="45" y="27"/>
                      <a:pt x="45" y="27"/>
                    </a:cubicBezTo>
                    <a:cubicBezTo>
                      <a:pt x="46" y="27"/>
                      <a:pt x="46" y="26"/>
                      <a:pt x="45" y="26"/>
                    </a:cubicBezTo>
                    <a:cubicBezTo>
                      <a:pt x="39" y="15"/>
                      <a:pt x="39" y="15"/>
                      <a:pt x="39" y="15"/>
                    </a:cubicBezTo>
                    <a:cubicBezTo>
                      <a:pt x="39" y="14"/>
                      <a:pt x="39" y="14"/>
                      <a:pt x="39" y="14"/>
                    </a:cubicBezTo>
                    <a:cubicBezTo>
                      <a:pt x="39" y="14"/>
                      <a:pt x="39" y="14"/>
                      <a:pt x="38" y="14"/>
                    </a:cubicBezTo>
                    <a:cubicBezTo>
                      <a:pt x="38" y="15"/>
                      <a:pt x="38" y="15"/>
                      <a:pt x="38" y="15"/>
                    </a:cubicBezTo>
                    <a:cubicBezTo>
                      <a:pt x="37" y="14"/>
                      <a:pt x="37" y="14"/>
                      <a:pt x="37" y="14"/>
                    </a:cubicBezTo>
                    <a:cubicBezTo>
                      <a:pt x="40" y="13"/>
                      <a:pt x="40" y="13"/>
                      <a:pt x="40" y="13"/>
                    </a:cubicBezTo>
                    <a:cubicBezTo>
                      <a:pt x="51" y="21"/>
                      <a:pt x="51" y="21"/>
                      <a:pt x="51" y="21"/>
                    </a:cubicBezTo>
                    <a:close/>
                    <a:moveTo>
                      <a:pt x="70" y="17"/>
                    </a:moveTo>
                    <a:cubicBezTo>
                      <a:pt x="70" y="17"/>
                      <a:pt x="71" y="17"/>
                      <a:pt x="72" y="16"/>
                    </a:cubicBezTo>
                    <a:cubicBezTo>
                      <a:pt x="72" y="15"/>
                      <a:pt x="72" y="14"/>
                      <a:pt x="72" y="14"/>
                    </a:cubicBezTo>
                    <a:cubicBezTo>
                      <a:pt x="70" y="3"/>
                      <a:pt x="70" y="3"/>
                      <a:pt x="70" y="3"/>
                    </a:cubicBezTo>
                    <a:cubicBezTo>
                      <a:pt x="70" y="3"/>
                      <a:pt x="69" y="3"/>
                      <a:pt x="69" y="3"/>
                    </a:cubicBezTo>
                    <a:cubicBezTo>
                      <a:pt x="69" y="3"/>
                      <a:pt x="69" y="3"/>
                      <a:pt x="69" y="3"/>
                    </a:cubicBezTo>
                    <a:cubicBezTo>
                      <a:pt x="68" y="3"/>
                      <a:pt x="68" y="3"/>
                      <a:pt x="68" y="3"/>
                    </a:cubicBezTo>
                    <a:cubicBezTo>
                      <a:pt x="68" y="2"/>
                      <a:pt x="68" y="2"/>
                      <a:pt x="68" y="2"/>
                    </a:cubicBezTo>
                    <a:cubicBezTo>
                      <a:pt x="71" y="1"/>
                      <a:pt x="71" y="1"/>
                      <a:pt x="71" y="1"/>
                    </a:cubicBezTo>
                    <a:cubicBezTo>
                      <a:pt x="71" y="2"/>
                      <a:pt x="71" y="2"/>
                      <a:pt x="71" y="2"/>
                    </a:cubicBezTo>
                    <a:cubicBezTo>
                      <a:pt x="71" y="2"/>
                      <a:pt x="71" y="2"/>
                      <a:pt x="71" y="2"/>
                    </a:cubicBezTo>
                    <a:cubicBezTo>
                      <a:pt x="71" y="2"/>
                      <a:pt x="70" y="2"/>
                      <a:pt x="70" y="2"/>
                    </a:cubicBezTo>
                    <a:cubicBezTo>
                      <a:pt x="70" y="3"/>
                      <a:pt x="70" y="3"/>
                      <a:pt x="70" y="3"/>
                    </a:cubicBezTo>
                    <a:cubicBezTo>
                      <a:pt x="73" y="13"/>
                      <a:pt x="73" y="13"/>
                      <a:pt x="73" y="13"/>
                    </a:cubicBezTo>
                    <a:cubicBezTo>
                      <a:pt x="73" y="15"/>
                      <a:pt x="73" y="16"/>
                      <a:pt x="72" y="16"/>
                    </a:cubicBezTo>
                    <a:cubicBezTo>
                      <a:pt x="71" y="17"/>
                      <a:pt x="71" y="18"/>
                      <a:pt x="70" y="18"/>
                    </a:cubicBezTo>
                    <a:cubicBezTo>
                      <a:pt x="68" y="18"/>
                      <a:pt x="67" y="18"/>
                      <a:pt x="66" y="18"/>
                    </a:cubicBezTo>
                    <a:cubicBezTo>
                      <a:pt x="66" y="17"/>
                      <a:pt x="65" y="17"/>
                      <a:pt x="65" y="15"/>
                    </a:cubicBezTo>
                    <a:cubicBezTo>
                      <a:pt x="62" y="5"/>
                      <a:pt x="62" y="5"/>
                      <a:pt x="62" y="5"/>
                    </a:cubicBezTo>
                    <a:cubicBezTo>
                      <a:pt x="62" y="5"/>
                      <a:pt x="62" y="4"/>
                      <a:pt x="62" y="4"/>
                    </a:cubicBezTo>
                    <a:cubicBezTo>
                      <a:pt x="62" y="4"/>
                      <a:pt x="62" y="4"/>
                      <a:pt x="61" y="4"/>
                    </a:cubicBezTo>
                    <a:cubicBezTo>
                      <a:pt x="61" y="4"/>
                      <a:pt x="61" y="4"/>
                      <a:pt x="61" y="4"/>
                    </a:cubicBezTo>
                    <a:cubicBezTo>
                      <a:pt x="61" y="4"/>
                      <a:pt x="61" y="4"/>
                      <a:pt x="61" y="4"/>
                    </a:cubicBezTo>
                    <a:cubicBezTo>
                      <a:pt x="65" y="3"/>
                      <a:pt x="65" y="3"/>
                      <a:pt x="65" y="3"/>
                    </a:cubicBezTo>
                    <a:cubicBezTo>
                      <a:pt x="65" y="4"/>
                      <a:pt x="65" y="4"/>
                      <a:pt x="65" y="4"/>
                    </a:cubicBezTo>
                    <a:cubicBezTo>
                      <a:pt x="64" y="4"/>
                      <a:pt x="64" y="4"/>
                      <a:pt x="64" y="4"/>
                    </a:cubicBezTo>
                    <a:cubicBezTo>
                      <a:pt x="64" y="4"/>
                      <a:pt x="64" y="4"/>
                      <a:pt x="64" y="4"/>
                    </a:cubicBezTo>
                    <a:cubicBezTo>
                      <a:pt x="64" y="4"/>
                      <a:pt x="64" y="4"/>
                      <a:pt x="64" y="5"/>
                    </a:cubicBezTo>
                    <a:cubicBezTo>
                      <a:pt x="66" y="15"/>
                      <a:pt x="66" y="15"/>
                      <a:pt x="66" y="15"/>
                    </a:cubicBezTo>
                    <a:cubicBezTo>
                      <a:pt x="66" y="16"/>
                      <a:pt x="67" y="17"/>
                      <a:pt x="67" y="17"/>
                    </a:cubicBezTo>
                    <a:cubicBezTo>
                      <a:pt x="68" y="18"/>
                      <a:pt x="69" y="18"/>
                      <a:pt x="70" y="17"/>
                    </a:cubicBezTo>
                    <a:close/>
                    <a:moveTo>
                      <a:pt x="84" y="12"/>
                    </a:moveTo>
                    <a:cubicBezTo>
                      <a:pt x="84" y="12"/>
                      <a:pt x="84" y="12"/>
                      <a:pt x="84" y="12"/>
                    </a:cubicBezTo>
                    <a:cubicBezTo>
                      <a:pt x="84" y="1"/>
                      <a:pt x="84" y="1"/>
                      <a:pt x="84" y="1"/>
                    </a:cubicBezTo>
                    <a:cubicBezTo>
                      <a:pt x="84" y="1"/>
                      <a:pt x="84" y="1"/>
                      <a:pt x="83" y="1"/>
                    </a:cubicBezTo>
                    <a:cubicBezTo>
                      <a:pt x="83" y="1"/>
                      <a:pt x="83" y="1"/>
                      <a:pt x="83" y="1"/>
                    </a:cubicBezTo>
                    <a:cubicBezTo>
                      <a:pt x="82" y="1"/>
                      <a:pt x="82" y="1"/>
                      <a:pt x="82" y="1"/>
                    </a:cubicBezTo>
                    <a:cubicBezTo>
                      <a:pt x="82" y="0"/>
                      <a:pt x="82" y="0"/>
                      <a:pt x="82" y="0"/>
                    </a:cubicBezTo>
                    <a:cubicBezTo>
                      <a:pt x="86" y="0"/>
                      <a:pt x="86" y="0"/>
                      <a:pt x="86" y="0"/>
                    </a:cubicBezTo>
                    <a:cubicBezTo>
                      <a:pt x="86" y="1"/>
                      <a:pt x="86" y="1"/>
                      <a:pt x="86" y="1"/>
                    </a:cubicBezTo>
                    <a:cubicBezTo>
                      <a:pt x="85" y="1"/>
                      <a:pt x="85" y="1"/>
                      <a:pt x="85" y="1"/>
                    </a:cubicBezTo>
                    <a:cubicBezTo>
                      <a:pt x="85" y="1"/>
                      <a:pt x="85" y="1"/>
                      <a:pt x="84" y="1"/>
                    </a:cubicBezTo>
                    <a:cubicBezTo>
                      <a:pt x="84" y="1"/>
                      <a:pt x="84" y="1"/>
                      <a:pt x="84" y="1"/>
                    </a:cubicBezTo>
                    <a:cubicBezTo>
                      <a:pt x="85" y="16"/>
                      <a:pt x="85" y="16"/>
                      <a:pt x="85" y="16"/>
                    </a:cubicBezTo>
                    <a:cubicBezTo>
                      <a:pt x="85" y="16"/>
                      <a:pt x="85" y="16"/>
                      <a:pt x="85" y="16"/>
                    </a:cubicBezTo>
                    <a:cubicBezTo>
                      <a:pt x="85" y="16"/>
                      <a:pt x="85" y="16"/>
                      <a:pt x="85" y="16"/>
                    </a:cubicBezTo>
                    <a:cubicBezTo>
                      <a:pt x="77" y="3"/>
                      <a:pt x="77" y="3"/>
                      <a:pt x="77" y="3"/>
                    </a:cubicBezTo>
                    <a:cubicBezTo>
                      <a:pt x="77" y="3"/>
                      <a:pt x="77" y="3"/>
                      <a:pt x="77" y="3"/>
                    </a:cubicBezTo>
                    <a:cubicBezTo>
                      <a:pt x="77" y="15"/>
                      <a:pt x="77" y="15"/>
                      <a:pt x="77" y="15"/>
                    </a:cubicBezTo>
                    <a:cubicBezTo>
                      <a:pt x="77" y="15"/>
                      <a:pt x="78" y="15"/>
                      <a:pt x="78" y="16"/>
                    </a:cubicBezTo>
                    <a:cubicBezTo>
                      <a:pt x="78" y="16"/>
                      <a:pt x="78" y="16"/>
                      <a:pt x="78" y="16"/>
                    </a:cubicBezTo>
                    <a:cubicBezTo>
                      <a:pt x="79" y="16"/>
                      <a:pt x="79" y="16"/>
                      <a:pt x="79" y="16"/>
                    </a:cubicBezTo>
                    <a:cubicBezTo>
                      <a:pt x="79" y="16"/>
                      <a:pt x="79" y="16"/>
                      <a:pt x="79" y="16"/>
                    </a:cubicBezTo>
                    <a:cubicBezTo>
                      <a:pt x="75" y="16"/>
                      <a:pt x="75" y="16"/>
                      <a:pt x="75" y="16"/>
                    </a:cubicBezTo>
                    <a:cubicBezTo>
                      <a:pt x="75" y="16"/>
                      <a:pt x="75" y="16"/>
                      <a:pt x="75" y="16"/>
                    </a:cubicBezTo>
                    <a:cubicBezTo>
                      <a:pt x="76" y="16"/>
                      <a:pt x="76" y="16"/>
                      <a:pt x="76" y="16"/>
                    </a:cubicBezTo>
                    <a:cubicBezTo>
                      <a:pt x="76" y="16"/>
                      <a:pt x="77" y="16"/>
                      <a:pt x="77" y="16"/>
                    </a:cubicBezTo>
                    <a:cubicBezTo>
                      <a:pt x="77" y="15"/>
                      <a:pt x="77" y="15"/>
                      <a:pt x="77" y="15"/>
                    </a:cubicBezTo>
                    <a:cubicBezTo>
                      <a:pt x="76" y="2"/>
                      <a:pt x="76" y="2"/>
                      <a:pt x="76" y="2"/>
                    </a:cubicBezTo>
                    <a:cubicBezTo>
                      <a:pt x="76" y="2"/>
                      <a:pt x="76" y="2"/>
                      <a:pt x="76" y="1"/>
                    </a:cubicBezTo>
                    <a:cubicBezTo>
                      <a:pt x="76" y="1"/>
                      <a:pt x="75" y="1"/>
                      <a:pt x="75" y="1"/>
                    </a:cubicBezTo>
                    <a:cubicBezTo>
                      <a:pt x="74" y="1"/>
                      <a:pt x="74" y="1"/>
                      <a:pt x="74" y="1"/>
                    </a:cubicBezTo>
                    <a:cubicBezTo>
                      <a:pt x="74" y="1"/>
                      <a:pt x="74" y="1"/>
                      <a:pt x="74" y="1"/>
                    </a:cubicBezTo>
                    <a:cubicBezTo>
                      <a:pt x="77" y="1"/>
                      <a:pt x="77" y="1"/>
                      <a:pt x="77" y="1"/>
                    </a:cubicBezTo>
                    <a:cubicBezTo>
                      <a:pt x="84" y="12"/>
                      <a:pt x="84" y="12"/>
                      <a:pt x="84" y="12"/>
                    </a:cubicBezTo>
                    <a:close/>
                    <a:moveTo>
                      <a:pt x="90" y="1"/>
                    </a:moveTo>
                    <a:cubicBezTo>
                      <a:pt x="90" y="0"/>
                      <a:pt x="90" y="0"/>
                      <a:pt x="90" y="0"/>
                    </a:cubicBezTo>
                    <a:cubicBezTo>
                      <a:pt x="98" y="1"/>
                      <a:pt x="98" y="1"/>
                      <a:pt x="98" y="1"/>
                    </a:cubicBezTo>
                    <a:cubicBezTo>
                      <a:pt x="98" y="1"/>
                      <a:pt x="98" y="1"/>
                      <a:pt x="98" y="1"/>
                    </a:cubicBezTo>
                    <a:cubicBezTo>
                      <a:pt x="96" y="1"/>
                      <a:pt x="96" y="1"/>
                      <a:pt x="96" y="1"/>
                    </a:cubicBezTo>
                    <a:cubicBezTo>
                      <a:pt x="95" y="1"/>
                      <a:pt x="95" y="1"/>
                      <a:pt x="95" y="1"/>
                    </a:cubicBezTo>
                    <a:cubicBezTo>
                      <a:pt x="95" y="1"/>
                      <a:pt x="95" y="1"/>
                      <a:pt x="95" y="2"/>
                    </a:cubicBezTo>
                    <a:cubicBezTo>
                      <a:pt x="94" y="15"/>
                      <a:pt x="94" y="15"/>
                      <a:pt x="94" y="15"/>
                    </a:cubicBezTo>
                    <a:cubicBezTo>
                      <a:pt x="94" y="15"/>
                      <a:pt x="94" y="15"/>
                      <a:pt x="94" y="15"/>
                    </a:cubicBezTo>
                    <a:cubicBezTo>
                      <a:pt x="94" y="15"/>
                      <a:pt x="94" y="15"/>
                      <a:pt x="95" y="15"/>
                    </a:cubicBezTo>
                    <a:cubicBezTo>
                      <a:pt x="97" y="16"/>
                      <a:pt x="97" y="16"/>
                      <a:pt x="97" y="16"/>
                    </a:cubicBezTo>
                    <a:cubicBezTo>
                      <a:pt x="97" y="16"/>
                      <a:pt x="97" y="16"/>
                      <a:pt x="97" y="16"/>
                    </a:cubicBezTo>
                    <a:cubicBezTo>
                      <a:pt x="89" y="16"/>
                      <a:pt x="89" y="16"/>
                      <a:pt x="89" y="16"/>
                    </a:cubicBezTo>
                    <a:cubicBezTo>
                      <a:pt x="89" y="15"/>
                      <a:pt x="89" y="15"/>
                      <a:pt x="89" y="15"/>
                    </a:cubicBezTo>
                    <a:cubicBezTo>
                      <a:pt x="91" y="15"/>
                      <a:pt x="91" y="15"/>
                      <a:pt x="91" y="15"/>
                    </a:cubicBezTo>
                    <a:cubicBezTo>
                      <a:pt x="92" y="15"/>
                      <a:pt x="92" y="15"/>
                      <a:pt x="92" y="15"/>
                    </a:cubicBezTo>
                    <a:cubicBezTo>
                      <a:pt x="92" y="15"/>
                      <a:pt x="92" y="15"/>
                      <a:pt x="92" y="15"/>
                    </a:cubicBezTo>
                    <a:cubicBezTo>
                      <a:pt x="93" y="2"/>
                      <a:pt x="93" y="2"/>
                      <a:pt x="93" y="2"/>
                    </a:cubicBezTo>
                    <a:cubicBezTo>
                      <a:pt x="93" y="1"/>
                      <a:pt x="93" y="1"/>
                      <a:pt x="93" y="1"/>
                    </a:cubicBezTo>
                    <a:cubicBezTo>
                      <a:pt x="93" y="1"/>
                      <a:pt x="93" y="1"/>
                      <a:pt x="92" y="1"/>
                    </a:cubicBezTo>
                    <a:cubicBezTo>
                      <a:pt x="90" y="1"/>
                      <a:pt x="90" y="1"/>
                      <a:pt x="90" y="1"/>
                    </a:cubicBezTo>
                    <a:close/>
                    <a:moveTo>
                      <a:pt x="109" y="3"/>
                    </a:moveTo>
                    <a:cubicBezTo>
                      <a:pt x="109" y="2"/>
                      <a:pt x="109" y="2"/>
                      <a:pt x="109" y="2"/>
                    </a:cubicBezTo>
                    <a:cubicBezTo>
                      <a:pt x="113" y="3"/>
                      <a:pt x="113" y="3"/>
                      <a:pt x="113" y="3"/>
                    </a:cubicBezTo>
                    <a:cubicBezTo>
                      <a:pt x="113" y="3"/>
                      <a:pt x="113" y="3"/>
                      <a:pt x="113" y="3"/>
                    </a:cubicBezTo>
                    <a:cubicBezTo>
                      <a:pt x="112" y="3"/>
                      <a:pt x="112" y="3"/>
                      <a:pt x="112" y="3"/>
                    </a:cubicBezTo>
                    <a:cubicBezTo>
                      <a:pt x="112" y="3"/>
                      <a:pt x="112" y="3"/>
                      <a:pt x="111" y="4"/>
                    </a:cubicBezTo>
                    <a:cubicBezTo>
                      <a:pt x="111" y="4"/>
                      <a:pt x="111" y="4"/>
                      <a:pt x="111" y="4"/>
                    </a:cubicBezTo>
                    <a:cubicBezTo>
                      <a:pt x="105" y="17"/>
                      <a:pt x="105" y="17"/>
                      <a:pt x="105" y="17"/>
                    </a:cubicBezTo>
                    <a:cubicBezTo>
                      <a:pt x="104" y="17"/>
                      <a:pt x="104" y="17"/>
                      <a:pt x="104" y="17"/>
                    </a:cubicBezTo>
                    <a:cubicBezTo>
                      <a:pt x="103" y="3"/>
                      <a:pt x="103" y="3"/>
                      <a:pt x="103" y="3"/>
                    </a:cubicBezTo>
                    <a:cubicBezTo>
                      <a:pt x="103" y="3"/>
                      <a:pt x="103" y="2"/>
                      <a:pt x="103" y="2"/>
                    </a:cubicBezTo>
                    <a:cubicBezTo>
                      <a:pt x="103" y="2"/>
                      <a:pt x="103" y="2"/>
                      <a:pt x="102" y="2"/>
                    </a:cubicBezTo>
                    <a:cubicBezTo>
                      <a:pt x="102" y="2"/>
                      <a:pt x="102" y="2"/>
                      <a:pt x="102" y="2"/>
                    </a:cubicBezTo>
                    <a:cubicBezTo>
                      <a:pt x="102" y="1"/>
                      <a:pt x="102" y="1"/>
                      <a:pt x="102" y="1"/>
                    </a:cubicBezTo>
                    <a:cubicBezTo>
                      <a:pt x="106" y="2"/>
                      <a:pt x="106" y="2"/>
                      <a:pt x="106" y="2"/>
                    </a:cubicBezTo>
                    <a:cubicBezTo>
                      <a:pt x="106" y="2"/>
                      <a:pt x="106" y="2"/>
                      <a:pt x="106" y="2"/>
                    </a:cubicBezTo>
                    <a:cubicBezTo>
                      <a:pt x="105" y="2"/>
                      <a:pt x="105" y="2"/>
                      <a:pt x="105" y="2"/>
                    </a:cubicBezTo>
                    <a:cubicBezTo>
                      <a:pt x="105" y="2"/>
                      <a:pt x="105" y="2"/>
                      <a:pt x="105" y="2"/>
                    </a:cubicBezTo>
                    <a:cubicBezTo>
                      <a:pt x="105" y="3"/>
                      <a:pt x="105" y="3"/>
                      <a:pt x="105" y="3"/>
                    </a:cubicBezTo>
                    <a:cubicBezTo>
                      <a:pt x="105" y="14"/>
                      <a:pt x="105" y="14"/>
                      <a:pt x="105" y="14"/>
                    </a:cubicBezTo>
                    <a:cubicBezTo>
                      <a:pt x="106" y="14"/>
                      <a:pt x="106" y="14"/>
                      <a:pt x="106" y="14"/>
                    </a:cubicBezTo>
                    <a:cubicBezTo>
                      <a:pt x="110" y="4"/>
                      <a:pt x="110" y="4"/>
                      <a:pt x="110" y="4"/>
                    </a:cubicBezTo>
                    <a:cubicBezTo>
                      <a:pt x="110" y="4"/>
                      <a:pt x="110" y="4"/>
                      <a:pt x="110" y="3"/>
                    </a:cubicBezTo>
                    <a:cubicBezTo>
                      <a:pt x="110" y="3"/>
                      <a:pt x="110" y="3"/>
                      <a:pt x="110" y="3"/>
                    </a:cubicBezTo>
                    <a:cubicBezTo>
                      <a:pt x="109" y="3"/>
                      <a:pt x="109" y="3"/>
                      <a:pt x="109" y="3"/>
                    </a:cubicBezTo>
                    <a:close/>
                    <a:moveTo>
                      <a:pt x="116" y="5"/>
                    </a:moveTo>
                    <a:cubicBezTo>
                      <a:pt x="116" y="5"/>
                      <a:pt x="116" y="5"/>
                      <a:pt x="116" y="5"/>
                    </a:cubicBezTo>
                    <a:cubicBezTo>
                      <a:pt x="117" y="5"/>
                      <a:pt x="117" y="5"/>
                      <a:pt x="117" y="5"/>
                    </a:cubicBezTo>
                    <a:cubicBezTo>
                      <a:pt x="117" y="5"/>
                      <a:pt x="117" y="6"/>
                      <a:pt x="117" y="6"/>
                    </a:cubicBezTo>
                    <a:cubicBezTo>
                      <a:pt x="113" y="18"/>
                      <a:pt x="113" y="18"/>
                      <a:pt x="113" y="18"/>
                    </a:cubicBezTo>
                    <a:cubicBezTo>
                      <a:pt x="113" y="18"/>
                      <a:pt x="113" y="19"/>
                      <a:pt x="113" y="19"/>
                    </a:cubicBezTo>
                    <a:cubicBezTo>
                      <a:pt x="112" y="19"/>
                      <a:pt x="112" y="19"/>
                      <a:pt x="112" y="19"/>
                    </a:cubicBezTo>
                    <a:cubicBezTo>
                      <a:pt x="111" y="18"/>
                      <a:pt x="111" y="18"/>
                      <a:pt x="111" y="18"/>
                    </a:cubicBezTo>
                    <a:cubicBezTo>
                      <a:pt x="111" y="19"/>
                      <a:pt x="111" y="19"/>
                      <a:pt x="111" y="19"/>
                    </a:cubicBezTo>
                    <a:cubicBezTo>
                      <a:pt x="120" y="22"/>
                      <a:pt x="120" y="22"/>
                      <a:pt x="120" y="22"/>
                    </a:cubicBezTo>
                    <a:cubicBezTo>
                      <a:pt x="122" y="19"/>
                      <a:pt x="122" y="19"/>
                      <a:pt x="122" y="19"/>
                    </a:cubicBezTo>
                    <a:cubicBezTo>
                      <a:pt x="122" y="18"/>
                      <a:pt x="122" y="18"/>
                      <a:pt x="122" y="18"/>
                    </a:cubicBezTo>
                    <a:cubicBezTo>
                      <a:pt x="121" y="19"/>
                      <a:pt x="120" y="20"/>
                      <a:pt x="120" y="20"/>
                    </a:cubicBezTo>
                    <a:cubicBezTo>
                      <a:pt x="119" y="21"/>
                      <a:pt x="118" y="21"/>
                      <a:pt x="117" y="20"/>
                    </a:cubicBezTo>
                    <a:cubicBezTo>
                      <a:pt x="115" y="20"/>
                      <a:pt x="115" y="20"/>
                      <a:pt x="115" y="20"/>
                    </a:cubicBezTo>
                    <a:cubicBezTo>
                      <a:pt x="115" y="20"/>
                      <a:pt x="114" y="19"/>
                      <a:pt x="114" y="19"/>
                    </a:cubicBezTo>
                    <a:cubicBezTo>
                      <a:pt x="114" y="19"/>
                      <a:pt x="114" y="19"/>
                      <a:pt x="114" y="19"/>
                    </a:cubicBezTo>
                    <a:cubicBezTo>
                      <a:pt x="116" y="12"/>
                      <a:pt x="116" y="12"/>
                      <a:pt x="116" y="12"/>
                    </a:cubicBezTo>
                    <a:cubicBezTo>
                      <a:pt x="119" y="13"/>
                      <a:pt x="119" y="13"/>
                      <a:pt x="119" y="13"/>
                    </a:cubicBezTo>
                    <a:cubicBezTo>
                      <a:pt x="120" y="13"/>
                      <a:pt x="120" y="13"/>
                      <a:pt x="120" y="14"/>
                    </a:cubicBezTo>
                    <a:cubicBezTo>
                      <a:pt x="120" y="14"/>
                      <a:pt x="120" y="15"/>
                      <a:pt x="120" y="15"/>
                    </a:cubicBezTo>
                    <a:cubicBezTo>
                      <a:pt x="120" y="16"/>
                      <a:pt x="120" y="16"/>
                      <a:pt x="120" y="16"/>
                    </a:cubicBezTo>
                    <a:cubicBezTo>
                      <a:pt x="120" y="16"/>
                      <a:pt x="120" y="16"/>
                      <a:pt x="120" y="16"/>
                    </a:cubicBezTo>
                    <a:cubicBezTo>
                      <a:pt x="122" y="11"/>
                      <a:pt x="122" y="11"/>
                      <a:pt x="122" y="11"/>
                    </a:cubicBezTo>
                    <a:cubicBezTo>
                      <a:pt x="122" y="11"/>
                      <a:pt x="122" y="11"/>
                      <a:pt x="122" y="11"/>
                    </a:cubicBezTo>
                    <a:cubicBezTo>
                      <a:pt x="121" y="11"/>
                      <a:pt x="121" y="11"/>
                      <a:pt x="121" y="11"/>
                    </a:cubicBezTo>
                    <a:cubicBezTo>
                      <a:pt x="121" y="12"/>
                      <a:pt x="121" y="12"/>
                      <a:pt x="121" y="12"/>
                    </a:cubicBezTo>
                    <a:cubicBezTo>
                      <a:pt x="120" y="13"/>
                      <a:pt x="120" y="13"/>
                      <a:pt x="119" y="12"/>
                    </a:cubicBezTo>
                    <a:cubicBezTo>
                      <a:pt x="117" y="12"/>
                      <a:pt x="117" y="12"/>
                      <a:pt x="117" y="12"/>
                    </a:cubicBezTo>
                    <a:cubicBezTo>
                      <a:pt x="118" y="6"/>
                      <a:pt x="118" y="6"/>
                      <a:pt x="118" y="6"/>
                    </a:cubicBezTo>
                    <a:cubicBezTo>
                      <a:pt x="118" y="6"/>
                      <a:pt x="119" y="6"/>
                      <a:pt x="119" y="6"/>
                    </a:cubicBezTo>
                    <a:cubicBezTo>
                      <a:pt x="119" y="6"/>
                      <a:pt x="119" y="6"/>
                      <a:pt x="119" y="6"/>
                    </a:cubicBezTo>
                    <a:cubicBezTo>
                      <a:pt x="122" y="7"/>
                      <a:pt x="122" y="7"/>
                      <a:pt x="122" y="7"/>
                    </a:cubicBezTo>
                    <a:cubicBezTo>
                      <a:pt x="122" y="7"/>
                      <a:pt x="123" y="7"/>
                      <a:pt x="123" y="8"/>
                    </a:cubicBezTo>
                    <a:cubicBezTo>
                      <a:pt x="124" y="8"/>
                      <a:pt x="124" y="9"/>
                      <a:pt x="124" y="10"/>
                    </a:cubicBezTo>
                    <a:cubicBezTo>
                      <a:pt x="125" y="10"/>
                      <a:pt x="125" y="10"/>
                      <a:pt x="125" y="10"/>
                    </a:cubicBezTo>
                    <a:cubicBezTo>
                      <a:pt x="125" y="7"/>
                      <a:pt x="125" y="7"/>
                      <a:pt x="125" y="7"/>
                    </a:cubicBezTo>
                    <a:cubicBezTo>
                      <a:pt x="116" y="4"/>
                      <a:pt x="116" y="4"/>
                      <a:pt x="116" y="4"/>
                    </a:cubicBezTo>
                    <a:cubicBezTo>
                      <a:pt x="116" y="5"/>
                      <a:pt x="116" y="5"/>
                      <a:pt x="116" y="5"/>
                    </a:cubicBezTo>
                    <a:close/>
                    <a:moveTo>
                      <a:pt x="136" y="17"/>
                    </a:moveTo>
                    <a:cubicBezTo>
                      <a:pt x="136" y="18"/>
                      <a:pt x="135" y="19"/>
                      <a:pt x="134" y="19"/>
                    </a:cubicBezTo>
                    <a:cubicBezTo>
                      <a:pt x="133" y="19"/>
                      <a:pt x="133" y="19"/>
                      <a:pt x="132" y="19"/>
                    </a:cubicBezTo>
                    <a:cubicBezTo>
                      <a:pt x="131" y="26"/>
                      <a:pt x="131" y="26"/>
                      <a:pt x="131" y="26"/>
                    </a:cubicBezTo>
                    <a:cubicBezTo>
                      <a:pt x="131" y="26"/>
                      <a:pt x="131" y="27"/>
                      <a:pt x="131" y="27"/>
                    </a:cubicBezTo>
                    <a:cubicBezTo>
                      <a:pt x="131" y="27"/>
                      <a:pt x="131" y="27"/>
                      <a:pt x="132" y="27"/>
                    </a:cubicBezTo>
                    <a:cubicBezTo>
                      <a:pt x="132" y="27"/>
                      <a:pt x="132" y="27"/>
                      <a:pt x="132" y="27"/>
                    </a:cubicBezTo>
                    <a:cubicBezTo>
                      <a:pt x="132" y="28"/>
                      <a:pt x="132" y="28"/>
                      <a:pt x="132" y="28"/>
                    </a:cubicBezTo>
                    <a:cubicBezTo>
                      <a:pt x="130" y="27"/>
                      <a:pt x="130" y="27"/>
                      <a:pt x="130" y="27"/>
                    </a:cubicBezTo>
                    <a:cubicBezTo>
                      <a:pt x="130" y="18"/>
                      <a:pt x="130" y="18"/>
                      <a:pt x="130" y="18"/>
                    </a:cubicBezTo>
                    <a:cubicBezTo>
                      <a:pt x="129" y="17"/>
                      <a:pt x="129" y="17"/>
                      <a:pt x="129" y="17"/>
                    </a:cubicBezTo>
                    <a:cubicBezTo>
                      <a:pt x="126" y="23"/>
                      <a:pt x="126" y="23"/>
                      <a:pt x="126" y="23"/>
                    </a:cubicBezTo>
                    <a:cubicBezTo>
                      <a:pt x="125" y="24"/>
                      <a:pt x="125" y="24"/>
                      <a:pt x="126" y="24"/>
                    </a:cubicBezTo>
                    <a:cubicBezTo>
                      <a:pt x="126" y="24"/>
                      <a:pt x="126" y="24"/>
                      <a:pt x="126" y="24"/>
                    </a:cubicBezTo>
                    <a:cubicBezTo>
                      <a:pt x="126" y="25"/>
                      <a:pt x="126" y="25"/>
                      <a:pt x="126" y="25"/>
                    </a:cubicBezTo>
                    <a:cubicBezTo>
                      <a:pt x="126" y="25"/>
                      <a:pt x="126" y="25"/>
                      <a:pt x="126" y="25"/>
                    </a:cubicBezTo>
                    <a:cubicBezTo>
                      <a:pt x="122" y="23"/>
                      <a:pt x="122" y="23"/>
                      <a:pt x="122" y="23"/>
                    </a:cubicBezTo>
                    <a:cubicBezTo>
                      <a:pt x="123" y="23"/>
                      <a:pt x="123" y="23"/>
                      <a:pt x="123" y="23"/>
                    </a:cubicBezTo>
                    <a:cubicBezTo>
                      <a:pt x="123" y="23"/>
                      <a:pt x="123" y="23"/>
                      <a:pt x="123" y="23"/>
                    </a:cubicBezTo>
                    <a:cubicBezTo>
                      <a:pt x="123" y="23"/>
                      <a:pt x="124" y="23"/>
                      <a:pt x="124" y="23"/>
                    </a:cubicBezTo>
                    <a:cubicBezTo>
                      <a:pt x="124" y="23"/>
                      <a:pt x="124" y="23"/>
                      <a:pt x="124" y="23"/>
                    </a:cubicBezTo>
                    <a:cubicBezTo>
                      <a:pt x="130" y="11"/>
                      <a:pt x="130" y="11"/>
                      <a:pt x="130" y="11"/>
                    </a:cubicBezTo>
                    <a:cubicBezTo>
                      <a:pt x="130" y="11"/>
                      <a:pt x="130" y="11"/>
                      <a:pt x="130" y="10"/>
                    </a:cubicBezTo>
                    <a:cubicBezTo>
                      <a:pt x="130" y="10"/>
                      <a:pt x="130" y="10"/>
                      <a:pt x="130" y="10"/>
                    </a:cubicBezTo>
                    <a:cubicBezTo>
                      <a:pt x="129" y="10"/>
                      <a:pt x="129" y="10"/>
                      <a:pt x="129" y="10"/>
                    </a:cubicBezTo>
                    <a:cubicBezTo>
                      <a:pt x="130" y="9"/>
                      <a:pt x="130" y="9"/>
                      <a:pt x="130" y="9"/>
                    </a:cubicBezTo>
                    <a:cubicBezTo>
                      <a:pt x="134" y="12"/>
                      <a:pt x="134" y="12"/>
                      <a:pt x="134" y="12"/>
                    </a:cubicBezTo>
                    <a:cubicBezTo>
                      <a:pt x="135" y="12"/>
                      <a:pt x="136" y="13"/>
                      <a:pt x="137" y="14"/>
                    </a:cubicBezTo>
                    <a:cubicBezTo>
                      <a:pt x="137" y="15"/>
                      <a:pt x="137" y="16"/>
                      <a:pt x="136" y="17"/>
                    </a:cubicBezTo>
                    <a:close/>
                    <a:moveTo>
                      <a:pt x="129" y="17"/>
                    </a:moveTo>
                    <a:cubicBezTo>
                      <a:pt x="131" y="18"/>
                      <a:pt x="131" y="18"/>
                      <a:pt x="131" y="18"/>
                    </a:cubicBezTo>
                    <a:cubicBezTo>
                      <a:pt x="131" y="18"/>
                      <a:pt x="132" y="18"/>
                      <a:pt x="133" y="18"/>
                    </a:cubicBezTo>
                    <a:cubicBezTo>
                      <a:pt x="134" y="18"/>
                      <a:pt x="134" y="17"/>
                      <a:pt x="135" y="16"/>
                    </a:cubicBezTo>
                    <a:cubicBezTo>
                      <a:pt x="135" y="15"/>
                      <a:pt x="136" y="15"/>
                      <a:pt x="135" y="14"/>
                    </a:cubicBezTo>
                    <a:cubicBezTo>
                      <a:pt x="135" y="13"/>
                      <a:pt x="135" y="12"/>
                      <a:pt x="133" y="12"/>
                    </a:cubicBezTo>
                    <a:cubicBezTo>
                      <a:pt x="133" y="11"/>
                      <a:pt x="133" y="11"/>
                      <a:pt x="133" y="11"/>
                    </a:cubicBezTo>
                    <a:cubicBezTo>
                      <a:pt x="132" y="11"/>
                      <a:pt x="132" y="11"/>
                      <a:pt x="132" y="11"/>
                    </a:cubicBezTo>
                    <a:cubicBezTo>
                      <a:pt x="132" y="11"/>
                      <a:pt x="132" y="11"/>
                      <a:pt x="132" y="12"/>
                    </a:cubicBezTo>
                    <a:cubicBezTo>
                      <a:pt x="129" y="17"/>
                      <a:pt x="129" y="17"/>
                      <a:pt x="129" y="17"/>
                    </a:cubicBezTo>
                    <a:close/>
                    <a:moveTo>
                      <a:pt x="141" y="25"/>
                    </a:moveTo>
                    <a:cubicBezTo>
                      <a:pt x="142" y="27"/>
                      <a:pt x="142" y="28"/>
                      <a:pt x="142" y="28"/>
                    </a:cubicBezTo>
                    <a:cubicBezTo>
                      <a:pt x="142" y="29"/>
                      <a:pt x="142" y="30"/>
                      <a:pt x="142" y="30"/>
                    </a:cubicBezTo>
                    <a:cubicBezTo>
                      <a:pt x="141" y="31"/>
                      <a:pt x="141" y="32"/>
                      <a:pt x="140" y="32"/>
                    </a:cubicBezTo>
                    <a:cubicBezTo>
                      <a:pt x="139" y="32"/>
                      <a:pt x="138" y="32"/>
                      <a:pt x="137" y="32"/>
                    </a:cubicBezTo>
                    <a:cubicBezTo>
                      <a:pt x="137" y="31"/>
                      <a:pt x="136" y="30"/>
                      <a:pt x="136" y="29"/>
                    </a:cubicBezTo>
                    <a:cubicBezTo>
                      <a:pt x="135" y="28"/>
                      <a:pt x="136" y="27"/>
                      <a:pt x="136" y="26"/>
                    </a:cubicBezTo>
                    <a:cubicBezTo>
                      <a:pt x="136" y="26"/>
                      <a:pt x="136" y="26"/>
                      <a:pt x="136" y="26"/>
                    </a:cubicBezTo>
                    <a:cubicBezTo>
                      <a:pt x="134" y="30"/>
                      <a:pt x="134" y="30"/>
                      <a:pt x="134" y="30"/>
                    </a:cubicBezTo>
                    <a:cubicBezTo>
                      <a:pt x="134" y="30"/>
                      <a:pt x="134" y="30"/>
                      <a:pt x="134" y="30"/>
                    </a:cubicBezTo>
                    <a:cubicBezTo>
                      <a:pt x="135" y="30"/>
                      <a:pt x="135" y="30"/>
                      <a:pt x="135" y="30"/>
                    </a:cubicBezTo>
                    <a:cubicBezTo>
                      <a:pt x="135" y="30"/>
                      <a:pt x="135" y="30"/>
                      <a:pt x="136" y="31"/>
                    </a:cubicBezTo>
                    <a:cubicBezTo>
                      <a:pt x="136" y="31"/>
                      <a:pt x="136" y="32"/>
                      <a:pt x="137" y="32"/>
                    </a:cubicBezTo>
                    <a:cubicBezTo>
                      <a:pt x="138" y="33"/>
                      <a:pt x="139" y="33"/>
                      <a:pt x="140" y="33"/>
                    </a:cubicBezTo>
                    <a:cubicBezTo>
                      <a:pt x="142" y="33"/>
                      <a:pt x="142" y="32"/>
                      <a:pt x="143" y="31"/>
                    </a:cubicBezTo>
                    <a:cubicBezTo>
                      <a:pt x="144" y="30"/>
                      <a:pt x="144" y="29"/>
                      <a:pt x="144" y="28"/>
                    </a:cubicBezTo>
                    <a:cubicBezTo>
                      <a:pt x="144" y="27"/>
                      <a:pt x="143" y="26"/>
                      <a:pt x="142" y="25"/>
                    </a:cubicBezTo>
                    <a:cubicBezTo>
                      <a:pt x="141" y="23"/>
                      <a:pt x="141" y="22"/>
                      <a:pt x="141" y="22"/>
                    </a:cubicBezTo>
                    <a:cubicBezTo>
                      <a:pt x="141" y="21"/>
                      <a:pt x="141" y="20"/>
                      <a:pt x="141" y="20"/>
                    </a:cubicBezTo>
                    <a:cubicBezTo>
                      <a:pt x="142" y="19"/>
                      <a:pt x="142" y="19"/>
                      <a:pt x="143" y="19"/>
                    </a:cubicBezTo>
                    <a:cubicBezTo>
                      <a:pt x="144" y="18"/>
                      <a:pt x="144" y="18"/>
                      <a:pt x="145" y="19"/>
                    </a:cubicBezTo>
                    <a:cubicBezTo>
                      <a:pt x="146" y="20"/>
                      <a:pt x="147" y="20"/>
                      <a:pt x="147" y="21"/>
                    </a:cubicBezTo>
                    <a:cubicBezTo>
                      <a:pt x="147" y="22"/>
                      <a:pt x="147" y="23"/>
                      <a:pt x="147" y="24"/>
                    </a:cubicBezTo>
                    <a:cubicBezTo>
                      <a:pt x="147" y="24"/>
                      <a:pt x="147" y="24"/>
                      <a:pt x="147" y="24"/>
                    </a:cubicBezTo>
                    <a:cubicBezTo>
                      <a:pt x="149" y="21"/>
                      <a:pt x="149" y="21"/>
                      <a:pt x="149" y="21"/>
                    </a:cubicBezTo>
                    <a:cubicBezTo>
                      <a:pt x="149" y="21"/>
                      <a:pt x="149" y="21"/>
                      <a:pt x="148" y="21"/>
                    </a:cubicBezTo>
                    <a:cubicBezTo>
                      <a:pt x="148" y="21"/>
                      <a:pt x="148" y="21"/>
                      <a:pt x="148" y="21"/>
                    </a:cubicBezTo>
                    <a:cubicBezTo>
                      <a:pt x="148" y="21"/>
                      <a:pt x="147" y="20"/>
                      <a:pt x="147" y="20"/>
                    </a:cubicBezTo>
                    <a:cubicBezTo>
                      <a:pt x="147" y="19"/>
                      <a:pt x="146" y="19"/>
                      <a:pt x="146" y="19"/>
                    </a:cubicBezTo>
                    <a:cubicBezTo>
                      <a:pt x="145" y="18"/>
                      <a:pt x="144" y="18"/>
                      <a:pt x="143" y="18"/>
                    </a:cubicBezTo>
                    <a:cubicBezTo>
                      <a:pt x="141" y="18"/>
                      <a:pt x="141" y="19"/>
                      <a:pt x="140" y="19"/>
                    </a:cubicBezTo>
                    <a:cubicBezTo>
                      <a:pt x="139" y="20"/>
                      <a:pt x="139" y="21"/>
                      <a:pt x="139" y="22"/>
                    </a:cubicBezTo>
                    <a:cubicBezTo>
                      <a:pt x="140" y="23"/>
                      <a:pt x="140" y="24"/>
                      <a:pt x="141" y="25"/>
                    </a:cubicBezTo>
                    <a:close/>
                    <a:moveTo>
                      <a:pt x="154" y="26"/>
                    </a:moveTo>
                    <a:cubicBezTo>
                      <a:pt x="154" y="26"/>
                      <a:pt x="154" y="26"/>
                      <a:pt x="154" y="26"/>
                    </a:cubicBezTo>
                    <a:cubicBezTo>
                      <a:pt x="159" y="31"/>
                      <a:pt x="159" y="31"/>
                      <a:pt x="159" y="31"/>
                    </a:cubicBezTo>
                    <a:cubicBezTo>
                      <a:pt x="159" y="31"/>
                      <a:pt x="159" y="31"/>
                      <a:pt x="159" y="31"/>
                    </a:cubicBezTo>
                    <a:cubicBezTo>
                      <a:pt x="158" y="30"/>
                      <a:pt x="158" y="30"/>
                      <a:pt x="158" y="30"/>
                    </a:cubicBezTo>
                    <a:cubicBezTo>
                      <a:pt x="157" y="29"/>
                      <a:pt x="157" y="29"/>
                      <a:pt x="157" y="29"/>
                    </a:cubicBezTo>
                    <a:cubicBezTo>
                      <a:pt x="157" y="29"/>
                      <a:pt x="157" y="29"/>
                      <a:pt x="156" y="30"/>
                    </a:cubicBezTo>
                    <a:cubicBezTo>
                      <a:pt x="147" y="39"/>
                      <a:pt x="147" y="39"/>
                      <a:pt x="147" y="39"/>
                    </a:cubicBezTo>
                    <a:cubicBezTo>
                      <a:pt x="147" y="39"/>
                      <a:pt x="147" y="39"/>
                      <a:pt x="147" y="40"/>
                    </a:cubicBezTo>
                    <a:cubicBezTo>
                      <a:pt x="147" y="40"/>
                      <a:pt x="147" y="40"/>
                      <a:pt x="148" y="40"/>
                    </a:cubicBezTo>
                    <a:cubicBezTo>
                      <a:pt x="149" y="42"/>
                      <a:pt x="149" y="42"/>
                      <a:pt x="149" y="42"/>
                    </a:cubicBezTo>
                    <a:cubicBezTo>
                      <a:pt x="149" y="42"/>
                      <a:pt x="149" y="42"/>
                      <a:pt x="149" y="42"/>
                    </a:cubicBezTo>
                    <a:cubicBezTo>
                      <a:pt x="143" y="37"/>
                      <a:pt x="143" y="37"/>
                      <a:pt x="143" y="37"/>
                    </a:cubicBezTo>
                    <a:cubicBezTo>
                      <a:pt x="144" y="37"/>
                      <a:pt x="144" y="37"/>
                      <a:pt x="144" y="37"/>
                    </a:cubicBezTo>
                    <a:cubicBezTo>
                      <a:pt x="145" y="38"/>
                      <a:pt x="145" y="38"/>
                      <a:pt x="145" y="38"/>
                    </a:cubicBezTo>
                    <a:cubicBezTo>
                      <a:pt x="146" y="38"/>
                      <a:pt x="146" y="38"/>
                      <a:pt x="146" y="38"/>
                    </a:cubicBezTo>
                    <a:cubicBezTo>
                      <a:pt x="146" y="38"/>
                      <a:pt x="146" y="38"/>
                      <a:pt x="146" y="38"/>
                    </a:cubicBezTo>
                    <a:cubicBezTo>
                      <a:pt x="155" y="29"/>
                      <a:pt x="155" y="29"/>
                      <a:pt x="155" y="29"/>
                    </a:cubicBezTo>
                    <a:cubicBezTo>
                      <a:pt x="155" y="28"/>
                      <a:pt x="156" y="28"/>
                      <a:pt x="156" y="28"/>
                    </a:cubicBezTo>
                    <a:cubicBezTo>
                      <a:pt x="156" y="28"/>
                      <a:pt x="155" y="28"/>
                      <a:pt x="155" y="27"/>
                    </a:cubicBezTo>
                    <a:cubicBezTo>
                      <a:pt x="154" y="26"/>
                      <a:pt x="154" y="26"/>
                      <a:pt x="154" y="26"/>
                    </a:cubicBezTo>
                    <a:close/>
                    <a:moveTo>
                      <a:pt x="155" y="50"/>
                    </a:moveTo>
                    <a:cubicBezTo>
                      <a:pt x="156" y="50"/>
                      <a:pt x="156" y="50"/>
                      <a:pt x="156" y="50"/>
                    </a:cubicBezTo>
                    <a:cubicBezTo>
                      <a:pt x="155" y="49"/>
                      <a:pt x="155" y="49"/>
                      <a:pt x="155" y="49"/>
                    </a:cubicBezTo>
                    <a:cubicBezTo>
                      <a:pt x="155" y="49"/>
                      <a:pt x="155" y="49"/>
                      <a:pt x="155" y="49"/>
                    </a:cubicBezTo>
                    <a:cubicBezTo>
                      <a:pt x="155" y="49"/>
                      <a:pt x="155" y="48"/>
                      <a:pt x="155" y="48"/>
                    </a:cubicBezTo>
                    <a:cubicBezTo>
                      <a:pt x="165" y="40"/>
                      <a:pt x="165" y="40"/>
                      <a:pt x="165" y="40"/>
                    </a:cubicBezTo>
                    <a:cubicBezTo>
                      <a:pt x="166" y="40"/>
                      <a:pt x="166" y="40"/>
                      <a:pt x="166" y="40"/>
                    </a:cubicBezTo>
                    <a:cubicBezTo>
                      <a:pt x="166" y="40"/>
                      <a:pt x="166" y="40"/>
                      <a:pt x="167" y="40"/>
                    </a:cubicBezTo>
                    <a:cubicBezTo>
                      <a:pt x="167" y="41"/>
                      <a:pt x="167" y="42"/>
                      <a:pt x="167" y="42"/>
                    </a:cubicBezTo>
                    <a:cubicBezTo>
                      <a:pt x="167" y="43"/>
                      <a:pt x="167" y="43"/>
                      <a:pt x="166" y="45"/>
                    </a:cubicBezTo>
                    <a:cubicBezTo>
                      <a:pt x="166" y="45"/>
                      <a:pt x="166" y="45"/>
                      <a:pt x="166" y="45"/>
                    </a:cubicBezTo>
                    <a:cubicBezTo>
                      <a:pt x="169" y="42"/>
                      <a:pt x="169" y="42"/>
                      <a:pt x="169" y="42"/>
                    </a:cubicBezTo>
                    <a:cubicBezTo>
                      <a:pt x="163" y="35"/>
                      <a:pt x="163" y="35"/>
                      <a:pt x="163" y="35"/>
                    </a:cubicBezTo>
                    <a:cubicBezTo>
                      <a:pt x="160" y="37"/>
                      <a:pt x="160" y="37"/>
                      <a:pt x="160" y="37"/>
                    </a:cubicBezTo>
                    <a:cubicBezTo>
                      <a:pt x="160" y="37"/>
                      <a:pt x="160" y="37"/>
                      <a:pt x="160" y="37"/>
                    </a:cubicBezTo>
                    <a:cubicBezTo>
                      <a:pt x="162" y="37"/>
                      <a:pt x="163" y="37"/>
                      <a:pt x="163" y="37"/>
                    </a:cubicBezTo>
                    <a:cubicBezTo>
                      <a:pt x="163" y="37"/>
                      <a:pt x="164" y="37"/>
                      <a:pt x="164" y="38"/>
                    </a:cubicBezTo>
                    <a:cubicBezTo>
                      <a:pt x="165" y="38"/>
                      <a:pt x="165" y="38"/>
                      <a:pt x="165" y="38"/>
                    </a:cubicBezTo>
                    <a:cubicBezTo>
                      <a:pt x="165" y="39"/>
                      <a:pt x="165" y="39"/>
                      <a:pt x="164" y="39"/>
                    </a:cubicBezTo>
                    <a:cubicBezTo>
                      <a:pt x="154" y="47"/>
                      <a:pt x="154" y="47"/>
                      <a:pt x="154" y="47"/>
                    </a:cubicBezTo>
                    <a:cubicBezTo>
                      <a:pt x="154" y="47"/>
                      <a:pt x="154" y="47"/>
                      <a:pt x="154" y="47"/>
                    </a:cubicBezTo>
                    <a:cubicBezTo>
                      <a:pt x="154" y="47"/>
                      <a:pt x="153" y="47"/>
                      <a:pt x="153" y="47"/>
                    </a:cubicBezTo>
                    <a:cubicBezTo>
                      <a:pt x="153" y="46"/>
                      <a:pt x="153" y="46"/>
                      <a:pt x="153" y="46"/>
                    </a:cubicBezTo>
                    <a:cubicBezTo>
                      <a:pt x="152" y="47"/>
                      <a:pt x="152" y="47"/>
                      <a:pt x="152" y="47"/>
                    </a:cubicBezTo>
                    <a:cubicBezTo>
                      <a:pt x="155" y="50"/>
                      <a:pt x="155" y="50"/>
                      <a:pt x="155" y="50"/>
                    </a:cubicBezTo>
                    <a:close/>
                    <a:moveTo>
                      <a:pt x="174" y="54"/>
                    </a:moveTo>
                    <a:cubicBezTo>
                      <a:pt x="174" y="54"/>
                      <a:pt x="175" y="54"/>
                      <a:pt x="175" y="53"/>
                    </a:cubicBezTo>
                    <a:cubicBezTo>
                      <a:pt x="175" y="53"/>
                      <a:pt x="175" y="53"/>
                      <a:pt x="174" y="53"/>
                    </a:cubicBezTo>
                    <a:cubicBezTo>
                      <a:pt x="174" y="52"/>
                      <a:pt x="174" y="52"/>
                      <a:pt x="174" y="52"/>
                    </a:cubicBezTo>
                    <a:cubicBezTo>
                      <a:pt x="175" y="52"/>
                      <a:pt x="175" y="52"/>
                      <a:pt x="175" y="52"/>
                    </a:cubicBezTo>
                    <a:cubicBezTo>
                      <a:pt x="177" y="55"/>
                      <a:pt x="177" y="55"/>
                      <a:pt x="177" y="55"/>
                    </a:cubicBezTo>
                    <a:cubicBezTo>
                      <a:pt x="176" y="55"/>
                      <a:pt x="176" y="55"/>
                      <a:pt x="176" y="55"/>
                    </a:cubicBezTo>
                    <a:cubicBezTo>
                      <a:pt x="176" y="55"/>
                      <a:pt x="176" y="55"/>
                      <a:pt x="176" y="55"/>
                    </a:cubicBezTo>
                    <a:cubicBezTo>
                      <a:pt x="176" y="55"/>
                      <a:pt x="176" y="55"/>
                      <a:pt x="175" y="55"/>
                    </a:cubicBezTo>
                    <a:cubicBezTo>
                      <a:pt x="175" y="55"/>
                      <a:pt x="175" y="55"/>
                      <a:pt x="174" y="55"/>
                    </a:cubicBezTo>
                    <a:cubicBezTo>
                      <a:pt x="166" y="56"/>
                      <a:pt x="166" y="56"/>
                      <a:pt x="166" y="56"/>
                    </a:cubicBezTo>
                    <a:cubicBezTo>
                      <a:pt x="162" y="58"/>
                      <a:pt x="162" y="58"/>
                      <a:pt x="162" y="58"/>
                    </a:cubicBezTo>
                    <a:cubicBezTo>
                      <a:pt x="162" y="59"/>
                      <a:pt x="162" y="59"/>
                      <a:pt x="162" y="59"/>
                    </a:cubicBezTo>
                    <a:cubicBezTo>
                      <a:pt x="161" y="59"/>
                      <a:pt x="162" y="59"/>
                      <a:pt x="162" y="60"/>
                    </a:cubicBezTo>
                    <a:cubicBezTo>
                      <a:pt x="162" y="60"/>
                      <a:pt x="162" y="60"/>
                      <a:pt x="162" y="60"/>
                    </a:cubicBezTo>
                    <a:cubicBezTo>
                      <a:pt x="162" y="61"/>
                      <a:pt x="162" y="61"/>
                      <a:pt x="162" y="61"/>
                    </a:cubicBezTo>
                    <a:cubicBezTo>
                      <a:pt x="159" y="56"/>
                      <a:pt x="159" y="56"/>
                      <a:pt x="159" y="56"/>
                    </a:cubicBezTo>
                    <a:cubicBezTo>
                      <a:pt x="160" y="56"/>
                      <a:pt x="160" y="56"/>
                      <a:pt x="160" y="56"/>
                    </a:cubicBezTo>
                    <a:cubicBezTo>
                      <a:pt x="160" y="57"/>
                      <a:pt x="160" y="57"/>
                      <a:pt x="160" y="57"/>
                    </a:cubicBezTo>
                    <a:cubicBezTo>
                      <a:pt x="160" y="57"/>
                      <a:pt x="160" y="57"/>
                      <a:pt x="161" y="57"/>
                    </a:cubicBezTo>
                    <a:cubicBezTo>
                      <a:pt x="161" y="57"/>
                      <a:pt x="161" y="57"/>
                      <a:pt x="161" y="57"/>
                    </a:cubicBezTo>
                    <a:cubicBezTo>
                      <a:pt x="165" y="55"/>
                      <a:pt x="165" y="55"/>
                      <a:pt x="165" y="55"/>
                    </a:cubicBezTo>
                    <a:cubicBezTo>
                      <a:pt x="171" y="48"/>
                      <a:pt x="171" y="48"/>
                      <a:pt x="171" y="48"/>
                    </a:cubicBezTo>
                    <a:cubicBezTo>
                      <a:pt x="171" y="48"/>
                      <a:pt x="171" y="48"/>
                      <a:pt x="171" y="47"/>
                    </a:cubicBezTo>
                    <a:cubicBezTo>
                      <a:pt x="171" y="47"/>
                      <a:pt x="171" y="47"/>
                      <a:pt x="171" y="47"/>
                    </a:cubicBezTo>
                    <a:cubicBezTo>
                      <a:pt x="171" y="46"/>
                      <a:pt x="171" y="46"/>
                      <a:pt x="171" y="46"/>
                    </a:cubicBezTo>
                    <a:cubicBezTo>
                      <a:pt x="171" y="46"/>
                      <a:pt x="171" y="46"/>
                      <a:pt x="171" y="46"/>
                    </a:cubicBezTo>
                    <a:cubicBezTo>
                      <a:pt x="173" y="50"/>
                      <a:pt x="173" y="50"/>
                      <a:pt x="173" y="50"/>
                    </a:cubicBezTo>
                    <a:cubicBezTo>
                      <a:pt x="173" y="50"/>
                      <a:pt x="173" y="50"/>
                      <a:pt x="173" y="50"/>
                    </a:cubicBezTo>
                    <a:cubicBezTo>
                      <a:pt x="173" y="49"/>
                      <a:pt x="173" y="49"/>
                      <a:pt x="173" y="49"/>
                    </a:cubicBezTo>
                    <a:cubicBezTo>
                      <a:pt x="172" y="49"/>
                      <a:pt x="172" y="49"/>
                      <a:pt x="172" y="49"/>
                    </a:cubicBezTo>
                    <a:cubicBezTo>
                      <a:pt x="172" y="49"/>
                      <a:pt x="172" y="49"/>
                      <a:pt x="171" y="49"/>
                    </a:cubicBezTo>
                    <a:cubicBezTo>
                      <a:pt x="167" y="55"/>
                      <a:pt x="167" y="55"/>
                      <a:pt x="167" y="55"/>
                    </a:cubicBezTo>
                    <a:cubicBezTo>
                      <a:pt x="167" y="55"/>
                      <a:pt x="167" y="55"/>
                      <a:pt x="167" y="55"/>
                    </a:cubicBezTo>
                    <a:lnTo>
                      <a:pt x="174" y="54"/>
                    </a:lnTo>
                    <a:close/>
                  </a:path>
                </a:pathLst>
              </a:custGeom>
              <a:solidFill>
                <a:srgbClr val="FFFFFF"/>
              </a:solidFill>
              <a:ln w="3175" cap="flat">
                <a:solidFill>
                  <a:srgbClr val="FFFFFF"/>
                </a:solidFill>
                <a:prstDash val="solid"/>
                <a:miter lim="800000"/>
              </a:ln>
            </p:spPr>
            <p:txBody>
              <a:bodyPr anchor="ctr"/>
              <a:lstStyle/>
              <a:p>
                <a:pPr algn="ctr"/>
                <a:endParaRPr/>
              </a:p>
            </p:txBody>
          </p:sp>
          <p:sp>
            <p:nvSpPr>
              <p:cNvPr id="278" name="ïśľíḓé"/>
              <p:cNvSpPr/>
              <p:nvPr/>
            </p:nvSpPr>
            <p:spPr bwMode="auto">
              <a:xfrm>
                <a:off x="3667126" y="3184525"/>
                <a:ext cx="492125" cy="496888"/>
              </a:xfrm>
              <a:custGeom>
                <a:avLst/>
                <a:gdLst>
                  <a:gd name="T0" fmla="*/ 74 w 149"/>
                  <a:gd name="T1" fmla="*/ 0 h 149"/>
                  <a:gd name="T2" fmla="*/ 149 w 149"/>
                  <a:gd name="T3" fmla="*/ 74 h 149"/>
                  <a:gd name="T4" fmla="*/ 74 w 149"/>
                  <a:gd name="T5" fmla="*/ 149 h 149"/>
                  <a:gd name="T6" fmla="*/ 0 w 149"/>
                  <a:gd name="T7" fmla="*/ 74 h 149"/>
                  <a:gd name="T8" fmla="*/ 74 w 149"/>
                  <a:gd name="T9" fmla="*/ 0 h 149"/>
                  <a:gd name="T10" fmla="*/ 74 w 149"/>
                  <a:gd name="T11" fmla="*/ 2 h 149"/>
                  <a:gd name="T12" fmla="*/ 2 w 149"/>
                  <a:gd name="T13" fmla="*/ 74 h 149"/>
                  <a:gd name="T14" fmla="*/ 74 w 149"/>
                  <a:gd name="T15" fmla="*/ 146 h 149"/>
                  <a:gd name="T16" fmla="*/ 146 w 149"/>
                  <a:gd name="T17" fmla="*/ 74 h 149"/>
                  <a:gd name="T18" fmla="*/ 74 w 149"/>
                  <a:gd name="T19" fmla="*/ 2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49" h="149">
                    <a:moveTo>
                      <a:pt x="74" y="0"/>
                    </a:moveTo>
                    <a:cubicBezTo>
                      <a:pt x="115" y="0"/>
                      <a:pt x="149" y="33"/>
                      <a:pt x="149" y="74"/>
                    </a:cubicBezTo>
                    <a:cubicBezTo>
                      <a:pt x="149" y="115"/>
                      <a:pt x="115" y="149"/>
                      <a:pt x="74" y="149"/>
                    </a:cubicBezTo>
                    <a:cubicBezTo>
                      <a:pt x="33" y="149"/>
                      <a:pt x="0" y="115"/>
                      <a:pt x="0" y="74"/>
                    </a:cubicBezTo>
                    <a:cubicBezTo>
                      <a:pt x="0" y="33"/>
                      <a:pt x="33" y="0"/>
                      <a:pt x="74" y="0"/>
                    </a:cubicBezTo>
                    <a:close/>
                    <a:moveTo>
                      <a:pt x="74" y="2"/>
                    </a:moveTo>
                    <a:cubicBezTo>
                      <a:pt x="35" y="2"/>
                      <a:pt x="2" y="34"/>
                      <a:pt x="2" y="74"/>
                    </a:cubicBezTo>
                    <a:cubicBezTo>
                      <a:pt x="2" y="114"/>
                      <a:pt x="35" y="146"/>
                      <a:pt x="74" y="146"/>
                    </a:cubicBezTo>
                    <a:cubicBezTo>
                      <a:pt x="114" y="146"/>
                      <a:pt x="146" y="114"/>
                      <a:pt x="146" y="74"/>
                    </a:cubicBezTo>
                    <a:cubicBezTo>
                      <a:pt x="146" y="34"/>
                      <a:pt x="114" y="2"/>
                      <a:pt x="74" y="2"/>
                    </a:cubicBezTo>
                    <a:close/>
                  </a:path>
                </a:pathLst>
              </a:custGeom>
              <a:solidFill>
                <a:srgbClr val="00523A"/>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9" name="ïslíḍê"/>
              <p:cNvSpPr/>
              <p:nvPr/>
            </p:nvSpPr>
            <p:spPr bwMode="auto">
              <a:xfrm>
                <a:off x="3775076" y="3248025"/>
                <a:ext cx="274638" cy="146050"/>
              </a:xfrm>
              <a:custGeom>
                <a:avLst/>
                <a:gdLst>
                  <a:gd name="T0" fmla="*/ 10 w 83"/>
                  <a:gd name="T1" fmla="*/ 43 h 44"/>
                  <a:gd name="T2" fmla="*/ 18 w 83"/>
                  <a:gd name="T3" fmla="*/ 39 h 44"/>
                  <a:gd name="T4" fmla="*/ 67 w 83"/>
                  <a:gd name="T5" fmla="*/ 39 h 44"/>
                  <a:gd name="T6" fmla="*/ 73 w 83"/>
                  <a:gd name="T7" fmla="*/ 42 h 44"/>
                  <a:gd name="T8" fmla="*/ 76 w 83"/>
                  <a:gd name="T9" fmla="*/ 43 h 44"/>
                  <a:gd name="T10" fmla="*/ 83 w 83"/>
                  <a:gd name="T11" fmla="*/ 35 h 44"/>
                  <a:gd name="T12" fmla="*/ 76 w 83"/>
                  <a:gd name="T13" fmla="*/ 37 h 44"/>
                  <a:gd name="T14" fmla="*/ 69 w 83"/>
                  <a:gd name="T15" fmla="*/ 33 h 44"/>
                  <a:gd name="T16" fmla="*/ 70 w 83"/>
                  <a:gd name="T17" fmla="*/ 26 h 44"/>
                  <a:gd name="T18" fmla="*/ 64 w 83"/>
                  <a:gd name="T19" fmla="*/ 30 h 44"/>
                  <a:gd name="T20" fmla="*/ 59 w 83"/>
                  <a:gd name="T21" fmla="*/ 31 h 44"/>
                  <a:gd name="T22" fmla="*/ 56 w 83"/>
                  <a:gd name="T23" fmla="*/ 29 h 44"/>
                  <a:gd name="T24" fmla="*/ 56 w 83"/>
                  <a:gd name="T25" fmla="*/ 24 h 44"/>
                  <a:gd name="T26" fmla="*/ 58 w 83"/>
                  <a:gd name="T27" fmla="*/ 23 h 44"/>
                  <a:gd name="T28" fmla="*/ 58 w 83"/>
                  <a:gd name="T29" fmla="*/ 19 h 44"/>
                  <a:gd name="T30" fmla="*/ 54 w 83"/>
                  <a:gd name="T31" fmla="*/ 19 h 44"/>
                  <a:gd name="T32" fmla="*/ 53 w 83"/>
                  <a:gd name="T33" fmla="*/ 21 h 44"/>
                  <a:gd name="T34" fmla="*/ 44 w 83"/>
                  <a:gd name="T35" fmla="*/ 21 h 44"/>
                  <a:gd name="T36" fmla="*/ 43 w 83"/>
                  <a:gd name="T37" fmla="*/ 18 h 44"/>
                  <a:gd name="T38" fmla="*/ 44 w 83"/>
                  <a:gd name="T39" fmla="*/ 13 h 44"/>
                  <a:gd name="T40" fmla="*/ 43 w 83"/>
                  <a:gd name="T41" fmla="*/ 8 h 44"/>
                  <a:gd name="T42" fmla="*/ 43 w 83"/>
                  <a:gd name="T43" fmla="*/ 6 h 44"/>
                  <a:gd name="T44" fmla="*/ 43 w 83"/>
                  <a:gd name="T45" fmla="*/ 2 h 44"/>
                  <a:gd name="T46" fmla="*/ 43 w 83"/>
                  <a:gd name="T47" fmla="*/ 0 h 44"/>
                  <a:gd name="T48" fmla="*/ 40 w 83"/>
                  <a:gd name="T49" fmla="*/ 0 h 44"/>
                  <a:gd name="T50" fmla="*/ 39 w 83"/>
                  <a:gd name="T51" fmla="*/ 2 h 44"/>
                  <a:gd name="T52" fmla="*/ 39 w 83"/>
                  <a:gd name="T53" fmla="*/ 6 h 44"/>
                  <a:gd name="T54" fmla="*/ 39 w 83"/>
                  <a:gd name="T55" fmla="*/ 8 h 44"/>
                  <a:gd name="T56" fmla="*/ 38 w 83"/>
                  <a:gd name="T57" fmla="*/ 13 h 44"/>
                  <a:gd name="T58" fmla="*/ 38 w 83"/>
                  <a:gd name="T59" fmla="*/ 18 h 44"/>
                  <a:gd name="T60" fmla="*/ 38 w 83"/>
                  <a:gd name="T61" fmla="*/ 21 h 44"/>
                  <a:gd name="T62" fmla="*/ 30 w 83"/>
                  <a:gd name="T63" fmla="*/ 21 h 44"/>
                  <a:gd name="T64" fmla="*/ 29 w 83"/>
                  <a:gd name="T65" fmla="*/ 19 h 44"/>
                  <a:gd name="T66" fmla="*/ 25 w 83"/>
                  <a:gd name="T67" fmla="*/ 19 h 44"/>
                  <a:gd name="T68" fmla="*/ 25 w 83"/>
                  <a:gd name="T69" fmla="*/ 23 h 44"/>
                  <a:gd name="T70" fmla="*/ 26 w 83"/>
                  <a:gd name="T71" fmla="*/ 24 h 44"/>
                  <a:gd name="T72" fmla="*/ 27 w 83"/>
                  <a:gd name="T73" fmla="*/ 29 h 44"/>
                  <a:gd name="T74" fmla="*/ 22 w 83"/>
                  <a:gd name="T75" fmla="*/ 31 h 44"/>
                  <a:gd name="T76" fmla="*/ 13 w 83"/>
                  <a:gd name="T77" fmla="*/ 26 h 44"/>
                  <a:gd name="T78" fmla="*/ 13 w 83"/>
                  <a:gd name="T79" fmla="*/ 35 h 44"/>
                  <a:gd name="T80" fmla="*/ 7 w 83"/>
                  <a:gd name="T81" fmla="*/ 37 h 44"/>
                  <a:gd name="T82" fmla="*/ 0 w 83"/>
                  <a:gd name="T83" fmla="*/ 34 h 44"/>
                  <a:gd name="T84" fmla="*/ 5 w 83"/>
                  <a:gd name="T85" fmla="*/ 42 h 44"/>
                  <a:gd name="T86" fmla="*/ 10 w 83"/>
                  <a:gd name="T87" fmla="*/ 43 h 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83" h="44">
                    <a:moveTo>
                      <a:pt x="10" y="43"/>
                    </a:moveTo>
                    <a:cubicBezTo>
                      <a:pt x="18" y="39"/>
                      <a:pt x="18" y="39"/>
                      <a:pt x="18" y="39"/>
                    </a:cubicBezTo>
                    <a:cubicBezTo>
                      <a:pt x="67" y="39"/>
                      <a:pt x="67" y="39"/>
                      <a:pt x="67" y="39"/>
                    </a:cubicBezTo>
                    <a:cubicBezTo>
                      <a:pt x="73" y="42"/>
                      <a:pt x="73" y="42"/>
                      <a:pt x="73" y="42"/>
                    </a:cubicBezTo>
                    <a:cubicBezTo>
                      <a:pt x="74" y="43"/>
                      <a:pt x="75" y="43"/>
                      <a:pt x="76" y="43"/>
                    </a:cubicBezTo>
                    <a:cubicBezTo>
                      <a:pt x="80" y="42"/>
                      <a:pt x="83" y="35"/>
                      <a:pt x="83" y="35"/>
                    </a:cubicBezTo>
                    <a:cubicBezTo>
                      <a:pt x="83" y="35"/>
                      <a:pt x="79" y="38"/>
                      <a:pt x="76" y="37"/>
                    </a:cubicBezTo>
                    <a:cubicBezTo>
                      <a:pt x="73" y="37"/>
                      <a:pt x="69" y="36"/>
                      <a:pt x="69" y="33"/>
                    </a:cubicBezTo>
                    <a:cubicBezTo>
                      <a:pt x="69" y="30"/>
                      <a:pt x="70" y="27"/>
                      <a:pt x="70" y="26"/>
                    </a:cubicBezTo>
                    <a:cubicBezTo>
                      <a:pt x="70" y="26"/>
                      <a:pt x="67" y="29"/>
                      <a:pt x="64" y="30"/>
                    </a:cubicBezTo>
                    <a:cubicBezTo>
                      <a:pt x="61" y="32"/>
                      <a:pt x="60" y="31"/>
                      <a:pt x="59" y="31"/>
                    </a:cubicBezTo>
                    <a:cubicBezTo>
                      <a:pt x="57" y="30"/>
                      <a:pt x="56" y="29"/>
                      <a:pt x="56" y="29"/>
                    </a:cubicBezTo>
                    <a:cubicBezTo>
                      <a:pt x="56" y="24"/>
                      <a:pt x="56" y="24"/>
                      <a:pt x="56" y="24"/>
                    </a:cubicBezTo>
                    <a:cubicBezTo>
                      <a:pt x="58" y="23"/>
                      <a:pt x="58" y="23"/>
                      <a:pt x="58" y="23"/>
                    </a:cubicBezTo>
                    <a:cubicBezTo>
                      <a:pt x="58" y="19"/>
                      <a:pt x="58" y="19"/>
                      <a:pt x="58" y="19"/>
                    </a:cubicBezTo>
                    <a:cubicBezTo>
                      <a:pt x="54" y="19"/>
                      <a:pt x="54" y="19"/>
                      <a:pt x="54" y="19"/>
                    </a:cubicBezTo>
                    <a:cubicBezTo>
                      <a:pt x="54" y="19"/>
                      <a:pt x="54" y="21"/>
                      <a:pt x="53" y="21"/>
                    </a:cubicBezTo>
                    <a:cubicBezTo>
                      <a:pt x="52" y="21"/>
                      <a:pt x="44" y="21"/>
                      <a:pt x="44" y="21"/>
                    </a:cubicBezTo>
                    <a:cubicBezTo>
                      <a:pt x="44" y="21"/>
                      <a:pt x="43" y="20"/>
                      <a:pt x="43" y="18"/>
                    </a:cubicBezTo>
                    <a:cubicBezTo>
                      <a:pt x="44" y="17"/>
                      <a:pt x="44" y="17"/>
                      <a:pt x="44" y="13"/>
                    </a:cubicBezTo>
                    <a:cubicBezTo>
                      <a:pt x="44" y="10"/>
                      <a:pt x="44" y="9"/>
                      <a:pt x="43" y="8"/>
                    </a:cubicBezTo>
                    <a:cubicBezTo>
                      <a:pt x="43" y="7"/>
                      <a:pt x="42" y="7"/>
                      <a:pt x="43" y="6"/>
                    </a:cubicBezTo>
                    <a:cubicBezTo>
                      <a:pt x="44" y="5"/>
                      <a:pt x="44" y="4"/>
                      <a:pt x="43" y="2"/>
                    </a:cubicBezTo>
                    <a:cubicBezTo>
                      <a:pt x="42" y="1"/>
                      <a:pt x="43" y="2"/>
                      <a:pt x="43" y="0"/>
                    </a:cubicBezTo>
                    <a:cubicBezTo>
                      <a:pt x="40" y="0"/>
                      <a:pt x="40" y="0"/>
                      <a:pt x="40" y="0"/>
                    </a:cubicBezTo>
                    <a:cubicBezTo>
                      <a:pt x="39" y="0"/>
                      <a:pt x="40" y="1"/>
                      <a:pt x="39" y="2"/>
                    </a:cubicBezTo>
                    <a:cubicBezTo>
                      <a:pt x="38" y="3"/>
                      <a:pt x="38" y="5"/>
                      <a:pt x="39" y="6"/>
                    </a:cubicBezTo>
                    <a:cubicBezTo>
                      <a:pt x="39" y="7"/>
                      <a:pt x="40" y="7"/>
                      <a:pt x="39" y="8"/>
                    </a:cubicBezTo>
                    <a:cubicBezTo>
                      <a:pt x="38" y="9"/>
                      <a:pt x="38" y="10"/>
                      <a:pt x="38" y="13"/>
                    </a:cubicBezTo>
                    <a:cubicBezTo>
                      <a:pt x="38" y="16"/>
                      <a:pt x="38" y="17"/>
                      <a:pt x="38" y="18"/>
                    </a:cubicBezTo>
                    <a:cubicBezTo>
                      <a:pt x="39" y="20"/>
                      <a:pt x="38" y="21"/>
                      <a:pt x="38" y="21"/>
                    </a:cubicBezTo>
                    <a:cubicBezTo>
                      <a:pt x="37" y="21"/>
                      <a:pt x="30" y="21"/>
                      <a:pt x="30" y="21"/>
                    </a:cubicBezTo>
                    <a:cubicBezTo>
                      <a:pt x="30" y="21"/>
                      <a:pt x="29" y="20"/>
                      <a:pt x="29" y="19"/>
                    </a:cubicBezTo>
                    <a:cubicBezTo>
                      <a:pt x="25" y="19"/>
                      <a:pt x="25" y="19"/>
                      <a:pt x="25" y="19"/>
                    </a:cubicBezTo>
                    <a:cubicBezTo>
                      <a:pt x="25" y="23"/>
                      <a:pt x="25" y="23"/>
                      <a:pt x="25" y="23"/>
                    </a:cubicBezTo>
                    <a:cubicBezTo>
                      <a:pt x="26" y="24"/>
                      <a:pt x="26" y="24"/>
                      <a:pt x="26" y="24"/>
                    </a:cubicBezTo>
                    <a:cubicBezTo>
                      <a:pt x="27" y="29"/>
                      <a:pt x="27" y="29"/>
                      <a:pt x="27" y="29"/>
                    </a:cubicBezTo>
                    <a:cubicBezTo>
                      <a:pt x="27" y="29"/>
                      <a:pt x="24" y="31"/>
                      <a:pt x="22" y="31"/>
                    </a:cubicBezTo>
                    <a:cubicBezTo>
                      <a:pt x="19" y="31"/>
                      <a:pt x="13" y="26"/>
                      <a:pt x="13" y="26"/>
                    </a:cubicBezTo>
                    <a:cubicBezTo>
                      <a:pt x="13" y="26"/>
                      <a:pt x="14" y="33"/>
                      <a:pt x="13" y="35"/>
                    </a:cubicBezTo>
                    <a:cubicBezTo>
                      <a:pt x="13" y="37"/>
                      <a:pt x="10" y="37"/>
                      <a:pt x="7" y="37"/>
                    </a:cubicBezTo>
                    <a:cubicBezTo>
                      <a:pt x="4" y="37"/>
                      <a:pt x="0" y="35"/>
                      <a:pt x="0" y="34"/>
                    </a:cubicBezTo>
                    <a:cubicBezTo>
                      <a:pt x="0" y="34"/>
                      <a:pt x="3" y="40"/>
                      <a:pt x="5" y="42"/>
                    </a:cubicBezTo>
                    <a:cubicBezTo>
                      <a:pt x="7" y="44"/>
                      <a:pt x="10" y="43"/>
                      <a:pt x="10" y="43"/>
                    </a:cubicBez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80" name="íṡļïdê"/>
              <p:cNvSpPr/>
              <p:nvPr/>
            </p:nvSpPr>
            <p:spPr bwMode="auto">
              <a:xfrm>
                <a:off x="3614738" y="3370263"/>
                <a:ext cx="596900" cy="241300"/>
              </a:xfrm>
              <a:custGeom>
                <a:avLst/>
                <a:gdLst>
                  <a:gd name="T0" fmla="*/ 58 w 181"/>
                  <a:gd name="T1" fmla="*/ 72 h 72"/>
                  <a:gd name="T2" fmla="*/ 8 w 181"/>
                  <a:gd name="T3" fmla="*/ 72 h 72"/>
                  <a:gd name="T4" fmla="*/ 3 w 181"/>
                  <a:gd name="T5" fmla="*/ 63 h 72"/>
                  <a:gd name="T6" fmla="*/ 6 w 181"/>
                  <a:gd name="T7" fmla="*/ 63 h 72"/>
                  <a:gd name="T8" fmla="*/ 11 w 181"/>
                  <a:gd name="T9" fmla="*/ 55 h 72"/>
                  <a:gd name="T10" fmla="*/ 14 w 181"/>
                  <a:gd name="T11" fmla="*/ 55 h 72"/>
                  <a:gd name="T12" fmla="*/ 14 w 181"/>
                  <a:gd name="T13" fmla="*/ 29 h 72"/>
                  <a:gd name="T14" fmla="*/ 0 w 181"/>
                  <a:gd name="T15" fmla="*/ 4 h 72"/>
                  <a:gd name="T16" fmla="*/ 30 w 181"/>
                  <a:gd name="T17" fmla="*/ 0 h 72"/>
                  <a:gd name="T18" fmla="*/ 58 w 181"/>
                  <a:gd name="T19" fmla="*/ 8 h 72"/>
                  <a:gd name="T20" fmla="*/ 51 w 181"/>
                  <a:gd name="T21" fmla="*/ 25 h 72"/>
                  <a:gd name="T22" fmla="*/ 131 w 181"/>
                  <a:gd name="T23" fmla="*/ 25 h 72"/>
                  <a:gd name="T24" fmla="*/ 122 w 181"/>
                  <a:gd name="T25" fmla="*/ 8 h 72"/>
                  <a:gd name="T26" fmla="*/ 150 w 181"/>
                  <a:gd name="T27" fmla="*/ 0 h 72"/>
                  <a:gd name="T28" fmla="*/ 181 w 181"/>
                  <a:gd name="T29" fmla="*/ 5 h 72"/>
                  <a:gd name="T30" fmla="*/ 166 w 181"/>
                  <a:gd name="T31" fmla="*/ 28 h 72"/>
                  <a:gd name="T32" fmla="*/ 166 w 181"/>
                  <a:gd name="T33" fmla="*/ 55 h 72"/>
                  <a:gd name="T34" fmla="*/ 171 w 181"/>
                  <a:gd name="T35" fmla="*/ 55 h 72"/>
                  <a:gd name="T36" fmla="*/ 178 w 181"/>
                  <a:gd name="T37" fmla="*/ 65 h 72"/>
                  <a:gd name="T38" fmla="*/ 174 w 181"/>
                  <a:gd name="T39" fmla="*/ 72 h 72"/>
                  <a:gd name="T40" fmla="*/ 58 w 181"/>
                  <a:gd name="T41" fmla="*/ 72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1" h="72">
                    <a:moveTo>
                      <a:pt x="58" y="72"/>
                    </a:moveTo>
                    <a:cubicBezTo>
                      <a:pt x="8" y="72"/>
                      <a:pt x="8" y="72"/>
                      <a:pt x="8" y="72"/>
                    </a:cubicBezTo>
                    <a:cubicBezTo>
                      <a:pt x="3" y="63"/>
                      <a:pt x="3" y="63"/>
                      <a:pt x="3" y="63"/>
                    </a:cubicBezTo>
                    <a:cubicBezTo>
                      <a:pt x="6" y="63"/>
                      <a:pt x="6" y="63"/>
                      <a:pt x="6" y="63"/>
                    </a:cubicBezTo>
                    <a:cubicBezTo>
                      <a:pt x="7" y="61"/>
                      <a:pt x="10" y="57"/>
                      <a:pt x="11" y="55"/>
                    </a:cubicBezTo>
                    <a:cubicBezTo>
                      <a:pt x="12" y="55"/>
                      <a:pt x="13" y="55"/>
                      <a:pt x="14" y="55"/>
                    </a:cubicBezTo>
                    <a:cubicBezTo>
                      <a:pt x="14" y="45"/>
                      <a:pt x="14" y="39"/>
                      <a:pt x="14" y="29"/>
                    </a:cubicBezTo>
                    <a:cubicBezTo>
                      <a:pt x="6" y="25"/>
                      <a:pt x="0" y="19"/>
                      <a:pt x="0" y="4"/>
                    </a:cubicBezTo>
                    <a:cubicBezTo>
                      <a:pt x="13" y="19"/>
                      <a:pt x="25" y="20"/>
                      <a:pt x="30" y="0"/>
                    </a:cubicBezTo>
                    <a:cubicBezTo>
                      <a:pt x="40" y="22"/>
                      <a:pt x="50" y="16"/>
                      <a:pt x="58" y="8"/>
                    </a:cubicBezTo>
                    <a:cubicBezTo>
                      <a:pt x="59" y="17"/>
                      <a:pt x="51" y="24"/>
                      <a:pt x="51" y="25"/>
                    </a:cubicBezTo>
                    <a:cubicBezTo>
                      <a:pt x="131" y="25"/>
                      <a:pt x="131" y="25"/>
                      <a:pt x="131" y="25"/>
                    </a:cubicBezTo>
                    <a:cubicBezTo>
                      <a:pt x="128" y="21"/>
                      <a:pt x="123" y="15"/>
                      <a:pt x="122" y="8"/>
                    </a:cubicBezTo>
                    <a:cubicBezTo>
                      <a:pt x="131" y="18"/>
                      <a:pt x="141" y="23"/>
                      <a:pt x="150" y="0"/>
                    </a:cubicBezTo>
                    <a:cubicBezTo>
                      <a:pt x="160" y="23"/>
                      <a:pt x="169" y="16"/>
                      <a:pt x="181" y="5"/>
                    </a:cubicBezTo>
                    <a:cubicBezTo>
                      <a:pt x="178" y="23"/>
                      <a:pt x="174" y="23"/>
                      <a:pt x="166" y="28"/>
                    </a:cubicBezTo>
                    <a:cubicBezTo>
                      <a:pt x="166" y="38"/>
                      <a:pt x="166" y="45"/>
                      <a:pt x="166" y="55"/>
                    </a:cubicBezTo>
                    <a:cubicBezTo>
                      <a:pt x="168" y="55"/>
                      <a:pt x="169" y="55"/>
                      <a:pt x="171" y="55"/>
                    </a:cubicBezTo>
                    <a:cubicBezTo>
                      <a:pt x="178" y="65"/>
                      <a:pt x="178" y="65"/>
                      <a:pt x="178" y="65"/>
                    </a:cubicBezTo>
                    <a:cubicBezTo>
                      <a:pt x="174" y="72"/>
                      <a:pt x="174" y="72"/>
                      <a:pt x="174" y="72"/>
                    </a:cubicBezTo>
                    <a:lnTo>
                      <a:pt x="58" y="72"/>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81" name="iş1ïďe"/>
              <p:cNvSpPr/>
              <p:nvPr/>
            </p:nvSpPr>
            <p:spPr bwMode="auto">
              <a:xfrm>
                <a:off x="3624263" y="3381375"/>
                <a:ext cx="577850" cy="200025"/>
              </a:xfrm>
              <a:custGeom>
                <a:avLst/>
                <a:gdLst>
                  <a:gd name="T0" fmla="*/ 130 w 175"/>
                  <a:gd name="T1" fmla="*/ 51 h 60"/>
                  <a:gd name="T2" fmla="*/ 130 w 175"/>
                  <a:gd name="T3" fmla="*/ 50 h 60"/>
                  <a:gd name="T4" fmla="*/ 48 w 175"/>
                  <a:gd name="T5" fmla="*/ 50 h 60"/>
                  <a:gd name="T6" fmla="*/ 48 w 175"/>
                  <a:gd name="T7" fmla="*/ 51 h 60"/>
                  <a:gd name="T8" fmla="*/ 52 w 175"/>
                  <a:gd name="T9" fmla="*/ 51 h 60"/>
                  <a:gd name="T10" fmla="*/ 48 w 175"/>
                  <a:gd name="T11" fmla="*/ 60 h 60"/>
                  <a:gd name="T12" fmla="*/ 7 w 175"/>
                  <a:gd name="T13" fmla="*/ 60 h 60"/>
                  <a:gd name="T14" fmla="*/ 10 w 175"/>
                  <a:gd name="T15" fmla="*/ 54 h 60"/>
                  <a:gd name="T16" fmla="*/ 14 w 175"/>
                  <a:gd name="T17" fmla="*/ 54 h 60"/>
                  <a:gd name="T18" fmla="*/ 13 w 175"/>
                  <a:gd name="T19" fmla="*/ 25 h 60"/>
                  <a:gd name="T20" fmla="*/ 0 w 175"/>
                  <a:gd name="T21" fmla="*/ 7 h 60"/>
                  <a:gd name="T22" fmla="*/ 28 w 175"/>
                  <a:gd name="T23" fmla="*/ 0 h 60"/>
                  <a:gd name="T24" fmla="*/ 55 w 175"/>
                  <a:gd name="T25" fmla="*/ 7 h 60"/>
                  <a:gd name="T26" fmla="*/ 48 w 175"/>
                  <a:gd name="T27" fmla="*/ 22 h 60"/>
                  <a:gd name="T28" fmla="*/ 127 w 175"/>
                  <a:gd name="T29" fmla="*/ 22 h 60"/>
                  <a:gd name="T30" fmla="*/ 119 w 175"/>
                  <a:gd name="T31" fmla="*/ 7 h 60"/>
                  <a:gd name="T32" fmla="*/ 147 w 175"/>
                  <a:gd name="T33" fmla="*/ 0 h 60"/>
                  <a:gd name="T34" fmla="*/ 175 w 175"/>
                  <a:gd name="T35" fmla="*/ 7 h 60"/>
                  <a:gd name="T36" fmla="*/ 161 w 175"/>
                  <a:gd name="T37" fmla="*/ 24 h 60"/>
                  <a:gd name="T38" fmla="*/ 161 w 175"/>
                  <a:gd name="T39" fmla="*/ 53 h 60"/>
                  <a:gd name="T40" fmla="*/ 165 w 175"/>
                  <a:gd name="T41" fmla="*/ 53 h 60"/>
                  <a:gd name="T42" fmla="*/ 169 w 175"/>
                  <a:gd name="T43" fmla="*/ 60 h 60"/>
                  <a:gd name="T44" fmla="*/ 128 w 175"/>
                  <a:gd name="T45" fmla="*/ 60 h 60"/>
                  <a:gd name="T46" fmla="*/ 124 w 175"/>
                  <a:gd name="T47" fmla="*/ 51 h 60"/>
                  <a:gd name="T48" fmla="*/ 130 w 175"/>
                  <a:gd name="T49" fmla="*/ 51 h 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75" h="60">
                    <a:moveTo>
                      <a:pt x="130" y="51"/>
                    </a:moveTo>
                    <a:cubicBezTo>
                      <a:pt x="130" y="50"/>
                      <a:pt x="130" y="50"/>
                      <a:pt x="130" y="50"/>
                    </a:cubicBezTo>
                    <a:cubicBezTo>
                      <a:pt x="48" y="50"/>
                      <a:pt x="48" y="50"/>
                      <a:pt x="48" y="50"/>
                    </a:cubicBezTo>
                    <a:cubicBezTo>
                      <a:pt x="48" y="51"/>
                      <a:pt x="48" y="51"/>
                      <a:pt x="48" y="51"/>
                    </a:cubicBezTo>
                    <a:cubicBezTo>
                      <a:pt x="52" y="51"/>
                      <a:pt x="52" y="51"/>
                      <a:pt x="52" y="51"/>
                    </a:cubicBezTo>
                    <a:cubicBezTo>
                      <a:pt x="48" y="60"/>
                      <a:pt x="48" y="60"/>
                      <a:pt x="48" y="60"/>
                    </a:cubicBezTo>
                    <a:cubicBezTo>
                      <a:pt x="34" y="60"/>
                      <a:pt x="20" y="60"/>
                      <a:pt x="7" y="60"/>
                    </a:cubicBezTo>
                    <a:cubicBezTo>
                      <a:pt x="8" y="58"/>
                      <a:pt x="9" y="56"/>
                      <a:pt x="10" y="54"/>
                    </a:cubicBezTo>
                    <a:cubicBezTo>
                      <a:pt x="11" y="54"/>
                      <a:pt x="12" y="54"/>
                      <a:pt x="14" y="54"/>
                    </a:cubicBezTo>
                    <a:cubicBezTo>
                      <a:pt x="14" y="44"/>
                      <a:pt x="13" y="34"/>
                      <a:pt x="13" y="25"/>
                    </a:cubicBezTo>
                    <a:cubicBezTo>
                      <a:pt x="5" y="20"/>
                      <a:pt x="1" y="14"/>
                      <a:pt x="0" y="7"/>
                    </a:cubicBezTo>
                    <a:cubicBezTo>
                      <a:pt x="12" y="18"/>
                      <a:pt x="22" y="17"/>
                      <a:pt x="28" y="0"/>
                    </a:cubicBezTo>
                    <a:cubicBezTo>
                      <a:pt x="37" y="22"/>
                      <a:pt x="47" y="15"/>
                      <a:pt x="55" y="7"/>
                    </a:cubicBezTo>
                    <a:cubicBezTo>
                      <a:pt x="55" y="14"/>
                      <a:pt x="50" y="17"/>
                      <a:pt x="48" y="22"/>
                    </a:cubicBezTo>
                    <a:cubicBezTo>
                      <a:pt x="127" y="22"/>
                      <a:pt x="127" y="22"/>
                      <a:pt x="127" y="22"/>
                    </a:cubicBezTo>
                    <a:cubicBezTo>
                      <a:pt x="125" y="18"/>
                      <a:pt x="120" y="14"/>
                      <a:pt x="119" y="7"/>
                    </a:cubicBezTo>
                    <a:cubicBezTo>
                      <a:pt x="127" y="15"/>
                      <a:pt x="137" y="22"/>
                      <a:pt x="147" y="0"/>
                    </a:cubicBezTo>
                    <a:cubicBezTo>
                      <a:pt x="153" y="17"/>
                      <a:pt x="163" y="18"/>
                      <a:pt x="175" y="7"/>
                    </a:cubicBezTo>
                    <a:cubicBezTo>
                      <a:pt x="173" y="14"/>
                      <a:pt x="169" y="19"/>
                      <a:pt x="161" y="24"/>
                    </a:cubicBezTo>
                    <a:cubicBezTo>
                      <a:pt x="161" y="34"/>
                      <a:pt x="161" y="44"/>
                      <a:pt x="161" y="53"/>
                    </a:cubicBezTo>
                    <a:cubicBezTo>
                      <a:pt x="162" y="53"/>
                      <a:pt x="164" y="53"/>
                      <a:pt x="165" y="53"/>
                    </a:cubicBezTo>
                    <a:cubicBezTo>
                      <a:pt x="166" y="55"/>
                      <a:pt x="167" y="58"/>
                      <a:pt x="169" y="60"/>
                    </a:cubicBezTo>
                    <a:cubicBezTo>
                      <a:pt x="155" y="60"/>
                      <a:pt x="142" y="60"/>
                      <a:pt x="128" y="60"/>
                    </a:cubicBezTo>
                    <a:cubicBezTo>
                      <a:pt x="124" y="51"/>
                      <a:pt x="124" y="51"/>
                      <a:pt x="124" y="51"/>
                    </a:cubicBezTo>
                    <a:lnTo>
                      <a:pt x="130" y="51"/>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82" name="ïṩḷíḍé"/>
              <p:cNvSpPr/>
              <p:nvPr/>
            </p:nvSpPr>
            <p:spPr bwMode="auto">
              <a:xfrm>
                <a:off x="4065588"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3" name="ïśľíḍè"/>
              <p:cNvSpPr/>
              <p:nvPr/>
            </p:nvSpPr>
            <p:spPr bwMode="auto">
              <a:xfrm>
                <a:off x="3740151"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4" name="í$ḻîḋè"/>
              <p:cNvSpPr/>
              <p:nvPr/>
            </p:nvSpPr>
            <p:spPr bwMode="auto">
              <a:xfrm>
                <a:off x="4125913"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5" name="iṣļíḋe"/>
              <p:cNvSpPr/>
              <p:nvPr/>
            </p:nvSpPr>
            <p:spPr bwMode="auto">
              <a:xfrm>
                <a:off x="3709988"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6" name="iṩḷiḓé"/>
              <p:cNvSpPr/>
              <p:nvPr/>
            </p:nvSpPr>
            <p:spPr bwMode="auto">
              <a:xfrm>
                <a:off x="4095751"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7" name="iSľiḍè"/>
              <p:cNvSpPr/>
              <p:nvPr/>
            </p:nvSpPr>
            <p:spPr bwMode="auto">
              <a:xfrm>
                <a:off x="3663951" y="3460750"/>
                <a:ext cx="495300" cy="317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8" name="ïṩḷîḍe"/>
              <p:cNvSpPr/>
              <p:nvPr/>
            </p:nvSpPr>
            <p:spPr bwMode="auto">
              <a:xfrm>
                <a:off x="3663951" y="3473450"/>
                <a:ext cx="115888"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9" name="íšḻiḑê"/>
              <p:cNvSpPr/>
              <p:nvPr/>
            </p:nvSpPr>
            <p:spPr bwMode="auto">
              <a:xfrm>
                <a:off x="3789363" y="3473450"/>
                <a:ext cx="428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0" name="ïṩļïďè"/>
              <p:cNvSpPr/>
              <p:nvPr/>
            </p:nvSpPr>
            <p:spPr bwMode="auto">
              <a:xfrm>
                <a:off x="3851276" y="3473450"/>
                <a:ext cx="57150"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1" name="îṥlïḋê"/>
              <p:cNvSpPr/>
              <p:nvPr/>
            </p:nvSpPr>
            <p:spPr bwMode="auto">
              <a:xfrm>
                <a:off x="3917951" y="3473450"/>
                <a:ext cx="555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2" name="îṧľïdè"/>
              <p:cNvSpPr/>
              <p:nvPr/>
            </p:nvSpPr>
            <p:spPr bwMode="auto">
              <a:xfrm>
                <a:off x="3994151" y="3473450"/>
                <a:ext cx="428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3" name="iSḷîḓê"/>
              <p:cNvSpPr/>
              <p:nvPr/>
            </p:nvSpPr>
            <p:spPr bwMode="auto">
              <a:xfrm>
                <a:off x="4046538" y="3473450"/>
                <a:ext cx="11271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4" name="îślíďè"/>
              <p:cNvSpPr/>
              <p:nvPr/>
            </p:nvSpPr>
            <p:spPr bwMode="auto">
              <a:xfrm>
                <a:off x="3979863" y="3473450"/>
                <a:ext cx="7938"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5" name="iSḻïḍè"/>
              <p:cNvSpPr/>
              <p:nvPr/>
            </p:nvSpPr>
            <p:spPr bwMode="auto">
              <a:xfrm>
                <a:off x="3838576" y="3473450"/>
                <a:ext cx="6350"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6" name="ïṡliḑê"/>
              <p:cNvSpPr/>
              <p:nvPr/>
            </p:nvSpPr>
            <p:spPr bwMode="auto">
              <a:xfrm>
                <a:off x="3851276" y="3384550"/>
                <a:ext cx="26988"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97" name="islïďé"/>
              <p:cNvSpPr/>
              <p:nvPr/>
            </p:nvSpPr>
            <p:spPr bwMode="auto">
              <a:xfrm>
                <a:off x="3817938" y="3384550"/>
                <a:ext cx="26988" cy="15875"/>
              </a:xfrm>
              <a:custGeom>
                <a:avLst/>
                <a:gdLst>
                  <a:gd name="T0" fmla="*/ 7 w 8"/>
                  <a:gd name="T1" fmla="*/ 0 h 5"/>
                  <a:gd name="T2" fmla="*/ 8 w 8"/>
                  <a:gd name="T3" fmla="*/ 2 h 5"/>
                  <a:gd name="T4" fmla="*/ 1 w 8"/>
                  <a:gd name="T5" fmla="*/ 5 h 5"/>
                  <a:gd name="T6" fmla="*/ 7 w 8"/>
                  <a:gd name="T7" fmla="*/ 0 h 5"/>
                  <a:gd name="T8" fmla="*/ 7 w 8"/>
                  <a:gd name="T9" fmla="*/ 0 h 5"/>
                  <a:gd name="T10" fmla="*/ 7 w 8"/>
                  <a:gd name="T11" fmla="*/ 0 h 5"/>
                </a:gdLst>
                <a:ahLst/>
                <a:cxnLst>
                  <a:cxn ang="0">
                    <a:pos x="T0" y="T1"/>
                  </a:cxn>
                  <a:cxn ang="0">
                    <a:pos x="T2" y="T3"/>
                  </a:cxn>
                  <a:cxn ang="0">
                    <a:pos x="T4" y="T5"/>
                  </a:cxn>
                  <a:cxn ang="0">
                    <a:pos x="T6" y="T7"/>
                  </a:cxn>
                  <a:cxn ang="0">
                    <a:pos x="T8" y="T9"/>
                  </a:cxn>
                  <a:cxn ang="0">
                    <a:pos x="T10" y="T11"/>
                  </a:cxn>
                </a:cxnLst>
                <a:rect l="0" t="0" r="r" b="b"/>
                <a:pathLst>
                  <a:path w="8" h="5">
                    <a:moveTo>
                      <a:pt x="7" y="0"/>
                    </a:moveTo>
                    <a:cubicBezTo>
                      <a:pt x="8" y="2"/>
                      <a:pt x="8" y="2"/>
                      <a:pt x="8" y="2"/>
                    </a:cubicBezTo>
                    <a:cubicBezTo>
                      <a:pt x="1" y="5"/>
                      <a:pt x="1" y="5"/>
                      <a:pt x="1" y="5"/>
                    </a:cubicBezTo>
                    <a:cubicBezTo>
                      <a:pt x="1" y="5"/>
                      <a:pt x="0" y="2"/>
                      <a:pt x="7" y="0"/>
                    </a:cubicBezTo>
                    <a:close/>
                    <a:moveTo>
                      <a:pt x="7" y="0"/>
                    </a:moveTo>
                    <a:cubicBezTo>
                      <a:pt x="7" y="0"/>
                      <a:pt x="7" y="0"/>
                      <a:pt x="7"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98" name="îṥḷîdé"/>
              <p:cNvSpPr/>
              <p:nvPr/>
            </p:nvSpPr>
            <p:spPr bwMode="auto">
              <a:xfrm>
                <a:off x="3983038" y="3384550"/>
                <a:ext cx="26988" cy="15875"/>
              </a:xfrm>
              <a:custGeom>
                <a:avLst/>
                <a:gdLst>
                  <a:gd name="T0" fmla="*/ 1 w 8"/>
                  <a:gd name="T1" fmla="*/ 0 h 5"/>
                  <a:gd name="T2" fmla="*/ 0 w 8"/>
                  <a:gd name="T3" fmla="*/ 2 h 5"/>
                  <a:gd name="T4" fmla="*/ 7 w 8"/>
                  <a:gd name="T5" fmla="*/ 5 h 5"/>
                  <a:gd name="T6" fmla="*/ 1 w 8"/>
                  <a:gd name="T7" fmla="*/ 0 h 5"/>
                  <a:gd name="T8" fmla="*/ 1 w 8"/>
                  <a:gd name="T9" fmla="*/ 0 h 5"/>
                  <a:gd name="T10" fmla="*/ 1 w 8"/>
                  <a:gd name="T11" fmla="*/ 0 h 5"/>
                </a:gdLst>
                <a:ahLst/>
                <a:cxnLst>
                  <a:cxn ang="0">
                    <a:pos x="T0" y="T1"/>
                  </a:cxn>
                  <a:cxn ang="0">
                    <a:pos x="T2" y="T3"/>
                  </a:cxn>
                  <a:cxn ang="0">
                    <a:pos x="T4" y="T5"/>
                  </a:cxn>
                  <a:cxn ang="0">
                    <a:pos x="T6" y="T7"/>
                  </a:cxn>
                  <a:cxn ang="0">
                    <a:pos x="T8" y="T9"/>
                  </a:cxn>
                  <a:cxn ang="0">
                    <a:pos x="T10" y="T11"/>
                  </a:cxn>
                </a:cxnLst>
                <a:rect l="0" t="0" r="r" b="b"/>
                <a:pathLst>
                  <a:path w="8" h="5">
                    <a:moveTo>
                      <a:pt x="1" y="0"/>
                    </a:moveTo>
                    <a:cubicBezTo>
                      <a:pt x="0" y="2"/>
                      <a:pt x="0" y="2"/>
                      <a:pt x="0" y="2"/>
                    </a:cubicBezTo>
                    <a:cubicBezTo>
                      <a:pt x="7" y="5"/>
                      <a:pt x="7" y="5"/>
                      <a:pt x="7" y="5"/>
                    </a:cubicBezTo>
                    <a:cubicBezTo>
                      <a:pt x="7" y="5"/>
                      <a:pt x="8" y="2"/>
                      <a:pt x="1" y="0"/>
                    </a:cubicBezTo>
                    <a:close/>
                    <a:moveTo>
                      <a:pt x="1" y="0"/>
                    </a:moveTo>
                    <a:cubicBezTo>
                      <a:pt x="1" y="0"/>
                      <a:pt x="1" y="0"/>
                      <a:pt x="1"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99" name="isḷîḋé"/>
              <p:cNvSpPr/>
              <p:nvPr/>
            </p:nvSpPr>
            <p:spPr bwMode="auto">
              <a:xfrm>
                <a:off x="3884613" y="3384550"/>
                <a:ext cx="26988"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0" name="iśḷïḑè"/>
              <p:cNvSpPr/>
              <p:nvPr/>
            </p:nvSpPr>
            <p:spPr bwMode="auto">
              <a:xfrm>
                <a:off x="3917951" y="3384550"/>
                <a:ext cx="25400"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1" name="iṧľiďé"/>
              <p:cNvSpPr/>
              <p:nvPr/>
            </p:nvSpPr>
            <p:spPr bwMode="auto">
              <a:xfrm>
                <a:off x="3951288" y="3384550"/>
                <a:ext cx="25400"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2" name="išľïḍé"/>
              <p:cNvSpPr/>
              <p:nvPr/>
            </p:nvSpPr>
            <p:spPr bwMode="auto">
              <a:xfrm>
                <a:off x="3771901" y="3484563"/>
                <a:ext cx="7938"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3" name="îŝlîḑè"/>
              <p:cNvSpPr/>
              <p:nvPr/>
            </p:nvSpPr>
            <p:spPr bwMode="auto">
              <a:xfrm>
                <a:off x="3786188" y="3484563"/>
                <a:ext cx="46038" cy="60325"/>
              </a:xfrm>
              <a:custGeom>
                <a:avLst/>
                <a:gdLst>
                  <a:gd name="T0" fmla="*/ 8 w 29"/>
                  <a:gd name="T1" fmla="*/ 0 h 38"/>
                  <a:gd name="T2" fmla="*/ 20 w 29"/>
                  <a:gd name="T3" fmla="*/ 0 h 38"/>
                  <a:gd name="T4" fmla="*/ 29 w 29"/>
                  <a:gd name="T5" fmla="*/ 8 h 38"/>
                  <a:gd name="T6" fmla="*/ 29 w 29"/>
                  <a:gd name="T7" fmla="*/ 38 h 38"/>
                  <a:gd name="T8" fmla="*/ 0 w 29"/>
                  <a:gd name="T9" fmla="*/ 38 h 38"/>
                  <a:gd name="T10" fmla="*/ 0 w 29"/>
                  <a:gd name="T11" fmla="*/ 8 h 38"/>
                  <a:gd name="T12" fmla="*/ 8 w 29"/>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29" h="38">
                    <a:moveTo>
                      <a:pt x="8" y="0"/>
                    </a:moveTo>
                    <a:lnTo>
                      <a:pt x="20" y="0"/>
                    </a:lnTo>
                    <a:lnTo>
                      <a:pt x="29" y="8"/>
                    </a:lnTo>
                    <a:lnTo>
                      <a:pt x="29" y="38"/>
                    </a:lnTo>
                    <a:lnTo>
                      <a:pt x="0" y="38"/>
                    </a:lnTo>
                    <a:lnTo>
                      <a:pt x="0" y="8"/>
                    </a:lnTo>
                    <a:lnTo>
                      <a:pt x="8"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4" name="îṩḻíḓe"/>
              <p:cNvSpPr/>
              <p:nvPr/>
            </p:nvSpPr>
            <p:spPr bwMode="auto">
              <a:xfrm>
                <a:off x="3994151" y="3484563"/>
                <a:ext cx="46038" cy="60325"/>
              </a:xfrm>
              <a:custGeom>
                <a:avLst/>
                <a:gdLst>
                  <a:gd name="T0" fmla="*/ 8 w 29"/>
                  <a:gd name="T1" fmla="*/ 0 h 38"/>
                  <a:gd name="T2" fmla="*/ 18 w 29"/>
                  <a:gd name="T3" fmla="*/ 0 h 38"/>
                  <a:gd name="T4" fmla="*/ 29 w 29"/>
                  <a:gd name="T5" fmla="*/ 8 h 38"/>
                  <a:gd name="T6" fmla="*/ 29 w 29"/>
                  <a:gd name="T7" fmla="*/ 38 h 38"/>
                  <a:gd name="T8" fmla="*/ 0 w 29"/>
                  <a:gd name="T9" fmla="*/ 38 h 38"/>
                  <a:gd name="T10" fmla="*/ 0 w 29"/>
                  <a:gd name="T11" fmla="*/ 8 h 38"/>
                  <a:gd name="T12" fmla="*/ 8 w 29"/>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29" h="38">
                    <a:moveTo>
                      <a:pt x="8" y="0"/>
                    </a:moveTo>
                    <a:lnTo>
                      <a:pt x="18" y="0"/>
                    </a:lnTo>
                    <a:lnTo>
                      <a:pt x="29" y="8"/>
                    </a:lnTo>
                    <a:lnTo>
                      <a:pt x="29" y="38"/>
                    </a:lnTo>
                    <a:lnTo>
                      <a:pt x="0" y="38"/>
                    </a:lnTo>
                    <a:lnTo>
                      <a:pt x="0" y="8"/>
                    </a:lnTo>
                    <a:lnTo>
                      <a:pt x="8"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5" name="î$1îdè"/>
              <p:cNvSpPr/>
              <p:nvPr/>
            </p:nvSpPr>
            <p:spPr bwMode="auto">
              <a:xfrm>
                <a:off x="3851276" y="3484563"/>
                <a:ext cx="122238" cy="60325"/>
              </a:xfrm>
              <a:custGeom>
                <a:avLst/>
                <a:gdLst>
                  <a:gd name="T0" fmla="*/ 9 w 77"/>
                  <a:gd name="T1" fmla="*/ 0 h 38"/>
                  <a:gd name="T2" fmla="*/ 69 w 77"/>
                  <a:gd name="T3" fmla="*/ 0 h 38"/>
                  <a:gd name="T4" fmla="*/ 77 w 77"/>
                  <a:gd name="T5" fmla="*/ 8 h 38"/>
                  <a:gd name="T6" fmla="*/ 77 w 77"/>
                  <a:gd name="T7" fmla="*/ 38 h 38"/>
                  <a:gd name="T8" fmla="*/ 0 w 77"/>
                  <a:gd name="T9" fmla="*/ 38 h 38"/>
                  <a:gd name="T10" fmla="*/ 0 w 77"/>
                  <a:gd name="T11" fmla="*/ 8 h 38"/>
                  <a:gd name="T12" fmla="*/ 9 w 77"/>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77" h="38">
                    <a:moveTo>
                      <a:pt x="9" y="0"/>
                    </a:moveTo>
                    <a:lnTo>
                      <a:pt x="69" y="0"/>
                    </a:lnTo>
                    <a:lnTo>
                      <a:pt x="77" y="8"/>
                    </a:lnTo>
                    <a:lnTo>
                      <a:pt x="77" y="38"/>
                    </a:lnTo>
                    <a:lnTo>
                      <a:pt x="0" y="38"/>
                    </a:lnTo>
                    <a:lnTo>
                      <a:pt x="0" y="8"/>
                    </a:lnTo>
                    <a:lnTo>
                      <a:pt x="9"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6" name="iśľïḓe"/>
              <p:cNvSpPr/>
              <p:nvPr/>
            </p:nvSpPr>
            <p:spPr bwMode="auto">
              <a:xfrm>
                <a:off x="4046538" y="3484563"/>
                <a:ext cx="6350"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7" name="iṣļïḑè"/>
              <p:cNvSpPr/>
              <p:nvPr/>
            </p:nvSpPr>
            <p:spPr bwMode="auto">
              <a:xfrm>
                <a:off x="3838576" y="3484563"/>
                <a:ext cx="6350"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8" name="iṡḷidé"/>
              <p:cNvSpPr/>
              <p:nvPr/>
            </p:nvSpPr>
            <p:spPr bwMode="auto">
              <a:xfrm>
                <a:off x="3979863" y="3484563"/>
                <a:ext cx="3175"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9" name="íṡḷíḋe"/>
              <p:cNvSpPr/>
              <p:nvPr/>
            </p:nvSpPr>
            <p:spPr bwMode="auto">
              <a:xfrm>
                <a:off x="3811588" y="3551238"/>
                <a:ext cx="20478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0" name="íŝ1iḑê"/>
              <p:cNvSpPr/>
              <p:nvPr/>
            </p:nvSpPr>
            <p:spPr bwMode="auto">
              <a:xfrm>
                <a:off x="3805238" y="3557588"/>
                <a:ext cx="214313"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1" name="îṩḷiḑe"/>
              <p:cNvSpPr/>
              <p:nvPr/>
            </p:nvSpPr>
            <p:spPr bwMode="auto">
              <a:xfrm>
                <a:off x="3802063" y="3567113"/>
                <a:ext cx="220663" cy="1588"/>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2" name="iṧḻiḑê"/>
              <p:cNvSpPr/>
              <p:nvPr/>
            </p:nvSpPr>
            <p:spPr bwMode="auto">
              <a:xfrm>
                <a:off x="3802063" y="3570288"/>
                <a:ext cx="22383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3" name="ïṣḻîḋè"/>
              <p:cNvSpPr/>
              <p:nvPr/>
            </p:nvSpPr>
            <p:spPr bwMode="auto">
              <a:xfrm>
                <a:off x="3795713" y="3581400"/>
                <a:ext cx="234950"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4" name="îṡ1îḍé"/>
              <p:cNvSpPr/>
              <p:nvPr/>
            </p:nvSpPr>
            <p:spPr bwMode="auto">
              <a:xfrm>
                <a:off x="3633788" y="3587750"/>
                <a:ext cx="560388" cy="6350"/>
              </a:xfrm>
              <a:custGeom>
                <a:avLst/>
                <a:gdLst>
                  <a:gd name="T0" fmla="*/ 0 w 353"/>
                  <a:gd name="T1" fmla="*/ 0 h 4"/>
                  <a:gd name="T2" fmla="*/ 353 w 353"/>
                  <a:gd name="T3" fmla="*/ 0 h 4"/>
                  <a:gd name="T4" fmla="*/ 351 w 353"/>
                  <a:gd name="T5" fmla="*/ 4 h 4"/>
                  <a:gd name="T6" fmla="*/ 2 w 353"/>
                  <a:gd name="T7" fmla="*/ 4 h 4"/>
                  <a:gd name="T8" fmla="*/ 0 w 353"/>
                  <a:gd name="T9" fmla="*/ 0 h 4"/>
                </a:gdLst>
                <a:ahLst/>
                <a:cxnLst>
                  <a:cxn ang="0">
                    <a:pos x="T0" y="T1"/>
                  </a:cxn>
                  <a:cxn ang="0">
                    <a:pos x="T2" y="T3"/>
                  </a:cxn>
                  <a:cxn ang="0">
                    <a:pos x="T4" y="T5"/>
                  </a:cxn>
                  <a:cxn ang="0">
                    <a:pos x="T6" y="T7"/>
                  </a:cxn>
                  <a:cxn ang="0">
                    <a:pos x="T8" y="T9"/>
                  </a:cxn>
                </a:cxnLst>
                <a:rect l="0" t="0" r="r" b="b"/>
                <a:pathLst>
                  <a:path w="353" h="4">
                    <a:moveTo>
                      <a:pt x="0" y="0"/>
                    </a:moveTo>
                    <a:lnTo>
                      <a:pt x="353" y="0"/>
                    </a:lnTo>
                    <a:lnTo>
                      <a:pt x="351" y="4"/>
                    </a:lnTo>
                    <a:lnTo>
                      <a:pt x="2" y="4"/>
                    </a:lnTo>
                    <a:lnTo>
                      <a:pt x="0" y="0"/>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15" name="îš1íḑe"/>
              <p:cNvSpPr/>
              <p:nvPr/>
            </p:nvSpPr>
            <p:spPr bwMode="auto">
              <a:xfrm>
                <a:off x="3640138" y="3600450"/>
                <a:ext cx="547688" cy="6350"/>
              </a:xfrm>
              <a:custGeom>
                <a:avLst/>
                <a:gdLst>
                  <a:gd name="T0" fmla="*/ 0 w 345"/>
                  <a:gd name="T1" fmla="*/ 0 h 4"/>
                  <a:gd name="T2" fmla="*/ 345 w 345"/>
                  <a:gd name="T3" fmla="*/ 0 h 4"/>
                  <a:gd name="T4" fmla="*/ 343 w 345"/>
                  <a:gd name="T5" fmla="*/ 4 h 4"/>
                  <a:gd name="T6" fmla="*/ 2 w 345"/>
                  <a:gd name="T7" fmla="*/ 4 h 4"/>
                  <a:gd name="T8" fmla="*/ 0 w 345"/>
                  <a:gd name="T9" fmla="*/ 0 h 4"/>
                </a:gdLst>
                <a:ahLst/>
                <a:cxnLst>
                  <a:cxn ang="0">
                    <a:pos x="T0" y="T1"/>
                  </a:cxn>
                  <a:cxn ang="0">
                    <a:pos x="T2" y="T3"/>
                  </a:cxn>
                  <a:cxn ang="0">
                    <a:pos x="T4" y="T5"/>
                  </a:cxn>
                  <a:cxn ang="0">
                    <a:pos x="T6" y="T7"/>
                  </a:cxn>
                  <a:cxn ang="0">
                    <a:pos x="T8" y="T9"/>
                  </a:cxn>
                </a:cxnLst>
                <a:rect l="0" t="0" r="r" b="b"/>
                <a:pathLst>
                  <a:path w="345" h="4">
                    <a:moveTo>
                      <a:pt x="0" y="0"/>
                    </a:moveTo>
                    <a:lnTo>
                      <a:pt x="345" y="0"/>
                    </a:lnTo>
                    <a:lnTo>
                      <a:pt x="343" y="4"/>
                    </a:lnTo>
                    <a:lnTo>
                      <a:pt x="2" y="4"/>
                    </a:lnTo>
                    <a:lnTo>
                      <a:pt x="0" y="0"/>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16" name="iš1ïḍe"/>
              <p:cNvSpPr/>
              <p:nvPr/>
            </p:nvSpPr>
            <p:spPr bwMode="auto">
              <a:xfrm>
                <a:off x="3736976" y="3406775"/>
                <a:ext cx="352425" cy="4763"/>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7" name="îSḻîde"/>
              <p:cNvSpPr/>
              <p:nvPr/>
            </p:nvSpPr>
            <p:spPr bwMode="auto">
              <a:xfrm>
                <a:off x="3746501" y="3417888"/>
                <a:ext cx="3333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8" name="î$ḻîḑé"/>
              <p:cNvSpPr/>
              <p:nvPr/>
            </p:nvSpPr>
            <p:spPr bwMode="auto">
              <a:xfrm>
                <a:off x="3805238" y="3417888"/>
                <a:ext cx="211138" cy="1588"/>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9" name="íŝļïḓe"/>
              <p:cNvSpPr/>
              <p:nvPr/>
            </p:nvSpPr>
            <p:spPr bwMode="auto">
              <a:xfrm>
                <a:off x="3811588"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20" name="îS1iḍé"/>
              <p:cNvSpPr/>
              <p:nvPr/>
            </p:nvSpPr>
            <p:spPr bwMode="auto">
              <a:xfrm>
                <a:off x="3802063"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21" name="išlïdé"/>
              <p:cNvSpPr/>
              <p:nvPr/>
            </p:nvSpPr>
            <p:spPr bwMode="auto">
              <a:xfrm>
                <a:off x="3789363" y="3421063"/>
                <a:ext cx="6350"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22" name="ïSlïde"/>
              <p:cNvSpPr/>
              <p:nvPr/>
            </p:nvSpPr>
            <p:spPr bwMode="auto">
              <a:xfrm>
                <a:off x="3822701"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3" name="îşľïďe"/>
              <p:cNvSpPr/>
              <p:nvPr/>
            </p:nvSpPr>
            <p:spPr bwMode="auto">
              <a:xfrm>
                <a:off x="3832226"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4" name="ïşľíďê"/>
              <p:cNvSpPr/>
              <p:nvPr/>
            </p:nvSpPr>
            <p:spPr bwMode="auto">
              <a:xfrm>
                <a:off x="38449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5" name="íś1ïdè"/>
              <p:cNvSpPr/>
              <p:nvPr/>
            </p:nvSpPr>
            <p:spPr bwMode="auto">
              <a:xfrm>
                <a:off x="3854451"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0" y="0"/>
                      <a:pt x="1" y="0"/>
                      <a:pt x="2" y="0"/>
                    </a:cubicBezTo>
                    <a:cubicBezTo>
                      <a:pt x="2" y="3"/>
                      <a:pt x="2" y="6"/>
                      <a:pt x="2"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6" name="iṩḷiḍe"/>
              <p:cNvSpPr/>
              <p:nvPr/>
            </p:nvSpPr>
            <p:spPr bwMode="auto">
              <a:xfrm>
                <a:off x="3865563"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7" name="ïŝ1iďè"/>
              <p:cNvSpPr/>
              <p:nvPr/>
            </p:nvSpPr>
            <p:spPr bwMode="auto">
              <a:xfrm>
                <a:off x="3878263"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8" name="íṩļíḋê"/>
              <p:cNvSpPr/>
              <p:nvPr/>
            </p:nvSpPr>
            <p:spPr bwMode="auto">
              <a:xfrm>
                <a:off x="3887788"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9" name="ïṧ1ïdè"/>
              <p:cNvSpPr/>
              <p:nvPr/>
            </p:nvSpPr>
            <p:spPr bwMode="auto">
              <a:xfrm>
                <a:off x="3897313"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0" name="íŝḻîḍé"/>
              <p:cNvSpPr/>
              <p:nvPr/>
            </p:nvSpPr>
            <p:spPr bwMode="auto">
              <a:xfrm>
                <a:off x="3908426"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1" name="îşḻïḓé"/>
              <p:cNvSpPr/>
              <p:nvPr/>
            </p:nvSpPr>
            <p:spPr bwMode="auto">
              <a:xfrm>
                <a:off x="39211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2" name="íśļíďè"/>
              <p:cNvSpPr/>
              <p:nvPr/>
            </p:nvSpPr>
            <p:spPr bwMode="auto">
              <a:xfrm>
                <a:off x="3930651"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3" name="iŝ1ïdé"/>
              <p:cNvSpPr/>
              <p:nvPr/>
            </p:nvSpPr>
            <p:spPr bwMode="auto">
              <a:xfrm>
                <a:off x="3940176"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4" name="is1ídè"/>
              <p:cNvSpPr/>
              <p:nvPr/>
            </p:nvSpPr>
            <p:spPr bwMode="auto">
              <a:xfrm>
                <a:off x="3951288"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2" y="0"/>
                      <a:pt x="2" y="0"/>
                    </a:cubicBezTo>
                    <a:cubicBezTo>
                      <a:pt x="2" y="3"/>
                      <a:pt x="2" y="6"/>
                      <a:pt x="2" y="9"/>
                    </a:cubicBezTo>
                    <a:cubicBezTo>
                      <a:pt x="2"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5" name="islíďê"/>
              <p:cNvSpPr/>
              <p:nvPr/>
            </p:nvSpPr>
            <p:spPr bwMode="auto">
              <a:xfrm>
                <a:off x="3963988"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6" name="iṩlíḑê"/>
              <p:cNvSpPr/>
              <p:nvPr/>
            </p:nvSpPr>
            <p:spPr bwMode="auto">
              <a:xfrm>
                <a:off x="3973513"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7" name="îṥḷïďê"/>
              <p:cNvSpPr/>
              <p:nvPr/>
            </p:nvSpPr>
            <p:spPr bwMode="auto">
              <a:xfrm>
                <a:off x="3983038"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8" name="íṥḻïďè"/>
              <p:cNvSpPr/>
              <p:nvPr/>
            </p:nvSpPr>
            <p:spPr bwMode="auto">
              <a:xfrm>
                <a:off x="39973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9" name="íṡḷíḍè"/>
              <p:cNvSpPr/>
              <p:nvPr/>
            </p:nvSpPr>
            <p:spPr bwMode="auto">
              <a:xfrm>
                <a:off x="4006851"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0" name="î$ḷîḑé"/>
              <p:cNvSpPr/>
              <p:nvPr/>
            </p:nvSpPr>
            <p:spPr bwMode="auto">
              <a:xfrm>
                <a:off x="4016376" y="3421063"/>
                <a:ext cx="6350"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1" name="í$ľîdè"/>
              <p:cNvSpPr/>
              <p:nvPr/>
            </p:nvSpPr>
            <p:spPr bwMode="auto">
              <a:xfrm>
                <a:off x="4025901" y="3421063"/>
                <a:ext cx="7938"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2" name="iṥ1iḍè"/>
              <p:cNvSpPr/>
              <p:nvPr/>
            </p:nvSpPr>
            <p:spPr bwMode="auto">
              <a:xfrm>
                <a:off x="4040188" y="3417888"/>
                <a:ext cx="3968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3" name="ïslidé"/>
              <p:cNvSpPr/>
              <p:nvPr/>
            </p:nvSpPr>
            <p:spPr bwMode="auto">
              <a:xfrm>
                <a:off x="3679826"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4" name="íṡlïďè"/>
              <p:cNvSpPr/>
              <p:nvPr/>
            </p:nvSpPr>
            <p:spPr bwMode="auto">
              <a:xfrm>
                <a:off x="3884613" y="3490913"/>
                <a:ext cx="55563" cy="53975"/>
              </a:xfrm>
              <a:custGeom>
                <a:avLst/>
                <a:gdLst>
                  <a:gd name="T0" fmla="*/ 0 w 35"/>
                  <a:gd name="T1" fmla="*/ 0 h 34"/>
                  <a:gd name="T2" fmla="*/ 35 w 35"/>
                  <a:gd name="T3" fmla="*/ 0 h 34"/>
                  <a:gd name="T4" fmla="*/ 35 w 35"/>
                  <a:gd name="T5" fmla="*/ 34 h 34"/>
                  <a:gd name="T6" fmla="*/ 0 w 35"/>
                  <a:gd name="T7" fmla="*/ 34 h 34"/>
                  <a:gd name="T8" fmla="*/ 0 w 35"/>
                  <a:gd name="T9" fmla="*/ 0 h 34"/>
                  <a:gd name="T10" fmla="*/ 0 w 35"/>
                  <a:gd name="T11" fmla="*/ 0 h 34"/>
                  <a:gd name="T12" fmla="*/ 4 w 35"/>
                  <a:gd name="T13" fmla="*/ 8 h 34"/>
                  <a:gd name="T14" fmla="*/ 4 w 35"/>
                  <a:gd name="T15" fmla="*/ 27 h 34"/>
                  <a:gd name="T16" fmla="*/ 8 w 35"/>
                  <a:gd name="T17" fmla="*/ 27 h 34"/>
                  <a:gd name="T18" fmla="*/ 8 w 35"/>
                  <a:gd name="T19" fmla="*/ 8 h 34"/>
                  <a:gd name="T20" fmla="*/ 4 w 35"/>
                  <a:gd name="T21" fmla="*/ 8 h 34"/>
                  <a:gd name="T22" fmla="*/ 4 w 35"/>
                  <a:gd name="T23" fmla="*/ 8 h 34"/>
                  <a:gd name="T24" fmla="*/ 29 w 35"/>
                  <a:gd name="T25" fmla="*/ 8 h 34"/>
                  <a:gd name="T26" fmla="*/ 29 w 35"/>
                  <a:gd name="T27" fmla="*/ 27 h 34"/>
                  <a:gd name="T28" fmla="*/ 31 w 35"/>
                  <a:gd name="T29" fmla="*/ 27 h 34"/>
                  <a:gd name="T30" fmla="*/ 31 w 35"/>
                  <a:gd name="T31" fmla="*/ 8 h 34"/>
                  <a:gd name="T32" fmla="*/ 29 w 35"/>
                  <a:gd name="T33" fmla="*/ 8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35" h="34">
                    <a:moveTo>
                      <a:pt x="0" y="0"/>
                    </a:moveTo>
                    <a:lnTo>
                      <a:pt x="35" y="0"/>
                    </a:lnTo>
                    <a:lnTo>
                      <a:pt x="35" y="34"/>
                    </a:lnTo>
                    <a:lnTo>
                      <a:pt x="0" y="34"/>
                    </a:lnTo>
                    <a:lnTo>
                      <a:pt x="0" y="0"/>
                    </a:lnTo>
                    <a:lnTo>
                      <a:pt x="0" y="0"/>
                    </a:lnTo>
                    <a:close/>
                    <a:moveTo>
                      <a:pt x="4" y="8"/>
                    </a:moveTo>
                    <a:lnTo>
                      <a:pt x="4" y="27"/>
                    </a:lnTo>
                    <a:lnTo>
                      <a:pt x="8" y="27"/>
                    </a:lnTo>
                    <a:lnTo>
                      <a:pt x="8" y="8"/>
                    </a:lnTo>
                    <a:lnTo>
                      <a:pt x="4" y="8"/>
                    </a:lnTo>
                    <a:lnTo>
                      <a:pt x="4" y="8"/>
                    </a:lnTo>
                    <a:close/>
                    <a:moveTo>
                      <a:pt x="29" y="8"/>
                    </a:moveTo>
                    <a:lnTo>
                      <a:pt x="29" y="27"/>
                    </a:lnTo>
                    <a:lnTo>
                      <a:pt x="31" y="27"/>
                    </a:lnTo>
                    <a:lnTo>
                      <a:pt x="31" y="8"/>
                    </a:lnTo>
                    <a:lnTo>
                      <a:pt x="29" y="8"/>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45" name="iṧ1ïḓè"/>
              <p:cNvSpPr/>
              <p:nvPr/>
            </p:nvSpPr>
            <p:spPr bwMode="auto">
              <a:xfrm>
                <a:off x="3551238" y="3067050"/>
                <a:ext cx="722313" cy="727075"/>
              </a:xfrm>
              <a:custGeom>
                <a:avLst/>
                <a:gdLst>
                  <a:gd name="T0" fmla="*/ 109 w 219"/>
                  <a:gd name="T1" fmla="*/ 0 h 218"/>
                  <a:gd name="T2" fmla="*/ 219 w 219"/>
                  <a:gd name="T3" fmla="*/ 109 h 218"/>
                  <a:gd name="T4" fmla="*/ 109 w 219"/>
                  <a:gd name="T5" fmla="*/ 218 h 218"/>
                  <a:gd name="T6" fmla="*/ 0 w 219"/>
                  <a:gd name="T7" fmla="*/ 109 h 218"/>
                  <a:gd name="T8" fmla="*/ 109 w 219"/>
                  <a:gd name="T9" fmla="*/ 0 h 218"/>
                  <a:gd name="T10" fmla="*/ 109 w 219"/>
                  <a:gd name="T11" fmla="*/ 3 h 218"/>
                  <a:gd name="T12" fmla="*/ 4 w 219"/>
                  <a:gd name="T13" fmla="*/ 109 h 218"/>
                  <a:gd name="T14" fmla="*/ 109 w 219"/>
                  <a:gd name="T15" fmla="*/ 215 h 218"/>
                  <a:gd name="T16" fmla="*/ 215 w 219"/>
                  <a:gd name="T17" fmla="*/ 109 h 218"/>
                  <a:gd name="T18" fmla="*/ 109 w 219"/>
                  <a:gd name="T19" fmla="*/ 3 h 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9" h="218">
                    <a:moveTo>
                      <a:pt x="109" y="0"/>
                    </a:moveTo>
                    <a:cubicBezTo>
                      <a:pt x="170" y="0"/>
                      <a:pt x="219" y="49"/>
                      <a:pt x="219" y="109"/>
                    </a:cubicBezTo>
                    <a:cubicBezTo>
                      <a:pt x="219" y="169"/>
                      <a:pt x="170" y="218"/>
                      <a:pt x="109" y="218"/>
                    </a:cubicBezTo>
                    <a:cubicBezTo>
                      <a:pt x="49" y="218"/>
                      <a:pt x="0" y="169"/>
                      <a:pt x="0" y="109"/>
                    </a:cubicBezTo>
                    <a:cubicBezTo>
                      <a:pt x="0" y="49"/>
                      <a:pt x="49" y="0"/>
                      <a:pt x="109" y="0"/>
                    </a:cubicBezTo>
                    <a:close/>
                    <a:moveTo>
                      <a:pt x="109" y="3"/>
                    </a:moveTo>
                    <a:cubicBezTo>
                      <a:pt x="51" y="3"/>
                      <a:pt x="4" y="51"/>
                      <a:pt x="4" y="109"/>
                    </a:cubicBezTo>
                    <a:cubicBezTo>
                      <a:pt x="4" y="167"/>
                      <a:pt x="51" y="215"/>
                      <a:pt x="109" y="215"/>
                    </a:cubicBezTo>
                    <a:cubicBezTo>
                      <a:pt x="168" y="215"/>
                      <a:pt x="215" y="167"/>
                      <a:pt x="215" y="109"/>
                    </a:cubicBezTo>
                    <a:cubicBezTo>
                      <a:pt x="215" y="51"/>
                      <a:pt x="168" y="3"/>
                      <a:pt x="109" y="3"/>
                    </a:cubicBez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nvGrpSpPr>
            <p:cNvPr id="247" name="íşḷïḑe"/>
            <p:cNvGrpSpPr/>
            <p:nvPr userDrawn="1"/>
          </p:nvGrpSpPr>
          <p:grpSpPr>
            <a:xfrm>
              <a:off x="4894762" y="471192"/>
              <a:ext cx="4437911" cy="1614111"/>
              <a:chOff x="4412452" y="3106738"/>
              <a:chExt cx="2312689" cy="841148"/>
            </a:xfrm>
          </p:grpSpPr>
          <p:grpSp>
            <p:nvGrpSpPr>
              <p:cNvPr id="248" name="îṥľíḑé"/>
              <p:cNvGrpSpPr/>
              <p:nvPr/>
            </p:nvGrpSpPr>
            <p:grpSpPr>
              <a:xfrm>
                <a:off x="4422776" y="3106738"/>
                <a:ext cx="2293937" cy="617538"/>
                <a:chOff x="4422776" y="3106738"/>
                <a:chExt cx="2293937" cy="617538"/>
              </a:xfrm>
            </p:grpSpPr>
            <p:sp>
              <p:nvSpPr>
                <p:cNvPr id="265" name="išḻiḑé"/>
                <p:cNvSpPr/>
                <p:nvPr/>
              </p:nvSpPr>
              <p:spPr bwMode="auto">
                <a:xfrm>
                  <a:off x="4811713" y="3200400"/>
                  <a:ext cx="49213" cy="100013"/>
                </a:xfrm>
                <a:custGeom>
                  <a:avLst/>
                  <a:gdLst>
                    <a:gd name="T0" fmla="*/ 0 w 15"/>
                    <a:gd name="T1" fmla="*/ 1 h 30"/>
                    <a:gd name="T2" fmla="*/ 1 w 15"/>
                    <a:gd name="T3" fmla="*/ 12 h 30"/>
                    <a:gd name="T4" fmla="*/ 0 w 15"/>
                    <a:gd name="T5" fmla="*/ 21 h 30"/>
                    <a:gd name="T6" fmla="*/ 2 w 15"/>
                    <a:gd name="T7" fmla="*/ 28 h 30"/>
                    <a:gd name="T8" fmla="*/ 7 w 15"/>
                    <a:gd name="T9" fmla="*/ 30 h 30"/>
                    <a:gd name="T10" fmla="*/ 12 w 15"/>
                    <a:gd name="T11" fmla="*/ 26 h 30"/>
                    <a:gd name="T12" fmla="*/ 15 w 15"/>
                    <a:gd name="T13" fmla="*/ 18 h 30"/>
                    <a:gd name="T14" fmla="*/ 3 w 15"/>
                    <a:gd name="T15" fmla="*/ 0 h 30"/>
                    <a:gd name="T16" fmla="*/ 0 w 15"/>
                    <a:gd name="T17" fmla="*/ 1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5" h="30">
                      <a:moveTo>
                        <a:pt x="0" y="1"/>
                      </a:moveTo>
                      <a:cubicBezTo>
                        <a:pt x="1" y="12"/>
                        <a:pt x="1" y="12"/>
                        <a:pt x="1" y="12"/>
                      </a:cubicBezTo>
                      <a:cubicBezTo>
                        <a:pt x="1" y="13"/>
                        <a:pt x="0" y="18"/>
                        <a:pt x="0" y="21"/>
                      </a:cubicBezTo>
                      <a:cubicBezTo>
                        <a:pt x="0" y="24"/>
                        <a:pt x="2" y="25"/>
                        <a:pt x="2" y="28"/>
                      </a:cubicBezTo>
                      <a:cubicBezTo>
                        <a:pt x="7" y="30"/>
                        <a:pt x="7" y="30"/>
                        <a:pt x="7" y="30"/>
                      </a:cubicBezTo>
                      <a:cubicBezTo>
                        <a:pt x="9" y="27"/>
                        <a:pt x="10" y="29"/>
                        <a:pt x="12" y="26"/>
                      </a:cubicBezTo>
                      <a:cubicBezTo>
                        <a:pt x="14" y="23"/>
                        <a:pt x="14" y="21"/>
                        <a:pt x="15" y="18"/>
                      </a:cubicBezTo>
                      <a:cubicBezTo>
                        <a:pt x="12" y="7"/>
                        <a:pt x="13" y="5"/>
                        <a:pt x="3" y="0"/>
                      </a:cubicBezTo>
                      <a:lnTo>
                        <a:pt x="0" y="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6" name="íṥľíďè"/>
                <p:cNvSpPr/>
                <p:nvPr/>
              </p:nvSpPr>
              <p:spPr bwMode="auto">
                <a:xfrm>
                  <a:off x="5221288" y="3184525"/>
                  <a:ext cx="36513" cy="122238"/>
                </a:xfrm>
                <a:custGeom>
                  <a:avLst/>
                  <a:gdLst>
                    <a:gd name="T0" fmla="*/ 0 w 11"/>
                    <a:gd name="T1" fmla="*/ 3 h 37"/>
                    <a:gd name="T2" fmla="*/ 2 w 11"/>
                    <a:gd name="T3" fmla="*/ 14 h 37"/>
                    <a:gd name="T4" fmla="*/ 0 w 11"/>
                    <a:gd name="T5" fmla="*/ 33 h 37"/>
                    <a:gd name="T6" fmla="*/ 0 w 11"/>
                    <a:gd name="T7" fmla="*/ 36 h 37"/>
                    <a:gd name="T8" fmla="*/ 2 w 11"/>
                    <a:gd name="T9" fmla="*/ 37 h 37"/>
                    <a:gd name="T10" fmla="*/ 8 w 11"/>
                    <a:gd name="T11" fmla="*/ 27 h 37"/>
                    <a:gd name="T12" fmla="*/ 11 w 11"/>
                    <a:gd name="T13" fmla="*/ 17 h 37"/>
                    <a:gd name="T14" fmla="*/ 11 w 11"/>
                    <a:gd name="T15" fmla="*/ 15 h 37"/>
                    <a:gd name="T16" fmla="*/ 7 w 11"/>
                    <a:gd name="T17" fmla="*/ 2 h 37"/>
                    <a:gd name="T18" fmla="*/ 2 w 11"/>
                    <a:gd name="T19" fmla="*/ 0 h 37"/>
                    <a:gd name="T20" fmla="*/ 0 w 11"/>
                    <a:gd name="T21" fmla="*/ 3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1" h="37">
                      <a:moveTo>
                        <a:pt x="0" y="3"/>
                      </a:moveTo>
                      <a:cubicBezTo>
                        <a:pt x="2" y="14"/>
                        <a:pt x="2" y="14"/>
                        <a:pt x="2" y="14"/>
                      </a:cubicBezTo>
                      <a:cubicBezTo>
                        <a:pt x="2" y="19"/>
                        <a:pt x="0" y="27"/>
                        <a:pt x="0" y="33"/>
                      </a:cubicBezTo>
                      <a:cubicBezTo>
                        <a:pt x="0" y="36"/>
                        <a:pt x="0" y="36"/>
                        <a:pt x="0" y="36"/>
                      </a:cubicBezTo>
                      <a:cubicBezTo>
                        <a:pt x="2" y="36"/>
                        <a:pt x="1" y="37"/>
                        <a:pt x="2" y="37"/>
                      </a:cubicBezTo>
                      <a:cubicBezTo>
                        <a:pt x="3" y="37"/>
                        <a:pt x="7" y="28"/>
                        <a:pt x="8" y="27"/>
                      </a:cubicBezTo>
                      <a:cubicBezTo>
                        <a:pt x="9" y="24"/>
                        <a:pt x="11" y="21"/>
                        <a:pt x="11" y="17"/>
                      </a:cubicBezTo>
                      <a:cubicBezTo>
                        <a:pt x="11" y="15"/>
                        <a:pt x="11" y="15"/>
                        <a:pt x="11" y="15"/>
                      </a:cubicBezTo>
                      <a:cubicBezTo>
                        <a:pt x="11" y="7"/>
                        <a:pt x="8" y="7"/>
                        <a:pt x="7" y="2"/>
                      </a:cubicBezTo>
                      <a:cubicBezTo>
                        <a:pt x="2" y="0"/>
                        <a:pt x="2" y="0"/>
                        <a:pt x="2" y="0"/>
                      </a:cubicBezTo>
                      <a:cubicBezTo>
                        <a:pt x="2" y="1"/>
                        <a:pt x="0" y="1"/>
                        <a:pt x="0" y="3"/>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7" name="íś1iḑe"/>
                <p:cNvSpPr/>
                <p:nvPr/>
              </p:nvSpPr>
              <p:spPr bwMode="auto">
                <a:xfrm>
                  <a:off x="4554538" y="3251200"/>
                  <a:ext cx="119063" cy="58738"/>
                </a:xfrm>
                <a:custGeom>
                  <a:avLst/>
                  <a:gdLst>
                    <a:gd name="T0" fmla="*/ 0 w 36"/>
                    <a:gd name="T1" fmla="*/ 15 h 18"/>
                    <a:gd name="T2" fmla="*/ 2 w 36"/>
                    <a:gd name="T3" fmla="*/ 16 h 18"/>
                    <a:gd name="T4" fmla="*/ 13 w 36"/>
                    <a:gd name="T5" fmla="*/ 18 h 18"/>
                    <a:gd name="T6" fmla="*/ 16 w 36"/>
                    <a:gd name="T7" fmla="*/ 18 h 18"/>
                    <a:gd name="T8" fmla="*/ 22 w 36"/>
                    <a:gd name="T9" fmla="*/ 17 h 18"/>
                    <a:gd name="T10" fmla="*/ 23 w 36"/>
                    <a:gd name="T11" fmla="*/ 17 h 18"/>
                    <a:gd name="T12" fmla="*/ 30 w 36"/>
                    <a:gd name="T13" fmla="*/ 13 h 18"/>
                    <a:gd name="T14" fmla="*/ 36 w 36"/>
                    <a:gd name="T15" fmla="*/ 8 h 18"/>
                    <a:gd name="T16" fmla="*/ 36 w 36"/>
                    <a:gd name="T17" fmla="*/ 7 h 18"/>
                    <a:gd name="T18" fmla="*/ 36 w 36"/>
                    <a:gd name="T19" fmla="*/ 4 h 18"/>
                    <a:gd name="T20" fmla="*/ 32 w 36"/>
                    <a:gd name="T21" fmla="*/ 0 h 18"/>
                    <a:gd name="T22" fmla="*/ 24 w 36"/>
                    <a:gd name="T23" fmla="*/ 3 h 18"/>
                    <a:gd name="T24" fmla="*/ 16 w 36"/>
                    <a:gd name="T25" fmla="*/ 7 h 18"/>
                    <a:gd name="T26" fmla="*/ 0 w 36"/>
                    <a:gd name="T27" fmla="*/ 15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6" h="18">
                      <a:moveTo>
                        <a:pt x="0" y="15"/>
                      </a:moveTo>
                      <a:cubicBezTo>
                        <a:pt x="1" y="16"/>
                        <a:pt x="1" y="16"/>
                        <a:pt x="2" y="16"/>
                      </a:cubicBezTo>
                      <a:cubicBezTo>
                        <a:pt x="6" y="16"/>
                        <a:pt x="9" y="18"/>
                        <a:pt x="13" y="18"/>
                      </a:cubicBezTo>
                      <a:cubicBezTo>
                        <a:pt x="16" y="18"/>
                        <a:pt x="16" y="18"/>
                        <a:pt x="16" y="18"/>
                      </a:cubicBezTo>
                      <a:cubicBezTo>
                        <a:pt x="22" y="17"/>
                        <a:pt x="22" y="17"/>
                        <a:pt x="22" y="17"/>
                      </a:cubicBezTo>
                      <a:cubicBezTo>
                        <a:pt x="23" y="17"/>
                        <a:pt x="23" y="17"/>
                        <a:pt x="23" y="17"/>
                      </a:cubicBezTo>
                      <a:cubicBezTo>
                        <a:pt x="26" y="16"/>
                        <a:pt x="28" y="14"/>
                        <a:pt x="30" y="13"/>
                      </a:cubicBezTo>
                      <a:cubicBezTo>
                        <a:pt x="34" y="11"/>
                        <a:pt x="33" y="10"/>
                        <a:pt x="36" y="8"/>
                      </a:cubicBezTo>
                      <a:cubicBezTo>
                        <a:pt x="36" y="7"/>
                        <a:pt x="36" y="7"/>
                        <a:pt x="36" y="7"/>
                      </a:cubicBezTo>
                      <a:cubicBezTo>
                        <a:pt x="36" y="4"/>
                        <a:pt x="36" y="4"/>
                        <a:pt x="36" y="4"/>
                      </a:cubicBezTo>
                      <a:cubicBezTo>
                        <a:pt x="36" y="1"/>
                        <a:pt x="33" y="2"/>
                        <a:pt x="32" y="0"/>
                      </a:cubicBezTo>
                      <a:cubicBezTo>
                        <a:pt x="29" y="1"/>
                        <a:pt x="27" y="1"/>
                        <a:pt x="24" y="3"/>
                      </a:cubicBezTo>
                      <a:cubicBezTo>
                        <a:pt x="21" y="4"/>
                        <a:pt x="19" y="6"/>
                        <a:pt x="16" y="7"/>
                      </a:cubicBezTo>
                      <a:cubicBezTo>
                        <a:pt x="11" y="11"/>
                        <a:pt x="4" y="10"/>
                        <a:pt x="0" y="1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8" name="iṩ1iḋè"/>
                <p:cNvSpPr/>
                <p:nvPr/>
              </p:nvSpPr>
              <p:spPr bwMode="auto">
                <a:xfrm>
                  <a:off x="6359526" y="3263900"/>
                  <a:ext cx="93663" cy="139700"/>
                </a:xfrm>
                <a:custGeom>
                  <a:avLst/>
                  <a:gdLst>
                    <a:gd name="T0" fmla="*/ 15 w 28"/>
                    <a:gd name="T1" fmla="*/ 1 h 42"/>
                    <a:gd name="T2" fmla="*/ 6 w 28"/>
                    <a:gd name="T3" fmla="*/ 11 h 42"/>
                    <a:gd name="T4" fmla="*/ 6 w 28"/>
                    <a:gd name="T5" fmla="*/ 13 h 42"/>
                    <a:gd name="T6" fmla="*/ 5 w 28"/>
                    <a:gd name="T7" fmla="*/ 16 h 42"/>
                    <a:gd name="T8" fmla="*/ 6 w 28"/>
                    <a:gd name="T9" fmla="*/ 20 h 42"/>
                    <a:gd name="T10" fmla="*/ 6 w 28"/>
                    <a:gd name="T11" fmla="*/ 21 h 42"/>
                    <a:gd name="T12" fmla="*/ 0 w 28"/>
                    <a:gd name="T13" fmla="*/ 38 h 42"/>
                    <a:gd name="T14" fmla="*/ 0 w 28"/>
                    <a:gd name="T15" fmla="*/ 41 h 42"/>
                    <a:gd name="T16" fmla="*/ 3 w 28"/>
                    <a:gd name="T17" fmla="*/ 42 h 42"/>
                    <a:gd name="T18" fmla="*/ 9 w 28"/>
                    <a:gd name="T19" fmla="*/ 32 h 42"/>
                    <a:gd name="T20" fmla="*/ 12 w 28"/>
                    <a:gd name="T21" fmla="*/ 26 h 42"/>
                    <a:gd name="T22" fmla="*/ 14 w 28"/>
                    <a:gd name="T23" fmla="*/ 26 h 42"/>
                    <a:gd name="T24" fmla="*/ 20 w 28"/>
                    <a:gd name="T25" fmla="*/ 26 h 42"/>
                    <a:gd name="T26" fmla="*/ 28 w 28"/>
                    <a:gd name="T27" fmla="*/ 14 h 42"/>
                    <a:gd name="T28" fmla="*/ 28 w 28"/>
                    <a:gd name="T29" fmla="*/ 6 h 42"/>
                    <a:gd name="T30" fmla="*/ 28 w 28"/>
                    <a:gd name="T31" fmla="*/ 5 h 42"/>
                    <a:gd name="T32" fmla="*/ 27 w 28"/>
                    <a:gd name="T33" fmla="*/ 3 h 42"/>
                    <a:gd name="T34" fmla="*/ 26 w 28"/>
                    <a:gd name="T35" fmla="*/ 3 h 42"/>
                    <a:gd name="T36" fmla="*/ 24 w 28"/>
                    <a:gd name="T37" fmla="*/ 3 h 42"/>
                    <a:gd name="T38" fmla="*/ 23 w 28"/>
                    <a:gd name="T39" fmla="*/ 3 h 42"/>
                    <a:gd name="T40" fmla="*/ 20 w 28"/>
                    <a:gd name="T41" fmla="*/ 0 h 42"/>
                    <a:gd name="T42" fmla="*/ 15 w 28"/>
                    <a:gd name="T43" fmla="*/ 1 h 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 h="42">
                      <a:moveTo>
                        <a:pt x="15" y="1"/>
                      </a:moveTo>
                      <a:cubicBezTo>
                        <a:pt x="15" y="10"/>
                        <a:pt x="8" y="6"/>
                        <a:pt x="6" y="11"/>
                      </a:cubicBezTo>
                      <a:cubicBezTo>
                        <a:pt x="6" y="13"/>
                        <a:pt x="6" y="13"/>
                        <a:pt x="6" y="13"/>
                      </a:cubicBezTo>
                      <a:cubicBezTo>
                        <a:pt x="6" y="14"/>
                        <a:pt x="5" y="14"/>
                        <a:pt x="5" y="16"/>
                      </a:cubicBezTo>
                      <a:cubicBezTo>
                        <a:pt x="6" y="20"/>
                        <a:pt x="6" y="20"/>
                        <a:pt x="6" y="20"/>
                      </a:cubicBezTo>
                      <a:cubicBezTo>
                        <a:pt x="6" y="21"/>
                        <a:pt x="6" y="21"/>
                        <a:pt x="6" y="21"/>
                      </a:cubicBezTo>
                      <a:cubicBezTo>
                        <a:pt x="6" y="29"/>
                        <a:pt x="0" y="31"/>
                        <a:pt x="0" y="38"/>
                      </a:cubicBezTo>
                      <a:cubicBezTo>
                        <a:pt x="0" y="41"/>
                        <a:pt x="0" y="41"/>
                        <a:pt x="0" y="41"/>
                      </a:cubicBezTo>
                      <a:cubicBezTo>
                        <a:pt x="2" y="42"/>
                        <a:pt x="2" y="42"/>
                        <a:pt x="3" y="42"/>
                      </a:cubicBezTo>
                      <a:cubicBezTo>
                        <a:pt x="7" y="42"/>
                        <a:pt x="9" y="36"/>
                        <a:pt x="9" y="32"/>
                      </a:cubicBezTo>
                      <a:cubicBezTo>
                        <a:pt x="9" y="29"/>
                        <a:pt x="10" y="26"/>
                        <a:pt x="12" y="26"/>
                      </a:cubicBezTo>
                      <a:cubicBezTo>
                        <a:pt x="14" y="26"/>
                        <a:pt x="14" y="26"/>
                        <a:pt x="14" y="26"/>
                      </a:cubicBezTo>
                      <a:cubicBezTo>
                        <a:pt x="20" y="26"/>
                        <a:pt x="20" y="26"/>
                        <a:pt x="20" y="26"/>
                      </a:cubicBezTo>
                      <a:cubicBezTo>
                        <a:pt x="24" y="24"/>
                        <a:pt x="28" y="21"/>
                        <a:pt x="28" y="14"/>
                      </a:cubicBezTo>
                      <a:cubicBezTo>
                        <a:pt x="28" y="6"/>
                        <a:pt x="28" y="6"/>
                        <a:pt x="28" y="6"/>
                      </a:cubicBezTo>
                      <a:cubicBezTo>
                        <a:pt x="28" y="5"/>
                        <a:pt x="28" y="5"/>
                        <a:pt x="28" y="5"/>
                      </a:cubicBezTo>
                      <a:cubicBezTo>
                        <a:pt x="27" y="3"/>
                        <a:pt x="27" y="3"/>
                        <a:pt x="27" y="3"/>
                      </a:cubicBezTo>
                      <a:cubicBezTo>
                        <a:pt x="26" y="3"/>
                        <a:pt x="26" y="3"/>
                        <a:pt x="26" y="3"/>
                      </a:cubicBezTo>
                      <a:cubicBezTo>
                        <a:pt x="24" y="3"/>
                        <a:pt x="24" y="3"/>
                        <a:pt x="24" y="3"/>
                      </a:cubicBezTo>
                      <a:cubicBezTo>
                        <a:pt x="23" y="3"/>
                        <a:pt x="23" y="3"/>
                        <a:pt x="23" y="3"/>
                      </a:cubicBezTo>
                      <a:cubicBezTo>
                        <a:pt x="20" y="0"/>
                        <a:pt x="20" y="0"/>
                        <a:pt x="20" y="0"/>
                      </a:cubicBezTo>
                      <a:lnTo>
                        <a:pt x="15" y="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9" name="íṩlïḓè"/>
                <p:cNvSpPr/>
                <p:nvPr/>
              </p:nvSpPr>
              <p:spPr bwMode="auto">
                <a:xfrm>
                  <a:off x="5826126" y="3273425"/>
                  <a:ext cx="223838" cy="293688"/>
                </a:xfrm>
                <a:custGeom>
                  <a:avLst/>
                  <a:gdLst>
                    <a:gd name="T0" fmla="*/ 38 w 68"/>
                    <a:gd name="T1" fmla="*/ 16 h 88"/>
                    <a:gd name="T2" fmla="*/ 40 w 68"/>
                    <a:gd name="T3" fmla="*/ 5 h 88"/>
                    <a:gd name="T4" fmla="*/ 36 w 68"/>
                    <a:gd name="T5" fmla="*/ 1 h 88"/>
                    <a:gd name="T6" fmla="*/ 36 w 68"/>
                    <a:gd name="T7" fmla="*/ 1 h 88"/>
                    <a:gd name="T8" fmla="*/ 33 w 68"/>
                    <a:gd name="T9" fmla="*/ 0 h 88"/>
                    <a:gd name="T10" fmla="*/ 24 w 68"/>
                    <a:gd name="T11" fmla="*/ 7 h 88"/>
                    <a:gd name="T12" fmla="*/ 24 w 68"/>
                    <a:gd name="T13" fmla="*/ 8 h 88"/>
                    <a:gd name="T14" fmla="*/ 26 w 68"/>
                    <a:gd name="T15" fmla="*/ 18 h 88"/>
                    <a:gd name="T16" fmla="*/ 27 w 68"/>
                    <a:gd name="T17" fmla="*/ 28 h 88"/>
                    <a:gd name="T18" fmla="*/ 27 w 68"/>
                    <a:gd name="T19" fmla="*/ 39 h 88"/>
                    <a:gd name="T20" fmla="*/ 16 w 68"/>
                    <a:gd name="T21" fmla="*/ 48 h 88"/>
                    <a:gd name="T22" fmla="*/ 7 w 68"/>
                    <a:gd name="T23" fmla="*/ 49 h 88"/>
                    <a:gd name="T24" fmla="*/ 5 w 68"/>
                    <a:gd name="T25" fmla="*/ 49 h 88"/>
                    <a:gd name="T26" fmla="*/ 4 w 68"/>
                    <a:gd name="T27" fmla="*/ 49 h 88"/>
                    <a:gd name="T28" fmla="*/ 0 w 68"/>
                    <a:gd name="T29" fmla="*/ 54 h 88"/>
                    <a:gd name="T30" fmla="*/ 5 w 68"/>
                    <a:gd name="T31" fmla="*/ 60 h 88"/>
                    <a:gd name="T32" fmla="*/ 11 w 68"/>
                    <a:gd name="T33" fmla="*/ 60 h 88"/>
                    <a:gd name="T34" fmla="*/ 13 w 68"/>
                    <a:gd name="T35" fmla="*/ 59 h 88"/>
                    <a:gd name="T36" fmla="*/ 20 w 68"/>
                    <a:gd name="T37" fmla="*/ 66 h 88"/>
                    <a:gd name="T38" fmla="*/ 17 w 68"/>
                    <a:gd name="T39" fmla="*/ 72 h 88"/>
                    <a:gd name="T40" fmla="*/ 13 w 68"/>
                    <a:gd name="T41" fmla="*/ 76 h 88"/>
                    <a:gd name="T42" fmla="*/ 2 w 68"/>
                    <a:gd name="T43" fmla="*/ 82 h 88"/>
                    <a:gd name="T44" fmla="*/ 2 w 68"/>
                    <a:gd name="T45" fmla="*/ 83 h 88"/>
                    <a:gd name="T46" fmla="*/ 2 w 68"/>
                    <a:gd name="T47" fmla="*/ 87 h 88"/>
                    <a:gd name="T48" fmla="*/ 4 w 68"/>
                    <a:gd name="T49" fmla="*/ 88 h 88"/>
                    <a:gd name="T50" fmla="*/ 25 w 68"/>
                    <a:gd name="T51" fmla="*/ 77 h 88"/>
                    <a:gd name="T52" fmla="*/ 31 w 68"/>
                    <a:gd name="T53" fmla="*/ 69 h 88"/>
                    <a:gd name="T54" fmla="*/ 40 w 68"/>
                    <a:gd name="T55" fmla="*/ 63 h 88"/>
                    <a:gd name="T56" fmla="*/ 52 w 68"/>
                    <a:gd name="T57" fmla="*/ 70 h 88"/>
                    <a:gd name="T58" fmla="*/ 48 w 68"/>
                    <a:gd name="T59" fmla="*/ 79 h 88"/>
                    <a:gd name="T60" fmla="*/ 59 w 68"/>
                    <a:gd name="T61" fmla="*/ 81 h 88"/>
                    <a:gd name="T62" fmla="*/ 68 w 68"/>
                    <a:gd name="T63" fmla="*/ 71 h 88"/>
                    <a:gd name="T64" fmla="*/ 59 w 68"/>
                    <a:gd name="T65" fmla="*/ 62 h 88"/>
                    <a:gd name="T66" fmla="*/ 44 w 68"/>
                    <a:gd name="T67" fmla="*/ 60 h 88"/>
                    <a:gd name="T68" fmla="*/ 42 w 68"/>
                    <a:gd name="T69" fmla="*/ 60 h 88"/>
                    <a:gd name="T70" fmla="*/ 36 w 68"/>
                    <a:gd name="T71" fmla="*/ 53 h 88"/>
                    <a:gd name="T72" fmla="*/ 48 w 68"/>
                    <a:gd name="T73" fmla="*/ 42 h 88"/>
                    <a:gd name="T74" fmla="*/ 59 w 68"/>
                    <a:gd name="T75" fmla="*/ 32 h 88"/>
                    <a:gd name="T76" fmla="*/ 59 w 68"/>
                    <a:gd name="T77" fmla="*/ 30 h 88"/>
                    <a:gd name="T78" fmla="*/ 59 w 68"/>
                    <a:gd name="T79" fmla="*/ 29 h 88"/>
                    <a:gd name="T80" fmla="*/ 54 w 68"/>
                    <a:gd name="T81" fmla="*/ 26 h 88"/>
                    <a:gd name="T82" fmla="*/ 51 w 68"/>
                    <a:gd name="T83" fmla="*/ 27 h 88"/>
                    <a:gd name="T84" fmla="*/ 50 w 68"/>
                    <a:gd name="T85" fmla="*/ 27 h 88"/>
                    <a:gd name="T86" fmla="*/ 41 w 68"/>
                    <a:gd name="T87" fmla="*/ 33 h 88"/>
                    <a:gd name="T88" fmla="*/ 38 w 68"/>
                    <a:gd name="T89" fmla="*/ 28 h 88"/>
                    <a:gd name="T90" fmla="*/ 38 w 68"/>
                    <a:gd name="T91" fmla="*/ 27 h 88"/>
                    <a:gd name="T92" fmla="*/ 38 w 68"/>
                    <a:gd name="T93" fmla="*/ 16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68" h="88">
                      <a:moveTo>
                        <a:pt x="38" y="16"/>
                      </a:moveTo>
                      <a:cubicBezTo>
                        <a:pt x="39" y="11"/>
                        <a:pt x="40" y="9"/>
                        <a:pt x="40" y="5"/>
                      </a:cubicBezTo>
                      <a:cubicBezTo>
                        <a:pt x="40" y="3"/>
                        <a:pt x="38" y="1"/>
                        <a:pt x="36" y="1"/>
                      </a:cubicBezTo>
                      <a:cubicBezTo>
                        <a:pt x="36" y="1"/>
                        <a:pt x="36" y="1"/>
                        <a:pt x="36" y="1"/>
                      </a:cubicBezTo>
                      <a:cubicBezTo>
                        <a:pt x="34" y="1"/>
                        <a:pt x="34" y="1"/>
                        <a:pt x="33" y="0"/>
                      </a:cubicBezTo>
                      <a:cubicBezTo>
                        <a:pt x="28" y="3"/>
                        <a:pt x="28" y="1"/>
                        <a:pt x="24" y="7"/>
                      </a:cubicBezTo>
                      <a:cubicBezTo>
                        <a:pt x="24" y="8"/>
                        <a:pt x="24" y="8"/>
                        <a:pt x="24" y="8"/>
                      </a:cubicBezTo>
                      <a:cubicBezTo>
                        <a:pt x="24" y="12"/>
                        <a:pt x="26" y="14"/>
                        <a:pt x="26" y="18"/>
                      </a:cubicBezTo>
                      <a:cubicBezTo>
                        <a:pt x="27" y="28"/>
                        <a:pt x="27" y="28"/>
                        <a:pt x="27" y="28"/>
                      </a:cubicBezTo>
                      <a:cubicBezTo>
                        <a:pt x="27" y="39"/>
                        <a:pt x="27" y="39"/>
                        <a:pt x="27" y="39"/>
                      </a:cubicBezTo>
                      <a:cubicBezTo>
                        <a:pt x="28" y="45"/>
                        <a:pt x="22" y="48"/>
                        <a:pt x="16" y="48"/>
                      </a:cubicBezTo>
                      <a:cubicBezTo>
                        <a:pt x="7" y="49"/>
                        <a:pt x="7" y="49"/>
                        <a:pt x="7" y="49"/>
                      </a:cubicBezTo>
                      <a:cubicBezTo>
                        <a:pt x="5" y="49"/>
                        <a:pt x="5" y="49"/>
                        <a:pt x="5" y="49"/>
                      </a:cubicBezTo>
                      <a:cubicBezTo>
                        <a:pt x="4" y="49"/>
                        <a:pt x="4" y="49"/>
                        <a:pt x="4" y="49"/>
                      </a:cubicBezTo>
                      <a:cubicBezTo>
                        <a:pt x="2" y="50"/>
                        <a:pt x="0" y="51"/>
                        <a:pt x="0" y="54"/>
                      </a:cubicBezTo>
                      <a:cubicBezTo>
                        <a:pt x="0" y="56"/>
                        <a:pt x="3" y="60"/>
                        <a:pt x="5" y="60"/>
                      </a:cubicBezTo>
                      <a:cubicBezTo>
                        <a:pt x="11" y="60"/>
                        <a:pt x="11" y="60"/>
                        <a:pt x="11" y="60"/>
                      </a:cubicBezTo>
                      <a:cubicBezTo>
                        <a:pt x="12" y="60"/>
                        <a:pt x="12" y="60"/>
                        <a:pt x="13" y="59"/>
                      </a:cubicBezTo>
                      <a:cubicBezTo>
                        <a:pt x="17" y="62"/>
                        <a:pt x="17" y="60"/>
                        <a:pt x="20" y="66"/>
                      </a:cubicBezTo>
                      <a:cubicBezTo>
                        <a:pt x="18" y="69"/>
                        <a:pt x="20" y="68"/>
                        <a:pt x="17" y="72"/>
                      </a:cubicBezTo>
                      <a:cubicBezTo>
                        <a:pt x="15" y="73"/>
                        <a:pt x="15" y="75"/>
                        <a:pt x="13" y="76"/>
                      </a:cubicBezTo>
                      <a:cubicBezTo>
                        <a:pt x="8" y="79"/>
                        <a:pt x="7" y="80"/>
                        <a:pt x="2" y="82"/>
                      </a:cubicBezTo>
                      <a:cubicBezTo>
                        <a:pt x="2" y="83"/>
                        <a:pt x="2" y="83"/>
                        <a:pt x="2" y="83"/>
                      </a:cubicBezTo>
                      <a:cubicBezTo>
                        <a:pt x="2" y="87"/>
                        <a:pt x="2" y="87"/>
                        <a:pt x="2" y="87"/>
                      </a:cubicBezTo>
                      <a:cubicBezTo>
                        <a:pt x="4" y="87"/>
                        <a:pt x="3" y="88"/>
                        <a:pt x="4" y="88"/>
                      </a:cubicBezTo>
                      <a:cubicBezTo>
                        <a:pt x="13" y="88"/>
                        <a:pt x="20" y="82"/>
                        <a:pt x="25" y="77"/>
                      </a:cubicBezTo>
                      <a:cubicBezTo>
                        <a:pt x="26" y="76"/>
                        <a:pt x="30" y="71"/>
                        <a:pt x="31" y="69"/>
                      </a:cubicBezTo>
                      <a:cubicBezTo>
                        <a:pt x="33" y="65"/>
                        <a:pt x="35" y="63"/>
                        <a:pt x="40" y="63"/>
                      </a:cubicBezTo>
                      <a:cubicBezTo>
                        <a:pt x="45" y="63"/>
                        <a:pt x="49" y="67"/>
                        <a:pt x="52" y="70"/>
                      </a:cubicBezTo>
                      <a:cubicBezTo>
                        <a:pt x="48" y="79"/>
                        <a:pt x="48" y="79"/>
                        <a:pt x="48" y="79"/>
                      </a:cubicBezTo>
                      <a:cubicBezTo>
                        <a:pt x="50" y="79"/>
                        <a:pt x="58" y="81"/>
                        <a:pt x="59" y="81"/>
                      </a:cubicBezTo>
                      <a:cubicBezTo>
                        <a:pt x="65" y="81"/>
                        <a:pt x="67" y="76"/>
                        <a:pt x="68" y="71"/>
                      </a:cubicBezTo>
                      <a:cubicBezTo>
                        <a:pt x="67" y="65"/>
                        <a:pt x="63" y="64"/>
                        <a:pt x="59" y="62"/>
                      </a:cubicBezTo>
                      <a:cubicBezTo>
                        <a:pt x="53" y="59"/>
                        <a:pt x="51" y="60"/>
                        <a:pt x="44" y="60"/>
                      </a:cubicBezTo>
                      <a:cubicBezTo>
                        <a:pt x="43" y="60"/>
                        <a:pt x="43" y="60"/>
                        <a:pt x="42" y="60"/>
                      </a:cubicBezTo>
                      <a:cubicBezTo>
                        <a:pt x="40" y="59"/>
                        <a:pt x="36" y="56"/>
                        <a:pt x="36" y="53"/>
                      </a:cubicBezTo>
                      <a:cubicBezTo>
                        <a:pt x="36" y="51"/>
                        <a:pt x="45" y="44"/>
                        <a:pt x="48" y="42"/>
                      </a:cubicBezTo>
                      <a:cubicBezTo>
                        <a:pt x="50" y="41"/>
                        <a:pt x="59" y="34"/>
                        <a:pt x="59" y="32"/>
                      </a:cubicBezTo>
                      <a:cubicBezTo>
                        <a:pt x="59" y="30"/>
                        <a:pt x="59" y="30"/>
                        <a:pt x="59" y="30"/>
                      </a:cubicBezTo>
                      <a:cubicBezTo>
                        <a:pt x="59" y="29"/>
                        <a:pt x="59" y="29"/>
                        <a:pt x="59" y="29"/>
                      </a:cubicBezTo>
                      <a:cubicBezTo>
                        <a:pt x="54" y="26"/>
                        <a:pt x="54" y="26"/>
                        <a:pt x="54" y="26"/>
                      </a:cubicBezTo>
                      <a:cubicBezTo>
                        <a:pt x="53" y="27"/>
                        <a:pt x="53" y="27"/>
                        <a:pt x="51" y="27"/>
                      </a:cubicBezTo>
                      <a:cubicBezTo>
                        <a:pt x="50" y="27"/>
                        <a:pt x="50" y="27"/>
                        <a:pt x="50" y="27"/>
                      </a:cubicBezTo>
                      <a:cubicBezTo>
                        <a:pt x="46" y="32"/>
                        <a:pt x="46" y="30"/>
                        <a:pt x="41" y="33"/>
                      </a:cubicBezTo>
                      <a:cubicBezTo>
                        <a:pt x="40" y="31"/>
                        <a:pt x="39" y="30"/>
                        <a:pt x="38" y="28"/>
                      </a:cubicBezTo>
                      <a:cubicBezTo>
                        <a:pt x="38" y="27"/>
                        <a:pt x="38" y="27"/>
                        <a:pt x="38" y="27"/>
                      </a:cubicBezTo>
                      <a:lnTo>
                        <a:pt x="38" y="16"/>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0" name="ísḷïďè"/>
                <p:cNvSpPr/>
                <p:nvPr/>
              </p:nvSpPr>
              <p:spPr bwMode="auto">
                <a:xfrm>
                  <a:off x="4518026" y="3506788"/>
                  <a:ext cx="53975" cy="71438"/>
                </a:xfrm>
                <a:custGeom>
                  <a:avLst/>
                  <a:gdLst>
                    <a:gd name="T0" fmla="*/ 14 w 16"/>
                    <a:gd name="T1" fmla="*/ 17 h 21"/>
                    <a:gd name="T2" fmla="*/ 16 w 16"/>
                    <a:gd name="T3" fmla="*/ 12 h 21"/>
                    <a:gd name="T4" fmla="*/ 11 w 16"/>
                    <a:gd name="T5" fmla="*/ 5 h 21"/>
                    <a:gd name="T6" fmla="*/ 5 w 16"/>
                    <a:gd name="T7" fmla="*/ 0 h 21"/>
                    <a:gd name="T8" fmla="*/ 2 w 16"/>
                    <a:gd name="T9" fmla="*/ 4 h 21"/>
                    <a:gd name="T10" fmla="*/ 2 w 16"/>
                    <a:gd name="T11" fmla="*/ 5 h 21"/>
                    <a:gd name="T12" fmla="*/ 2 w 16"/>
                    <a:gd name="T13" fmla="*/ 8 h 21"/>
                    <a:gd name="T14" fmla="*/ 2 w 16"/>
                    <a:gd name="T15" fmla="*/ 9 h 21"/>
                    <a:gd name="T16" fmla="*/ 0 w 16"/>
                    <a:gd name="T17" fmla="*/ 17 h 21"/>
                    <a:gd name="T18" fmla="*/ 3 w 16"/>
                    <a:gd name="T19" fmla="*/ 21 h 21"/>
                    <a:gd name="T20" fmla="*/ 4 w 16"/>
                    <a:gd name="T21" fmla="*/ 21 h 21"/>
                    <a:gd name="T22" fmla="*/ 5 w 16"/>
                    <a:gd name="T23" fmla="*/ 21 h 21"/>
                    <a:gd name="T24" fmla="*/ 14 w 16"/>
                    <a:gd name="T25" fmla="*/ 17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1">
                      <a:moveTo>
                        <a:pt x="14" y="17"/>
                      </a:moveTo>
                      <a:cubicBezTo>
                        <a:pt x="14" y="15"/>
                        <a:pt x="16" y="13"/>
                        <a:pt x="16" y="12"/>
                      </a:cubicBezTo>
                      <a:cubicBezTo>
                        <a:pt x="16" y="11"/>
                        <a:pt x="12" y="7"/>
                        <a:pt x="11" y="5"/>
                      </a:cubicBezTo>
                      <a:cubicBezTo>
                        <a:pt x="11" y="3"/>
                        <a:pt x="8" y="0"/>
                        <a:pt x="5" y="0"/>
                      </a:cubicBezTo>
                      <a:cubicBezTo>
                        <a:pt x="4" y="0"/>
                        <a:pt x="3" y="3"/>
                        <a:pt x="2" y="4"/>
                      </a:cubicBezTo>
                      <a:cubicBezTo>
                        <a:pt x="2" y="5"/>
                        <a:pt x="2" y="5"/>
                        <a:pt x="2" y="5"/>
                      </a:cubicBezTo>
                      <a:cubicBezTo>
                        <a:pt x="2" y="8"/>
                        <a:pt x="2" y="8"/>
                        <a:pt x="2" y="8"/>
                      </a:cubicBezTo>
                      <a:cubicBezTo>
                        <a:pt x="2" y="9"/>
                        <a:pt x="2" y="9"/>
                        <a:pt x="2" y="9"/>
                      </a:cubicBezTo>
                      <a:cubicBezTo>
                        <a:pt x="1" y="11"/>
                        <a:pt x="0" y="14"/>
                        <a:pt x="0" y="17"/>
                      </a:cubicBezTo>
                      <a:cubicBezTo>
                        <a:pt x="0" y="19"/>
                        <a:pt x="1" y="20"/>
                        <a:pt x="3" y="21"/>
                      </a:cubicBezTo>
                      <a:cubicBezTo>
                        <a:pt x="4" y="21"/>
                        <a:pt x="4" y="21"/>
                        <a:pt x="4" y="21"/>
                      </a:cubicBezTo>
                      <a:cubicBezTo>
                        <a:pt x="5" y="21"/>
                        <a:pt x="5" y="21"/>
                        <a:pt x="5" y="21"/>
                      </a:cubicBezTo>
                      <a:cubicBezTo>
                        <a:pt x="7" y="21"/>
                        <a:pt x="11" y="17"/>
                        <a:pt x="14" y="17"/>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1" name="îṧļîḓé"/>
                <p:cNvSpPr/>
                <p:nvPr/>
              </p:nvSpPr>
              <p:spPr bwMode="auto">
                <a:xfrm>
                  <a:off x="5319713" y="3133725"/>
                  <a:ext cx="222250" cy="500063"/>
                </a:xfrm>
                <a:custGeom>
                  <a:avLst/>
                  <a:gdLst>
                    <a:gd name="T0" fmla="*/ 47 w 67"/>
                    <a:gd name="T1" fmla="*/ 96 h 150"/>
                    <a:gd name="T2" fmla="*/ 51 w 67"/>
                    <a:gd name="T3" fmla="*/ 96 h 150"/>
                    <a:gd name="T4" fmla="*/ 46 w 67"/>
                    <a:gd name="T5" fmla="*/ 114 h 150"/>
                    <a:gd name="T6" fmla="*/ 42 w 67"/>
                    <a:gd name="T7" fmla="*/ 113 h 150"/>
                    <a:gd name="T8" fmla="*/ 39 w 67"/>
                    <a:gd name="T9" fmla="*/ 108 h 150"/>
                    <a:gd name="T10" fmla="*/ 21 w 67"/>
                    <a:gd name="T11" fmla="*/ 78 h 150"/>
                    <a:gd name="T12" fmla="*/ 29 w 67"/>
                    <a:gd name="T13" fmla="*/ 73 h 150"/>
                    <a:gd name="T14" fmla="*/ 32 w 67"/>
                    <a:gd name="T15" fmla="*/ 74 h 150"/>
                    <a:gd name="T16" fmla="*/ 32 w 67"/>
                    <a:gd name="T17" fmla="*/ 77 h 150"/>
                    <a:gd name="T18" fmla="*/ 32 w 67"/>
                    <a:gd name="T19" fmla="*/ 79 h 150"/>
                    <a:gd name="T20" fmla="*/ 21 w 67"/>
                    <a:gd name="T21" fmla="*/ 78 h 150"/>
                    <a:gd name="T22" fmla="*/ 53 w 67"/>
                    <a:gd name="T23" fmla="*/ 118 h 150"/>
                    <a:gd name="T24" fmla="*/ 66 w 67"/>
                    <a:gd name="T25" fmla="*/ 108 h 150"/>
                    <a:gd name="T26" fmla="*/ 60 w 67"/>
                    <a:gd name="T27" fmla="*/ 98 h 150"/>
                    <a:gd name="T28" fmla="*/ 51 w 67"/>
                    <a:gd name="T29" fmla="*/ 82 h 150"/>
                    <a:gd name="T30" fmla="*/ 47 w 67"/>
                    <a:gd name="T31" fmla="*/ 71 h 150"/>
                    <a:gd name="T32" fmla="*/ 60 w 67"/>
                    <a:gd name="T33" fmla="*/ 58 h 150"/>
                    <a:gd name="T34" fmla="*/ 53 w 67"/>
                    <a:gd name="T35" fmla="*/ 52 h 150"/>
                    <a:gd name="T36" fmla="*/ 44 w 67"/>
                    <a:gd name="T37" fmla="*/ 50 h 150"/>
                    <a:gd name="T38" fmla="*/ 48 w 67"/>
                    <a:gd name="T39" fmla="*/ 38 h 150"/>
                    <a:gd name="T40" fmla="*/ 66 w 67"/>
                    <a:gd name="T41" fmla="*/ 17 h 150"/>
                    <a:gd name="T42" fmla="*/ 66 w 67"/>
                    <a:gd name="T43" fmla="*/ 13 h 150"/>
                    <a:gd name="T44" fmla="*/ 56 w 67"/>
                    <a:gd name="T45" fmla="*/ 1 h 150"/>
                    <a:gd name="T46" fmla="*/ 55 w 67"/>
                    <a:gd name="T47" fmla="*/ 7 h 150"/>
                    <a:gd name="T48" fmla="*/ 50 w 67"/>
                    <a:gd name="T49" fmla="*/ 18 h 150"/>
                    <a:gd name="T50" fmla="*/ 42 w 67"/>
                    <a:gd name="T51" fmla="*/ 15 h 150"/>
                    <a:gd name="T52" fmla="*/ 40 w 67"/>
                    <a:gd name="T53" fmla="*/ 15 h 150"/>
                    <a:gd name="T54" fmla="*/ 41 w 67"/>
                    <a:gd name="T55" fmla="*/ 26 h 150"/>
                    <a:gd name="T56" fmla="*/ 41 w 67"/>
                    <a:gd name="T57" fmla="*/ 30 h 150"/>
                    <a:gd name="T58" fmla="*/ 37 w 67"/>
                    <a:gd name="T59" fmla="*/ 33 h 150"/>
                    <a:gd name="T60" fmla="*/ 30 w 67"/>
                    <a:gd name="T61" fmla="*/ 29 h 150"/>
                    <a:gd name="T62" fmla="*/ 9 w 67"/>
                    <a:gd name="T63" fmla="*/ 50 h 150"/>
                    <a:gd name="T64" fmla="*/ 4 w 67"/>
                    <a:gd name="T65" fmla="*/ 59 h 150"/>
                    <a:gd name="T66" fmla="*/ 23 w 67"/>
                    <a:gd name="T67" fmla="*/ 51 h 150"/>
                    <a:gd name="T68" fmla="*/ 30 w 67"/>
                    <a:gd name="T69" fmla="*/ 58 h 150"/>
                    <a:gd name="T70" fmla="*/ 26 w 67"/>
                    <a:gd name="T71" fmla="*/ 65 h 150"/>
                    <a:gd name="T72" fmla="*/ 19 w 67"/>
                    <a:gd name="T73" fmla="*/ 64 h 150"/>
                    <a:gd name="T74" fmla="*/ 16 w 67"/>
                    <a:gd name="T75" fmla="*/ 67 h 150"/>
                    <a:gd name="T76" fmla="*/ 16 w 67"/>
                    <a:gd name="T77" fmla="*/ 72 h 150"/>
                    <a:gd name="T78" fmla="*/ 3 w 67"/>
                    <a:gd name="T79" fmla="*/ 105 h 150"/>
                    <a:gd name="T80" fmla="*/ 6 w 67"/>
                    <a:gd name="T81" fmla="*/ 110 h 150"/>
                    <a:gd name="T82" fmla="*/ 9 w 67"/>
                    <a:gd name="T83" fmla="*/ 111 h 150"/>
                    <a:gd name="T84" fmla="*/ 24 w 67"/>
                    <a:gd name="T85" fmla="*/ 89 h 150"/>
                    <a:gd name="T86" fmla="*/ 32 w 67"/>
                    <a:gd name="T87" fmla="*/ 93 h 150"/>
                    <a:gd name="T88" fmla="*/ 32 w 67"/>
                    <a:gd name="T89" fmla="*/ 96 h 150"/>
                    <a:gd name="T90" fmla="*/ 29 w 67"/>
                    <a:gd name="T91" fmla="*/ 113 h 150"/>
                    <a:gd name="T92" fmla="*/ 29 w 67"/>
                    <a:gd name="T93" fmla="*/ 115 h 150"/>
                    <a:gd name="T94" fmla="*/ 22 w 67"/>
                    <a:gd name="T95" fmla="*/ 122 h 150"/>
                    <a:gd name="T96" fmla="*/ 10 w 67"/>
                    <a:gd name="T97" fmla="*/ 124 h 150"/>
                    <a:gd name="T98" fmla="*/ 15 w 67"/>
                    <a:gd name="T99" fmla="*/ 144 h 150"/>
                    <a:gd name="T100" fmla="*/ 17 w 67"/>
                    <a:gd name="T101" fmla="*/ 150 h 150"/>
                    <a:gd name="T102" fmla="*/ 38 w 67"/>
                    <a:gd name="T103" fmla="*/ 125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67" h="150">
                      <a:moveTo>
                        <a:pt x="39" y="107"/>
                      </a:moveTo>
                      <a:cubicBezTo>
                        <a:pt x="39" y="103"/>
                        <a:pt x="44" y="96"/>
                        <a:pt x="47" y="96"/>
                      </a:cubicBezTo>
                      <a:cubicBezTo>
                        <a:pt x="50" y="96"/>
                        <a:pt x="50" y="96"/>
                        <a:pt x="50" y="96"/>
                      </a:cubicBezTo>
                      <a:cubicBezTo>
                        <a:pt x="51" y="96"/>
                        <a:pt x="51" y="96"/>
                        <a:pt x="51" y="96"/>
                      </a:cubicBezTo>
                      <a:cubicBezTo>
                        <a:pt x="53" y="98"/>
                        <a:pt x="55" y="101"/>
                        <a:pt x="55" y="104"/>
                      </a:cubicBezTo>
                      <a:cubicBezTo>
                        <a:pt x="55" y="108"/>
                        <a:pt x="49" y="112"/>
                        <a:pt x="46" y="114"/>
                      </a:cubicBezTo>
                      <a:cubicBezTo>
                        <a:pt x="45" y="114"/>
                        <a:pt x="45" y="113"/>
                        <a:pt x="43" y="113"/>
                      </a:cubicBezTo>
                      <a:cubicBezTo>
                        <a:pt x="42" y="113"/>
                        <a:pt x="42" y="113"/>
                        <a:pt x="42" y="113"/>
                      </a:cubicBezTo>
                      <a:cubicBezTo>
                        <a:pt x="39" y="109"/>
                        <a:pt x="39" y="109"/>
                        <a:pt x="39" y="109"/>
                      </a:cubicBezTo>
                      <a:cubicBezTo>
                        <a:pt x="39" y="108"/>
                        <a:pt x="39" y="108"/>
                        <a:pt x="39" y="108"/>
                      </a:cubicBezTo>
                      <a:cubicBezTo>
                        <a:pt x="39" y="107"/>
                        <a:pt x="39" y="107"/>
                        <a:pt x="39" y="107"/>
                      </a:cubicBezTo>
                      <a:close/>
                      <a:moveTo>
                        <a:pt x="21" y="78"/>
                      </a:moveTo>
                      <a:cubicBezTo>
                        <a:pt x="21" y="77"/>
                        <a:pt x="25" y="73"/>
                        <a:pt x="26" y="73"/>
                      </a:cubicBezTo>
                      <a:cubicBezTo>
                        <a:pt x="27" y="73"/>
                        <a:pt x="27" y="73"/>
                        <a:pt x="29" y="73"/>
                      </a:cubicBezTo>
                      <a:cubicBezTo>
                        <a:pt x="30" y="73"/>
                        <a:pt x="30" y="73"/>
                        <a:pt x="30" y="73"/>
                      </a:cubicBezTo>
                      <a:cubicBezTo>
                        <a:pt x="32" y="74"/>
                        <a:pt x="32" y="74"/>
                        <a:pt x="32" y="74"/>
                      </a:cubicBezTo>
                      <a:cubicBezTo>
                        <a:pt x="32" y="76"/>
                        <a:pt x="32" y="76"/>
                        <a:pt x="32" y="76"/>
                      </a:cubicBezTo>
                      <a:cubicBezTo>
                        <a:pt x="32" y="77"/>
                        <a:pt x="32" y="77"/>
                        <a:pt x="32" y="77"/>
                      </a:cubicBezTo>
                      <a:cubicBezTo>
                        <a:pt x="32" y="78"/>
                        <a:pt x="32" y="78"/>
                        <a:pt x="32" y="78"/>
                      </a:cubicBezTo>
                      <a:cubicBezTo>
                        <a:pt x="32" y="79"/>
                        <a:pt x="32" y="79"/>
                        <a:pt x="32" y="79"/>
                      </a:cubicBezTo>
                      <a:cubicBezTo>
                        <a:pt x="31" y="82"/>
                        <a:pt x="29" y="83"/>
                        <a:pt x="25" y="83"/>
                      </a:cubicBezTo>
                      <a:cubicBezTo>
                        <a:pt x="23" y="83"/>
                        <a:pt x="21" y="81"/>
                        <a:pt x="21" y="78"/>
                      </a:cubicBezTo>
                      <a:close/>
                      <a:moveTo>
                        <a:pt x="38" y="125"/>
                      </a:moveTo>
                      <a:cubicBezTo>
                        <a:pt x="43" y="122"/>
                        <a:pt x="47" y="120"/>
                        <a:pt x="53" y="118"/>
                      </a:cubicBezTo>
                      <a:cubicBezTo>
                        <a:pt x="57" y="116"/>
                        <a:pt x="57" y="116"/>
                        <a:pt x="60" y="114"/>
                      </a:cubicBezTo>
                      <a:cubicBezTo>
                        <a:pt x="64" y="111"/>
                        <a:pt x="63" y="110"/>
                        <a:pt x="66" y="108"/>
                      </a:cubicBezTo>
                      <a:cubicBezTo>
                        <a:pt x="67" y="104"/>
                        <a:pt x="67" y="104"/>
                        <a:pt x="67" y="104"/>
                      </a:cubicBezTo>
                      <a:cubicBezTo>
                        <a:pt x="64" y="100"/>
                        <a:pt x="64" y="101"/>
                        <a:pt x="60" y="98"/>
                      </a:cubicBezTo>
                      <a:cubicBezTo>
                        <a:pt x="58" y="96"/>
                        <a:pt x="55" y="95"/>
                        <a:pt x="54" y="92"/>
                      </a:cubicBezTo>
                      <a:cubicBezTo>
                        <a:pt x="53" y="88"/>
                        <a:pt x="53" y="84"/>
                        <a:pt x="51" y="82"/>
                      </a:cubicBezTo>
                      <a:cubicBezTo>
                        <a:pt x="49" y="79"/>
                        <a:pt x="47" y="77"/>
                        <a:pt x="47" y="73"/>
                      </a:cubicBezTo>
                      <a:cubicBezTo>
                        <a:pt x="47" y="72"/>
                        <a:pt x="47" y="72"/>
                        <a:pt x="47" y="71"/>
                      </a:cubicBezTo>
                      <a:cubicBezTo>
                        <a:pt x="49" y="67"/>
                        <a:pt x="47" y="67"/>
                        <a:pt x="53" y="64"/>
                      </a:cubicBezTo>
                      <a:cubicBezTo>
                        <a:pt x="55" y="64"/>
                        <a:pt x="60" y="60"/>
                        <a:pt x="60" y="58"/>
                      </a:cubicBezTo>
                      <a:cubicBezTo>
                        <a:pt x="60" y="55"/>
                        <a:pt x="60" y="55"/>
                        <a:pt x="60" y="55"/>
                      </a:cubicBezTo>
                      <a:cubicBezTo>
                        <a:pt x="60" y="53"/>
                        <a:pt x="56" y="51"/>
                        <a:pt x="53" y="52"/>
                      </a:cubicBezTo>
                      <a:cubicBezTo>
                        <a:pt x="47" y="52"/>
                        <a:pt x="47" y="52"/>
                        <a:pt x="47" y="52"/>
                      </a:cubicBezTo>
                      <a:cubicBezTo>
                        <a:pt x="46" y="52"/>
                        <a:pt x="45" y="51"/>
                        <a:pt x="44" y="50"/>
                      </a:cubicBezTo>
                      <a:cubicBezTo>
                        <a:pt x="44" y="47"/>
                        <a:pt x="44" y="47"/>
                        <a:pt x="44" y="47"/>
                      </a:cubicBezTo>
                      <a:cubicBezTo>
                        <a:pt x="44" y="44"/>
                        <a:pt x="47" y="41"/>
                        <a:pt x="48" y="38"/>
                      </a:cubicBezTo>
                      <a:cubicBezTo>
                        <a:pt x="49" y="34"/>
                        <a:pt x="50" y="33"/>
                        <a:pt x="53" y="30"/>
                      </a:cubicBezTo>
                      <a:cubicBezTo>
                        <a:pt x="56" y="27"/>
                        <a:pt x="66" y="22"/>
                        <a:pt x="66" y="17"/>
                      </a:cubicBezTo>
                      <a:cubicBezTo>
                        <a:pt x="66" y="14"/>
                        <a:pt x="66" y="14"/>
                        <a:pt x="66" y="14"/>
                      </a:cubicBezTo>
                      <a:cubicBezTo>
                        <a:pt x="66" y="13"/>
                        <a:pt x="66" y="13"/>
                        <a:pt x="66" y="13"/>
                      </a:cubicBezTo>
                      <a:cubicBezTo>
                        <a:pt x="65" y="10"/>
                        <a:pt x="62" y="0"/>
                        <a:pt x="58" y="0"/>
                      </a:cubicBezTo>
                      <a:cubicBezTo>
                        <a:pt x="57" y="0"/>
                        <a:pt x="57" y="0"/>
                        <a:pt x="56" y="1"/>
                      </a:cubicBezTo>
                      <a:cubicBezTo>
                        <a:pt x="56" y="3"/>
                        <a:pt x="55" y="3"/>
                        <a:pt x="55" y="5"/>
                      </a:cubicBezTo>
                      <a:cubicBezTo>
                        <a:pt x="55" y="7"/>
                        <a:pt x="55" y="7"/>
                        <a:pt x="55" y="7"/>
                      </a:cubicBezTo>
                      <a:cubicBezTo>
                        <a:pt x="55" y="11"/>
                        <a:pt x="53" y="15"/>
                        <a:pt x="51" y="18"/>
                      </a:cubicBezTo>
                      <a:cubicBezTo>
                        <a:pt x="50" y="18"/>
                        <a:pt x="50" y="18"/>
                        <a:pt x="50" y="18"/>
                      </a:cubicBezTo>
                      <a:cubicBezTo>
                        <a:pt x="48" y="18"/>
                        <a:pt x="48" y="18"/>
                        <a:pt x="47" y="19"/>
                      </a:cubicBezTo>
                      <a:cubicBezTo>
                        <a:pt x="42" y="15"/>
                        <a:pt x="42" y="15"/>
                        <a:pt x="42" y="15"/>
                      </a:cubicBezTo>
                      <a:cubicBezTo>
                        <a:pt x="41" y="15"/>
                        <a:pt x="41" y="15"/>
                        <a:pt x="41" y="15"/>
                      </a:cubicBezTo>
                      <a:cubicBezTo>
                        <a:pt x="40" y="15"/>
                        <a:pt x="40" y="15"/>
                        <a:pt x="40" y="15"/>
                      </a:cubicBezTo>
                      <a:cubicBezTo>
                        <a:pt x="39" y="15"/>
                        <a:pt x="38" y="16"/>
                        <a:pt x="38" y="17"/>
                      </a:cubicBezTo>
                      <a:cubicBezTo>
                        <a:pt x="38" y="19"/>
                        <a:pt x="41" y="22"/>
                        <a:pt x="41" y="26"/>
                      </a:cubicBezTo>
                      <a:cubicBezTo>
                        <a:pt x="41" y="29"/>
                        <a:pt x="41" y="29"/>
                        <a:pt x="41" y="29"/>
                      </a:cubicBezTo>
                      <a:cubicBezTo>
                        <a:pt x="41" y="30"/>
                        <a:pt x="41" y="30"/>
                        <a:pt x="41" y="30"/>
                      </a:cubicBezTo>
                      <a:cubicBezTo>
                        <a:pt x="38" y="33"/>
                        <a:pt x="38" y="33"/>
                        <a:pt x="38" y="33"/>
                      </a:cubicBezTo>
                      <a:cubicBezTo>
                        <a:pt x="37" y="33"/>
                        <a:pt x="37" y="33"/>
                        <a:pt x="37" y="33"/>
                      </a:cubicBezTo>
                      <a:cubicBezTo>
                        <a:pt x="35" y="33"/>
                        <a:pt x="35" y="34"/>
                        <a:pt x="34" y="34"/>
                      </a:cubicBezTo>
                      <a:cubicBezTo>
                        <a:pt x="32" y="33"/>
                        <a:pt x="31" y="31"/>
                        <a:pt x="30" y="29"/>
                      </a:cubicBezTo>
                      <a:cubicBezTo>
                        <a:pt x="24" y="29"/>
                        <a:pt x="30" y="41"/>
                        <a:pt x="19" y="45"/>
                      </a:cubicBezTo>
                      <a:cubicBezTo>
                        <a:pt x="16" y="46"/>
                        <a:pt x="12" y="48"/>
                        <a:pt x="9" y="50"/>
                      </a:cubicBezTo>
                      <a:cubicBezTo>
                        <a:pt x="6" y="51"/>
                        <a:pt x="1" y="53"/>
                        <a:pt x="0" y="55"/>
                      </a:cubicBezTo>
                      <a:cubicBezTo>
                        <a:pt x="1" y="58"/>
                        <a:pt x="1" y="57"/>
                        <a:pt x="4" y="59"/>
                      </a:cubicBezTo>
                      <a:cubicBezTo>
                        <a:pt x="6" y="59"/>
                        <a:pt x="6" y="59"/>
                        <a:pt x="6" y="59"/>
                      </a:cubicBezTo>
                      <a:cubicBezTo>
                        <a:pt x="10" y="59"/>
                        <a:pt x="20" y="51"/>
                        <a:pt x="23" y="51"/>
                      </a:cubicBezTo>
                      <a:cubicBezTo>
                        <a:pt x="25" y="51"/>
                        <a:pt x="24" y="51"/>
                        <a:pt x="27" y="52"/>
                      </a:cubicBezTo>
                      <a:cubicBezTo>
                        <a:pt x="29" y="54"/>
                        <a:pt x="29" y="55"/>
                        <a:pt x="30" y="58"/>
                      </a:cubicBezTo>
                      <a:cubicBezTo>
                        <a:pt x="30" y="59"/>
                        <a:pt x="30" y="59"/>
                        <a:pt x="30" y="59"/>
                      </a:cubicBezTo>
                      <a:cubicBezTo>
                        <a:pt x="30" y="62"/>
                        <a:pt x="28" y="64"/>
                        <a:pt x="26" y="65"/>
                      </a:cubicBezTo>
                      <a:cubicBezTo>
                        <a:pt x="21" y="64"/>
                        <a:pt x="21" y="64"/>
                        <a:pt x="21" y="64"/>
                      </a:cubicBezTo>
                      <a:cubicBezTo>
                        <a:pt x="20" y="64"/>
                        <a:pt x="20" y="64"/>
                        <a:pt x="19" y="64"/>
                      </a:cubicBezTo>
                      <a:cubicBezTo>
                        <a:pt x="18" y="64"/>
                        <a:pt x="18" y="64"/>
                        <a:pt x="18" y="64"/>
                      </a:cubicBezTo>
                      <a:cubicBezTo>
                        <a:pt x="16" y="67"/>
                        <a:pt x="16" y="67"/>
                        <a:pt x="16" y="67"/>
                      </a:cubicBezTo>
                      <a:cubicBezTo>
                        <a:pt x="16" y="68"/>
                        <a:pt x="16" y="68"/>
                        <a:pt x="16" y="68"/>
                      </a:cubicBezTo>
                      <a:cubicBezTo>
                        <a:pt x="16" y="72"/>
                        <a:pt x="16" y="72"/>
                        <a:pt x="16" y="72"/>
                      </a:cubicBezTo>
                      <a:cubicBezTo>
                        <a:pt x="16" y="78"/>
                        <a:pt x="13" y="85"/>
                        <a:pt x="11" y="90"/>
                      </a:cubicBezTo>
                      <a:cubicBezTo>
                        <a:pt x="9" y="94"/>
                        <a:pt x="3" y="100"/>
                        <a:pt x="3" y="105"/>
                      </a:cubicBezTo>
                      <a:cubicBezTo>
                        <a:pt x="3" y="106"/>
                        <a:pt x="4" y="109"/>
                        <a:pt x="5" y="110"/>
                      </a:cubicBezTo>
                      <a:cubicBezTo>
                        <a:pt x="6" y="110"/>
                        <a:pt x="6" y="110"/>
                        <a:pt x="6" y="110"/>
                      </a:cubicBezTo>
                      <a:cubicBezTo>
                        <a:pt x="7" y="110"/>
                        <a:pt x="7" y="110"/>
                        <a:pt x="7" y="110"/>
                      </a:cubicBezTo>
                      <a:cubicBezTo>
                        <a:pt x="9" y="110"/>
                        <a:pt x="8" y="110"/>
                        <a:pt x="9" y="111"/>
                      </a:cubicBezTo>
                      <a:cubicBezTo>
                        <a:pt x="11" y="109"/>
                        <a:pt x="15" y="101"/>
                        <a:pt x="15" y="98"/>
                      </a:cubicBezTo>
                      <a:cubicBezTo>
                        <a:pt x="17" y="94"/>
                        <a:pt x="20" y="89"/>
                        <a:pt x="24" y="89"/>
                      </a:cubicBezTo>
                      <a:cubicBezTo>
                        <a:pt x="25" y="89"/>
                        <a:pt x="25" y="89"/>
                        <a:pt x="26" y="88"/>
                      </a:cubicBezTo>
                      <a:cubicBezTo>
                        <a:pt x="28" y="90"/>
                        <a:pt x="32" y="90"/>
                        <a:pt x="32" y="93"/>
                      </a:cubicBezTo>
                      <a:cubicBezTo>
                        <a:pt x="32" y="94"/>
                        <a:pt x="32" y="94"/>
                        <a:pt x="32" y="94"/>
                      </a:cubicBezTo>
                      <a:cubicBezTo>
                        <a:pt x="32" y="96"/>
                        <a:pt x="32" y="96"/>
                        <a:pt x="32" y="96"/>
                      </a:cubicBezTo>
                      <a:cubicBezTo>
                        <a:pt x="28" y="102"/>
                        <a:pt x="25" y="101"/>
                        <a:pt x="23" y="104"/>
                      </a:cubicBezTo>
                      <a:cubicBezTo>
                        <a:pt x="26" y="109"/>
                        <a:pt x="27" y="108"/>
                        <a:pt x="29" y="113"/>
                      </a:cubicBezTo>
                      <a:cubicBezTo>
                        <a:pt x="29" y="114"/>
                        <a:pt x="29" y="114"/>
                        <a:pt x="29" y="114"/>
                      </a:cubicBezTo>
                      <a:cubicBezTo>
                        <a:pt x="29" y="115"/>
                        <a:pt x="29" y="115"/>
                        <a:pt x="29" y="115"/>
                      </a:cubicBezTo>
                      <a:cubicBezTo>
                        <a:pt x="29" y="116"/>
                        <a:pt x="29" y="116"/>
                        <a:pt x="29" y="116"/>
                      </a:cubicBezTo>
                      <a:cubicBezTo>
                        <a:pt x="28" y="119"/>
                        <a:pt x="26" y="123"/>
                        <a:pt x="22" y="122"/>
                      </a:cubicBezTo>
                      <a:cubicBezTo>
                        <a:pt x="15" y="122"/>
                        <a:pt x="15" y="122"/>
                        <a:pt x="15" y="122"/>
                      </a:cubicBezTo>
                      <a:cubicBezTo>
                        <a:pt x="14" y="122"/>
                        <a:pt x="11" y="124"/>
                        <a:pt x="10" y="124"/>
                      </a:cubicBezTo>
                      <a:cubicBezTo>
                        <a:pt x="13" y="127"/>
                        <a:pt x="23" y="129"/>
                        <a:pt x="23" y="133"/>
                      </a:cubicBezTo>
                      <a:cubicBezTo>
                        <a:pt x="23" y="137"/>
                        <a:pt x="18" y="142"/>
                        <a:pt x="15" y="144"/>
                      </a:cubicBezTo>
                      <a:cubicBezTo>
                        <a:pt x="15" y="150"/>
                        <a:pt x="15" y="150"/>
                        <a:pt x="15" y="150"/>
                      </a:cubicBezTo>
                      <a:cubicBezTo>
                        <a:pt x="17" y="150"/>
                        <a:pt x="17" y="150"/>
                        <a:pt x="17" y="150"/>
                      </a:cubicBezTo>
                      <a:cubicBezTo>
                        <a:pt x="20" y="150"/>
                        <a:pt x="27" y="141"/>
                        <a:pt x="29" y="139"/>
                      </a:cubicBezTo>
                      <a:cubicBezTo>
                        <a:pt x="33" y="135"/>
                        <a:pt x="34" y="129"/>
                        <a:pt x="38" y="12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2" name="iSļïḑé"/>
                <p:cNvSpPr/>
                <p:nvPr/>
              </p:nvSpPr>
              <p:spPr bwMode="auto">
                <a:xfrm>
                  <a:off x="4422776" y="3106738"/>
                  <a:ext cx="412750" cy="596900"/>
                </a:xfrm>
                <a:custGeom>
                  <a:avLst/>
                  <a:gdLst>
                    <a:gd name="T0" fmla="*/ 63 w 125"/>
                    <a:gd name="T1" fmla="*/ 83 h 179"/>
                    <a:gd name="T2" fmla="*/ 69 w 125"/>
                    <a:gd name="T3" fmla="*/ 84 h 179"/>
                    <a:gd name="T4" fmla="*/ 71 w 125"/>
                    <a:gd name="T5" fmla="*/ 95 h 179"/>
                    <a:gd name="T6" fmla="*/ 56 w 125"/>
                    <a:gd name="T7" fmla="*/ 91 h 179"/>
                    <a:gd name="T8" fmla="*/ 77 w 125"/>
                    <a:gd name="T9" fmla="*/ 77 h 179"/>
                    <a:gd name="T10" fmla="*/ 90 w 125"/>
                    <a:gd name="T11" fmla="*/ 82 h 179"/>
                    <a:gd name="T12" fmla="*/ 93 w 125"/>
                    <a:gd name="T13" fmla="*/ 96 h 179"/>
                    <a:gd name="T14" fmla="*/ 88 w 125"/>
                    <a:gd name="T15" fmla="*/ 106 h 179"/>
                    <a:gd name="T16" fmla="*/ 75 w 125"/>
                    <a:gd name="T17" fmla="*/ 89 h 179"/>
                    <a:gd name="T18" fmla="*/ 91 w 125"/>
                    <a:gd name="T19" fmla="*/ 29 h 179"/>
                    <a:gd name="T20" fmla="*/ 95 w 125"/>
                    <a:gd name="T21" fmla="*/ 4 h 179"/>
                    <a:gd name="T22" fmla="*/ 92 w 125"/>
                    <a:gd name="T23" fmla="*/ 0 h 179"/>
                    <a:gd name="T24" fmla="*/ 86 w 125"/>
                    <a:gd name="T25" fmla="*/ 0 h 179"/>
                    <a:gd name="T26" fmla="*/ 80 w 125"/>
                    <a:gd name="T27" fmla="*/ 7 h 179"/>
                    <a:gd name="T28" fmla="*/ 83 w 125"/>
                    <a:gd name="T29" fmla="*/ 30 h 179"/>
                    <a:gd name="T30" fmla="*/ 86 w 125"/>
                    <a:gd name="T31" fmla="*/ 50 h 179"/>
                    <a:gd name="T32" fmla="*/ 46 w 125"/>
                    <a:gd name="T33" fmla="*/ 84 h 179"/>
                    <a:gd name="T34" fmla="*/ 0 w 125"/>
                    <a:gd name="T35" fmla="*/ 99 h 179"/>
                    <a:gd name="T36" fmla="*/ 13 w 125"/>
                    <a:gd name="T37" fmla="*/ 108 h 179"/>
                    <a:gd name="T38" fmla="*/ 30 w 125"/>
                    <a:gd name="T39" fmla="*/ 100 h 179"/>
                    <a:gd name="T40" fmla="*/ 47 w 125"/>
                    <a:gd name="T41" fmla="*/ 92 h 179"/>
                    <a:gd name="T42" fmla="*/ 51 w 125"/>
                    <a:gd name="T43" fmla="*/ 109 h 179"/>
                    <a:gd name="T44" fmla="*/ 50 w 125"/>
                    <a:gd name="T45" fmla="*/ 118 h 179"/>
                    <a:gd name="T46" fmla="*/ 54 w 125"/>
                    <a:gd name="T47" fmla="*/ 125 h 179"/>
                    <a:gd name="T48" fmla="*/ 62 w 125"/>
                    <a:gd name="T49" fmla="*/ 119 h 179"/>
                    <a:gd name="T50" fmla="*/ 62 w 125"/>
                    <a:gd name="T51" fmla="*/ 113 h 179"/>
                    <a:gd name="T52" fmla="*/ 78 w 125"/>
                    <a:gd name="T53" fmla="*/ 111 h 179"/>
                    <a:gd name="T54" fmla="*/ 78 w 125"/>
                    <a:gd name="T55" fmla="*/ 113 h 179"/>
                    <a:gd name="T56" fmla="*/ 78 w 125"/>
                    <a:gd name="T57" fmla="*/ 118 h 179"/>
                    <a:gd name="T58" fmla="*/ 46 w 125"/>
                    <a:gd name="T59" fmla="*/ 147 h 179"/>
                    <a:gd name="T60" fmla="*/ 28 w 125"/>
                    <a:gd name="T61" fmla="*/ 158 h 179"/>
                    <a:gd name="T62" fmla="*/ 1 w 125"/>
                    <a:gd name="T63" fmla="*/ 170 h 179"/>
                    <a:gd name="T64" fmla="*/ 14 w 125"/>
                    <a:gd name="T65" fmla="*/ 178 h 179"/>
                    <a:gd name="T66" fmla="*/ 20 w 125"/>
                    <a:gd name="T67" fmla="*/ 179 h 179"/>
                    <a:gd name="T68" fmla="*/ 22 w 125"/>
                    <a:gd name="T69" fmla="*/ 179 h 179"/>
                    <a:gd name="T70" fmla="*/ 38 w 125"/>
                    <a:gd name="T71" fmla="*/ 169 h 179"/>
                    <a:gd name="T72" fmla="*/ 61 w 125"/>
                    <a:gd name="T73" fmla="*/ 150 h 179"/>
                    <a:gd name="T74" fmla="*/ 79 w 125"/>
                    <a:gd name="T75" fmla="*/ 135 h 179"/>
                    <a:gd name="T76" fmla="*/ 96 w 125"/>
                    <a:gd name="T77" fmla="*/ 119 h 179"/>
                    <a:gd name="T78" fmla="*/ 106 w 125"/>
                    <a:gd name="T79" fmla="*/ 149 h 179"/>
                    <a:gd name="T80" fmla="*/ 125 w 125"/>
                    <a:gd name="T81" fmla="*/ 152 h 179"/>
                    <a:gd name="T82" fmla="*/ 116 w 125"/>
                    <a:gd name="T83" fmla="*/ 120 h 179"/>
                    <a:gd name="T84" fmla="*/ 115 w 125"/>
                    <a:gd name="T85" fmla="*/ 125 h 179"/>
                    <a:gd name="T86" fmla="*/ 109 w 125"/>
                    <a:gd name="T87" fmla="*/ 129 h 179"/>
                    <a:gd name="T88" fmla="*/ 97 w 125"/>
                    <a:gd name="T89" fmla="*/ 92 h 179"/>
                    <a:gd name="T90" fmla="*/ 94 w 125"/>
                    <a:gd name="T91" fmla="*/ 76 h 179"/>
                    <a:gd name="T92" fmla="*/ 110 w 125"/>
                    <a:gd name="T93" fmla="*/ 60 h 179"/>
                    <a:gd name="T94" fmla="*/ 105 w 125"/>
                    <a:gd name="T95" fmla="*/ 57 h 179"/>
                    <a:gd name="T96" fmla="*/ 101 w 125"/>
                    <a:gd name="T97" fmla="*/ 59 h 179"/>
                    <a:gd name="T98" fmla="*/ 91 w 125"/>
                    <a:gd name="T99" fmla="*/ 54 h 179"/>
                    <a:gd name="T100" fmla="*/ 91 w 125"/>
                    <a:gd name="T101" fmla="*/ 29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25" h="179">
                      <a:moveTo>
                        <a:pt x="56" y="91"/>
                      </a:moveTo>
                      <a:cubicBezTo>
                        <a:pt x="56" y="87"/>
                        <a:pt x="60" y="85"/>
                        <a:pt x="63" y="83"/>
                      </a:cubicBezTo>
                      <a:cubicBezTo>
                        <a:pt x="64" y="83"/>
                        <a:pt x="64" y="83"/>
                        <a:pt x="64" y="83"/>
                      </a:cubicBezTo>
                      <a:cubicBezTo>
                        <a:pt x="67" y="83"/>
                        <a:pt x="67" y="84"/>
                        <a:pt x="69" y="84"/>
                      </a:cubicBezTo>
                      <a:cubicBezTo>
                        <a:pt x="71" y="94"/>
                        <a:pt x="71" y="94"/>
                        <a:pt x="71" y="94"/>
                      </a:cubicBezTo>
                      <a:cubicBezTo>
                        <a:pt x="71" y="95"/>
                        <a:pt x="71" y="95"/>
                        <a:pt x="71" y="95"/>
                      </a:cubicBezTo>
                      <a:cubicBezTo>
                        <a:pt x="68" y="100"/>
                        <a:pt x="68" y="99"/>
                        <a:pt x="63" y="101"/>
                      </a:cubicBezTo>
                      <a:cubicBezTo>
                        <a:pt x="61" y="99"/>
                        <a:pt x="56" y="95"/>
                        <a:pt x="56" y="91"/>
                      </a:cubicBezTo>
                      <a:close/>
                      <a:moveTo>
                        <a:pt x="72" y="83"/>
                      </a:moveTo>
                      <a:cubicBezTo>
                        <a:pt x="74" y="79"/>
                        <a:pt x="73" y="79"/>
                        <a:pt x="77" y="77"/>
                      </a:cubicBezTo>
                      <a:cubicBezTo>
                        <a:pt x="79" y="75"/>
                        <a:pt x="82" y="75"/>
                        <a:pt x="83" y="73"/>
                      </a:cubicBezTo>
                      <a:cubicBezTo>
                        <a:pt x="88" y="76"/>
                        <a:pt x="89" y="76"/>
                        <a:pt x="90" y="82"/>
                      </a:cubicBezTo>
                      <a:cubicBezTo>
                        <a:pt x="92" y="95"/>
                        <a:pt x="92" y="95"/>
                        <a:pt x="92" y="95"/>
                      </a:cubicBezTo>
                      <a:cubicBezTo>
                        <a:pt x="93" y="96"/>
                        <a:pt x="93" y="96"/>
                        <a:pt x="93" y="96"/>
                      </a:cubicBezTo>
                      <a:cubicBezTo>
                        <a:pt x="94" y="99"/>
                        <a:pt x="94" y="99"/>
                        <a:pt x="94" y="99"/>
                      </a:cubicBezTo>
                      <a:cubicBezTo>
                        <a:pt x="91" y="105"/>
                        <a:pt x="93" y="103"/>
                        <a:pt x="88" y="106"/>
                      </a:cubicBezTo>
                      <a:cubicBezTo>
                        <a:pt x="83" y="101"/>
                        <a:pt x="82" y="101"/>
                        <a:pt x="79" y="95"/>
                      </a:cubicBezTo>
                      <a:cubicBezTo>
                        <a:pt x="77" y="93"/>
                        <a:pt x="77" y="91"/>
                        <a:pt x="75" y="89"/>
                      </a:cubicBezTo>
                      <a:cubicBezTo>
                        <a:pt x="73" y="87"/>
                        <a:pt x="73" y="86"/>
                        <a:pt x="72" y="83"/>
                      </a:cubicBezTo>
                      <a:close/>
                      <a:moveTo>
                        <a:pt x="91" y="29"/>
                      </a:moveTo>
                      <a:cubicBezTo>
                        <a:pt x="91" y="22"/>
                        <a:pt x="95" y="12"/>
                        <a:pt x="95" y="4"/>
                      </a:cubicBezTo>
                      <a:cubicBezTo>
                        <a:pt x="95" y="4"/>
                        <a:pt x="95" y="4"/>
                        <a:pt x="95" y="4"/>
                      </a:cubicBezTo>
                      <a:cubicBezTo>
                        <a:pt x="95" y="3"/>
                        <a:pt x="95" y="3"/>
                        <a:pt x="95" y="3"/>
                      </a:cubicBezTo>
                      <a:cubicBezTo>
                        <a:pt x="93" y="0"/>
                        <a:pt x="95" y="1"/>
                        <a:pt x="92" y="0"/>
                      </a:cubicBezTo>
                      <a:cubicBezTo>
                        <a:pt x="91" y="0"/>
                        <a:pt x="91" y="0"/>
                        <a:pt x="91" y="0"/>
                      </a:cubicBezTo>
                      <a:cubicBezTo>
                        <a:pt x="86" y="0"/>
                        <a:pt x="86" y="0"/>
                        <a:pt x="86" y="0"/>
                      </a:cubicBezTo>
                      <a:cubicBezTo>
                        <a:pt x="85" y="0"/>
                        <a:pt x="85" y="0"/>
                        <a:pt x="85" y="0"/>
                      </a:cubicBezTo>
                      <a:cubicBezTo>
                        <a:pt x="82" y="1"/>
                        <a:pt x="80" y="4"/>
                        <a:pt x="80" y="7"/>
                      </a:cubicBezTo>
                      <a:cubicBezTo>
                        <a:pt x="83" y="30"/>
                        <a:pt x="83" y="30"/>
                        <a:pt x="83" y="30"/>
                      </a:cubicBezTo>
                      <a:cubicBezTo>
                        <a:pt x="83" y="30"/>
                        <a:pt x="83" y="30"/>
                        <a:pt x="83" y="30"/>
                      </a:cubicBezTo>
                      <a:cubicBezTo>
                        <a:pt x="83" y="38"/>
                        <a:pt x="86" y="44"/>
                        <a:pt x="86" y="49"/>
                      </a:cubicBezTo>
                      <a:cubicBezTo>
                        <a:pt x="86" y="50"/>
                        <a:pt x="86" y="50"/>
                        <a:pt x="86" y="50"/>
                      </a:cubicBezTo>
                      <a:cubicBezTo>
                        <a:pt x="87" y="62"/>
                        <a:pt x="87" y="62"/>
                        <a:pt x="87" y="62"/>
                      </a:cubicBezTo>
                      <a:cubicBezTo>
                        <a:pt x="87" y="68"/>
                        <a:pt x="52" y="81"/>
                        <a:pt x="46" y="84"/>
                      </a:cubicBezTo>
                      <a:cubicBezTo>
                        <a:pt x="39" y="87"/>
                        <a:pt x="31" y="89"/>
                        <a:pt x="23" y="92"/>
                      </a:cubicBezTo>
                      <a:cubicBezTo>
                        <a:pt x="20" y="94"/>
                        <a:pt x="0" y="96"/>
                        <a:pt x="0" y="99"/>
                      </a:cubicBezTo>
                      <a:cubicBezTo>
                        <a:pt x="0" y="101"/>
                        <a:pt x="9" y="108"/>
                        <a:pt x="11" y="108"/>
                      </a:cubicBezTo>
                      <a:cubicBezTo>
                        <a:pt x="13" y="108"/>
                        <a:pt x="13" y="108"/>
                        <a:pt x="13" y="108"/>
                      </a:cubicBezTo>
                      <a:cubicBezTo>
                        <a:pt x="14" y="108"/>
                        <a:pt x="14" y="108"/>
                        <a:pt x="14" y="108"/>
                      </a:cubicBezTo>
                      <a:cubicBezTo>
                        <a:pt x="20" y="105"/>
                        <a:pt x="24" y="103"/>
                        <a:pt x="30" y="100"/>
                      </a:cubicBezTo>
                      <a:cubicBezTo>
                        <a:pt x="34" y="98"/>
                        <a:pt x="41" y="93"/>
                        <a:pt x="45" y="93"/>
                      </a:cubicBezTo>
                      <a:cubicBezTo>
                        <a:pt x="46" y="93"/>
                        <a:pt x="46" y="93"/>
                        <a:pt x="47" y="92"/>
                      </a:cubicBezTo>
                      <a:cubicBezTo>
                        <a:pt x="49" y="94"/>
                        <a:pt x="52" y="96"/>
                        <a:pt x="51" y="101"/>
                      </a:cubicBezTo>
                      <a:cubicBezTo>
                        <a:pt x="51" y="109"/>
                        <a:pt x="51" y="109"/>
                        <a:pt x="51" y="109"/>
                      </a:cubicBezTo>
                      <a:cubicBezTo>
                        <a:pt x="51" y="110"/>
                        <a:pt x="51" y="110"/>
                        <a:pt x="51" y="110"/>
                      </a:cubicBezTo>
                      <a:cubicBezTo>
                        <a:pt x="50" y="118"/>
                        <a:pt x="50" y="118"/>
                        <a:pt x="50" y="118"/>
                      </a:cubicBezTo>
                      <a:cubicBezTo>
                        <a:pt x="50" y="119"/>
                        <a:pt x="50" y="119"/>
                        <a:pt x="50" y="120"/>
                      </a:cubicBezTo>
                      <a:cubicBezTo>
                        <a:pt x="51" y="123"/>
                        <a:pt x="51" y="123"/>
                        <a:pt x="54" y="125"/>
                      </a:cubicBezTo>
                      <a:cubicBezTo>
                        <a:pt x="56" y="125"/>
                        <a:pt x="56" y="125"/>
                        <a:pt x="56" y="125"/>
                      </a:cubicBezTo>
                      <a:cubicBezTo>
                        <a:pt x="59" y="125"/>
                        <a:pt x="60" y="121"/>
                        <a:pt x="62" y="119"/>
                      </a:cubicBezTo>
                      <a:cubicBezTo>
                        <a:pt x="62" y="118"/>
                        <a:pt x="62" y="118"/>
                        <a:pt x="62" y="118"/>
                      </a:cubicBezTo>
                      <a:cubicBezTo>
                        <a:pt x="62" y="113"/>
                        <a:pt x="62" y="113"/>
                        <a:pt x="62" y="113"/>
                      </a:cubicBezTo>
                      <a:cubicBezTo>
                        <a:pt x="63" y="110"/>
                        <a:pt x="68" y="106"/>
                        <a:pt x="71" y="106"/>
                      </a:cubicBezTo>
                      <a:cubicBezTo>
                        <a:pt x="75" y="106"/>
                        <a:pt x="77" y="109"/>
                        <a:pt x="78" y="111"/>
                      </a:cubicBezTo>
                      <a:cubicBezTo>
                        <a:pt x="78" y="112"/>
                        <a:pt x="78" y="112"/>
                        <a:pt x="78" y="112"/>
                      </a:cubicBezTo>
                      <a:cubicBezTo>
                        <a:pt x="78" y="113"/>
                        <a:pt x="78" y="113"/>
                        <a:pt x="78" y="113"/>
                      </a:cubicBezTo>
                      <a:cubicBezTo>
                        <a:pt x="78" y="115"/>
                        <a:pt x="78" y="115"/>
                        <a:pt x="79" y="116"/>
                      </a:cubicBezTo>
                      <a:cubicBezTo>
                        <a:pt x="78" y="117"/>
                        <a:pt x="78" y="117"/>
                        <a:pt x="78" y="118"/>
                      </a:cubicBezTo>
                      <a:cubicBezTo>
                        <a:pt x="78" y="119"/>
                        <a:pt x="78" y="119"/>
                        <a:pt x="78" y="119"/>
                      </a:cubicBezTo>
                      <a:cubicBezTo>
                        <a:pt x="72" y="130"/>
                        <a:pt x="57" y="140"/>
                        <a:pt x="46" y="147"/>
                      </a:cubicBezTo>
                      <a:cubicBezTo>
                        <a:pt x="44" y="148"/>
                        <a:pt x="40" y="151"/>
                        <a:pt x="37" y="152"/>
                      </a:cubicBezTo>
                      <a:cubicBezTo>
                        <a:pt x="35" y="153"/>
                        <a:pt x="29" y="157"/>
                        <a:pt x="28" y="158"/>
                      </a:cubicBezTo>
                      <a:cubicBezTo>
                        <a:pt x="25" y="161"/>
                        <a:pt x="12" y="165"/>
                        <a:pt x="6" y="165"/>
                      </a:cubicBezTo>
                      <a:cubicBezTo>
                        <a:pt x="4" y="165"/>
                        <a:pt x="2" y="168"/>
                        <a:pt x="1" y="170"/>
                      </a:cubicBezTo>
                      <a:cubicBezTo>
                        <a:pt x="4" y="171"/>
                        <a:pt x="4" y="173"/>
                        <a:pt x="7" y="175"/>
                      </a:cubicBezTo>
                      <a:cubicBezTo>
                        <a:pt x="10" y="176"/>
                        <a:pt x="12" y="176"/>
                        <a:pt x="14" y="178"/>
                      </a:cubicBezTo>
                      <a:cubicBezTo>
                        <a:pt x="18" y="179"/>
                        <a:pt x="18" y="179"/>
                        <a:pt x="18" y="179"/>
                      </a:cubicBezTo>
                      <a:cubicBezTo>
                        <a:pt x="20" y="179"/>
                        <a:pt x="18" y="179"/>
                        <a:pt x="20" y="179"/>
                      </a:cubicBezTo>
                      <a:cubicBezTo>
                        <a:pt x="21" y="179"/>
                        <a:pt x="21" y="179"/>
                        <a:pt x="21" y="179"/>
                      </a:cubicBezTo>
                      <a:cubicBezTo>
                        <a:pt x="22" y="179"/>
                        <a:pt x="22" y="179"/>
                        <a:pt x="22" y="179"/>
                      </a:cubicBezTo>
                      <a:cubicBezTo>
                        <a:pt x="26" y="177"/>
                        <a:pt x="30" y="175"/>
                        <a:pt x="33" y="173"/>
                      </a:cubicBezTo>
                      <a:cubicBezTo>
                        <a:pt x="35" y="171"/>
                        <a:pt x="36" y="170"/>
                        <a:pt x="38" y="169"/>
                      </a:cubicBezTo>
                      <a:cubicBezTo>
                        <a:pt x="39" y="168"/>
                        <a:pt x="43" y="166"/>
                        <a:pt x="43" y="166"/>
                      </a:cubicBezTo>
                      <a:cubicBezTo>
                        <a:pt x="49" y="160"/>
                        <a:pt x="55" y="156"/>
                        <a:pt x="61" y="150"/>
                      </a:cubicBezTo>
                      <a:cubicBezTo>
                        <a:pt x="64" y="148"/>
                        <a:pt x="67" y="145"/>
                        <a:pt x="70" y="143"/>
                      </a:cubicBezTo>
                      <a:cubicBezTo>
                        <a:pt x="73" y="140"/>
                        <a:pt x="76" y="137"/>
                        <a:pt x="79" y="135"/>
                      </a:cubicBezTo>
                      <a:cubicBezTo>
                        <a:pt x="82" y="132"/>
                        <a:pt x="85" y="130"/>
                        <a:pt x="87" y="127"/>
                      </a:cubicBezTo>
                      <a:cubicBezTo>
                        <a:pt x="90" y="124"/>
                        <a:pt x="91" y="119"/>
                        <a:pt x="96" y="119"/>
                      </a:cubicBezTo>
                      <a:cubicBezTo>
                        <a:pt x="98" y="119"/>
                        <a:pt x="100" y="126"/>
                        <a:pt x="100" y="128"/>
                      </a:cubicBezTo>
                      <a:cubicBezTo>
                        <a:pt x="100" y="132"/>
                        <a:pt x="105" y="145"/>
                        <a:pt x="106" y="149"/>
                      </a:cubicBezTo>
                      <a:cubicBezTo>
                        <a:pt x="108" y="155"/>
                        <a:pt x="111" y="165"/>
                        <a:pt x="118" y="165"/>
                      </a:cubicBezTo>
                      <a:cubicBezTo>
                        <a:pt x="119" y="163"/>
                        <a:pt x="125" y="161"/>
                        <a:pt x="125" y="152"/>
                      </a:cubicBezTo>
                      <a:cubicBezTo>
                        <a:pt x="125" y="143"/>
                        <a:pt x="120" y="120"/>
                        <a:pt x="117" y="116"/>
                      </a:cubicBezTo>
                      <a:cubicBezTo>
                        <a:pt x="117" y="118"/>
                        <a:pt x="116" y="118"/>
                        <a:pt x="116" y="120"/>
                      </a:cubicBezTo>
                      <a:cubicBezTo>
                        <a:pt x="116" y="123"/>
                        <a:pt x="115" y="121"/>
                        <a:pt x="115" y="124"/>
                      </a:cubicBezTo>
                      <a:cubicBezTo>
                        <a:pt x="115" y="125"/>
                        <a:pt x="115" y="125"/>
                        <a:pt x="115" y="125"/>
                      </a:cubicBezTo>
                      <a:cubicBezTo>
                        <a:pt x="115" y="126"/>
                        <a:pt x="114" y="129"/>
                        <a:pt x="112" y="129"/>
                      </a:cubicBezTo>
                      <a:cubicBezTo>
                        <a:pt x="109" y="129"/>
                        <a:pt x="109" y="129"/>
                        <a:pt x="109" y="129"/>
                      </a:cubicBezTo>
                      <a:cubicBezTo>
                        <a:pt x="105" y="129"/>
                        <a:pt x="102" y="110"/>
                        <a:pt x="100" y="105"/>
                      </a:cubicBezTo>
                      <a:cubicBezTo>
                        <a:pt x="98" y="101"/>
                        <a:pt x="98" y="97"/>
                        <a:pt x="97" y="92"/>
                      </a:cubicBezTo>
                      <a:cubicBezTo>
                        <a:pt x="96" y="87"/>
                        <a:pt x="94" y="86"/>
                        <a:pt x="94" y="79"/>
                      </a:cubicBezTo>
                      <a:cubicBezTo>
                        <a:pt x="94" y="76"/>
                        <a:pt x="94" y="76"/>
                        <a:pt x="94" y="76"/>
                      </a:cubicBezTo>
                      <a:cubicBezTo>
                        <a:pt x="94" y="65"/>
                        <a:pt x="110" y="67"/>
                        <a:pt x="110" y="61"/>
                      </a:cubicBezTo>
                      <a:cubicBezTo>
                        <a:pt x="110" y="60"/>
                        <a:pt x="110" y="60"/>
                        <a:pt x="110" y="60"/>
                      </a:cubicBezTo>
                      <a:cubicBezTo>
                        <a:pt x="110" y="58"/>
                        <a:pt x="109" y="57"/>
                        <a:pt x="108" y="57"/>
                      </a:cubicBezTo>
                      <a:cubicBezTo>
                        <a:pt x="105" y="57"/>
                        <a:pt x="105" y="57"/>
                        <a:pt x="105" y="57"/>
                      </a:cubicBezTo>
                      <a:cubicBezTo>
                        <a:pt x="104" y="57"/>
                        <a:pt x="104" y="57"/>
                        <a:pt x="104" y="57"/>
                      </a:cubicBezTo>
                      <a:cubicBezTo>
                        <a:pt x="103" y="58"/>
                        <a:pt x="102" y="59"/>
                        <a:pt x="101" y="59"/>
                      </a:cubicBezTo>
                      <a:cubicBezTo>
                        <a:pt x="99" y="60"/>
                        <a:pt x="99" y="59"/>
                        <a:pt x="97" y="60"/>
                      </a:cubicBezTo>
                      <a:cubicBezTo>
                        <a:pt x="95" y="59"/>
                        <a:pt x="91" y="56"/>
                        <a:pt x="91" y="54"/>
                      </a:cubicBezTo>
                      <a:cubicBezTo>
                        <a:pt x="91" y="41"/>
                        <a:pt x="91" y="41"/>
                        <a:pt x="91" y="41"/>
                      </a:cubicBezTo>
                      <a:lnTo>
                        <a:pt x="91" y="29"/>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3" name="íšlïďè"/>
                <p:cNvSpPr/>
                <p:nvPr/>
              </p:nvSpPr>
              <p:spPr bwMode="auto">
                <a:xfrm>
                  <a:off x="5478463" y="3581400"/>
                  <a:ext cx="46038" cy="76200"/>
                </a:xfrm>
                <a:custGeom>
                  <a:avLst/>
                  <a:gdLst>
                    <a:gd name="T0" fmla="*/ 14 w 14"/>
                    <a:gd name="T1" fmla="*/ 15 h 23"/>
                    <a:gd name="T2" fmla="*/ 10 w 14"/>
                    <a:gd name="T3" fmla="*/ 6 h 23"/>
                    <a:gd name="T4" fmla="*/ 3 w 14"/>
                    <a:gd name="T5" fmla="*/ 0 h 23"/>
                    <a:gd name="T6" fmla="*/ 0 w 14"/>
                    <a:gd name="T7" fmla="*/ 3 h 23"/>
                    <a:gd name="T8" fmla="*/ 5 w 14"/>
                    <a:gd name="T9" fmla="*/ 11 h 23"/>
                    <a:gd name="T10" fmla="*/ 5 w 14"/>
                    <a:gd name="T11" fmla="*/ 12 h 23"/>
                    <a:gd name="T12" fmla="*/ 5 w 14"/>
                    <a:gd name="T13" fmla="*/ 14 h 23"/>
                    <a:gd name="T14" fmla="*/ 5 w 14"/>
                    <a:gd name="T15" fmla="*/ 15 h 23"/>
                    <a:gd name="T16" fmla="*/ 2 w 14"/>
                    <a:gd name="T17" fmla="*/ 19 h 23"/>
                    <a:gd name="T18" fmla="*/ 2 w 14"/>
                    <a:gd name="T19" fmla="*/ 22 h 23"/>
                    <a:gd name="T20" fmla="*/ 5 w 14"/>
                    <a:gd name="T21" fmla="*/ 23 h 23"/>
                    <a:gd name="T22" fmla="*/ 6 w 14"/>
                    <a:gd name="T23" fmla="*/ 23 h 23"/>
                    <a:gd name="T24" fmla="*/ 11 w 14"/>
                    <a:gd name="T25" fmla="*/ 20 h 23"/>
                    <a:gd name="T26" fmla="*/ 14 w 14"/>
                    <a:gd name="T27" fmla="*/ 15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4" h="23">
                      <a:moveTo>
                        <a:pt x="14" y="15"/>
                      </a:moveTo>
                      <a:cubicBezTo>
                        <a:pt x="14" y="11"/>
                        <a:pt x="12" y="9"/>
                        <a:pt x="10" y="6"/>
                      </a:cubicBezTo>
                      <a:cubicBezTo>
                        <a:pt x="8" y="5"/>
                        <a:pt x="3" y="1"/>
                        <a:pt x="3" y="0"/>
                      </a:cubicBezTo>
                      <a:cubicBezTo>
                        <a:pt x="0" y="3"/>
                        <a:pt x="0" y="3"/>
                        <a:pt x="0" y="3"/>
                      </a:cubicBezTo>
                      <a:cubicBezTo>
                        <a:pt x="5" y="11"/>
                        <a:pt x="5" y="11"/>
                        <a:pt x="5" y="11"/>
                      </a:cubicBezTo>
                      <a:cubicBezTo>
                        <a:pt x="5" y="12"/>
                        <a:pt x="5" y="12"/>
                        <a:pt x="5" y="12"/>
                      </a:cubicBezTo>
                      <a:cubicBezTo>
                        <a:pt x="5" y="14"/>
                        <a:pt x="5" y="14"/>
                        <a:pt x="5" y="14"/>
                      </a:cubicBezTo>
                      <a:cubicBezTo>
                        <a:pt x="5" y="15"/>
                        <a:pt x="5" y="15"/>
                        <a:pt x="5" y="15"/>
                      </a:cubicBezTo>
                      <a:cubicBezTo>
                        <a:pt x="2" y="19"/>
                        <a:pt x="2" y="19"/>
                        <a:pt x="2" y="19"/>
                      </a:cubicBezTo>
                      <a:cubicBezTo>
                        <a:pt x="2" y="22"/>
                        <a:pt x="2" y="22"/>
                        <a:pt x="2" y="22"/>
                      </a:cubicBezTo>
                      <a:cubicBezTo>
                        <a:pt x="5" y="23"/>
                        <a:pt x="5" y="23"/>
                        <a:pt x="5" y="23"/>
                      </a:cubicBezTo>
                      <a:cubicBezTo>
                        <a:pt x="6" y="23"/>
                        <a:pt x="6" y="23"/>
                        <a:pt x="6" y="23"/>
                      </a:cubicBezTo>
                      <a:cubicBezTo>
                        <a:pt x="7" y="23"/>
                        <a:pt x="11" y="21"/>
                        <a:pt x="11" y="20"/>
                      </a:cubicBezTo>
                      <a:cubicBezTo>
                        <a:pt x="13" y="19"/>
                        <a:pt x="13" y="17"/>
                        <a:pt x="14" y="1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4" name="işḷîḑe"/>
                <p:cNvSpPr/>
                <p:nvPr/>
              </p:nvSpPr>
              <p:spPr bwMode="auto">
                <a:xfrm>
                  <a:off x="6310313" y="3136900"/>
                  <a:ext cx="406400" cy="554038"/>
                </a:xfrm>
                <a:custGeom>
                  <a:avLst/>
                  <a:gdLst>
                    <a:gd name="T0" fmla="*/ 101 w 123"/>
                    <a:gd name="T1" fmla="*/ 9 h 166"/>
                    <a:gd name="T2" fmla="*/ 96 w 123"/>
                    <a:gd name="T3" fmla="*/ 0 h 166"/>
                    <a:gd name="T4" fmla="*/ 76 w 123"/>
                    <a:gd name="T5" fmla="*/ 23 h 166"/>
                    <a:gd name="T6" fmla="*/ 66 w 123"/>
                    <a:gd name="T7" fmla="*/ 20 h 166"/>
                    <a:gd name="T8" fmla="*/ 69 w 123"/>
                    <a:gd name="T9" fmla="*/ 29 h 166"/>
                    <a:gd name="T10" fmla="*/ 64 w 123"/>
                    <a:gd name="T11" fmla="*/ 38 h 166"/>
                    <a:gd name="T12" fmla="*/ 71 w 123"/>
                    <a:gd name="T13" fmla="*/ 37 h 166"/>
                    <a:gd name="T14" fmla="*/ 78 w 123"/>
                    <a:gd name="T15" fmla="*/ 38 h 166"/>
                    <a:gd name="T16" fmla="*/ 104 w 123"/>
                    <a:gd name="T17" fmla="*/ 37 h 166"/>
                    <a:gd name="T18" fmla="*/ 97 w 123"/>
                    <a:gd name="T19" fmla="*/ 43 h 166"/>
                    <a:gd name="T20" fmla="*/ 85 w 123"/>
                    <a:gd name="T21" fmla="*/ 56 h 166"/>
                    <a:gd name="T22" fmla="*/ 78 w 123"/>
                    <a:gd name="T23" fmla="*/ 67 h 166"/>
                    <a:gd name="T24" fmla="*/ 72 w 123"/>
                    <a:gd name="T25" fmla="*/ 62 h 166"/>
                    <a:gd name="T26" fmla="*/ 72 w 123"/>
                    <a:gd name="T27" fmla="*/ 48 h 166"/>
                    <a:gd name="T28" fmla="*/ 63 w 123"/>
                    <a:gd name="T29" fmla="*/ 57 h 166"/>
                    <a:gd name="T30" fmla="*/ 56 w 123"/>
                    <a:gd name="T31" fmla="*/ 57 h 166"/>
                    <a:gd name="T32" fmla="*/ 61 w 123"/>
                    <a:gd name="T33" fmla="*/ 66 h 166"/>
                    <a:gd name="T34" fmla="*/ 59 w 123"/>
                    <a:gd name="T35" fmla="*/ 70 h 166"/>
                    <a:gd name="T36" fmla="*/ 68 w 123"/>
                    <a:gd name="T37" fmla="*/ 74 h 166"/>
                    <a:gd name="T38" fmla="*/ 68 w 123"/>
                    <a:gd name="T39" fmla="*/ 78 h 166"/>
                    <a:gd name="T40" fmla="*/ 40 w 123"/>
                    <a:gd name="T41" fmla="*/ 92 h 166"/>
                    <a:gd name="T42" fmla="*/ 24 w 123"/>
                    <a:gd name="T43" fmla="*/ 99 h 166"/>
                    <a:gd name="T44" fmla="*/ 3 w 123"/>
                    <a:gd name="T45" fmla="*/ 105 h 166"/>
                    <a:gd name="T46" fmla="*/ 2 w 123"/>
                    <a:gd name="T47" fmla="*/ 112 h 166"/>
                    <a:gd name="T48" fmla="*/ 14 w 123"/>
                    <a:gd name="T49" fmla="*/ 120 h 166"/>
                    <a:gd name="T50" fmla="*/ 32 w 123"/>
                    <a:gd name="T51" fmla="*/ 108 h 166"/>
                    <a:gd name="T52" fmla="*/ 55 w 123"/>
                    <a:gd name="T53" fmla="*/ 93 h 166"/>
                    <a:gd name="T54" fmla="*/ 63 w 123"/>
                    <a:gd name="T55" fmla="*/ 89 h 166"/>
                    <a:gd name="T56" fmla="*/ 82 w 123"/>
                    <a:gd name="T57" fmla="*/ 83 h 166"/>
                    <a:gd name="T58" fmla="*/ 82 w 123"/>
                    <a:gd name="T59" fmla="*/ 86 h 166"/>
                    <a:gd name="T60" fmla="*/ 74 w 123"/>
                    <a:gd name="T61" fmla="*/ 97 h 166"/>
                    <a:gd name="T62" fmla="*/ 61 w 123"/>
                    <a:gd name="T63" fmla="*/ 107 h 166"/>
                    <a:gd name="T64" fmla="*/ 64 w 123"/>
                    <a:gd name="T65" fmla="*/ 118 h 166"/>
                    <a:gd name="T66" fmla="*/ 55 w 123"/>
                    <a:gd name="T67" fmla="*/ 126 h 166"/>
                    <a:gd name="T68" fmla="*/ 40 w 123"/>
                    <a:gd name="T69" fmla="*/ 129 h 166"/>
                    <a:gd name="T70" fmla="*/ 30 w 123"/>
                    <a:gd name="T71" fmla="*/ 130 h 166"/>
                    <a:gd name="T72" fmla="*/ 35 w 123"/>
                    <a:gd name="T73" fmla="*/ 141 h 166"/>
                    <a:gd name="T74" fmla="*/ 38 w 123"/>
                    <a:gd name="T75" fmla="*/ 141 h 166"/>
                    <a:gd name="T76" fmla="*/ 56 w 123"/>
                    <a:gd name="T77" fmla="*/ 133 h 166"/>
                    <a:gd name="T78" fmla="*/ 63 w 123"/>
                    <a:gd name="T79" fmla="*/ 141 h 166"/>
                    <a:gd name="T80" fmla="*/ 56 w 123"/>
                    <a:gd name="T81" fmla="*/ 154 h 166"/>
                    <a:gd name="T82" fmla="*/ 53 w 123"/>
                    <a:gd name="T83" fmla="*/ 154 h 166"/>
                    <a:gd name="T84" fmla="*/ 49 w 123"/>
                    <a:gd name="T85" fmla="*/ 154 h 166"/>
                    <a:gd name="T86" fmla="*/ 46 w 123"/>
                    <a:gd name="T87" fmla="*/ 156 h 166"/>
                    <a:gd name="T88" fmla="*/ 56 w 123"/>
                    <a:gd name="T89" fmla="*/ 166 h 166"/>
                    <a:gd name="T90" fmla="*/ 71 w 123"/>
                    <a:gd name="T91" fmla="*/ 160 h 166"/>
                    <a:gd name="T92" fmla="*/ 75 w 123"/>
                    <a:gd name="T93" fmla="*/ 146 h 166"/>
                    <a:gd name="T94" fmla="*/ 80 w 123"/>
                    <a:gd name="T95" fmla="*/ 124 h 166"/>
                    <a:gd name="T96" fmla="*/ 94 w 123"/>
                    <a:gd name="T97" fmla="*/ 120 h 166"/>
                    <a:gd name="T98" fmla="*/ 81 w 123"/>
                    <a:gd name="T99" fmla="*/ 117 h 166"/>
                    <a:gd name="T100" fmla="*/ 72 w 123"/>
                    <a:gd name="T101" fmla="*/ 107 h 166"/>
                    <a:gd name="T102" fmla="*/ 78 w 123"/>
                    <a:gd name="T103" fmla="*/ 96 h 166"/>
                    <a:gd name="T104" fmla="*/ 92 w 123"/>
                    <a:gd name="T105" fmla="*/ 89 h 166"/>
                    <a:gd name="T106" fmla="*/ 102 w 123"/>
                    <a:gd name="T107" fmla="*/ 78 h 166"/>
                    <a:gd name="T108" fmla="*/ 95 w 123"/>
                    <a:gd name="T109" fmla="*/ 61 h 166"/>
                    <a:gd name="T110" fmla="*/ 109 w 123"/>
                    <a:gd name="T111" fmla="*/ 48 h 166"/>
                    <a:gd name="T112" fmla="*/ 116 w 123"/>
                    <a:gd name="T113" fmla="*/ 42 h 166"/>
                    <a:gd name="T114" fmla="*/ 121 w 123"/>
                    <a:gd name="T115" fmla="*/ 32 h 166"/>
                    <a:gd name="T116" fmla="*/ 116 w 123"/>
                    <a:gd name="T117" fmla="*/ 17 h 166"/>
                    <a:gd name="T118" fmla="*/ 104 w 123"/>
                    <a:gd name="T119" fmla="*/ 20 h 166"/>
                    <a:gd name="T120" fmla="*/ 93 w 123"/>
                    <a:gd name="T121" fmla="*/ 21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23" h="166">
                      <a:moveTo>
                        <a:pt x="93" y="21"/>
                      </a:moveTo>
                      <a:cubicBezTo>
                        <a:pt x="94" y="14"/>
                        <a:pt x="98" y="14"/>
                        <a:pt x="101" y="9"/>
                      </a:cubicBezTo>
                      <a:cubicBezTo>
                        <a:pt x="101" y="8"/>
                        <a:pt x="101" y="8"/>
                        <a:pt x="101" y="8"/>
                      </a:cubicBezTo>
                      <a:cubicBezTo>
                        <a:pt x="101" y="5"/>
                        <a:pt x="97" y="1"/>
                        <a:pt x="96" y="0"/>
                      </a:cubicBezTo>
                      <a:cubicBezTo>
                        <a:pt x="89" y="3"/>
                        <a:pt x="91" y="6"/>
                        <a:pt x="88" y="13"/>
                      </a:cubicBezTo>
                      <a:cubicBezTo>
                        <a:pt x="85" y="17"/>
                        <a:pt x="82" y="23"/>
                        <a:pt x="76" y="23"/>
                      </a:cubicBezTo>
                      <a:cubicBezTo>
                        <a:pt x="75" y="23"/>
                        <a:pt x="70" y="18"/>
                        <a:pt x="67" y="17"/>
                      </a:cubicBezTo>
                      <a:cubicBezTo>
                        <a:pt x="66" y="20"/>
                        <a:pt x="66" y="20"/>
                        <a:pt x="66" y="20"/>
                      </a:cubicBezTo>
                      <a:cubicBezTo>
                        <a:pt x="67" y="23"/>
                        <a:pt x="69" y="24"/>
                        <a:pt x="69" y="28"/>
                      </a:cubicBezTo>
                      <a:cubicBezTo>
                        <a:pt x="69" y="29"/>
                        <a:pt x="69" y="29"/>
                        <a:pt x="69" y="29"/>
                      </a:cubicBezTo>
                      <a:cubicBezTo>
                        <a:pt x="69" y="29"/>
                        <a:pt x="63" y="36"/>
                        <a:pt x="62" y="37"/>
                      </a:cubicBezTo>
                      <a:cubicBezTo>
                        <a:pt x="63" y="38"/>
                        <a:pt x="61" y="38"/>
                        <a:pt x="64" y="38"/>
                      </a:cubicBezTo>
                      <a:cubicBezTo>
                        <a:pt x="64" y="38"/>
                        <a:pt x="64" y="38"/>
                        <a:pt x="64" y="38"/>
                      </a:cubicBezTo>
                      <a:cubicBezTo>
                        <a:pt x="71" y="37"/>
                        <a:pt x="71" y="37"/>
                        <a:pt x="71" y="37"/>
                      </a:cubicBezTo>
                      <a:cubicBezTo>
                        <a:pt x="74" y="37"/>
                        <a:pt x="74" y="38"/>
                        <a:pt x="78" y="38"/>
                      </a:cubicBezTo>
                      <a:cubicBezTo>
                        <a:pt x="78" y="38"/>
                        <a:pt x="78" y="38"/>
                        <a:pt x="78" y="38"/>
                      </a:cubicBezTo>
                      <a:cubicBezTo>
                        <a:pt x="79" y="38"/>
                        <a:pt x="84" y="33"/>
                        <a:pt x="91" y="32"/>
                      </a:cubicBezTo>
                      <a:cubicBezTo>
                        <a:pt x="96" y="31"/>
                        <a:pt x="104" y="30"/>
                        <a:pt x="104" y="37"/>
                      </a:cubicBezTo>
                      <a:cubicBezTo>
                        <a:pt x="104" y="39"/>
                        <a:pt x="102" y="41"/>
                        <a:pt x="101" y="43"/>
                      </a:cubicBezTo>
                      <a:cubicBezTo>
                        <a:pt x="98" y="43"/>
                        <a:pt x="99" y="43"/>
                        <a:pt x="97" y="43"/>
                      </a:cubicBezTo>
                      <a:cubicBezTo>
                        <a:pt x="96" y="43"/>
                        <a:pt x="93" y="42"/>
                        <a:pt x="92" y="41"/>
                      </a:cubicBezTo>
                      <a:cubicBezTo>
                        <a:pt x="85" y="46"/>
                        <a:pt x="88" y="49"/>
                        <a:pt x="85" y="56"/>
                      </a:cubicBezTo>
                      <a:cubicBezTo>
                        <a:pt x="84" y="57"/>
                        <a:pt x="81" y="64"/>
                        <a:pt x="81" y="64"/>
                      </a:cubicBezTo>
                      <a:cubicBezTo>
                        <a:pt x="80" y="66"/>
                        <a:pt x="80" y="64"/>
                        <a:pt x="78" y="67"/>
                      </a:cubicBezTo>
                      <a:cubicBezTo>
                        <a:pt x="77" y="70"/>
                        <a:pt x="78" y="68"/>
                        <a:pt x="76" y="70"/>
                      </a:cubicBezTo>
                      <a:cubicBezTo>
                        <a:pt x="74" y="67"/>
                        <a:pt x="72" y="66"/>
                        <a:pt x="72" y="62"/>
                      </a:cubicBezTo>
                      <a:cubicBezTo>
                        <a:pt x="72" y="61"/>
                        <a:pt x="75" y="55"/>
                        <a:pt x="76" y="54"/>
                      </a:cubicBezTo>
                      <a:cubicBezTo>
                        <a:pt x="75" y="51"/>
                        <a:pt x="75" y="48"/>
                        <a:pt x="72" y="48"/>
                      </a:cubicBezTo>
                      <a:cubicBezTo>
                        <a:pt x="71" y="48"/>
                        <a:pt x="70" y="49"/>
                        <a:pt x="70" y="49"/>
                      </a:cubicBezTo>
                      <a:cubicBezTo>
                        <a:pt x="70" y="55"/>
                        <a:pt x="67" y="55"/>
                        <a:pt x="63" y="57"/>
                      </a:cubicBezTo>
                      <a:cubicBezTo>
                        <a:pt x="62" y="56"/>
                        <a:pt x="60" y="55"/>
                        <a:pt x="59" y="55"/>
                      </a:cubicBezTo>
                      <a:cubicBezTo>
                        <a:pt x="58" y="55"/>
                        <a:pt x="56" y="57"/>
                        <a:pt x="56" y="57"/>
                      </a:cubicBezTo>
                      <a:cubicBezTo>
                        <a:pt x="58" y="60"/>
                        <a:pt x="59" y="60"/>
                        <a:pt x="61" y="64"/>
                      </a:cubicBezTo>
                      <a:cubicBezTo>
                        <a:pt x="61" y="66"/>
                        <a:pt x="61" y="66"/>
                        <a:pt x="61" y="66"/>
                      </a:cubicBezTo>
                      <a:cubicBezTo>
                        <a:pt x="61" y="67"/>
                        <a:pt x="61" y="67"/>
                        <a:pt x="61" y="67"/>
                      </a:cubicBezTo>
                      <a:cubicBezTo>
                        <a:pt x="59" y="70"/>
                        <a:pt x="59" y="70"/>
                        <a:pt x="59" y="70"/>
                      </a:cubicBezTo>
                      <a:cubicBezTo>
                        <a:pt x="60" y="71"/>
                        <a:pt x="58" y="71"/>
                        <a:pt x="61" y="71"/>
                      </a:cubicBezTo>
                      <a:cubicBezTo>
                        <a:pt x="64" y="71"/>
                        <a:pt x="66" y="72"/>
                        <a:pt x="68" y="74"/>
                      </a:cubicBezTo>
                      <a:cubicBezTo>
                        <a:pt x="68" y="75"/>
                        <a:pt x="68" y="75"/>
                        <a:pt x="68" y="75"/>
                      </a:cubicBezTo>
                      <a:cubicBezTo>
                        <a:pt x="68" y="78"/>
                        <a:pt x="68" y="78"/>
                        <a:pt x="68" y="78"/>
                      </a:cubicBezTo>
                      <a:cubicBezTo>
                        <a:pt x="68" y="82"/>
                        <a:pt x="58" y="85"/>
                        <a:pt x="55" y="86"/>
                      </a:cubicBezTo>
                      <a:cubicBezTo>
                        <a:pt x="50" y="88"/>
                        <a:pt x="44" y="91"/>
                        <a:pt x="40" y="92"/>
                      </a:cubicBezTo>
                      <a:cubicBezTo>
                        <a:pt x="36" y="94"/>
                        <a:pt x="35" y="94"/>
                        <a:pt x="32" y="96"/>
                      </a:cubicBezTo>
                      <a:cubicBezTo>
                        <a:pt x="29" y="97"/>
                        <a:pt x="27" y="97"/>
                        <a:pt x="24" y="99"/>
                      </a:cubicBezTo>
                      <a:cubicBezTo>
                        <a:pt x="20" y="101"/>
                        <a:pt x="13" y="104"/>
                        <a:pt x="9" y="104"/>
                      </a:cubicBezTo>
                      <a:cubicBezTo>
                        <a:pt x="3" y="105"/>
                        <a:pt x="3" y="105"/>
                        <a:pt x="3" y="105"/>
                      </a:cubicBezTo>
                      <a:cubicBezTo>
                        <a:pt x="1" y="105"/>
                        <a:pt x="1" y="106"/>
                        <a:pt x="0" y="107"/>
                      </a:cubicBezTo>
                      <a:cubicBezTo>
                        <a:pt x="0" y="108"/>
                        <a:pt x="0" y="111"/>
                        <a:pt x="2" y="112"/>
                      </a:cubicBezTo>
                      <a:cubicBezTo>
                        <a:pt x="4" y="114"/>
                        <a:pt x="3" y="114"/>
                        <a:pt x="5" y="115"/>
                      </a:cubicBezTo>
                      <a:cubicBezTo>
                        <a:pt x="6" y="116"/>
                        <a:pt x="12" y="119"/>
                        <a:pt x="14" y="120"/>
                      </a:cubicBezTo>
                      <a:cubicBezTo>
                        <a:pt x="15" y="119"/>
                        <a:pt x="15" y="119"/>
                        <a:pt x="17" y="119"/>
                      </a:cubicBezTo>
                      <a:cubicBezTo>
                        <a:pt x="20" y="119"/>
                        <a:pt x="30" y="110"/>
                        <a:pt x="32" y="108"/>
                      </a:cubicBezTo>
                      <a:cubicBezTo>
                        <a:pt x="36" y="104"/>
                        <a:pt x="42" y="101"/>
                        <a:pt x="47" y="98"/>
                      </a:cubicBezTo>
                      <a:cubicBezTo>
                        <a:pt x="50" y="96"/>
                        <a:pt x="52" y="95"/>
                        <a:pt x="55" y="93"/>
                      </a:cubicBezTo>
                      <a:cubicBezTo>
                        <a:pt x="57" y="92"/>
                        <a:pt x="58" y="92"/>
                        <a:pt x="59" y="91"/>
                      </a:cubicBezTo>
                      <a:cubicBezTo>
                        <a:pt x="61" y="90"/>
                        <a:pt x="61" y="90"/>
                        <a:pt x="63" y="89"/>
                      </a:cubicBezTo>
                      <a:cubicBezTo>
                        <a:pt x="68" y="87"/>
                        <a:pt x="74" y="80"/>
                        <a:pt x="79" y="80"/>
                      </a:cubicBezTo>
                      <a:cubicBezTo>
                        <a:pt x="81" y="80"/>
                        <a:pt x="82" y="82"/>
                        <a:pt x="82" y="83"/>
                      </a:cubicBezTo>
                      <a:cubicBezTo>
                        <a:pt x="82" y="85"/>
                        <a:pt x="82" y="85"/>
                        <a:pt x="82" y="85"/>
                      </a:cubicBezTo>
                      <a:cubicBezTo>
                        <a:pt x="82" y="86"/>
                        <a:pt x="82" y="86"/>
                        <a:pt x="82" y="86"/>
                      </a:cubicBezTo>
                      <a:cubicBezTo>
                        <a:pt x="80" y="90"/>
                        <a:pt x="79" y="89"/>
                        <a:pt x="78" y="93"/>
                      </a:cubicBezTo>
                      <a:cubicBezTo>
                        <a:pt x="75" y="94"/>
                        <a:pt x="75" y="94"/>
                        <a:pt x="74" y="97"/>
                      </a:cubicBezTo>
                      <a:cubicBezTo>
                        <a:pt x="69" y="98"/>
                        <a:pt x="71" y="99"/>
                        <a:pt x="67" y="101"/>
                      </a:cubicBezTo>
                      <a:cubicBezTo>
                        <a:pt x="63" y="103"/>
                        <a:pt x="63" y="103"/>
                        <a:pt x="61" y="107"/>
                      </a:cubicBezTo>
                      <a:cubicBezTo>
                        <a:pt x="61" y="110"/>
                        <a:pt x="64" y="114"/>
                        <a:pt x="64" y="117"/>
                      </a:cubicBezTo>
                      <a:cubicBezTo>
                        <a:pt x="64" y="118"/>
                        <a:pt x="64" y="118"/>
                        <a:pt x="64" y="118"/>
                      </a:cubicBezTo>
                      <a:cubicBezTo>
                        <a:pt x="64" y="119"/>
                        <a:pt x="64" y="119"/>
                        <a:pt x="64" y="119"/>
                      </a:cubicBezTo>
                      <a:cubicBezTo>
                        <a:pt x="61" y="123"/>
                        <a:pt x="60" y="125"/>
                        <a:pt x="55" y="126"/>
                      </a:cubicBezTo>
                      <a:cubicBezTo>
                        <a:pt x="51" y="127"/>
                        <a:pt x="43" y="129"/>
                        <a:pt x="41" y="129"/>
                      </a:cubicBezTo>
                      <a:cubicBezTo>
                        <a:pt x="40" y="129"/>
                        <a:pt x="40" y="129"/>
                        <a:pt x="40" y="129"/>
                      </a:cubicBezTo>
                      <a:cubicBezTo>
                        <a:pt x="32" y="130"/>
                        <a:pt x="32" y="130"/>
                        <a:pt x="32" y="130"/>
                      </a:cubicBezTo>
                      <a:cubicBezTo>
                        <a:pt x="30" y="130"/>
                        <a:pt x="30" y="130"/>
                        <a:pt x="30" y="130"/>
                      </a:cubicBezTo>
                      <a:cubicBezTo>
                        <a:pt x="27" y="132"/>
                        <a:pt x="27" y="132"/>
                        <a:pt x="27" y="132"/>
                      </a:cubicBezTo>
                      <a:cubicBezTo>
                        <a:pt x="30" y="136"/>
                        <a:pt x="30" y="138"/>
                        <a:pt x="35" y="141"/>
                      </a:cubicBezTo>
                      <a:cubicBezTo>
                        <a:pt x="36" y="141"/>
                        <a:pt x="36" y="141"/>
                        <a:pt x="36" y="141"/>
                      </a:cubicBezTo>
                      <a:cubicBezTo>
                        <a:pt x="38" y="141"/>
                        <a:pt x="38" y="141"/>
                        <a:pt x="38" y="141"/>
                      </a:cubicBezTo>
                      <a:cubicBezTo>
                        <a:pt x="39" y="141"/>
                        <a:pt x="39" y="141"/>
                        <a:pt x="39" y="141"/>
                      </a:cubicBezTo>
                      <a:cubicBezTo>
                        <a:pt x="43" y="138"/>
                        <a:pt x="51" y="133"/>
                        <a:pt x="56" y="133"/>
                      </a:cubicBezTo>
                      <a:cubicBezTo>
                        <a:pt x="58" y="133"/>
                        <a:pt x="58" y="133"/>
                        <a:pt x="58" y="133"/>
                      </a:cubicBezTo>
                      <a:cubicBezTo>
                        <a:pt x="62" y="133"/>
                        <a:pt x="63" y="137"/>
                        <a:pt x="63" y="141"/>
                      </a:cubicBezTo>
                      <a:cubicBezTo>
                        <a:pt x="63" y="143"/>
                        <a:pt x="63" y="143"/>
                        <a:pt x="63" y="143"/>
                      </a:cubicBezTo>
                      <a:cubicBezTo>
                        <a:pt x="63" y="150"/>
                        <a:pt x="60" y="152"/>
                        <a:pt x="56" y="154"/>
                      </a:cubicBezTo>
                      <a:cubicBezTo>
                        <a:pt x="55" y="154"/>
                        <a:pt x="55" y="154"/>
                        <a:pt x="55" y="154"/>
                      </a:cubicBezTo>
                      <a:cubicBezTo>
                        <a:pt x="53" y="154"/>
                        <a:pt x="53" y="154"/>
                        <a:pt x="53" y="154"/>
                      </a:cubicBezTo>
                      <a:cubicBezTo>
                        <a:pt x="52" y="154"/>
                        <a:pt x="52" y="154"/>
                        <a:pt x="51" y="153"/>
                      </a:cubicBezTo>
                      <a:cubicBezTo>
                        <a:pt x="50" y="154"/>
                        <a:pt x="50" y="154"/>
                        <a:pt x="49" y="154"/>
                      </a:cubicBezTo>
                      <a:cubicBezTo>
                        <a:pt x="47" y="154"/>
                        <a:pt x="47" y="154"/>
                        <a:pt x="47" y="154"/>
                      </a:cubicBezTo>
                      <a:cubicBezTo>
                        <a:pt x="47" y="155"/>
                        <a:pt x="46" y="155"/>
                        <a:pt x="46" y="156"/>
                      </a:cubicBezTo>
                      <a:cubicBezTo>
                        <a:pt x="46" y="158"/>
                        <a:pt x="53" y="165"/>
                        <a:pt x="55" y="166"/>
                      </a:cubicBezTo>
                      <a:cubicBezTo>
                        <a:pt x="56" y="166"/>
                        <a:pt x="56" y="166"/>
                        <a:pt x="56" y="166"/>
                      </a:cubicBezTo>
                      <a:cubicBezTo>
                        <a:pt x="61" y="166"/>
                        <a:pt x="61" y="166"/>
                        <a:pt x="61" y="166"/>
                      </a:cubicBezTo>
                      <a:cubicBezTo>
                        <a:pt x="66" y="166"/>
                        <a:pt x="69" y="163"/>
                        <a:pt x="71" y="160"/>
                      </a:cubicBezTo>
                      <a:cubicBezTo>
                        <a:pt x="74" y="155"/>
                        <a:pt x="74" y="151"/>
                        <a:pt x="76" y="148"/>
                      </a:cubicBezTo>
                      <a:cubicBezTo>
                        <a:pt x="75" y="146"/>
                        <a:pt x="75" y="148"/>
                        <a:pt x="75" y="146"/>
                      </a:cubicBezTo>
                      <a:cubicBezTo>
                        <a:pt x="75" y="138"/>
                        <a:pt x="75" y="138"/>
                        <a:pt x="75" y="138"/>
                      </a:cubicBezTo>
                      <a:cubicBezTo>
                        <a:pt x="75" y="130"/>
                        <a:pt x="74" y="128"/>
                        <a:pt x="80" y="124"/>
                      </a:cubicBezTo>
                      <a:cubicBezTo>
                        <a:pt x="81" y="124"/>
                        <a:pt x="81" y="124"/>
                        <a:pt x="81" y="124"/>
                      </a:cubicBezTo>
                      <a:cubicBezTo>
                        <a:pt x="90" y="124"/>
                        <a:pt x="90" y="127"/>
                        <a:pt x="94" y="120"/>
                      </a:cubicBezTo>
                      <a:cubicBezTo>
                        <a:pt x="92" y="117"/>
                        <a:pt x="91" y="116"/>
                        <a:pt x="88" y="115"/>
                      </a:cubicBezTo>
                      <a:cubicBezTo>
                        <a:pt x="86" y="116"/>
                        <a:pt x="84" y="117"/>
                        <a:pt x="81" y="117"/>
                      </a:cubicBezTo>
                      <a:cubicBezTo>
                        <a:pt x="79" y="117"/>
                        <a:pt x="79" y="117"/>
                        <a:pt x="79" y="117"/>
                      </a:cubicBezTo>
                      <a:cubicBezTo>
                        <a:pt x="77" y="116"/>
                        <a:pt x="72" y="109"/>
                        <a:pt x="72" y="107"/>
                      </a:cubicBezTo>
                      <a:cubicBezTo>
                        <a:pt x="72" y="105"/>
                        <a:pt x="72" y="105"/>
                        <a:pt x="72" y="105"/>
                      </a:cubicBezTo>
                      <a:cubicBezTo>
                        <a:pt x="72" y="99"/>
                        <a:pt x="75" y="100"/>
                        <a:pt x="78" y="96"/>
                      </a:cubicBezTo>
                      <a:cubicBezTo>
                        <a:pt x="80" y="96"/>
                        <a:pt x="80" y="96"/>
                        <a:pt x="80" y="96"/>
                      </a:cubicBezTo>
                      <a:cubicBezTo>
                        <a:pt x="82" y="93"/>
                        <a:pt x="89" y="90"/>
                        <a:pt x="92" y="89"/>
                      </a:cubicBezTo>
                      <a:cubicBezTo>
                        <a:pt x="95" y="87"/>
                        <a:pt x="101" y="83"/>
                        <a:pt x="101" y="80"/>
                      </a:cubicBezTo>
                      <a:cubicBezTo>
                        <a:pt x="101" y="77"/>
                        <a:pt x="101" y="79"/>
                        <a:pt x="102" y="78"/>
                      </a:cubicBezTo>
                      <a:cubicBezTo>
                        <a:pt x="101" y="77"/>
                        <a:pt x="101" y="79"/>
                        <a:pt x="101" y="77"/>
                      </a:cubicBezTo>
                      <a:cubicBezTo>
                        <a:pt x="101" y="73"/>
                        <a:pt x="96" y="64"/>
                        <a:pt x="95" y="61"/>
                      </a:cubicBezTo>
                      <a:cubicBezTo>
                        <a:pt x="95" y="61"/>
                        <a:pt x="101" y="55"/>
                        <a:pt x="102" y="55"/>
                      </a:cubicBezTo>
                      <a:cubicBezTo>
                        <a:pt x="104" y="52"/>
                        <a:pt x="106" y="51"/>
                        <a:pt x="109" y="48"/>
                      </a:cubicBezTo>
                      <a:cubicBezTo>
                        <a:pt x="110" y="47"/>
                        <a:pt x="112" y="46"/>
                        <a:pt x="113" y="45"/>
                      </a:cubicBezTo>
                      <a:cubicBezTo>
                        <a:pt x="114" y="44"/>
                        <a:pt x="115" y="43"/>
                        <a:pt x="116" y="42"/>
                      </a:cubicBezTo>
                      <a:cubicBezTo>
                        <a:pt x="118" y="39"/>
                        <a:pt x="118" y="35"/>
                        <a:pt x="121" y="34"/>
                      </a:cubicBezTo>
                      <a:cubicBezTo>
                        <a:pt x="121" y="32"/>
                        <a:pt x="121" y="32"/>
                        <a:pt x="121" y="32"/>
                      </a:cubicBezTo>
                      <a:cubicBezTo>
                        <a:pt x="121" y="27"/>
                        <a:pt x="123" y="30"/>
                        <a:pt x="120" y="24"/>
                      </a:cubicBezTo>
                      <a:cubicBezTo>
                        <a:pt x="118" y="20"/>
                        <a:pt x="118" y="20"/>
                        <a:pt x="116" y="17"/>
                      </a:cubicBezTo>
                      <a:cubicBezTo>
                        <a:pt x="113" y="17"/>
                        <a:pt x="113" y="17"/>
                        <a:pt x="113" y="17"/>
                      </a:cubicBezTo>
                      <a:cubicBezTo>
                        <a:pt x="111" y="17"/>
                        <a:pt x="105" y="19"/>
                        <a:pt x="104" y="20"/>
                      </a:cubicBezTo>
                      <a:cubicBezTo>
                        <a:pt x="101" y="23"/>
                        <a:pt x="102" y="23"/>
                        <a:pt x="96" y="24"/>
                      </a:cubicBezTo>
                      <a:lnTo>
                        <a:pt x="93" y="2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5" name="íṥḻiďê"/>
                <p:cNvSpPr/>
                <p:nvPr/>
              </p:nvSpPr>
              <p:spPr bwMode="auto">
                <a:xfrm>
                  <a:off x="5159376" y="3357563"/>
                  <a:ext cx="117475" cy="366713"/>
                </a:xfrm>
                <a:custGeom>
                  <a:avLst/>
                  <a:gdLst>
                    <a:gd name="T0" fmla="*/ 23 w 36"/>
                    <a:gd name="T1" fmla="*/ 14 h 110"/>
                    <a:gd name="T2" fmla="*/ 23 w 36"/>
                    <a:gd name="T3" fmla="*/ 12 h 110"/>
                    <a:gd name="T4" fmla="*/ 18 w 36"/>
                    <a:gd name="T5" fmla="*/ 6 h 110"/>
                    <a:gd name="T6" fmla="*/ 13 w 36"/>
                    <a:gd name="T7" fmla="*/ 0 h 110"/>
                    <a:gd name="T8" fmla="*/ 11 w 36"/>
                    <a:gd name="T9" fmla="*/ 4 h 110"/>
                    <a:gd name="T10" fmla="*/ 13 w 36"/>
                    <a:gd name="T11" fmla="*/ 16 h 110"/>
                    <a:gd name="T12" fmla="*/ 12 w 36"/>
                    <a:gd name="T13" fmla="*/ 34 h 110"/>
                    <a:gd name="T14" fmla="*/ 7 w 36"/>
                    <a:gd name="T15" fmla="*/ 65 h 110"/>
                    <a:gd name="T16" fmla="*/ 3 w 36"/>
                    <a:gd name="T17" fmla="*/ 80 h 110"/>
                    <a:gd name="T18" fmla="*/ 0 w 36"/>
                    <a:gd name="T19" fmla="*/ 95 h 110"/>
                    <a:gd name="T20" fmla="*/ 0 w 36"/>
                    <a:gd name="T21" fmla="*/ 98 h 110"/>
                    <a:gd name="T22" fmla="*/ 0 w 36"/>
                    <a:gd name="T23" fmla="*/ 100 h 110"/>
                    <a:gd name="T24" fmla="*/ 4 w 36"/>
                    <a:gd name="T25" fmla="*/ 105 h 110"/>
                    <a:gd name="T26" fmla="*/ 9 w 36"/>
                    <a:gd name="T27" fmla="*/ 110 h 110"/>
                    <a:gd name="T28" fmla="*/ 15 w 36"/>
                    <a:gd name="T29" fmla="*/ 104 h 110"/>
                    <a:gd name="T30" fmla="*/ 18 w 36"/>
                    <a:gd name="T31" fmla="*/ 96 h 110"/>
                    <a:gd name="T32" fmla="*/ 18 w 36"/>
                    <a:gd name="T33" fmla="*/ 90 h 110"/>
                    <a:gd name="T34" fmla="*/ 21 w 36"/>
                    <a:gd name="T35" fmla="*/ 71 h 110"/>
                    <a:gd name="T36" fmla="*/ 25 w 36"/>
                    <a:gd name="T37" fmla="*/ 53 h 110"/>
                    <a:gd name="T38" fmla="*/ 30 w 36"/>
                    <a:gd name="T39" fmla="*/ 36 h 110"/>
                    <a:gd name="T40" fmla="*/ 35 w 36"/>
                    <a:gd name="T41" fmla="*/ 20 h 110"/>
                    <a:gd name="T42" fmla="*/ 33 w 36"/>
                    <a:gd name="T43" fmla="*/ 20 h 110"/>
                    <a:gd name="T44" fmla="*/ 30 w 36"/>
                    <a:gd name="T45" fmla="*/ 22 h 110"/>
                    <a:gd name="T46" fmla="*/ 23 w 36"/>
                    <a:gd name="T47" fmla="*/ 17 h 110"/>
                    <a:gd name="T48" fmla="*/ 23 w 36"/>
                    <a:gd name="T49" fmla="*/ 15 h 110"/>
                    <a:gd name="T50" fmla="*/ 23 w 36"/>
                    <a:gd name="T51" fmla="*/ 14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6" h="110">
                      <a:moveTo>
                        <a:pt x="23" y="14"/>
                      </a:moveTo>
                      <a:cubicBezTo>
                        <a:pt x="23" y="12"/>
                        <a:pt x="23" y="12"/>
                        <a:pt x="23" y="12"/>
                      </a:cubicBezTo>
                      <a:cubicBezTo>
                        <a:pt x="21" y="8"/>
                        <a:pt x="22" y="9"/>
                        <a:pt x="18" y="6"/>
                      </a:cubicBezTo>
                      <a:cubicBezTo>
                        <a:pt x="17" y="4"/>
                        <a:pt x="15" y="2"/>
                        <a:pt x="13" y="0"/>
                      </a:cubicBezTo>
                      <a:cubicBezTo>
                        <a:pt x="12" y="1"/>
                        <a:pt x="11" y="3"/>
                        <a:pt x="11" y="4"/>
                      </a:cubicBezTo>
                      <a:cubicBezTo>
                        <a:pt x="11" y="7"/>
                        <a:pt x="13" y="12"/>
                        <a:pt x="13" y="16"/>
                      </a:cubicBezTo>
                      <a:cubicBezTo>
                        <a:pt x="12" y="34"/>
                        <a:pt x="12" y="34"/>
                        <a:pt x="12" y="34"/>
                      </a:cubicBezTo>
                      <a:cubicBezTo>
                        <a:pt x="12" y="43"/>
                        <a:pt x="9" y="56"/>
                        <a:pt x="7" y="65"/>
                      </a:cubicBezTo>
                      <a:cubicBezTo>
                        <a:pt x="6" y="72"/>
                        <a:pt x="4" y="75"/>
                        <a:pt x="3" y="80"/>
                      </a:cubicBezTo>
                      <a:cubicBezTo>
                        <a:pt x="2" y="85"/>
                        <a:pt x="0" y="91"/>
                        <a:pt x="0" y="95"/>
                      </a:cubicBezTo>
                      <a:cubicBezTo>
                        <a:pt x="0" y="98"/>
                        <a:pt x="0" y="98"/>
                        <a:pt x="0" y="98"/>
                      </a:cubicBezTo>
                      <a:cubicBezTo>
                        <a:pt x="0" y="100"/>
                        <a:pt x="0" y="100"/>
                        <a:pt x="0" y="100"/>
                      </a:cubicBezTo>
                      <a:cubicBezTo>
                        <a:pt x="2" y="102"/>
                        <a:pt x="2" y="103"/>
                        <a:pt x="4" y="105"/>
                      </a:cubicBezTo>
                      <a:cubicBezTo>
                        <a:pt x="6" y="108"/>
                        <a:pt x="7" y="108"/>
                        <a:pt x="9" y="110"/>
                      </a:cubicBezTo>
                      <a:cubicBezTo>
                        <a:pt x="12" y="108"/>
                        <a:pt x="13" y="108"/>
                        <a:pt x="15" y="104"/>
                      </a:cubicBezTo>
                      <a:cubicBezTo>
                        <a:pt x="16" y="102"/>
                        <a:pt x="18" y="99"/>
                        <a:pt x="18" y="96"/>
                      </a:cubicBezTo>
                      <a:cubicBezTo>
                        <a:pt x="18" y="90"/>
                        <a:pt x="18" y="90"/>
                        <a:pt x="18" y="90"/>
                      </a:cubicBezTo>
                      <a:cubicBezTo>
                        <a:pt x="18" y="83"/>
                        <a:pt x="20" y="77"/>
                        <a:pt x="21" y="71"/>
                      </a:cubicBezTo>
                      <a:cubicBezTo>
                        <a:pt x="23" y="65"/>
                        <a:pt x="23" y="59"/>
                        <a:pt x="25" y="53"/>
                      </a:cubicBezTo>
                      <a:cubicBezTo>
                        <a:pt x="26" y="47"/>
                        <a:pt x="29" y="42"/>
                        <a:pt x="30" y="36"/>
                      </a:cubicBezTo>
                      <a:cubicBezTo>
                        <a:pt x="31" y="28"/>
                        <a:pt x="34" y="27"/>
                        <a:pt x="35" y="20"/>
                      </a:cubicBezTo>
                      <a:cubicBezTo>
                        <a:pt x="34" y="19"/>
                        <a:pt x="36" y="20"/>
                        <a:pt x="33" y="20"/>
                      </a:cubicBezTo>
                      <a:cubicBezTo>
                        <a:pt x="33" y="20"/>
                        <a:pt x="30" y="22"/>
                        <a:pt x="30" y="22"/>
                      </a:cubicBezTo>
                      <a:cubicBezTo>
                        <a:pt x="25" y="21"/>
                        <a:pt x="25" y="21"/>
                        <a:pt x="23" y="17"/>
                      </a:cubicBezTo>
                      <a:cubicBezTo>
                        <a:pt x="23" y="15"/>
                        <a:pt x="23" y="15"/>
                        <a:pt x="23" y="15"/>
                      </a:cubicBezTo>
                      <a:lnTo>
                        <a:pt x="23" y="14"/>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nvGrpSpPr>
              <p:cNvPr id="249" name="ïšľîḍê"/>
              <p:cNvGrpSpPr/>
              <p:nvPr/>
            </p:nvGrpSpPr>
            <p:grpSpPr>
              <a:xfrm>
                <a:off x="4412452" y="3781425"/>
                <a:ext cx="2312689" cy="166461"/>
                <a:chOff x="6986588" y="3521075"/>
                <a:chExt cx="1654176" cy="119063"/>
              </a:xfrm>
            </p:grpSpPr>
            <p:sp>
              <p:nvSpPr>
                <p:cNvPr id="250" name="îṩľîḑê"/>
                <p:cNvSpPr/>
                <p:nvPr/>
              </p:nvSpPr>
              <p:spPr bwMode="auto">
                <a:xfrm>
                  <a:off x="6986588" y="3521075"/>
                  <a:ext cx="155575" cy="119063"/>
                </a:xfrm>
                <a:custGeom>
                  <a:avLst/>
                  <a:gdLst>
                    <a:gd name="T0" fmla="*/ 84 w 98"/>
                    <a:gd name="T1" fmla="*/ 0 h 75"/>
                    <a:gd name="T2" fmla="*/ 59 w 98"/>
                    <a:gd name="T3" fmla="*/ 52 h 75"/>
                    <a:gd name="T4" fmla="*/ 57 w 98"/>
                    <a:gd name="T5" fmla="*/ 0 h 75"/>
                    <a:gd name="T6" fmla="*/ 40 w 98"/>
                    <a:gd name="T7" fmla="*/ 0 h 75"/>
                    <a:gd name="T8" fmla="*/ 15 w 98"/>
                    <a:gd name="T9" fmla="*/ 52 h 75"/>
                    <a:gd name="T10" fmla="*/ 15 w 98"/>
                    <a:gd name="T11" fmla="*/ 0 h 75"/>
                    <a:gd name="T12" fmla="*/ 0 w 98"/>
                    <a:gd name="T13" fmla="*/ 0 h 75"/>
                    <a:gd name="T14" fmla="*/ 2 w 98"/>
                    <a:gd name="T15" fmla="*/ 75 h 75"/>
                    <a:gd name="T16" fmla="*/ 19 w 98"/>
                    <a:gd name="T17" fmla="*/ 75 h 75"/>
                    <a:gd name="T18" fmla="*/ 44 w 98"/>
                    <a:gd name="T19" fmla="*/ 21 h 75"/>
                    <a:gd name="T20" fmla="*/ 46 w 98"/>
                    <a:gd name="T21" fmla="*/ 75 h 75"/>
                    <a:gd name="T22" fmla="*/ 63 w 98"/>
                    <a:gd name="T23" fmla="*/ 75 h 75"/>
                    <a:gd name="T24" fmla="*/ 98 w 98"/>
                    <a:gd name="T25" fmla="*/ 0 h 75"/>
                    <a:gd name="T26" fmla="*/ 84 w 98"/>
                    <a:gd name="T27"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98" h="75">
                      <a:moveTo>
                        <a:pt x="84" y="0"/>
                      </a:moveTo>
                      <a:lnTo>
                        <a:pt x="59" y="52"/>
                      </a:lnTo>
                      <a:lnTo>
                        <a:pt x="57" y="0"/>
                      </a:lnTo>
                      <a:lnTo>
                        <a:pt x="40" y="0"/>
                      </a:lnTo>
                      <a:lnTo>
                        <a:pt x="15" y="52"/>
                      </a:lnTo>
                      <a:lnTo>
                        <a:pt x="15" y="0"/>
                      </a:lnTo>
                      <a:lnTo>
                        <a:pt x="0" y="0"/>
                      </a:lnTo>
                      <a:lnTo>
                        <a:pt x="2" y="75"/>
                      </a:lnTo>
                      <a:lnTo>
                        <a:pt x="19" y="75"/>
                      </a:lnTo>
                      <a:lnTo>
                        <a:pt x="44" y="21"/>
                      </a:lnTo>
                      <a:lnTo>
                        <a:pt x="46" y="75"/>
                      </a:lnTo>
                      <a:lnTo>
                        <a:pt x="63" y="75"/>
                      </a:lnTo>
                      <a:lnTo>
                        <a:pt x="98" y="0"/>
                      </a:lnTo>
                      <a:lnTo>
                        <a:pt x="84"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1" name="îṩḷîde"/>
                <p:cNvSpPr/>
                <p:nvPr/>
              </p:nvSpPr>
              <p:spPr bwMode="auto">
                <a:xfrm>
                  <a:off x="7135813" y="3521075"/>
                  <a:ext cx="112713" cy="119063"/>
                </a:xfrm>
                <a:custGeom>
                  <a:avLst/>
                  <a:gdLst>
                    <a:gd name="T0" fmla="*/ 22 w 34"/>
                    <a:gd name="T1" fmla="*/ 20 h 36"/>
                    <a:gd name="T2" fmla="*/ 20 w 34"/>
                    <a:gd name="T3" fmla="*/ 26 h 36"/>
                    <a:gd name="T4" fmla="*/ 18 w 34"/>
                    <a:gd name="T5" fmla="*/ 29 h 36"/>
                    <a:gd name="T6" fmla="*/ 13 w 34"/>
                    <a:gd name="T7" fmla="*/ 30 h 36"/>
                    <a:gd name="T8" fmla="*/ 9 w 34"/>
                    <a:gd name="T9" fmla="*/ 29 h 36"/>
                    <a:gd name="T10" fmla="*/ 7 w 34"/>
                    <a:gd name="T11" fmla="*/ 25 h 36"/>
                    <a:gd name="T12" fmla="*/ 7 w 34"/>
                    <a:gd name="T13" fmla="*/ 24 h 36"/>
                    <a:gd name="T14" fmla="*/ 8 w 34"/>
                    <a:gd name="T15" fmla="*/ 19 h 36"/>
                    <a:gd name="T16" fmla="*/ 12 w 34"/>
                    <a:gd name="T17" fmla="*/ 0 h 36"/>
                    <a:gd name="T18" fmla="*/ 5 w 34"/>
                    <a:gd name="T19" fmla="*/ 0 h 36"/>
                    <a:gd name="T20" fmla="*/ 1 w 34"/>
                    <a:gd name="T21" fmla="*/ 19 h 36"/>
                    <a:gd name="T22" fmla="*/ 0 w 34"/>
                    <a:gd name="T23" fmla="*/ 23 h 36"/>
                    <a:gd name="T24" fmla="*/ 0 w 34"/>
                    <a:gd name="T25" fmla="*/ 25 h 36"/>
                    <a:gd name="T26" fmla="*/ 3 w 34"/>
                    <a:gd name="T27" fmla="*/ 33 h 36"/>
                    <a:gd name="T28" fmla="*/ 13 w 34"/>
                    <a:gd name="T29" fmla="*/ 36 h 36"/>
                    <a:gd name="T30" fmla="*/ 22 w 34"/>
                    <a:gd name="T31" fmla="*/ 34 h 36"/>
                    <a:gd name="T32" fmla="*/ 27 w 34"/>
                    <a:gd name="T33" fmla="*/ 29 h 36"/>
                    <a:gd name="T34" fmla="*/ 30 w 34"/>
                    <a:gd name="T35" fmla="*/ 20 h 36"/>
                    <a:gd name="T36" fmla="*/ 34 w 34"/>
                    <a:gd name="T37" fmla="*/ 0 h 36"/>
                    <a:gd name="T38" fmla="*/ 26 w 34"/>
                    <a:gd name="T39" fmla="*/ 0 h 36"/>
                    <a:gd name="T40" fmla="*/ 22 w 34"/>
                    <a:gd name="T41" fmla="*/ 2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4" h="36">
                      <a:moveTo>
                        <a:pt x="22" y="20"/>
                      </a:moveTo>
                      <a:cubicBezTo>
                        <a:pt x="22" y="23"/>
                        <a:pt x="21" y="25"/>
                        <a:pt x="20" y="26"/>
                      </a:cubicBezTo>
                      <a:cubicBezTo>
                        <a:pt x="20" y="28"/>
                        <a:pt x="19" y="29"/>
                        <a:pt x="18" y="29"/>
                      </a:cubicBezTo>
                      <a:cubicBezTo>
                        <a:pt x="17" y="30"/>
                        <a:pt x="15" y="30"/>
                        <a:pt x="13" y="30"/>
                      </a:cubicBezTo>
                      <a:cubicBezTo>
                        <a:pt x="11" y="30"/>
                        <a:pt x="10" y="30"/>
                        <a:pt x="9" y="29"/>
                      </a:cubicBezTo>
                      <a:cubicBezTo>
                        <a:pt x="8" y="28"/>
                        <a:pt x="7" y="27"/>
                        <a:pt x="7" y="25"/>
                      </a:cubicBezTo>
                      <a:cubicBezTo>
                        <a:pt x="7" y="25"/>
                        <a:pt x="7" y="25"/>
                        <a:pt x="7" y="24"/>
                      </a:cubicBezTo>
                      <a:cubicBezTo>
                        <a:pt x="8" y="19"/>
                        <a:pt x="8" y="19"/>
                        <a:pt x="8" y="19"/>
                      </a:cubicBezTo>
                      <a:cubicBezTo>
                        <a:pt x="12" y="0"/>
                        <a:pt x="12" y="0"/>
                        <a:pt x="12" y="0"/>
                      </a:cubicBezTo>
                      <a:cubicBezTo>
                        <a:pt x="5" y="0"/>
                        <a:pt x="5" y="0"/>
                        <a:pt x="5" y="0"/>
                      </a:cubicBezTo>
                      <a:cubicBezTo>
                        <a:pt x="1" y="19"/>
                        <a:pt x="1" y="19"/>
                        <a:pt x="1" y="19"/>
                      </a:cubicBezTo>
                      <a:cubicBezTo>
                        <a:pt x="1" y="21"/>
                        <a:pt x="0" y="23"/>
                        <a:pt x="0" y="23"/>
                      </a:cubicBezTo>
                      <a:cubicBezTo>
                        <a:pt x="0" y="24"/>
                        <a:pt x="0" y="25"/>
                        <a:pt x="0" y="25"/>
                      </a:cubicBezTo>
                      <a:cubicBezTo>
                        <a:pt x="0" y="29"/>
                        <a:pt x="1" y="31"/>
                        <a:pt x="3" y="33"/>
                      </a:cubicBezTo>
                      <a:cubicBezTo>
                        <a:pt x="6" y="35"/>
                        <a:pt x="9" y="36"/>
                        <a:pt x="13" y="36"/>
                      </a:cubicBezTo>
                      <a:cubicBezTo>
                        <a:pt x="16" y="36"/>
                        <a:pt x="19" y="36"/>
                        <a:pt x="22" y="34"/>
                      </a:cubicBezTo>
                      <a:cubicBezTo>
                        <a:pt x="24" y="33"/>
                        <a:pt x="25" y="31"/>
                        <a:pt x="27" y="29"/>
                      </a:cubicBezTo>
                      <a:cubicBezTo>
                        <a:pt x="28" y="27"/>
                        <a:pt x="29" y="24"/>
                        <a:pt x="30" y="20"/>
                      </a:cubicBezTo>
                      <a:cubicBezTo>
                        <a:pt x="34" y="0"/>
                        <a:pt x="34" y="0"/>
                        <a:pt x="34" y="0"/>
                      </a:cubicBezTo>
                      <a:cubicBezTo>
                        <a:pt x="26" y="0"/>
                        <a:pt x="26" y="0"/>
                        <a:pt x="26" y="0"/>
                      </a:cubicBezTo>
                      <a:lnTo>
                        <a:pt x="22" y="2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2" name="îṣḻîḑê"/>
                <p:cNvSpPr/>
                <p:nvPr/>
              </p:nvSpPr>
              <p:spPr bwMode="auto">
                <a:xfrm>
                  <a:off x="7248526" y="3521075"/>
                  <a:ext cx="114300" cy="119063"/>
                </a:xfrm>
                <a:custGeom>
                  <a:avLst/>
                  <a:gdLst>
                    <a:gd name="T0" fmla="*/ 58 w 72"/>
                    <a:gd name="T1" fmla="*/ 0 h 75"/>
                    <a:gd name="T2" fmla="*/ 52 w 72"/>
                    <a:gd name="T3" fmla="*/ 29 h 75"/>
                    <a:gd name="T4" fmla="*/ 22 w 72"/>
                    <a:gd name="T5" fmla="*/ 29 h 75"/>
                    <a:gd name="T6" fmla="*/ 29 w 72"/>
                    <a:gd name="T7" fmla="*/ 0 h 75"/>
                    <a:gd name="T8" fmla="*/ 14 w 72"/>
                    <a:gd name="T9" fmla="*/ 0 h 75"/>
                    <a:gd name="T10" fmla="*/ 0 w 72"/>
                    <a:gd name="T11" fmla="*/ 75 h 75"/>
                    <a:gd name="T12" fmla="*/ 14 w 72"/>
                    <a:gd name="T13" fmla="*/ 75 h 75"/>
                    <a:gd name="T14" fmla="*/ 20 w 72"/>
                    <a:gd name="T15" fmla="*/ 42 h 75"/>
                    <a:gd name="T16" fmla="*/ 50 w 72"/>
                    <a:gd name="T17" fmla="*/ 42 h 75"/>
                    <a:gd name="T18" fmla="*/ 43 w 72"/>
                    <a:gd name="T19" fmla="*/ 75 h 75"/>
                    <a:gd name="T20" fmla="*/ 58 w 72"/>
                    <a:gd name="T21" fmla="*/ 75 h 75"/>
                    <a:gd name="T22" fmla="*/ 72 w 72"/>
                    <a:gd name="T23" fmla="*/ 0 h 75"/>
                    <a:gd name="T24" fmla="*/ 58 w 72"/>
                    <a:gd name="T25"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2" h="75">
                      <a:moveTo>
                        <a:pt x="58" y="0"/>
                      </a:moveTo>
                      <a:lnTo>
                        <a:pt x="52" y="29"/>
                      </a:lnTo>
                      <a:lnTo>
                        <a:pt x="22" y="29"/>
                      </a:lnTo>
                      <a:lnTo>
                        <a:pt x="29" y="0"/>
                      </a:lnTo>
                      <a:lnTo>
                        <a:pt x="14" y="0"/>
                      </a:lnTo>
                      <a:lnTo>
                        <a:pt x="0" y="75"/>
                      </a:lnTo>
                      <a:lnTo>
                        <a:pt x="14" y="75"/>
                      </a:lnTo>
                      <a:lnTo>
                        <a:pt x="20" y="42"/>
                      </a:lnTo>
                      <a:lnTo>
                        <a:pt x="50" y="42"/>
                      </a:lnTo>
                      <a:lnTo>
                        <a:pt x="43" y="75"/>
                      </a:lnTo>
                      <a:lnTo>
                        <a:pt x="58" y="75"/>
                      </a:lnTo>
                      <a:lnTo>
                        <a:pt x="72" y="0"/>
                      </a:lnTo>
                      <a:lnTo>
                        <a:pt x="58"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3" name="ïṥlíḑê"/>
                <p:cNvSpPr/>
                <p:nvPr/>
              </p:nvSpPr>
              <p:spPr bwMode="auto">
                <a:xfrm>
                  <a:off x="7356476" y="3521075"/>
                  <a:ext cx="112713" cy="119063"/>
                </a:xfrm>
                <a:custGeom>
                  <a:avLst/>
                  <a:gdLst>
                    <a:gd name="T0" fmla="*/ 42 w 71"/>
                    <a:gd name="T1" fmla="*/ 0 h 75"/>
                    <a:gd name="T2" fmla="*/ 0 w 71"/>
                    <a:gd name="T3" fmla="*/ 75 h 75"/>
                    <a:gd name="T4" fmla="*/ 15 w 71"/>
                    <a:gd name="T5" fmla="*/ 75 h 75"/>
                    <a:gd name="T6" fmla="*/ 23 w 71"/>
                    <a:gd name="T7" fmla="*/ 59 h 75"/>
                    <a:gd name="T8" fmla="*/ 54 w 71"/>
                    <a:gd name="T9" fmla="*/ 59 h 75"/>
                    <a:gd name="T10" fmla="*/ 56 w 71"/>
                    <a:gd name="T11" fmla="*/ 75 h 75"/>
                    <a:gd name="T12" fmla="*/ 71 w 71"/>
                    <a:gd name="T13" fmla="*/ 75 h 75"/>
                    <a:gd name="T14" fmla="*/ 58 w 71"/>
                    <a:gd name="T15" fmla="*/ 0 h 75"/>
                    <a:gd name="T16" fmla="*/ 42 w 71"/>
                    <a:gd name="T17" fmla="*/ 0 h 75"/>
                    <a:gd name="T18" fmla="*/ 29 w 71"/>
                    <a:gd name="T19" fmla="*/ 46 h 75"/>
                    <a:gd name="T20" fmla="*/ 48 w 71"/>
                    <a:gd name="T21" fmla="*/ 17 h 75"/>
                    <a:gd name="T22" fmla="*/ 52 w 71"/>
                    <a:gd name="T23" fmla="*/ 46 h 75"/>
                    <a:gd name="T24" fmla="*/ 29 w 71"/>
                    <a:gd name="T25" fmla="*/ 4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75">
                      <a:moveTo>
                        <a:pt x="42" y="0"/>
                      </a:moveTo>
                      <a:lnTo>
                        <a:pt x="0" y="75"/>
                      </a:lnTo>
                      <a:lnTo>
                        <a:pt x="15" y="75"/>
                      </a:lnTo>
                      <a:lnTo>
                        <a:pt x="23" y="59"/>
                      </a:lnTo>
                      <a:lnTo>
                        <a:pt x="54" y="59"/>
                      </a:lnTo>
                      <a:lnTo>
                        <a:pt x="56" y="75"/>
                      </a:lnTo>
                      <a:lnTo>
                        <a:pt x="71" y="75"/>
                      </a:lnTo>
                      <a:lnTo>
                        <a:pt x="58" y="0"/>
                      </a:lnTo>
                      <a:lnTo>
                        <a:pt x="42" y="0"/>
                      </a:lnTo>
                      <a:close/>
                      <a:moveTo>
                        <a:pt x="29" y="46"/>
                      </a:moveTo>
                      <a:lnTo>
                        <a:pt x="48" y="17"/>
                      </a:lnTo>
                      <a:lnTo>
                        <a:pt x="52" y="46"/>
                      </a:lnTo>
                      <a:lnTo>
                        <a:pt x="29" y="46"/>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4" name="îş1íḋe"/>
                <p:cNvSpPr/>
                <p:nvPr/>
              </p:nvSpPr>
              <p:spPr bwMode="auto">
                <a:xfrm>
                  <a:off x="7481888" y="3521075"/>
                  <a:ext cx="119063" cy="119063"/>
                </a:xfrm>
                <a:custGeom>
                  <a:avLst/>
                  <a:gdLst>
                    <a:gd name="T0" fmla="*/ 50 w 75"/>
                    <a:gd name="T1" fmla="*/ 50 h 75"/>
                    <a:gd name="T2" fmla="*/ 31 w 75"/>
                    <a:gd name="T3" fmla="*/ 0 h 75"/>
                    <a:gd name="T4" fmla="*/ 17 w 75"/>
                    <a:gd name="T5" fmla="*/ 0 h 75"/>
                    <a:gd name="T6" fmla="*/ 0 w 75"/>
                    <a:gd name="T7" fmla="*/ 75 h 75"/>
                    <a:gd name="T8" fmla="*/ 15 w 75"/>
                    <a:gd name="T9" fmla="*/ 75 h 75"/>
                    <a:gd name="T10" fmla="*/ 25 w 75"/>
                    <a:gd name="T11" fmla="*/ 25 h 75"/>
                    <a:gd name="T12" fmla="*/ 46 w 75"/>
                    <a:gd name="T13" fmla="*/ 75 h 75"/>
                    <a:gd name="T14" fmla="*/ 58 w 75"/>
                    <a:gd name="T15" fmla="*/ 75 h 75"/>
                    <a:gd name="T16" fmla="*/ 75 w 75"/>
                    <a:gd name="T17" fmla="*/ 0 h 75"/>
                    <a:gd name="T18" fmla="*/ 61 w 75"/>
                    <a:gd name="T19" fmla="*/ 0 h 75"/>
                    <a:gd name="T20" fmla="*/ 50 w 75"/>
                    <a:gd name="T21" fmla="*/ 5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5" h="75">
                      <a:moveTo>
                        <a:pt x="50" y="50"/>
                      </a:moveTo>
                      <a:lnTo>
                        <a:pt x="31" y="0"/>
                      </a:lnTo>
                      <a:lnTo>
                        <a:pt x="17" y="0"/>
                      </a:lnTo>
                      <a:lnTo>
                        <a:pt x="0" y="75"/>
                      </a:lnTo>
                      <a:lnTo>
                        <a:pt x="15" y="75"/>
                      </a:lnTo>
                      <a:lnTo>
                        <a:pt x="25" y="25"/>
                      </a:lnTo>
                      <a:lnTo>
                        <a:pt x="46" y="75"/>
                      </a:lnTo>
                      <a:lnTo>
                        <a:pt x="58" y="75"/>
                      </a:lnTo>
                      <a:lnTo>
                        <a:pt x="75" y="0"/>
                      </a:lnTo>
                      <a:lnTo>
                        <a:pt x="61" y="0"/>
                      </a:lnTo>
                      <a:lnTo>
                        <a:pt x="50" y="5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5" name="îş1ïḋe"/>
                <p:cNvSpPr/>
                <p:nvPr/>
              </p:nvSpPr>
              <p:spPr bwMode="auto">
                <a:xfrm>
                  <a:off x="7653338" y="3521075"/>
                  <a:ext cx="112713" cy="119063"/>
                </a:xfrm>
                <a:custGeom>
                  <a:avLst/>
                  <a:gdLst>
                    <a:gd name="T0" fmla="*/ 22 w 34"/>
                    <a:gd name="T1" fmla="*/ 20 h 36"/>
                    <a:gd name="T2" fmla="*/ 20 w 34"/>
                    <a:gd name="T3" fmla="*/ 26 h 36"/>
                    <a:gd name="T4" fmla="*/ 18 w 34"/>
                    <a:gd name="T5" fmla="*/ 29 h 36"/>
                    <a:gd name="T6" fmla="*/ 13 w 34"/>
                    <a:gd name="T7" fmla="*/ 30 h 36"/>
                    <a:gd name="T8" fmla="*/ 9 w 34"/>
                    <a:gd name="T9" fmla="*/ 29 h 36"/>
                    <a:gd name="T10" fmla="*/ 7 w 34"/>
                    <a:gd name="T11" fmla="*/ 25 h 36"/>
                    <a:gd name="T12" fmla="*/ 7 w 34"/>
                    <a:gd name="T13" fmla="*/ 24 h 36"/>
                    <a:gd name="T14" fmla="*/ 8 w 34"/>
                    <a:gd name="T15" fmla="*/ 19 h 36"/>
                    <a:gd name="T16" fmla="*/ 12 w 34"/>
                    <a:gd name="T17" fmla="*/ 0 h 36"/>
                    <a:gd name="T18" fmla="*/ 5 w 34"/>
                    <a:gd name="T19" fmla="*/ 0 h 36"/>
                    <a:gd name="T20" fmla="*/ 1 w 34"/>
                    <a:gd name="T21" fmla="*/ 19 h 36"/>
                    <a:gd name="T22" fmla="*/ 0 w 34"/>
                    <a:gd name="T23" fmla="*/ 23 h 36"/>
                    <a:gd name="T24" fmla="*/ 0 w 34"/>
                    <a:gd name="T25" fmla="*/ 25 h 36"/>
                    <a:gd name="T26" fmla="*/ 3 w 34"/>
                    <a:gd name="T27" fmla="*/ 33 h 36"/>
                    <a:gd name="T28" fmla="*/ 13 w 34"/>
                    <a:gd name="T29" fmla="*/ 36 h 36"/>
                    <a:gd name="T30" fmla="*/ 22 w 34"/>
                    <a:gd name="T31" fmla="*/ 34 h 36"/>
                    <a:gd name="T32" fmla="*/ 27 w 34"/>
                    <a:gd name="T33" fmla="*/ 29 h 36"/>
                    <a:gd name="T34" fmla="*/ 30 w 34"/>
                    <a:gd name="T35" fmla="*/ 20 h 36"/>
                    <a:gd name="T36" fmla="*/ 34 w 34"/>
                    <a:gd name="T37" fmla="*/ 0 h 36"/>
                    <a:gd name="T38" fmla="*/ 26 w 34"/>
                    <a:gd name="T39" fmla="*/ 0 h 36"/>
                    <a:gd name="T40" fmla="*/ 22 w 34"/>
                    <a:gd name="T41" fmla="*/ 2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4" h="36">
                      <a:moveTo>
                        <a:pt x="22" y="20"/>
                      </a:moveTo>
                      <a:cubicBezTo>
                        <a:pt x="22" y="23"/>
                        <a:pt x="21" y="25"/>
                        <a:pt x="20" y="26"/>
                      </a:cubicBezTo>
                      <a:cubicBezTo>
                        <a:pt x="20" y="28"/>
                        <a:pt x="19" y="29"/>
                        <a:pt x="18" y="29"/>
                      </a:cubicBezTo>
                      <a:cubicBezTo>
                        <a:pt x="17" y="30"/>
                        <a:pt x="15" y="30"/>
                        <a:pt x="13" y="30"/>
                      </a:cubicBezTo>
                      <a:cubicBezTo>
                        <a:pt x="11" y="30"/>
                        <a:pt x="10" y="30"/>
                        <a:pt x="9" y="29"/>
                      </a:cubicBezTo>
                      <a:cubicBezTo>
                        <a:pt x="8" y="28"/>
                        <a:pt x="7" y="27"/>
                        <a:pt x="7" y="25"/>
                      </a:cubicBezTo>
                      <a:cubicBezTo>
                        <a:pt x="7" y="25"/>
                        <a:pt x="7" y="25"/>
                        <a:pt x="7" y="24"/>
                      </a:cubicBezTo>
                      <a:cubicBezTo>
                        <a:pt x="8" y="19"/>
                        <a:pt x="8" y="19"/>
                        <a:pt x="8" y="19"/>
                      </a:cubicBezTo>
                      <a:cubicBezTo>
                        <a:pt x="12" y="0"/>
                        <a:pt x="12" y="0"/>
                        <a:pt x="12" y="0"/>
                      </a:cubicBezTo>
                      <a:cubicBezTo>
                        <a:pt x="5" y="0"/>
                        <a:pt x="5" y="0"/>
                        <a:pt x="5" y="0"/>
                      </a:cubicBezTo>
                      <a:cubicBezTo>
                        <a:pt x="1" y="19"/>
                        <a:pt x="1" y="19"/>
                        <a:pt x="1" y="19"/>
                      </a:cubicBezTo>
                      <a:cubicBezTo>
                        <a:pt x="1" y="21"/>
                        <a:pt x="0" y="23"/>
                        <a:pt x="0" y="23"/>
                      </a:cubicBezTo>
                      <a:cubicBezTo>
                        <a:pt x="0" y="24"/>
                        <a:pt x="0" y="25"/>
                        <a:pt x="0" y="25"/>
                      </a:cubicBezTo>
                      <a:cubicBezTo>
                        <a:pt x="0" y="29"/>
                        <a:pt x="1" y="31"/>
                        <a:pt x="3" y="33"/>
                      </a:cubicBezTo>
                      <a:cubicBezTo>
                        <a:pt x="6" y="35"/>
                        <a:pt x="9" y="36"/>
                        <a:pt x="13" y="36"/>
                      </a:cubicBezTo>
                      <a:cubicBezTo>
                        <a:pt x="16" y="36"/>
                        <a:pt x="19" y="36"/>
                        <a:pt x="22" y="34"/>
                      </a:cubicBezTo>
                      <a:cubicBezTo>
                        <a:pt x="24" y="33"/>
                        <a:pt x="25" y="31"/>
                        <a:pt x="27" y="29"/>
                      </a:cubicBezTo>
                      <a:cubicBezTo>
                        <a:pt x="28" y="27"/>
                        <a:pt x="29" y="24"/>
                        <a:pt x="30" y="20"/>
                      </a:cubicBezTo>
                      <a:cubicBezTo>
                        <a:pt x="34" y="0"/>
                        <a:pt x="34" y="0"/>
                        <a:pt x="34" y="0"/>
                      </a:cubicBezTo>
                      <a:cubicBezTo>
                        <a:pt x="26" y="0"/>
                        <a:pt x="26" y="0"/>
                        <a:pt x="26" y="0"/>
                      </a:cubicBezTo>
                      <a:lnTo>
                        <a:pt x="22" y="2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6" name="íšlídè"/>
                <p:cNvSpPr/>
                <p:nvPr/>
              </p:nvSpPr>
              <p:spPr bwMode="auto">
                <a:xfrm>
                  <a:off x="7766051" y="3521075"/>
                  <a:ext cx="115888" cy="119063"/>
                </a:xfrm>
                <a:custGeom>
                  <a:avLst/>
                  <a:gdLst>
                    <a:gd name="T0" fmla="*/ 58 w 73"/>
                    <a:gd name="T1" fmla="*/ 0 h 75"/>
                    <a:gd name="T2" fmla="*/ 50 w 73"/>
                    <a:gd name="T3" fmla="*/ 50 h 75"/>
                    <a:gd name="T4" fmla="*/ 29 w 73"/>
                    <a:gd name="T5" fmla="*/ 0 h 75"/>
                    <a:gd name="T6" fmla="*/ 15 w 73"/>
                    <a:gd name="T7" fmla="*/ 0 h 75"/>
                    <a:gd name="T8" fmla="*/ 0 w 73"/>
                    <a:gd name="T9" fmla="*/ 75 h 75"/>
                    <a:gd name="T10" fmla="*/ 13 w 73"/>
                    <a:gd name="T11" fmla="*/ 75 h 75"/>
                    <a:gd name="T12" fmla="*/ 23 w 73"/>
                    <a:gd name="T13" fmla="*/ 25 h 75"/>
                    <a:gd name="T14" fmla="*/ 44 w 73"/>
                    <a:gd name="T15" fmla="*/ 75 h 75"/>
                    <a:gd name="T16" fmla="*/ 58 w 73"/>
                    <a:gd name="T17" fmla="*/ 75 h 75"/>
                    <a:gd name="T18" fmla="*/ 73 w 73"/>
                    <a:gd name="T19" fmla="*/ 0 h 75"/>
                    <a:gd name="T20" fmla="*/ 58 w 73"/>
                    <a:gd name="T21"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3" h="75">
                      <a:moveTo>
                        <a:pt x="58" y="0"/>
                      </a:moveTo>
                      <a:lnTo>
                        <a:pt x="50" y="50"/>
                      </a:lnTo>
                      <a:lnTo>
                        <a:pt x="29" y="0"/>
                      </a:lnTo>
                      <a:lnTo>
                        <a:pt x="15" y="0"/>
                      </a:lnTo>
                      <a:lnTo>
                        <a:pt x="0" y="75"/>
                      </a:lnTo>
                      <a:lnTo>
                        <a:pt x="13" y="75"/>
                      </a:lnTo>
                      <a:lnTo>
                        <a:pt x="23" y="25"/>
                      </a:lnTo>
                      <a:lnTo>
                        <a:pt x="44" y="75"/>
                      </a:lnTo>
                      <a:lnTo>
                        <a:pt x="58" y="75"/>
                      </a:lnTo>
                      <a:lnTo>
                        <a:pt x="73" y="0"/>
                      </a:lnTo>
                      <a:lnTo>
                        <a:pt x="58"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7" name="îṣḻîďe"/>
                <p:cNvSpPr/>
                <p:nvPr/>
              </p:nvSpPr>
              <p:spPr bwMode="auto">
                <a:xfrm>
                  <a:off x="7881938" y="3521075"/>
                  <a:ext cx="49213" cy="119063"/>
                </a:xfrm>
                <a:custGeom>
                  <a:avLst/>
                  <a:gdLst>
                    <a:gd name="T0" fmla="*/ 0 w 31"/>
                    <a:gd name="T1" fmla="*/ 75 h 75"/>
                    <a:gd name="T2" fmla="*/ 14 w 31"/>
                    <a:gd name="T3" fmla="*/ 75 h 75"/>
                    <a:gd name="T4" fmla="*/ 31 w 31"/>
                    <a:gd name="T5" fmla="*/ 0 h 75"/>
                    <a:gd name="T6" fmla="*/ 14 w 31"/>
                    <a:gd name="T7" fmla="*/ 0 h 75"/>
                    <a:gd name="T8" fmla="*/ 0 w 31"/>
                    <a:gd name="T9" fmla="*/ 75 h 75"/>
                  </a:gdLst>
                  <a:ahLst/>
                  <a:cxnLst>
                    <a:cxn ang="0">
                      <a:pos x="T0" y="T1"/>
                    </a:cxn>
                    <a:cxn ang="0">
                      <a:pos x="T2" y="T3"/>
                    </a:cxn>
                    <a:cxn ang="0">
                      <a:pos x="T4" y="T5"/>
                    </a:cxn>
                    <a:cxn ang="0">
                      <a:pos x="T6" y="T7"/>
                    </a:cxn>
                    <a:cxn ang="0">
                      <a:pos x="T8" y="T9"/>
                    </a:cxn>
                  </a:cxnLst>
                  <a:rect l="0" t="0" r="r" b="b"/>
                  <a:pathLst>
                    <a:path w="31" h="75">
                      <a:moveTo>
                        <a:pt x="0" y="75"/>
                      </a:moveTo>
                      <a:lnTo>
                        <a:pt x="14" y="75"/>
                      </a:lnTo>
                      <a:lnTo>
                        <a:pt x="31" y="0"/>
                      </a:lnTo>
                      <a:lnTo>
                        <a:pt x="14" y="0"/>
                      </a:lnTo>
                      <a:lnTo>
                        <a:pt x="0" y="75"/>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8" name="íŝḻiḋè"/>
                <p:cNvSpPr/>
                <p:nvPr/>
              </p:nvSpPr>
              <p:spPr bwMode="auto">
                <a:xfrm>
                  <a:off x="7940676" y="3521075"/>
                  <a:ext cx="109538" cy="119063"/>
                </a:xfrm>
                <a:custGeom>
                  <a:avLst/>
                  <a:gdLst>
                    <a:gd name="T0" fmla="*/ 54 w 69"/>
                    <a:gd name="T1" fmla="*/ 0 h 75"/>
                    <a:gd name="T2" fmla="*/ 23 w 69"/>
                    <a:gd name="T3" fmla="*/ 57 h 75"/>
                    <a:gd name="T4" fmla="*/ 15 w 69"/>
                    <a:gd name="T5" fmla="*/ 0 h 75"/>
                    <a:gd name="T6" fmla="*/ 0 w 69"/>
                    <a:gd name="T7" fmla="*/ 0 h 75"/>
                    <a:gd name="T8" fmla="*/ 13 w 69"/>
                    <a:gd name="T9" fmla="*/ 75 h 75"/>
                    <a:gd name="T10" fmla="*/ 29 w 69"/>
                    <a:gd name="T11" fmla="*/ 75 h 75"/>
                    <a:gd name="T12" fmla="*/ 69 w 69"/>
                    <a:gd name="T13" fmla="*/ 0 h 75"/>
                    <a:gd name="T14" fmla="*/ 54 w 69"/>
                    <a:gd name="T15" fmla="*/ 0 h 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9" h="75">
                      <a:moveTo>
                        <a:pt x="54" y="0"/>
                      </a:moveTo>
                      <a:lnTo>
                        <a:pt x="23" y="57"/>
                      </a:lnTo>
                      <a:lnTo>
                        <a:pt x="15" y="0"/>
                      </a:lnTo>
                      <a:lnTo>
                        <a:pt x="0" y="0"/>
                      </a:lnTo>
                      <a:lnTo>
                        <a:pt x="13" y="75"/>
                      </a:lnTo>
                      <a:lnTo>
                        <a:pt x="29" y="75"/>
                      </a:lnTo>
                      <a:lnTo>
                        <a:pt x="69" y="0"/>
                      </a:lnTo>
                      <a:lnTo>
                        <a:pt x="54"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9" name="î$ḷíďé"/>
                <p:cNvSpPr/>
                <p:nvPr/>
              </p:nvSpPr>
              <p:spPr bwMode="auto">
                <a:xfrm>
                  <a:off x="8037513" y="3521075"/>
                  <a:ext cx="111125" cy="119063"/>
                </a:xfrm>
                <a:custGeom>
                  <a:avLst/>
                  <a:gdLst>
                    <a:gd name="T0" fmla="*/ 68 w 70"/>
                    <a:gd name="T1" fmla="*/ 12 h 75"/>
                    <a:gd name="T2" fmla="*/ 70 w 70"/>
                    <a:gd name="T3" fmla="*/ 0 h 75"/>
                    <a:gd name="T4" fmla="*/ 16 w 70"/>
                    <a:gd name="T5" fmla="*/ 0 h 75"/>
                    <a:gd name="T6" fmla="*/ 0 w 70"/>
                    <a:gd name="T7" fmla="*/ 75 h 75"/>
                    <a:gd name="T8" fmla="*/ 58 w 70"/>
                    <a:gd name="T9" fmla="*/ 75 h 75"/>
                    <a:gd name="T10" fmla="*/ 60 w 70"/>
                    <a:gd name="T11" fmla="*/ 63 h 75"/>
                    <a:gd name="T12" fmla="*/ 16 w 70"/>
                    <a:gd name="T13" fmla="*/ 63 h 75"/>
                    <a:gd name="T14" fmla="*/ 22 w 70"/>
                    <a:gd name="T15" fmla="*/ 42 h 75"/>
                    <a:gd name="T16" fmla="*/ 60 w 70"/>
                    <a:gd name="T17" fmla="*/ 42 h 75"/>
                    <a:gd name="T18" fmla="*/ 62 w 70"/>
                    <a:gd name="T19" fmla="*/ 29 h 75"/>
                    <a:gd name="T20" fmla="*/ 24 w 70"/>
                    <a:gd name="T21" fmla="*/ 29 h 75"/>
                    <a:gd name="T22" fmla="*/ 29 w 70"/>
                    <a:gd name="T23" fmla="*/ 12 h 75"/>
                    <a:gd name="T24" fmla="*/ 68 w 70"/>
                    <a:gd name="T25" fmla="*/ 12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0" h="75">
                      <a:moveTo>
                        <a:pt x="68" y="12"/>
                      </a:moveTo>
                      <a:lnTo>
                        <a:pt x="70" y="0"/>
                      </a:lnTo>
                      <a:lnTo>
                        <a:pt x="16" y="0"/>
                      </a:lnTo>
                      <a:lnTo>
                        <a:pt x="0" y="75"/>
                      </a:lnTo>
                      <a:lnTo>
                        <a:pt x="58" y="75"/>
                      </a:lnTo>
                      <a:lnTo>
                        <a:pt x="60" y="63"/>
                      </a:lnTo>
                      <a:lnTo>
                        <a:pt x="16" y="63"/>
                      </a:lnTo>
                      <a:lnTo>
                        <a:pt x="22" y="42"/>
                      </a:lnTo>
                      <a:lnTo>
                        <a:pt x="60" y="42"/>
                      </a:lnTo>
                      <a:lnTo>
                        <a:pt x="62" y="29"/>
                      </a:lnTo>
                      <a:lnTo>
                        <a:pt x="24" y="29"/>
                      </a:lnTo>
                      <a:lnTo>
                        <a:pt x="29" y="12"/>
                      </a:lnTo>
                      <a:lnTo>
                        <a:pt x="68" y="12"/>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0" name="îṡlîďe"/>
                <p:cNvSpPr/>
                <p:nvPr/>
              </p:nvSpPr>
              <p:spPr bwMode="auto">
                <a:xfrm>
                  <a:off x="8145463" y="3521075"/>
                  <a:ext cx="115888" cy="119063"/>
                </a:xfrm>
                <a:custGeom>
                  <a:avLst/>
                  <a:gdLst>
                    <a:gd name="T0" fmla="*/ 30 w 35"/>
                    <a:gd name="T1" fmla="*/ 1 h 36"/>
                    <a:gd name="T2" fmla="*/ 24 w 35"/>
                    <a:gd name="T3" fmla="*/ 0 h 36"/>
                    <a:gd name="T4" fmla="*/ 8 w 35"/>
                    <a:gd name="T5" fmla="*/ 0 h 36"/>
                    <a:gd name="T6" fmla="*/ 0 w 35"/>
                    <a:gd name="T7" fmla="*/ 36 h 36"/>
                    <a:gd name="T8" fmla="*/ 8 w 35"/>
                    <a:gd name="T9" fmla="*/ 36 h 36"/>
                    <a:gd name="T10" fmla="*/ 11 w 35"/>
                    <a:gd name="T11" fmla="*/ 21 h 36"/>
                    <a:gd name="T12" fmla="*/ 14 w 35"/>
                    <a:gd name="T13" fmla="*/ 21 h 36"/>
                    <a:gd name="T14" fmla="*/ 17 w 35"/>
                    <a:gd name="T15" fmla="*/ 22 h 36"/>
                    <a:gd name="T16" fmla="*/ 21 w 35"/>
                    <a:gd name="T17" fmla="*/ 26 h 36"/>
                    <a:gd name="T18" fmla="*/ 24 w 35"/>
                    <a:gd name="T19" fmla="*/ 36 h 36"/>
                    <a:gd name="T20" fmla="*/ 32 w 35"/>
                    <a:gd name="T21" fmla="*/ 36 h 36"/>
                    <a:gd name="T22" fmla="*/ 27 w 35"/>
                    <a:gd name="T23" fmla="*/ 24 h 36"/>
                    <a:gd name="T24" fmla="*/ 24 w 35"/>
                    <a:gd name="T25" fmla="*/ 21 h 36"/>
                    <a:gd name="T26" fmla="*/ 32 w 35"/>
                    <a:gd name="T27" fmla="*/ 17 h 36"/>
                    <a:gd name="T28" fmla="*/ 35 w 35"/>
                    <a:gd name="T29" fmla="*/ 9 h 36"/>
                    <a:gd name="T30" fmla="*/ 34 w 35"/>
                    <a:gd name="T31" fmla="*/ 4 h 36"/>
                    <a:gd name="T32" fmla="*/ 30 w 35"/>
                    <a:gd name="T33" fmla="*/ 1 h 36"/>
                    <a:gd name="T34" fmla="*/ 27 w 35"/>
                    <a:gd name="T35" fmla="*/ 13 h 36"/>
                    <a:gd name="T36" fmla="*/ 24 w 35"/>
                    <a:gd name="T37" fmla="*/ 15 h 36"/>
                    <a:gd name="T38" fmla="*/ 16 w 35"/>
                    <a:gd name="T39" fmla="*/ 16 h 36"/>
                    <a:gd name="T40" fmla="*/ 12 w 35"/>
                    <a:gd name="T41" fmla="*/ 16 h 36"/>
                    <a:gd name="T42" fmla="*/ 14 w 35"/>
                    <a:gd name="T43" fmla="*/ 6 h 36"/>
                    <a:gd name="T44" fmla="*/ 22 w 35"/>
                    <a:gd name="T45" fmla="*/ 6 h 36"/>
                    <a:gd name="T46" fmla="*/ 26 w 35"/>
                    <a:gd name="T47" fmla="*/ 7 h 36"/>
                    <a:gd name="T48" fmla="*/ 28 w 35"/>
                    <a:gd name="T49" fmla="*/ 10 h 36"/>
                    <a:gd name="T50" fmla="*/ 27 w 35"/>
                    <a:gd name="T51" fmla="*/ 13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5" h="36">
                      <a:moveTo>
                        <a:pt x="30" y="1"/>
                      </a:moveTo>
                      <a:cubicBezTo>
                        <a:pt x="28" y="0"/>
                        <a:pt x="26" y="0"/>
                        <a:pt x="24" y="0"/>
                      </a:cubicBezTo>
                      <a:cubicBezTo>
                        <a:pt x="8" y="0"/>
                        <a:pt x="8" y="0"/>
                        <a:pt x="8" y="0"/>
                      </a:cubicBezTo>
                      <a:cubicBezTo>
                        <a:pt x="0" y="36"/>
                        <a:pt x="0" y="36"/>
                        <a:pt x="0" y="36"/>
                      </a:cubicBezTo>
                      <a:cubicBezTo>
                        <a:pt x="8" y="36"/>
                        <a:pt x="8" y="36"/>
                        <a:pt x="8" y="36"/>
                      </a:cubicBezTo>
                      <a:cubicBezTo>
                        <a:pt x="11" y="21"/>
                        <a:pt x="11" y="21"/>
                        <a:pt x="11" y="21"/>
                      </a:cubicBezTo>
                      <a:cubicBezTo>
                        <a:pt x="14" y="21"/>
                        <a:pt x="14" y="21"/>
                        <a:pt x="14" y="21"/>
                      </a:cubicBezTo>
                      <a:cubicBezTo>
                        <a:pt x="15" y="21"/>
                        <a:pt x="17" y="21"/>
                        <a:pt x="17" y="22"/>
                      </a:cubicBezTo>
                      <a:cubicBezTo>
                        <a:pt x="18" y="22"/>
                        <a:pt x="20" y="24"/>
                        <a:pt x="21" y="26"/>
                      </a:cubicBezTo>
                      <a:cubicBezTo>
                        <a:pt x="22" y="31"/>
                        <a:pt x="24" y="34"/>
                        <a:pt x="24" y="36"/>
                      </a:cubicBezTo>
                      <a:cubicBezTo>
                        <a:pt x="32" y="36"/>
                        <a:pt x="32" y="36"/>
                        <a:pt x="32" y="36"/>
                      </a:cubicBezTo>
                      <a:cubicBezTo>
                        <a:pt x="30" y="31"/>
                        <a:pt x="28" y="27"/>
                        <a:pt x="27" y="24"/>
                      </a:cubicBezTo>
                      <a:cubicBezTo>
                        <a:pt x="26" y="23"/>
                        <a:pt x="25" y="21"/>
                        <a:pt x="24" y="21"/>
                      </a:cubicBezTo>
                      <a:cubicBezTo>
                        <a:pt x="28" y="20"/>
                        <a:pt x="30" y="19"/>
                        <a:pt x="32" y="17"/>
                      </a:cubicBezTo>
                      <a:cubicBezTo>
                        <a:pt x="34" y="15"/>
                        <a:pt x="35" y="13"/>
                        <a:pt x="35" y="9"/>
                      </a:cubicBezTo>
                      <a:cubicBezTo>
                        <a:pt x="35" y="7"/>
                        <a:pt x="34" y="6"/>
                        <a:pt x="34" y="4"/>
                      </a:cubicBezTo>
                      <a:cubicBezTo>
                        <a:pt x="33" y="3"/>
                        <a:pt x="31" y="2"/>
                        <a:pt x="30" y="1"/>
                      </a:cubicBezTo>
                      <a:close/>
                      <a:moveTo>
                        <a:pt x="27" y="13"/>
                      </a:moveTo>
                      <a:cubicBezTo>
                        <a:pt x="26" y="14"/>
                        <a:pt x="25" y="14"/>
                        <a:pt x="24" y="15"/>
                      </a:cubicBezTo>
                      <a:cubicBezTo>
                        <a:pt x="22" y="15"/>
                        <a:pt x="20" y="16"/>
                        <a:pt x="16" y="16"/>
                      </a:cubicBezTo>
                      <a:cubicBezTo>
                        <a:pt x="12" y="16"/>
                        <a:pt x="12" y="16"/>
                        <a:pt x="12" y="16"/>
                      </a:cubicBezTo>
                      <a:cubicBezTo>
                        <a:pt x="14" y="6"/>
                        <a:pt x="14" y="6"/>
                        <a:pt x="14" y="6"/>
                      </a:cubicBezTo>
                      <a:cubicBezTo>
                        <a:pt x="22" y="6"/>
                        <a:pt x="22" y="6"/>
                        <a:pt x="22" y="6"/>
                      </a:cubicBezTo>
                      <a:cubicBezTo>
                        <a:pt x="24" y="6"/>
                        <a:pt x="25" y="6"/>
                        <a:pt x="26" y="7"/>
                      </a:cubicBezTo>
                      <a:cubicBezTo>
                        <a:pt x="27" y="7"/>
                        <a:pt x="28" y="8"/>
                        <a:pt x="28" y="10"/>
                      </a:cubicBezTo>
                      <a:cubicBezTo>
                        <a:pt x="28" y="11"/>
                        <a:pt x="27" y="12"/>
                        <a:pt x="27" y="13"/>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1" name="ïşľîḍé"/>
                <p:cNvSpPr/>
                <p:nvPr/>
              </p:nvSpPr>
              <p:spPr bwMode="auto">
                <a:xfrm>
                  <a:off x="8267701" y="3521075"/>
                  <a:ext cx="98425" cy="119063"/>
                </a:xfrm>
                <a:custGeom>
                  <a:avLst/>
                  <a:gdLst>
                    <a:gd name="T0" fmla="*/ 17 w 30"/>
                    <a:gd name="T1" fmla="*/ 5 h 36"/>
                    <a:gd name="T2" fmla="*/ 22 w 30"/>
                    <a:gd name="T3" fmla="*/ 7 h 36"/>
                    <a:gd name="T4" fmla="*/ 23 w 30"/>
                    <a:gd name="T5" fmla="*/ 11 h 36"/>
                    <a:gd name="T6" fmla="*/ 30 w 30"/>
                    <a:gd name="T7" fmla="*/ 10 h 36"/>
                    <a:gd name="T8" fmla="*/ 27 w 30"/>
                    <a:gd name="T9" fmla="*/ 3 h 36"/>
                    <a:gd name="T10" fmla="*/ 17 w 30"/>
                    <a:gd name="T11" fmla="*/ 0 h 36"/>
                    <a:gd name="T12" fmla="*/ 8 w 30"/>
                    <a:gd name="T13" fmla="*/ 3 h 36"/>
                    <a:gd name="T14" fmla="*/ 4 w 30"/>
                    <a:gd name="T15" fmla="*/ 10 h 36"/>
                    <a:gd name="T16" fmla="*/ 6 w 30"/>
                    <a:gd name="T17" fmla="*/ 14 h 36"/>
                    <a:gd name="T18" fmla="*/ 8 w 30"/>
                    <a:gd name="T19" fmla="*/ 18 h 36"/>
                    <a:gd name="T20" fmla="*/ 15 w 30"/>
                    <a:gd name="T21" fmla="*/ 21 h 36"/>
                    <a:gd name="T22" fmla="*/ 20 w 30"/>
                    <a:gd name="T23" fmla="*/ 23 h 36"/>
                    <a:gd name="T24" fmla="*/ 21 w 30"/>
                    <a:gd name="T25" fmla="*/ 26 h 36"/>
                    <a:gd name="T26" fmla="*/ 19 w 30"/>
                    <a:gd name="T27" fmla="*/ 29 h 36"/>
                    <a:gd name="T28" fmla="*/ 14 w 30"/>
                    <a:gd name="T29" fmla="*/ 30 h 36"/>
                    <a:gd name="T30" fmla="*/ 8 w 30"/>
                    <a:gd name="T31" fmla="*/ 28 h 36"/>
                    <a:gd name="T32" fmla="*/ 7 w 30"/>
                    <a:gd name="T33" fmla="*/ 24 h 36"/>
                    <a:gd name="T34" fmla="*/ 0 w 30"/>
                    <a:gd name="T35" fmla="*/ 24 h 36"/>
                    <a:gd name="T36" fmla="*/ 1 w 30"/>
                    <a:gd name="T37" fmla="*/ 30 h 36"/>
                    <a:gd name="T38" fmla="*/ 6 w 30"/>
                    <a:gd name="T39" fmla="*/ 35 h 36"/>
                    <a:gd name="T40" fmla="*/ 14 w 30"/>
                    <a:gd name="T41" fmla="*/ 36 h 36"/>
                    <a:gd name="T42" fmla="*/ 24 w 30"/>
                    <a:gd name="T43" fmla="*/ 33 h 36"/>
                    <a:gd name="T44" fmla="*/ 28 w 30"/>
                    <a:gd name="T45" fmla="*/ 25 h 36"/>
                    <a:gd name="T46" fmla="*/ 26 w 30"/>
                    <a:gd name="T47" fmla="*/ 19 h 36"/>
                    <a:gd name="T48" fmla="*/ 18 w 30"/>
                    <a:gd name="T49" fmla="*/ 14 h 36"/>
                    <a:gd name="T50" fmla="*/ 13 w 30"/>
                    <a:gd name="T51" fmla="*/ 12 h 36"/>
                    <a:gd name="T52" fmla="*/ 11 w 30"/>
                    <a:gd name="T53" fmla="*/ 9 h 36"/>
                    <a:gd name="T54" fmla="*/ 13 w 30"/>
                    <a:gd name="T55" fmla="*/ 6 h 36"/>
                    <a:gd name="T56" fmla="*/ 17 w 30"/>
                    <a:gd name="T57" fmla="*/ 5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0" h="36">
                      <a:moveTo>
                        <a:pt x="17" y="5"/>
                      </a:moveTo>
                      <a:cubicBezTo>
                        <a:pt x="19" y="5"/>
                        <a:pt x="21" y="6"/>
                        <a:pt x="22" y="7"/>
                      </a:cubicBezTo>
                      <a:cubicBezTo>
                        <a:pt x="23" y="8"/>
                        <a:pt x="23" y="9"/>
                        <a:pt x="23" y="11"/>
                      </a:cubicBezTo>
                      <a:cubicBezTo>
                        <a:pt x="30" y="10"/>
                        <a:pt x="30" y="10"/>
                        <a:pt x="30" y="10"/>
                      </a:cubicBezTo>
                      <a:cubicBezTo>
                        <a:pt x="30" y="7"/>
                        <a:pt x="29" y="4"/>
                        <a:pt x="27" y="3"/>
                      </a:cubicBezTo>
                      <a:cubicBezTo>
                        <a:pt x="24" y="1"/>
                        <a:pt x="21" y="0"/>
                        <a:pt x="17" y="0"/>
                      </a:cubicBezTo>
                      <a:cubicBezTo>
                        <a:pt x="13" y="0"/>
                        <a:pt x="10" y="1"/>
                        <a:pt x="8" y="3"/>
                      </a:cubicBezTo>
                      <a:cubicBezTo>
                        <a:pt x="5" y="5"/>
                        <a:pt x="4" y="7"/>
                        <a:pt x="4" y="10"/>
                      </a:cubicBezTo>
                      <a:cubicBezTo>
                        <a:pt x="4" y="12"/>
                        <a:pt x="5" y="13"/>
                        <a:pt x="6" y="14"/>
                      </a:cubicBezTo>
                      <a:cubicBezTo>
                        <a:pt x="6" y="16"/>
                        <a:pt x="7" y="17"/>
                        <a:pt x="8" y="18"/>
                      </a:cubicBezTo>
                      <a:cubicBezTo>
                        <a:pt x="10" y="18"/>
                        <a:pt x="12" y="19"/>
                        <a:pt x="15" y="21"/>
                      </a:cubicBezTo>
                      <a:cubicBezTo>
                        <a:pt x="17" y="22"/>
                        <a:pt x="19" y="23"/>
                        <a:pt x="20" y="23"/>
                      </a:cubicBezTo>
                      <a:cubicBezTo>
                        <a:pt x="20" y="24"/>
                        <a:pt x="21" y="25"/>
                        <a:pt x="21" y="26"/>
                      </a:cubicBezTo>
                      <a:cubicBezTo>
                        <a:pt x="21" y="27"/>
                        <a:pt x="20" y="28"/>
                        <a:pt x="19" y="29"/>
                      </a:cubicBezTo>
                      <a:cubicBezTo>
                        <a:pt x="18" y="30"/>
                        <a:pt x="16" y="30"/>
                        <a:pt x="14" y="30"/>
                      </a:cubicBezTo>
                      <a:cubicBezTo>
                        <a:pt x="11" y="30"/>
                        <a:pt x="9" y="30"/>
                        <a:pt x="8" y="28"/>
                      </a:cubicBezTo>
                      <a:cubicBezTo>
                        <a:pt x="8" y="28"/>
                        <a:pt x="7" y="26"/>
                        <a:pt x="7" y="24"/>
                      </a:cubicBezTo>
                      <a:cubicBezTo>
                        <a:pt x="0" y="24"/>
                        <a:pt x="0" y="24"/>
                        <a:pt x="0" y="24"/>
                      </a:cubicBezTo>
                      <a:cubicBezTo>
                        <a:pt x="0" y="27"/>
                        <a:pt x="0" y="29"/>
                        <a:pt x="1" y="30"/>
                      </a:cubicBezTo>
                      <a:cubicBezTo>
                        <a:pt x="2" y="32"/>
                        <a:pt x="4" y="34"/>
                        <a:pt x="6" y="35"/>
                      </a:cubicBezTo>
                      <a:cubicBezTo>
                        <a:pt x="8" y="36"/>
                        <a:pt x="11" y="36"/>
                        <a:pt x="14" y="36"/>
                      </a:cubicBezTo>
                      <a:cubicBezTo>
                        <a:pt x="18" y="36"/>
                        <a:pt x="22" y="35"/>
                        <a:pt x="24" y="33"/>
                      </a:cubicBezTo>
                      <a:cubicBezTo>
                        <a:pt x="27" y="31"/>
                        <a:pt x="28" y="28"/>
                        <a:pt x="28" y="25"/>
                      </a:cubicBezTo>
                      <a:cubicBezTo>
                        <a:pt x="28" y="22"/>
                        <a:pt x="27" y="20"/>
                        <a:pt x="26" y="19"/>
                      </a:cubicBezTo>
                      <a:cubicBezTo>
                        <a:pt x="25" y="18"/>
                        <a:pt x="22" y="16"/>
                        <a:pt x="18" y="14"/>
                      </a:cubicBezTo>
                      <a:cubicBezTo>
                        <a:pt x="15" y="13"/>
                        <a:pt x="13" y="12"/>
                        <a:pt x="13" y="12"/>
                      </a:cubicBezTo>
                      <a:cubicBezTo>
                        <a:pt x="12" y="11"/>
                        <a:pt x="11" y="10"/>
                        <a:pt x="11" y="9"/>
                      </a:cubicBezTo>
                      <a:cubicBezTo>
                        <a:pt x="11" y="8"/>
                        <a:pt x="12" y="7"/>
                        <a:pt x="13" y="6"/>
                      </a:cubicBezTo>
                      <a:cubicBezTo>
                        <a:pt x="14" y="6"/>
                        <a:pt x="15" y="5"/>
                        <a:pt x="17" y="5"/>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2" name="îṩľîďe"/>
                <p:cNvSpPr/>
                <p:nvPr/>
              </p:nvSpPr>
              <p:spPr bwMode="auto">
                <a:xfrm>
                  <a:off x="8374063" y="3521075"/>
                  <a:ext cx="46038" cy="119063"/>
                </a:xfrm>
                <a:custGeom>
                  <a:avLst/>
                  <a:gdLst>
                    <a:gd name="T0" fmla="*/ 0 w 29"/>
                    <a:gd name="T1" fmla="*/ 75 h 75"/>
                    <a:gd name="T2" fmla="*/ 14 w 29"/>
                    <a:gd name="T3" fmla="*/ 75 h 75"/>
                    <a:gd name="T4" fmla="*/ 29 w 29"/>
                    <a:gd name="T5" fmla="*/ 0 h 75"/>
                    <a:gd name="T6" fmla="*/ 14 w 29"/>
                    <a:gd name="T7" fmla="*/ 0 h 75"/>
                    <a:gd name="T8" fmla="*/ 0 w 29"/>
                    <a:gd name="T9" fmla="*/ 75 h 75"/>
                  </a:gdLst>
                  <a:ahLst/>
                  <a:cxnLst>
                    <a:cxn ang="0">
                      <a:pos x="T0" y="T1"/>
                    </a:cxn>
                    <a:cxn ang="0">
                      <a:pos x="T2" y="T3"/>
                    </a:cxn>
                    <a:cxn ang="0">
                      <a:pos x="T4" y="T5"/>
                    </a:cxn>
                    <a:cxn ang="0">
                      <a:pos x="T6" y="T7"/>
                    </a:cxn>
                    <a:cxn ang="0">
                      <a:pos x="T8" y="T9"/>
                    </a:cxn>
                  </a:cxnLst>
                  <a:rect l="0" t="0" r="r" b="b"/>
                  <a:pathLst>
                    <a:path w="29" h="75">
                      <a:moveTo>
                        <a:pt x="0" y="75"/>
                      </a:moveTo>
                      <a:lnTo>
                        <a:pt x="14" y="75"/>
                      </a:lnTo>
                      <a:lnTo>
                        <a:pt x="29" y="0"/>
                      </a:lnTo>
                      <a:lnTo>
                        <a:pt x="14" y="0"/>
                      </a:lnTo>
                      <a:lnTo>
                        <a:pt x="0" y="75"/>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3" name="iS1idè"/>
                <p:cNvSpPr/>
                <p:nvPr/>
              </p:nvSpPr>
              <p:spPr bwMode="auto">
                <a:xfrm>
                  <a:off x="8432801" y="3521075"/>
                  <a:ext cx="95250" cy="119063"/>
                </a:xfrm>
                <a:custGeom>
                  <a:avLst/>
                  <a:gdLst>
                    <a:gd name="T0" fmla="*/ 0 w 60"/>
                    <a:gd name="T1" fmla="*/ 12 h 75"/>
                    <a:gd name="T2" fmla="*/ 21 w 60"/>
                    <a:gd name="T3" fmla="*/ 12 h 75"/>
                    <a:gd name="T4" fmla="*/ 8 w 60"/>
                    <a:gd name="T5" fmla="*/ 75 h 75"/>
                    <a:gd name="T6" fmla="*/ 23 w 60"/>
                    <a:gd name="T7" fmla="*/ 75 h 75"/>
                    <a:gd name="T8" fmla="*/ 35 w 60"/>
                    <a:gd name="T9" fmla="*/ 12 h 75"/>
                    <a:gd name="T10" fmla="*/ 58 w 60"/>
                    <a:gd name="T11" fmla="*/ 12 h 75"/>
                    <a:gd name="T12" fmla="*/ 60 w 60"/>
                    <a:gd name="T13" fmla="*/ 0 h 75"/>
                    <a:gd name="T14" fmla="*/ 2 w 60"/>
                    <a:gd name="T15" fmla="*/ 0 h 75"/>
                    <a:gd name="T16" fmla="*/ 0 w 60"/>
                    <a:gd name="T17" fmla="*/ 12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0" h="75">
                      <a:moveTo>
                        <a:pt x="0" y="12"/>
                      </a:moveTo>
                      <a:lnTo>
                        <a:pt x="21" y="12"/>
                      </a:lnTo>
                      <a:lnTo>
                        <a:pt x="8" y="75"/>
                      </a:lnTo>
                      <a:lnTo>
                        <a:pt x="23" y="75"/>
                      </a:lnTo>
                      <a:lnTo>
                        <a:pt x="35" y="12"/>
                      </a:lnTo>
                      <a:lnTo>
                        <a:pt x="58" y="12"/>
                      </a:lnTo>
                      <a:lnTo>
                        <a:pt x="60" y="0"/>
                      </a:lnTo>
                      <a:lnTo>
                        <a:pt x="2" y="0"/>
                      </a:lnTo>
                      <a:lnTo>
                        <a:pt x="0" y="12"/>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4" name="iṣḷîḋe"/>
                <p:cNvSpPr/>
                <p:nvPr/>
              </p:nvSpPr>
              <p:spPr bwMode="auto">
                <a:xfrm>
                  <a:off x="8531226" y="3521075"/>
                  <a:ext cx="109538" cy="119063"/>
                </a:xfrm>
                <a:custGeom>
                  <a:avLst/>
                  <a:gdLst>
                    <a:gd name="T0" fmla="*/ 25 w 33"/>
                    <a:gd name="T1" fmla="*/ 0 h 36"/>
                    <a:gd name="T2" fmla="*/ 19 w 33"/>
                    <a:gd name="T3" fmla="*/ 7 h 36"/>
                    <a:gd name="T4" fmla="*/ 16 w 33"/>
                    <a:gd name="T5" fmla="*/ 12 h 36"/>
                    <a:gd name="T6" fmla="*/ 14 w 33"/>
                    <a:gd name="T7" fmla="*/ 15 h 36"/>
                    <a:gd name="T8" fmla="*/ 12 w 33"/>
                    <a:gd name="T9" fmla="*/ 10 h 36"/>
                    <a:gd name="T10" fmla="*/ 8 w 33"/>
                    <a:gd name="T11" fmla="*/ 0 h 36"/>
                    <a:gd name="T12" fmla="*/ 0 w 33"/>
                    <a:gd name="T13" fmla="*/ 0 h 36"/>
                    <a:gd name="T14" fmla="*/ 10 w 33"/>
                    <a:gd name="T15" fmla="*/ 22 h 36"/>
                    <a:gd name="T16" fmla="*/ 7 w 33"/>
                    <a:gd name="T17" fmla="*/ 36 h 36"/>
                    <a:gd name="T18" fmla="*/ 14 w 33"/>
                    <a:gd name="T19" fmla="*/ 36 h 36"/>
                    <a:gd name="T20" fmla="*/ 17 w 33"/>
                    <a:gd name="T21" fmla="*/ 23 h 36"/>
                    <a:gd name="T22" fmla="*/ 33 w 33"/>
                    <a:gd name="T23" fmla="*/ 0 h 36"/>
                    <a:gd name="T24" fmla="*/ 25 w 33"/>
                    <a:gd name="T25" fmla="*/ 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3" h="36">
                      <a:moveTo>
                        <a:pt x="25" y="0"/>
                      </a:moveTo>
                      <a:cubicBezTo>
                        <a:pt x="19" y="7"/>
                        <a:pt x="19" y="7"/>
                        <a:pt x="19" y="7"/>
                      </a:cubicBezTo>
                      <a:cubicBezTo>
                        <a:pt x="16" y="12"/>
                        <a:pt x="16" y="12"/>
                        <a:pt x="16" y="12"/>
                      </a:cubicBezTo>
                      <a:cubicBezTo>
                        <a:pt x="15" y="13"/>
                        <a:pt x="15" y="14"/>
                        <a:pt x="14" y="15"/>
                      </a:cubicBezTo>
                      <a:cubicBezTo>
                        <a:pt x="14" y="14"/>
                        <a:pt x="13" y="13"/>
                        <a:pt x="12" y="10"/>
                      </a:cubicBezTo>
                      <a:cubicBezTo>
                        <a:pt x="8" y="0"/>
                        <a:pt x="8" y="0"/>
                        <a:pt x="8" y="0"/>
                      </a:cubicBezTo>
                      <a:cubicBezTo>
                        <a:pt x="0" y="0"/>
                        <a:pt x="0" y="0"/>
                        <a:pt x="0" y="0"/>
                      </a:cubicBezTo>
                      <a:cubicBezTo>
                        <a:pt x="10" y="22"/>
                        <a:pt x="10" y="22"/>
                        <a:pt x="10" y="22"/>
                      </a:cubicBezTo>
                      <a:cubicBezTo>
                        <a:pt x="7" y="36"/>
                        <a:pt x="7" y="36"/>
                        <a:pt x="7" y="36"/>
                      </a:cubicBezTo>
                      <a:cubicBezTo>
                        <a:pt x="14" y="36"/>
                        <a:pt x="14" y="36"/>
                        <a:pt x="14" y="36"/>
                      </a:cubicBezTo>
                      <a:cubicBezTo>
                        <a:pt x="17" y="23"/>
                        <a:pt x="17" y="23"/>
                        <a:pt x="17" y="23"/>
                      </a:cubicBezTo>
                      <a:cubicBezTo>
                        <a:pt x="33" y="0"/>
                        <a:pt x="33" y="0"/>
                        <a:pt x="33" y="0"/>
                      </a:cubicBezTo>
                      <a:lnTo>
                        <a:pt x="25"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grpSp>
      <p:cxnSp>
        <p:nvCxnSpPr>
          <p:cNvPr id="4" name="直线连接符 3"/>
          <p:cNvCxnSpPr/>
          <p:nvPr userDrawn="1"/>
        </p:nvCxnSpPr>
        <p:spPr>
          <a:xfrm>
            <a:off x="0" y="1016000"/>
            <a:ext cx="12192000"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pic>
        <p:nvPicPr>
          <p:cNvPr id="110" name="图片 109" descr="图片包含 天空, 户外, 建筑物, 日落&#10;&#10;描述已自动生成"/>
          <p:cNvPicPr>
            <a:picLocks noChangeAspect="1"/>
          </p:cNvPicPr>
          <p:nvPr userDrawn="1"/>
        </p:nvPicPr>
        <p:blipFill rotWithShape="1">
          <a:blip r:embed="rId2" cstate="print">
            <a:extLst>
              <a:ext uri="{BEBA8EAE-BF5A-486C-A8C5-ECC9F3942E4B}">
                <a14:imgProps xmlns:a14="http://schemas.microsoft.com/office/drawing/2010/main">
                  <a14:imgLayer r:embed="rId3">
                    <a14:imgEffect>
                      <a14:backgroundRemoval t="10000" b="99500" l="10000" r="98000">
                        <a14:foregroundMark x1="45583" y1="28625" x2="72750" y2="47875"/>
                        <a14:foregroundMark x1="72750" y1="47875" x2="79000" y2="48875"/>
                        <a14:foregroundMark x1="79000" y1="48875" x2="87083" y2="44750"/>
                        <a14:foregroundMark x1="87083" y1="44750" x2="89333" y2="42875"/>
                        <a14:foregroundMark x1="49697" y1="28104" x2="51500" y2="30625"/>
                        <a14:foregroundMark x1="46583" y1="23750" x2="49595" y2="27961"/>
                        <a14:foregroundMark x1="46917" y1="21000" x2="48333" y2="17125"/>
                        <a14:foregroundMark x1="62917" y1="48125" x2="65250" y2="51750"/>
                        <a14:foregroundMark x1="65250" y1="51750" x2="86750" y2="67750"/>
                        <a14:foregroundMark x1="94417" y1="36500" x2="92917" y2="90875"/>
                        <a14:foregroundMark x1="98000" y1="30875" x2="91667" y2="84250"/>
                        <a14:foregroundMark x1="91667" y1="84250" x2="91333" y2="85500"/>
                        <a14:foregroundMark x1="70000" y1="67000" x2="89333" y2="84250"/>
                        <a14:foregroundMark x1="89333" y1="84250" x2="89333" y2="84250"/>
                        <a14:foregroundMark x1="70500" y1="67000" x2="66333" y2="64125"/>
                        <a14:foregroundMark x1="66333" y1="64125" x2="59333" y2="53500"/>
                        <a14:foregroundMark x1="79333" y1="90625" x2="80167" y2="96250"/>
                        <a14:foregroundMark x1="80167" y1="96250" x2="85167" y2="96625"/>
                        <a14:foregroundMark x1="85167" y1="96625" x2="88083" y2="94625"/>
                        <a14:foregroundMark x1="88083" y1="94625" x2="88167" y2="94625"/>
                        <a14:foregroundMark x1="96750" y1="97500" x2="76750" y2="99500"/>
                        <a14:foregroundMark x1="77799" y1="89875" x2="77667" y2="86250"/>
                        <a14:foregroundMark x1="77984" y1="94938" x2="77927" y2="93375"/>
                        <a14:foregroundMark x1="78000" y1="95375" x2="78056" y2="96909"/>
                        <a14:foregroundMark x1="68667" y1="40875" x2="68417" y2="41125"/>
                        <a14:backgroundMark x1="77667" y1="89875" x2="77667" y2="93375"/>
                        <a14:backgroundMark x1="77833" y1="95625" x2="78167" y2="90625"/>
                        <a14:backgroundMark x1="78500" y1="96125" x2="79000" y2="90375"/>
                        <a14:backgroundMark x1="19833" y1="30625" x2="46417" y2="71000"/>
                        <a14:backgroundMark x1="46417" y1="71000" x2="46417" y2="71000"/>
                        <a14:backgroundMark x1="17000" y1="72500" x2="23583" y2="72625"/>
                        <a14:backgroundMark x1="23583" y1="72625" x2="37833" y2="71875"/>
                        <a14:backgroundMark x1="37833" y1="71875" x2="57167" y2="75375"/>
                        <a14:backgroundMark x1="61667" y1="37000" x2="62000" y2="37375"/>
                        <a14:backgroundMark x1="66667" y1="39375" x2="66917" y2="39750"/>
                        <a14:backgroundMark x1="50917" y1="27125" x2="51000" y2="27625"/>
                      </a14:backgroundRemoval>
                    </a14:imgEffect>
                    <a14:imgEffect>
                      <a14:brightnessContrast bright="72000"/>
                    </a14:imgEffect>
                    <a14:imgEffect>
                      <a14:colorTemperature colorTemp="9660"/>
                    </a14:imgEffect>
                    <a14:imgEffect>
                      <a14:saturation sat="111000"/>
                    </a14:imgEffect>
                  </a14:imgLayer>
                </a14:imgProps>
              </a:ext>
              <a:ext uri="{28A0092B-C50C-407E-A947-70E740481C1C}">
                <a14:useLocalDpi xmlns:a14="http://schemas.microsoft.com/office/drawing/2010/main" val="0"/>
              </a:ext>
            </a:extLst>
          </a:blip>
          <a:srcRect l="38743" t="8413"/>
          <a:stretch>
            <a:fillRect/>
          </a:stretch>
        </p:blipFill>
        <p:spPr>
          <a:xfrm flipH="1">
            <a:off x="-1" y="60500"/>
            <a:ext cx="958611" cy="955500"/>
          </a:xfrm>
          <a:prstGeom prst="rect">
            <a:avLst/>
          </a:prstGeom>
        </p:spPr>
      </p:pic>
      <p:sp>
        <p:nvSpPr>
          <p:cNvPr id="114" name="椭圆 113"/>
          <p:cNvSpPr/>
          <p:nvPr userDrawn="1"/>
        </p:nvSpPr>
        <p:spPr>
          <a:xfrm>
            <a:off x="1223474" y="1332347"/>
            <a:ext cx="2586526" cy="2586526"/>
          </a:xfrm>
          <a:prstGeom prst="ellipse">
            <a:avLst/>
          </a:prstGeom>
          <a:noFill/>
          <a:ln cmpd="thickThin">
            <a:solidFill>
              <a:schemeClr val="accent2"/>
            </a:solid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kumimoji="1" lang="zh-CN" altLang="en-US"/>
          </a:p>
        </p:txBody>
      </p:sp>
      <p:sp>
        <p:nvSpPr>
          <p:cNvPr id="117" name="图片占位符 116"/>
          <p:cNvSpPr>
            <a:spLocks noGrp="1"/>
          </p:cNvSpPr>
          <p:nvPr>
            <p:ph type="pic" sz="quarter" idx="10"/>
          </p:nvPr>
        </p:nvSpPr>
        <p:spPr>
          <a:xfrm>
            <a:off x="1368071" y="1476945"/>
            <a:ext cx="2297332" cy="2297332"/>
          </a:xfrm>
          <a:custGeom>
            <a:avLst/>
            <a:gdLst>
              <a:gd name="connsiteX0" fmla="*/ 1148666 w 2297332"/>
              <a:gd name="connsiteY0" fmla="*/ 0 h 2297332"/>
              <a:gd name="connsiteX1" fmla="*/ 2297332 w 2297332"/>
              <a:gd name="connsiteY1" fmla="*/ 1148666 h 2297332"/>
              <a:gd name="connsiteX2" fmla="*/ 1148666 w 2297332"/>
              <a:gd name="connsiteY2" fmla="*/ 2297332 h 2297332"/>
              <a:gd name="connsiteX3" fmla="*/ 0 w 2297332"/>
              <a:gd name="connsiteY3" fmla="*/ 1148666 h 2297332"/>
              <a:gd name="connsiteX4" fmla="*/ 1148666 w 2297332"/>
              <a:gd name="connsiteY4" fmla="*/ 0 h 22973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97332" h="2297332">
                <a:moveTo>
                  <a:pt x="1148666" y="0"/>
                </a:moveTo>
                <a:cubicBezTo>
                  <a:pt x="1783057" y="0"/>
                  <a:pt x="2297332" y="514275"/>
                  <a:pt x="2297332" y="1148666"/>
                </a:cubicBezTo>
                <a:cubicBezTo>
                  <a:pt x="2297332" y="1783057"/>
                  <a:pt x="1783057" y="2297332"/>
                  <a:pt x="1148666" y="2297332"/>
                </a:cubicBezTo>
                <a:cubicBezTo>
                  <a:pt x="514275" y="2297332"/>
                  <a:pt x="0" y="1783057"/>
                  <a:pt x="0" y="1148666"/>
                </a:cubicBezTo>
                <a:cubicBezTo>
                  <a:pt x="0" y="514275"/>
                  <a:pt x="514275" y="0"/>
                  <a:pt x="1148666" y="0"/>
                </a:cubicBezTo>
                <a:close/>
              </a:path>
            </a:pathLst>
          </a:custGeom>
          <a:ln w="12700">
            <a:noFill/>
          </a:ln>
        </p:spPr>
        <p:txBody>
          <a:bodyPr wrap="square">
            <a:noAutofit/>
          </a:bodyPr>
          <a:lstStyle/>
          <a:p>
            <a:endParaRPr kumimoji="1" lang="zh-CN" altLang="en-US"/>
          </a:p>
        </p:txBody>
      </p:sp>
      <p:sp>
        <p:nvSpPr>
          <p:cNvPr id="115" name="椭圆 114"/>
          <p:cNvSpPr/>
          <p:nvPr userDrawn="1"/>
        </p:nvSpPr>
        <p:spPr>
          <a:xfrm>
            <a:off x="4802737" y="1332347"/>
            <a:ext cx="2586526" cy="2586526"/>
          </a:xfrm>
          <a:prstGeom prst="ellipse">
            <a:avLst/>
          </a:prstGeom>
          <a:noFill/>
          <a:ln cmpd="thickThin">
            <a:solidFill>
              <a:schemeClr val="accent2"/>
            </a:solid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kumimoji="1" lang="zh-CN" altLang="en-US"/>
          </a:p>
        </p:txBody>
      </p:sp>
      <p:sp>
        <p:nvSpPr>
          <p:cNvPr id="116" name="图片占位符 115"/>
          <p:cNvSpPr>
            <a:spLocks noGrp="1"/>
          </p:cNvSpPr>
          <p:nvPr>
            <p:ph type="pic" sz="quarter" idx="11"/>
          </p:nvPr>
        </p:nvSpPr>
        <p:spPr>
          <a:xfrm>
            <a:off x="4947334" y="1476945"/>
            <a:ext cx="2297332" cy="2297332"/>
          </a:xfrm>
          <a:custGeom>
            <a:avLst/>
            <a:gdLst>
              <a:gd name="connsiteX0" fmla="*/ 1148666 w 2297332"/>
              <a:gd name="connsiteY0" fmla="*/ 0 h 2297332"/>
              <a:gd name="connsiteX1" fmla="*/ 2297332 w 2297332"/>
              <a:gd name="connsiteY1" fmla="*/ 1148666 h 2297332"/>
              <a:gd name="connsiteX2" fmla="*/ 1148666 w 2297332"/>
              <a:gd name="connsiteY2" fmla="*/ 2297332 h 2297332"/>
              <a:gd name="connsiteX3" fmla="*/ 0 w 2297332"/>
              <a:gd name="connsiteY3" fmla="*/ 1148666 h 2297332"/>
              <a:gd name="connsiteX4" fmla="*/ 1148666 w 2297332"/>
              <a:gd name="connsiteY4" fmla="*/ 0 h 22973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97332" h="2297332">
                <a:moveTo>
                  <a:pt x="1148666" y="0"/>
                </a:moveTo>
                <a:cubicBezTo>
                  <a:pt x="1783057" y="0"/>
                  <a:pt x="2297332" y="514275"/>
                  <a:pt x="2297332" y="1148666"/>
                </a:cubicBezTo>
                <a:cubicBezTo>
                  <a:pt x="2297332" y="1783057"/>
                  <a:pt x="1783057" y="2297332"/>
                  <a:pt x="1148666" y="2297332"/>
                </a:cubicBezTo>
                <a:cubicBezTo>
                  <a:pt x="514275" y="2297332"/>
                  <a:pt x="0" y="1783057"/>
                  <a:pt x="0" y="1148666"/>
                </a:cubicBezTo>
                <a:cubicBezTo>
                  <a:pt x="0" y="514275"/>
                  <a:pt x="514275" y="0"/>
                  <a:pt x="1148666" y="0"/>
                </a:cubicBezTo>
                <a:close/>
              </a:path>
            </a:pathLst>
          </a:custGeom>
          <a:ln w="12700">
            <a:noFill/>
          </a:ln>
        </p:spPr>
        <p:txBody>
          <a:bodyPr wrap="square">
            <a:noAutofit/>
          </a:bodyPr>
          <a:lstStyle/>
          <a:p>
            <a:endParaRPr kumimoji="1" lang="zh-CN" altLang="en-US"/>
          </a:p>
        </p:txBody>
      </p:sp>
      <p:sp>
        <p:nvSpPr>
          <p:cNvPr id="118" name="椭圆 117"/>
          <p:cNvSpPr/>
          <p:nvPr userDrawn="1"/>
        </p:nvSpPr>
        <p:spPr>
          <a:xfrm>
            <a:off x="8382000" y="1332347"/>
            <a:ext cx="2586526" cy="2586526"/>
          </a:xfrm>
          <a:prstGeom prst="ellipse">
            <a:avLst/>
          </a:prstGeom>
          <a:noFill/>
          <a:ln cmpd="thickThin">
            <a:solidFill>
              <a:schemeClr val="accent2"/>
            </a:solid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kumimoji="1" lang="zh-CN" altLang="en-US"/>
          </a:p>
        </p:txBody>
      </p:sp>
      <p:sp>
        <p:nvSpPr>
          <p:cNvPr id="119" name="图片占位符 118"/>
          <p:cNvSpPr>
            <a:spLocks noGrp="1"/>
          </p:cNvSpPr>
          <p:nvPr>
            <p:ph type="pic" sz="quarter" idx="12"/>
          </p:nvPr>
        </p:nvSpPr>
        <p:spPr>
          <a:xfrm>
            <a:off x="8526597" y="1476945"/>
            <a:ext cx="2297332" cy="2297332"/>
          </a:xfrm>
          <a:custGeom>
            <a:avLst/>
            <a:gdLst>
              <a:gd name="connsiteX0" fmla="*/ 1148666 w 2297332"/>
              <a:gd name="connsiteY0" fmla="*/ 0 h 2297332"/>
              <a:gd name="connsiteX1" fmla="*/ 2297332 w 2297332"/>
              <a:gd name="connsiteY1" fmla="*/ 1148666 h 2297332"/>
              <a:gd name="connsiteX2" fmla="*/ 1148666 w 2297332"/>
              <a:gd name="connsiteY2" fmla="*/ 2297332 h 2297332"/>
              <a:gd name="connsiteX3" fmla="*/ 0 w 2297332"/>
              <a:gd name="connsiteY3" fmla="*/ 1148666 h 2297332"/>
              <a:gd name="connsiteX4" fmla="*/ 1148666 w 2297332"/>
              <a:gd name="connsiteY4" fmla="*/ 0 h 22973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97332" h="2297332">
                <a:moveTo>
                  <a:pt x="1148666" y="0"/>
                </a:moveTo>
                <a:cubicBezTo>
                  <a:pt x="1783057" y="0"/>
                  <a:pt x="2297332" y="514275"/>
                  <a:pt x="2297332" y="1148666"/>
                </a:cubicBezTo>
                <a:cubicBezTo>
                  <a:pt x="2297332" y="1783057"/>
                  <a:pt x="1783057" y="2297332"/>
                  <a:pt x="1148666" y="2297332"/>
                </a:cubicBezTo>
                <a:cubicBezTo>
                  <a:pt x="514275" y="2297332"/>
                  <a:pt x="0" y="1783057"/>
                  <a:pt x="0" y="1148666"/>
                </a:cubicBezTo>
                <a:cubicBezTo>
                  <a:pt x="0" y="514275"/>
                  <a:pt x="514275" y="0"/>
                  <a:pt x="1148666" y="0"/>
                </a:cubicBezTo>
                <a:close/>
              </a:path>
            </a:pathLst>
          </a:custGeom>
          <a:ln w="12700">
            <a:noFill/>
          </a:ln>
        </p:spPr>
        <p:txBody>
          <a:bodyPr wrap="square">
            <a:noAutofit/>
          </a:bodyPr>
          <a:lstStyle/>
          <a:p>
            <a:endParaRPr kumimoji="1" lang="zh-CN" alt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三张图片2">
    <p:spTree>
      <p:nvGrpSpPr>
        <p:cNvPr id="1" name=""/>
        <p:cNvGrpSpPr/>
        <p:nvPr/>
      </p:nvGrpSpPr>
      <p:grpSpPr>
        <a:xfrm>
          <a:off x="0" y="0"/>
          <a:ext cx="0" cy="0"/>
          <a:chOff x="0" y="0"/>
          <a:chExt cx="0" cy="0"/>
        </a:xfrm>
      </p:grpSpPr>
      <p:sp>
        <p:nvSpPr>
          <p:cNvPr id="2" name="标题 1"/>
          <p:cNvSpPr>
            <a:spLocks noGrp="1"/>
          </p:cNvSpPr>
          <p:nvPr>
            <p:ph type="title"/>
          </p:nvPr>
        </p:nvSpPr>
        <p:spPr>
          <a:xfrm>
            <a:off x="803275" y="393486"/>
            <a:ext cx="8970989" cy="663575"/>
          </a:xfrm>
          <a:prstGeom prst="rect">
            <a:avLst/>
          </a:prstGeom>
        </p:spPr>
        <p:txBody>
          <a:bodyPr lIns="0"/>
          <a:lstStyle>
            <a:lvl1pPr>
              <a:defRPr b="1">
                <a:solidFill>
                  <a:schemeClr val="accent2"/>
                </a:solidFill>
              </a:defRPr>
            </a:lvl1pPr>
          </a:lstStyle>
          <a:p>
            <a:r>
              <a:rPr lang="zh-CN" altLang="en-US" dirty="0"/>
              <a:t>单击此处编辑母版标题样式</a:t>
            </a:r>
          </a:p>
        </p:txBody>
      </p:sp>
      <p:grpSp>
        <p:nvGrpSpPr>
          <p:cNvPr id="245" name="组合 244"/>
          <p:cNvGrpSpPr/>
          <p:nvPr userDrawn="1"/>
        </p:nvGrpSpPr>
        <p:grpSpPr>
          <a:xfrm>
            <a:off x="9895088" y="468793"/>
            <a:ext cx="1480571" cy="458860"/>
            <a:chOff x="2558030" y="228446"/>
            <a:chExt cx="6774643" cy="2099603"/>
          </a:xfrm>
        </p:grpSpPr>
        <p:grpSp>
          <p:nvGrpSpPr>
            <p:cNvPr id="246" name="íšḻîďê"/>
            <p:cNvGrpSpPr/>
            <p:nvPr userDrawn="1"/>
          </p:nvGrpSpPr>
          <p:grpSpPr>
            <a:xfrm>
              <a:off x="2558030" y="228446"/>
              <a:ext cx="2085857" cy="2099603"/>
              <a:chOff x="3551238" y="3067050"/>
              <a:chExt cx="722313" cy="727075"/>
            </a:xfrm>
          </p:grpSpPr>
          <p:sp>
            <p:nvSpPr>
              <p:cNvPr id="276" name="ïş1íḍê"/>
              <p:cNvSpPr/>
              <p:nvPr/>
            </p:nvSpPr>
            <p:spPr bwMode="auto">
              <a:xfrm>
                <a:off x="3575051" y="3087688"/>
                <a:ext cx="673100" cy="679450"/>
              </a:xfrm>
              <a:custGeom>
                <a:avLst/>
                <a:gdLst>
                  <a:gd name="T0" fmla="*/ 102 w 204"/>
                  <a:gd name="T1" fmla="*/ 0 h 204"/>
                  <a:gd name="T2" fmla="*/ 204 w 204"/>
                  <a:gd name="T3" fmla="*/ 102 h 204"/>
                  <a:gd name="T4" fmla="*/ 102 w 204"/>
                  <a:gd name="T5" fmla="*/ 204 h 204"/>
                  <a:gd name="T6" fmla="*/ 0 w 204"/>
                  <a:gd name="T7" fmla="*/ 102 h 204"/>
                  <a:gd name="T8" fmla="*/ 102 w 204"/>
                  <a:gd name="T9" fmla="*/ 0 h 204"/>
                  <a:gd name="T10" fmla="*/ 102 w 204"/>
                  <a:gd name="T11" fmla="*/ 25 h 204"/>
                  <a:gd name="T12" fmla="*/ 24 w 204"/>
                  <a:gd name="T13" fmla="*/ 103 h 204"/>
                  <a:gd name="T14" fmla="*/ 102 w 204"/>
                  <a:gd name="T15" fmla="*/ 181 h 204"/>
                  <a:gd name="T16" fmla="*/ 180 w 204"/>
                  <a:gd name="T17" fmla="*/ 103 h 204"/>
                  <a:gd name="T18" fmla="*/ 102 w 204"/>
                  <a:gd name="T19" fmla="*/ 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04" h="204">
                    <a:moveTo>
                      <a:pt x="102" y="0"/>
                    </a:moveTo>
                    <a:cubicBezTo>
                      <a:pt x="159" y="0"/>
                      <a:pt x="204" y="46"/>
                      <a:pt x="204" y="102"/>
                    </a:cubicBezTo>
                    <a:cubicBezTo>
                      <a:pt x="204" y="158"/>
                      <a:pt x="159" y="204"/>
                      <a:pt x="102" y="204"/>
                    </a:cubicBezTo>
                    <a:cubicBezTo>
                      <a:pt x="46" y="204"/>
                      <a:pt x="0" y="158"/>
                      <a:pt x="0" y="102"/>
                    </a:cubicBezTo>
                    <a:cubicBezTo>
                      <a:pt x="0" y="46"/>
                      <a:pt x="46" y="0"/>
                      <a:pt x="102" y="0"/>
                    </a:cubicBezTo>
                    <a:close/>
                    <a:moveTo>
                      <a:pt x="102" y="25"/>
                    </a:moveTo>
                    <a:cubicBezTo>
                      <a:pt x="59" y="25"/>
                      <a:pt x="24" y="60"/>
                      <a:pt x="24" y="103"/>
                    </a:cubicBezTo>
                    <a:cubicBezTo>
                      <a:pt x="24" y="146"/>
                      <a:pt x="59" y="181"/>
                      <a:pt x="102" y="181"/>
                    </a:cubicBezTo>
                    <a:cubicBezTo>
                      <a:pt x="145" y="181"/>
                      <a:pt x="180" y="146"/>
                      <a:pt x="180" y="103"/>
                    </a:cubicBezTo>
                    <a:cubicBezTo>
                      <a:pt x="180" y="60"/>
                      <a:pt x="145" y="25"/>
                      <a:pt x="102" y="25"/>
                    </a:cubicBezTo>
                    <a:close/>
                  </a:path>
                </a:pathLst>
              </a:custGeom>
              <a:solidFill>
                <a:srgbClr val="00523A"/>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7" name="íšḻïḍè"/>
              <p:cNvSpPr/>
              <p:nvPr/>
            </p:nvSpPr>
            <p:spPr bwMode="auto">
              <a:xfrm>
                <a:off x="3621088" y="3103563"/>
                <a:ext cx="584200" cy="203200"/>
              </a:xfrm>
              <a:custGeom>
                <a:avLst/>
                <a:gdLst>
                  <a:gd name="T0" fmla="*/ 8 w 177"/>
                  <a:gd name="T1" fmla="*/ 53 h 61"/>
                  <a:gd name="T2" fmla="*/ 0 w 177"/>
                  <a:gd name="T3" fmla="*/ 56 h 61"/>
                  <a:gd name="T4" fmla="*/ 5 w 177"/>
                  <a:gd name="T5" fmla="*/ 52 h 61"/>
                  <a:gd name="T6" fmla="*/ 4 w 177"/>
                  <a:gd name="T7" fmla="*/ 50 h 61"/>
                  <a:gd name="T8" fmla="*/ 5 w 177"/>
                  <a:gd name="T9" fmla="*/ 48 h 61"/>
                  <a:gd name="T10" fmla="*/ 10 w 177"/>
                  <a:gd name="T11" fmla="*/ 41 h 61"/>
                  <a:gd name="T12" fmla="*/ 17 w 177"/>
                  <a:gd name="T13" fmla="*/ 50 h 61"/>
                  <a:gd name="T14" fmla="*/ 14 w 177"/>
                  <a:gd name="T15" fmla="*/ 35 h 61"/>
                  <a:gd name="T16" fmla="*/ 23 w 177"/>
                  <a:gd name="T17" fmla="*/ 46 h 61"/>
                  <a:gd name="T18" fmla="*/ 31 w 177"/>
                  <a:gd name="T19" fmla="*/ 38 h 61"/>
                  <a:gd name="T20" fmla="*/ 29 w 177"/>
                  <a:gd name="T21" fmla="*/ 40 h 61"/>
                  <a:gd name="T22" fmla="*/ 18 w 177"/>
                  <a:gd name="T23" fmla="*/ 32 h 61"/>
                  <a:gd name="T24" fmla="*/ 19 w 177"/>
                  <a:gd name="T25" fmla="*/ 30 h 61"/>
                  <a:gd name="T26" fmla="*/ 21 w 177"/>
                  <a:gd name="T27" fmla="*/ 27 h 61"/>
                  <a:gd name="T28" fmla="*/ 41 w 177"/>
                  <a:gd name="T29" fmla="*/ 29 h 61"/>
                  <a:gd name="T30" fmla="*/ 43 w 177"/>
                  <a:gd name="T31" fmla="*/ 29 h 61"/>
                  <a:gd name="T32" fmla="*/ 35 w 177"/>
                  <a:gd name="T33" fmla="*/ 35 h 61"/>
                  <a:gd name="T34" fmla="*/ 31 w 177"/>
                  <a:gd name="T35" fmla="*/ 21 h 61"/>
                  <a:gd name="T36" fmla="*/ 46 w 177"/>
                  <a:gd name="T37" fmla="*/ 11 h 61"/>
                  <a:gd name="T38" fmla="*/ 47 w 177"/>
                  <a:gd name="T39" fmla="*/ 11 h 61"/>
                  <a:gd name="T40" fmla="*/ 47 w 177"/>
                  <a:gd name="T41" fmla="*/ 26 h 61"/>
                  <a:gd name="T42" fmla="*/ 39 w 177"/>
                  <a:gd name="T43" fmla="*/ 15 h 61"/>
                  <a:gd name="T44" fmla="*/ 72 w 177"/>
                  <a:gd name="T45" fmla="*/ 16 h 61"/>
                  <a:gd name="T46" fmla="*/ 71 w 177"/>
                  <a:gd name="T47" fmla="*/ 2 h 61"/>
                  <a:gd name="T48" fmla="*/ 65 w 177"/>
                  <a:gd name="T49" fmla="*/ 15 h 61"/>
                  <a:gd name="T50" fmla="*/ 64 w 177"/>
                  <a:gd name="T51" fmla="*/ 4 h 61"/>
                  <a:gd name="T52" fmla="*/ 84 w 177"/>
                  <a:gd name="T53" fmla="*/ 1 h 61"/>
                  <a:gd name="T54" fmla="*/ 84 w 177"/>
                  <a:gd name="T55" fmla="*/ 1 h 61"/>
                  <a:gd name="T56" fmla="*/ 78 w 177"/>
                  <a:gd name="T57" fmla="*/ 16 h 61"/>
                  <a:gd name="T58" fmla="*/ 77 w 177"/>
                  <a:gd name="T59" fmla="*/ 15 h 61"/>
                  <a:gd name="T60" fmla="*/ 90 w 177"/>
                  <a:gd name="T61" fmla="*/ 1 h 61"/>
                  <a:gd name="T62" fmla="*/ 94 w 177"/>
                  <a:gd name="T63" fmla="*/ 15 h 61"/>
                  <a:gd name="T64" fmla="*/ 92 w 177"/>
                  <a:gd name="T65" fmla="*/ 15 h 61"/>
                  <a:gd name="T66" fmla="*/ 113 w 177"/>
                  <a:gd name="T67" fmla="*/ 3 h 61"/>
                  <a:gd name="T68" fmla="*/ 102 w 177"/>
                  <a:gd name="T69" fmla="*/ 2 h 61"/>
                  <a:gd name="T70" fmla="*/ 105 w 177"/>
                  <a:gd name="T71" fmla="*/ 14 h 61"/>
                  <a:gd name="T72" fmla="*/ 117 w 177"/>
                  <a:gd name="T73" fmla="*/ 5 h 61"/>
                  <a:gd name="T74" fmla="*/ 122 w 177"/>
                  <a:gd name="T75" fmla="*/ 19 h 61"/>
                  <a:gd name="T76" fmla="*/ 119 w 177"/>
                  <a:gd name="T77" fmla="*/ 13 h 61"/>
                  <a:gd name="T78" fmla="*/ 121 w 177"/>
                  <a:gd name="T79" fmla="*/ 12 h 61"/>
                  <a:gd name="T80" fmla="*/ 124 w 177"/>
                  <a:gd name="T81" fmla="*/ 10 h 61"/>
                  <a:gd name="T82" fmla="*/ 131 w 177"/>
                  <a:gd name="T83" fmla="*/ 26 h 61"/>
                  <a:gd name="T84" fmla="*/ 126 w 177"/>
                  <a:gd name="T85" fmla="*/ 23 h 61"/>
                  <a:gd name="T86" fmla="*/ 124 w 177"/>
                  <a:gd name="T87" fmla="*/ 23 h 61"/>
                  <a:gd name="T88" fmla="*/ 137 w 177"/>
                  <a:gd name="T89" fmla="*/ 14 h 61"/>
                  <a:gd name="T90" fmla="*/ 133 w 177"/>
                  <a:gd name="T91" fmla="*/ 11 h 61"/>
                  <a:gd name="T92" fmla="*/ 137 w 177"/>
                  <a:gd name="T93" fmla="*/ 32 h 61"/>
                  <a:gd name="T94" fmla="*/ 137 w 177"/>
                  <a:gd name="T95" fmla="*/ 32 h 61"/>
                  <a:gd name="T96" fmla="*/ 145 w 177"/>
                  <a:gd name="T97" fmla="*/ 19 h 61"/>
                  <a:gd name="T98" fmla="*/ 146 w 177"/>
                  <a:gd name="T99" fmla="*/ 19 h 61"/>
                  <a:gd name="T100" fmla="*/ 159 w 177"/>
                  <a:gd name="T101" fmla="*/ 31 h 61"/>
                  <a:gd name="T102" fmla="*/ 149 w 177"/>
                  <a:gd name="T103" fmla="*/ 42 h 61"/>
                  <a:gd name="T104" fmla="*/ 155 w 177"/>
                  <a:gd name="T105" fmla="*/ 27 h 61"/>
                  <a:gd name="T106" fmla="*/ 166 w 177"/>
                  <a:gd name="T107" fmla="*/ 40 h 61"/>
                  <a:gd name="T108" fmla="*/ 160 w 177"/>
                  <a:gd name="T109" fmla="*/ 37 h 61"/>
                  <a:gd name="T110" fmla="*/ 153 w 177"/>
                  <a:gd name="T111" fmla="*/ 46 h 61"/>
                  <a:gd name="T112" fmla="*/ 177 w 177"/>
                  <a:gd name="T113" fmla="*/ 55 h 61"/>
                  <a:gd name="T114" fmla="*/ 162 w 177"/>
                  <a:gd name="T115" fmla="*/ 60 h 61"/>
                  <a:gd name="T116" fmla="*/ 165 w 177"/>
                  <a:gd name="T117" fmla="*/ 55 h 61"/>
                  <a:gd name="T118" fmla="*/ 173 w 177"/>
                  <a:gd name="T119" fmla="*/ 49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77" h="61">
                    <a:moveTo>
                      <a:pt x="6" y="46"/>
                    </a:moveTo>
                    <a:cubicBezTo>
                      <a:pt x="6" y="46"/>
                      <a:pt x="6" y="46"/>
                      <a:pt x="6" y="46"/>
                    </a:cubicBezTo>
                    <a:cubicBezTo>
                      <a:pt x="6" y="46"/>
                      <a:pt x="6" y="46"/>
                      <a:pt x="6" y="46"/>
                    </a:cubicBezTo>
                    <a:cubicBezTo>
                      <a:pt x="6" y="46"/>
                      <a:pt x="6" y="47"/>
                      <a:pt x="6" y="47"/>
                    </a:cubicBezTo>
                    <a:cubicBezTo>
                      <a:pt x="6" y="47"/>
                      <a:pt x="6" y="47"/>
                      <a:pt x="6" y="47"/>
                    </a:cubicBezTo>
                    <a:cubicBezTo>
                      <a:pt x="17" y="57"/>
                      <a:pt x="17" y="57"/>
                      <a:pt x="17" y="57"/>
                    </a:cubicBezTo>
                    <a:cubicBezTo>
                      <a:pt x="17" y="57"/>
                      <a:pt x="17" y="57"/>
                      <a:pt x="17" y="57"/>
                    </a:cubicBezTo>
                    <a:cubicBezTo>
                      <a:pt x="8" y="53"/>
                      <a:pt x="8" y="53"/>
                      <a:pt x="8" y="53"/>
                    </a:cubicBezTo>
                    <a:cubicBezTo>
                      <a:pt x="8" y="54"/>
                      <a:pt x="8" y="54"/>
                      <a:pt x="8" y="54"/>
                    </a:cubicBezTo>
                    <a:cubicBezTo>
                      <a:pt x="15" y="60"/>
                      <a:pt x="15" y="60"/>
                      <a:pt x="15" y="60"/>
                    </a:cubicBezTo>
                    <a:cubicBezTo>
                      <a:pt x="15" y="61"/>
                      <a:pt x="15" y="61"/>
                      <a:pt x="15" y="61"/>
                    </a:cubicBezTo>
                    <a:cubicBezTo>
                      <a:pt x="1" y="55"/>
                      <a:pt x="1" y="55"/>
                      <a:pt x="1" y="55"/>
                    </a:cubicBezTo>
                    <a:cubicBezTo>
                      <a:pt x="1" y="55"/>
                      <a:pt x="1" y="55"/>
                      <a:pt x="1" y="55"/>
                    </a:cubicBezTo>
                    <a:cubicBezTo>
                      <a:pt x="1" y="55"/>
                      <a:pt x="1" y="55"/>
                      <a:pt x="1" y="55"/>
                    </a:cubicBezTo>
                    <a:cubicBezTo>
                      <a:pt x="0" y="56"/>
                      <a:pt x="0" y="56"/>
                      <a:pt x="0" y="56"/>
                    </a:cubicBezTo>
                    <a:cubicBezTo>
                      <a:pt x="0" y="56"/>
                      <a:pt x="0" y="56"/>
                      <a:pt x="0" y="56"/>
                    </a:cubicBezTo>
                    <a:cubicBezTo>
                      <a:pt x="2" y="53"/>
                      <a:pt x="2" y="53"/>
                      <a:pt x="2" y="53"/>
                    </a:cubicBezTo>
                    <a:cubicBezTo>
                      <a:pt x="2" y="53"/>
                      <a:pt x="2" y="53"/>
                      <a:pt x="2" y="53"/>
                    </a:cubicBezTo>
                    <a:cubicBezTo>
                      <a:pt x="2" y="53"/>
                      <a:pt x="2" y="53"/>
                      <a:pt x="2" y="53"/>
                    </a:cubicBezTo>
                    <a:cubicBezTo>
                      <a:pt x="2" y="53"/>
                      <a:pt x="2" y="54"/>
                      <a:pt x="2" y="54"/>
                    </a:cubicBezTo>
                    <a:cubicBezTo>
                      <a:pt x="2" y="54"/>
                      <a:pt x="2" y="54"/>
                      <a:pt x="2" y="54"/>
                    </a:cubicBezTo>
                    <a:cubicBezTo>
                      <a:pt x="11" y="58"/>
                      <a:pt x="11" y="58"/>
                      <a:pt x="11" y="58"/>
                    </a:cubicBezTo>
                    <a:cubicBezTo>
                      <a:pt x="12" y="58"/>
                      <a:pt x="12" y="58"/>
                      <a:pt x="12" y="58"/>
                    </a:cubicBezTo>
                    <a:cubicBezTo>
                      <a:pt x="5" y="52"/>
                      <a:pt x="5" y="52"/>
                      <a:pt x="5" y="52"/>
                    </a:cubicBezTo>
                    <a:cubicBezTo>
                      <a:pt x="4" y="52"/>
                      <a:pt x="4" y="52"/>
                      <a:pt x="4" y="52"/>
                    </a:cubicBezTo>
                    <a:cubicBezTo>
                      <a:pt x="3" y="52"/>
                      <a:pt x="3" y="52"/>
                      <a:pt x="3" y="52"/>
                    </a:cubicBezTo>
                    <a:cubicBezTo>
                      <a:pt x="3" y="52"/>
                      <a:pt x="3" y="52"/>
                      <a:pt x="3" y="52"/>
                    </a:cubicBezTo>
                    <a:cubicBezTo>
                      <a:pt x="3" y="52"/>
                      <a:pt x="3" y="52"/>
                      <a:pt x="3" y="52"/>
                    </a:cubicBezTo>
                    <a:cubicBezTo>
                      <a:pt x="2" y="52"/>
                      <a:pt x="2" y="52"/>
                      <a:pt x="2" y="52"/>
                    </a:cubicBezTo>
                    <a:cubicBezTo>
                      <a:pt x="4" y="49"/>
                      <a:pt x="4" y="49"/>
                      <a:pt x="4" y="49"/>
                    </a:cubicBezTo>
                    <a:cubicBezTo>
                      <a:pt x="4" y="49"/>
                      <a:pt x="4" y="49"/>
                      <a:pt x="4" y="49"/>
                    </a:cubicBezTo>
                    <a:cubicBezTo>
                      <a:pt x="4" y="50"/>
                      <a:pt x="4" y="50"/>
                      <a:pt x="4" y="50"/>
                    </a:cubicBezTo>
                    <a:cubicBezTo>
                      <a:pt x="4" y="50"/>
                      <a:pt x="4" y="50"/>
                      <a:pt x="4" y="50"/>
                    </a:cubicBezTo>
                    <a:cubicBezTo>
                      <a:pt x="4" y="50"/>
                      <a:pt x="4" y="50"/>
                      <a:pt x="4" y="51"/>
                    </a:cubicBezTo>
                    <a:cubicBezTo>
                      <a:pt x="13" y="54"/>
                      <a:pt x="13" y="54"/>
                      <a:pt x="13" y="54"/>
                    </a:cubicBezTo>
                    <a:cubicBezTo>
                      <a:pt x="13" y="54"/>
                      <a:pt x="13" y="54"/>
                      <a:pt x="13" y="54"/>
                    </a:cubicBezTo>
                    <a:cubicBezTo>
                      <a:pt x="6" y="48"/>
                      <a:pt x="6" y="48"/>
                      <a:pt x="6" y="48"/>
                    </a:cubicBezTo>
                    <a:cubicBezTo>
                      <a:pt x="6" y="48"/>
                      <a:pt x="6" y="48"/>
                      <a:pt x="5" y="48"/>
                    </a:cubicBezTo>
                    <a:cubicBezTo>
                      <a:pt x="5" y="48"/>
                      <a:pt x="5" y="48"/>
                      <a:pt x="5" y="48"/>
                    </a:cubicBezTo>
                    <a:cubicBezTo>
                      <a:pt x="5" y="48"/>
                      <a:pt x="5" y="48"/>
                      <a:pt x="5" y="48"/>
                    </a:cubicBezTo>
                    <a:cubicBezTo>
                      <a:pt x="4" y="48"/>
                      <a:pt x="4" y="48"/>
                      <a:pt x="4" y="48"/>
                    </a:cubicBezTo>
                    <a:cubicBezTo>
                      <a:pt x="6" y="46"/>
                      <a:pt x="6" y="46"/>
                      <a:pt x="6" y="46"/>
                    </a:cubicBezTo>
                    <a:close/>
                    <a:moveTo>
                      <a:pt x="22" y="48"/>
                    </a:moveTo>
                    <a:cubicBezTo>
                      <a:pt x="22" y="49"/>
                      <a:pt x="21" y="49"/>
                      <a:pt x="21" y="49"/>
                    </a:cubicBezTo>
                    <a:cubicBezTo>
                      <a:pt x="20" y="50"/>
                      <a:pt x="19" y="49"/>
                      <a:pt x="18" y="48"/>
                    </a:cubicBezTo>
                    <a:cubicBezTo>
                      <a:pt x="10" y="42"/>
                      <a:pt x="10" y="42"/>
                      <a:pt x="10" y="42"/>
                    </a:cubicBezTo>
                    <a:cubicBezTo>
                      <a:pt x="10" y="42"/>
                      <a:pt x="10" y="41"/>
                      <a:pt x="10" y="41"/>
                    </a:cubicBezTo>
                    <a:cubicBezTo>
                      <a:pt x="10" y="41"/>
                      <a:pt x="10" y="41"/>
                      <a:pt x="10" y="41"/>
                    </a:cubicBezTo>
                    <a:cubicBezTo>
                      <a:pt x="10" y="40"/>
                      <a:pt x="10" y="40"/>
                      <a:pt x="10" y="40"/>
                    </a:cubicBezTo>
                    <a:cubicBezTo>
                      <a:pt x="10" y="40"/>
                      <a:pt x="10" y="40"/>
                      <a:pt x="10" y="40"/>
                    </a:cubicBezTo>
                    <a:cubicBezTo>
                      <a:pt x="7" y="43"/>
                      <a:pt x="7" y="43"/>
                      <a:pt x="7" y="43"/>
                    </a:cubicBezTo>
                    <a:cubicBezTo>
                      <a:pt x="8" y="43"/>
                      <a:pt x="8" y="43"/>
                      <a:pt x="8" y="43"/>
                    </a:cubicBezTo>
                    <a:cubicBezTo>
                      <a:pt x="8" y="43"/>
                      <a:pt x="8" y="43"/>
                      <a:pt x="8" y="43"/>
                    </a:cubicBezTo>
                    <a:cubicBezTo>
                      <a:pt x="8" y="43"/>
                      <a:pt x="8" y="43"/>
                      <a:pt x="8" y="43"/>
                    </a:cubicBezTo>
                    <a:cubicBezTo>
                      <a:pt x="9" y="43"/>
                      <a:pt x="9" y="43"/>
                      <a:pt x="9" y="43"/>
                    </a:cubicBezTo>
                    <a:cubicBezTo>
                      <a:pt x="17" y="50"/>
                      <a:pt x="17" y="50"/>
                      <a:pt x="17" y="50"/>
                    </a:cubicBezTo>
                    <a:cubicBezTo>
                      <a:pt x="18" y="50"/>
                      <a:pt x="19" y="51"/>
                      <a:pt x="20" y="50"/>
                    </a:cubicBezTo>
                    <a:cubicBezTo>
                      <a:pt x="21" y="50"/>
                      <a:pt x="22" y="50"/>
                      <a:pt x="23" y="49"/>
                    </a:cubicBezTo>
                    <a:cubicBezTo>
                      <a:pt x="24" y="48"/>
                      <a:pt x="24" y="47"/>
                      <a:pt x="24" y="46"/>
                    </a:cubicBezTo>
                    <a:cubicBezTo>
                      <a:pt x="24" y="45"/>
                      <a:pt x="23" y="44"/>
                      <a:pt x="22" y="43"/>
                    </a:cubicBezTo>
                    <a:cubicBezTo>
                      <a:pt x="14" y="36"/>
                      <a:pt x="14" y="36"/>
                      <a:pt x="14" y="36"/>
                    </a:cubicBezTo>
                    <a:cubicBezTo>
                      <a:pt x="14" y="36"/>
                      <a:pt x="14" y="36"/>
                      <a:pt x="14" y="36"/>
                    </a:cubicBezTo>
                    <a:cubicBezTo>
                      <a:pt x="14" y="36"/>
                      <a:pt x="14" y="36"/>
                      <a:pt x="14" y="35"/>
                    </a:cubicBezTo>
                    <a:cubicBezTo>
                      <a:pt x="14" y="35"/>
                      <a:pt x="14" y="35"/>
                      <a:pt x="14" y="35"/>
                    </a:cubicBezTo>
                    <a:cubicBezTo>
                      <a:pt x="14" y="35"/>
                      <a:pt x="14" y="35"/>
                      <a:pt x="14" y="35"/>
                    </a:cubicBezTo>
                    <a:cubicBezTo>
                      <a:pt x="12" y="37"/>
                      <a:pt x="12" y="37"/>
                      <a:pt x="12" y="37"/>
                    </a:cubicBezTo>
                    <a:cubicBezTo>
                      <a:pt x="12" y="38"/>
                      <a:pt x="12" y="38"/>
                      <a:pt x="12" y="38"/>
                    </a:cubicBezTo>
                    <a:cubicBezTo>
                      <a:pt x="13" y="37"/>
                      <a:pt x="13" y="37"/>
                      <a:pt x="13" y="37"/>
                    </a:cubicBezTo>
                    <a:cubicBezTo>
                      <a:pt x="13" y="37"/>
                      <a:pt x="13" y="37"/>
                      <a:pt x="13" y="37"/>
                    </a:cubicBezTo>
                    <a:cubicBezTo>
                      <a:pt x="13" y="37"/>
                      <a:pt x="14" y="37"/>
                      <a:pt x="14" y="37"/>
                    </a:cubicBezTo>
                    <a:cubicBezTo>
                      <a:pt x="22" y="44"/>
                      <a:pt x="22" y="44"/>
                      <a:pt x="22" y="44"/>
                    </a:cubicBezTo>
                    <a:cubicBezTo>
                      <a:pt x="23" y="44"/>
                      <a:pt x="23" y="45"/>
                      <a:pt x="23" y="46"/>
                    </a:cubicBezTo>
                    <a:cubicBezTo>
                      <a:pt x="23" y="47"/>
                      <a:pt x="23" y="47"/>
                      <a:pt x="22" y="48"/>
                    </a:cubicBezTo>
                    <a:close/>
                    <a:moveTo>
                      <a:pt x="33" y="36"/>
                    </a:moveTo>
                    <a:cubicBezTo>
                      <a:pt x="33" y="36"/>
                      <a:pt x="33" y="36"/>
                      <a:pt x="33" y="36"/>
                    </a:cubicBezTo>
                    <a:cubicBezTo>
                      <a:pt x="33" y="36"/>
                      <a:pt x="34" y="36"/>
                      <a:pt x="34" y="36"/>
                    </a:cubicBezTo>
                    <a:cubicBezTo>
                      <a:pt x="34" y="35"/>
                      <a:pt x="34" y="35"/>
                      <a:pt x="34" y="35"/>
                    </a:cubicBezTo>
                    <a:cubicBezTo>
                      <a:pt x="35" y="36"/>
                      <a:pt x="35" y="36"/>
                      <a:pt x="35" y="36"/>
                    </a:cubicBezTo>
                    <a:cubicBezTo>
                      <a:pt x="32" y="39"/>
                      <a:pt x="32" y="39"/>
                      <a:pt x="32" y="39"/>
                    </a:cubicBezTo>
                    <a:cubicBezTo>
                      <a:pt x="31" y="38"/>
                      <a:pt x="31" y="38"/>
                      <a:pt x="31" y="38"/>
                    </a:cubicBezTo>
                    <a:cubicBezTo>
                      <a:pt x="32" y="38"/>
                      <a:pt x="32" y="38"/>
                      <a:pt x="32" y="38"/>
                    </a:cubicBezTo>
                    <a:cubicBezTo>
                      <a:pt x="32" y="38"/>
                      <a:pt x="32" y="37"/>
                      <a:pt x="32" y="37"/>
                    </a:cubicBezTo>
                    <a:cubicBezTo>
                      <a:pt x="32" y="37"/>
                      <a:pt x="32" y="37"/>
                      <a:pt x="32" y="37"/>
                    </a:cubicBezTo>
                    <a:cubicBezTo>
                      <a:pt x="27" y="32"/>
                      <a:pt x="27" y="32"/>
                      <a:pt x="27" y="32"/>
                    </a:cubicBezTo>
                    <a:cubicBezTo>
                      <a:pt x="23" y="36"/>
                      <a:pt x="23" y="36"/>
                      <a:pt x="23" y="36"/>
                    </a:cubicBezTo>
                    <a:cubicBezTo>
                      <a:pt x="28" y="40"/>
                      <a:pt x="28" y="40"/>
                      <a:pt x="28" y="40"/>
                    </a:cubicBezTo>
                    <a:cubicBezTo>
                      <a:pt x="28" y="41"/>
                      <a:pt x="28" y="41"/>
                      <a:pt x="28" y="41"/>
                    </a:cubicBezTo>
                    <a:cubicBezTo>
                      <a:pt x="28" y="41"/>
                      <a:pt x="29" y="41"/>
                      <a:pt x="29" y="40"/>
                    </a:cubicBezTo>
                    <a:cubicBezTo>
                      <a:pt x="29" y="40"/>
                      <a:pt x="29" y="40"/>
                      <a:pt x="29" y="40"/>
                    </a:cubicBezTo>
                    <a:cubicBezTo>
                      <a:pt x="30" y="41"/>
                      <a:pt x="30" y="41"/>
                      <a:pt x="30" y="41"/>
                    </a:cubicBezTo>
                    <a:cubicBezTo>
                      <a:pt x="27" y="43"/>
                      <a:pt x="27" y="43"/>
                      <a:pt x="27" y="43"/>
                    </a:cubicBezTo>
                    <a:cubicBezTo>
                      <a:pt x="26" y="43"/>
                      <a:pt x="26" y="43"/>
                      <a:pt x="26" y="43"/>
                    </a:cubicBezTo>
                    <a:cubicBezTo>
                      <a:pt x="27" y="43"/>
                      <a:pt x="27" y="43"/>
                      <a:pt x="27" y="43"/>
                    </a:cubicBezTo>
                    <a:cubicBezTo>
                      <a:pt x="27" y="42"/>
                      <a:pt x="27" y="42"/>
                      <a:pt x="27" y="42"/>
                    </a:cubicBezTo>
                    <a:cubicBezTo>
                      <a:pt x="27" y="42"/>
                      <a:pt x="27" y="42"/>
                      <a:pt x="27" y="41"/>
                    </a:cubicBezTo>
                    <a:cubicBezTo>
                      <a:pt x="18" y="32"/>
                      <a:pt x="18" y="32"/>
                      <a:pt x="18" y="32"/>
                    </a:cubicBezTo>
                    <a:cubicBezTo>
                      <a:pt x="18" y="32"/>
                      <a:pt x="17" y="32"/>
                      <a:pt x="17" y="32"/>
                    </a:cubicBezTo>
                    <a:cubicBezTo>
                      <a:pt x="17" y="32"/>
                      <a:pt x="17" y="32"/>
                      <a:pt x="17" y="32"/>
                    </a:cubicBezTo>
                    <a:cubicBezTo>
                      <a:pt x="16" y="32"/>
                      <a:pt x="16" y="32"/>
                      <a:pt x="16" y="32"/>
                    </a:cubicBezTo>
                    <a:cubicBezTo>
                      <a:pt x="16" y="32"/>
                      <a:pt x="16" y="32"/>
                      <a:pt x="16" y="32"/>
                    </a:cubicBezTo>
                    <a:cubicBezTo>
                      <a:pt x="19" y="29"/>
                      <a:pt x="19" y="29"/>
                      <a:pt x="19" y="29"/>
                    </a:cubicBezTo>
                    <a:cubicBezTo>
                      <a:pt x="19" y="29"/>
                      <a:pt x="19" y="29"/>
                      <a:pt x="19" y="29"/>
                    </a:cubicBezTo>
                    <a:cubicBezTo>
                      <a:pt x="19" y="30"/>
                      <a:pt x="19" y="30"/>
                      <a:pt x="19" y="30"/>
                    </a:cubicBezTo>
                    <a:cubicBezTo>
                      <a:pt x="19" y="30"/>
                      <a:pt x="19" y="30"/>
                      <a:pt x="19" y="30"/>
                    </a:cubicBezTo>
                    <a:cubicBezTo>
                      <a:pt x="19" y="30"/>
                      <a:pt x="19" y="31"/>
                      <a:pt x="19" y="31"/>
                    </a:cubicBezTo>
                    <a:cubicBezTo>
                      <a:pt x="23" y="35"/>
                      <a:pt x="23" y="35"/>
                      <a:pt x="23" y="35"/>
                    </a:cubicBezTo>
                    <a:cubicBezTo>
                      <a:pt x="27" y="31"/>
                      <a:pt x="27" y="31"/>
                      <a:pt x="27" y="31"/>
                    </a:cubicBezTo>
                    <a:cubicBezTo>
                      <a:pt x="23" y="27"/>
                      <a:pt x="23" y="27"/>
                      <a:pt x="23" y="27"/>
                    </a:cubicBezTo>
                    <a:cubicBezTo>
                      <a:pt x="23" y="27"/>
                      <a:pt x="22" y="27"/>
                      <a:pt x="22" y="27"/>
                    </a:cubicBezTo>
                    <a:cubicBezTo>
                      <a:pt x="22" y="27"/>
                      <a:pt x="22" y="27"/>
                      <a:pt x="22" y="27"/>
                    </a:cubicBezTo>
                    <a:cubicBezTo>
                      <a:pt x="21" y="27"/>
                      <a:pt x="21" y="27"/>
                      <a:pt x="21" y="27"/>
                    </a:cubicBezTo>
                    <a:cubicBezTo>
                      <a:pt x="21" y="27"/>
                      <a:pt x="21" y="27"/>
                      <a:pt x="21" y="27"/>
                    </a:cubicBezTo>
                    <a:cubicBezTo>
                      <a:pt x="24" y="24"/>
                      <a:pt x="24" y="24"/>
                      <a:pt x="24" y="24"/>
                    </a:cubicBezTo>
                    <a:cubicBezTo>
                      <a:pt x="24" y="25"/>
                      <a:pt x="24" y="25"/>
                      <a:pt x="24" y="25"/>
                    </a:cubicBezTo>
                    <a:cubicBezTo>
                      <a:pt x="24" y="25"/>
                      <a:pt x="24" y="25"/>
                      <a:pt x="24" y="25"/>
                    </a:cubicBezTo>
                    <a:cubicBezTo>
                      <a:pt x="24" y="25"/>
                      <a:pt x="24" y="25"/>
                      <a:pt x="24" y="26"/>
                    </a:cubicBezTo>
                    <a:cubicBezTo>
                      <a:pt x="24" y="26"/>
                      <a:pt x="24" y="26"/>
                      <a:pt x="24" y="26"/>
                    </a:cubicBezTo>
                    <a:cubicBezTo>
                      <a:pt x="33" y="36"/>
                      <a:pt x="33" y="36"/>
                      <a:pt x="33" y="36"/>
                    </a:cubicBezTo>
                    <a:close/>
                    <a:moveTo>
                      <a:pt x="38" y="26"/>
                    </a:moveTo>
                    <a:cubicBezTo>
                      <a:pt x="41" y="29"/>
                      <a:pt x="41" y="29"/>
                      <a:pt x="41" y="29"/>
                    </a:cubicBezTo>
                    <a:cubicBezTo>
                      <a:pt x="41" y="29"/>
                      <a:pt x="41" y="30"/>
                      <a:pt x="41" y="30"/>
                    </a:cubicBezTo>
                    <a:cubicBezTo>
                      <a:pt x="41" y="30"/>
                      <a:pt x="41" y="30"/>
                      <a:pt x="41" y="30"/>
                    </a:cubicBezTo>
                    <a:cubicBezTo>
                      <a:pt x="41" y="31"/>
                      <a:pt x="41" y="31"/>
                      <a:pt x="41" y="31"/>
                    </a:cubicBezTo>
                    <a:cubicBezTo>
                      <a:pt x="41" y="31"/>
                      <a:pt x="41" y="31"/>
                      <a:pt x="41" y="31"/>
                    </a:cubicBezTo>
                    <a:cubicBezTo>
                      <a:pt x="44" y="29"/>
                      <a:pt x="44" y="29"/>
                      <a:pt x="44" y="29"/>
                    </a:cubicBezTo>
                    <a:cubicBezTo>
                      <a:pt x="44" y="28"/>
                      <a:pt x="44" y="28"/>
                      <a:pt x="44" y="28"/>
                    </a:cubicBezTo>
                    <a:cubicBezTo>
                      <a:pt x="44" y="29"/>
                      <a:pt x="44" y="29"/>
                      <a:pt x="44" y="29"/>
                    </a:cubicBezTo>
                    <a:cubicBezTo>
                      <a:pt x="43" y="29"/>
                      <a:pt x="43" y="29"/>
                      <a:pt x="43" y="29"/>
                    </a:cubicBezTo>
                    <a:cubicBezTo>
                      <a:pt x="43" y="29"/>
                      <a:pt x="42" y="29"/>
                      <a:pt x="42" y="28"/>
                    </a:cubicBezTo>
                    <a:cubicBezTo>
                      <a:pt x="31" y="18"/>
                      <a:pt x="31" y="18"/>
                      <a:pt x="31" y="18"/>
                    </a:cubicBezTo>
                    <a:cubicBezTo>
                      <a:pt x="30" y="20"/>
                      <a:pt x="30" y="20"/>
                      <a:pt x="30" y="20"/>
                    </a:cubicBezTo>
                    <a:cubicBezTo>
                      <a:pt x="35" y="33"/>
                      <a:pt x="35" y="33"/>
                      <a:pt x="35" y="33"/>
                    </a:cubicBezTo>
                    <a:cubicBezTo>
                      <a:pt x="35" y="33"/>
                      <a:pt x="35" y="34"/>
                      <a:pt x="35" y="34"/>
                    </a:cubicBezTo>
                    <a:cubicBezTo>
                      <a:pt x="35" y="34"/>
                      <a:pt x="35" y="34"/>
                      <a:pt x="35" y="35"/>
                    </a:cubicBezTo>
                    <a:cubicBezTo>
                      <a:pt x="35" y="35"/>
                      <a:pt x="35" y="35"/>
                      <a:pt x="35" y="35"/>
                    </a:cubicBezTo>
                    <a:cubicBezTo>
                      <a:pt x="35" y="35"/>
                      <a:pt x="35" y="35"/>
                      <a:pt x="35" y="35"/>
                    </a:cubicBezTo>
                    <a:cubicBezTo>
                      <a:pt x="38" y="33"/>
                      <a:pt x="38" y="33"/>
                      <a:pt x="38" y="33"/>
                    </a:cubicBezTo>
                    <a:cubicBezTo>
                      <a:pt x="38" y="33"/>
                      <a:pt x="38" y="33"/>
                      <a:pt x="38" y="33"/>
                    </a:cubicBezTo>
                    <a:cubicBezTo>
                      <a:pt x="37" y="33"/>
                      <a:pt x="37" y="33"/>
                      <a:pt x="37" y="33"/>
                    </a:cubicBezTo>
                    <a:cubicBezTo>
                      <a:pt x="37" y="33"/>
                      <a:pt x="37" y="33"/>
                      <a:pt x="36" y="33"/>
                    </a:cubicBezTo>
                    <a:cubicBezTo>
                      <a:pt x="36" y="33"/>
                      <a:pt x="36" y="32"/>
                      <a:pt x="36" y="32"/>
                    </a:cubicBezTo>
                    <a:cubicBezTo>
                      <a:pt x="34" y="29"/>
                      <a:pt x="34" y="29"/>
                      <a:pt x="34" y="29"/>
                    </a:cubicBezTo>
                    <a:cubicBezTo>
                      <a:pt x="38" y="26"/>
                      <a:pt x="38" y="26"/>
                      <a:pt x="38" y="26"/>
                    </a:cubicBezTo>
                    <a:close/>
                    <a:moveTo>
                      <a:pt x="31" y="21"/>
                    </a:moveTo>
                    <a:cubicBezTo>
                      <a:pt x="31" y="21"/>
                      <a:pt x="31" y="21"/>
                      <a:pt x="31" y="21"/>
                    </a:cubicBezTo>
                    <a:cubicBezTo>
                      <a:pt x="34" y="28"/>
                      <a:pt x="34" y="28"/>
                      <a:pt x="34" y="28"/>
                    </a:cubicBezTo>
                    <a:cubicBezTo>
                      <a:pt x="37" y="26"/>
                      <a:pt x="37" y="26"/>
                      <a:pt x="37" y="26"/>
                    </a:cubicBezTo>
                    <a:cubicBezTo>
                      <a:pt x="31" y="21"/>
                      <a:pt x="31" y="21"/>
                      <a:pt x="31" y="21"/>
                    </a:cubicBezTo>
                    <a:close/>
                    <a:moveTo>
                      <a:pt x="51" y="21"/>
                    </a:moveTo>
                    <a:cubicBezTo>
                      <a:pt x="51" y="21"/>
                      <a:pt x="51" y="21"/>
                      <a:pt x="51" y="21"/>
                    </a:cubicBezTo>
                    <a:cubicBezTo>
                      <a:pt x="46" y="11"/>
                      <a:pt x="46" y="11"/>
                      <a:pt x="46" y="11"/>
                    </a:cubicBezTo>
                    <a:cubicBezTo>
                      <a:pt x="46" y="11"/>
                      <a:pt x="46" y="11"/>
                      <a:pt x="46" y="11"/>
                    </a:cubicBezTo>
                    <a:cubicBezTo>
                      <a:pt x="46" y="11"/>
                      <a:pt x="46" y="11"/>
                      <a:pt x="45" y="11"/>
                    </a:cubicBezTo>
                    <a:cubicBezTo>
                      <a:pt x="45" y="11"/>
                      <a:pt x="45" y="11"/>
                      <a:pt x="45" y="11"/>
                    </a:cubicBezTo>
                    <a:cubicBezTo>
                      <a:pt x="44" y="11"/>
                      <a:pt x="44" y="11"/>
                      <a:pt x="44" y="11"/>
                    </a:cubicBezTo>
                    <a:cubicBezTo>
                      <a:pt x="48" y="9"/>
                      <a:pt x="48" y="9"/>
                      <a:pt x="48" y="9"/>
                    </a:cubicBezTo>
                    <a:cubicBezTo>
                      <a:pt x="48" y="10"/>
                      <a:pt x="48" y="10"/>
                      <a:pt x="48" y="10"/>
                    </a:cubicBezTo>
                    <a:cubicBezTo>
                      <a:pt x="47" y="10"/>
                      <a:pt x="47" y="10"/>
                      <a:pt x="47" y="10"/>
                    </a:cubicBezTo>
                    <a:cubicBezTo>
                      <a:pt x="47" y="10"/>
                      <a:pt x="47" y="10"/>
                      <a:pt x="47" y="10"/>
                    </a:cubicBezTo>
                    <a:cubicBezTo>
                      <a:pt x="47" y="10"/>
                      <a:pt x="47" y="11"/>
                      <a:pt x="47" y="11"/>
                    </a:cubicBezTo>
                    <a:cubicBezTo>
                      <a:pt x="53" y="24"/>
                      <a:pt x="53" y="24"/>
                      <a:pt x="53" y="24"/>
                    </a:cubicBezTo>
                    <a:cubicBezTo>
                      <a:pt x="53" y="24"/>
                      <a:pt x="53" y="24"/>
                      <a:pt x="53" y="24"/>
                    </a:cubicBezTo>
                    <a:cubicBezTo>
                      <a:pt x="53" y="24"/>
                      <a:pt x="53" y="24"/>
                      <a:pt x="53" y="24"/>
                    </a:cubicBezTo>
                    <a:cubicBezTo>
                      <a:pt x="40" y="15"/>
                      <a:pt x="40" y="15"/>
                      <a:pt x="40" y="15"/>
                    </a:cubicBezTo>
                    <a:cubicBezTo>
                      <a:pt x="40" y="15"/>
                      <a:pt x="40" y="15"/>
                      <a:pt x="40" y="15"/>
                    </a:cubicBezTo>
                    <a:cubicBezTo>
                      <a:pt x="46" y="26"/>
                      <a:pt x="46" y="26"/>
                      <a:pt x="46" y="26"/>
                    </a:cubicBezTo>
                    <a:cubicBezTo>
                      <a:pt x="46" y="26"/>
                      <a:pt x="46" y="26"/>
                      <a:pt x="46" y="26"/>
                    </a:cubicBezTo>
                    <a:cubicBezTo>
                      <a:pt x="47" y="26"/>
                      <a:pt x="47" y="26"/>
                      <a:pt x="47" y="26"/>
                    </a:cubicBezTo>
                    <a:cubicBezTo>
                      <a:pt x="48" y="26"/>
                      <a:pt x="48" y="26"/>
                      <a:pt x="48" y="26"/>
                    </a:cubicBezTo>
                    <a:cubicBezTo>
                      <a:pt x="48" y="26"/>
                      <a:pt x="48" y="26"/>
                      <a:pt x="48" y="26"/>
                    </a:cubicBezTo>
                    <a:cubicBezTo>
                      <a:pt x="45" y="28"/>
                      <a:pt x="45" y="28"/>
                      <a:pt x="45" y="28"/>
                    </a:cubicBezTo>
                    <a:cubicBezTo>
                      <a:pt x="44" y="28"/>
                      <a:pt x="44" y="28"/>
                      <a:pt x="44" y="28"/>
                    </a:cubicBezTo>
                    <a:cubicBezTo>
                      <a:pt x="45" y="27"/>
                      <a:pt x="45" y="27"/>
                      <a:pt x="45" y="27"/>
                    </a:cubicBezTo>
                    <a:cubicBezTo>
                      <a:pt x="45" y="27"/>
                      <a:pt x="45" y="27"/>
                      <a:pt x="45" y="27"/>
                    </a:cubicBezTo>
                    <a:cubicBezTo>
                      <a:pt x="46" y="27"/>
                      <a:pt x="46" y="26"/>
                      <a:pt x="45" y="26"/>
                    </a:cubicBezTo>
                    <a:cubicBezTo>
                      <a:pt x="39" y="15"/>
                      <a:pt x="39" y="15"/>
                      <a:pt x="39" y="15"/>
                    </a:cubicBezTo>
                    <a:cubicBezTo>
                      <a:pt x="39" y="14"/>
                      <a:pt x="39" y="14"/>
                      <a:pt x="39" y="14"/>
                    </a:cubicBezTo>
                    <a:cubicBezTo>
                      <a:pt x="39" y="14"/>
                      <a:pt x="39" y="14"/>
                      <a:pt x="38" y="14"/>
                    </a:cubicBezTo>
                    <a:cubicBezTo>
                      <a:pt x="38" y="15"/>
                      <a:pt x="38" y="15"/>
                      <a:pt x="38" y="15"/>
                    </a:cubicBezTo>
                    <a:cubicBezTo>
                      <a:pt x="37" y="14"/>
                      <a:pt x="37" y="14"/>
                      <a:pt x="37" y="14"/>
                    </a:cubicBezTo>
                    <a:cubicBezTo>
                      <a:pt x="40" y="13"/>
                      <a:pt x="40" y="13"/>
                      <a:pt x="40" y="13"/>
                    </a:cubicBezTo>
                    <a:cubicBezTo>
                      <a:pt x="51" y="21"/>
                      <a:pt x="51" y="21"/>
                      <a:pt x="51" y="21"/>
                    </a:cubicBezTo>
                    <a:close/>
                    <a:moveTo>
                      <a:pt x="70" y="17"/>
                    </a:moveTo>
                    <a:cubicBezTo>
                      <a:pt x="70" y="17"/>
                      <a:pt x="71" y="17"/>
                      <a:pt x="72" y="16"/>
                    </a:cubicBezTo>
                    <a:cubicBezTo>
                      <a:pt x="72" y="15"/>
                      <a:pt x="72" y="14"/>
                      <a:pt x="72" y="14"/>
                    </a:cubicBezTo>
                    <a:cubicBezTo>
                      <a:pt x="70" y="3"/>
                      <a:pt x="70" y="3"/>
                      <a:pt x="70" y="3"/>
                    </a:cubicBezTo>
                    <a:cubicBezTo>
                      <a:pt x="70" y="3"/>
                      <a:pt x="69" y="3"/>
                      <a:pt x="69" y="3"/>
                    </a:cubicBezTo>
                    <a:cubicBezTo>
                      <a:pt x="69" y="3"/>
                      <a:pt x="69" y="3"/>
                      <a:pt x="69" y="3"/>
                    </a:cubicBezTo>
                    <a:cubicBezTo>
                      <a:pt x="68" y="3"/>
                      <a:pt x="68" y="3"/>
                      <a:pt x="68" y="3"/>
                    </a:cubicBezTo>
                    <a:cubicBezTo>
                      <a:pt x="68" y="2"/>
                      <a:pt x="68" y="2"/>
                      <a:pt x="68" y="2"/>
                    </a:cubicBezTo>
                    <a:cubicBezTo>
                      <a:pt x="71" y="1"/>
                      <a:pt x="71" y="1"/>
                      <a:pt x="71" y="1"/>
                    </a:cubicBezTo>
                    <a:cubicBezTo>
                      <a:pt x="71" y="2"/>
                      <a:pt x="71" y="2"/>
                      <a:pt x="71" y="2"/>
                    </a:cubicBezTo>
                    <a:cubicBezTo>
                      <a:pt x="71" y="2"/>
                      <a:pt x="71" y="2"/>
                      <a:pt x="71" y="2"/>
                    </a:cubicBezTo>
                    <a:cubicBezTo>
                      <a:pt x="71" y="2"/>
                      <a:pt x="70" y="2"/>
                      <a:pt x="70" y="2"/>
                    </a:cubicBezTo>
                    <a:cubicBezTo>
                      <a:pt x="70" y="3"/>
                      <a:pt x="70" y="3"/>
                      <a:pt x="70" y="3"/>
                    </a:cubicBezTo>
                    <a:cubicBezTo>
                      <a:pt x="73" y="13"/>
                      <a:pt x="73" y="13"/>
                      <a:pt x="73" y="13"/>
                    </a:cubicBezTo>
                    <a:cubicBezTo>
                      <a:pt x="73" y="15"/>
                      <a:pt x="73" y="16"/>
                      <a:pt x="72" y="16"/>
                    </a:cubicBezTo>
                    <a:cubicBezTo>
                      <a:pt x="71" y="17"/>
                      <a:pt x="71" y="18"/>
                      <a:pt x="70" y="18"/>
                    </a:cubicBezTo>
                    <a:cubicBezTo>
                      <a:pt x="68" y="18"/>
                      <a:pt x="67" y="18"/>
                      <a:pt x="66" y="18"/>
                    </a:cubicBezTo>
                    <a:cubicBezTo>
                      <a:pt x="66" y="17"/>
                      <a:pt x="65" y="17"/>
                      <a:pt x="65" y="15"/>
                    </a:cubicBezTo>
                    <a:cubicBezTo>
                      <a:pt x="62" y="5"/>
                      <a:pt x="62" y="5"/>
                      <a:pt x="62" y="5"/>
                    </a:cubicBezTo>
                    <a:cubicBezTo>
                      <a:pt x="62" y="5"/>
                      <a:pt x="62" y="4"/>
                      <a:pt x="62" y="4"/>
                    </a:cubicBezTo>
                    <a:cubicBezTo>
                      <a:pt x="62" y="4"/>
                      <a:pt x="62" y="4"/>
                      <a:pt x="61" y="4"/>
                    </a:cubicBezTo>
                    <a:cubicBezTo>
                      <a:pt x="61" y="4"/>
                      <a:pt x="61" y="4"/>
                      <a:pt x="61" y="4"/>
                    </a:cubicBezTo>
                    <a:cubicBezTo>
                      <a:pt x="61" y="4"/>
                      <a:pt x="61" y="4"/>
                      <a:pt x="61" y="4"/>
                    </a:cubicBezTo>
                    <a:cubicBezTo>
                      <a:pt x="65" y="3"/>
                      <a:pt x="65" y="3"/>
                      <a:pt x="65" y="3"/>
                    </a:cubicBezTo>
                    <a:cubicBezTo>
                      <a:pt x="65" y="4"/>
                      <a:pt x="65" y="4"/>
                      <a:pt x="65" y="4"/>
                    </a:cubicBezTo>
                    <a:cubicBezTo>
                      <a:pt x="64" y="4"/>
                      <a:pt x="64" y="4"/>
                      <a:pt x="64" y="4"/>
                    </a:cubicBezTo>
                    <a:cubicBezTo>
                      <a:pt x="64" y="4"/>
                      <a:pt x="64" y="4"/>
                      <a:pt x="64" y="4"/>
                    </a:cubicBezTo>
                    <a:cubicBezTo>
                      <a:pt x="64" y="4"/>
                      <a:pt x="64" y="4"/>
                      <a:pt x="64" y="5"/>
                    </a:cubicBezTo>
                    <a:cubicBezTo>
                      <a:pt x="66" y="15"/>
                      <a:pt x="66" y="15"/>
                      <a:pt x="66" y="15"/>
                    </a:cubicBezTo>
                    <a:cubicBezTo>
                      <a:pt x="66" y="16"/>
                      <a:pt x="67" y="17"/>
                      <a:pt x="67" y="17"/>
                    </a:cubicBezTo>
                    <a:cubicBezTo>
                      <a:pt x="68" y="18"/>
                      <a:pt x="69" y="18"/>
                      <a:pt x="70" y="17"/>
                    </a:cubicBezTo>
                    <a:close/>
                    <a:moveTo>
                      <a:pt x="84" y="12"/>
                    </a:moveTo>
                    <a:cubicBezTo>
                      <a:pt x="84" y="12"/>
                      <a:pt x="84" y="12"/>
                      <a:pt x="84" y="12"/>
                    </a:cubicBezTo>
                    <a:cubicBezTo>
                      <a:pt x="84" y="1"/>
                      <a:pt x="84" y="1"/>
                      <a:pt x="84" y="1"/>
                    </a:cubicBezTo>
                    <a:cubicBezTo>
                      <a:pt x="84" y="1"/>
                      <a:pt x="84" y="1"/>
                      <a:pt x="83" y="1"/>
                    </a:cubicBezTo>
                    <a:cubicBezTo>
                      <a:pt x="83" y="1"/>
                      <a:pt x="83" y="1"/>
                      <a:pt x="83" y="1"/>
                    </a:cubicBezTo>
                    <a:cubicBezTo>
                      <a:pt x="82" y="1"/>
                      <a:pt x="82" y="1"/>
                      <a:pt x="82" y="1"/>
                    </a:cubicBezTo>
                    <a:cubicBezTo>
                      <a:pt x="82" y="0"/>
                      <a:pt x="82" y="0"/>
                      <a:pt x="82" y="0"/>
                    </a:cubicBezTo>
                    <a:cubicBezTo>
                      <a:pt x="86" y="0"/>
                      <a:pt x="86" y="0"/>
                      <a:pt x="86" y="0"/>
                    </a:cubicBezTo>
                    <a:cubicBezTo>
                      <a:pt x="86" y="1"/>
                      <a:pt x="86" y="1"/>
                      <a:pt x="86" y="1"/>
                    </a:cubicBezTo>
                    <a:cubicBezTo>
                      <a:pt x="85" y="1"/>
                      <a:pt x="85" y="1"/>
                      <a:pt x="85" y="1"/>
                    </a:cubicBezTo>
                    <a:cubicBezTo>
                      <a:pt x="85" y="1"/>
                      <a:pt x="85" y="1"/>
                      <a:pt x="84" y="1"/>
                    </a:cubicBezTo>
                    <a:cubicBezTo>
                      <a:pt x="84" y="1"/>
                      <a:pt x="84" y="1"/>
                      <a:pt x="84" y="1"/>
                    </a:cubicBezTo>
                    <a:cubicBezTo>
                      <a:pt x="85" y="16"/>
                      <a:pt x="85" y="16"/>
                      <a:pt x="85" y="16"/>
                    </a:cubicBezTo>
                    <a:cubicBezTo>
                      <a:pt x="85" y="16"/>
                      <a:pt x="85" y="16"/>
                      <a:pt x="85" y="16"/>
                    </a:cubicBezTo>
                    <a:cubicBezTo>
                      <a:pt x="85" y="16"/>
                      <a:pt x="85" y="16"/>
                      <a:pt x="85" y="16"/>
                    </a:cubicBezTo>
                    <a:cubicBezTo>
                      <a:pt x="77" y="3"/>
                      <a:pt x="77" y="3"/>
                      <a:pt x="77" y="3"/>
                    </a:cubicBezTo>
                    <a:cubicBezTo>
                      <a:pt x="77" y="3"/>
                      <a:pt x="77" y="3"/>
                      <a:pt x="77" y="3"/>
                    </a:cubicBezTo>
                    <a:cubicBezTo>
                      <a:pt x="77" y="15"/>
                      <a:pt x="77" y="15"/>
                      <a:pt x="77" y="15"/>
                    </a:cubicBezTo>
                    <a:cubicBezTo>
                      <a:pt x="77" y="15"/>
                      <a:pt x="78" y="15"/>
                      <a:pt x="78" y="16"/>
                    </a:cubicBezTo>
                    <a:cubicBezTo>
                      <a:pt x="78" y="16"/>
                      <a:pt x="78" y="16"/>
                      <a:pt x="78" y="16"/>
                    </a:cubicBezTo>
                    <a:cubicBezTo>
                      <a:pt x="79" y="16"/>
                      <a:pt x="79" y="16"/>
                      <a:pt x="79" y="16"/>
                    </a:cubicBezTo>
                    <a:cubicBezTo>
                      <a:pt x="79" y="16"/>
                      <a:pt x="79" y="16"/>
                      <a:pt x="79" y="16"/>
                    </a:cubicBezTo>
                    <a:cubicBezTo>
                      <a:pt x="75" y="16"/>
                      <a:pt x="75" y="16"/>
                      <a:pt x="75" y="16"/>
                    </a:cubicBezTo>
                    <a:cubicBezTo>
                      <a:pt x="75" y="16"/>
                      <a:pt x="75" y="16"/>
                      <a:pt x="75" y="16"/>
                    </a:cubicBezTo>
                    <a:cubicBezTo>
                      <a:pt x="76" y="16"/>
                      <a:pt x="76" y="16"/>
                      <a:pt x="76" y="16"/>
                    </a:cubicBezTo>
                    <a:cubicBezTo>
                      <a:pt x="76" y="16"/>
                      <a:pt x="77" y="16"/>
                      <a:pt x="77" y="16"/>
                    </a:cubicBezTo>
                    <a:cubicBezTo>
                      <a:pt x="77" y="15"/>
                      <a:pt x="77" y="15"/>
                      <a:pt x="77" y="15"/>
                    </a:cubicBezTo>
                    <a:cubicBezTo>
                      <a:pt x="76" y="2"/>
                      <a:pt x="76" y="2"/>
                      <a:pt x="76" y="2"/>
                    </a:cubicBezTo>
                    <a:cubicBezTo>
                      <a:pt x="76" y="2"/>
                      <a:pt x="76" y="2"/>
                      <a:pt x="76" y="1"/>
                    </a:cubicBezTo>
                    <a:cubicBezTo>
                      <a:pt x="76" y="1"/>
                      <a:pt x="75" y="1"/>
                      <a:pt x="75" y="1"/>
                    </a:cubicBezTo>
                    <a:cubicBezTo>
                      <a:pt x="74" y="1"/>
                      <a:pt x="74" y="1"/>
                      <a:pt x="74" y="1"/>
                    </a:cubicBezTo>
                    <a:cubicBezTo>
                      <a:pt x="74" y="1"/>
                      <a:pt x="74" y="1"/>
                      <a:pt x="74" y="1"/>
                    </a:cubicBezTo>
                    <a:cubicBezTo>
                      <a:pt x="77" y="1"/>
                      <a:pt x="77" y="1"/>
                      <a:pt x="77" y="1"/>
                    </a:cubicBezTo>
                    <a:cubicBezTo>
                      <a:pt x="84" y="12"/>
                      <a:pt x="84" y="12"/>
                      <a:pt x="84" y="12"/>
                    </a:cubicBezTo>
                    <a:close/>
                    <a:moveTo>
                      <a:pt x="90" y="1"/>
                    </a:moveTo>
                    <a:cubicBezTo>
                      <a:pt x="90" y="0"/>
                      <a:pt x="90" y="0"/>
                      <a:pt x="90" y="0"/>
                    </a:cubicBezTo>
                    <a:cubicBezTo>
                      <a:pt x="98" y="1"/>
                      <a:pt x="98" y="1"/>
                      <a:pt x="98" y="1"/>
                    </a:cubicBezTo>
                    <a:cubicBezTo>
                      <a:pt x="98" y="1"/>
                      <a:pt x="98" y="1"/>
                      <a:pt x="98" y="1"/>
                    </a:cubicBezTo>
                    <a:cubicBezTo>
                      <a:pt x="96" y="1"/>
                      <a:pt x="96" y="1"/>
                      <a:pt x="96" y="1"/>
                    </a:cubicBezTo>
                    <a:cubicBezTo>
                      <a:pt x="95" y="1"/>
                      <a:pt x="95" y="1"/>
                      <a:pt x="95" y="1"/>
                    </a:cubicBezTo>
                    <a:cubicBezTo>
                      <a:pt x="95" y="1"/>
                      <a:pt x="95" y="1"/>
                      <a:pt x="95" y="2"/>
                    </a:cubicBezTo>
                    <a:cubicBezTo>
                      <a:pt x="94" y="15"/>
                      <a:pt x="94" y="15"/>
                      <a:pt x="94" y="15"/>
                    </a:cubicBezTo>
                    <a:cubicBezTo>
                      <a:pt x="94" y="15"/>
                      <a:pt x="94" y="15"/>
                      <a:pt x="94" y="15"/>
                    </a:cubicBezTo>
                    <a:cubicBezTo>
                      <a:pt x="94" y="15"/>
                      <a:pt x="94" y="15"/>
                      <a:pt x="95" y="15"/>
                    </a:cubicBezTo>
                    <a:cubicBezTo>
                      <a:pt x="97" y="16"/>
                      <a:pt x="97" y="16"/>
                      <a:pt x="97" y="16"/>
                    </a:cubicBezTo>
                    <a:cubicBezTo>
                      <a:pt x="97" y="16"/>
                      <a:pt x="97" y="16"/>
                      <a:pt x="97" y="16"/>
                    </a:cubicBezTo>
                    <a:cubicBezTo>
                      <a:pt x="89" y="16"/>
                      <a:pt x="89" y="16"/>
                      <a:pt x="89" y="16"/>
                    </a:cubicBezTo>
                    <a:cubicBezTo>
                      <a:pt x="89" y="15"/>
                      <a:pt x="89" y="15"/>
                      <a:pt x="89" y="15"/>
                    </a:cubicBezTo>
                    <a:cubicBezTo>
                      <a:pt x="91" y="15"/>
                      <a:pt x="91" y="15"/>
                      <a:pt x="91" y="15"/>
                    </a:cubicBezTo>
                    <a:cubicBezTo>
                      <a:pt x="92" y="15"/>
                      <a:pt x="92" y="15"/>
                      <a:pt x="92" y="15"/>
                    </a:cubicBezTo>
                    <a:cubicBezTo>
                      <a:pt x="92" y="15"/>
                      <a:pt x="92" y="15"/>
                      <a:pt x="92" y="15"/>
                    </a:cubicBezTo>
                    <a:cubicBezTo>
                      <a:pt x="93" y="2"/>
                      <a:pt x="93" y="2"/>
                      <a:pt x="93" y="2"/>
                    </a:cubicBezTo>
                    <a:cubicBezTo>
                      <a:pt x="93" y="1"/>
                      <a:pt x="93" y="1"/>
                      <a:pt x="93" y="1"/>
                    </a:cubicBezTo>
                    <a:cubicBezTo>
                      <a:pt x="93" y="1"/>
                      <a:pt x="93" y="1"/>
                      <a:pt x="92" y="1"/>
                    </a:cubicBezTo>
                    <a:cubicBezTo>
                      <a:pt x="90" y="1"/>
                      <a:pt x="90" y="1"/>
                      <a:pt x="90" y="1"/>
                    </a:cubicBezTo>
                    <a:close/>
                    <a:moveTo>
                      <a:pt x="109" y="3"/>
                    </a:moveTo>
                    <a:cubicBezTo>
                      <a:pt x="109" y="2"/>
                      <a:pt x="109" y="2"/>
                      <a:pt x="109" y="2"/>
                    </a:cubicBezTo>
                    <a:cubicBezTo>
                      <a:pt x="113" y="3"/>
                      <a:pt x="113" y="3"/>
                      <a:pt x="113" y="3"/>
                    </a:cubicBezTo>
                    <a:cubicBezTo>
                      <a:pt x="113" y="3"/>
                      <a:pt x="113" y="3"/>
                      <a:pt x="113" y="3"/>
                    </a:cubicBezTo>
                    <a:cubicBezTo>
                      <a:pt x="112" y="3"/>
                      <a:pt x="112" y="3"/>
                      <a:pt x="112" y="3"/>
                    </a:cubicBezTo>
                    <a:cubicBezTo>
                      <a:pt x="112" y="3"/>
                      <a:pt x="112" y="3"/>
                      <a:pt x="111" y="4"/>
                    </a:cubicBezTo>
                    <a:cubicBezTo>
                      <a:pt x="111" y="4"/>
                      <a:pt x="111" y="4"/>
                      <a:pt x="111" y="4"/>
                    </a:cubicBezTo>
                    <a:cubicBezTo>
                      <a:pt x="105" y="17"/>
                      <a:pt x="105" y="17"/>
                      <a:pt x="105" y="17"/>
                    </a:cubicBezTo>
                    <a:cubicBezTo>
                      <a:pt x="104" y="17"/>
                      <a:pt x="104" y="17"/>
                      <a:pt x="104" y="17"/>
                    </a:cubicBezTo>
                    <a:cubicBezTo>
                      <a:pt x="103" y="3"/>
                      <a:pt x="103" y="3"/>
                      <a:pt x="103" y="3"/>
                    </a:cubicBezTo>
                    <a:cubicBezTo>
                      <a:pt x="103" y="3"/>
                      <a:pt x="103" y="2"/>
                      <a:pt x="103" y="2"/>
                    </a:cubicBezTo>
                    <a:cubicBezTo>
                      <a:pt x="103" y="2"/>
                      <a:pt x="103" y="2"/>
                      <a:pt x="102" y="2"/>
                    </a:cubicBezTo>
                    <a:cubicBezTo>
                      <a:pt x="102" y="2"/>
                      <a:pt x="102" y="2"/>
                      <a:pt x="102" y="2"/>
                    </a:cubicBezTo>
                    <a:cubicBezTo>
                      <a:pt x="102" y="1"/>
                      <a:pt x="102" y="1"/>
                      <a:pt x="102" y="1"/>
                    </a:cubicBezTo>
                    <a:cubicBezTo>
                      <a:pt x="106" y="2"/>
                      <a:pt x="106" y="2"/>
                      <a:pt x="106" y="2"/>
                    </a:cubicBezTo>
                    <a:cubicBezTo>
                      <a:pt x="106" y="2"/>
                      <a:pt x="106" y="2"/>
                      <a:pt x="106" y="2"/>
                    </a:cubicBezTo>
                    <a:cubicBezTo>
                      <a:pt x="105" y="2"/>
                      <a:pt x="105" y="2"/>
                      <a:pt x="105" y="2"/>
                    </a:cubicBezTo>
                    <a:cubicBezTo>
                      <a:pt x="105" y="2"/>
                      <a:pt x="105" y="2"/>
                      <a:pt x="105" y="2"/>
                    </a:cubicBezTo>
                    <a:cubicBezTo>
                      <a:pt x="105" y="3"/>
                      <a:pt x="105" y="3"/>
                      <a:pt x="105" y="3"/>
                    </a:cubicBezTo>
                    <a:cubicBezTo>
                      <a:pt x="105" y="14"/>
                      <a:pt x="105" y="14"/>
                      <a:pt x="105" y="14"/>
                    </a:cubicBezTo>
                    <a:cubicBezTo>
                      <a:pt x="106" y="14"/>
                      <a:pt x="106" y="14"/>
                      <a:pt x="106" y="14"/>
                    </a:cubicBezTo>
                    <a:cubicBezTo>
                      <a:pt x="110" y="4"/>
                      <a:pt x="110" y="4"/>
                      <a:pt x="110" y="4"/>
                    </a:cubicBezTo>
                    <a:cubicBezTo>
                      <a:pt x="110" y="4"/>
                      <a:pt x="110" y="4"/>
                      <a:pt x="110" y="3"/>
                    </a:cubicBezTo>
                    <a:cubicBezTo>
                      <a:pt x="110" y="3"/>
                      <a:pt x="110" y="3"/>
                      <a:pt x="110" y="3"/>
                    </a:cubicBezTo>
                    <a:cubicBezTo>
                      <a:pt x="109" y="3"/>
                      <a:pt x="109" y="3"/>
                      <a:pt x="109" y="3"/>
                    </a:cubicBezTo>
                    <a:close/>
                    <a:moveTo>
                      <a:pt x="116" y="5"/>
                    </a:moveTo>
                    <a:cubicBezTo>
                      <a:pt x="116" y="5"/>
                      <a:pt x="116" y="5"/>
                      <a:pt x="116" y="5"/>
                    </a:cubicBezTo>
                    <a:cubicBezTo>
                      <a:pt x="117" y="5"/>
                      <a:pt x="117" y="5"/>
                      <a:pt x="117" y="5"/>
                    </a:cubicBezTo>
                    <a:cubicBezTo>
                      <a:pt x="117" y="5"/>
                      <a:pt x="117" y="6"/>
                      <a:pt x="117" y="6"/>
                    </a:cubicBezTo>
                    <a:cubicBezTo>
                      <a:pt x="113" y="18"/>
                      <a:pt x="113" y="18"/>
                      <a:pt x="113" y="18"/>
                    </a:cubicBezTo>
                    <a:cubicBezTo>
                      <a:pt x="113" y="18"/>
                      <a:pt x="113" y="19"/>
                      <a:pt x="113" y="19"/>
                    </a:cubicBezTo>
                    <a:cubicBezTo>
                      <a:pt x="112" y="19"/>
                      <a:pt x="112" y="19"/>
                      <a:pt x="112" y="19"/>
                    </a:cubicBezTo>
                    <a:cubicBezTo>
                      <a:pt x="111" y="18"/>
                      <a:pt x="111" y="18"/>
                      <a:pt x="111" y="18"/>
                    </a:cubicBezTo>
                    <a:cubicBezTo>
                      <a:pt x="111" y="19"/>
                      <a:pt x="111" y="19"/>
                      <a:pt x="111" y="19"/>
                    </a:cubicBezTo>
                    <a:cubicBezTo>
                      <a:pt x="120" y="22"/>
                      <a:pt x="120" y="22"/>
                      <a:pt x="120" y="22"/>
                    </a:cubicBezTo>
                    <a:cubicBezTo>
                      <a:pt x="122" y="19"/>
                      <a:pt x="122" y="19"/>
                      <a:pt x="122" y="19"/>
                    </a:cubicBezTo>
                    <a:cubicBezTo>
                      <a:pt x="122" y="18"/>
                      <a:pt x="122" y="18"/>
                      <a:pt x="122" y="18"/>
                    </a:cubicBezTo>
                    <a:cubicBezTo>
                      <a:pt x="121" y="19"/>
                      <a:pt x="120" y="20"/>
                      <a:pt x="120" y="20"/>
                    </a:cubicBezTo>
                    <a:cubicBezTo>
                      <a:pt x="119" y="21"/>
                      <a:pt x="118" y="21"/>
                      <a:pt x="117" y="20"/>
                    </a:cubicBezTo>
                    <a:cubicBezTo>
                      <a:pt x="115" y="20"/>
                      <a:pt x="115" y="20"/>
                      <a:pt x="115" y="20"/>
                    </a:cubicBezTo>
                    <a:cubicBezTo>
                      <a:pt x="115" y="20"/>
                      <a:pt x="114" y="19"/>
                      <a:pt x="114" y="19"/>
                    </a:cubicBezTo>
                    <a:cubicBezTo>
                      <a:pt x="114" y="19"/>
                      <a:pt x="114" y="19"/>
                      <a:pt x="114" y="19"/>
                    </a:cubicBezTo>
                    <a:cubicBezTo>
                      <a:pt x="116" y="12"/>
                      <a:pt x="116" y="12"/>
                      <a:pt x="116" y="12"/>
                    </a:cubicBezTo>
                    <a:cubicBezTo>
                      <a:pt x="119" y="13"/>
                      <a:pt x="119" y="13"/>
                      <a:pt x="119" y="13"/>
                    </a:cubicBezTo>
                    <a:cubicBezTo>
                      <a:pt x="120" y="13"/>
                      <a:pt x="120" y="13"/>
                      <a:pt x="120" y="14"/>
                    </a:cubicBezTo>
                    <a:cubicBezTo>
                      <a:pt x="120" y="14"/>
                      <a:pt x="120" y="15"/>
                      <a:pt x="120" y="15"/>
                    </a:cubicBezTo>
                    <a:cubicBezTo>
                      <a:pt x="120" y="16"/>
                      <a:pt x="120" y="16"/>
                      <a:pt x="120" y="16"/>
                    </a:cubicBezTo>
                    <a:cubicBezTo>
                      <a:pt x="120" y="16"/>
                      <a:pt x="120" y="16"/>
                      <a:pt x="120" y="16"/>
                    </a:cubicBezTo>
                    <a:cubicBezTo>
                      <a:pt x="122" y="11"/>
                      <a:pt x="122" y="11"/>
                      <a:pt x="122" y="11"/>
                    </a:cubicBezTo>
                    <a:cubicBezTo>
                      <a:pt x="122" y="11"/>
                      <a:pt x="122" y="11"/>
                      <a:pt x="122" y="11"/>
                    </a:cubicBezTo>
                    <a:cubicBezTo>
                      <a:pt x="121" y="11"/>
                      <a:pt x="121" y="11"/>
                      <a:pt x="121" y="11"/>
                    </a:cubicBezTo>
                    <a:cubicBezTo>
                      <a:pt x="121" y="12"/>
                      <a:pt x="121" y="12"/>
                      <a:pt x="121" y="12"/>
                    </a:cubicBezTo>
                    <a:cubicBezTo>
                      <a:pt x="120" y="13"/>
                      <a:pt x="120" y="13"/>
                      <a:pt x="119" y="12"/>
                    </a:cubicBezTo>
                    <a:cubicBezTo>
                      <a:pt x="117" y="12"/>
                      <a:pt x="117" y="12"/>
                      <a:pt x="117" y="12"/>
                    </a:cubicBezTo>
                    <a:cubicBezTo>
                      <a:pt x="118" y="6"/>
                      <a:pt x="118" y="6"/>
                      <a:pt x="118" y="6"/>
                    </a:cubicBezTo>
                    <a:cubicBezTo>
                      <a:pt x="118" y="6"/>
                      <a:pt x="119" y="6"/>
                      <a:pt x="119" y="6"/>
                    </a:cubicBezTo>
                    <a:cubicBezTo>
                      <a:pt x="119" y="6"/>
                      <a:pt x="119" y="6"/>
                      <a:pt x="119" y="6"/>
                    </a:cubicBezTo>
                    <a:cubicBezTo>
                      <a:pt x="122" y="7"/>
                      <a:pt x="122" y="7"/>
                      <a:pt x="122" y="7"/>
                    </a:cubicBezTo>
                    <a:cubicBezTo>
                      <a:pt x="122" y="7"/>
                      <a:pt x="123" y="7"/>
                      <a:pt x="123" y="8"/>
                    </a:cubicBezTo>
                    <a:cubicBezTo>
                      <a:pt x="124" y="8"/>
                      <a:pt x="124" y="9"/>
                      <a:pt x="124" y="10"/>
                    </a:cubicBezTo>
                    <a:cubicBezTo>
                      <a:pt x="125" y="10"/>
                      <a:pt x="125" y="10"/>
                      <a:pt x="125" y="10"/>
                    </a:cubicBezTo>
                    <a:cubicBezTo>
                      <a:pt x="125" y="7"/>
                      <a:pt x="125" y="7"/>
                      <a:pt x="125" y="7"/>
                    </a:cubicBezTo>
                    <a:cubicBezTo>
                      <a:pt x="116" y="4"/>
                      <a:pt x="116" y="4"/>
                      <a:pt x="116" y="4"/>
                    </a:cubicBezTo>
                    <a:cubicBezTo>
                      <a:pt x="116" y="5"/>
                      <a:pt x="116" y="5"/>
                      <a:pt x="116" y="5"/>
                    </a:cubicBezTo>
                    <a:close/>
                    <a:moveTo>
                      <a:pt x="136" y="17"/>
                    </a:moveTo>
                    <a:cubicBezTo>
                      <a:pt x="136" y="18"/>
                      <a:pt x="135" y="19"/>
                      <a:pt x="134" y="19"/>
                    </a:cubicBezTo>
                    <a:cubicBezTo>
                      <a:pt x="133" y="19"/>
                      <a:pt x="133" y="19"/>
                      <a:pt x="132" y="19"/>
                    </a:cubicBezTo>
                    <a:cubicBezTo>
                      <a:pt x="131" y="26"/>
                      <a:pt x="131" y="26"/>
                      <a:pt x="131" y="26"/>
                    </a:cubicBezTo>
                    <a:cubicBezTo>
                      <a:pt x="131" y="26"/>
                      <a:pt x="131" y="27"/>
                      <a:pt x="131" y="27"/>
                    </a:cubicBezTo>
                    <a:cubicBezTo>
                      <a:pt x="131" y="27"/>
                      <a:pt x="131" y="27"/>
                      <a:pt x="132" y="27"/>
                    </a:cubicBezTo>
                    <a:cubicBezTo>
                      <a:pt x="132" y="27"/>
                      <a:pt x="132" y="27"/>
                      <a:pt x="132" y="27"/>
                    </a:cubicBezTo>
                    <a:cubicBezTo>
                      <a:pt x="132" y="28"/>
                      <a:pt x="132" y="28"/>
                      <a:pt x="132" y="28"/>
                    </a:cubicBezTo>
                    <a:cubicBezTo>
                      <a:pt x="130" y="27"/>
                      <a:pt x="130" y="27"/>
                      <a:pt x="130" y="27"/>
                    </a:cubicBezTo>
                    <a:cubicBezTo>
                      <a:pt x="130" y="18"/>
                      <a:pt x="130" y="18"/>
                      <a:pt x="130" y="18"/>
                    </a:cubicBezTo>
                    <a:cubicBezTo>
                      <a:pt x="129" y="17"/>
                      <a:pt x="129" y="17"/>
                      <a:pt x="129" y="17"/>
                    </a:cubicBezTo>
                    <a:cubicBezTo>
                      <a:pt x="126" y="23"/>
                      <a:pt x="126" y="23"/>
                      <a:pt x="126" y="23"/>
                    </a:cubicBezTo>
                    <a:cubicBezTo>
                      <a:pt x="125" y="24"/>
                      <a:pt x="125" y="24"/>
                      <a:pt x="126" y="24"/>
                    </a:cubicBezTo>
                    <a:cubicBezTo>
                      <a:pt x="126" y="24"/>
                      <a:pt x="126" y="24"/>
                      <a:pt x="126" y="24"/>
                    </a:cubicBezTo>
                    <a:cubicBezTo>
                      <a:pt x="126" y="25"/>
                      <a:pt x="126" y="25"/>
                      <a:pt x="126" y="25"/>
                    </a:cubicBezTo>
                    <a:cubicBezTo>
                      <a:pt x="126" y="25"/>
                      <a:pt x="126" y="25"/>
                      <a:pt x="126" y="25"/>
                    </a:cubicBezTo>
                    <a:cubicBezTo>
                      <a:pt x="122" y="23"/>
                      <a:pt x="122" y="23"/>
                      <a:pt x="122" y="23"/>
                    </a:cubicBezTo>
                    <a:cubicBezTo>
                      <a:pt x="123" y="23"/>
                      <a:pt x="123" y="23"/>
                      <a:pt x="123" y="23"/>
                    </a:cubicBezTo>
                    <a:cubicBezTo>
                      <a:pt x="123" y="23"/>
                      <a:pt x="123" y="23"/>
                      <a:pt x="123" y="23"/>
                    </a:cubicBezTo>
                    <a:cubicBezTo>
                      <a:pt x="123" y="23"/>
                      <a:pt x="124" y="23"/>
                      <a:pt x="124" y="23"/>
                    </a:cubicBezTo>
                    <a:cubicBezTo>
                      <a:pt x="124" y="23"/>
                      <a:pt x="124" y="23"/>
                      <a:pt x="124" y="23"/>
                    </a:cubicBezTo>
                    <a:cubicBezTo>
                      <a:pt x="130" y="11"/>
                      <a:pt x="130" y="11"/>
                      <a:pt x="130" y="11"/>
                    </a:cubicBezTo>
                    <a:cubicBezTo>
                      <a:pt x="130" y="11"/>
                      <a:pt x="130" y="11"/>
                      <a:pt x="130" y="10"/>
                    </a:cubicBezTo>
                    <a:cubicBezTo>
                      <a:pt x="130" y="10"/>
                      <a:pt x="130" y="10"/>
                      <a:pt x="130" y="10"/>
                    </a:cubicBezTo>
                    <a:cubicBezTo>
                      <a:pt x="129" y="10"/>
                      <a:pt x="129" y="10"/>
                      <a:pt x="129" y="10"/>
                    </a:cubicBezTo>
                    <a:cubicBezTo>
                      <a:pt x="130" y="9"/>
                      <a:pt x="130" y="9"/>
                      <a:pt x="130" y="9"/>
                    </a:cubicBezTo>
                    <a:cubicBezTo>
                      <a:pt x="134" y="12"/>
                      <a:pt x="134" y="12"/>
                      <a:pt x="134" y="12"/>
                    </a:cubicBezTo>
                    <a:cubicBezTo>
                      <a:pt x="135" y="12"/>
                      <a:pt x="136" y="13"/>
                      <a:pt x="137" y="14"/>
                    </a:cubicBezTo>
                    <a:cubicBezTo>
                      <a:pt x="137" y="15"/>
                      <a:pt x="137" y="16"/>
                      <a:pt x="136" y="17"/>
                    </a:cubicBezTo>
                    <a:close/>
                    <a:moveTo>
                      <a:pt x="129" y="17"/>
                    </a:moveTo>
                    <a:cubicBezTo>
                      <a:pt x="131" y="18"/>
                      <a:pt x="131" y="18"/>
                      <a:pt x="131" y="18"/>
                    </a:cubicBezTo>
                    <a:cubicBezTo>
                      <a:pt x="131" y="18"/>
                      <a:pt x="132" y="18"/>
                      <a:pt x="133" y="18"/>
                    </a:cubicBezTo>
                    <a:cubicBezTo>
                      <a:pt x="134" y="18"/>
                      <a:pt x="134" y="17"/>
                      <a:pt x="135" y="16"/>
                    </a:cubicBezTo>
                    <a:cubicBezTo>
                      <a:pt x="135" y="15"/>
                      <a:pt x="136" y="15"/>
                      <a:pt x="135" y="14"/>
                    </a:cubicBezTo>
                    <a:cubicBezTo>
                      <a:pt x="135" y="13"/>
                      <a:pt x="135" y="12"/>
                      <a:pt x="133" y="12"/>
                    </a:cubicBezTo>
                    <a:cubicBezTo>
                      <a:pt x="133" y="11"/>
                      <a:pt x="133" y="11"/>
                      <a:pt x="133" y="11"/>
                    </a:cubicBezTo>
                    <a:cubicBezTo>
                      <a:pt x="132" y="11"/>
                      <a:pt x="132" y="11"/>
                      <a:pt x="132" y="11"/>
                    </a:cubicBezTo>
                    <a:cubicBezTo>
                      <a:pt x="132" y="11"/>
                      <a:pt x="132" y="11"/>
                      <a:pt x="132" y="12"/>
                    </a:cubicBezTo>
                    <a:cubicBezTo>
                      <a:pt x="129" y="17"/>
                      <a:pt x="129" y="17"/>
                      <a:pt x="129" y="17"/>
                    </a:cubicBezTo>
                    <a:close/>
                    <a:moveTo>
                      <a:pt x="141" y="25"/>
                    </a:moveTo>
                    <a:cubicBezTo>
                      <a:pt x="142" y="27"/>
                      <a:pt x="142" y="28"/>
                      <a:pt x="142" y="28"/>
                    </a:cubicBezTo>
                    <a:cubicBezTo>
                      <a:pt x="142" y="29"/>
                      <a:pt x="142" y="30"/>
                      <a:pt x="142" y="30"/>
                    </a:cubicBezTo>
                    <a:cubicBezTo>
                      <a:pt x="141" y="31"/>
                      <a:pt x="141" y="32"/>
                      <a:pt x="140" y="32"/>
                    </a:cubicBezTo>
                    <a:cubicBezTo>
                      <a:pt x="139" y="32"/>
                      <a:pt x="138" y="32"/>
                      <a:pt x="137" y="32"/>
                    </a:cubicBezTo>
                    <a:cubicBezTo>
                      <a:pt x="137" y="31"/>
                      <a:pt x="136" y="30"/>
                      <a:pt x="136" y="29"/>
                    </a:cubicBezTo>
                    <a:cubicBezTo>
                      <a:pt x="135" y="28"/>
                      <a:pt x="136" y="27"/>
                      <a:pt x="136" y="26"/>
                    </a:cubicBezTo>
                    <a:cubicBezTo>
                      <a:pt x="136" y="26"/>
                      <a:pt x="136" y="26"/>
                      <a:pt x="136" y="26"/>
                    </a:cubicBezTo>
                    <a:cubicBezTo>
                      <a:pt x="134" y="30"/>
                      <a:pt x="134" y="30"/>
                      <a:pt x="134" y="30"/>
                    </a:cubicBezTo>
                    <a:cubicBezTo>
                      <a:pt x="134" y="30"/>
                      <a:pt x="134" y="30"/>
                      <a:pt x="134" y="30"/>
                    </a:cubicBezTo>
                    <a:cubicBezTo>
                      <a:pt x="135" y="30"/>
                      <a:pt x="135" y="30"/>
                      <a:pt x="135" y="30"/>
                    </a:cubicBezTo>
                    <a:cubicBezTo>
                      <a:pt x="135" y="30"/>
                      <a:pt x="135" y="30"/>
                      <a:pt x="136" y="31"/>
                    </a:cubicBezTo>
                    <a:cubicBezTo>
                      <a:pt x="136" y="31"/>
                      <a:pt x="136" y="32"/>
                      <a:pt x="137" y="32"/>
                    </a:cubicBezTo>
                    <a:cubicBezTo>
                      <a:pt x="138" y="33"/>
                      <a:pt x="139" y="33"/>
                      <a:pt x="140" y="33"/>
                    </a:cubicBezTo>
                    <a:cubicBezTo>
                      <a:pt x="142" y="33"/>
                      <a:pt x="142" y="32"/>
                      <a:pt x="143" y="31"/>
                    </a:cubicBezTo>
                    <a:cubicBezTo>
                      <a:pt x="144" y="30"/>
                      <a:pt x="144" y="29"/>
                      <a:pt x="144" y="28"/>
                    </a:cubicBezTo>
                    <a:cubicBezTo>
                      <a:pt x="144" y="27"/>
                      <a:pt x="143" y="26"/>
                      <a:pt x="142" y="25"/>
                    </a:cubicBezTo>
                    <a:cubicBezTo>
                      <a:pt x="141" y="23"/>
                      <a:pt x="141" y="22"/>
                      <a:pt x="141" y="22"/>
                    </a:cubicBezTo>
                    <a:cubicBezTo>
                      <a:pt x="141" y="21"/>
                      <a:pt x="141" y="20"/>
                      <a:pt x="141" y="20"/>
                    </a:cubicBezTo>
                    <a:cubicBezTo>
                      <a:pt x="142" y="19"/>
                      <a:pt x="142" y="19"/>
                      <a:pt x="143" y="19"/>
                    </a:cubicBezTo>
                    <a:cubicBezTo>
                      <a:pt x="144" y="18"/>
                      <a:pt x="144" y="18"/>
                      <a:pt x="145" y="19"/>
                    </a:cubicBezTo>
                    <a:cubicBezTo>
                      <a:pt x="146" y="20"/>
                      <a:pt x="147" y="20"/>
                      <a:pt x="147" y="21"/>
                    </a:cubicBezTo>
                    <a:cubicBezTo>
                      <a:pt x="147" y="22"/>
                      <a:pt x="147" y="23"/>
                      <a:pt x="147" y="24"/>
                    </a:cubicBezTo>
                    <a:cubicBezTo>
                      <a:pt x="147" y="24"/>
                      <a:pt x="147" y="24"/>
                      <a:pt x="147" y="24"/>
                    </a:cubicBezTo>
                    <a:cubicBezTo>
                      <a:pt x="149" y="21"/>
                      <a:pt x="149" y="21"/>
                      <a:pt x="149" y="21"/>
                    </a:cubicBezTo>
                    <a:cubicBezTo>
                      <a:pt x="149" y="21"/>
                      <a:pt x="149" y="21"/>
                      <a:pt x="148" y="21"/>
                    </a:cubicBezTo>
                    <a:cubicBezTo>
                      <a:pt x="148" y="21"/>
                      <a:pt x="148" y="21"/>
                      <a:pt x="148" y="21"/>
                    </a:cubicBezTo>
                    <a:cubicBezTo>
                      <a:pt x="148" y="21"/>
                      <a:pt x="147" y="20"/>
                      <a:pt x="147" y="20"/>
                    </a:cubicBezTo>
                    <a:cubicBezTo>
                      <a:pt x="147" y="19"/>
                      <a:pt x="146" y="19"/>
                      <a:pt x="146" y="19"/>
                    </a:cubicBezTo>
                    <a:cubicBezTo>
                      <a:pt x="145" y="18"/>
                      <a:pt x="144" y="18"/>
                      <a:pt x="143" y="18"/>
                    </a:cubicBezTo>
                    <a:cubicBezTo>
                      <a:pt x="141" y="18"/>
                      <a:pt x="141" y="19"/>
                      <a:pt x="140" y="19"/>
                    </a:cubicBezTo>
                    <a:cubicBezTo>
                      <a:pt x="139" y="20"/>
                      <a:pt x="139" y="21"/>
                      <a:pt x="139" y="22"/>
                    </a:cubicBezTo>
                    <a:cubicBezTo>
                      <a:pt x="140" y="23"/>
                      <a:pt x="140" y="24"/>
                      <a:pt x="141" y="25"/>
                    </a:cubicBezTo>
                    <a:close/>
                    <a:moveTo>
                      <a:pt x="154" y="26"/>
                    </a:moveTo>
                    <a:cubicBezTo>
                      <a:pt x="154" y="26"/>
                      <a:pt x="154" y="26"/>
                      <a:pt x="154" y="26"/>
                    </a:cubicBezTo>
                    <a:cubicBezTo>
                      <a:pt x="159" y="31"/>
                      <a:pt x="159" y="31"/>
                      <a:pt x="159" y="31"/>
                    </a:cubicBezTo>
                    <a:cubicBezTo>
                      <a:pt x="159" y="31"/>
                      <a:pt x="159" y="31"/>
                      <a:pt x="159" y="31"/>
                    </a:cubicBezTo>
                    <a:cubicBezTo>
                      <a:pt x="158" y="30"/>
                      <a:pt x="158" y="30"/>
                      <a:pt x="158" y="30"/>
                    </a:cubicBezTo>
                    <a:cubicBezTo>
                      <a:pt x="157" y="29"/>
                      <a:pt x="157" y="29"/>
                      <a:pt x="157" y="29"/>
                    </a:cubicBezTo>
                    <a:cubicBezTo>
                      <a:pt x="157" y="29"/>
                      <a:pt x="157" y="29"/>
                      <a:pt x="156" y="30"/>
                    </a:cubicBezTo>
                    <a:cubicBezTo>
                      <a:pt x="147" y="39"/>
                      <a:pt x="147" y="39"/>
                      <a:pt x="147" y="39"/>
                    </a:cubicBezTo>
                    <a:cubicBezTo>
                      <a:pt x="147" y="39"/>
                      <a:pt x="147" y="39"/>
                      <a:pt x="147" y="40"/>
                    </a:cubicBezTo>
                    <a:cubicBezTo>
                      <a:pt x="147" y="40"/>
                      <a:pt x="147" y="40"/>
                      <a:pt x="148" y="40"/>
                    </a:cubicBezTo>
                    <a:cubicBezTo>
                      <a:pt x="149" y="42"/>
                      <a:pt x="149" y="42"/>
                      <a:pt x="149" y="42"/>
                    </a:cubicBezTo>
                    <a:cubicBezTo>
                      <a:pt x="149" y="42"/>
                      <a:pt x="149" y="42"/>
                      <a:pt x="149" y="42"/>
                    </a:cubicBezTo>
                    <a:cubicBezTo>
                      <a:pt x="143" y="37"/>
                      <a:pt x="143" y="37"/>
                      <a:pt x="143" y="37"/>
                    </a:cubicBezTo>
                    <a:cubicBezTo>
                      <a:pt x="144" y="37"/>
                      <a:pt x="144" y="37"/>
                      <a:pt x="144" y="37"/>
                    </a:cubicBezTo>
                    <a:cubicBezTo>
                      <a:pt x="145" y="38"/>
                      <a:pt x="145" y="38"/>
                      <a:pt x="145" y="38"/>
                    </a:cubicBezTo>
                    <a:cubicBezTo>
                      <a:pt x="146" y="38"/>
                      <a:pt x="146" y="38"/>
                      <a:pt x="146" y="38"/>
                    </a:cubicBezTo>
                    <a:cubicBezTo>
                      <a:pt x="146" y="38"/>
                      <a:pt x="146" y="38"/>
                      <a:pt x="146" y="38"/>
                    </a:cubicBezTo>
                    <a:cubicBezTo>
                      <a:pt x="155" y="29"/>
                      <a:pt x="155" y="29"/>
                      <a:pt x="155" y="29"/>
                    </a:cubicBezTo>
                    <a:cubicBezTo>
                      <a:pt x="155" y="28"/>
                      <a:pt x="156" y="28"/>
                      <a:pt x="156" y="28"/>
                    </a:cubicBezTo>
                    <a:cubicBezTo>
                      <a:pt x="156" y="28"/>
                      <a:pt x="155" y="28"/>
                      <a:pt x="155" y="27"/>
                    </a:cubicBezTo>
                    <a:cubicBezTo>
                      <a:pt x="154" y="26"/>
                      <a:pt x="154" y="26"/>
                      <a:pt x="154" y="26"/>
                    </a:cubicBezTo>
                    <a:close/>
                    <a:moveTo>
                      <a:pt x="155" y="50"/>
                    </a:moveTo>
                    <a:cubicBezTo>
                      <a:pt x="156" y="50"/>
                      <a:pt x="156" y="50"/>
                      <a:pt x="156" y="50"/>
                    </a:cubicBezTo>
                    <a:cubicBezTo>
                      <a:pt x="155" y="49"/>
                      <a:pt x="155" y="49"/>
                      <a:pt x="155" y="49"/>
                    </a:cubicBezTo>
                    <a:cubicBezTo>
                      <a:pt x="155" y="49"/>
                      <a:pt x="155" y="49"/>
                      <a:pt x="155" y="49"/>
                    </a:cubicBezTo>
                    <a:cubicBezTo>
                      <a:pt x="155" y="49"/>
                      <a:pt x="155" y="48"/>
                      <a:pt x="155" y="48"/>
                    </a:cubicBezTo>
                    <a:cubicBezTo>
                      <a:pt x="165" y="40"/>
                      <a:pt x="165" y="40"/>
                      <a:pt x="165" y="40"/>
                    </a:cubicBezTo>
                    <a:cubicBezTo>
                      <a:pt x="166" y="40"/>
                      <a:pt x="166" y="40"/>
                      <a:pt x="166" y="40"/>
                    </a:cubicBezTo>
                    <a:cubicBezTo>
                      <a:pt x="166" y="40"/>
                      <a:pt x="166" y="40"/>
                      <a:pt x="167" y="40"/>
                    </a:cubicBezTo>
                    <a:cubicBezTo>
                      <a:pt x="167" y="41"/>
                      <a:pt x="167" y="42"/>
                      <a:pt x="167" y="42"/>
                    </a:cubicBezTo>
                    <a:cubicBezTo>
                      <a:pt x="167" y="43"/>
                      <a:pt x="167" y="43"/>
                      <a:pt x="166" y="45"/>
                    </a:cubicBezTo>
                    <a:cubicBezTo>
                      <a:pt x="166" y="45"/>
                      <a:pt x="166" y="45"/>
                      <a:pt x="166" y="45"/>
                    </a:cubicBezTo>
                    <a:cubicBezTo>
                      <a:pt x="169" y="42"/>
                      <a:pt x="169" y="42"/>
                      <a:pt x="169" y="42"/>
                    </a:cubicBezTo>
                    <a:cubicBezTo>
                      <a:pt x="163" y="35"/>
                      <a:pt x="163" y="35"/>
                      <a:pt x="163" y="35"/>
                    </a:cubicBezTo>
                    <a:cubicBezTo>
                      <a:pt x="160" y="37"/>
                      <a:pt x="160" y="37"/>
                      <a:pt x="160" y="37"/>
                    </a:cubicBezTo>
                    <a:cubicBezTo>
                      <a:pt x="160" y="37"/>
                      <a:pt x="160" y="37"/>
                      <a:pt x="160" y="37"/>
                    </a:cubicBezTo>
                    <a:cubicBezTo>
                      <a:pt x="162" y="37"/>
                      <a:pt x="163" y="37"/>
                      <a:pt x="163" y="37"/>
                    </a:cubicBezTo>
                    <a:cubicBezTo>
                      <a:pt x="163" y="37"/>
                      <a:pt x="164" y="37"/>
                      <a:pt x="164" y="38"/>
                    </a:cubicBezTo>
                    <a:cubicBezTo>
                      <a:pt x="165" y="38"/>
                      <a:pt x="165" y="38"/>
                      <a:pt x="165" y="38"/>
                    </a:cubicBezTo>
                    <a:cubicBezTo>
                      <a:pt x="165" y="39"/>
                      <a:pt x="165" y="39"/>
                      <a:pt x="164" y="39"/>
                    </a:cubicBezTo>
                    <a:cubicBezTo>
                      <a:pt x="154" y="47"/>
                      <a:pt x="154" y="47"/>
                      <a:pt x="154" y="47"/>
                    </a:cubicBezTo>
                    <a:cubicBezTo>
                      <a:pt x="154" y="47"/>
                      <a:pt x="154" y="47"/>
                      <a:pt x="154" y="47"/>
                    </a:cubicBezTo>
                    <a:cubicBezTo>
                      <a:pt x="154" y="47"/>
                      <a:pt x="153" y="47"/>
                      <a:pt x="153" y="47"/>
                    </a:cubicBezTo>
                    <a:cubicBezTo>
                      <a:pt x="153" y="46"/>
                      <a:pt x="153" y="46"/>
                      <a:pt x="153" y="46"/>
                    </a:cubicBezTo>
                    <a:cubicBezTo>
                      <a:pt x="152" y="47"/>
                      <a:pt x="152" y="47"/>
                      <a:pt x="152" y="47"/>
                    </a:cubicBezTo>
                    <a:cubicBezTo>
                      <a:pt x="155" y="50"/>
                      <a:pt x="155" y="50"/>
                      <a:pt x="155" y="50"/>
                    </a:cubicBezTo>
                    <a:close/>
                    <a:moveTo>
                      <a:pt x="174" y="54"/>
                    </a:moveTo>
                    <a:cubicBezTo>
                      <a:pt x="174" y="54"/>
                      <a:pt x="175" y="54"/>
                      <a:pt x="175" y="53"/>
                    </a:cubicBezTo>
                    <a:cubicBezTo>
                      <a:pt x="175" y="53"/>
                      <a:pt x="175" y="53"/>
                      <a:pt x="174" y="53"/>
                    </a:cubicBezTo>
                    <a:cubicBezTo>
                      <a:pt x="174" y="52"/>
                      <a:pt x="174" y="52"/>
                      <a:pt x="174" y="52"/>
                    </a:cubicBezTo>
                    <a:cubicBezTo>
                      <a:pt x="175" y="52"/>
                      <a:pt x="175" y="52"/>
                      <a:pt x="175" y="52"/>
                    </a:cubicBezTo>
                    <a:cubicBezTo>
                      <a:pt x="177" y="55"/>
                      <a:pt x="177" y="55"/>
                      <a:pt x="177" y="55"/>
                    </a:cubicBezTo>
                    <a:cubicBezTo>
                      <a:pt x="176" y="55"/>
                      <a:pt x="176" y="55"/>
                      <a:pt x="176" y="55"/>
                    </a:cubicBezTo>
                    <a:cubicBezTo>
                      <a:pt x="176" y="55"/>
                      <a:pt x="176" y="55"/>
                      <a:pt x="176" y="55"/>
                    </a:cubicBezTo>
                    <a:cubicBezTo>
                      <a:pt x="176" y="55"/>
                      <a:pt x="176" y="55"/>
                      <a:pt x="175" y="55"/>
                    </a:cubicBezTo>
                    <a:cubicBezTo>
                      <a:pt x="175" y="55"/>
                      <a:pt x="175" y="55"/>
                      <a:pt x="174" y="55"/>
                    </a:cubicBezTo>
                    <a:cubicBezTo>
                      <a:pt x="166" y="56"/>
                      <a:pt x="166" y="56"/>
                      <a:pt x="166" y="56"/>
                    </a:cubicBezTo>
                    <a:cubicBezTo>
                      <a:pt x="162" y="58"/>
                      <a:pt x="162" y="58"/>
                      <a:pt x="162" y="58"/>
                    </a:cubicBezTo>
                    <a:cubicBezTo>
                      <a:pt x="162" y="59"/>
                      <a:pt x="162" y="59"/>
                      <a:pt x="162" y="59"/>
                    </a:cubicBezTo>
                    <a:cubicBezTo>
                      <a:pt x="161" y="59"/>
                      <a:pt x="162" y="59"/>
                      <a:pt x="162" y="60"/>
                    </a:cubicBezTo>
                    <a:cubicBezTo>
                      <a:pt x="162" y="60"/>
                      <a:pt x="162" y="60"/>
                      <a:pt x="162" y="60"/>
                    </a:cubicBezTo>
                    <a:cubicBezTo>
                      <a:pt x="162" y="61"/>
                      <a:pt x="162" y="61"/>
                      <a:pt x="162" y="61"/>
                    </a:cubicBezTo>
                    <a:cubicBezTo>
                      <a:pt x="159" y="56"/>
                      <a:pt x="159" y="56"/>
                      <a:pt x="159" y="56"/>
                    </a:cubicBezTo>
                    <a:cubicBezTo>
                      <a:pt x="160" y="56"/>
                      <a:pt x="160" y="56"/>
                      <a:pt x="160" y="56"/>
                    </a:cubicBezTo>
                    <a:cubicBezTo>
                      <a:pt x="160" y="57"/>
                      <a:pt x="160" y="57"/>
                      <a:pt x="160" y="57"/>
                    </a:cubicBezTo>
                    <a:cubicBezTo>
                      <a:pt x="160" y="57"/>
                      <a:pt x="160" y="57"/>
                      <a:pt x="161" y="57"/>
                    </a:cubicBezTo>
                    <a:cubicBezTo>
                      <a:pt x="161" y="57"/>
                      <a:pt x="161" y="57"/>
                      <a:pt x="161" y="57"/>
                    </a:cubicBezTo>
                    <a:cubicBezTo>
                      <a:pt x="165" y="55"/>
                      <a:pt x="165" y="55"/>
                      <a:pt x="165" y="55"/>
                    </a:cubicBezTo>
                    <a:cubicBezTo>
                      <a:pt x="171" y="48"/>
                      <a:pt x="171" y="48"/>
                      <a:pt x="171" y="48"/>
                    </a:cubicBezTo>
                    <a:cubicBezTo>
                      <a:pt x="171" y="48"/>
                      <a:pt x="171" y="48"/>
                      <a:pt x="171" y="47"/>
                    </a:cubicBezTo>
                    <a:cubicBezTo>
                      <a:pt x="171" y="47"/>
                      <a:pt x="171" y="47"/>
                      <a:pt x="171" y="47"/>
                    </a:cubicBezTo>
                    <a:cubicBezTo>
                      <a:pt x="171" y="46"/>
                      <a:pt x="171" y="46"/>
                      <a:pt x="171" y="46"/>
                    </a:cubicBezTo>
                    <a:cubicBezTo>
                      <a:pt x="171" y="46"/>
                      <a:pt x="171" y="46"/>
                      <a:pt x="171" y="46"/>
                    </a:cubicBezTo>
                    <a:cubicBezTo>
                      <a:pt x="173" y="50"/>
                      <a:pt x="173" y="50"/>
                      <a:pt x="173" y="50"/>
                    </a:cubicBezTo>
                    <a:cubicBezTo>
                      <a:pt x="173" y="50"/>
                      <a:pt x="173" y="50"/>
                      <a:pt x="173" y="50"/>
                    </a:cubicBezTo>
                    <a:cubicBezTo>
                      <a:pt x="173" y="49"/>
                      <a:pt x="173" y="49"/>
                      <a:pt x="173" y="49"/>
                    </a:cubicBezTo>
                    <a:cubicBezTo>
                      <a:pt x="172" y="49"/>
                      <a:pt x="172" y="49"/>
                      <a:pt x="172" y="49"/>
                    </a:cubicBezTo>
                    <a:cubicBezTo>
                      <a:pt x="172" y="49"/>
                      <a:pt x="172" y="49"/>
                      <a:pt x="171" y="49"/>
                    </a:cubicBezTo>
                    <a:cubicBezTo>
                      <a:pt x="167" y="55"/>
                      <a:pt x="167" y="55"/>
                      <a:pt x="167" y="55"/>
                    </a:cubicBezTo>
                    <a:cubicBezTo>
                      <a:pt x="167" y="55"/>
                      <a:pt x="167" y="55"/>
                      <a:pt x="167" y="55"/>
                    </a:cubicBezTo>
                    <a:lnTo>
                      <a:pt x="174" y="54"/>
                    </a:lnTo>
                    <a:close/>
                  </a:path>
                </a:pathLst>
              </a:custGeom>
              <a:solidFill>
                <a:srgbClr val="FFFFFF"/>
              </a:solidFill>
              <a:ln w="3175" cap="flat">
                <a:solidFill>
                  <a:srgbClr val="FFFFFF"/>
                </a:solidFill>
                <a:prstDash val="solid"/>
                <a:miter lim="800000"/>
              </a:ln>
            </p:spPr>
            <p:txBody>
              <a:bodyPr anchor="ctr"/>
              <a:lstStyle/>
              <a:p>
                <a:pPr algn="ctr"/>
                <a:endParaRPr/>
              </a:p>
            </p:txBody>
          </p:sp>
          <p:sp>
            <p:nvSpPr>
              <p:cNvPr id="278" name="ïśľíḓé"/>
              <p:cNvSpPr/>
              <p:nvPr/>
            </p:nvSpPr>
            <p:spPr bwMode="auto">
              <a:xfrm>
                <a:off x="3667126" y="3184525"/>
                <a:ext cx="492125" cy="496888"/>
              </a:xfrm>
              <a:custGeom>
                <a:avLst/>
                <a:gdLst>
                  <a:gd name="T0" fmla="*/ 74 w 149"/>
                  <a:gd name="T1" fmla="*/ 0 h 149"/>
                  <a:gd name="T2" fmla="*/ 149 w 149"/>
                  <a:gd name="T3" fmla="*/ 74 h 149"/>
                  <a:gd name="T4" fmla="*/ 74 w 149"/>
                  <a:gd name="T5" fmla="*/ 149 h 149"/>
                  <a:gd name="T6" fmla="*/ 0 w 149"/>
                  <a:gd name="T7" fmla="*/ 74 h 149"/>
                  <a:gd name="T8" fmla="*/ 74 w 149"/>
                  <a:gd name="T9" fmla="*/ 0 h 149"/>
                  <a:gd name="T10" fmla="*/ 74 w 149"/>
                  <a:gd name="T11" fmla="*/ 2 h 149"/>
                  <a:gd name="T12" fmla="*/ 2 w 149"/>
                  <a:gd name="T13" fmla="*/ 74 h 149"/>
                  <a:gd name="T14" fmla="*/ 74 w 149"/>
                  <a:gd name="T15" fmla="*/ 146 h 149"/>
                  <a:gd name="T16" fmla="*/ 146 w 149"/>
                  <a:gd name="T17" fmla="*/ 74 h 149"/>
                  <a:gd name="T18" fmla="*/ 74 w 149"/>
                  <a:gd name="T19" fmla="*/ 2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49" h="149">
                    <a:moveTo>
                      <a:pt x="74" y="0"/>
                    </a:moveTo>
                    <a:cubicBezTo>
                      <a:pt x="115" y="0"/>
                      <a:pt x="149" y="33"/>
                      <a:pt x="149" y="74"/>
                    </a:cubicBezTo>
                    <a:cubicBezTo>
                      <a:pt x="149" y="115"/>
                      <a:pt x="115" y="149"/>
                      <a:pt x="74" y="149"/>
                    </a:cubicBezTo>
                    <a:cubicBezTo>
                      <a:pt x="33" y="149"/>
                      <a:pt x="0" y="115"/>
                      <a:pt x="0" y="74"/>
                    </a:cubicBezTo>
                    <a:cubicBezTo>
                      <a:pt x="0" y="33"/>
                      <a:pt x="33" y="0"/>
                      <a:pt x="74" y="0"/>
                    </a:cubicBezTo>
                    <a:close/>
                    <a:moveTo>
                      <a:pt x="74" y="2"/>
                    </a:moveTo>
                    <a:cubicBezTo>
                      <a:pt x="35" y="2"/>
                      <a:pt x="2" y="34"/>
                      <a:pt x="2" y="74"/>
                    </a:cubicBezTo>
                    <a:cubicBezTo>
                      <a:pt x="2" y="114"/>
                      <a:pt x="35" y="146"/>
                      <a:pt x="74" y="146"/>
                    </a:cubicBezTo>
                    <a:cubicBezTo>
                      <a:pt x="114" y="146"/>
                      <a:pt x="146" y="114"/>
                      <a:pt x="146" y="74"/>
                    </a:cubicBezTo>
                    <a:cubicBezTo>
                      <a:pt x="146" y="34"/>
                      <a:pt x="114" y="2"/>
                      <a:pt x="74" y="2"/>
                    </a:cubicBezTo>
                    <a:close/>
                  </a:path>
                </a:pathLst>
              </a:custGeom>
              <a:solidFill>
                <a:srgbClr val="00523A"/>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9" name="ïslíḍê"/>
              <p:cNvSpPr/>
              <p:nvPr/>
            </p:nvSpPr>
            <p:spPr bwMode="auto">
              <a:xfrm>
                <a:off x="3775076" y="3248025"/>
                <a:ext cx="274638" cy="146050"/>
              </a:xfrm>
              <a:custGeom>
                <a:avLst/>
                <a:gdLst>
                  <a:gd name="T0" fmla="*/ 10 w 83"/>
                  <a:gd name="T1" fmla="*/ 43 h 44"/>
                  <a:gd name="T2" fmla="*/ 18 w 83"/>
                  <a:gd name="T3" fmla="*/ 39 h 44"/>
                  <a:gd name="T4" fmla="*/ 67 w 83"/>
                  <a:gd name="T5" fmla="*/ 39 h 44"/>
                  <a:gd name="T6" fmla="*/ 73 w 83"/>
                  <a:gd name="T7" fmla="*/ 42 h 44"/>
                  <a:gd name="T8" fmla="*/ 76 w 83"/>
                  <a:gd name="T9" fmla="*/ 43 h 44"/>
                  <a:gd name="T10" fmla="*/ 83 w 83"/>
                  <a:gd name="T11" fmla="*/ 35 h 44"/>
                  <a:gd name="T12" fmla="*/ 76 w 83"/>
                  <a:gd name="T13" fmla="*/ 37 h 44"/>
                  <a:gd name="T14" fmla="*/ 69 w 83"/>
                  <a:gd name="T15" fmla="*/ 33 h 44"/>
                  <a:gd name="T16" fmla="*/ 70 w 83"/>
                  <a:gd name="T17" fmla="*/ 26 h 44"/>
                  <a:gd name="T18" fmla="*/ 64 w 83"/>
                  <a:gd name="T19" fmla="*/ 30 h 44"/>
                  <a:gd name="T20" fmla="*/ 59 w 83"/>
                  <a:gd name="T21" fmla="*/ 31 h 44"/>
                  <a:gd name="T22" fmla="*/ 56 w 83"/>
                  <a:gd name="T23" fmla="*/ 29 h 44"/>
                  <a:gd name="T24" fmla="*/ 56 w 83"/>
                  <a:gd name="T25" fmla="*/ 24 h 44"/>
                  <a:gd name="T26" fmla="*/ 58 w 83"/>
                  <a:gd name="T27" fmla="*/ 23 h 44"/>
                  <a:gd name="T28" fmla="*/ 58 w 83"/>
                  <a:gd name="T29" fmla="*/ 19 h 44"/>
                  <a:gd name="T30" fmla="*/ 54 w 83"/>
                  <a:gd name="T31" fmla="*/ 19 h 44"/>
                  <a:gd name="T32" fmla="*/ 53 w 83"/>
                  <a:gd name="T33" fmla="*/ 21 h 44"/>
                  <a:gd name="T34" fmla="*/ 44 w 83"/>
                  <a:gd name="T35" fmla="*/ 21 h 44"/>
                  <a:gd name="T36" fmla="*/ 43 w 83"/>
                  <a:gd name="T37" fmla="*/ 18 h 44"/>
                  <a:gd name="T38" fmla="*/ 44 w 83"/>
                  <a:gd name="T39" fmla="*/ 13 h 44"/>
                  <a:gd name="T40" fmla="*/ 43 w 83"/>
                  <a:gd name="T41" fmla="*/ 8 h 44"/>
                  <a:gd name="T42" fmla="*/ 43 w 83"/>
                  <a:gd name="T43" fmla="*/ 6 h 44"/>
                  <a:gd name="T44" fmla="*/ 43 w 83"/>
                  <a:gd name="T45" fmla="*/ 2 h 44"/>
                  <a:gd name="T46" fmla="*/ 43 w 83"/>
                  <a:gd name="T47" fmla="*/ 0 h 44"/>
                  <a:gd name="T48" fmla="*/ 40 w 83"/>
                  <a:gd name="T49" fmla="*/ 0 h 44"/>
                  <a:gd name="T50" fmla="*/ 39 w 83"/>
                  <a:gd name="T51" fmla="*/ 2 h 44"/>
                  <a:gd name="T52" fmla="*/ 39 w 83"/>
                  <a:gd name="T53" fmla="*/ 6 h 44"/>
                  <a:gd name="T54" fmla="*/ 39 w 83"/>
                  <a:gd name="T55" fmla="*/ 8 h 44"/>
                  <a:gd name="T56" fmla="*/ 38 w 83"/>
                  <a:gd name="T57" fmla="*/ 13 h 44"/>
                  <a:gd name="T58" fmla="*/ 38 w 83"/>
                  <a:gd name="T59" fmla="*/ 18 h 44"/>
                  <a:gd name="T60" fmla="*/ 38 w 83"/>
                  <a:gd name="T61" fmla="*/ 21 h 44"/>
                  <a:gd name="T62" fmla="*/ 30 w 83"/>
                  <a:gd name="T63" fmla="*/ 21 h 44"/>
                  <a:gd name="T64" fmla="*/ 29 w 83"/>
                  <a:gd name="T65" fmla="*/ 19 h 44"/>
                  <a:gd name="T66" fmla="*/ 25 w 83"/>
                  <a:gd name="T67" fmla="*/ 19 h 44"/>
                  <a:gd name="T68" fmla="*/ 25 w 83"/>
                  <a:gd name="T69" fmla="*/ 23 h 44"/>
                  <a:gd name="T70" fmla="*/ 26 w 83"/>
                  <a:gd name="T71" fmla="*/ 24 h 44"/>
                  <a:gd name="T72" fmla="*/ 27 w 83"/>
                  <a:gd name="T73" fmla="*/ 29 h 44"/>
                  <a:gd name="T74" fmla="*/ 22 w 83"/>
                  <a:gd name="T75" fmla="*/ 31 h 44"/>
                  <a:gd name="T76" fmla="*/ 13 w 83"/>
                  <a:gd name="T77" fmla="*/ 26 h 44"/>
                  <a:gd name="T78" fmla="*/ 13 w 83"/>
                  <a:gd name="T79" fmla="*/ 35 h 44"/>
                  <a:gd name="T80" fmla="*/ 7 w 83"/>
                  <a:gd name="T81" fmla="*/ 37 h 44"/>
                  <a:gd name="T82" fmla="*/ 0 w 83"/>
                  <a:gd name="T83" fmla="*/ 34 h 44"/>
                  <a:gd name="T84" fmla="*/ 5 w 83"/>
                  <a:gd name="T85" fmla="*/ 42 h 44"/>
                  <a:gd name="T86" fmla="*/ 10 w 83"/>
                  <a:gd name="T87" fmla="*/ 43 h 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83" h="44">
                    <a:moveTo>
                      <a:pt x="10" y="43"/>
                    </a:moveTo>
                    <a:cubicBezTo>
                      <a:pt x="18" y="39"/>
                      <a:pt x="18" y="39"/>
                      <a:pt x="18" y="39"/>
                    </a:cubicBezTo>
                    <a:cubicBezTo>
                      <a:pt x="67" y="39"/>
                      <a:pt x="67" y="39"/>
                      <a:pt x="67" y="39"/>
                    </a:cubicBezTo>
                    <a:cubicBezTo>
                      <a:pt x="73" y="42"/>
                      <a:pt x="73" y="42"/>
                      <a:pt x="73" y="42"/>
                    </a:cubicBezTo>
                    <a:cubicBezTo>
                      <a:pt x="74" y="43"/>
                      <a:pt x="75" y="43"/>
                      <a:pt x="76" y="43"/>
                    </a:cubicBezTo>
                    <a:cubicBezTo>
                      <a:pt x="80" y="42"/>
                      <a:pt x="83" y="35"/>
                      <a:pt x="83" y="35"/>
                    </a:cubicBezTo>
                    <a:cubicBezTo>
                      <a:pt x="83" y="35"/>
                      <a:pt x="79" y="38"/>
                      <a:pt x="76" y="37"/>
                    </a:cubicBezTo>
                    <a:cubicBezTo>
                      <a:pt x="73" y="37"/>
                      <a:pt x="69" y="36"/>
                      <a:pt x="69" y="33"/>
                    </a:cubicBezTo>
                    <a:cubicBezTo>
                      <a:pt x="69" y="30"/>
                      <a:pt x="70" y="27"/>
                      <a:pt x="70" y="26"/>
                    </a:cubicBezTo>
                    <a:cubicBezTo>
                      <a:pt x="70" y="26"/>
                      <a:pt x="67" y="29"/>
                      <a:pt x="64" y="30"/>
                    </a:cubicBezTo>
                    <a:cubicBezTo>
                      <a:pt x="61" y="32"/>
                      <a:pt x="60" y="31"/>
                      <a:pt x="59" y="31"/>
                    </a:cubicBezTo>
                    <a:cubicBezTo>
                      <a:pt x="57" y="30"/>
                      <a:pt x="56" y="29"/>
                      <a:pt x="56" y="29"/>
                    </a:cubicBezTo>
                    <a:cubicBezTo>
                      <a:pt x="56" y="24"/>
                      <a:pt x="56" y="24"/>
                      <a:pt x="56" y="24"/>
                    </a:cubicBezTo>
                    <a:cubicBezTo>
                      <a:pt x="58" y="23"/>
                      <a:pt x="58" y="23"/>
                      <a:pt x="58" y="23"/>
                    </a:cubicBezTo>
                    <a:cubicBezTo>
                      <a:pt x="58" y="19"/>
                      <a:pt x="58" y="19"/>
                      <a:pt x="58" y="19"/>
                    </a:cubicBezTo>
                    <a:cubicBezTo>
                      <a:pt x="54" y="19"/>
                      <a:pt x="54" y="19"/>
                      <a:pt x="54" y="19"/>
                    </a:cubicBezTo>
                    <a:cubicBezTo>
                      <a:pt x="54" y="19"/>
                      <a:pt x="54" y="21"/>
                      <a:pt x="53" y="21"/>
                    </a:cubicBezTo>
                    <a:cubicBezTo>
                      <a:pt x="52" y="21"/>
                      <a:pt x="44" y="21"/>
                      <a:pt x="44" y="21"/>
                    </a:cubicBezTo>
                    <a:cubicBezTo>
                      <a:pt x="44" y="21"/>
                      <a:pt x="43" y="20"/>
                      <a:pt x="43" y="18"/>
                    </a:cubicBezTo>
                    <a:cubicBezTo>
                      <a:pt x="44" y="17"/>
                      <a:pt x="44" y="17"/>
                      <a:pt x="44" y="13"/>
                    </a:cubicBezTo>
                    <a:cubicBezTo>
                      <a:pt x="44" y="10"/>
                      <a:pt x="44" y="9"/>
                      <a:pt x="43" y="8"/>
                    </a:cubicBezTo>
                    <a:cubicBezTo>
                      <a:pt x="43" y="7"/>
                      <a:pt x="42" y="7"/>
                      <a:pt x="43" y="6"/>
                    </a:cubicBezTo>
                    <a:cubicBezTo>
                      <a:pt x="44" y="5"/>
                      <a:pt x="44" y="4"/>
                      <a:pt x="43" y="2"/>
                    </a:cubicBezTo>
                    <a:cubicBezTo>
                      <a:pt x="42" y="1"/>
                      <a:pt x="43" y="2"/>
                      <a:pt x="43" y="0"/>
                    </a:cubicBezTo>
                    <a:cubicBezTo>
                      <a:pt x="40" y="0"/>
                      <a:pt x="40" y="0"/>
                      <a:pt x="40" y="0"/>
                    </a:cubicBezTo>
                    <a:cubicBezTo>
                      <a:pt x="39" y="0"/>
                      <a:pt x="40" y="1"/>
                      <a:pt x="39" y="2"/>
                    </a:cubicBezTo>
                    <a:cubicBezTo>
                      <a:pt x="38" y="3"/>
                      <a:pt x="38" y="5"/>
                      <a:pt x="39" y="6"/>
                    </a:cubicBezTo>
                    <a:cubicBezTo>
                      <a:pt x="39" y="7"/>
                      <a:pt x="40" y="7"/>
                      <a:pt x="39" y="8"/>
                    </a:cubicBezTo>
                    <a:cubicBezTo>
                      <a:pt x="38" y="9"/>
                      <a:pt x="38" y="10"/>
                      <a:pt x="38" y="13"/>
                    </a:cubicBezTo>
                    <a:cubicBezTo>
                      <a:pt x="38" y="16"/>
                      <a:pt x="38" y="17"/>
                      <a:pt x="38" y="18"/>
                    </a:cubicBezTo>
                    <a:cubicBezTo>
                      <a:pt x="39" y="20"/>
                      <a:pt x="38" y="21"/>
                      <a:pt x="38" y="21"/>
                    </a:cubicBezTo>
                    <a:cubicBezTo>
                      <a:pt x="37" y="21"/>
                      <a:pt x="30" y="21"/>
                      <a:pt x="30" y="21"/>
                    </a:cubicBezTo>
                    <a:cubicBezTo>
                      <a:pt x="30" y="21"/>
                      <a:pt x="29" y="20"/>
                      <a:pt x="29" y="19"/>
                    </a:cubicBezTo>
                    <a:cubicBezTo>
                      <a:pt x="25" y="19"/>
                      <a:pt x="25" y="19"/>
                      <a:pt x="25" y="19"/>
                    </a:cubicBezTo>
                    <a:cubicBezTo>
                      <a:pt x="25" y="23"/>
                      <a:pt x="25" y="23"/>
                      <a:pt x="25" y="23"/>
                    </a:cubicBezTo>
                    <a:cubicBezTo>
                      <a:pt x="26" y="24"/>
                      <a:pt x="26" y="24"/>
                      <a:pt x="26" y="24"/>
                    </a:cubicBezTo>
                    <a:cubicBezTo>
                      <a:pt x="27" y="29"/>
                      <a:pt x="27" y="29"/>
                      <a:pt x="27" y="29"/>
                    </a:cubicBezTo>
                    <a:cubicBezTo>
                      <a:pt x="27" y="29"/>
                      <a:pt x="24" y="31"/>
                      <a:pt x="22" y="31"/>
                    </a:cubicBezTo>
                    <a:cubicBezTo>
                      <a:pt x="19" y="31"/>
                      <a:pt x="13" y="26"/>
                      <a:pt x="13" y="26"/>
                    </a:cubicBezTo>
                    <a:cubicBezTo>
                      <a:pt x="13" y="26"/>
                      <a:pt x="14" y="33"/>
                      <a:pt x="13" y="35"/>
                    </a:cubicBezTo>
                    <a:cubicBezTo>
                      <a:pt x="13" y="37"/>
                      <a:pt x="10" y="37"/>
                      <a:pt x="7" y="37"/>
                    </a:cubicBezTo>
                    <a:cubicBezTo>
                      <a:pt x="4" y="37"/>
                      <a:pt x="0" y="35"/>
                      <a:pt x="0" y="34"/>
                    </a:cubicBezTo>
                    <a:cubicBezTo>
                      <a:pt x="0" y="34"/>
                      <a:pt x="3" y="40"/>
                      <a:pt x="5" y="42"/>
                    </a:cubicBezTo>
                    <a:cubicBezTo>
                      <a:pt x="7" y="44"/>
                      <a:pt x="10" y="43"/>
                      <a:pt x="10" y="43"/>
                    </a:cubicBez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80" name="íṡļïdê"/>
              <p:cNvSpPr/>
              <p:nvPr/>
            </p:nvSpPr>
            <p:spPr bwMode="auto">
              <a:xfrm>
                <a:off x="3614738" y="3370263"/>
                <a:ext cx="596900" cy="241300"/>
              </a:xfrm>
              <a:custGeom>
                <a:avLst/>
                <a:gdLst>
                  <a:gd name="T0" fmla="*/ 58 w 181"/>
                  <a:gd name="T1" fmla="*/ 72 h 72"/>
                  <a:gd name="T2" fmla="*/ 8 w 181"/>
                  <a:gd name="T3" fmla="*/ 72 h 72"/>
                  <a:gd name="T4" fmla="*/ 3 w 181"/>
                  <a:gd name="T5" fmla="*/ 63 h 72"/>
                  <a:gd name="T6" fmla="*/ 6 w 181"/>
                  <a:gd name="T7" fmla="*/ 63 h 72"/>
                  <a:gd name="T8" fmla="*/ 11 w 181"/>
                  <a:gd name="T9" fmla="*/ 55 h 72"/>
                  <a:gd name="T10" fmla="*/ 14 w 181"/>
                  <a:gd name="T11" fmla="*/ 55 h 72"/>
                  <a:gd name="T12" fmla="*/ 14 w 181"/>
                  <a:gd name="T13" fmla="*/ 29 h 72"/>
                  <a:gd name="T14" fmla="*/ 0 w 181"/>
                  <a:gd name="T15" fmla="*/ 4 h 72"/>
                  <a:gd name="T16" fmla="*/ 30 w 181"/>
                  <a:gd name="T17" fmla="*/ 0 h 72"/>
                  <a:gd name="T18" fmla="*/ 58 w 181"/>
                  <a:gd name="T19" fmla="*/ 8 h 72"/>
                  <a:gd name="T20" fmla="*/ 51 w 181"/>
                  <a:gd name="T21" fmla="*/ 25 h 72"/>
                  <a:gd name="T22" fmla="*/ 131 w 181"/>
                  <a:gd name="T23" fmla="*/ 25 h 72"/>
                  <a:gd name="T24" fmla="*/ 122 w 181"/>
                  <a:gd name="T25" fmla="*/ 8 h 72"/>
                  <a:gd name="T26" fmla="*/ 150 w 181"/>
                  <a:gd name="T27" fmla="*/ 0 h 72"/>
                  <a:gd name="T28" fmla="*/ 181 w 181"/>
                  <a:gd name="T29" fmla="*/ 5 h 72"/>
                  <a:gd name="T30" fmla="*/ 166 w 181"/>
                  <a:gd name="T31" fmla="*/ 28 h 72"/>
                  <a:gd name="T32" fmla="*/ 166 w 181"/>
                  <a:gd name="T33" fmla="*/ 55 h 72"/>
                  <a:gd name="T34" fmla="*/ 171 w 181"/>
                  <a:gd name="T35" fmla="*/ 55 h 72"/>
                  <a:gd name="T36" fmla="*/ 178 w 181"/>
                  <a:gd name="T37" fmla="*/ 65 h 72"/>
                  <a:gd name="T38" fmla="*/ 174 w 181"/>
                  <a:gd name="T39" fmla="*/ 72 h 72"/>
                  <a:gd name="T40" fmla="*/ 58 w 181"/>
                  <a:gd name="T41" fmla="*/ 72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1" h="72">
                    <a:moveTo>
                      <a:pt x="58" y="72"/>
                    </a:moveTo>
                    <a:cubicBezTo>
                      <a:pt x="8" y="72"/>
                      <a:pt x="8" y="72"/>
                      <a:pt x="8" y="72"/>
                    </a:cubicBezTo>
                    <a:cubicBezTo>
                      <a:pt x="3" y="63"/>
                      <a:pt x="3" y="63"/>
                      <a:pt x="3" y="63"/>
                    </a:cubicBezTo>
                    <a:cubicBezTo>
                      <a:pt x="6" y="63"/>
                      <a:pt x="6" y="63"/>
                      <a:pt x="6" y="63"/>
                    </a:cubicBezTo>
                    <a:cubicBezTo>
                      <a:pt x="7" y="61"/>
                      <a:pt x="10" y="57"/>
                      <a:pt x="11" y="55"/>
                    </a:cubicBezTo>
                    <a:cubicBezTo>
                      <a:pt x="12" y="55"/>
                      <a:pt x="13" y="55"/>
                      <a:pt x="14" y="55"/>
                    </a:cubicBezTo>
                    <a:cubicBezTo>
                      <a:pt x="14" y="45"/>
                      <a:pt x="14" y="39"/>
                      <a:pt x="14" y="29"/>
                    </a:cubicBezTo>
                    <a:cubicBezTo>
                      <a:pt x="6" y="25"/>
                      <a:pt x="0" y="19"/>
                      <a:pt x="0" y="4"/>
                    </a:cubicBezTo>
                    <a:cubicBezTo>
                      <a:pt x="13" y="19"/>
                      <a:pt x="25" y="20"/>
                      <a:pt x="30" y="0"/>
                    </a:cubicBezTo>
                    <a:cubicBezTo>
                      <a:pt x="40" y="22"/>
                      <a:pt x="50" y="16"/>
                      <a:pt x="58" y="8"/>
                    </a:cubicBezTo>
                    <a:cubicBezTo>
                      <a:pt x="59" y="17"/>
                      <a:pt x="51" y="24"/>
                      <a:pt x="51" y="25"/>
                    </a:cubicBezTo>
                    <a:cubicBezTo>
                      <a:pt x="131" y="25"/>
                      <a:pt x="131" y="25"/>
                      <a:pt x="131" y="25"/>
                    </a:cubicBezTo>
                    <a:cubicBezTo>
                      <a:pt x="128" y="21"/>
                      <a:pt x="123" y="15"/>
                      <a:pt x="122" y="8"/>
                    </a:cubicBezTo>
                    <a:cubicBezTo>
                      <a:pt x="131" y="18"/>
                      <a:pt x="141" y="23"/>
                      <a:pt x="150" y="0"/>
                    </a:cubicBezTo>
                    <a:cubicBezTo>
                      <a:pt x="160" y="23"/>
                      <a:pt x="169" y="16"/>
                      <a:pt x="181" y="5"/>
                    </a:cubicBezTo>
                    <a:cubicBezTo>
                      <a:pt x="178" y="23"/>
                      <a:pt x="174" y="23"/>
                      <a:pt x="166" y="28"/>
                    </a:cubicBezTo>
                    <a:cubicBezTo>
                      <a:pt x="166" y="38"/>
                      <a:pt x="166" y="45"/>
                      <a:pt x="166" y="55"/>
                    </a:cubicBezTo>
                    <a:cubicBezTo>
                      <a:pt x="168" y="55"/>
                      <a:pt x="169" y="55"/>
                      <a:pt x="171" y="55"/>
                    </a:cubicBezTo>
                    <a:cubicBezTo>
                      <a:pt x="178" y="65"/>
                      <a:pt x="178" y="65"/>
                      <a:pt x="178" y="65"/>
                    </a:cubicBezTo>
                    <a:cubicBezTo>
                      <a:pt x="174" y="72"/>
                      <a:pt x="174" y="72"/>
                      <a:pt x="174" y="72"/>
                    </a:cubicBezTo>
                    <a:lnTo>
                      <a:pt x="58" y="72"/>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81" name="iş1ïďe"/>
              <p:cNvSpPr/>
              <p:nvPr/>
            </p:nvSpPr>
            <p:spPr bwMode="auto">
              <a:xfrm>
                <a:off x="3624263" y="3381375"/>
                <a:ext cx="577850" cy="200025"/>
              </a:xfrm>
              <a:custGeom>
                <a:avLst/>
                <a:gdLst>
                  <a:gd name="T0" fmla="*/ 130 w 175"/>
                  <a:gd name="T1" fmla="*/ 51 h 60"/>
                  <a:gd name="T2" fmla="*/ 130 w 175"/>
                  <a:gd name="T3" fmla="*/ 50 h 60"/>
                  <a:gd name="T4" fmla="*/ 48 w 175"/>
                  <a:gd name="T5" fmla="*/ 50 h 60"/>
                  <a:gd name="T6" fmla="*/ 48 w 175"/>
                  <a:gd name="T7" fmla="*/ 51 h 60"/>
                  <a:gd name="T8" fmla="*/ 52 w 175"/>
                  <a:gd name="T9" fmla="*/ 51 h 60"/>
                  <a:gd name="T10" fmla="*/ 48 w 175"/>
                  <a:gd name="T11" fmla="*/ 60 h 60"/>
                  <a:gd name="T12" fmla="*/ 7 w 175"/>
                  <a:gd name="T13" fmla="*/ 60 h 60"/>
                  <a:gd name="T14" fmla="*/ 10 w 175"/>
                  <a:gd name="T15" fmla="*/ 54 h 60"/>
                  <a:gd name="T16" fmla="*/ 14 w 175"/>
                  <a:gd name="T17" fmla="*/ 54 h 60"/>
                  <a:gd name="T18" fmla="*/ 13 w 175"/>
                  <a:gd name="T19" fmla="*/ 25 h 60"/>
                  <a:gd name="T20" fmla="*/ 0 w 175"/>
                  <a:gd name="T21" fmla="*/ 7 h 60"/>
                  <a:gd name="T22" fmla="*/ 28 w 175"/>
                  <a:gd name="T23" fmla="*/ 0 h 60"/>
                  <a:gd name="T24" fmla="*/ 55 w 175"/>
                  <a:gd name="T25" fmla="*/ 7 h 60"/>
                  <a:gd name="T26" fmla="*/ 48 w 175"/>
                  <a:gd name="T27" fmla="*/ 22 h 60"/>
                  <a:gd name="T28" fmla="*/ 127 w 175"/>
                  <a:gd name="T29" fmla="*/ 22 h 60"/>
                  <a:gd name="T30" fmla="*/ 119 w 175"/>
                  <a:gd name="T31" fmla="*/ 7 h 60"/>
                  <a:gd name="T32" fmla="*/ 147 w 175"/>
                  <a:gd name="T33" fmla="*/ 0 h 60"/>
                  <a:gd name="T34" fmla="*/ 175 w 175"/>
                  <a:gd name="T35" fmla="*/ 7 h 60"/>
                  <a:gd name="T36" fmla="*/ 161 w 175"/>
                  <a:gd name="T37" fmla="*/ 24 h 60"/>
                  <a:gd name="T38" fmla="*/ 161 w 175"/>
                  <a:gd name="T39" fmla="*/ 53 h 60"/>
                  <a:gd name="T40" fmla="*/ 165 w 175"/>
                  <a:gd name="T41" fmla="*/ 53 h 60"/>
                  <a:gd name="T42" fmla="*/ 169 w 175"/>
                  <a:gd name="T43" fmla="*/ 60 h 60"/>
                  <a:gd name="T44" fmla="*/ 128 w 175"/>
                  <a:gd name="T45" fmla="*/ 60 h 60"/>
                  <a:gd name="T46" fmla="*/ 124 w 175"/>
                  <a:gd name="T47" fmla="*/ 51 h 60"/>
                  <a:gd name="T48" fmla="*/ 130 w 175"/>
                  <a:gd name="T49" fmla="*/ 51 h 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75" h="60">
                    <a:moveTo>
                      <a:pt x="130" y="51"/>
                    </a:moveTo>
                    <a:cubicBezTo>
                      <a:pt x="130" y="50"/>
                      <a:pt x="130" y="50"/>
                      <a:pt x="130" y="50"/>
                    </a:cubicBezTo>
                    <a:cubicBezTo>
                      <a:pt x="48" y="50"/>
                      <a:pt x="48" y="50"/>
                      <a:pt x="48" y="50"/>
                    </a:cubicBezTo>
                    <a:cubicBezTo>
                      <a:pt x="48" y="51"/>
                      <a:pt x="48" y="51"/>
                      <a:pt x="48" y="51"/>
                    </a:cubicBezTo>
                    <a:cubicBezTo>
                      <a:pt x="52" y="51"/>
                      <a:pt x="52" y="51"/>
                      <a:pt x="52" y="51"/>
                    </a:cubicBezTo>
                    <a:cubicBezTo>
                      <a:pt x="48" y="60"/>
                      <a:pt x="48" y="60"/>
                      <a:pt x="48" y="60"/>
                    </a:cubicBezTo>
                    <a:cubicBezTo>
                      <a:pt x="34" y="60"/>
                      <a:pt x="20" y="60"/>
                      <a:pt x="7" y="60"/>
                    </a:cubicBezTo>
                    <a:cubicBezTo>
                      <a:pt x="8" y="58"/>
                      <a:pt x="9" y="56"/>
                      <a:pt x="10" y="54"/>
                    </a:cubicBezTo>
                    <a:cubicBezTo>
                      <a:pt x="11" y="54"/>
                      <a:pt x="12" y="54"/>
                      <a:pt x="14" y="54"/>
                    </a:cubicBezTo>
                    <a:cubicBezTo>
                      <a:pt x="14" y="44"/>
                      <a:pt x="13" y="34"/>
                      <a:pt x="13" y="25"/>
                    </a:cubicBezTo>
                    <a:cubicBezTo>
                      <a:pt x="5" y="20"/>
                      <a:pt x="1" y="14"/>
                      <a:pt x="0" y="7"/>
                    </a:cubicBezTo>
                    <a:cubicBezTo>
                      <a:pt x="12" y="18"/>
                      <a:pt x="22" y="17"/>
                      <a:pt x="28" y="0"/>
                    </a:cubicBezTo>
                    <a:cubicBezTo>
                      <a:pt x="37" y="22"/>
                      <a:pt x="47" y="15"/>
                      <a:pt x="55" y="7"/>
                    </a:cubicBezTo>
                    <a:cubicBezTo>
                      <a:pt x="55" y="14"/>
                      <a:pt x="50" y="17"/>
                      <a:pt x="48" y="22"/>
                    </a:cubicBezTo>
                    <a:cubicBezTo>
                      <a:pt x="127" y="22"/>
                      <a:pt x="127" y="22"/>
                      <a:pt x="127" y="22"/>
                    </a:cubicBezTo>
                    <a:cubicBezTo>
                      <a:pt x="125" y="18"/>
                      <a:pt x="120" y="14"/>
                      <a:pt x="119" y="7"/>
                    </a:cubicBezTo>
                    <a:cubicBezTo>
                      <a:pt x="127" y="15"/>
                      <a:pt x="137" y="22"/>
                      <a:pt x="147" y="0"/>
                    </a:cubicBezTo>
                    <a:cubicBezTo>
                      <a:pt x="153" y="17"/>
                      <a:pt x="163" y="18"/>
                      <a:pt x="175" y="7"/>
                    </a:cubicBezTo>
                    <a:cubicBezTo>
                      <a:pt x="173" y="14"/>
                      <a:pt x="169" y="19"/>
                      <a:pt x="161" y="24"/>
                    </a:cubicBezTo>
                    <a:cubicBezTo>
                      <a:pt x="161" y="34"/>
                      <a:pt x="161" y="44"/>
                      <a:pt x="161" y="53"/>
                    </a:cubicBezTo>
                    <a:cubicBezTo>
                      <a:pt x="162" y="53"/>
                      <a:pt x="164" y="53"/>
                      <a:pt x="165" y="53"/>
                    </a:cubicBezTo>
                    <a:cubicBezTo>
                      <a:pt x="166" y="55"/>
                      <a:pt x="167" y="58"/>
                      <a:pt x="169" y="60"/>
                    </a:cubicBezTo>
                    <a:cubicBezTo>
                      <a:pt x="155" y="60"/>
                      <a:pt x="142" y="60"/>
                      <a:pt x="128" y="60"/>
                    </a:cubicBezTo>
                    <a:cubicBezTo>
                      <a:pt x="124" y="51"/>
                      <a:pt x="124" y="51"/>
                      <a:pt x="124" y="51"/>
                    </a:cubicBezTo>
                    <a:lnTo>
                      <a:pt x="130" y="51"/>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82" name="ïṩḷíḍé"/>
              <p:cNvSpPr/>
              <p:nvPr/>
            </p:nvSpPr>
            <p:spPr bwMode="auto">
              <a:xfrm>
                <a:off x="4065588"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3" name="ïśľíḍè"/>
              <p:cNvSpPr/>
              <p:nvPr/>
            </p:nvSpPr>
            <p:spPr bwMode="auto">
              <a:xfrm>
                <a:off x="3740151"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4" name="í$ḻîḋè"/>
              <p:cNvSpPr/>
              <p:nvPr/>
            </p:nvSpPr>
            <p:spPr bwMode="auto">
              <a:xfrm>
                <a:off x="4125913"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5" name="iṣļíḋe"/>
              <p:cNvSpPr/>
              <p:nvPr/>
            </p:nvSpPr>
            <p:spPr bwMode="auto">
              <a:xfrm>
                <a:off x="3709988"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6" name="iṩḷiḓé"/>
              <p:cNvSpPr/>
              <p:nvPr/>
            </p:nvSpPr>
            <p:spPr bwMode="auto">
              <a:xfrm>
                <a:off x="4095751"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7" name="iSľiḍè"/>
              <p:cNvSpPr/>
              <p:nvPr/>
            </p:nvSpPr>
            <p:spPr bwMode="auto">
              <a:xfrm>
                <a:off x="3663951" y="3460750"/>
                <a:ext cx="495300" cy="317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8" name="ïṩḷîḍe"/>
              <p:cNvSpPr/>
              <p:nvPr/>
            </p:nvSpPr>
            <p:spPr bwMode="auto">
              <a:xfrm>
                <a:off x="3663951" y="3473450"/>
                <a:ext cx="115888"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9" name="íšḻiḑê"/>
              <p:cNvSpPr/>
              <p:nvPr/>
            </p:nvSpPr>
            <p:spPr bwMode="auto">
              <a:xfrm>
                <a:off x="3789363" y="3473450"/>
                <a:ext cx="428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0" name="ïṩļïďè"/>
              <p:cNvSpPr/>
              <p:nvPr/>
            </p:nvSpPr>
            <p:spPr bwMode="auto">
              <a:xfrm>
                <a:off x="3851276" y="3473450"/>
                <a:ext cx="57150"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1" name="îṥlïḋê"/>
              <p:cNvSpPr/>
              <p:nvPr/>
            </p:nvSpPr>
            <p:spPr bwMode="auto">
              <a:xfrm>
                <a:off x="3917951" y="3473450"/>
                <a:ext cx="555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2" name="îṧľïdè"/>
              <p:cNvSpPr/>
              <p:nvPr/>
            </p:nvSpPr>
            <p:spPr bwMode="auto">
              <a:xfrm>
                <a:off x="3994151" y="3473450"/>
                <a:ext cx="428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3" name="iSḷîḓê"/>
              <p:cNvSpPr/>
              <p:nvPr/>
            </p:nvSpPr>
            <p:spPr bwMode="auto">
              <a:xfrm>
                <a:off x="4046538" y="3473450"/>
                <a:ext cx="11271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4" name="îślíďè"/>
              <p:cNvSpPr/>
              <p:nvPr/>
            </p:nvSpPr>
            <p:spPr bwMode="auto">
              <a:xfrm>
                <a:off x="3979863" y="3473450"/>
                <a:ext cx="7938"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5" name="iSḻïḍè"/>
              <p:cNvSpPr/>
              <p:nvPr/>
            </p:nvSpPr>
            <p:spPr bwMode="auto">
              <a:xfrm>
                <a:off x="3838576" y="3473450"/>
                <a:ext cx="6350"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6" name="ïṡliḑê"/>
              <p:cNvSpPr/>
              <p:nvPr/>
            </p:nvSpPr>
            <p:spPr bwMode="auto">
              <a:xfrm>
                <a:off x="3851276" y="3384550"/>
                <a:ext cx="26988"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97" name="islïďé"/>
              <p:cNvSpPr/>
              <p:nvPr/>
            </p:nvSpPr>
            <p:spPr bwMode="auto">
              <a:xfrm>
                <a:off x="3817938" y="3384550"/>
                <a:ext cx="26988" cy="15875"/>
              </a:xfrm>
              <a:custGeom>
                <a:avLst/>
                <a:gdLst>
                  <a:gd name="T0" fmla="*/ 7 w 8"/>
                  <a:gd name="T1" fmla="*/ 0 h 5"/>
                  <a:gd name="T2" fmla="*/ 8 w 8"/>
                  <a:gd name="T3" fmla="*/ 2 h 5"/>
                  <a:gd name="T4" fmla="*/ 1 w 8"/>
                  <a:gd name="T5" fmla="*/ 5 h 5"/>
                  <a:gd name="T6" fmla="*/ 7 w 8"/>
                  <a:gd name="T7" fmla="*/ 0 h 5"/>
                  <a:gd name="T8" fmla="*/ 7 w 8"/>
                  <a:gd name="T9" fmla="*/ 0 h 5"/>
                  <a:gd name="T10" fmla="*/ 7 w 8"/>
                  <a:gd name="T11" fmla="*/ 0 h 5"/>
                </a:gdLst>
                <a:ahLst/>
                <a:cxnLst>
                  <a:cxn ang="0">
                    <a:pos x="T0" y="T1"/>
                  </a:cxn>
                  <a:cxn ang="0">
                    <a:pos x="T2" y="T3"/>
                  </a:cxn>
                  <a:cxn ang="0">
                    <a:pos x="T4" y="T5"/>
                  </a:cxn>
                  <a:cxn ang="0">
                    <a:pos x="T6" y="T7"/>
                  </a:cxn>
                  <a:cxn ang="0">
                    <a:pos x="T8" y="T9"/>
                  </a:cxn>
                  <a:cxn ang="0">
                    <a:pos x="T10" y="T11"/>
                  </a:cxn>
                </a:cxnLst>
                <a:rect l="0" t="0" r="r" b="b"/>
                <a:pathLst>
                  <a:path w="8" h="5">
                    <a:moveTo>
                      <a:pt x="7" y="0"/>
                    </a:moveTo>
                    <a:cubicBezTo>
                      <a:pt x="8" y="2"/>
                      <a:pt x="8" y="2"/>
                      <a:pt x="8" y="2"/>
                    </a:cubicBezTo>
                    <a:cubicBezTo>
                      <a:pt x="1" y="5"/>
                      <a:pt x="1" y="5"/>
                      <a:pt x="1" y="5"/>
                    </a:cubicBezTo>
                    <a:cubicBezTo>
                      <a:pt x="1" y="5"/>
                      <a:pt x="0" y="2"/>
                      <a:pt x="7" y="0"/>
                    </a:cubicBezTo>
                    <a:close/>
                    <a:moveTo>
                      <a:pt x="7" y="0"/>
                    </a:moveTo>
                    <a:cubicBezTo>
                      <a:pt x="7" y="0"/>
                      <a:pt x="7" y="0"/>
                      <a:pt x="7"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98" name="îṥḷîdé"/>
              <p:cNvSpPr/>
              <p:nvPr/>
            </p:nvSpPr>
            <p:spPr bwMode="auto">
              <a:xfrm>
                <a:off x="3983038" y="3384550"/>
                <a:ext cx="26988" cy="15875"/>
              </a:xfrm>
              <a:custGeom>
                <a:avLst/>
                <a:gdLst>
                  <a:gd name="T0" fmla="*/ 1 w 8"/>
                  <a:gd name="T1" fmla="*/ 0 h 5"/>
                  <a:gd name="T2" fmla="*/ 0 w 8"/>
                  <a:gd name="T3" fmla="*/ 2 h 5"/>
                  <a:gd name="T4" fmla="*/ 7 w 8"/>
                  <a:gd name="T5" fmla="*/ 5 h 5"/>
                  <a:gd name="T6" fmla="*/ 1 w 8"/>
                  <a:gd name="T7" fmla="*/ 0 h 5"/>
                  <a:gd name="T8" fmla="*/ 1 w 8"/>
                  <a:gd name="T9" fmla="*/ 0 h 5"/>
                  <a:gd name="T10" fmla="*/ 1 w 8"/>
                  <a:gd name="T11" fmla="*/ 0 h 5"/>
                </a:gdLst>
                <a:ahLst/>
                <a:cxnLst>
                  <a:cxn ang="0">
                    <a:pos x="T0" y="T1"/>
                  </a:cxn>
                  <a:cxn ang="0">
                    <a:pos x="T2" y="T3"/>
                  </a:cxn>
                  <a:cxn ang="0">
                    <a:pos x="T4" y="T5"/>
                  </a:cxn>
                  <a:cxn ang="0">
                    <a:pos x="T6" y="T7"/>
                  </a:cxn>
                  <a:cxn ang="0">
                    <a:pos x="T8" y="T9"/>
                  </a:cxn>
                  <a:cxn ang="0">
                    <a:pos x="T10" y="T11"/>
                  </a:cxn>
                </a:cxnLst>
                <a:rect l="0" t="0" r="r" b="b"/>
                <a:pathLst>
                  <a:path w="8" h="5">
                    <a:moveTo>
                      <a:pt x="1" y="0"/>
                    </a:moveTo>
                    <a:cubicBezTo>
                      <a:pt x="0" y="2"/>
                      <a:pt x="0" y="2"/>
                      <a:pt x="0" y="2"/>
                    </a:cubicBezTo>
                    <a:cubicBezTo>
                      <a:pt x="7" y="5"/>
                      <a:pt x="7" y="5"/>
                      <a:pt x="7" y="5"/>
                    </a:cubicBezTo>
                    <a:cubicBezTo>
                      <a:pt x="7" y="5"/>
                      <a:pt x="8" y="2"/>
                      <a:pt x="1" y="0"/>
                    </a:cubicBezTo>
                    <a:close/>
                    <a:moveTo>
                      <a:pt x="1" y="0"/>
                    </a:moveTo>
                    <a:cubicBezTo>
                      <a:pt x="1" y="0"/>
                      <a:pt x="1" y="0"/>
                      <a:pt x="1"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99" name="isḷîḋé"/>
              <p:cNvSpPr/>
              <p:nvPr/>
            </p:nvSpPr>
            <p:spPr bwMode="auto">
              <a:xfrm>
                <a:off x="3884613" y="3384550"/>
                <a:ext cx="26988"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0" name="iśḷïḑè"/>
              <p:cNvSpPr/>
              <p:nvPr/>
            </p:nvSpPr>
            <p:spPr bwMode="auto">
              <a:xfrm>
                <a:off x="3917951" y="3384550"/>
                <a:ext cx="25400"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1" name="iṧľiďé"/>
              <p:cNvSpPr/>
              <p:nvPr/>
            </p:nvSpPr>
            <p:spPr bwMode="auto">
              <a:xfrm>
                <a:off x="3951288" y="3384550"/>
                <a:ext cx="25400"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2" name="išľïḍé"/>
              <p:cNvSpPr/>
              <p:nvPr/>
            </p:nvSpPr>
            <p:spPr bwMode="auto">
              <a:xfrm>
                <a:off x="3771901" y="3484563"/>
                <a:ext cx="7938"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3" name="îŝlîḑè"/>
              <p:cNvSpPr/>
              <p:nvPr/>
            </p:nvSpPr>
            <p:spPr bwMode="auto">
              <a:xfrm>
                <a:off x="3786188" y="3484563"/>
                <a:ext cx="46038" cy="60325"/>
              </a:xfrm>
              <a:custGeom>
                <a:avLst/>
                <a:gdLst>
                  <a:gd name="T0" fmla="*/ 8 w 29"/>
                  <a:gd name="T1" fmla="*/ 0 h 38"/>
                  <a:gd name="T2" fmla="*/ 20 w 29"/>
                  <a:gd name="T3" fmla="*/ 0 h 38"/>
                  <a:gd name="T4" fmla="*/ 29 w 29"/>
                  <a:gd name="T5" fmla="*/ 8 h 38"/>
                  <a:gd name="T6" fmla="*/ 29 w 29"/>
                  <a:gd name="T7" fmla="*/ 38 h 38"/>
                  <a:gd name="T8" fmla="*/ 0 w 29"/>
                  <a:gd name="T9" fmla="*/ 38 h 38"/>
                  <a:gd name="T10" fmla="*/ 0 w 29"/>
                  <a:gd name="T11" fmla="*/ 8 h 38"/>
                  <a:gd name="T12" fmla="*/ 8 w 29"/>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29" h="38">
                    <a:moveTo>
                      <a:pt x="8" y="0"/>
                    </a:moveTo>
                    <a:lnTo>
                      <a:pt x="20" y="0"/>
                    </a:lnTo>
                    <a:lnTo>
                      <a:pt x="29" y="8"/>
                    </a:lnTo>
                    <a:lnTo>
                      <a:pt x="29" y="38"/>
                    </a:lnTo>
                    <a:lnTo>
                      <a:pt x="0" y="38"/>
                    </a:lnTo>
                    <a:lnTo>
                      <a:pt x="0" y="8"/>
                    </a:lnTo>
                    <a:lnTo>
                      <a:pt x="8"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4" name="îṩḻíḓe"/>
              <p:cNvSpPr/>
              <p:nvPr/>
            </p:nvSpPr>
            <p:spPr bwMode="auto">
              <a:xfrm>
                <a:off x="3994151" y="3484563"/>
                <a:ext cx="46038" cy="60325"/>
              </a:xfrm>
              <a:custGeom>
                <a:avLst/>
                <a:gdLst>
                  <a:gd name="T0" fmla="*/ 8 w 29"/>
                  <a:gd name="T1" fmla="*/ 0 h 38"/>
                  <a:gd name="T2" fmla="*/ 18 w 29"/>
                  <a:gd name="T3" fmla="*/ 0 h 38"/>
                  <a:gd name="T4" fmla="*/ 29 w 29"/>
                  <a:gd name="T5" fmla="*/ 8 h 38"/>
                  <a:gd name="T6" fmla="*/ 29 w 29"/>
                  <a:gd name="T7" fmla="*/ 38 h 38"/>
                  <a:gd name="T8" fmla="*/ 0 w 29"/>
                  <a:gd name="T9" fmla="*/ 38 h 38"/>
                  <a:gd name="T10" fmla="*/ 0 w 29"/>
                  <a:gd name="T11" fmla="*/ 8 h 38"/>
                  <a:gd name="T12" fmla="*/ 8 w 29"/>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29" h="38">
                    <a:moveTo>
                      <a:pt x="8" y="0"/>
                    </a:moveTo>
                    <a:lnTo>
                      <a:pt x="18" y="0"/>
                    </a:lnTo>
                    <a:lnTo>
                      <a:pt x="29" y="8"/>
                    </a:lnTo>
                    <a:lnTo>
                      <a:pt x="29" y="38"/>
                    </a:lnTo>
                    <a:lnTo>
                      <a:pt x="0" y="38"/>
                    </a:lnTo>
                    <a:lnTo>
                      <a:pt x="0" y="8"/>
                    </a:lnTo>
                    <a:lnTo>
                      <a:pt x="8"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5" name="î$1îdè"/>
              <p:cNvSpPr/>
              <p:nvPr/>
            </p:nvSpPr>
            <p:spPr bwMode="auto">
              <a:xfrm>
                <a:off x="3851276" y="3484563"/>
                <a:ext cx="122238" cy="60325"/>
              </a:xfrm>
              <a:custGeom>
                <a:avLst/>
                <a:gdLst>
                  <a:gd name="T0" fmla="*/ 9 w 77"/>
                  <a:gd name="T1" fmla="*/ 0 h 38"/>
                  <a:gd name="T2" fmla="*/ 69 w 77"/>
                  <a:gd name="T3" fmla="*/ 0 h 38"/>
                  <a:gd name="T4" fmla="*/ 77 w 77"/>
                  <a:gd name="T5" fmla="*/ 8 h 38"/>
                  <a:gd name="T6" fmla="*/ 77 w 77"/>
                  <a:gd name="T7" fmla="*/ 38 h 38"/>
                  <a:gd name="T8" fmla="*/ 0 w 77"/>
                  <a:gd name="T9" fmla="*/ 38 h 38"/>
                  <a:gd name="T10" fmla="*/ 0 w 77"/>
                  <a:gd name="T11" fmla="*/ 8 h 38"/>
                  <a:gd name="T12" fmla="*/ 9 w 77"/>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77" h="38">
                    <a:moveTo>
                      <a:pt x="9" y="0"/>
                    </a:moveTo>
                    <a:lnTo>
                      <a:pt x="69" y="0"/>
                    </a:lnTo>
                    <a:lnTo>
                      <a:pt x="77" y="8"/>
                    </a:lnTo>
                    <a:lnTo>
                      <a:pt x="77" y="38"/>
                    </a:lnTo>
                    <a:lnTo>
                      <a:pt x="0" y="38"/>
                    </a:lnTo>
                    <a:lnTo>
                      <a:pt x="0" y="8"/>
                    </a:lnTo>
                    <a:lnTo>
                      <a:pt x="9"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6" name="iśľïḓe"/>
              <p:cNvSpPr/>
              <p:nvPr/>
            </p:nvSpPr>
            <p:spPr bwMode="auto">
              <a:xfrm>
                <a:off x="4046538" y="3484563"/>
                <a:ext cx="6350"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7" name="iṣļïḑè"/>
              <p:cNvSpPr/>
              <p:nvPr/>
            </p:nvSpPr>
            <p:spPr bwMode="auto">
              <a:xfrm>
                <a:off x="3838576" y="3484563"/>
                <a:ext cx="6350"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8" name="iṡḷidé"/>
              <p:cNvSpPr/>
              <p:nvPr/>
            </p:nvSpPr>
            <p:spPr bwMode="auto">
              <a:xfrm>
                <a:off x="3979863" y="3484563"/>
                <a:ext cx="3175"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9" name="íṡḷíḋe"/>
              <p:cNvSpPr/>
              <p:nvPr/>
            </p:nvSpPr>
            <p:spPr bwMode="auto">
              <a:xfrm>
                <a:off x="3811588" y="3551238"/>
                <a:ext cx="20478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0" name="íŝ1iḑê"/>
              <p:cNvSpPr/>
              <p:nvPr/>
            </p:nvSpPr>
            <p:spPr bwMode="auto">
              <a:xfrm>
                <a:off x="3805238" y="3557588"/>
                <a:ext cx="214313"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1" name="îṩḷiḑe"/>
              <p:cNvSpPr/>
              <p:nvPr/>
            </p:nvSpPr>
            <p:spPr bwMode="auto">
              <a:xfrm>
                <a:off x="3802063" y="3567113"/>
                <a:ext cx="220663" cy="1588"/>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2" name="iṧḻiḑê"/>
              <p:cNvSpPr/>
              <p:nvPr/>
            </p:nvSpPr>
            <p:spPr bwMode="auto">
              <a:xfrm>
                <a:off x="3802063" y="3570288"/>
                <a:ext cx="22383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3" name="ïṣḻîḋè"/>
              <p:cNvSpPr/>
              <p:nvPr/>
            </p:nvSpPr>
            <p:spPr bwMode="auto">
              <a:xfrm>
                <a:off x="3795713" y="3581400"/>
                <a:ext cx="234950"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4" name="îṡ1îḍé"/>
              <p:cNvSpPr/>
              <p:nvPr/>
            </p:nvSpPr>
            <p:spPr bwMode="auto">
              <a:xfrm>
                <a:off x="3633788" y="3587750"/>
                <a:ext cx="560388" cy="6350"/>
              </a:xfrm>
              <a:custGeom>
                <a:avLst/>
                <a:gdLst>
                  <a:gd name="T0" fmla="*/ 0 w 353"/>
                  <a:gd name="T1" fmla="*/ 0 h 4"/>
                  <a:gd name="T2" fmla="*/ 353 w 353"/>
                  <a:gd name="T3" fmla="*/ 0 h 4"/>
                  <a:gd name="T4" fmla="*/ 351 w 353"/>
                  <a:gd name="T5" fmla="*/ 4 h 4"/>
                  <a:gd name="T6" fmla="*/ 2 w 353"/>
                  <a:gd name="T7" fmla="*/ 4 h 4"/>
                  <a:gd name="T8" fmla="*/ 0 w 353"/>
                  <a:gd name="T9" fmla="*/ 0 h 4"/>
                </a:gdLst>
                <a:ahLst/>
                <a:cxnLst>
                  <a:cxn ang="0">
                    <a:pos x="T0" y="T1"/>
                  </a:cxn>
                  <a:cxn ang="0">
                    <a:pos x="T2" y="T3"/>
                  </a:cxn>
                  <a:cxn ang="0">
                    <a:pos x="T4" y="T5"/>
                  </a:cxn>
                  <a:cxn ang="0">
                    <a:pos x="T6" y="T7"/>
                  </a:cxn>
                  <a:cxn ang="0">
                    <a:pos x="T8" y="T9"/>
                  </a:cxn>
                </a:cxnLst>
                <a:rect l="0" t="0" r="r" b="b"/>
                <a:pathLst>
                  <a:path w="353" h="4">
                    <a:moveTo>
                      <a:pt x="0" y="0"/>
                    </a:moveTo>
                    <a:lnTo>
                      <a:pt x="353" y="0"/>
                    </a:lnTo>
                    <a:lnTo>
                      <a:pt x="351" y="4"/>
                    </a:lnTo>
                    <a:lnTo>
                      <a:pt x="2" y="4"/>
                    </a:lnTo>
                    <a:lnTo>
                      <a:pt x="0" y="0"/>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15" name="îš1íḑe"/>
              <p:cNvSpPr/>
              <p:nvPr/>
            </p:nvSpPr>
            <p:spPr bwMode="auto">
              <a:xfrm>
                <a:off x="3640138" y="3600450"/>
                <a:ext cx="547688" cy="6350"/>
              </a:xfrm>
              <a:custGeom>
                <a:avLst/>
                <a:gdLst>
                  <a:gd name="T0" fmla="*/ 0 w 345"/>
                  <a:gd name="T1" fmla="*/ 0 h 4"/>
                  <a:gd name="T2" fmla="*/ 345 w 345"/>
                  <a:gd name="T3" fmla="*/ 0 h 4"/>
                  <a:gd name="T4" fmla="*/ 343 w 345"/>
                  <a:gd name="T5" fmla="*/ 4 h 4"/>
                  <a:gd name="T6" fmla="*/ 2 w 345"/>
                  <a:gd name="T7" fmla="*/ 4 h 4"/>
                  <a:gd name="T8" fmla="*/ 0 w 345"/>
                  <a:gd name="T9" fmla="*/ 0 h 4"/>
                </a:gdLst>
                <a:ahLst/>
                <a:cxnLst>
                  <a:cxn ang="0">
                    <a:pos x="T0" y="T1"/>
                  </a:cxn>
                  <a:cxn ang="0">
                    <a:pos x="T2" y="T3"/>
                  </a:cxn>
                  <a:cxn ang="0">
                    <a:pos x="T4" y="T5"/>
                  </a:cxn>
                  <a:cxn ang="0">
                    <a:pos x="T6" y="T7"/>
                  </a:cxn>
                  <a:cxn ang="0">
                    <a:pos x="T8" y="T9"/>
                  </a:cxn>
                </a:cxnLst>
                <a:rect l="0" t="0" r="r" b="b"/>
                <a:pathLst>
                  <a:path w="345" h="4">
                    <a:moveTo>
                      <a:pt x="0" y="0"/>
                    </a:moveTo>
                    <a:lnTo>
                      <a:pt x="345" y="0"/>
                    </a:lnTo>
                    <a:lnTo>
                      <a:pt x="343" y="4"/>
                    </a:lnTo>
                    <a:lnTo>
                      <a:pt x="2" y="4"/>
                    </a:lnTo>
                    <a:lnTo>
                      <a:pt x="0" y="0"/>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16" name="iš1ïḍe"/>
              <p:cNvSpPr/>
              <p:nvPr/>
            </p:nvSpPr>
            <p:spPr bwMode="auto">
              <a:xfrm>
                <a:off x="3736976" y="3406775"/>
                <a:ext cx="352425" cy="4763"/>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7" name="îSḻîde"/>
              <p:cNvSpPr/>
              <p:nvPr/>
            </p:nvSpPr>
            <p:spPr bwMode="auto">
              <a:xfrm>
                <a:off x="3746501" y="3417888"/>
                <a:ext cx="3333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8" name="î$ḻîḑé"/>
              <p:cNvSpPr/>
              <p:nvPr/>
            </p:nvSpPr>
            <p:spPr bwMode="auto">
              <a:xfrm>
                <a:off x="3805238" y="3417888"/>
                <a:ext cx="211138" cy="1588"/>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9" name="íŝļïḓe"/>
              <p:cNvSpPr/>
              <p:nvPr/>
            </p:nvSpPr>
            <p:spPr bwMode="auto">
              <a:xfrm>
                <a:off x="3811588"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20" name="îS1iḍé"/>
              <p:cNvSpPr/>
              <p:nvPr/>
            </p:nvSpPr>
            <p:spPr bwMode="auto">
              <a:xfrm>
                <a:off x="3802063"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21" name="išlïdé"/>
              <p:cNvSpPr/>
              <p:nvPr/>
            </p:nvSpPr>
            <p:spPr bwMode="auto">
              <a:xfrm>
                <a:off x="3789363" y="3421063"/>
                <a:ext cx="6350"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22" name="ïSlïde"/>
              <p:cNvSpPr/>
              <p:nvPr/>
            </p:nvSpPr>
            <p:spPr bwMode="auto">
              <a:xfrm>
                <a:off x="3822701"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3" name="îşľïďe"/>
              <p:cNvSpPr/>
              <p:nvPr/>
            </p:nvSpPr>
            <p:spPr bwMode="auto">
              <a:xfrm>
                <a:off x="3832226"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4" name="ïşľíďê"/>
              <p:cNvSpPr/>
              <p:nvPr/>
            </p:nvSpPr>
            <p:spPr bwMode="auto">
              <a:xfrm>
                <a:off x="38449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5" name="íś1ïdè"/>
              <p:cNvSpPr/>
              <p:nvPr/>
            </p:nvSpPr>
            <p:spPr bwMode="auto">
              <a:xfrm>
                <a:off x="3854451"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0" y="0"/>
                      <a:pt x="1" y="0"/>
                      <a:pt x="2" y="0"/>
                    </a:cubicBezTo>
                    <a:cubicBezTo>
                      <a:pt x="2" y="3"/>
                      <a:pt x="2" y="6"/>
                      <a:pt x="2"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6" name="iṩḷiḍe"/>
              <p:cNvSpPr/>
              <p:nvPr/>
            </p:nvSpPr>
            <p:spPr bwMode="auto">
              <a:xfrm>
                <a:off x="3865563"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7" name="ïŝ1iďè"/>
              <p:cNvSpPr/>
              <p:nvPr/>
            </p:nvSpPr>
            <p:spPr bwMode="auto">
              <a:xfrm>
                <a:off x="3878263"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8" name="íṩļíḋê"/>
              <p:cNvSpPr/>
              <p:nvPr/>
            </p:nvSpPr>
            <p:spPr bwMode="auto">
              <a:xfrm>
                <a:off x="3887788"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9" name="ïṧ1ïdè"/>
              <p:cNvSpPr/>
              <p:nvPr/>
            </p:nvSpPr>
            <p:spPr bwMode="auto">
              <a:xfrm>
                <a:off x="3897313"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0" name="íŝḻîḍé"/>
              <p:cNvSpPr/>
              <p:nvPr/>
            </p:nvSpPr>
            <p:spPr bwMode="auto">
              <a:xfrm>
                <a:off x="3908426"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1" name="îşḻïḓé"/>
              <p:cNvSpPr/>
              <p:nvPr/>
            </p:nvSpPr>
            <p:spPr bwMode="auto">
              <a:xfrm>
                <a:off x="39211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2" name="íśļíďè"/>
              <p:cNvSpPr/>
              <p:nvPr/>
            </p:nvSpPr>
            <p:spPr bwMode="auto">
              <a:xfrm>
                <a:off x="3930651"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3" name="iŝ1ïdé"/>
              <p:cNvSpPr/>
              <p:nvPr/>
            </p:nvSpPr>
            <p:spPr bwMode="auto">
              <a:xfrm>
                <a:off x="3940176"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4" name="is1ídè"/>
              <p:cNvSpPr/>
              <p:nvPr/>
            </p:nvSpPr>
            <p:spPr bwMode="auto">
              <a:xfrm>
                <a:off x="3951288"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2" y="0"/>
                      <a:pt x="2" y="0"/>
                    </a:cubicBezTo>
                    <a:cubicBezTo>
                      <a:pt x="2" y="3"/>
                      <a:pt x="2" y="6"/>
                      <a:pt x="2" y="9"/>
                    </a:cubicBezTo>
                    <a:cubicBezTo>
                      <a:pt x="2"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5" name="islíďê"/>
              <p:cNvSpPr/>
              <p:nvPr/>
            </p:nvSpPr>
            <p:spPr bwMode="auto">
              <a:xfrm>
                <a:off x="3963988"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6" name="iṩlíḑê"/>
              <p:cNvSpPr/>
              <p:nvPr/>
            </p:nvSpPr>
            <p:spPr bwMode="auto">
              <a:xfrm>
                <a:off x="3973513"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7" name="îṥḷïďê"/>
              <p:cNvSpPr/>
              <p:nvPr/>
            </p:nvSpPr>
            <p:spPr bwMode="auto">
              <a:xfrm>
                <a:off x="3983038"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8" name="íṥḻïďè"/>
              <p:cNvSpPr/>
              <p:nvPr/>
            </p:nvSpPr>
            <p:spPr bwMode="auto">
              <a:xfrm>
                <a:off x="39973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9" name="íṡḷíḍè"/>
              <p:cNvSpPr/>
              <p:nvPr/>
            </p:nvSpPr>
            <p:spPr bwMode="auto">
              <a:xfrm>
                <a:off x="4006851"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0" name="î$ḷîḑé"/>
              <p:cNvSpPr/>
              <p:nvPr/>
            </p:nvSpPr>
            <p:spPr bwMode="auto">
              <a:xfrm>
                <a:off x="4016376" y="3421063"/>
                <a:ext cx="6350"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1" name="í$ľîdè"/>
              <p:cNvSpPr/>
              <p:nvPr/>
            </p:nvSpPr>
            <p:spPr bwMode="auto">
              <a:xfrm>
                <a:off x="4025901" y="3421063"/>
                <a:ext cx="7938"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2" name="iṥ1iḍè"/>
              <p:cNvSpPr/>
              <p:nvPr/>
            </p:nvSpPr>
            <p:spPr bwMode="auto">
              <a:xfrm>
                <a:off x="4040188" y="3417888"/>
                <a:ext cx="3968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3" name="ïslidé"/>
              <p:cNvSpPr/>
              <p:nvPr/>
            </p:nvSpPr>
            <p:spPr bwMode="auto">
              <a:xfrm>
                <a:off x="3679826"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4" name="íṡlïďè"/>
              <p:cNvSpPr/>
              <p:nvPr/>
            </p:nvSpPr>
            <p:spPr bwMode="auto">
              <a:xfrm>
                <a:off x="3884613" y="3490913"/>
                <a:ext cx="55563" cy="53975"/>
              </a:xfrm>
              <a:custGeom>
                <a:avLst/>
                <a:gdLst>
                  <a:gd name="T0" fmla="*/ 0 w 35"/>
                  <a:gd name="T1" fmla="*/ 0 h 34"/>
                  <a:gd name="T2" fmla="*/ 35 w 35"/>
                  <a:gd name="T3" fmla="*/ 0 h 34"/>
                  <a:gd name="T4" fmla="*/ 35 w 35"/>
                  <a:gd name="T5" fmla="*/ 34 h 34"/>
                  <a:gd name="T6" fmla="*/ 0 w 35"/>
                  <a:gd name="T7" fmla="*/ 34 h 34"/>
                  <a:gd name="T8" fmla="*/ 0 w 35"/>
                  <a:gd name="T9" fmla="*/ 0 h 34"/>
                  <a:gd name="T10" fmla="*/ 0 w 35"/>
                  <a:gd name="T11" fmla="*/ 0 h 34"/>
                  <a:gd name="T12" fmla="*/ 4 w 35"/>
                  <a:gd name="T13" fmla="*/ 8 h 34"/>
                  <a:gd name="T14" fmla="*/ 4 w 35"/>
                  <a:gd name="T15" fmla="*/ 27 h 34"/>
                  <a:gd name="T16" fmla="*/ 8 w 35"/>
                  <a:gd name="T17" fmla="*/ 27 h 34"/>
                  <a:gd name="T18" fmla="*/ 8 w 35"/>
                  <a:gd name="T19" fmla="*/ 8 h 34"/>
                  <a:gd name="T20" fmla="*/ 4 w 35"/>
                  <a:gd name="T21" fmla="*/ 8 h 34"/>
                  <a:gd name="T22" fmla="*/ 4 w 35"/>
                  <a:gd name="T23" fmla="*/ 8 h 34"/>
                  <a:gd name="T24" fmla="*/ 29 w 35"/>
                  <a:gd name="T25" fmla="*/ 8 h 34"/>
                  <a:gd name="T26" fmla="*/ 29 w 35"/>
                  <a:gd name="T27" fmla="*/ 27 h 34"/>
                  <a:gd name="T28" fmla="*/ 31 w 35"/>
                  <a:gd name="T29" fmla="*/ 27 h 34"/>
                  <a:gd name="T30" fmla="*/ 31 w 35"/>
                  <a:gd name="T31" fmla="*/ 8 h 34"/>
                  <a:gd name="T32" fmla="*/ 29 w 35"/>
                  <a:gd name="T33" fmla="*/ 8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35" h="34">
                    <a:moveTo>
                      <a:pt x="0" y="0"/>
                    </a:moveTo>
                    <a:lnTo>
                      <a:pt x="35" y="0"/>
                    </a:lnTo>
                    <a:lnTo>
                      <a:pt x="35" y="34"/>
                    </a:lnTo>
                    <a:lnTo>
                      <a:pt x="0" y="34"/>
                    </a:lnTo>
                    <a:lnTo>
                      <a:pt x="0" y="0"/>
                    </a:lnTo>
                    <a:lnTo>
                      <a:pt x="0" y="0"/>
                    </a:lnTo>
                    <a:close/>
                    <a:moveTo>
                      <a:pt x="4" y="8"/>
                    </a:moveTo>
                    <a:lnTo>
                      <a:pt x="4" y="27"/>
                    </a:lnTo>
                    <a:lnTo>
                      <a:pt x="8" y="27"/>
                    </a:lnTo>
                    <a:lnTo>
                      <a:pt x="8" y="8"/>
                    </a:lnTo>
                    <a:lnTo>
                      <a:pt x="4" y="8"/>
                    </a:lnTo>
                    <a:lnTo>
                      <a:pt x="4" y="8"/>
                    </a:lnTo>
                    <a:close/>
                    <a:moveTo>
                      <a:pt x="29" y="8"/>
                    </a:moveTo>
                    <a:lnTo>
                      <a:pt x="29" y="27"/>
                    </a:lnTo>
                    <a:lnTo>
                      <a:pt x="31" y="27"/>
                    </a:lnTo>
                    <a:lnTo>
                      <a:pt x="31" y="8"/>
                    </a:lnTo>
                    <a:lnTo>
                      <a:pt x="29" y="8"/>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45" name="iṧ1ïḓè"/>
              <p:cNvSpPr/>
              <p:nvPr/>
            </p:nvSpPr>
            <p:spPr bwMode="auto">
              <a:xfrm>
                <a:off x="3551238" y="3067050"/>
                <a:ext cx="722313" cy="727075"/>
              </a:xfrm>
              <a:custGeom>
                <a:avLst/>
                <a:gdLst>
                  <a:gd name="T0" fmla="*/ 109 w 219"/>
                  <a:gd name="T1" fmla="*/ 0 h 218"/>
                  <a:gd name="T2" fmla="*/ 219 w 219"/>
                  <a:gd name="T3" fmla="*/ 109 h 218"/>
                  <a:gd name="T4" fmla="*/ 109 w 219"/>
                  <a:gd name="T5" fmla="*/ 218 h 218"/>
                  <a:gd name="T6" fmla="*/ 0 w 219"/>
                  <a:gd name="T7" fmla="*/ 109 h 218"/>
                  <a:gd name="T8" fmla="*/ 109 w 219"/>
                  <a:gd name="T9" fmla="*/ 0 h 218"/>
                  <a:gd name="T10" fmla="*/ 109 w 219"/>
                  <a:gd name="T11" fmla="*/ 3 h 218"/>
                  <a:gd name="T12" fmla="*/ 4 w 219"/>
                  <a:gd name="T13" fmla="*/ 109 h 218"/>
                  <a:gd name="T14" fmla="*/ 109 w 219"/>
                  <a:gd name="T15" fmla="*/ 215 h 218"/>
                  <a:gd name="T16" fmla="*/ 215 w 219"/>
                  <a:gd name="T17" fmla="*/ 109 h 218"/>
                  <a:gd name="T18" fmla="*/ 109 w 219"/>
                  <a:gd name="T19" fmla="*/ 3 h 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9" h="218">
                    <a:moveTo>
                      <a:pt x="109" y="0"/>
                    </a:moveTo>
                    <a:cubicBezTo>
                      <a:pt x="170" y="0"/>
                      <a:pt x="219" y="49"/>
                      <a:pt x="219" y="109"/>
                    </a:cubicBezTo>
                    <a:cubicBezTo>
                      <a:pt x="219" y="169"/>
                      <a:pt x="170" y="218"/>
                      <a:pt x="109" y="218"/>
                    </a:cubicBezTo>
                    <a:cubicBezTo>
                      <a:pt x="49" y="218"/>
                      <a:pt x="0" y="169"/>
                      <a:pt x="0" y="109"/>
                    </a:cubicBezTo>
                    <a:cubicBezTo>
                      <a:pt x="0" y="49"/>
                      <a:pt x="49" y="0"/>
                      <a:pt x="109" y="0"/>
                    </a:cubicBezTo>
                    <a:close/>
                    <a:moveTo>
                      <a:pt x="109" y="3"/>
                    </a:moveTo>
                    <a:cubicBezTo>
                      <a:pt x="51" y="3"/>
                      <a:pt x="4" y="51"/>
                      <a:pt x="4" y="109"/>
                    </a:cubicBezTo>
                    <a:cubicBezTo>
                      <a:pt x="4" y="167"/>
                      <a:pt x="51" y="215"/>
                      <a:pt x="109" y="215"/>
                    </a:cubicBezTo>
                    <a:cubicBezTo>
                      <a:pt x="168" y="215"/>
                      <a:pt x="215" y="167"/>
                      <a:pt x="215" y="109"/>
                    </a:cubicBezTo>
                    <a:cubicBezTo>
                      <a:pt x="215" y="51"/>
                      <a:pt x="168" y="3"/>
                      <a:pt x="109" y="3"/>
                    </a:cubicBez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nvGrpSpPr>
            <p:cNvPr id="247" name="íşḷïḑe"/>
            <p:cNvGrpSpPr/>
            <p:nvPr userDrawn="1"/>
          </p:nvGrpSpPr>
          <p:grpSpPr>
            <a:xfrm>
              <a:off x="4894762" y="471192"/>
              <a:ext cx="4437911" cy="1614111"/>
              <a:chOff x="4412452" y="3106738"/>
              <a:chExt cx="2312689" cy="841148"/>
            </a:xfrm>
          </p:grpSpPr>
          <p:grpSp>
            <p:nvGrpSpPr>
              <p:cNvPr id="248" name="îṥľíḑé"/>
              <p:cNvGrpSpPr/>
              <p:nvPr/>
            </p:nvGrpSpPr>
            <p:grpSpPr>
              <a:xfrm>
                <a:off x="4422776" y="3106738"/>
                <a:ext cx="2293937" cy="617538"/>
                <a:chOff x="4422776" y="3106738"/>
                <a:chExt cx="2293937" cy="617538"/>
              </a:xfrm>
            </p:grpSpPr>
            <p:sp>
              <p:nvSpPr>
                <p:cNvPr id="265" name="išḻiḑé"/>
                <p:cNvSpPr/>
                <p:nvPr/>
              </p:nvSpPr>
              <p:spPr bwMode="auto">
                <a:xfrm>
                  <a:off x="4811713" y="3200400"/>
                  <a:ext cx="49213" cy="100013"/>
                </a:xfrm>
                <a:custGeom>
                  <a:avLst/>
                  <a:gdLst>
                    <a:gd name="T0" fmla="*/ 0 w 15"/>
                    <a:gd name="T1" fmla="*/ 1 h 30"/>
                    <a:gd name="T2" fmla="*/ 1 w 15"/>
                    <a:gd name="T3" fmla="*/ 12 h 30"/>
                    <a:gd name="T4" fmla="*/ 0 w 15"/>
                    <a:gd name="T5" fmla="*/ 21 h 30"/>
                    <a:gd name="T6" fmla="*/ 2 w 15"/>
                    <a:gd name="T7" fmla="*/ 28 h 30"/>
                    <a:gd name="T8" fmla="*/ 7 w 15"/>
                    <a:gd name="T9" fmla="*/ 30 h 30"/>
                    <a:gd name="T10" fmla="*/ 12 w 15"/>
                    <a:gd name="T11" fmla="*/ 26 h 30"/>
                    <a:gd name="T12" fmla="*/ 15 w 15"/>
                    <a:gd name="T13" fmla="*/ 18 h 30"/>
                    <a:gd name="T14" fmla="*/ 3 w 15"/>
                    <a:gd name="T15" fmla="*/ 0 h 30"/>
                    <a:gd name="T16" fmla="*/ 0 w 15"/>
                    <a:gd name="T17" fmla="*/ 1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5" h="30">
                      <a:moveTo>
                        <a:pt x="0" y="1"/>
                      </a:moveTo>
                      <a:cubicBezTo>
                        <a:pt x="1" y="12"/>
                        <a:pt x="1" y="12"/>
                        <a:pt x="1" y="12"/>
                      </a:cubicBezTo>
                      <a:cubicBezTo>
                        <a:pt x="1" y="13"/>
                        <a:pt x="0" y="18"/>
                        <a:pt x="0" y="21"/>
                      </a:cubicBezTo>
                      <a:cubicBezTo>
                        <a:pt x="0" y="24"/>
                        <a:pt x="2" y="25"/>
                        <a:pt x="2" y="28"/>
                      </a:cubicBezTo>
                      <a:cubicBezTo>
                        <a:pt x="7" y="30"/>
                        <a:pt x="7" y="30"/>
                        <a:pt x="7" y="30"/>
                      </a:cubicBezTo>
                      <a:cubicBezTo>
                        <a:pt x="9" y="27"/>
                        <a:pt x="10" y="29"/>
                        <a:pt x="12" y="26"/>
                      </a:cubicBezTo>
                      <a:cubicBezTo>
                        <a:pt x="14" y="23"/>
                        <a:pt x="14" y="21"/>
                        <a:pt x="15" y="18"/>
                      </a:cubicBezTo>
                      <a:cubicBezTo>
                        <a:pt x="12" y="7"/>
                        <a:pt x="13" y="5"/>
                        <a:pt x="3" y="0"/>
                      </a:cubicBezTo>
                      <a:lnTo>
                        <a:pt x="0" y="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6" name="íṥľíďè"/>
                <p:cNvSpPr/>
                <p:nvPr/>
              </p:nvSpPr>
              <p:spPr bwMode="auto">
                <a:xfrm>
                  <a:off x="5221288" y="3184525"/>
                  <a:ext cx="36513" cy="122238"/>
                </a:xfrm>
                <a:custGeom>
                  <a:avLst/>
                  <a:gdLst>
                    <a:gd name="T0" fmla="*/ 0 w 11"/>
                    <a:gd name="T1" fmla="*/ 3 h 37"/>
                    <a:gd name="T2" fmla="*/ 2 w 11"/>
                    <a:gd name="T3" fmla="*/ 14 h 37"/>
                    <a:gd name="T4" fmla="*/ 0 w 11"/>
                    <a:gd name="T5" fmla="*/ 33 h 37"/>
                    <a:gd name="T6" fmla="*/ 0 w 11"/>
                    <a:gd name="T7" fmla="*/ 36 h 37"/>
                    <a:gd name="T8" fmla="*/ 2 w 11"/>
                    <a:gd name="T9" fmla="*/ 37 h 37"/>
                    <a:gd name="T10" fmla="*/ 8 w 11"/>
                    <a:gd name="T11" fmla="*/ 27 h 37"/>
                    <a:gd name="T12" fmla="*/ 11 w 11"/>
                    <a:gd name="T13" fmla="*/ 17 h 37"/>
                    <a:gd name="T14" fmla="*/ 11 w 11"/>
                    <a:gd name="T15" fmla="*/ 15 h 37"/>
                    <a:gd name="T16" fmla="*/ 7 w 11"/>
                    <a:gd name="T17" fmla="*/ 2 h 37"/>
                    <a:gd name="T18" fmla="*/ 2 w 11"/>
                    <a:gd name="T19" fmla="*/ 0 h 37"/>
                    <a:gd name="T20" fmla="*/ 0 w 11"/>
                    <a:gd name="T21" fmla="*/ 3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1" h="37">
                      <a:moveTo>
                        <a:pt x="0" y="3"/>
                      </a:moveTo>
                      <a:cubicBezTo>
                        <a:pt x="2" y="14"/>
                        <a:pt x="2" y="14"/>
                        <a:pt x="2" y="14"/>
                      </a:cubicBezTo>
                      <a:cubicBezTo>
                        <a:pt x="2" y="19"/>
                        <a:pt x="0" y="27"/>
                        <a:pt x="0" y="33"/>
                      </a:cubicBezTo>
                      <a:cubicBezTo>
                        <a:pt x="0" y="36"/>
                        <a:pt x="0" y="36"/>
                        <a:pt x="0" y="36"/>
                      </a:cubicBezTo>
                      <a:cubicBezTo>
                        <a:pt x="2" y="36"/>
                        <a:pt x="1" y="37"/>
                        <a:pt x="2" y="37"/>
                      </a:cubicBezTo>
                      <a:cubicBezTo>
                        <a:pt x="3" y="37"/>
                        <a:pt x="7" y="28"/>
                        <a:pt x="8" y="27"/>
                      </a:cubicBezTo>
                      <a:cubicBezTo>
                        <a:pt x="9" y="24"/>
                        <a:pt x="11" y="21"/>
                        <a:pt x="11" y="17"/>
                      </a:cubicBezTo>
                      <a:cubicBezTo>
                        <a:pt x="11" y="15"/>
                        <a:pt x="11" y="15"/>
                        <a:pt x="11" y="15"/>
                      </a:cubicBezTo>
                      <a:cubicBezTo>
                        <a:pt x="11" y="7"/>
                        <a:pt x="8" y="7"/>
                        <a:pt x="7" y="2"/>
                      </a:cubicBezTo>
                      <a:cubicBezTo>
                        <a:pt x="2" y="0"/>
                        <a:pt x="2" y="0"/>
                        <a:pt x="2" y="0"/>
                      </a:cubicBezTo>
                      <a:cubicBezTo>
                        <a:pt x="2" y="1"/>
                        <a:pt x="0" y="1"/>
                        <a:pt x="0" y="3"/>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7" name="íś1iḑe"/>
                <p:cNvSpPr/>
                <p:nvPr/>
              </p:nvSpPr>
              <p:spPr bwMode="auto">
                <a:xfrm>
                  <a:off x="4554538" y="3251200"/>
                  <a:ext cx="119063" cy="58738"/>
                </a:xfrm>
                <a:custGeom>
                  <a:avLst/>
                  <a:gdLst>
                    <a:gd name="T0" fmla="*/ 0 w 36"/>
                    <a:gd name="T1" fmla="*/ 15 h 18"/>
                    <a:gd name="T2" fmla="*/ 2 w 36"/>
                    <a:gd name="T3" fmla="*/ 16 h 18"/>
                    <a:gd name="T4" fmla="*/ 13 w 36"/>
                    <a:gd name="T5" fmla="*/ 18 h 18"/>
                    <a:gd name="T6" fmla="*/ 16 w 36"/>
                    <a:gd name="T7" fmla="*/ 18 h 18"/>
                    <a:gd name="T8" fmla="*/ 22 w 36"/>
                    <a:gd name="T9" fmla="*/ 17 h 18"/>
                    <a:gd name="T10" fmla="*/ 23 w 36"/>
                    <a:gd name="T11" fmla="*/ 17 h 18"/>
                    <a:gd name="T12" fmla="*/ 30 w 36"/>
                    <a:gd name="T13" fmla="*/ 13 h 18"/>
                    <a:gd name="T14" fmla="*/ 36 w 36"/>
                    <a:gd name="T15" fmla="*/ 8 h 18"/>
                    <a:gd name="T16" fmla="*/ 36 w 36"/>
                    <a:gd name="T17" fmla="*/ 7 h 18"/>
                    <a:gd name="T18" fmla="*/ 36 w 36"/>
                    <a:gd name="T19" fmla="*/ 4 h 18"/>
                    <a:gd name="T20" fmla="*/ 32 w 36"/>
                    <a:gd name="T21" fmla="*/ 0 h 18"/>
                    <a:gd name="T22" fmla="*/ 24 w 36"/>
                    <a:gd name="T23" fmla="*/ 3 h 18"/>
                    <a:gd name="T24" fmla="*/ 16 w 36"/>
                    <a:gd name="T25" fmla="*/ 7 h 18"/>
                    <a:gd name="T26" fmla="*/ 0 w 36"/>
                    <a:gd name="T27" fmla="*/ 15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6" h="18">
                      <a:moveTo>
                        <a:pt x="0" y="15"/>
                      </a:moveTo>
                      <a:cubicBezTo>
                        <a:pt x="1" y="16"/>
                        <a:pt x="1" y="16"/>
                        <a:pt x="2" y="16"/>
                      </a:cubicBezTo>
                      <a:cubicBezTo>
                        <a:pt x="6" y="16"/>
                        <a:pt x="9" y="18"/>
                        <a:pt x="13" y="18"/>
                      </a:cubicBezTo>
                      <a:cubicBezTo>
                        <a:pt x="16" y="18"/>
                        <a:pt x="16" y="18"/>
                        <a:pt x="16" y="18"/>
                      </a:cubicBezTo>
                      <a:cubicBezTo>
                        <a:pt x="22" y="17"/>
                        <a:pt x="22" y="17"/>
                        <a:pt x="22" y="17"/>
                      </a:cubicBezTo>
                      <a:cubicBezTo>
                        <a:pt x="23" y="17"/>
                        <a:pt x="23" y="17"/>
                        <a:pt x="23" y="17"/>
                      </a:cubicBezTo>
                      <a:cubicBezTo>
                        <a:pt x="26" y="16"/>
                        <a:pt x="28" y="14"/>
                        <a:pt x="30" y="13"/>
                      </a:cubicBezTo>
                      <a:cubicBezTo>
                        <a:pt x="34" y="11"/>
                        <a:pt x="33" y="10"/>
                        <a:pt x="36" y="8"/>
                      </a:cubicBezTo>
                      <a:cubicBezTo>
                        <a:pt x="36" y="7"/>
                        <a:pt x="36" y="7"/>
                        <a:pt x="36" y="7"/>
                      </a:cubicBezTo>
                      <a:cubicBezTo>
                        <a:pt x="36" y="4"/>
                        <a:pt x="36" y="4"/>
                        <a:pt x="36" y="4"/>
                      </a:cubicBezTo>
                      <a:cubicBezTo>
                        <a:pt x="36" y="1"/>
                        <a:pt x="33" y="2"/>
                        <a:pt x="32" y="0"/>
                      </a:cubicBezTo>
                      <a:cubicBezTo>
                        <a:pt x="29" y="1"/>
                        <a:pt x="27" y="1"/>
                        <a:pt x="24" y="3"/>
                      </a:cubicBezTo>
                      <a:cubicBezTo>
                        <a:pt x="21" y="4"/>
                        <a:pt x="19" y="6"/>
                        <a:pt x="16" y="7"/>
                      </a:cubicBezTo>
                      <a:cubicBezTo>
                        <a:pt x="11" y="11"/>
                        <a:pt x="4" y="10"/>
                        <a:pt x="0" y="1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8" name="iṩ1iḋè"/>
                <p:cNvSpPr/>
                <p:nvPr/>
              </p:nvSpPr>
              <p:spPr bwMode="auto">
                <a:xfrm>
                  <a:off x="6359526" y="3263900"/>
                  <a:ext cx="93663" cy="139700"/>
                </a:xfrm>
                <a:custGeom>
                  <a:avLst/>
                  <a:gdLst>
                    <a:gd name="T0" fmla="*/ 15 w 28"/>
                    <a:gd name="T1" fmla="*/ 1 h 42"/>
                    <a:gd name="T2" fmla="*/ 6 w 28"/>
                    <a:gd name="T3" fmla="*/ 11 h 42"/>
                    <a:gd name="T4" fmla="*/ 6 w 28"/>
                    <a:gd name="T5" fmla="*/ 13 h 42"/>
                    <a:gd name="T6" fmla="*/ 5 w 28"/>
                    <a:gd name="T7" fmla="*/ 16 h 42"/>
                    <a:gd name="T8" fmla="*/ 6 w 28"/>
                    <a:gd name="T9" fmla="*/ 20 h 42"/>
                    <a:gd name="T10" fmla="*/ 6 w 28"/>
                    <a:gd name="T11" fmla="*/ 21 h 42"/>
                    <a:gd name="T12" fmla="*/ 0 w 28"/>
                    <a:gd name="T13" fmla="*/ 38 h 42"/>
                    <a:gd name="T14" fmla="*/ 0 w 28"/>
                    <a:gd name="T15" fmla="*/ 41 h 42"/>
                    <a:gd name="T16" fmla="*/ 3 w 28"/>
                    <a:gd name="T17" fmla="*/ 42 h 42"/>
                    <a:gd name="T18" fmla="*/ 9 w 28"/>
                    <a:gd name="T19" fmla="*/ 32 h 42"/>
                    <a:gd name="T20" fmla="*/ 12 w 28"/>
                    <a:gd name="T21" fmla="*/ 26 h 42"/>
                    <a:gd name="T22" fmla="*/ 14 w 28"/>
                    <a:gd name="T23" fmla="*/ 26 h 42"/>
                    <a:gd name="T24" fmla="*/ 20 w 28"/>
                    <a:gd name="T25" fmla="*/ 26 h 42"/>
                    <a:gd name="T26" fmla="*/ 28 w 28"/>
                    <a:gd name="T27" fmla="*/ 14 h 42"/>
                    <a:gd name="T28" fmla="*/ 28 w 28"/>
                    <a:gd name="T29" fmla="*/ 6 h 42"/>
                    <a:gd name="T30" fmla="*/ 28 w 28"/>
                    <a:gd name="T31" fmla="*/ 5 h 42"/>
                    <a:gd name="T32" fmla="*/ 27 w 28"/>
                    <a:gd name="T33" fmla="*/ 3 h 42"/>
                    <a:gd name="T34" fmla="*/ 26 w 28"/>
                    <a:gd name="T35" fmla="*/ 3 h 42"/>
                    <a:gd name="T36" fmla="*/ 24 w 28"/>
                    <a:gd name="T37" fmla="*/ 3 h 42"/>
                    <a:gd name="T38" fmla="*/ 23 w 28"/>
                    <a:gd name="T39" fmla="*/ 3 h 42"/>
                    <a:gd name="T40" fmla="*/ 20 w 28"/>
                    <a:gd name="T41" fmla="*/ 0 h 42"/>
                    <a:gd name="T42" fmla="*/ 15 w 28"/>
                    <a:gd name="T43" fmla="*/ 1 h 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 h="42">
                      <a:moveTo>
                        <a:pt x="15" y="1"/>
                      </a:moveTo>
                      <a:cubicBezTo>
                        <a:pt x="15" y="10"/>
                        <a:pt x="8" y="6"/>
                        <a:pt x="6" y="11"/>
                      </a:cubicBezTo>
                      <a:cubicBezTo>
                        <a:pt x="6" y="13"/>
                        <a:pt x="6" y="13"/>
                        <a:pt x="6" y="13"/>
                      </a:cubicBezTo>
                      <a:cubicBezTo>
                        <a:pt x="6" y="14"/>
                        <a:pt x="5" y="14"/>
                        <a:pt x="5" y="16"/>
                      </a:cubicBezTo>
                      <a:cubicBezTo>
                        <a:pt x="6" y="20"/>
                        <a:pt x="6" y="20"/>
                        <a:pt x="6" y="20"/>
                      </a:cubicBezTo>
                      <a:cubicBezTo>
                        <a:pt x="6" y="21"/>
                        <a:pt x="6" y="21"/>
                        <a:pt x="6" y="21"/>
                      </a:cubicBezTo>
                      <a:cubicBezTo>
                        <a:pt x="6" y="29"/>
                        <a:pt x="0" y="31"/>
                        <a:pt x="0" y="38"/>
                      </a:cubicBezTo>
                      <a:cubicBezTo>
                        <a:pt x="0" y="41"/>
                        <a:pt x="0" y="41"/>
                        <a:pt x="0" y="41"/>
                      </a:cubicBezTo>
                      <a:cubicBezTo>
                        <a:pt x="2" y="42"/>
                        <a:pt x="2" y="42"/>
                        <a:pt x="3" y="42"/>
                      </a:cubicBezTo>
                      <a:cubicBezTo>
                        <a:pt x="7" y="42"/>
                        <a:pt x="9" y="36"/>
                        <a:pt x="9" y="32"/>
                      </a:cubicBezTo>
                      <a:cubicBezTo>
                        <a:pt x="9" y="29"/>
                        <a:pt x="10" y="26"/>
                        <a:pt x="12" y="26"/>
                      </a:cubicBezTo>
                      <a:cubicBezTo>
                        <a:pt x="14" y="26"/>
                        <a:pt x="14" y="26"/>
                        <a:pt x="14" y="26"/>
                      </a:cubicBezTo>
                      <a:cubicBezTo>
                        <a:pt x="20" y="26"/>
                        <a:pt x="20" y="26"/>
                        <a:pt x="20" y="26"/>
                      </a:cubicBezTo>
                      <a:cubicBezTo>
                        <a:pt x="24" y="24"/>
                        <a:pt x="28" y="21"/>
                        <a:pt x="28" y="14"/>
                      </a:cubicBezTo>
                      <a:cubicBezTo>
                        <a:pt x="28" y="6"/>
                        <a:pt x="28" y="6"/>
                        <a:pt x="28" y="6"/>
                      </a:cubicBezTo>
                      <a:cubicBezTo>
                        <a:pt x="28" y="5"/>
                        <a:pt x="28" y="5"/>
                        <a:pt x="28" y="5"/>
                      </a:cubicBezTo>
                      <a:cubicBezTo>
                        <a:pt x="27" y="3"/>
                        <a:pt x="27" y="3"/>
                        <a:pt x="27" y="3"/>
                      </a:cubicBezTo>
                      <a:cubicBezTo>
                        <a:pt x="26" y="3"/>
                        <a:pt x="26" y="3"/>
                        <a:pt x="26" y="3"/>
                      </a:cubicBezTo>
                      <a:cubicBezTo>
                        <a:pt x="24" y="3"/>
                        <a:pt x="24" y="3"/>
                        <a:pt x="24" y="3"/>
                      </a:cubicBezTo>
                      <a:cubicBezTo>
                        <a:pt x="23" y="3"/>
                        <a:pt x="23" y="3"/>
                        <a:pt x="23" y="3"/>
                      </a:cubicBezTo>
                      <a:cubicBezTo>
                        <a:pt x="20" y="0"/>
                        <a:pt x="20" y="0"/>
                        <a:pt x="20" y="0"/>
                      </a:cubicBezTo>
                      <a:lnTo>
                        <a:pt x="15" y="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9" name="íṩlïḓè"/>
                <p:cNvSpPr/>
                <p:nvPr/>
              </p:nvSpPr>
              <p:spPr bwMode="auto">
                <a:xfrm>
                  <a:off x="5826126" y="3273425"/>
                  <a:ext cx="223838" cy="293688"/>
                </a:xfrm>
                <a:custGeom>
                  <a:avLst/>
                  <a:gdLst>
                    <a:gd name="T0" fmla="*/ 38 w 68"/>
                    <a:gd name="T1" fmla="*/ 16 h 88"/>
                    <a:gd name="T2" fmla="*/ 40 w 68"/>
                    <a:gd name="T3" fmla="*/ 5 h 88"/>
                    <a:gd name="T4" fmla="*/ 36 w 68"/>
                    <a:gd name="T5" fmla="*/ 1 h 88"/>
                    <a:gd name="T6" fmla="*/ 36 w 68"/>
                    <a:gd name="T7" fmla="*/ 1 h 88"/>
                    <a:gd name="T8" fmla="*/ 33 w 68"/>
                    <a:gd name="T9" fmla="*/ 0 h 88"/>
                    <a:gd name="T10" fmla="*/ 24 w 68"/>
                    <a:gd name="T11" fmla="*/ 7 h 88"/>
                    <a:gd name="T12" fmla="*/ 24 w 68"/>
                    <a:gd name="T13" fmla="*/ 8 h 88"/>
                    <a:gd name="T14" fmla="*/ 26 w 68"/>
                    <a:gd name="T15" fmla="*/ 18 h 88"/>
                    <a:gd name="T16" fmla="*/ 27 w 68"/>
                    <a:gd name="T17" fmla="*/ 28 h 88"/>
                    <a:gd name="T18" fmla="*/ 27 w 68"/>
                    <a:gd name="T19" fmla="*/ 39 h 88"/>
                    <a:gd name="T20" fmla="*/ 16 w 68"/>
                    <a:gd name="T21" fmla="*/ 48 h 88"/>
                    <a:gd name="T22" fmla="*/ 7 w 68"/>
                    <a:gd name="T23" fmla="*/ 49 h 88"/>
                    <a:gd name="T24" fmla="*/ 5 w 68"/>
                    <a:gd name="T25" fmla="*/ 49 h 88"/>
                    <a:gd name="T26" fmla="*/ 4 w 68"/>
                    <a:gd name="T27" fmla="*/ 49 h 88"/>
                    <a:gd name="T28" fmla="*/ 0 w 68"/>
                    <a:gd name="T29" fmla="*/ 54 h 88"/>
                    <a:gd name="T30" fmla="*/ 5 w 68"/>
                    <a:gd name="T31" fmla="*/ 60 h 88"/>
                    <a:gd name="T32" fmla="*/ 11 w 68"/>
                    <a:gd name="T33" fmla="*/ 60 h 88"/>
                    <a:gd name="T34" fmla="*/ 13 w 68"/>
                    <a:gd name="T35" fmla="*/ 59 h 88"/>
                    <a:gd name="T36" fmla="*/ 20 w 68"/>
                    <a:gd name="T37" fmla="*/ 66 h 88"/>
                    <a:gd name="T38" fmla="*/ 17 w 68"/>
                    <a:gd name="T39" fmla="*/ 72 h 88"/>
                    <a:gd name="T40" fmla="*/ 13 w 68"/>
                    <a:gd name="T41" fmla="*/ 76 h 88"/>
                    <a:gd name="T42" fmla="*/ 2 w 68"/>
                    <a:gd name="T43" fmla="*/ 82 h 88"/>
                    <a:gd name="T44" fmla="*/ 2 w 68"/>
                    <a:gd name="T45" fmla="*/ 83 h 88"/>
                    <a:gd name="T46" fmla="*/ 2 w 68"/>
                    <a:gd name="T47" fmla="*/ 87 h 88"/>
                    <a:gd name="T48" fmla="*/ 4 w 68"/>
                    <a:gd name="T49" fmla="*/ 88 h 88"/>
                    <a:gd name="T50" fmla="*/ 25 w 68"/>
                    <a:gd name="T51" fmla="*/ 77 h 88"/>
                    <a:gd name="T52" fmla="*/ 31 w 68"/>
                    <a:gd name="T53" fmla="*/ 69 h 88"/>
                    <a:gd name="T54" fmla="*/ 40 w 68"/>
                    <a:gd name="T55" fmla="*/ 63 h 88"/>
                    <a:gd name="T56" fmla="*/ 52 w 68"/>
                    <a:gd name="T57" fmla="*/ 70 h 88"/>
                    <a:gd name="T58" fmla="*/ 48 w 68"/>
                    <a:gd name="T59" fmla="*/ 79 h 88"/>
                    <a:gd name="T60" fmla="*/ 59 w 68"/>
                    <a:gd name="T61" fmla="*/ 81 h 88"/>
                    <a:gd name="T62" fmla="*/ 68 w 68"/>
                    <a:gd name="T63" fmla="*/ 71 h 88"/>
                    <a:gd name="T64" fmla="*/ 59 w 68"/>
                    <a:gd name="T65" fmla="*/ 62 h 88"/>
                    <a:gd name="T66" fmla="*/ 44 w 68"/>
                    <a:gd name="T67" fmla="*/ 60 h 88"/>
                    <a:gd name="T68" fmla="*/ 42 w 68"/>
                    <a:gd name="T69" fmla="*/ 60 h 88"/>
                    <a:gd name="T70" fmla="*/ 36 w 68"/>
                    <a:gd name="T71" fmla="*/ 53 h 88"/>
                    <a:gd name="T72" fmla="*/ 48 w 68"/>
                    <a:gd name="T73" fmla="*/ 42 h 88"/>
                    <a:gd name="T74" fmla="*/ 59 w 68"/>
                    <a:gd name="T75" fmla="*/ 32 h 88"/>
                    <a:gd name="T76" fmla="*/ 59 w 68"/>
                    <a:gd name="T77" fmla="*/ 30 h 88"/>
                    <a:gd name="T78" fmla="*/ 59 w 68"/>
                    <a:gd name="T79" fmla="*/ 29 h 88"/>
                    <a:gd name="T80" fmla="*/ 54 w 68"/>
                    <a:gd name="T81" fmla="*/ 26 h 88"/>
                    <a:gd name="T82" fmla="*/ 51 w 68"/>
                    <a:gd name="T83" fmla="*/ 27 h 88"/>
                    <a:gd name="T84" fmla="*/ 50 w 68"/>
                    <a:gd name="T85" fmla="*/ 27 h 88"/>
                    <a:gd name="T86" fmla="*/ 41 w 68"/>
                    <a:gd name="T87" fmla="*/ 33 h 88"/>
                    <a:gd name="T88" fmla="*/ 38 w 68"/>
                    <a:gd name="T89" fmla="*/ 28 h 88"/>
                    <a:gd name="T90" fmla="*/ 38 w 68"/>
                    <a:gd name="T91" fmla="*/ 27 h 88"/>
                    <a:gd name="T92" fmla="*/ 38 w 68"/>
                    <a:gd name="T93" fmla="*/ 16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68" h="88">
                      <a:moveTo>
                        <a:pt x="38" y="16"/>
                      </a:moveTo>
                      <a:cubicBezTo>
                        <a:pt x="39" y="11"/>
                        <a:pt x="40" y="9"/>
                        <a:pt x="40" y="5"/>
                      </a:cubicBezTo>
                      <a:cubicBezTo>
                        <a:pt x="40" y="3"/>
                        <a:pt x="38" y="1"/>
                        <a:pt x="36" y="1"/>
                      </a:cubicBezTo>
                      <a:cubicBezTo>
                        <a:pt x="36" y="1"/>
                        <a:pt x="36" y="1"/>
                        <a:pt x="36" y="1"/>
                      </a:cubicBezTo>
                      <a:cubicBezTo>
                        <a:pt x="34" y="1"/>
                        <a:pt x="34" y="1"/>
                        <a:pt x="33" y="0"/>
                      </a:cubicBezTo>
                      <a:cubicBezTo>
                        <a:pt x="28" y="3"/>
                        <a:pt x="28" y="1"/>
                        <a:pt x="24" y="7"/>
                      </a:cubicBezTo>
                      <a:cubicBezTo>
                        <a:pt x="24" y="8"/>
                        <a:pt x="24" y="8"/>
                        <a:pt x="24" y="8"/>
                      </a:cubicBezTo>
                      <a:cubicBezTo>
                        <a:pt x="24" y="12"/>
                        <a:pt x="26" y="14"/>
                        <a:pt x="26" y="18"/>
                      </a:cubicBezTo>
                      <a:cubicBezTo>
                        <a:pt x="27" y="28"/>
                        <a:pt x="27" y="28"/>
                        <a:pt x="27" y="28"/>
                      </a:cubicBezTo>
                      <a:cubicBezTo>
                        <a:pt x="27" y="39"/>
                        <a:pt x="27" y="39"/>
                        <a:pt x="27" y="39"/>
                      </a:cubicBezTo>
                      <a:cubicBezTo>
                        <a:pt x="28" y="45"/>
                        <a:pt x="22" y="48"/>
                        <a:pt x="16" y="48"/>
                      </a:cubicBezTo>
                      <a:cubicBezTo>
                        <a:pt x="7" y="49"/>
                        <a:pt x="7" y="49"/>
                        <a:pt x="7" y="49"/>
                      </a:cubicBezTo>
                      <a:cubicBezTo>
                        <a:pt x="5" y="49"/>
                        <a:pt x="5" y="49"/>
                        <a:pt x="5" y="49"/>
                      </a:cubicBezTo>
                      <a:cubicBezTo>
                        <a:pt x="4" y="49"/>
                        <a:pt x="4" y="49"/>
                        <a:pt x="4" y="49"/>
                      </a:cubicBezTo>
                      <a:cubicBezTo>
                        <a:pt x="2" y="50"/>
                        <a:pt x="0" y="51"/>
                        <a:pt x="0" y="54"/>
                      </a:cubicBezTo>
                      <a:cubicBezTo>
                        <a:pt x="0" y="56"/>
                        <a:pt x="3" y="60"/>
                        <a:pt x="5" y="60"/>
                      </a:cubicBezTo>
                      <a:cubicBezTo>
                        <a:pt x="11" y="60"/>
                        <a:pt x="11" y="60"/>
                        <a:pt x="11" y="60"/>
                      </a:cubicBezTo>
                      <a:cubicBezTo>
                        <a:pt x="12" y="60"/>
                        <a:pt x="12" y="60"/>
                        <a:pt x="13" y="59"/>
                      </a:cubicBezTo>
                      <a:cubicBezTo>
                        <a:pt x="17" y="62"/>
                        <a:pt x="17" y="60"/>
                        <a:pt x="20" y="66"/>
                      </a:cubicBezTo>
                      <a:cubicBezTo>
                        <a:pt x="18" y="69"/>
                        <a:pt x="20" y="68"/>
                        <a:pt x="17" y="72"/>
                      </a:cubicBezTo>
                      <a:cubicBezTo>
                        <a:pt x="15" y="73"/>
                        <a:pt x="15" y="75"/>
                        <a:pt x="13" y="76"/>
                      </a:cubicBezTo>
                      <a:cubicBezTo>
                        <a:pt x="8" y="79"/>
                        <a:pt x="7" y="80"/>
                        <a:pt x="2" y="82"/>
                      </a:cubicBezTo>
                      <a:cubicBezTo>
                        <a:pt x="2" y="83"/>
                        <a:pt x="2" y="83"/>
                        <a:pt x="2" y="83"/>
                      </a:cubicBezTo>
                      <a:cubicBezTo>
                        <a:pt x="2" y="87"/>
                        <a:pt x="2" y="87"/>
                        <a:pt x="2" y="87"/>
                      </a:cubicBezTo>
                      <a:cubicBezTo>
                        <a:pt x="4" y="87"/>
                        <a:pt x="3" y="88"/>
                        <a:pt x="4" y="88"/>
                      </a:cubicBezTo>
                      <a:cubicBezTo>
                        <a:pt x="13" y="88"/>
                        <a:pt x="20" y="82"/>
                        <a:pt x="25" y="77"/>
                      </a:cubicBezTo>
                      <a:cubicBezTo>
                        <a:pt x="26" y="76"/>
                        <a:pt x="30" y="71"/>
                        <a:pt x="31" y="69"/>
                      </a:cubicBezTo>
                      <a:cubicBezTo>
                        <a:pt x="33" y="65"/>
                        <a:pt x="35" y="63"/>
                        <a:pt x="40" y="63"/>
                      </a:cubicBezTo>
                      <a:cubicBezTo>
                        <a:pt x="45" y="63"/>
                        <a:pt x="49" y="67"/>
                        <a:pt x="52" y="70"/>
                      </a:cubicBezTo>
                      <a:cubicBezTo>
                        <a:pt x="48" y="79"/>
                        <a:pt x="48" y="79"/>
                        <a:pt x="48" y="79"/>
                      </a:cubicBezTo>
                      <a:cubicBezTo>
                        <a:pt x="50" y="79"/>
                        <a:pt x="58" y="81"/>
                        <a:pt x="59" y="81"/>
                      </a:cubicBezTo>
                      <a:cubicBezTo>
                        <a:pt x="65" y="81"/>
                        <a:pt x="67" y="76"/>
                        <a:pt x="68" y="71"/>
                      </a:cubicBezTo>
                      <a:cubicBezTo>
                        <a:pt x="67" y="65"/>
                        <a:pt x="63" y="64"/>
                        <a:pt x="59" y="62"/>
                      </a:cubicBezTo>
                      <a:cubicBezTo>
                        <a:pt x="53" y="59"/>
                        <a:pt x="51" y="60"/>
                        <a:pt x="44" y="60"/>
                      </a:cubicBezTo>
                      <a:cubicBezTo>
                        <a:pt x="43" y="60"/>
                        <a:pt x="43" y="60"/>
                        <a:pt x="42" y="60"/>
                      </a:cubicBezTo>
                      <a:cubicBezTo>
                        <a:pt x="40" y="59"/>
                        <a:pt x="36" y="56"/>
                        <a:pt x="36" y="53"/>
                      </a:cubicBezTo>
                      <a:cubicBezTo>
                        <a:pt x="36" y="51"/>
                        <a:pt x="45" y="44"/>
                        <a:pt x="48" y="42"/>
                      </a:cubicBezTo>
                      <a:cubicBezTo>
                        <a:pt x="50" y="41"/>
                        <a:pt x="59" y="34"/>
                        <a:pt x="59" y="32"/>
                      </a:cubicBezTo>
                      <a:cubicBezTo>
                        <a:pt x="59" y="30"/>
                        <a:pt x="59" y="30"/>
                        <a:pt x="59" y="30"/>
                      </a:cubicBezTo>
                      <a:cubicBezTo>
                        <a:pt x="59" y="29"/>
                        <a:pt x="59" y="29"/>
                        <a:pt x="59" y="29"/>
                      </a:cubicBezTo>
                      <a:cubicBezTo>
                        <a:pt x="54" y="26"/>
                        <a:pt x="54" y="26"/>
                        <a:pt x="54" y="26"/>
                      </a:cubicBezTo>
                      <a:cubicBezTo>
                        <a:pt x="53" y="27"/>
                        <a:pt x="53" y="27"/>
                        <a:pt x="51" y="27"/>
                      </a:cubicBezTo>
                      <a:cubicBezTo>
                        <a:pt x="50" y="27"/>
                        <a:pt x="50" y="27"/>
                        <a:pt x="50" y="27"/>
                      </a:cubicBezTo>
                      <a:cubicBezTo>
                        <a:pt x="46" y="32"/>
                        <a:pt x="46" y="30"/>
                        <a:pt x="41" y="33"/>
                      </a:cubicBezTo>
                      <a:cubicBezTo>
                        <a:pt x="40" y="31"/>
                        <a:pt x="39" y="30"/>
                        <a:pt x="38" y="28"/>
                      </a:cubicBezTo>
                      <a:cubicBezTo>
                        <a:pt x="38" y="27"/>
                        <a:pt x="38" y="27"/>
                        <a:pt x="38" y="27"/>
                      </a:cubicBezTo>
                      <a:lnTo>
                        <a:pt x="38" y="16"/>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0" name="ísḷïďè"/>
                <p:cNvSpPr/>
                <p:nvPr/>
              </p:nvSpPr>
              <p:spPr bwMode="auto">
                <a:xfrm>
                  <a:off x="4518026" y="3506788"/>
                  <a:ext cx="53975" cy="71438"/>
                </a:xfrm>
                <a:custGeom>
                  <a:avLst/>
                  <a:gdLst>
                    <a:gd name="T0" fmla="*/ 14 w 16"/>
                    <a:gd name="T1" fmla="*/ 17 h 21"/>
                    <a:gd name="T2" fmla="*/ 16 w 16"/>
                    <a:gd name="T3" fmla="*/ 12 h 21"/>
                    <a:gd name="T4" fmla="*/ 11 w 16"/>
                    <a:gd name="T5" fmla="*/ 5 h 21"/>
                    <a:gd name="T6" fmla="*/ 5 w 16"/>
                    <a:gd name="T7" fmla="*/ 0 h 21"/>
                    <a:gd name="T8" fmla="*/ 2 w 16"/>
                    <a:gd name="T9" fmla="*/ 4 h 21"/>
                    <a:gd name="T10" fmla="*/ 2 w 16"/>
                    <a:gd name="T11" fmla="*/ 5 h 21"/>
                    <a:gd name="T12" fmla="*/ 2 w 16"/>
                    <a:gd name="T13" fmla="*/ 8 h 21"/>
                    <a:gd name="T14" fmla="*/ 2 w 16"/>
                    <a:gd name="T15" fmla="*/ 9 h 21"/>
                    <a:gd name="T16" fmla="*/ 0 w 16"/>
                    <a:gd name="T17" fmla="*/ 17 h 21"/>
                    <a:gd name="T18" fmla="*/ 3 w 16"/>
                    <a:gd name="T19" fmla="*/ 21 h 21"/>
                    <a:gd name="T20" fmla="*/ 4 w 16"/>
                    <a:gd name="T21" fmla="*/ 21 h 21"/>
                    <a:gd name="T22" fmla="*/ 5 w 16"/>
                    <a:gd name="T23" fmla="*/ 21 h 21"/>
                    <a:gd name="T24" fmla="*/ 14 w 16"/>
                    <a:gd name="T25" fmla="*/ 17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1">
                      <a:moveTo>
                        <a:pt x="14" y="17"/>
                      </a:moveTo>
                      <a:cubicBezTo>
                        <a:pt x="14" y="15"/>
                        <a:pt x="16" y="13"/>
                        <a:pt x="16" y="12"/>
                      </a:cubicBezTo>
                      <a:cubicBezTo>
                        <a:pt x="16" y="11"/>
                        <a:pt x="12" y="7"/>
                        <a:pt x="11" y="5"/>
                      </a:cubicBezTo>
                      <a:cubicBezTo>
                        <a:pt x="11" y="3"/>
                        <a:pt x="8" y="0"/>
                        <a:pt x="5" y="0"/>
                      </a:cubicBezTo>
                      <a:cubicBezTo>
                        <a:pt x="4" y="0"/>
                        <a:pt x="3" y="3"/>
                        <a:pt x="2" y="4"/>
                      </a:cubicBezTo>
                      <a:cubicBezTo>
                        <a:pt x="2" y="5"/>
                        <a:pt x="2" y="5"/>
                        <a:pt x="2" y="5"/>
                      </a:cubicBezTo>
                      <a:cubicBezTo>
                        <a:pt x="2" y="8"/>
                        <a:pt x="2" y="8"/>
                        <a:pt x="2" y="8"/>
                      </a:cubicBezTo>
                      <a:cubicBezTo>
                        <a:pt x="2" y="9"/>
                        <a:pt x="2" y="9"/>
                        <a:pt x="2" y="9"/>
                      </a:cubicBezTo>
                      <a:cubicBezTo>
                        <a:pt x="1" y="11"/>
                        <a:pt x="0" y="14"/>
                        <a:pt x="0" y="17"/>
                      </a:cubicBezTo>
                      <a:cubicBezTo>
                        <a:pt x="0" y="19"/>
                        <a:pt x="1" y="20"/>
                        <a:pt x="3" y="21"/>
                      </a:cubicBezTo>
                      <a:cubicBezTo>
                        <a:pt x="4" y="21"/>
                        <a:pt x="4" y="21"/>
                        <a:pt x="4" y="21"/>
                      </a:cubicBezTo>
                      <a:cubicBezTo>
                        <a:pt x="5" y="21"/>
                        <a:pt x="5" y="21"/>
                        <a:pt x="5" y="21"/>
                      </a:cubicBezTo>
                      <a:cubicBezTo>
                        <a:pt x="7" y="21"/>
                        <a:pt x="11" y="17"/>
                        <a:pt x="14" y="17"/>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1" name="îṧļîḓé"/>
                <p:cNvSpPr/>
                <p:nvPr/>
              </p:nvSpPr>
              <p:spPr bwMode="auto">
                <a:xfrm>
                  <a:off x="5319713" y="3133725"/>
                  <a:ext cx="222250" cy="500063"/>
                </a:xfrm>
                <a:custGeom>
                  <a:avLst/>
                  <a:gdLst>
                    <a:gd name="T0" fmla="*/ 47 w 67"/>
                    <a:gd name="T1" fmla="*/ 96 h 150"/>
                    <a:gd name="T2" fmla="*/ 51 w 67"/>
                    <a:gd name="T3" fmla="*/ 96 h 150"/>
                    <a:gd name="T4" fmla="*/ 46 w 67"/>
                    <a:gd name="T5" fmla="*/ 114 h 150"/>
                    <a:gd name="T6" fmla="*/ 42 w 67"/>
                    <a:gd name="T7" fmla="*/ 113 h 150"/>
                    <a:gd name="T8" fmla="*/ 39 w 67"/>
                    <a:gd name="T9" fmla="*/ 108 h 150"/>
                    <a:gd name="T10" fmla="*/ 21 w 67"/>
                    <a:gd name="T11" fmla="*/ 78 h 150"/>
                    <a:gd name="T12" fmla="*/ 29 w 67"/>
                    <a:gd name="T13" fmla="*/ 73 h 150"/>
                    <a:gd name="T14" fmla="*/ 32 w 67"/>
                    <a:gd name="T15" fmla="*/ 74 h 150"/>
                    <a:gd name="T16" fmla="*/ 32 w 67"/>
                    <a:gd name="T17" fmla="*/ 77 h 150"/>
                    <a:gd name="T18" fmla="*/ 32 w 67"/>
                    <a:gd name="T19" fmla="*/ 79 h 150"/>
                    <a:gd name="T20" fmla="*/ 21 w 67"/>
                    <a:gd name="T21" fmla="*/ 78 h 150"/>
                    <a:gd name="T22" fmla="*/ 53 w 67"/>
                    <a:gd name="T23" fmla="*/ 118 h 150"/>
                    <a:gd name="T24" fmla="*/ 66 w 67"/>
                    <a:gd name="T25" fmla="*/ 108 h 150"/>
                    <a:gd name="T26" fmla="*/ 60 w 67"/>
                    <a:gd name="T27" fmla="*/ 98 h 150"/>
                    <a:gd name="T28" fmla="*/ 51 w 67"/>
                    <a:gd name="T29" fmla="*/ 82 h 150"/>
                    <a:gd name="T30" fmla="*/ 47 w 67"/>
                    <a:gd name="T31" fmla="*/ 71 h 150"/>
                    <a:gd name="T32" fmla="*/ 60 w 67"/>
                    <a:gd name="T33" fmla="*/ 58 h 150"/>
                    <a:gd name="T34" fmla="*/ 53 w 67"/>
                    <a:gd name="T35" fmla="*/ 52 h 150"/>
                    <a:gd name="T36" fmla="*/ 44 w 67"/>
                    <a:gd name="T37" fmla="*/ 50 h 150"/>
                    <a:gd name="T38" fmla="*/ 48 w 67"/>
                    <a:gd name="T39" fmla="*/ 38 h 150"/>
                    <a:gd name="T40" fmla="*/ 66 w 67"/>
                    <a:gd name="T41" fmla="*/ 17 h 150"/>
                    <a:gd name="T42" fmla="*/ 66 w 67"/>
                    <a:gd name="T43" fmla="*/ 13 h 150"/>
                    <a:gd name="T44" fmla="*/ 56 w 67"/>
                    <a:gd name="T45" fmla="*/ 1 h 150"/>
                    <a:gd name="T46" fmla="*/ 55 w 67"/>
                    <a:gd name="T47" fmla="*/ 7 h 150"/>
                    <a:gd name="T48" fmla="*/ 50 w 67"/>
                    <a:gd name="T49" fmla="*/ 18 h 150"/>
                    <a:gd name="T50" fmla="*/ 42 w 67"/>
                    <a:gd name="T51" fmla="*/ 15 h 150"/>
                    <a:gd name="T52" fmla="*/ 40 w 67"/>
                    <a:gd name="T53" fmla="*/ 15 h 150"/>
                    <a:gd name="T54" fmla="*/ 41 w 67"/>
                    <a:gd name="T55" fmla="*/ 26 h 150"/>
                    <a:gd name="T56" fmla="*/ 41 w 67"/>
                    <a:gd name="T57" fmla="*/ 30 h 150"/>
                    <a:gd name="T58" fmla="*/ 37 w 67"/>
                    <a:gd name="T59" fmla="*/ 33 h 150"/>
                    <a:gd name="T60" fmla="*/ 30 w 67"/>
                    <a:gd name="T61" fmla="*/ 29 h 150"/>
                    <a:gd name="T62" fmla="*/ 9 w 67"/>
                    <a:gd name="T63" fmla="*/ 50 h 150"/>
                    <a:gd name="T64" fmla="*/ 4 w 67"/>
                    <a:gd name="T65" fmla="*/ 59 h 150"/>
                    <a:gd name="T66" fmla="*/ 23 w 67"/>
                    <a:gd name="T67" fmla="*/ 51 h 150"/>
                    <a:gd name="T68" fmla="*/ 30 w 67"/>
                    <a:gd name="T69" fmla="*/ 58 h 150"/>
                    <a:gd name="T70" fmla="*/ 26 w 67"/>
                    <a:gd name="T71" fmla="*/ 65 h 150"/>
                    <a:gd name="T72" fmla="*/ 19 w 67"/>
                    <a:gd name="T73" fmla="*/ 64 h 150"/>
                    <a:gd name="T74" fmla="*/ 16 w 67"/>
                    <a:gd name="T75" fmla="*/ 67 h 150"/>
                    <a:gd name="T76" fmla="*/ 16 w 67"/>
                    <a:gd name="T77" fmla="*/ 72 h 150"/>
                    <a:gd name="T78" fmla="*/ 3 w 67"/>
                    <a:gd name="T79" fmla="*/ 105 h 150"/>
                    <a:gd name="T80" fmla="*/ 6 w 67"/>
                    <a:gd name="T81" fmla="*/ 110 h 150"/>
                    <a:gd name="T82" fmla="*/ 9 w 67"/>
                    <a:gd name="T83" fmla="*/ 111 h 150"/>
                    <a:gd name="T84" fmla="*/ 24 w 67"/>
                    <a:gd name="T85" fmla="*/ 89 h 150"/>
                    <a:gd name="T86" fmla="*/ 32 w 67"/>
                    <a:gd name="T87" fmla="*/ 93 h 150"/>
                    <a:gd name="T88" fmla="*/ 32 w 67"/>
                    <a:gd name="T89" fmla="*/ 96 h 150"/>
                    <a:gd name="T90" fmla="*/ 29 w 67"/>
                    <a:gd name="T91" fmla="*/ 113 h 150"/>
                    <a:gd name="T92" fmla="*/ 29 w 67"/>
                    <a:gd name="T93" fmla="*/ 115 h 150"/>
                    <a:gd name="T94" fmla="*/ 22 w 67"/>
                    <a:gd name="T95" fmla="*/ 122 h 150"/>
                    <a:gd name="T96" fmla="*/ 10 w 67"/>
                    <a:gd name="T97" fmla="*/ 124 h 150"/>
                    <a:gd name="T98" fmla="*/ 15 w 67"/>
                    <a:gd name="T99" fmla="*/ 144 h 150"/>
                    <a:gd name="T100" fmla="*/ 17 w 67"/>
                    <a:gd name="T101" fmla="*/ 150 h 150"/>
                    <a:gd name="T102" fmla="*/ 38 w 67"/>
                    <a:gd name="T103" fmla="*/ 125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67" h="150">
                      <a:moveTo>
                        <a:pt x="39" y="107"/>
                      </a:moveTo>
                      <a:cubicBezTo>
                        <a:pt x="39" y="103"/>
                        <a:pt x="44" y="96"/>
                        <a:pt x="47" y="96"/>
                      </a:cubicBezTo>
                      <a:cubicBezTo>
                        <a:pt x="50" y="96"/>
                        <a:pt x="50" y="96"/>
                        <a:pt x="50" y="96"/>
                      </a:cubicBezTo>
                      <a:cubicBezTo>
                        <a:pt x="51" y="96"/>
                        <a:pt x="51" y="96"/>
                        <a:pt x="51" y="96"/>
                      </a:cubicBezTo>
                      <a:cubicBezTo>
                        <a:pt x="53" y="98"/>
                        <a:pt x="55" y="101"/>
                        <a:pt x="55" y="104"/>
                      </a:cubicBezTo>
                      <a:cubicBezTo>
                        <a:pt x="55" y="108"/>
                        <a:pt x="49" y="112"/>
                        <a:pt x="46" y="114"/>
                      </a:cubicBezTo>
                      <a:cubicBezTo>
                        <a:pt x="45" y="114"/>
                        <a:pt x="45" y="113"/>
                        <a:pt x="43" y="113"/>
                      </a:cubicBezTo>
                      <a:cubicBezTo>
                        <a:pt x="42" y="113"/>
                        <a:pt x="42" y="113"/>
                        <a:pt x="42" y="113"/>
                      </a:cubicBezTo>
                      <a:cubicBezTo>
                        <a:pt x="39" y="109"/>
                        <a:pt x="39" y="109"/>
                        <a:pt x="39" y="109"/>
                      </a:cubicBezTo>
                      <a:cubicBezTo>
                        <a:pt x="39" y="108"/>
                        <a:pt x="39" y="108"/>
                        <a:pt x="39" y="108"/>
                      </a:cubicBezTo>
                      <a:cubicBezTo>
                        <a:pt x="39" y="107"/>
                        <a:pt x="39" y="107"/>
                        <a:pt x="39" y="107"/>
                      </a:cubicBezTo>
                      <a:close/>
                      <a:moveTo>
                        <a:pt x="21" y="78"/>
                      </a:moveTo>
                      <a:cubicBezTo>
                        <a:pt x="21" y="77"/>
                        <a:pt x="25" y="73"/>
                        <a:pt x="26" y="73"/>
                      </a:cubicBezTo>
                      <a:cubicBezTo>
                        <a:pt x="27" y="73"/>
                        <a:pt x="27" y="73"/>
                        <a:pt x="29" y="73"/>
                      </a:cubicBezTo>
                      <a:cubicBezTo>
                        <a:pt x="30" y="73"/>
                        <a:pt x="30" y="73"/>
                        <a:pt x="30" y="73"/>
                      </a:cubicBezTo>
                      <a:cubicBezTo>
                        <a:pt x="32" y="74"/>
                        <a:pt x="32" y="74"/>
                        <a:pt x="32" y="74"/>
                      </a:cubicBezTo>
                      <a:cubicBezTo>
                        <a:pt x="32" y="76"/>
                        <a:pt x="32" y="76"/>
                        <a:pt x="32" y="76"/>
                      </a:cubicBezTo>
                      <a:cubicBezTo>
                        <a:pt x="32" y="77"/>
                        <a:pt x="32" y="77"/>
                        <a:pt x="32" y="77"/>
                      </a:cubicBezTo>
                      <a:cubicBezTo>
                        <a:pt x="32" y="78"/>
                        <a:pt x="32" y="78"/>
                        <a:pt x="32" y="78"/>
                      </a:cubicBezTo>
                      <a:cubicBezTo>
                        <a:pt x="32" y="79"/>
                        <a:pt x="32" y="79"/>
                        <a:pt x="32" y="79"/>
                      </a:cubicBezTo>
                      <a:cubicBezTo>
                        <a:pt x="31" y="82"/>
                        <a:pt x="29" y="83"/>
                        <a:pt x="25" y="83"/>
                      </a:cubicBezTo>
                      <a:cubicBezTo>
                        <a:pt x="23" y="83"/>
                        <a:pt x="21" y="81"/>
                        <a:pt x="21" y="78"/>
                      </a:cubicBezTo>
                      <a:close/>
                      <a:moveTo>
                        <a:pt x="38" y="125"/>
                      </a:moveTo>
                      <a:cubicBezTo>
                        <a:pt x="43" y="122"/>
                        <a:pt x="47" y="120"/>
                        <a:pt x="53" y="118"/>
                      </a:cubicBezTo>
                      <a:cubicBezTo>
                        <a:pt x="57" y="116"/>
                        <a:pt x="57" y="116"/>
                        <a:pt x="60" y="114"/>
                      </a:cubicBezTo>
                      <a:cubicBezTo>
                        <a:pt x="64" y="111"/>
                        <a:pt x="63" y="110"/>
                        <a:pt x="66" y="108"/>
                      </a:cubicBezTo>
                      <a:cubicBezTo>
                        <a:pt x="67" y="104"/>
                        <a:pt x="67" y="104"/>
                        <a:pt x="67" y="104"/>
                      </a:cubicBezTo>
                      <a:cubicBezTo>
                        <a:pt x="64" y="100"/>
                        <a:pt x="64" y="101"/>
                        <a:pt x="60" y="98"/>
                      </a:cubicBezTo>
                      <a:cubicBezTo>
                        <a:pt x="58" y="96"/>
                        <a:pt x="55" y="95"/>
                        <a:pt x="54" y="92"/>
                      </a:cubicBezTo>
                      <a:cubicBezTo>
                        <a:pt x="53" y="88"/>
                        <a:pt x="53" y="84"/>
                        <a:pt x="51" y="82"/>
                      </a:cubicBezTo>
                      <a:cubicBezTo>
                        <a:pt x="49" y="79"/>
                        <a:pt x="47" y="77"/>
                        <a:pt x="47" y="73"/>
                      </a:cubicBezTo>
                      <a:cubicBezTo>
                        <a:pt x="47" y="72"/>
                        <a:pt x="47" y="72"/>
                        <a:pt x="47" y="71"/>
                      </a:cubicBezTo>
                      <a:cubicBezTo>
                        <a:pt x="49" y="67"/>
                        <a:pt x="47" y="67"/>
                        <a:pt x="53" y="64"/>
                      </a:cubicBezTo>
                      <a:cubicBezTo>
                        <a:pt x="55" y="64"/>
                        <a:pt x="60" y="60"/>
                        <a:pt x="60" y="58"/>
                      </a:cubicBezTo>
                      <a:cubicBezTo>
                        <a:pt x="60" y="55"/>
                        <a:pt x="60" y="55"/>
                        <a:pt x="60" y="55"/>
                      </a:cubicBezTo>
                      <a:cubicBezTo>
                        <a:pt x="60" y="53"/>
                        <a:pt x="56" y="51"/>
                        <a:pt x="53" y="52"/>
                      </a:cubicBezTo>
                      <a:cubicBezTo>
                        <a:pt x="47" y="52"/>
                        <a:pt x="47" y="52"/>
                        <a:pt x="47" y="52"/>
                      </a:cubicBezTo>
                      <a:cubicBezTo>
                        <a:pt x="46" y="52"/>
                        <a:pt x="45" y="51"/>
                        <a:pt x="44" y="50"/>
                      </a:cubicBezTo>
                      <a:cubicBezTo>
                        <a:pt x="44" y="47"/>
                        <a:pt x="44" y="47"/>
                        <a:pt x="44" y="47"/>
                      </a:cubicBezTo>
                      <a:cubicBezTo>
                        <a:pt x="44" y="44"/>
                        <a:pt x="47" y="41"/>
                        <a:pt x="48" y="38"/>
                      </a:cubicBezTo>
                      <a:cubicBezTo>
                        <a:pt x="49" y="34"/>
                        <a:pt x="50" y="33"/>
                        <a:pt x="53" y="30"/>
                      </a:cubicBezTo>
                      <a:cubicBezTo>
                        <a:pt x="56" y="27"/>
                        <a:pt x="66" y="22"/>
                        <a:pt x="66" y="17"/>
                      </a:cubicBezTo>
                      <a:cubicBezTo>
                        <a:pt x="66" y="14"/>
                        <a:pt x="66" y="14"/>
                        <a:pt x="66" y="14"/>
                      </a:cubicBezTo>
                      <a:cubicBezTo>
                        <a:pt x="66" y="13"/>
                        <a:pt x="66" y="13"/>
                        <a:pt x="66" y="13"/>
                      </a:cubicBezTo>
                      <a:cubicBezTo>
                        <a:pt x="65" y="10"/>
                        <a:pt x="62" y="0"/>
                        <a:pt x="58" y="0"/>
                      </a:cubicBezTo>
                      <a:cubicBezTo>
                        <a:pt x="57" y="0"/>
                        <a:pt x="57" y="0"/>
                        <a:pt x="56" y="1"/>
                      </a:cubicBezTo>
                      <a:cubicBezTo>
                        <a:pt x="56" y="3"/>
                        <a:pt x="55" y="3"/>
                        <a:pt x="55" y="5"/>
                      </a:cubicBezTo>
                      <a:cubicBezTo>
                        <a:pt x="55" y="7"/>
                        <a:pt x="55" y="7"/>
                        <a:pt x="55" y="7"/>
                      </a:cubicBezTo>
                      <a:cubicBezTo>
                        <a:pt x="55" y="11"/>
                        <a:pt x="53" y="15"/>
                        <a:pt x="51" y="18"/>
                      </a:cubicBezTo>
                      <a:cubicBezTo>
                        <a:pt x="50" y="18"/>
                        <a:pt x="50" y="18"/>
                        <a:pt x="50" y="18"/>
                      </a:cubicBezTo>
                      <a:cubicBezTo>
                        <a:pt x="48" y="18"/>
                        <a:pt x="48" y="18"/>
                        <a:pt x="47" y="19"/>
                      </a:cubicBezTo>
                      <a:cubicBezTo>
                        <a:pt x="42" y="15"/>
                        <a:pt x="42" y="15"/>
                        <a:pt x="42" y="15"/>
                      </a:cubicBezTo>
                      <a:cubicBezTo>
                        <a:pt x="41" y="15"/>
                        <a:pt x="41" y="15"/>
                        <a:pt x="41" y="15"/>
                      </a:cubicBezTo>
                      <a:cubicBezTo>
                        <a:pt x="40" y="15"/>
                        <a:pt x="40" y="15"/>
                        <a:pt x="40" y="15"/>
                      </a:cubicBezTo>
                      <a:cubicBezTo>
                        <a:pt x="39" y="15"/>
                        <a:pt x="38" y="16"/>
                        <a:pt x="38" y="17"/>
                      </a:cubicBezTo>
                      <a:cubicBezTo>
                        <a:pt x="38" y="19"/>
                        <a:pt x="41" y="22"/>
                        <a:pt x="41" y="26"/>
                      </a:cubicBezTo>
                      <a:cubicBezTo>
                        <a:pt x="41" y="29"/>
                        <a:pt x="41" y="29"/>
                        <a:pt x="41" y="29"/>
                      </a:cubicBezTo>
                      <a:cubicBezTo>
                        <a:pt x="41" y="30"/>
                        <a:pt x="41" y="30"/>
                        <a:pt x="41" y="30"/>
                      </a:cubicBezTo>
                      <a:cubicBezTo>
                        <a:pt x="38" y="33"/>
                        <a:pt x="38" y="33"/>
                        <a:pt x="38" y="33"/>
                      </a:cubicBezTo>
                      <a:cubicBezTo>
                        <a:pt x="37" y="33"/>
                        <a:pt x="37" y="33"/>
                        <a:pt x="37" y="33"/>
                      </a:cubicBezTo>
                      <a:cubicBezTo>
                        <a:pt x="35" y="33"/>
                        <a:pt x="35" y="34"/>
                        <a:pt x="34" y="34"/>
                      </a:cubicBezTo>
                      <a:cubicBezTo>
                        <a:pt x="32" y="33"/>
                        <a:pt x="31" y="31"/>
                        <a:pt x="30" y="29"/>
                      </a:cubicBezTo>
                      <a:cubicBezTo>
                        <a:pt x="24" y="29"/>
                        <a:pt x="30" y="41"/>
                        <a:pt x="19" y="45"/>
                      </a:cubicBezTo>
                      <a:cubicBezTo>
                        <a:pt x="16" y="46"/>
                        <a:pt x="12" y="48"/>
                        <a:pt x="9" y="50"/>
                      </a:cubicBezTo>
                      <a:cubicBezTo>
                        <a:pt x="6" y="51"/>
                        <a:pt x="1" y="53"/>
                        <a:pt x="0" y="55"/>
                      </a:cubicBezTo>
                      <a:cubicBezTo>
                        <a:pt x="1" y="58"/>
                        <a:pt x="1" y="57"/>
                        <a:pt x="4" y="59"/>
                      </a:cubicBezTo>
                      <a:cubicBezTo>
                        <a:pt x="6" y="59"/>
                        <a:pt x="6" y="59"/>
                        <a:pt x="6" y="59"/>
                      </a:cubicBezTo>
                      <a:cubicBezTo>
                        <a:pt x="10" y="59"/>
                        <a:pt x="20" y="51"/>
                        <a:pt x="23" y="51"/>
                      </a:cubicBezTo>
                      <a:cubicBezTo>
                        <a:pt x="25" y="51"/>
                        <a:pt x="24" y="51"/>
                        <a:pt x="27" y="52"/>
                      </a:cubicBezTo>
                      <a:cubicBezTo>
                        <a:pt x="29" y="54"/>
                        <a:pt x="29" y="55"/>
                        <a:pt x="30" y="58"/>
                      </a:cubicBezTo>
                      <a:cubicBezTo>
                        <a:pt x="30" y="59"/>
                        <a:pt x="30" y="59"/>
                        <a:pt x="30" y="59"/>
                      </a:cubicBezTo>
                      <a:cubicBezTo>
                        <a:pt x="30" y="62"/>
                        <a:pt x="28" y="64"/>
                        <a:pt x="26" y="65"/>
                      </a:cubicBezTo>
                      <a:cubicBezTo>
                        <a:pt x="21" y="64"/>
                        <a:pt x="21" y="64"/>
                        <a:pt x="21" y="64"/>
                      </a:cubicBezTo>
                      <a:cubicBezTo>
                        <a:pt x="20" y="64"/>
                        <a:pt x="20" y="64"/>
                        <a:pt x="19" y="64"/>
                      </a:cubicBezTo>
                      <a:cubicBezTo>
                        <a:pt x="18" y="64"/>
                        <a:pt x="18" y="64"/>
                        <a:pt x="18" y="64"/>
                      </a:cubicBezTo>
                      <a:cubicBezTo>
                        <a:pt x="16" y="67"/>
                        <a:pt x="16" y="67"/>
                        <a:pt x="16" y="67"/>
                      </a:cubicBezTo>
                      <a:cubicBezTo>
                        <a:pt x="16" y="68"/>
                        <a:pt x="16" y="68"/>
                        <a:pt x="16" y="68"/>
                      </a:cubicBezTo>
                      <a:cubicBezTo>
                        <a:pt x="16" y="72"/>
                        <a:pt x="16" y="72"/>
                        <a:pt x="16" y="72"/>
                      </a:cubicBezTo>
                      <a:cubicBezTo>
                        <a:pt x="16" y="78"/>
                        <a:pt x="13" y="85"/>
                        <a:pt x="11" y="90"/>
                      </a:cubicBezTo>
                      <a:cubicBezTo>
                        <a:pt x="9" y="94"/>
                        <a:pt x="3" y="100"/>
                        <a:pt x="3" y="105"/>
                      </a:cubicBezTo>
                      <a:cubicBezTo>
                        <a:pt x="3" y="106"/>
                        <a:pt x="4" y="109"/>
                        <a:pt x="5" y="110"/>
                      </a:cubicBezTo>
                      <a:cubicBezTo>
                        <a:pt x="6" y="110"/>
                        <a:pt x="6" y="110"/>
                        <a:pt x="6" y="110"/>
                      </a:cubicBezTo>
                      <a:cubicBezTo>
                        <a:pt x="7" y="110"/>
                        <a:pt x="7" y="110"/>
                        <a:pt x="7" y="110"/>
                      </a:cubicBezTo>
                      <a:cubicBezTo>
                        <a:pt x="9" y="110"/>
                        <a:pt x="8" y="110"/>
                        <a:pt x="9" y="111"/>
                      </a:cubicBezTo>
                      <a:cubicBezTo>
                        <a:pt x="11" y="109"/>
                        <a:pt x="15" y="101"/>
                        <a:pt x="15" y="98"/>
                      </a:cubicBezTo>
                      <a:cubicBezTo>
                        <a:pt x="17" y="94"/>
                        <a:pt x="20" y="89"/>
                        <a:pt x="24" y="89"/>
                      </a:cubicBezTo>
                      <a:cubicBezTo>
                        <a:pt x="25" y="89"/>
                        <a:pt x="25" y="89"/>
                        <a:pt x="26" y="88"/>
                      </a:cubicBezTo>
                      <a:cubicBezTo>
                        <a:pt x="28" y="90"/>
                        <a:pt x="32" y="90"/>
                        <a:pt x="32" y="93"/>
                      </a:cubicBezTo>
                      <a:cubicBezTo>
                        <a:pt x="32" y="94"/>
                        <a:pt x="32" y="94"/>
                        <a:pt x="32" y="94"/>
                      </a:cubicBezTo>
                      <a:cubicBezTo>
                        <a:pt x="32" y="96"/>
                        <a:pt x="32" y="96"/>
                        <a:pt x="32" y="96"/>
                      </a:cubicBezTo>
                      <a:cubicBezTo>
                        <a:pt x="28" y="102"/>
                        <a:pt x="25" y="101"/>
                        <a:pt x="23" y="104"/>
                      </a:cubicBezTo>
                      <a:cubicBezTo>
                        <a:pt x="26" y="109"/>
                        <a:pt x="27" y="108"/>
                        <a:pt x="29" y="113"/>
                      </a:cubicBezTo>
                      <a:cubicBezTo>
                        <a:pt x="29" y="114"/>
                        <a:pt x="29" y="114"/>
                        <a:pt x="29" y="114"/>
                      </a:cubicBezTo>
                      <a:cubicBezTo>
                        <a:pt x="29" y="115"/>
                        <a:pt x="29" y="115"/>
                        <a:pt x="29" y="115"/>
                      </a:cubicBezTo>
                      <a:cubicBezTo>
                        <a:pt x="29" y="116"/>
                        <a:pt x="29" y="116"/>
                        <a:pt x="29" y="116"/>
                      </a:cubicBezTo>
                      <a:cubicBezTo>
                        <a:pt x="28" y="119"/>
                        <a:pt x="26" y="123"/>
                        <a:pt x="22" y="122"/>
                      </a:cubicBezTo>
                      <a:cubicBezTo>
                        <a:pt x="15" y="122"/>
                        <a:pt x="15" y="122"/>
                        <a:pt x="15" y="122"/>
                      </a:cubicBezTo>
                      <a:cubicBezTo>
                        <a:pt x="14" y="122"/>
                        <a:pt x="11" y="124"/>
                        <a:pt x="10" y="124"/>
                      </a:cubicBezTo>
                      <a:cubicBezTo>
                        <a:pt x="13" y="127"/>
                        <a:pt x="23" y="129"/>
                        <a:pt x="23" y="133"/>
                      </a:cubicBezTo>
                      <a:cubicBezTo>
                        <a:pt x="23" y="137"/>
                        <a:pt x="18" y="142"/>
                        <a:pt x="15" y="144"/>
                      </a:cubicBezTo>
                      <a:cubicBezTo>
                        <a:pt x="15" y="150"/>
                        <a:pt x="15" y="150"/>
                        <a:pt x="15" y="150"/>
                      </a:cubicBezTo>
                      <a:cubicBezTo>
                        <a:pt x="17" y="150"/>
                        <a:pt x="17" y="150"/>
                        <a:pt x="17" y="150"/>
                      </a:cubicBezTo>
                      <a:cubicBezTo>
                        <a:pt x="20" y="150"/>
                        <a:pt x="27" y="141"/>
                        <a:pt x="29" y="139"/>
                      </a:cubicBezTo>
                      <a:cubicBezTo>
                        <a:pt x="33" y="135"/>
                        <a:pt x="34" y="129"/>
                        <a:pt x="38" y="12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2" name="iSļïḑé"/>
                <p:cNvSpPr/>
                <p:nvPr/>
              </p:nvSpPr>
              <p:spPr bwMode="auto">
                <a:xfrm>
                  <a:off x="4422776" y="3106738"/>
                  <a:ext cx="412750" cy="596900"/>
                </a:xfrm>
                <a:custGeom>
                  <a:avLst/>
                  <a:gdLst>
                    <a:gd name="T0" fmla="*/ 63 w 125"/>
                    <a:gd name="T1" fmla="*/ 83 h 179"/>
                    <a:gd name="T2" fmla="*/ 69 w 125"/>
                    <a:gd name="T3" fmla="*/ 84 h 179"/>
                    <a:gd name="T4" fmla="*/ 71 w 125"/>
                    <a:gd name="T5" fmla="*/ 95 h 179"/>
                    <a:gd name="T6" fmla="*/ 56 w 125"/>
                    <a:gd name="T7" fmla="*/ 91 h 179"/>
                    <a:gd name="T8" fmla="*/ 77 w 125"/>
                    <a:gd name="T9" fmla="*/ 77 h 179"/>
                    <a:gd name="T10" fmla="*/ 90 w 125"/>
                    <a:gd name="T11" fmla="*/ 82 h 179"/>
                    <a:gd name="T12" fmla="*/ 93 w 125"/>
                    <a:gd name="T13" fmla="*/ 96 h 179"/>
                    <a:gd name="T14" fmla="*/ 88 w 125"/>
                    <a:gd name="T15" fmla="*/ 106 h 179"/>
                    <a:gd name="T16" fmla="*/ 75 w 125"/>
                    <a:gd name="T17" fmla="*/ 89 h 179"/>
                    <a:gd name="T18" fmla="*/ 91 w 125"/>
                    <a:gd name="T19" fmla="*/ 29 h 179"/>
                    <a:gd name="T20" fmla="*/ 95 w 125"/>
                    <a:gd name="T21" fmla="*/ 4 h 179"/>
                    <a:gd name="T22" fmla="*/ 92 w 125"/>
                    <a:gd name="T23" fmla="*/ 0 h 179"/>
                    <a:gd name="T24" fmla="*/ 86 w 125"/>
                    <a:gd name="T25" fmla="*/ 0 h 179"/>
                    <a:gd name="T26" fmla="*/ 80 w 125"/>
                    <a:gd name="T27" fmla="*/ 7 h 179"/>
                    <a:gd name="T28" fmla="*/ 83 w 125"/>
                    <a:gd name="T29" fmla="*/ 30 h 179"/>
                    <a:gd name="T30" fmla="*/ 86 w 125"/>
                    <a:gd name="T31" fmla="*/ 50 h 179"/>
                    <a:gd name="T32" fmla="*/ 46 w 125"/>
                    <a:gd name="T33" fmla="*/ 84 h 179"/>
                    <a:gd name="T34" fmla="*/ 0 w 125"/>
                    <a:gd name="T35" fmla="*/ 99 h 179"/>
                    <a:gd name="T36" fmla="*/ 13 w 125"/>
                    <a:gd name="T37" fmla="*/ 108 h 179"/>
                    <a:gd name="T38" fmla="*/ 30 w 125"/>
                    <a:gd name="T39" fmla="*/ 100 h 179"/>
                    <a:gd name="T40" fmla="*/ 47 w 125"/>
                    <a:gd name="T41" fmla="*/ 92 h 179"/>
                    <a:gd name="T42" fmla="*/ 51 w 125"/>
                    <a:gd name="T43" fmla="*/ 109 h 179"/>
                    <a:gd name="T44" fmla="*/ 50 w 125"/>
                    <a:gd name="T45" fmla="*/ 118 h 179"/>
                    <a:gd name="T46" fmla="*/ 54 w 125"/>
                    <a:gd name="T47" fmla="*/ 125 h 179"/>
                    <a:gd name="T48" fmla="*/ 62 w 125"/>
                    <a:gd name="T49" fmla="*/ 119 h 179"/>
                    <a:gd name="T50" fmla="*/ 62 w 125"/>
                    <a:gd name="T51" fmla="*/ 113 h 179"/>
                    <a:gd name="T52" fmla="*/ 78 w 125"/>
                    <a:gd name="T53" fmla="*/ 111 h 179"/>
                    <a:gd name="T54" fmla="*/ 78 w 125"/>
                    <a:gd name="T55" fmla="*/ 113 h 179"/>
                    <a:gd name="T56" fmla="*/ 78 w 125"/>
                    <a:gd name="T57" fmla="*/ 118 h 179"/>
                    <a:gd name="T58" fmla="*/ 46 w 125"/>
                    <a:gd name="T59" fmla="*/ 147 h 179"/>
                    <a:gd name="T60" fmla="*/ 28 w 125"/>
                    <a:gd name="T61" fmla="*/ 158 h 179"/>
                    <a:gd name="T62" fmla="*/ 1 w 125"/>
                    <a:gd name="T63" fmla="*/ 170 h 179"/>
                    <a:gd name="T64" fmla="*/ 14 w 125"/>
                    <a:gd name="T65" fmla="*/ 178 h 179"/>
                    <a:gd name="T66" fmla="*/ 20 w 125"/>
                    <a:gd name="T67" fmla="*/ 179 h 179"/>
                    <a:gd name="T68" fmla="*/ 22 w 125"/>
                    <a:gd name="T69" fmla="*/ 179 h 179"/>
                    <a:gd name="T70" fmla="*/ 38 w 125"/>
                    <a:gd name="T71" fmla="*/ 169 h 179"/>
                    <a:gd name="T72" fmla="*/ 61 w 125"/>
                    <a:gd name="T73" fmla="*/ 150 h 179"/>
                    <a:gd name="T74" fmla="*/ 79 w 125"/>
                    <a:gd name="T75" fmla="*/ 135 h 179"/>
                    <a:gd name="T76" fmla="*/ 96 w 125"/>
                    <a:gd name="T77" fmla="*/ 119 h 179"/>
                    <a:gd name="T78" fmla="*/ 106 w 125"/>
                    <a:gd name="T79" fmla="*/ 149 h 179"/>
                    <a:gd name="T80" fmla="*/ 125 w 125"/>
                    <a:gd name="T81" fmla="*/ 152 h 179"/>
                    <a:gd name="T82" fmla="*/ 116 w 125"/>
                    <a:gd name="T83" fmla="*/ 120 h 179"/>
                    <a:gd name="T84" fmla="*/ 115 w 125"/>
                    <a:gd name="T85" fmla="*/ 125 h 179"/>
                    <a:gd name="T86" fmla="*/ 109 w 125"/>
                    <a:gd name="T87" fmla="*/ 129 h 179"/>
                    <a:gd name="T88" fmla="*/ 97 w 125"/>
                    <a:gd name="T89" fmla="*/ 92 h 179"/>
                    <a:gd name="T90" fmla="*/ 94 w 125"/>
                    <a:gd name="T91" fmla="*/ 76 h 179"/>
                    <a:gd name="T92" fmla="*/ 110 w 125"/>
                    <a:gd name="T93" fmla="*/ 60 h 179"/>
                    <a:gd name="T94" fmla="*/ 105 w 125"/>
                    <a:gd name="T95" fmla="*/ 57 h 179"/>
                    <a:gd name="T96" fmla="*/ 101 w 125"/>
                    <a:gd name="T97" fmla="*/ 59 h 179"/>
                    <a:gd name="T98" fmla="*/ 91 w 125"/>
                    <a:gd name="T99" fmla="*/ 54 h 179"/>
                    <a:gd name="T100" fmla="*/ 91 w 125"/>
                    <a:gd name="T101" fmla="*/ 29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25" h="179">
                      <a:moveTo>
                        <a:pt x="56" y="91"/>
                      </a:moveTo>
                      <a:cubicBezTo>
                        <a:pt x="56" y="87"/>
                        <a:pt x="60" y="85"/>
                        <a:pt x="63" y="83"/>
                      </a:cubicBezTo>
                      <a:cubicBezTo>
                        <a:pt x="64" y="83"/>
                        <a:pt x="64" y="83"/>
                        <a:pt x="64" y="83"/>
                      </a:cubicBezTo>
                      <a:cubicBezTo>
                        <a:pt x="67" y="83"/>
                        <a:pt x="67" y="84"/>
                        <a:pt x="69" y="84"/>
                      </a:cubicBezTo>
                      <a:cubicBezTo>
                        <a:pt x="71" y="94"/>
                        <a:pt x="71" y="94"/>
                        <a:pt x="71" y="94"/>
                      </a:cubicBezTo>
                      <a:cubicBezTo>
                        <a:pt x="71" y="95"/>
                        <a:pt x="71" y="95"/>
                        <a:pt x="71" y="95"/>
                      </a:cubicBezTo>
                      <a:cubicBezTo>
                        <a:pt x="68" y="100"/>
                        <a:pt x="68" y="99"/>
                        <a:pt x="63" y="101"/>
                      </a:cubicBezTo>
                      <a:cubicBezTo>
                        <a:pt x="61" y="99"/>
                        <a:pt x="56" y="95"/>
                        <a:pt x="56" y="91"/>
                      </a:cubicBezTo>
                      <a:close/>
                      <a:moveTo>
                        <a:pt x="72" y="83"/>
                      </a:moveTo>
                      <a:cubicBezTo>
                        <a:pt x="74" y="79"/>
                        <a:pt x="73" y="79"/>
                        <a:pt x="77" y="77"/>
                      </a:cubicBezTo>
                      <a:cubicBezTo>
                        <a:pt x="79" y="75"/>
                        <a:pt x="82" y="75"/>
                        <a:pt x="83" y="73"/>
                      </a:cubicBezTo>
                      <a:cubicBezTo>
                        <a:pt x="88" y="76"/>
                        <a:pt x="89" y="76"/>
                        <a:pt x="90" y="82"/>
                      </a:cubicBezTo>
                      <a:cubicBezTo>
                        <a:pt x="92" y="95"/>
                        <a:pt x="92" y="95"/>
                        <a:pt x="92" y="95"/>
                      </a:cubicBezTo>
                      <a:cubicBezTo>
                        <a:pt x="93" y="96"/>
                        <a:pt x="93" y="96"/>
                        <a:pt x="93" y="96"/>
                      </a:cubicBezTo>
                      <a:cubicBezTo>
                        <a:pt x="94" y="99"/>
                        <a:pt x="94" y="99"/>
                        <a:pt x="94" y="99"/>
                      </a:cubicBezTo>
                      <a:cubicBezTo>
                        <a:pt x="91" y="105"/>
                        <a:pt x="93" y="103"/>
                        <a:pt x="88" y="106"/>
                      </a:cubicBezTo>
                      <a:cubicBezTo>
                        <a:pt x="83" y="101"/>
                        <a:pt x="82" y="101"/>
                        <a:pt x="79" y="95"/>
                      </a:cubicBezTo>
                      <a:cubicBezTo>
                        <a:pt x="77" y="93"/>
                        <a:pt x="77" y="91"/>
                        <a:pt x="75" y="89"/>
                      </a:cubicBezTo>
                      <a:cubicBezTo>
                        <a:pt x="73" y="87"/>
                        <a:pt x="73" y="86"/>
                        <a:pt x="72" y="83"/>
                      </a:cubicBezTo>
                      <a:close/>
                      <a:moveTo>
                        <a:pt x="91" y="29"/>
                      </a:moveTo>
                      <a:cubicBezTo>
                        <a:pt x="91" y="22"/>
                        <a:pt x="95" y="12"/>
                        <a:pt x="95" y="4"/>
                      </a:cubicBezTo>
                      <a:cubicBezTo>
                        <a:pt x="95" y="4"/>
                        <a:pt x="95" y="4"/>
                        <a:pt x="95" y="4"/>
                      </a:cubicBezTo>
                      <a:cubicBezTo>
                        <a:pt x="95" y="3"/>
                        <a:pt x="95" y="3"/>
                        <a:pt x="95" y="3"/>
                      </a:cubicBezTo>
                      <a:cubicBezTo>
                        <a:pt x="93" y="0"/>
                        <a:pt x="95" y="1"/>
                        <a:pt x="92" y="0"/>
                      </a:cubicBezTo>
                      <a:cubicBezTo>
                        <a:pt x="91" y="0"/>
                        <a:pt x="91" y="0"/>
                        <a:pt x="91" y="0"/>
                      </a:cubicBezTo>
                      <a:cubicBezTo>
                        <a:pt x="86" y="0"/>
                        <a:pt x="86" y="0"/>
                        <a:pt x="86" y="0"/>
                      </a:cubicBezTo>
                      <a:cubicBezTo>
                        <a:pt x="85" y="0"/>
                        <a:pt x="85" y="0"/>
                        <a:pt x="85" y="0"/>
                      </a:cubicBezTo>
                      <a:cubicBezTo>
                        <a:pt x="82" y="1"/>
                        <a:pt x="80" y="4"/>
                        <a:pt x="80" y="7"/>
                      </a:cubicBezTo>
                      <a:cubicBezTo>
                        <a:pt x="83" y="30"/>
                        <a:pt x="83" y="30"/>
                        <a:pt x="83" y="30"/>
                      </a:cubicBezTo>
                      <a:cubicBezTo>
                        <a:pt x="83" y="30"/>
                        <a:pt x="83" y="30"/>
                        <a:pt x="83" y="30"/>
                      </a:cubicBezTo>
                      <a:cubicBezTo>
                        <a:pt x="83" y="38"/>
                        <a:pt x="86" y="44"/>
                        <a:pt x="86" y="49"/>
                      </a:cubicBezTo>
                      <a:cubicBezTo>
                        <a:pt x="86" y="50"/>
                        <a:pt x="86" y="50"/>
                        <a:pt x="86" y="50"/>
                      </a:cubicBezTo>
                      <a:cubicBezTo>
                        <a:pt x="87" y="62"/>
                        <a:pt x="87" y="62"/>
                        <a:pt x="87" y="62"/>
                      </a:cubicBezTo>
                      <a:cubicBezTo>
                        <a:pt x="87" y="68"/>
                        <a:pt x="52" y="81"/>
                        <a:pt x="46" y="84"/>
                      </a:cubicBezTo>
                      <a:cubicBezTo>
                        <a:pt x="39" y="87"/>
                        <a:pt x="31" y="89"/>
                        <a:pt x="23" y="92"/>
                      </a:cubicBezTo>
                      <a:cubicBezTo>
                        <a:pt x="20" y="94"/>
                        <a:pt x="0" y="96"/>
                        <a:pt x="0" y="99"/>
                      </a:cubicBezTo>
                      <a:cubicBezTo>
                        <a:pt x="0" y="101"/>
                        <a:pt x="9" y="108"/>
                        <a:pt x="11" y="108"/>
                      </a:cubicBezTo>
                      <a:cubicBezTo>
                        <a:pt x="13" y="108"/>
                        <a:pt x="13" y="108"/>
                        <a:pt x="13" y="108"/>
                      </a:cubicBezTo>
                      <a:cubicBezTo>
                        <a:pt x="14" y="108"/>
                        <a:pt x="14" y="108"/>
                        <a:pt x="14" y="108"/>
                      </a:cubicBezTo>
                      <a:cubicBezTo>
                        <a:pt x="20" y="105"/>
                        <a:pt x="24" y="103"/>
                        <a:pt x="30" y="100"/>
                      </a:cubicBezTo>
                      <a:cubicBezTo>
                        <a:pt x="34" y="98"/>
                        <a:pt x="41" y="93"/>
                        <a:pt x="45" y="93"/>
                      </a:cubicBezTo>
                      <a:cubicBezTo>
                        <a:pt x="46" y="93"/>
                        <a:pt x="46" y="93"/>
                        <a:pt x="47" y="92"/>
                      </a:cubicBezTo>
                      <a:cubicBezTo>
                        <a:pt x="49" y="94"/>
                        <a:pt x="52" y="96"/>
                        <a:pt x="51" y="101"/>
                      </a:cubicBezTo>
                      <a:cubicBezTo>
                        <a:pt x="51" y="109"/>
                        <a:pt x="51" y="109"/>
                        <a:pt x="51" y="109"/>
                      </a:cubicBezTo>
                      <a:cubicBezTo>
                        <a:pt x="51" y="110"/>
                        <a:pt x="51" y="110"/>
                        <a:pt x="51" y="110"/>
                      </a:cubicBezTo>
                      <a:cubicBezTo>
                        <a:pt x="50" y="118"/>
                        <a:pt x="50" y="118"/>
                        <a:pt x="50" y="118"/>
                      </a:cubicBezTo>
                      <a:cubicBezTo>
                        <a:pt x="50" y="119"/>
                        <a:pt x="50" y="119"/>
                        <a:pt x="50" y="120"/>
                      </a:cubicBezTo>
                      <a:cubicBezTo>
                        <a:pt x="51" y="123"/>
                        <a:pt x="51" y="123"/>
                        <a:pt x="54" y="125"/>
                      </a:cubicBezTo>
                      <a:cubicBezTo>
                        <a:pt x="56" y="125"/>
                        <a:pt x="56" y="125"/>
                        <a:pt x="56" y="125"/>
                      </a:cubicBezTo>
                      <a:cubicBezTo>
                        <a:pt x="59" y="125"/>
                        <a:pt x="60" y="121"/>
                        <a:pt x="62" y="119"/>
                      </a:cubicBezTo>
                      <a:cubicBezTo>
                        <a:pt x="62" y="118"/>
                        <a:pt x="62" y="118"/>
                        <a:pt x="62" y="118"/>
                      </a:cubicBezTo>
                      <a:cubicBezTo>
                        <a:pt x="62" y="113"/>
                        <a:pt x="62" y="113"/>
                        <a:pt x="62" y="113"/>
                      </a:cubicBezTo>
                      <a:cubicBezTo>
                        <a:pt x="63" y="110"/>
                        <a:pt x="68" y="106"/>
                        <a:pt x="71" y="106"/>
                      </a:cubicBezTo>
                      <a:cubicBezTo>
                        <a:pt x="75" y="106"/>
                        <a:pt x="77" y="109"/>
                        <a:pt x="78" y="111"/>
                      </a:cubicBezTo>
                      <a:cubicBezTo>
                        <a:pt x="78" y="112"/>
                        <a:pt x="78" y="112"/>
                        <a:pt x="78" y="112"/>
                      </a:cubicBezTo>
                      <a:cubicBezTo>
                        <a:pt x="78" y="113"/>
                        <a:pt x="78" y="113"/>
                        <a:pt x="78" y="113"/>
                      </a:cubicBezTo>
                      <a:cubicBezTo>
                        <a:pt x="78" y="115"/>
                        <a:pt x="78" y="115"/>
                        <a:pt x="79" y="116"/>
                      </a:cubicBezTo>
                      <a:cubicBezTo>
                        <a:pt x="78" y="117"/>
                        <a:pt x="78" y="117"/>
                        <a:pt x="78" y="118"/>
                      </a:cubicBezTo>
                      <a:cubicBezTo>
                        <a:pt x="78" y="119"/>
                        <a:pt x="78" y="119"/>
                        <a:pt x="78" y="119"/>
                      </a:cubicBezTo>
                      <a:cubicBezTo>
                        <a:pt x="72" y="130"/>
                        <a:pt x="57" y="140"/>
                        <a:pt x="46" y="147"/>
                      </a:cubicBezTo>
                      <a:cubicBezTo>
                        <a:pt x="44" y="148"/>
                        <a:pt x="40" y="151"/>
                        <a:pt x="37" y="152"/>
                      </a:cubicBezTo>
                      <a:cubicBezTo>
                        <a:pt x="35" y="153"/>
                        <a:pt x="29" y="157"/>
                        <a:pt x="28" y="158"/>
                      </a:cubicBezTo>
                      <a:cubicBezTo>
                        <a:pt x="25" y="161"/>
                        <a:pt x="12" y="165"/>
                        <a:pt x="6" y="165"/>
                      </a:cubicBezTo>
                      <a:cubicBezTo>
                        <a:pt x="4" y="165"/>
                        <a:pt x="2" y="168"/>
                        <a:pt x="1" y="170"/>
                      </a:cubicBezTo>
                      <a:cubicBezTo>
                        <a:pt x="4" y="171"/>
                        <a:pt x="4" y="173"/>
                        <a:pt x="7" y="175"/>
                      </a:cubicBezTo>
                      <a:cubicBezTo>
                        <a:pt x="10" y="176"/>
                        <a:pt x="12" y="176"/>
                        <a:pt x="14" y="178"/>
                      </a:cubicBezTo>
                      <a:cubicBezTo>
                        <a:pt x="18" y="179"/>
                        <a:pt x="18" y="179"/>
                        <a:pt x="18" y="179"/>
                      </a:cubicBezTo>
                      <a:cubicBezTo>
                        <a:pt x="20" y="179"/>
                        <a:pt x="18" y="179"/>
                        <a:pt x="20" y="179"/>
                      </a:cubicBezTo>
                      <a:cubicBezTo>
                        <a:pt x="21" y="179"/>
                        <a:pt x="21" y="179"/>
                        <a:pt x="21" y="179"/>
                      </a:cubicBezTo>
                      <a:cubicBezTo>
                        <a:pt x="22" y="179"/>
                        <a:pt x="22" y="179"/>
                        <a:pt x="22" y="179"/>
                      </a:cubicBezTo>
                      <a:cubicBezTo>
                        <a:pt x="26" y="177"/>
                        <a:pt x="30" y="175"/>
                        <a:pt x="33" y="173"/>
                      </a:cubicBezTo>
                      <a:cubicBezTo>
                        <a:pt x="35" y="171"/>
                        <a:pt x="36" y="170"/>
                        <a:pt x="38" y="169"/>
                      </a:cubicBezTo>
                      <a:cubicBezTo>
                        <a:pt x="39" y="168"/>
                        <a:pt x="43" y="166"/>
                        <a:pt x="43" y="166"/>
                      </a:cubicBezTo>
                      <a:cubicBezTo>
                        <a:pt x="49" y="160"/>
                        <a:pt x="55" y="156"/>
                        <a:pt x="61" y="150"/>
                      </a:cubicBezTo>
                      <a:cubicBezTo>
                        <a:pt x="64" y="148"/>
                        <a:pt x="67" y="145"/>
                        <a:pt x="70" y="143"/>
                      </a:cubicBezTo>
                      <a:cubicBezTo>
                        <a:pt x="73" y="140"/>
                        <a:pt x="76" y="137"/>
                        <a:pt x="79" y="135"/>
                      </a:cubicBezTo>
                      <a:cubicBezTo>
                        <a:pt x="82" y="132"/>
                        <a:pt x="85" y="130"/>
                        <a:pt x="87" y="127"/>
                      </a:cubicBezTo>
                      <a:cubicBezTo>
                        <a:pt x="90" y="124"/>
                        <a:pt x="91" y="119"/>
                        <a:pt x="96" y="119"/>
                      </a:cubicBezTo>
                      <a:cubicBezTo>
                        <a:pt x="98" y="119"/>
                        <a:pt x="100" y="126"/>
                        <a:pt x="100" y="128"/>
                      </a:cubicBezTo>
                      <a:cubicBezTo>
                        <a:pt x="100" y="132"/>
                        <a:pt x="105" y="145"/>
                        <a:pt x="106" y="149"/>
                      </a:cubicBezTo>
                      <a:cubicBezTo>
                        <a:pt x="108" y="155"/>
                        <a:pt x="111" y="165"/>
                        <a:pt x="118" y="165"/>
                      </a:cubicBezTo>
                      <a:cubicBezTo>
                        <a:pt x="119" y="163"/>
                        <a:pt x="125" y="161"/>
                        <a:pt x="125" y="152"/>
                      </a:cubicBezTo>
                      <a:cubicBezTo>
                        <a:pt x="125" y="143"/>
                        <a:pt x="120" y="120"/>
                        <a:pt x="117" y="116"/>
                      </a:cubicBezTo>
                      <a:cubicBezTo>
                        <a:pt x="117" y="118"/>
                        <a:pt x="116" y="118"/>
                        <a:pt x="116" y="120"/>
                      </a:cubicBezTo>
                      <a:cubicBezTo>
                        <a:pt x="116" y="123"/>
                        <a:pt x="115" y="121"/>
                        <a:pt x="115" y="124"/>
                      </a:cubicBezTo>
                      <a:cubicBezTo>
                        <a:pt x="115" y="125"/>
                        <a:pt x="115" y="125"/>
                        <a:pt x="115" y="125"/>
                      </a:cubicBezTo>
                      <a:cubicBezTo>
                        <a:pt x="115" y="126"/>
                        <a:pt x="114" y="129"/>
                        <a:pt x="112" y="129"/>
                      </a:cubicBezTo>
                      <a:cubicBezTo>
                        <a:pt x="109" y="129"/>
                        <a:pt x="109" y="129"/>
                        <a:pt x="109" y="129"/>
                      </a:cubicBezTo>
                      <a:cubicBezTo>
                        <a:pt x="105" y="129"/>
                        <a:pt x="102" y="110"/>
                        <a:pt x="100" y="105"/>
                      </a:cubicBezTo>
                      <a:cubicBezTo>
                        <a:pt x="98" y="101"/>
                        <a:pt x="98" y="97"/>
                        <a:pt x="97" y="92"/>
                      </a:cubicBezTo>
                      <a:cubicBezTo>
                        <a:pt x="96" y="87"/>
                        <a:pt x="94" y="86"/>
                        <a:pt x="94" y="79"/>
                      </a:cubicBezTo>
                      <a:cubicBezTo>
                        <a:pt x="94" y="76"/>
                        <a:pt x="94" y="76"/>
                        <a:pt x="94" y="76"/>
                      </a:cubicBezTo>
                      <a:cubicBezTo>
                        <a:pt x="94" y="65"/>
                        <a:pt x="110" y="67"/>
                        <a:pt x="110" y="61"/>
                      </a:cubicBezTo>
                      <a:cubicBezTo>
                        <a:pt x="110" y="60"/>
                        <a:pt x="110" y="60"/>
                        <a:pt x="110" y="60"/>
                      </a:cubicBezTo>
                      <a:cubicBezTo>
                        <a:pt x="110" y="58"/>
                        <a:pt x="109" y="57"/>
                        <a:pt x="108" y="57"/>
                      </a:cubicBezTo>
                      <a:cubicBezTo>
                        <a:pt x="105" y="57"/>
                        <a:pt x="105" y="57"/>
                        <a:pt x="105" y="57"/>
                      </a:cubicBezTo>
                      <a:cubicBezTo>
                        <a:pt x="104" y="57"/>
                        <a:pt x="104" y="57"/>
                        <a:pt x="104" y="57"/>
                      </a:cubicBezTo>
                      <a:cubicBezTo>
                        <a:pt x="103" y="58"/>
                        <a:pt x="102" y="59"/>
                        <a:pt x="101" y="59"/>
                      </a:cubicBezTo>
                      <a:cubicBezTo>
                        <a:pt x="99" y="60"/>
                        <a:pt x="99" y="59"/>
                        <a:pt x="97" y="60"/>
                      </a:cubicBezTo>
                      <a:cubicBezTo>
                        <a:pt x="95" y="59"/>
                        <a:pt x="91" y="56"/>
                        <a:pt x="91" y="54"/>
                      </a:cubicBezTo>
                      <a:cubicBezTo>
                        <a:pt x="91" y="41"/>
                        <a:pt x="91" y="41"/>
                        <a:pt x="91" y="41"/>
                      </a:cubicBezTo>
                      <a:lnTo>
                        <a:pt x="91" y="29"/>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3" name="íšlïďè"/>
                <p:cNvSpPr/>
                <p:nvPr/>
              </p:nvSpPr>
              <p:spPr bwMode="auto">
                <a:xfrm>
                  <a:off x="5478463" y="3581400"/>
                  <a:ext cx="46038" cy="76200"/>
                </a:xfrm>
                <a:custGeom>
                  <a:avLst/>
                  <a:gdLst>
                    <a:gd name="T0" fmla="*/ 14 w 14"/>
                    <a:gd name="T1" fmla="*/ 15 h 23"/>
                    <a:gd name="T2" fmla="*/ 10 w 14"/>
                    <a:gd name="T3" fmla="*/ 6 h 23"/>
                    <a:gd name="T4" fmla="*/ 3 w 14"/>
                    <a:gd name="T5" fmla="*/ 0 h 23"/>
                    <a:gd name="T6" fmla="*/ 0 w 14"/>
                    <a:gd name="T7" fmla="*/ 3 h 23"/>
                    <a:gd name="T8" fmla="*/ 5 w 14"/>
                    <a:gd name="T9" fmla="*/ 11 h 23"/>
                    <a:gd name="T10" fmla="*/ 5 w 14"/>
                    <a:gd name="T11" fmla="*/ 12 h 23"/>
                    <a:gd name="T12" fmla="*/ 5 w 14"/>
                    <a:gd name="T13" fmla="*/ 14 h 23"/>
                    <a:gd name="T14" fmla="*/ 5 w 14"/>
                    <a:gd name="T15" fmla="*/ 15 h 23"/>
                    <a:gd name="T16" fmla="*/ 2 w 14"/>
                    <a:gd name="T17" fmla="*/ 19 h 23"/>
                    <a:gd name="T18" fmla="*/ 2 w 14"/>
                    <a:gd name="T19" fmla="*/ 22 h 23"/>
                    <a:gd name="T20" fmla="*/ 5 w 14"/>
                    <a:gd name="T21" fmla="*/ 23 h 23"/>
                    <a:gd name="T22" fmla="*/ 6 w 14"/>
                    <a:gd name="T23" fmla="*/ 23 h 23"/>
                    <a:gd name="T24" fmla="*/ 11 w 14"/>
                    <a:gd name="T25" fmla="*/ 20 h 23"/>
                    <a:gd name="T26" fmla="*/ 14 w 14"/>
                    <a:gd name="T27" fmla="*/ 15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4" h="23">
                      <a:moveTo>
                        <a:pt x="14" y="15"/>
                      </a:moveTo>
                      <a:cubicBezTo>
                        <a:pt x="14" y="11"/>
                        <a:pt x="12" y="9"/>
                        <a:pt x="10" y="6"/>
                      </a:cubicBezTo>
                      <a:cubicBezTo>
                        <a:pt x="8" y="5"/>
                        <a:pt x="3" y="1"/>
                        <a:pt x="3" y="0"/>
                      </a:cubicBezTo>
                      <a:cubicBezTo>
                        <a:pt x="0" y="3"/>
                        <a:pt x="0" y="3"/>
                        <a:pt x="0" y="3"/>
                      </a:cubicBezTo>
                      <a:cubicBezTo>
                        <a:pt x="5" y="11"/>
                        <a:pt x="5" y="11"/>
                        <a:pt x="5" y="11"/>
                      </a:cubicBezTo>
                      <a:cubicBezTo>
                        <a:pt x="5" y="12"/>
                        <a:pt x="5" y="12"/>
                        <a:pt x="5" y="12"/>
                      </a:cubicBezTo>
                      <a:cubicBezTo>
                        <a:pt x="5" y="14"/>
                        <a:pt x="5" y="14"/>
                        <a:pt x="5" y="14"/>
                      </a:cubicBezTo>
                      <a:cubicBezTo>
                        <a:pt x="5" y="15"/>
                        <a:pt x="5" y="15"/>
                        <a:pt x="5" y="15"/>
                      </a:cubicBezTo>
                      <a:cubicBezTo>
                        <a:pt x="2" y="19"/>
                        <a:pt x="2" y="19"/>
                        <a:pt x="2" y="19"/>
                      </a:cubicBezTo>
                      <a:cubicBezTo>
                        <a:pt x="2" y="22"/>
                        <a:pt x="2" y="22"/>
                        <a:pt x="2" y="22"/>
                      </a:cubicBezTo>
                      <a:cubicBezTo>
                        <a:pt x="5" y="23"/>
                        <a:pt x="5" y="23"/>
                        <a:pt x="5" y="23"/>
                      </a:cubicBezTo>
                      <a:cubicBezTo>
                        <a:pt x="6" y="23"/>
                        <a:pt x="6" y="23"/>
                        <a:pt x="6" y="23"/>
                      </a:cubicBezTo>
                      <a:cubicBezTo>
                        <a:pt x="7" y="23"/>
                        <a:pt x="11" y="21"/>
                        <a:pt x="11" y="20"/>
                      </a:cubicBezTo>
                      <a:cubicBezTo>
                        <a:pt x="13" y="19"/>
                        <a:pt x="13" y="17"/>
                        <a:pt x="14" y="1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4" name="işḷîḑe"/>
                <p:cNvSpPr/>
                <p:nvPr/>
              </p:nvSpPr>
              <p:spPr bwMode="auto">
                <a:xfrm>
                  <a:off x="6310313" y="3136900"/>
                  <a:ext cx="406400" cy="554038"/>
                </a:xfrm>
                <a:custGeom>
                  <a:avLst/>
                  <a:gdLst>
                    <a:gd name="T0" fmla="*/ 101 w 123"/>
                    <a:gd name="T1" fmla="*/ 9 h 166"/>
                    <a:gd name="T2" fmla="*/ 96 w 123"/>
                    <a:gd name="T3" fmla="*/ 0 h 166"/>
                    <a:gd name="T4" fmla="*/ 76 w 123"/>
                    <a:gd name="T5" fmla="*/ 23 h 166"/>
                    <a:gd name="T6" fmla="*/ 66 w 123"/>
                    <a:gd name="T7" fmla="*/ 20 h 166"/>
                    <a:gd name="T8" fmla="*/ 69 w 123"/>
                    <a:gd name="T9" fmla="*/ 29 h 166"/>
                    <a:gd name="T10" fmla="*/ 64 w 123"/>
                    <a:gd name="T11" fmla="*/ 38 h 166"/>
                    <a:gd name="T12" fmla="*/ 71 w 123"/>
                    <a:gd name="T13" fmla="*/ 37 h 166"/>
                    <a:gd name="T14" fmla="*/ 78 w 123"/>
                    <a:gd name="T15" fmla="*/ 38 h 166"/>
                    <a:gd name="T16" fmla="*/ 104 w 123"/>
                    <a:gd name="T17" fmla="*/ 37 h 166"/>
                    <a:gd name="T18" fmla="*/ 97 w 123"/>
                    <a:gd name="T19" fmla="*/ 43 h 166"/>
                    <a:gd name="T20" fmla="*/ 85 w 123"/>
                    <a:gd name="T21" fmla="*/ 56 h 166"/>
                    <a:gd name="T22" fmla="*/ 78 w 123"/>
                    <a:gd name="T23" fmla="*/ 67 h 166"/>
                    <a:gd name="T24" fmla="*/ 72 w 123"/>
                    <a:gd name="T25" fmla="*/ 62 h 166"/>
                    <a:gd name="T26" fmla="*/ 72 w 123"/>
                    <a:gd name="T27" fmla="*/ 48 h 166"/>
                    <a:gd name="T28" fmla="*/ 63 w 123"/>
                    <a:gd name="T29" fmla="*/ 57 h 166"/>
                    <a:gd name="T30" fmla="*/ 56 w 123"/>
                    <a:gd name="T31" fmla="*/ 57 h 166"/>
                    <a:gd name="T32" fmla="*/ 61 w 123"/>
                    <a:gd name="T33" fmla="*/ 66 h 166"/>
                    <a:gd name="T34" fmla="*/ 59 w 123"/>
                    <a:gd name="T35" fmla="*/ 70 h 166"/>
                    <a:gd name="T36" fmla="*/ 68 w 123"/>
                    <a:gd name="T37" fmla="*/ 74 h 166"/>
                    <a:gd name="T38" fmla="*/ 68 w 123"/>
                    <a:gd name="T39" fmla="*/ 78 h 166"/>
                    <a:gd name="T40" fmla="*/ 40 w 123"/>
                    <a:gd name="T41" fmla="*/ 92 h 166"/>
                    <a:gd name="T42" fmla="*/ 24 w 123"/>
                    <a:gd name="T43" fmla="*/ 99 h 166"/>
                    <a:gd name="T44" fmla="*/ 3 w 123"/>
                    <a:gd name="T45" fmla="*/ 105 h 166"/>
                    <a:gd name="T46" fmla="*/ 2 w 123"/>
                    <a:gd name="T47" fmla="*/ 112 h 166"/>
                    <a:gd name="T48" fmla="*/ 14 w 123"/>
                    <a:gd name="T49" fmla="*/ 120 h 166"/>
                    <a:gd name="T50" fmla="*/ 32 w 123"/>
                    <a:gd name="T51" fmla="*/ 108 h 166"/>
                    <a:gd name="T52" fmla="*/ 55 w 123"/>
                    <a:gd name="T53" fmla="*/ 93 h 166"/>
                    <a:gd name="T54" fmla="*/ 63 w 123"/>
                    <a:gd name="T55" fmla="*/ 89 h 166"/>
                    <a:gd name="T56" fmla="*/ 82 w 123"/>
                    <a:gd name="T57" fmla="*/ 83 h 166"/>
                    <a:gd name="T58" fmla="*/ 82 w 123"/>
                    <a:gd name="T59" fmla="*/ 86 h 166"/>
                    <a:gd name="T60" fmla="*/ 74 w 123"/>
                    <a:gd name="T61" fmla="*/ 97 h 166"/>
                    <a:gd name="T62" fmla="*/ 61 w 123"/>
                    <a:gd name="T63" fmla="*/ 107 h 166"/>
                    <a:gd name="T64" fmla="*/ 64 w 123"/>
                    <a:gd name="T65" fmla="*/ 118 h 166"/>
                    <a:gd name="T66" fmla="*/ 55 w 123"/>
                    <a:gd name="T67" fmla="*/ 126 h 166"/>
                    <a:gd name="T68" fmla="*/ 40 w 123"/>
                    <a:gd name="T69" fmla="*/ 129 h 166"/>
                    <a:gd name="T70" fmla="*/ 30 w 123"/>
                    <a:gd name="T71" fmla="*/ 130 h 166"/>
                    <a:gd name="T72" fmla="*/ 35 w 123"/>
                    <a:gd name="T73" fmla="*/ 141 h 166"/>
                    <a:gd name="T74" fmla="*/ 38 w 123"/>
                    <a:gd name="T75" fmla="*/ 141 h 166"/>
                    <a:gd name="T76" fmla="*/ 56 w 123"/>
                    <a:gd name="T77" fmla="*/ 133 h 166"/>
                    <a:gd name="T78" fmla="*/ 63 w 123"/>
                    <a:gd name="T79" fmla="*/ 141 h 166"/>
                    <a:gd name="T80" fmla="*/ 56 w 123"/>
                    <a:gd name="T81" fmla="*/ 154 h 166"/>
                    <a:gd name="T82" fmla="*/ 53 w 123"/>
                    <a:gd name="T83" fmla="*/ 154 h 166"/>
                    <a:gd name="T84" fmla="*/ 49 w 123"/>
                    <a:gd name="T85" fmla="*/ 154 h 166"/>
                    <a:gd name="T86" fmla="*/ 46 w 123"/>
                    <a:gd name="T87" fmla="*/ 156 h 166"/>
                    <a:gd name="T88" fmla="*/ 56 w 123"/>
                    <a:gd name="T89" fmla="*/ 166 h 166"/>
                    <a:gd name="T90" fmla="*/ 71 w 123"/>
                    <a:gd name="T91" fmla="*/ 160 h 166"/>
                    <a:gd name="T92" fmla="*/ 75 w 123"/>
                    <a:gd name="T93" fmla="*/ 146 h 166"/>
                    <a:gd name="T94" fmla="*/ 80 w 123"/>
                    <a:gd name="T95" fmla="*/ 124 h 166"/>
                    <a:gd name="T96" fmla="*/ 94 w 123"/>
                    <a:gd name="T97" fmla="*/ 120 h 166"/>
                    <a:gd name="T98" fmla="*/ 81 w 123"/>
                    <a:gd name="T99" fmla="*/ 117 h 166"/>
                    <a:gd name="T100" fmla="*/ 72 w 123"/>
                    <a:gd name="T101" fmla="*/ 107 h 166"/>
                    <a:gd name="T102" fmla="*/ 78 w 123"/>
                    <a:gd name="T103" fmla="*/ 96 h 166"/>
                    <a:gd name="T104" fmla="*/ 92 w 123"/>
                    <a:gd name="T105" fmla="*/ 89 h 166"/>
                    <a:gd name="T106" fmla="*/ 102 w 123"/>
                    <a:gd name="T107" fmla="*/ 78 h 166"/>
                    <a:gd name="T108" fmla="*/ 95 w 123"/>
                    <a:gd name="T109" fmla="*/ 61 h 166"/>
                    <a:gd name="T110" fmla="*/ 109 w 123"/>
                    <a:gd name="T111" fmla="*/ 48 h 166"/>
                    <a:gd name="T112" fmla="*/ 116 w 123"/>
                    <a:gd name="T113" fmla="*/ 42 h 166"/>
                    <a:gd name="T114" fmla="*/ 121 w 123"/>
                    <a:gd name="T115" fmla="*/ 32 h 166"/>
                    <a:gd name="T116" fmla="*/ 116 w 123"/>
                    <a:gd name="T117" fmla="*/ 17 h 166"/>
                    <a:gd name="T118" fmla="*/ 104 w 123"/>
                    <a:gd name="T119" fmla="*/ 20 h 166"/>
                    <a:gd name="T120" fmla="*/ 93 w 123"/>
                    <a:gd name="T121" fmla="*/ 21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23" h="166">
                      <a:moveTo>
                        <a:pt x="93" y="21"/>
                      </a:moveTo>
                      <a:cubicBezTo>
                        <a:pt x="94" y="14"/>
                        <a:pt x="98" y="14"/>
                        <a:pt x="101" y="9"/>
                      </a:cubicBezTo>
                      <a:cubicBezTo>
                        <a:pt x="101" y="8"/>
                        <a:pt x="101" y="8"/>
                        <a:pt x="101" y="8"/>
                      </a:cubicBezTo>
                      <a:cubicBezTo>
                        <a:pt x="101" y="5"/>
                        <a:pt x="97" y="1"/>
                        <a:pt x="96" y="0"/>
                      </a:cubicBezTo>
                      <a:cubicBezTo>
                        <a:pt x="89" y="3"/>
                        <a:pt x="91" y="6"/>
                        <a:pt x="88" y="13"/>
                      </a:cubicBezTo>
                      <a:cubicBezTo>
                        <a:pt x="85" y="17"/>
                        <a:pt x="82" y="23"/>
                        <a:pt x="76" y="23"/>
                      </a:cubicBezTo>
                      <a:cubicBezTo>
                        <a:pt x="75" y="23"/>
                        <a:pt x="70" y="18"/>
                        <a:pt x="67" y="17"/>
                      </a:cubicBezTo>
                      <a:cubicBezTo>
                        <a:pt x="66" y="20"/>
                        <a:pt x="66" y="20"/>
                        <a:pt x="66" y="20"/>
                      </a:cubicBezTo>
                      <a:cubicBezTo>
                        <a:pt x="67" y="23"/>
                        <a:pt x="69" y="24"/>
                        <a:pt x="69" y="28"/>
                      </a:cubicBezTo>
                      <a:cubicBezTo>
                        <a:pt x="69" y="29"/>
                        <a:pt x="69" y="29"/>
                        <a:pt x="69" y="29"/>
                      </a:cubicBezTo>
                      <a:cubicBezTo>
                        <a:pt x="69" y="29"/>
                        <a:pt x="63" y="36"/>
                        <a:pt x="62" y="37"/>
                      </a:cubicBezTo>
                      <a:cubicBezTo>
                        <a:pt x="63" y="38"/>
                        <a:pt x="61" y="38"/>
                        <a:pt x="64" y="38"/>
                      </a:cubicBezTo>
                      <a:cubicBezTo>
                        <a:pt x="64" y="38"/>
                        <a:pt x="64" y="38"/>
                        <a:pt x="64" y="38"/>
                      </a:cubicBezTo>
                      <a:cubicBezTo>
                        <a:pt x="71" y="37"/>
                        <a:pt x="71" y="37"/>
                        <a:pt x="71" y="37"/>
                      </a:cubicBezTo>
                      <a:cubicBezTo>
                        <a:pt x="74" y="37"/>
                        <a:pt x="74" y="38"/>
                        <a:pt x="78" y="38"/>
                      </a:cubicBezTo>
                      <a:cubicBezTo>
                        <a:pt x="78" y="38"/>
                        <a:pt x="78" y="38"/>
                        <a:pt x="78" y="38"/>
                      </a:cubicBezTo>
                      <a:cubicBezTo>
                        <a:pt x="79" y="38"/>
                        <a:pt x="84" y="33"/>
                        <a:pt x="91" y="32"/>
                      </a:cubicBezTo>
                      <a:cubicBezTo>
                        <a:pt x="96" y="31"/>
                        <a:pt x="104" y="30"/>
                        <a:pt x="104" y="37"/>
                      </a:cubicBezTo>
                      <a:cubicBezTo>
                        <a:pt x="104" y="39"/>
                        <a:pt x="102" y="41"/>
                        <a:pt x="101" y="43"/>
                      </a:cubicBezTo>
                      <a:cubicBezTo>
                        <a:pt x="98" y="43"/>
                        <a:pt x="99" y="43"/>
                        <a:pt x="97" y="43"/>
                      </a:cubicBezTo>
                      <a:cubicBezTo>
                        <a:pt x="96" y="43"/>
                        <a:pt x="93" y="42"/>
                        <a:pt x="92" y="41"/>
                      </a:cubicBezTo>
                      <a:cubicBezTo>
                        <a:pt x="85" y="46"/>
                        <a:pt x="88" y="49"/>
                        <a:pt x="85" y="56"/>
                      </a:cubicBezTo>
                      <a:cubicBezTo>
                        <a:pt x="84" y="57"/>
                        <a:pt x="81" y="64"/>
                        <a:pt x="81" y="64"/>
                      </a:cubicBezTo>
                      <a:cubicBezTo>
                        <a:pt x="80" y="66"/>
                        <a:pt x="80" y="64"/>
                        <a:pt x="78" y="67"/>
                      </a:cubicBezTo>
                      <a:cubicBezTo>
                        <a:pt x="77" y="70"/>
                        <a:pt x="78" y="68"/>
                        <a:pt x="76" y="70"/>
                      </a:cubicBezTo>
                      <a:cubicBezTo>
                        <a:pt x="74" y="67"/>
                        <a:pt x="72" y="66"/>
                        <a:pt x="72" y="62"/>
                      </a:cubicBezTo>
                      <a:cubicBezTo>
                        <a:pt x="72" y="61"/>
                        <a:pt x="75" y="55"/>
                        <a:pt x="76" y="54"/>
                      </a:cubicBezTo>
                      <a:cubicBezTo>
                        <a:pt x="75" y="51"/>
                        <a:pt x="75" y="48"/>
                        <a:pt x="72" y="48"/>
                      </a:cubicBezTo>
                      <a:cubicBezTo>
                        <a:pt x="71" y="48"/>
                        <a:pt x="70" y="49"/>
                        <a:pt x="70" y="49"/>
                      </a:cubicBezTo>
                      <a:cubicBezTo>
                        <a:pt x="70" y="55"/>
                        <a:pt x="67" y="55"/>
                        <a:pt x="63" y="57"/>
                      </a:cubicBezTo>
                      <a:cubicBezTo>
                        <a:pt x="62" y="56"/>
                        <a:pt x="60" y="55"/>
                        <a:pt x="59" y="55"/>
                      </a:cubicBezTo>
                      <a:cubicBezTo>
                        <a:pt x="58" y="55"/>
                        <a:pt x="56" y="57"/>
                        <a:pt x="56" y="57"/>
                      </a:cubicBezTo>
                      <a:cubicBezTo>
                        <a:pt x="58" y="60"/>
                        <a:pt x="59" y="60"/>
                        <a:pt x="61" y="64"/>
                      </a:cubicBezTo>
                      <a:cubicBezTo>
                        <a:pt x="61" y="66"/>
                        <a:pt x="61" y="66"/>
                        <a:pt x="61" y="66"/>
                      </a:cubicBezTo>
                      <a:cubicBezTo>
                        <a:pt x="61" y="67"/>
                        <a:pt x="61" y="67"/>
                        <a:pt x="61" y="67"/>
                      </a:cubicBezTo>
                      <a:cubicBezTo>
                        <a:pt x="59" y="70"/>
                        <a:pt x="59" y="70"/>
                        <a:pt x="59" y="70"/>
                      </a:cubicBezTo>
                      <a:cubicBezTo>
                        <a:pt x="60" y="71"/>
                        <a:pt x="58" y="71"/>
                        <a:pt x="61" y="71"/>
                      </a:cubicBezTo>
                      <a:cubicBezTo>
                        <a:pt x="64" y="71"/>
                        <a:pt x="66" y="72"/>
                        <a:pt x="68" y="74"/>
                      </a:cubicBezTo>
                      <a:cubicBezTo>
                        <a:pt x="68" y="75"/>
                        <a:pt x="68" y="75"/>
                        <a:pt x="68" y="75"/>
                      </a:cubicBezTo>
                      <a:cubicBezTo>
                        <a:pt x="68" y="78"/>
                        <a:pt x="68" y="78"/>
                        <a:pt x="68" y="78"/>
                      </a:cubicBezTo>
                      <a:cubicBezTo>
                        <a:pt x="68" y="82"/>
                        <a:pt x="58" y="85"/>
                        <a:pt x="55" y="86"/>
                      </a:cubicBezTo>
                      <a:cubicBezTo>
                        <a:pt x="50" y="88"/>
                        <a:pt x="44" y="91"/>
                        <a:pt x="40" y="92"/>
                      </a:cubicBezTo>
                      <a:cubicBezTo>
                        <a:pt x="36" y="94"/>
                        <a:pt x="35" y="94"/>
                        <a:pt x="32" y="96"/>
                      </a:cubicBezTo>
                      <a:cubicBezTo>
                        <a:pt x="29" y="97"/>
                        <a:pt x="27" y="97"/>
                        <a:pt x="24" y="99"/>
                      </a:cubicBezTo>
                      <a:cubicBezTo>
                        <a:pt x="20" y="101"/>
                        <a:pt x="13" y="104"/>
                        <a:pt x="9" y="104"/>
                      </a:cubicBezTo>
                      <a:cubicBezTo>
                        <a:pt x="3" y="105"/>
                        <a:pt x="3" y="105"/>
                        <a:pt x="3" y="105"/>
                      </a:cubicBezTo>
                      <a:cubicBezTo>
                        <a:pt x="1" y="105"/>
                        <a:pt x="1" y="106"/>
                        <a:pt x="0" y="107"/>
                      </a:cubicBezTo>
                      <a:cubicBezTo>
                        <a:pt x="0" y="108"/>
                        <a:pt x="0" y="111"/>
                        <a:pt x="2" y="112"/>
                      </a:cubicBezTo>
                      <a:cubicBezTo>
                        <a:pt x="4" y="114"/>
                        <a:pt x="3" y="114"/>
                        <a:pt x="5" y="115"/>
                      </a:cubicBezTo>
                      <a:cubicBezTo>
                        <a:pt x="6" y="116"/>
                        <a:pt x="12" y="119"/>
                        <a:pt x="14" y="120"/>
                      </a:cubicBezTo>
                      <a:cubicBezTo>
                        <a:pt x="15" y="119"/>
                        <a:pt x="15" y="119"/>
                        <a:pt x="17" y="119"/>
                      </a:cubicBezTo>
                      <a:cubicBezTo>
                        <a:pt x="20" y="119"/>
                        <a:pt x="30" y="110"/>
                        <a:pt x="32" y="108"/>
                      </a:cubicBezTo>
                      <a:cubicBezTo>
                        <a:pt x="36" y="104"/>
                        <a:pt x="42" y="101"/>
                        <a:pt x="47" y="98"/>
                      </a:cubicBezTo>
                      <a:cubicBezTo>
                        <a:pt x="50" y="96"/>
                        <a:pt x="52" y="95"/>
                        <a:pt x="55" y="93"/>
                      </a:cubicBezTo>
                      <a:cubicBezTo>
                        <a:pt x="57" y="92"/>
                        <a:pt x="58" y="92"/>
                        <a:pt x="59" y="91"/>
                      </a:cubicBezTo>
                      <a:cubicBezTo>
                        <a:pt x="61" y="90"/>
                        <a:pt x="61" y="90"/>
                        <a:pt x="63" y="89"/>
                      </a:cubicBezTo>
                      <a:cubicBezTo>
                        <a:pt x="68" y="87"/>
                        <a:pt x="74" y="80"/>
                        <a:pt x="79" y="80"/>
                      </a:cubicBezTo>
                      <a:cubicBezTo>
                        <a:pt x="81" y="80"/>
                        <a:pt x="82" y="82"/>
                        <a:pt x="82" y="83"/>
                      </a:cubicBezTo>
                      <a:cubicBezTo>
                        <a:pt x="82" y="85"/>
                        <a:pt x="82" y="85"/>
                        <a:pt x="82" y="85"/>
                      </a:cubicBezTo>
                      <a:cubicBezTo>
                        <a:pt x="82" y="86"/>
                        <a:pt x="82" y="86"/>
                        <a:pt x="82" y="86"/>
                      </a:cubicBezTo>
                      <a:cubicBezTo>
                        <a:pt x="80" y="90"/>
                        <a:pt x="79" y="89"/>
                        <a:pt x="78" y="93"/>
                      </a:cubicBezTo>
                      <a:cubicBezTo>
                        <a:pt x="75" y="94"/>
                        <a:pt x="75" y="94"/>
                        <a:pt x="74" y="97"/>
                      </a:cubicBezTo>
                      <a:cubicBezTo>
                        <a:pt x="69" y="98"/>
                        <a:pt x="71" y="99"/>
                        <a:pt x="67" y="101"/>
                      </a:cubicBezTo>
                      <a:cubicBezTo>
                        <a:pt x="63" y="103"/>
                        <a:pt x="63" y="103"/>
                        <a:pt x="61" y="107"/>
                      </a:cubicBezTo>
                      <a:cubicBezTo>
                        <a:pt x="61" y="110"/>
                        <a:pt x="64" y="114"/>
                        <a:pt x="64" y="117"/>
                      </a:cubicBezTo>
                      <a:cubicBezTo>
                        <a:pt x="64" y="118"/>
                        <a:pt x="64" y="118"/>
                        <a:pt x="64" y="118"/>
                      </a:cubicBezTo>
                      <a:cubicBezTo>
                        <a:pt x="64" y="119"/>
                        <a:pt x="64" y="119"/>
                        <a:pt x="64" y="119"/>
                      </a:cubicBezTo>
                      <a:cubicBezTo>
                        <a:pt x="61" y="123"/>
                        <a:pt x="60" y="125"/>
                        <a:pt x="55" y="126"/>
                      </a:cubicBezTo>
                      <a:cubicBezTo>
                        <a:pt x="51" y="127"/>
                        <a:pt x="43" y="129"/>
                        <a:pt x="41" y="129"/>
                      </a:cubicBezTo>
                      <a:cubicBezTo>
                        <a:pt x="40" y="129"/>
                        <a:pt x="40" y="129"/>
                        <a:pt x="40" y="129"/>
                      </a:cubicBezTo>
                      <a:cubicBezTo>
                        <a:pt x="32" y="130"/>
                        <a:pt x="32" y="130"/>
                        <a:pt x="32" y="130"/>
                      </a:cubicBezTo>
                      <a:cubicBezTo>
                        <a:pt x="30" y="130"/>
                        <a:pt x="30" y="130"/>
                        <a:pt x="30" y="130"/>
                      </a:cubicBezTo>
                      <a:cubicBezTo>
                        <a:pt x="27" y="132"/>
                        <a:pt x="27" y="132"/>
                        <a:pt x="27" y="132"/>
                      </a:cubicBezTo>
                      <a:cubicBezTo>
                        <a:pt x="30" y="136"/>
                        <a:pt x="30" y="138"/>
                        <a:pt x="35" y="141"/>
                      </a:cubicBezTo>
                      <a:cubicBezTo>
                        <a:pt x="36" y="141"/>
                        <a:pt x="36" y="141"/>
                        <a:pt x="36" y="141"/>
                      </a:cubicBezTo>
                      <a:cubicBezTo>
                        <a:pt x="38" y="141"/>
                        <a:pt x="38" y="141"/>
                        <a:pt x="38" y="141"/>
                      </a:cubicBezTo>
                      <a:cubicBezTo>
                        <a:pt x="39" y="141"/>
                        <a:pt x="39" y="141"/>
                        <a:pt x="39" y="141"/>
                      </a:cubicBezTo>
                      <a:cubicBezTo>
                        <a:pt x="43" y="138"/>
                        <a:pt x="51" y="133"/>
                        <a:pt x="56" y="133"/>
                      </a:cubicBezTo>
                      <a:cubicBezTo>
                        <a:pt x="58" y="133"/>
                        <a:pt x="58" y="133"/>
                        <a:pt x="58" y="133"/>
                      </a:cubicBezTo>
                      <a:cubicBezTo>
                        <a:pt x="62" y="133"/>
                        <a:pt x="63" y="137"/>
                        <a:pt x="63" y="141"/>
                      </a:cubicBezTo>
                      <a:cubicBezTo>
                        <a:pt x="63" y="143"/>
                        <a:pt x="63" y="143"/>
                        <a:pt x="63" y="143"/>
                      </a:cubicBezTo>
                      <a:cubicBezTo>
                        <a:pt x="63" y="150"/>
                        <a:pt x="60" y="152"/>
                        <a:pt x="56" y="154"/>
                      </a:cubicBezTo>
                      <a:cubicBezTo>
                        <a:pt x="55" y="154"/>
                        <a:pt x="55" y="154"/>
                        <a:pt x="55" y="154"/>
                      </a:cubicBezTo>
                      <a:cubicBezTo>
                        <a:pt x="53" y="154"/>
                        <a:pt x="53" y="154"/>
                        <a:pt x="53" y="154"/>
                      </a:cubicBezTo>
                      <a:cubicBezTo>
                        <a:pt x="52" y="154"/>
                        <a:pt x="52" y="154"/>
                        <a:pt x="51" y="153"/>
                      </a:cubicBezTo>
                      <a:cubicBezTo>
                        <a:pt x="50" y="154"/>
                        <a:pt x="50" y="154"/>
                        <a:pt x="49" y="154"/>
                      </a:cubicBezTo>
                      <a:cubicBezTo>
                        <a:pt x="47" y="154"/>
                        <a:pt x="47" y="154"/>
                        <a:pt x="47" y="154"/>
                      </a:cubicBezTo>
                      <a:cubicBezTo>
                        <a:pt x="47" y="155"/>
                        <a:pt x="46" y="155"/>
                        <a:pt x="46" y="156"/>
                      </a:cubicBezTo>
                      <a:cubicBezTo>
                        <a:pt x="46" y="158"/>
                        <a:pt x="53" y="165"/>
                        <a:pt x="55" y="166"/>
                      </a:cubicBezTo>
                      <a:cubicBezTo>
                        <a:pt x="56" y="166"/>
                        <a:pt x="56" y="166"/>
                        <a:pt x="56" y="166"/>
                      </a:cubicBezTo>
                      <a:cubicBezTo>
                        <a:pt x="61" y="166"/>
                        <a:pt x="61" y="166"/>
                        <a:pt x="61" y="166"/>
                      </a:cubicBezTo>
                      <a:cubicBezTo>
                        <a:pt x="66" y="166"/>
                        <a:pt x="69" y="163"/>
                        <a:pt x="71" y="160"/>
                      </a:cubicBezTo>
                      <a:cubicBezTo>
                        <a:pt x="74" y="155"/>
                        <a:pt x="74" y="151"/>
                        <a:pt x="76" y="148"/>
                      </a:cubicBezTo>
                      <a:cubicBezTo>
                        <a:pt x="75" y="146"/>
                        <a:pt x="75" y="148"/>
                        <a:pt x="75" y="146"/>
                      </a:cubicBezTo>
                      <a:cubicBezTo>
                        <a:pt x="75" y="138"/>
                        <a:pt x="75" y="138"/>
                        <a:pt x="75" y="138"/>
                      </a:cubicBezTo>
                      <a:cubicBezTo>
                        <a:pt x="75" y="130"/>
                        <a:pt x="74" y="128"/>
                        <a:pt x="80" y="124"/>
                      </a:cubicBezTo>
                      <a:cubicBezTo>
                        <a:pt x="81" y="124"/>
                        <a:pt x="81" y="124"/>
                        <a:pt x="81" y="124"/>
                      </a:cubicBezTo>
                      <a:cubicBezTo>
                        <a:pt x="90" y="124"/>
                        <a:pt x="90" y="127"/>
                        <a:pt x="94" y="120"/>
                      </a:cubicBezTo>
                      <a:cubicBezTo>
                        <a:pt x="92" y="117"/>
                        <a:pt x="91" y="116"/>
                        <a:pt x="88" y="115"/>
                      </a:cubicBezTo>
                      <a:cubicBezTo>
                        <a:pt x="86" y="116"/>
                        <a:pt x="84" y="117"/>
                        <a:pt x="81" y="117"/>
                      </a:cubicBezTo>
                      <a:cubicBezTo>
                        <a:pt x="79" y="117"/>
                        <a:pt x="79" y="117"/>
                        <a:pt x="79" y="117"/>
                      </a:cubicBezTo>
                      <a:cubicBezTo>
                        <a:pt x="77" y="116"/>
                        <a:pt x="72" y="109"/>
                        <a:pt x="72" y="107"/>
                      </a:cubicBezTo>
                      <a:cubicBezTo>
                        <a:pt x="72" y="105"/>
                        <a:pt x="72" y="105"/>
                        <a:pt x="72" y="105"/>
                      </a:cubicBezTo>
                      <a:cubicBezTo>
                        <a:pt x="72" y="99"/>
                        <a:pt x="75" y="100"/>
                        <a:pt x="78" y="96"/>
                      </a:cubicBezTo>
                      <a:cubicBezTo>
                        <a:pt x="80" y="96"/>
                        <a:pt x="80" y="96"/>
                        <a:pt x="80" y="96"/>
                      </a:cubicBezTo>
                      <a:cubicBezTo>
                        <a:pt x="82" y="93"/>
                        <a:pt x="89" y="90"/>
                        <a:pt x="92" y="89"/>
                      </a:cubicBezTo>
                      <a:cubicBezTo>
                        <a:pt x="95" y="87"/>
                        <a:pt x="101" y="83"/>
                        <a:pt x="101" y="80"/>
                      </a:cubicBezTo>
                      <a:cubicBezTo>
                        <a:pt x="101" y="77"/>
                        <a:pt x="101" y="79"/>
                        <a:pt x="102" y="78"/>
                      </a:cubicBezTo>
                      <a:cubicBezTo>
                        <a:pt x="101" y="77"/>
                        <a:pt x="101" y="79"/>
                        <a:pt x="101" y="77"/>
                      </a:cubicBezTo>
                      <a:cubicBezTo>
                        <a:pt x="101" y="73"/>
                        <a:pt x="96" y="64"/>
                        <a:pt x="95" y="61"/>
                      </a:cubicBezTo>
                      <a:cubicBezTo>
                        <a:pt x="95" y="61"/>
                        <a:pt x="101" y="55"/>
                        <a:pt x="102" y="55"/>
                      </a:cubicBezTo>
                      <a:cubicBezTo>
                        <a:pt x="104" y="52"/>
                        <a:pt x="106" y="51"/>
                        <a:pt x="109" y="48"/>
                      </a:cubicBezTo>
                      <a:cubicBezTo>
                        <a:pt x="110" y="47"/>
                        <a:pt x="112" y="46"/>
                        <a:pt x="113" y="45"/>
                      </a:cubicBezTo>
                      <a:cubicBezTo>
                        <a:pt x="114" y="44"/>
                        <a:pt x="115" y="43"/>
                        <a:pt x="116" y="42"/>
                      </a:cubicBezTo>
                      <a:cubicBezTo>
                        <a:pt x="118" y="39"/>
                        <a:pt x="118" y="35"/>
                        <a:pt x="121" y="34"/>
                      </a:cubicBezTo>
                      <a:cubicBezTo>
                        <a:pt x="121" y="32"/>
                        <a:pt x="121" y="32"/>
                        <a:pt x="121" y="32"/>
                      </a:cubicBezTo>
                      <a:cubicBezTo>
                        <a:pt x="121" y="27"/>
                        <a:pt x="123" y="30"/>
                        <a:pt x="120" y="24"/>
                      </a:cubicBezTo>
                      <a:cubicBezTo>
                        <a:pt x="118" y="20"/>
                        <a:pt x="118" y="20"/>
                        <a:pt x="116" y="17"/>
                      </a:cubicBezTo>
                      <a:cubicBezTo>
                        <a:pt x="113" y="17"/>
                        <a:pt x="113" y="17"/>
                        <a:pt x="113" y="17"/>
                      </a:cubicBezTo>
                      <a:cubicBezTo>
                        <a:pt x="111" y="17"/>
                        <a:pt x="105" y="19"/>
                        <a:pt x="104" y="20"/>
                      </a:cubicBezTo>
                      <a:cubicBezTo>
                        <a:pt x="101" y="23"/>
                        <a:pt x="102" y="23"/>
                        <a:pt x="96" y="24"/>
                      </a:cubicBezTo>
                      <a:lnTo>
                        <a:pt x="93" y="2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5" name="íṥḻiďê"/>
                <p:cNvSpPr/>
                <p:nvPr/>
              </p:nvSpPr>
              <p:spPr bwMode="auto">
                <a:xfrm>
                  <a:off x="5159376" y="3357563"/>
                  <a:ext cx="117475" cy="366713"/>
                </a:xfrm>
                <a:custGeom>
                  <a:avLst/>
                  <a:gdLst>
                    <a:gd name="T0" fmla="*/ 23 w 36"/>
                    <a:gd name="T1" fmla="*/ 14 h 110"/>
                    <a:gd name="T2" fmla="*/ 23 w 36"/>
                    <a:gd name="T3" fmla="*/ 12 h 110"/>
                    <a:gd name="T4" fmla="*/ 18 w 36"/>
                    <a:gd name="T5" fmla="*/ 6 h 110"/>
                    <a:gd name="T6" fmla="*/ 13 w 36"/>
                    <a:gd name="T7" fmla="*/ 0 h 110"/>
                    <a:gd name="T8" fmla="*/ 11 w 36"/>
                    <a:gd name="T9" fmla="*/ 4 h 110"/>
                    <a:gd name="T10" fmla="*/ 13 w 36"/>
                    <a:gd name="T11" fmla="*/ 16 h 110"/>
                    <a:gd name="T12" fmla="*/ 12 w 36"/>
                    <a:gd name="T13" fmla="*/ 34 h 110"/>
                    <a:gd name="T14" fmla="*/ 7 w 36"/>
                    <a:gd name="T15" fmla="*/ 65 h 110"/>
                    <a:gd name="T16" fmla="*/ 3 w 36"/>
                    <a:gd name="T17" fmla="*/ 80 h 110"/>
                    <a:gd name="T18" fmla="*/ 0 w 36"/>
                    <a:gd name="T19" fmla="*/ 95 h 110"/>
                    <a:gd name="T20" fmla="*/ 0 w 36"/>
                    <a:gd name="T21" fmla="*/ 98 h 110"/>
                    <a:gd name="T22" fmla="*/ 0 w 36"/>
                    <a:gd name="T23" fmla="*/ 100 h 110"/>
                    <a:gd name="T24" fmla="*/ 4 w 36"/>
                    <a:gd name="T25" fmla="*/ 105 h 110"/>
                    <a:gd name="T26" fmla="*/ 9 w 36"/>
                    <a:gd name="T27" fmla="*/ 110 h 110"/>
                    <a:gd name="T28" fmla="*/ 15 w 36"/>
                    <a:gd name="T29" fmla="*/ 104 h 110"/>
                    <a:gd name="T30" fmla="*/ 18 w 36"/>
                    <a:gd name="T31" fmla="*/ 96 h 110"/>
                    <a:gd name="T32" fmla="*/ 18 w 36"/>
                    <a:gd name="T33" fmla="*/ 90 h 110"/>
                    <a:gd name="T34" fmla="*/ 21 w 36"/>
                    <a:gd name="T35" fmla="*/ 71 h 110"/>
                    <a:gd name="T36" fmla="*/ 25 w 36"/>
                    <a:gd name="T37" fmla="*/ 53 h 110"/>
                    <a:gd name="T38" fmla="*/ 30 w 36"/>
                    <a:gd name="T39" fmla="*/ 36 h 110"/>
                    <a:gd name="T40" fmla="*/ 35 w 36"/>
                    <a:gd name="T41" fmla="*/ 20 h 110"/>
                    <a:gd name="T42" fmla="*/ 33 w 36"/>
                    <a:gd name="T43" fmla="*/ 20 h 110"/>
                    <a:gd name="T44" fmla="*/ 30 w 36"/>
                    <a:gd name="T45" fmla="*/ 22 h 110"/>
                    <a:gd name="T46" fmla="*/ 23 w 36"/>
                    <a:gd name="T47" fmla="*/ 17 h 110"/>
                    <a:gd name="T48" fmla="*/ 23 w 36"/>
                    <a:gd name="T49" fmla="*/ 15 h 110"/>
                    <a:gd name="T50" fmla="*/ 23 w 36"/>
                    <a:gd name="T51" fmla="*/ 14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6" h="110">
                      <a:moveTo>
                        <a:pt x="23" y="14"/>
                      </a:moveTo>
                      <a:cubicBezTo>
                        <a:pt x="23" y="12"/>
                        <a:pt x="23" y="12"/>
                        <a:pt x="23" y="12"/>
                      </a:cubicBezTo>
                      <a:cubicBezTo>
                        <a:pt x="21" y="8"/>
                        <a:pt x="22" y="9"/>
                        <a:pt x="18" y="6"/>
                      </a:cubicBezTo>
                      <a:cubicBezTo>
                        <a:pt x="17" y="4"/>
                        <a:pt x="15" y="2"/>
                        <a:pt x="13" y="0"/>
                      </a:cubicBezTo>
                      <a:cubicBezTo>
                        <a:pt x="12" y="1"/>
                        <a:pt x="11" y="3"/>
                        <a:pt x="11" y="4"/>
                      </a:cubicBezTo>
                      <a:cubicBezTo>
                        <a:pt x="11" y="7"/>
                        <a:pt x="13" y="12"/>
                        <a:pt x="13" y="16"/>
                      </a:cubicBezTo>
                      <a:cubicBezTo>
                        <a:pt x="12" y="34"/>
                        <a:pt x="12" y="34"/>
                        <a:pt x="12" y="34"/>
                      </a:cubicBezTo>
                      <a:cubicBezTo>
                        <a:pt x="12" y="43"/>
                        <a:pt x="9" y="56"/>
                        <a:pt x="7" y="65"/>
                      </a:cubicBezTo>
                      <a:cubicBezTo>
                        <a:pt x="6" y="72"/>
                        <a:pt x="4" y="75"/>
                        <a:pt x="3" y="80"/>
                      </a:cubicBezTo>
                      <a:cubicBezTo>
                        <a:pt x="2" y="85"/>
                        <a:pt x="0" y="91"/>
                        <a:pt x="0" y="95"/>
                      </a:cubicBezTo>
                      <a:cubicBezTo>
                        <a:pt x="0" y="98"/>
                        <a:pt x="0" y="98"/>
                        <a:pt x="0" y="98"/>
                      </a:cubicBezTo>
                      <a:cubicBezTo>
                        <a:pt x="0" y="100"/>
                        <a:pt x="0" y="100"/>
                        <a:pt x="0" y="100"/>
                      </a:cubicBezTo>
                      <a:cubicBezTo>
                        <a:pt x="2" y="102"/>
                        <a:pt x="2" y="103"/>
                        <a:pt x="4" y="105"/>
                      </a:cubicBezTo>
                      <a:cubicBezTo>
                        <a:pt x="6" y="108"/>
                        <a:pt x="7" y="108"/>
                        <a:pt x="9" y="110"/>
                      </a:cubicBezTo>
                      <a:cubicBezTo>
                        <a:pt x="12" y="108"/>
                        <a:pt x="13" y="108"/>
                        <a:pt x="15" y="104"/>
                      </a:cubicBezTo>
                      <a:cubicBezTo>
                        <a:pt x="16" y="102"/>
                        <a:pt x="18" y="99"/>
                        <a:pt x="18" y="96"/>
                      </a:cubicBezTo>
                      <a:cubicBezTo>
                        <a:pt x="18" y="90"/>
                        <a:pt x="18" y="90"/>
                        <a:pt x="18" y="90"/>
                      </a:cubicBezTo>
                      <a:cubicBezTo>
                        <a:pt x="18" y="83"/>
                        <a:pt x="20" y="77"/>
                        <a:pt x="21" y="71"/>
                      </a:cubicBezTo>
                      <a:cubicBezTo>
                        <a:pt x="23" y="65"/>
                        <a:pt x="23" y="59"/>
                        <a:pt x="25" y="53"/>
                      </a:cubicBezTo>
                      <a:cubicBezTo>
                        <a:pt x="26" y="47"/>
                        <a:pt x="29" y="42"/>
                        <a:pt x="30" y="36"/>
                      </a:cubicBezTo>
                      <a:cubicBezTo>
                        <a:pt x="31" y="28"/>
                        <a:pt x="34" y="27"/>
                        <a:pt x="35" y="20"/>
                      </a:cubicBezTo>
                      <a:cubicBezTo>
                        <a:pt x="34" y="19"/>
                        <a:pt x="36" y="20"/>
                        <a:pt x="33" y="20"/>
                      </a:cubicBezTo>
                      <a:cubicBezTo>
                        <a:pt x="33" y="20"/>
                        <a:pt x="30" y="22"/>
                        <a:pt x="30" y="22"/>
                      </a:cubicBezTo>
                      <a:cubicBezTo>
                        <a:pt x="25" y="21"/>
                        <a:pt x="25" y="21"/>
                        <a:pt x="23" y="17"/>
                      </a:cubicBezTo>
                      <a:cubicBezTo>
                        <a:pt x="23" y="15"/>
                        <a:pt x="23" y="15"/>
                        <a:pt x="23" y="15"/>
                      </a:cubicBezTo>
                      <a:lnTo>
                        <a:pt x="23" y="14"/>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nvGrpSpPr>
              <p:cNvPr id="249" name="ïšľîḍê"/>
              <p:cNvGrpSpPr/>
              <p:nvPr/>
            </p:nvGrpSpPr>
            <p:grpSpPr>
              <a:xfrm>
                <a:off x="4412452" y="3781425"/>
                <a:ext cx="2312689" cy="166461"/>
                <a:chOff x="6986588" y="3521075"/>
                <a:chExt cx="1654176" cy="119063"/>
              </a:xfrm>
            </p:grpSpPr>
            <p:sp>
              <p:nvSpPr>
                <p:cNvPr id="250" name="îṩľîḑê"/>
                <p:cNvSpPr/>
                <p:nvPr/>
              </p:nvSpPr>
              <p:spPr bwMode="auto">
                <a:xfrm>
                  <a:off x="6986588" y="3521075"/>
                  <a:ext cx="155575" cy="119063"/>
                </a:xfrm>
                <a:custGeom>
                  <a:avLst/>
                  <a:gdLst>
                    <a:gd name="T0" fmla="*/ 84 w 98"/>
                    <a:gd name="T1" fmla="*/ 0 h 75"/>
                    <a:gd name="T2" fmla="*/ 59 w 98"/>
                    <a:gd name="T3" fmla="*/ 52 h 75"/>
                    <a:gd name="T4" fmla="*/ 57 w 98"/>
                    <a:gd name="T5" fmla="*/ 0 h 75"/>
                    <a:gd name="T6" fmla="*/ 40 w 98"/>
                    <a:gd name="T7" fmla="*/ 0 h 75"/>
                    <a:gd name="T8" fmla="*/ 15 w 98"/>
                    <a:gd name="T9" fmla="*/ 52 h 75"/>
                    <a:gd name="T10" fmla="*/ 15 w 98"/>
                    <a:gd name="T11" fmla="*/ 0 h 75"/>
                    <a:gd name="T12" fmla="*/ 0 w 98"/>
                    <a:gd name="T13" fmla="*/ 0 h 75"/>
                    <a:gd name="T14" fmla="*/ 2 w 98"/>
                    <a:gd name="T15" fmla="*/ 75 h 75"/>
                    <a:gd name="T16" fmla="*/ 19 w 98"/>
                    <a:gd name="T17" fmla="*/ 75 h 75"/>
                    <a:gd name="T18" fmla="*/ 44 w 98"/>
                    <a:gd name="T19" fmla="*/ 21 h 75"/>
                    <a:gd name="T20" fmla="*/ 46 w 98"/>
                    <a:gd name="T21" fmla="*/ 75 h 75"/>
                    <a:gd name="T22" fmla="*/ 63 w 98"/>
                    <a:gd name="T23" fmla="*/ 75 h 75"/>
                    <a:gd name="T24" fmla="*/ 98 w 98"/>
                    <a:gd name="T25" fmla="*/ 0 h 75"/>
                    <a:gd name="T26" fmla="*/ 84 w 98"/>
                    <a:gd name="T27"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98" h="75">
                      <a:moveTo>
                        <a:pt x="84" y="0"/>
                      </a:moveTo>
                      <a:lnTo>
                        <a:pt x="59" y="52"/>
                      </a:lnTo>
                      <a:lnTo>
                        <a:pt x="57" y="0"/>
                      </a:lnTo>
                      <a:lnTo>
                        <a:pt x="40" y="0"/>
                      </a:lnTo>
                      <a:lnTo>
                        <a:pt x="15" y="52"/>
                      </a:lnTo>
                      <a:lnTo>
                        <a:pt x="15" y="0"/>
                      </a:lnTo>
                      <a:lnTo>
                        <a:pt x="0" y="0"/>
                      </a:lnTo>
                      <a:lnTo>
                        <a:pt x="2" y="75"/>
                      </a:lnTo>
                      <a:lnTo>
                        <a:pt x="19" y="75"/>
                      </a:lnTo>
                      <a:lnTo>
                        <a:pt x="44" y="21"/>
                      </a:lnTo>
                      <a:lnTo>
                        <a:pt x="46" y="75"/>
                      </a:lnTo>
                      <a:lnTo>
                        <a:pt x="63" y="75"/>
                      </a:lnTo>
                      <a:lnTo>
                        <a:pt x="98" y="0"/>
                      </a:lnTo>
                      <a:lnTo>
                        <a:pt x="84"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1" name="îṩḷîde"/>
                <p:cNvSpPr/>
                <p:nvPr/>
              </p:nvSpPr>
              <p:spPr bwMode="auto">
                <a:xfrm>
                  <a:off x="7135813" y="3521075"/>
                  <a:ext cx="112713" cy="119063"/>
                </a:xfrm>
                <a:custGeom>
                  <a:avLst/>
                  <a:gdLst>
                    <a:gd name="T0" fmla="*/ 22 w 34"/>
                    <a:gd name="T1" fmla="*/ 20 h 36"/>
                    <a:gd name="T2" fmla="*/ 20 w 34"/>
                    <a:gd name="T3" fmla="*/ 26 h 36"/>
                    <a:gd name="T4" fmla="*/ 18 w 34"/>
                    <a:gd name="T5" fmla="*/ 29 h 36"/>
                    <a:gd name="T6" fmla="*/ 13 w 34"/>
                    <a:gd name="T7" fmla="*/ 30 h 36"/>
                    <a:gd name="T8" fmla="*/ 9 w 34"/>
                    <a:gd name="T9" fmla="*/ 29 h 36"/>
                    <a:gd name="T10" fmla="*/ 7 w 34"/>
                    <a:gd name="T11" fmla="*/ 25 h 36"/>
                    <a:gd name="T12" fmla="*/ 7 w 34"/>
                    <a:gd name="T13" fmla="*/ 24 h 36"/>
                    <a:gd name="T14" fmla="*/ 8 w 34"/>
                    <a:gd name="T15" fmla="*/ 19 h 36"/>
                    <a:gd name="T16" fmla="*/ 12 w 34"/>
                    <a:gd name="T17" fmla="*/ 0 h 36"/>
                    <a:gd name="T18" fmla="*/ 5 w 34"/>
                    <a:gd name="T19" fmla="*/ 0 h 36"/>
                    <a:gd name="T20" fmla="*/ 1 w 34"/>
                    <a:gd name="T21" fmla="*/ 19 h 36"/>
                    <a:gd name="T22" fmla="*/ 0 w 34"/>
                    <a:gd name="T23" fmla="*/ 23 h 36"/>
                    <a:gd name="T24" fmla="*/ 0 w 34"/>
                    <a:gd name="T25" fmla="*/ 25 h 36"/>
                    <a:gd name="T26" fmla="*/ 3 w 34"/>
                    <a:gd name="T27" fmla="*/ 33 h 36"/>
                    <a:gd name="T28" fmla="*/ 13 w 34"/>
                    <a:gd name="T29" fmla="*/ 36 h 36"/>
                    <a:gd name="T30" fmla="*/ 22 w 34"/>
                    <a:gd name="T31" fmla="*/ 34 h 36"/>
                    <a:gd name="T32" fmla="*/ 27 w 34"/>
                    <a:gd name="T33" fmla="*/ 29 h 36"/>
                    <a:gd name="T34" fmla="*/ 30 w 34"/>
                    <a:gd name="T35" fmla="*/ 20 h 36"/>
                    <a:gd name="T36" fmla="*/ 34 w 34"/>
                    <a:gd name="T37" fmla="*/ 0 h 36"/>
                    <a:gd name="T38" fmla="*/ 26 w 34"/>
                    <a:gd name="T39" fmla="*/ 0 h 36"/>
                    <a:gd name="T40" fmla="*/ 22 w 34"/>
                    <a:gd name="T41" fmla="*/ 2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4" h="36">
                      <a:moveTo>
                        <a:pt x="22" y="20"/>
                      </a:moveTo>
                      <a:cubicBezTo>
                        <a:pt x="22" y="23"/>
                        <a:pt x="21" y="25"/>
                        <a:pt x="20" y="26"/>
                      </a:cubicBezTo>
                      <a:cubicBezTo>
                        <a:pt x="20" y="28"/>
                        <a:pt x="19" y="29"/>
                        <a:pt x="18" y="29"/>
                      </a:cubicBezTo>
                      <a:cubicBezTo>
                        <a:pt x="17" y="30"/>
                        <a:pt x="15" y="30"/>
                        <a:pt x="13" y="30"/>
                      </a:cubicBezTo>
                      <a:cubicBezTo>
                        <a:pt x="11" y="30"/>
                        <a:pt x="10" y="30"/>
                        <a:pt x="9" y="29"/>
                      </a:cubicBezTo>
                      <a:cubicBezTo>
                        <a:pt x="8" y="28"/>
                        <a:pt x="7" y="27"/>
                        <a:pt x="7" y="25"/>
                      </a:cubicBezTo>
                      <a:cubicBezTo>
                        <a:pt x="7" y="25"/>
                        <a:pt x="7" y="25"/>
                        <a:pt x="7" y="24"/>
                      </a:cubicBezTo>
                      <a:cubicBezTo>
                        <a:pt x="8" y="19"/>
                        <a:pt x="8" y="19"/>
                        <a:pt x="8" y="19"/>
                      </a:cubicBezTo>
                      <a:cubicBezTo>
                        <a:pt x="12" y="0"/>
                        <a:pt x="12" y="0"/>
                        <a:pt x="12" y="0"/>
                      </a:cubicBezTo>
                      <a:cubicBezTo>
                        <a:pt x="5" y="0"/>
                        <a:pt x="5" y="0"/>
                        <a:pt x="5" y="0"/>
                      </a:cubicBezTo>
                      <a:cubicBezTo>
                        <a:pt x="1" y="19"/>
                        <a:pt x="1" y="19"/>
                        <a:pt x="1" y="19"/>
                      </a:cubicBezTo>
                      <a:cubicBezTo>
                        <a:pt x="1" y="21"/>
                        <a:pt x="0" y="23"/>
                        <a:pt x="0" y="23"/>
                      </a:cubicBezTo>
                      <a:cubicBezTo>
                        <a:pt x="0" y="24"/>
                        <a:pt x="0" y="25"/>
                        <a:pt x="0" y="25"/>
                      </a:cubicBezTo>
                      <a:cubicBezTo>
                        <a:pt x="0" y="29"/>
                        <a:pt x="1" y="31"/>
                        <a:pt x="3" y="33"/>
                      </a:cubicBezTo>
                      <a:cubicBezTo>
                        <a:pt x="6" y="35"/>
                        <a:pt x="9" y="36"/>
                        <a:pt x="13" y="36"/>
                      </a:cubicBezTo>
                      <a:cubicBezTo>
                        <a:pt x="16" y="36"/>
                        <a:pt x="19" y="36"/>
                        <a:pt x="22" y="34"/>
                      </a:cubicBezTo>
                      <a:cubicBezTo>
                        <a:pt x="24" y="33"/>
                        <a:pt x="25" y="31"/>
                        <a:pt x="27" y="29"/>
                      </a:cubicBezTo>
                      <a:cubicBezTo>
                        <a:pt x="28" y="27"/>
                        <a:pt x="29" y="24"/>
                        <a:pt x="30" y="20"/>
                      </a:cubicBezTo>
                      <a:cubicBezTo>
                        <a:pt x="34" y="0"/>
                        <a:pt x="34" y="0"/>
                        <a:pt x="34" y="0"/>
                      </a:cubicBezTo>
                      <a:cubicBezTo>
                        <a:pt x="26" y="0"/>
                        <a:pt x="26" y="0"/>
                        <a:pt x="26" y="0"/>
                      </a:cubicBezTo>
                      <a:lnTo>
                        <a:pt x="22" y="2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2" name="îṣḻîḑê"/>
                <p:cNvSpPr/>
                <p:nvPr/>
              </p:nvSpPr>
              <p:spPr bwMode="auto">
                <a:xfrm>
                  <a:off x="7248526" y="3521075"/>
                  <a:ext cx="114300" cy="119063"/>
                </a:xfrm>
                <a:custGeom>
                  <a:avLst/>
                  <a:gdLst>
                    <a:gd name="T0" fmla="*/ 58 w 72"/>
                    <a:gd name="T1" fmla="*/ 0 h 75"/>
                    <a:gd name="T2" fmla="*/ 52 w 72"/>
                    <a:gd name="T3" fmla="*/ 29 h 75"/>
                    <a:gd name="T4" fmla="*/ 22 w 72"/>
                    <a:gd name="T5" fmla="*/ 29 h 75"/>
                    <a:gd name="T6" fmla="*/ 29 w 72"/>
                    <a:gd name="T7" fmla="*/ 0 h 75"/>
                    <a:gd name="T8" fmla="*/ 14 w 72"/>
                    <a:gd name="T9" fmla="*/ 0 h 75"/>
                    <a:gd name="T10" fmla="*/ 0 w 72"/>
                    <a:gd name="T11" fmla="*/ 75 h 75"/>
                    <a:gd name="T12" fmla="*/ 14 w 72"/>
                    <a:gd name="T13" fmla="*/ 75 h 75"/>
                    <a:gd name="T14" fmla="*/ 20 w 72"/>
                    <a:gd name="T15" fmla="*/ 42 h 75"/>
                    <a:gd name="T16" fmla="*/ 50 w 72"/>
                    <a:gd name="T17" fmla="*/ 42 h 75"/>
                    <a:gd name="T18" fmla="*/ 43 w 72"/>
                    <a:gd name="T19" fmla="*/ 75 h 75"/>
                    <a:gd name="T20" fmla="*/ 58 w 72"/>
                    <a:gd name="T21" fmla="*/ 75 h 75"/>
                    <a:gd name="T22" fmla="*/ 72 w 72"/>
                    <a:gd name="T23" fmla="*/ 0 h 75"/>
                    <a:gd name="T24" fmla="*/ 58 w 72"/>
                    <a:gd name="T25"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2" h="75">
                      <a:moveTo>
                        <a:pt x="58" y="0"/>
                      </a:moveTo>
                      <a:lnTo>
                        <a:pt x="52" y="29"/>
                      </a:lnTo>
                      <a:lnTo>
                        <a:pt x="22" y="29"/>
                      </a:lnTo>
                      <a:lnTo>
                        <a:pt x="29" y="0"/>
                      </a:lnTo>
                      <a:lnTo>
                        <a:pt x="14" y="0"/>
                      </a:lnTo>
                      <a:lnTo>
                        <a:pt x="0" y="75"/>
                      </a:lnTo>
                      <a:lnTo>
                        <a:pt x="14" y="75"/>
                      </a:lnTo>
                      <a:lnTo>
                        <a:pt x="20" y="42"/>
                      </a:lnTo>
                      <a:lnTo>
                        <a:pt x="50" y="42"/>
                      </a:lnTo>
                      <a:lnTo>
                        <a:pt x="43" y="75"/>
                      </a:lnTo>
                      <a:lnTo>
                        <a:pt x="58" y="75"/>
                      </a:lnTo>
                      <a:lnTo>
                        <a:pt x="72" y="0"/>
                      </a:lnTo>
                      <a:lnTo>
                        <a:pt x="58"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3" name="ïṥlíḑê"/>
                <p:cNvSpPr/>
                <p:nvPr/>
              </p:nvSpPr>
              <p:spPr bwMode="auto">
                <a:xfrm>
                  <a:off x="7356476" y="3521075"/>
                  <a:ext cx="112713" cy="119063"/>
                </a:xfrm>
                <a:custGeom>
                  <a:avLst/>
                  <a:gdLst>
                    <a:gd name="T0" fmla="*/ 42 w 71"/>
                    <a:gd name="T1" fmla="*/ 0 h 75"/>
                    <a:gd name="T2" fmla="*/ 0 w 71"/>
                    <a:gd name="T3" fmla="*/ 75 h 75"/>
                    <a:gd name="T4" fmla="*/ 15 w 71"/>
                    <a:gd name="T5" fmla="*/ 75 h 75"/>
                    <a:gd name="T6" fmla="*/ 23 w 71"/>
                    <a:gd name="T7" fmla="*/ 59 h 75"/>
                    <a:gd name="T8" fmla="*/ 54 w 71"/>
                    <a:gd name="T9" fmla="*/ 59 h 75"/>
                    <a:gd name="T10" fmla="*/ 56 w 71"/>
                    <a:gd name="T11" fmla="*/ 75 h 75"/>
                    <a:gd name="T12" fmla="*/ 71 w 71"/>
                    <a:gd name="T13" fmla="*/ 75 h 75"/>
                    <a:gd name="T14" fmla="*/ 58 w 71"/>
                    <a:gd name="T15" fmla="*/ 0 h 75"/>
                    <a:gd name="T16" fmla="*/ 42 w 71"/>
                    <a:gd name="T17" fmla="*/ 0 h 75"/>
                    <a:gd name="T18" fmla="*/ 29 w 71"/>
                    <a:gd name="T19" fmla="*/ 46 h 75"/>
                    <a:gd name="T20" fmla="*/ 48 w 71"/>
                    <a:gd name="T21" fmla="*/ 17 h 75"/>
                    <a:gd name="T22" fmla="*/ 52 w 71"/>
                    <a:gd name="T23" fmla="*/ 46 h 75"/>
                    <a:gd name="T24" fmla="*/ 29 w 71"/>
                    <a:gd name="T25" fmla="*/ 4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75">
                      <a:moveTo>
                        <a:pt x="42" y="0"/>
                      </a:moveTo>
                      <a:lnTo>
                        <a:pt x="0" y="75"/>
                      </a:lnTo>
                      <a:lnTo>
                        <a:pt x="15" y="75"/>
                      </a:lnTo>
                      <a:lnTo>
                        <a:pt x="23" y="59"/>
                      </a:lnTo>
                      <a:lnTo>
                        <a:pt x="54" y="59"/>
                      </a:lnTo>
                      <a:lnTo>
                        <a:pt x="56" y="75"/>
                      </a:lnTo>
                      <a:lnTo>
                        <a:pt x="71" y="75"/>
                      </a:lnTo>
                      <a:lnTo>
                        <a:pt x="58" y="0"/>
                      </a:lnTo>
                      <a:lnTo>
                        <a:pt x="42" y="0"/>
                      </a:lnTo>
                      <a:close/>
                      <a:moveTo>
                        <a:pt x="29" y="46"/>
                      </a:moveTo>
                      <a:lnTo>
                        <a:pt x="48" y="17"/>
                      </a:lnTo>
                      <a:lnTo>
                        <a:pt x="52" y="46"/>
                      </a:lnTo>
                      <a:lnTo>
                        <a:pt x="29" y="46"/>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4" name="îş1íḋe"/>
                <p:cNvSpPr/>
                <p:nvPr/>
              </p:nvSpPr>
              <p:spPr bwMode="auto">
                <a:xfrm>
                  <a:off x="7481888" y="3521075"/>
                  <a:ext cx="119063" cy="119063"/>
                </a:xfrm>
                <a:custGeom>
                  <a:avLst/>
                  <a:gdLst>
                    <a:gd name="T0" fmla="*/ 50 w 75"/>
                    <a:gd name="T1" fmla="*/ 50 h 75"/>
                    <a:gd name="T2" fmla="*/ 31 w 75"/>
                    <a:gd name="T3" fmla="*/ 0 h 75"/>
                    <a:gd name="T4" fmla="*/ 17 w 75"/>
                    <a:gd name="T5" fmla="*/ 0 h 75"/>
                    <a:gd name="T6" fmla="*/ 0 w 75"/>
                    <a:gd name="T7" fmla="*/ 75 h 75"/>
                    <a:gd name="T8" fmla="*/ 15 w 75"/>
                    <a:gd name="T9" fmla="*/ 75 h 75"/>
                    <a:gd name="T10" fmla="*/ 25 w 75"/>
                    <a:gd name="T11" fmla="*/ 25 h 75"/>
                    <a:gd name="T12" fmla="*/ 46 w 75"/>
                    <a:gd name="T13" fmla="*/ 75 h 75"/>
                    <a:gd name="T14" fmla="*/ 58 w 75"/>
                    <a:gd name="T15" fmla="*/ 75 h 75"/>
                    <a:gd name="T16" fmla="*/ 75 w 75"/>
                    <a:gd name="T17" fmla="*/ 0 h 75"/>
                    <a:gd name="T18" fmla="*/ 61 w 75"/>
                    <a:gd name="T19" fmla="*/ 0 h 75"/>
                    <a:gd name="T20" fmla="*/ 50 w 75"/>
                    <a:gd name="T21" fmla="*/ 5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5" h="75">
                      <a:moveTo>
                        <a:pt x="50" y="50"/>
                      </a:moveTo>
                      <a:lnTo>
                        <a:pt x="31" y="0"/>
                      </a:lnTo>
                      <a:lnTo>
                        <a:pt x="17" y="0"/>
                      </a:lnTo>
                      <a:lnTo>
                        <a:pt x="0" y="75"/>
                      </a:lnTo>
                      <a:lnTo>
                        <a:pt x="15" y="75"/>
                      </a:lnTo>
                      <a:lnTo>
                        <a:pt x="25" y="25"/>
                      </a:lnTo>
                      <a:lnTo>
                        <a:pt x="46" y="75"/>
                      </a:lnTo>
                      <a:lnTo>
                        <a:pt x="58" y="75"/>
                      </a:lnTo>
                      <a:lnTo>
                        <a:pt x="75" y="0"/>
                      </a:lnTo>
                      <a:lnTo>
                        <a:pt x="61" y="0"/>
                      </a:lnTo>
                      <a:lnTo>
                        <a:pt x="50" y="5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5" name="îş1ïḋe"/>
                <p:cNvSpPr/>
                <p:nvPr/>
              </p:nvSpPr>
              <p:spPr bwMode="auto">
                <a:xfrm>
                  <a:off x="7653338" y="3521075"/>
                  <a:ext cx="112713" cy="119063"/>
                </a:xfrm>
                <a:custGeom>
                  <a:avLst/>
                  <a:gdLst>
                    <a:gd name="T0" fmla="*/ 22 w 34"/>
                    <a:gd name="T1" fmla="*/ 20 h 36"/>
                    <a:gd name="T2" fmla="*/ 20 w 34"/>
                    <a:gd name="T3" fmla="*/ 26 h 36"/>
                    <a:gd name="T4" fmla="*/ 18 w 34"/>
                    <a:gd name="T5" fmla="*/ 29 h 36"/>
                    <a:gd name="T6" fmla="*/ 13 w 34"/>
                    <a:gd name="T7" fmla="*/ 30 h 36"/>
                    <a:gd name="T8" fmla="*/ 9 w 34"/>
                    <a:gd name="T9" fmla="*/ 29 h 36"/>
                    <a:gd name="T10" fmla="*/ 7 w 34"/>
                    <a:gd name="T11" fmla="*/ 25 h 36"/>
                    <a:gd name="T12" fmla="*/ 7 w 34"/>
                    <a:gd name="T13" fmla="*/ 24 h 36"/>
                    <a:gd name="T14" fmla="*/ 8 w 34"/>
                    <a:gd name="T15" fmla="*/ 19 h 36"/>
                    <a:gd name="T16" fmla="*/ 12 w 34"/>
                    <a:gd name="T17" fmla="*/ 0 h 36"/>
                    <a:gd name="T18" fmla="*/ 5 w 34"/>
                    <a:gd name="T19" fmla="*/ 0 h 36"/>
                    <a:gd name="T20" fmla="*/ 1 w 34"/>
                    <a:gd name="T21" fmla="*/ 19 h 36"/>
                    <a:gd name="T22" fmla="*/ 0 w 34"/>
                    <a:gd name="T23" fmla="*/ 23 h 36"/>
                    <a:gd name="T24" fmla="*/ 0 w 34"/>
                    <a:gd name="T25" fmla="*/ 25 h 36"/>
                    <a:gd name="T26" fmla="*/ 3 w 34"/>
                    <a:gd name="T27" fmla="*/ 33 h 36"/>
                    <a:gd name="T28" fmla="*/ 13 w 34"/>
                    <a:gd name="T29" fmla="*/ 36 h 36"/>
                    <a:gd name="T30" fmla="*/ 22 w 34"/>
                    <a:gd name="T31" fmla="*/ 34 h 36"/>
                    <a:gd name="T32" fmla="*/ 27 w 34"/>
                    <a:gd name="T33" fmla="*/ 29 h 36"/>
                    <a:gd name="T34" fmla="*/ 30 w 34"/>
                    <a:gd name="T35" fmla="*/ 20 h 36"/>
                    <a:gd name="T36" fmla="*/ 34 w 34"/>
                    <a:gd name="T37" fmla="*/ 0 h 36"/>
                    <a:gd name="T38" fmla="*/ 26 w 34"/>
                    <a:gd name="T39" fmla="*/ 0 h 36"/>
                    <a:gd name="T40" fmla="*/ 22 w 34"/>
                    <a:gd name="T41" fmla="*/ 2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4" h="36">
                      <a:moveTo>
                        <a:pt x="22" y="20"/>
                      </a:moveTo>
                      <a:cubicBezTo>
                        <a:pt x="22" y="23"/>
                        <a:pt x="21" y="25"/>
                        <a:pt x="20" y="26"/>
                      </a:cubicBezTo>
                      <a:cubicBezTo>
                        <a:pt x="20" y="28"/>
                        <a:pt x="19" y="29"/>
                        <a:pt x="18" y="29"/>
                      </a:cubicBezTo>
                      <a:cubicBezTo>
                        <a:pt x="17" y="30"/>
                        <a:pt x="15" y="30"/>
                        <a:pt x="13" y="30"/>
                      </a:cubicBezTo>
                      <a:cubicBezTo>
                        <a:pt x="11" y="30"/>
                        <a:pt x="10" y="30"/>
                        <a:pt x="9" y="29"/>
                      </a:cubicBezTo>
                      <a:cubicBezTo>
                        <a:pt x="8" y="28"/>
                        <a:pt x="7" y="27"/>
                        <a:pt x="7" y="25"/>
                      </a:cubicBezTo>
                      <a:cubicBezTo>
                        <a:pt x="7" y="25"/>
                        <a:pt x="7" y="25"/>
                        <a:pt x="7" y="24"/>
                      </a:cubicBezTo>
                      <a:cubicBezTo>
                        <a:pt x="8" y="19"/>
                        <a:pt x="8" y="19"/>
                        <a:pt x="8" y="19"/>
                      </a:cubicBezTo>
                      <a:cubicBezTo>
                        <a:pt x="12" y="0"/>
                        <a:pt x="12" y="0"/>
                        <a:pt x="12" y="0"/>
                      </a:cubicBezTo>
                      <a:cubicBezTo>
                        <a:pt x="5" y="0"/>
                        <a:pt x="5" y="0"/>
                        <a:pt x="5" y="0"/>
                      </a:cubicBezTo>
                      <a:cubicBezTo>
                        <a:pt x="1" y="19"/>
                        <a:pt x="1" y="19"/>
                        <a:pt x="1" y="19"/>
                      </a:cubicBezTo>
                      <a:cubicBezTo>
                        <a:pt x="1" y="21"/>
                        <a:pt x="0" y="23"/>
                        <a:pt x="0" y="23"/>
                      </a:cubicBezTo>
                      <a:cubicBezTo>
                        <a:pt x="0" y="24"/>
                        <a:pt x="0" y="25"/>
                        <a:pt x="0" y="25"/>
                      </a:cubicBezTo>
                      <a:cubicBezTo>
                        <a:pt x="0" y="29"/>
                        <a:pt x="1" y="31"/>
                        <a:pt x="3" y="33"/>
                      </a:cubicBezTo>
                      <a:cubicBezTo>
                        <a:pt x="6" y="35"/>
                        <a:pt x="9" y="36"/>
                        <a:pt x="13" y="36"/>
                      </a:cubicBezTo>
                      <a:cubicBezTo>
                        <a:pt x="16" y="36"/>
                        <a:pt x="19" y="36"/>
                        <a:pt x="22" y="34"/>
                      </a:cubicBezTo>
                      <a:cubicBezTo>
                        <a:pt x="24" y="33"/>
                        <a:pt x="25" y="31"/>
                        <a:pt x="27" y="29"/>
                      </a:cubicBezTo>
                      <a:cubicBezTo>
                        <a:pt x="28" y="27"/>
                        <a:pt x="29" y="24"/>
                        <a:pt x="30" y="20"/>
                      </a:cubicBezTo>
                      <a:cubicBezTo>
                        <a:pt x="34" y="0"/>
                        <a:pt x="34" y="0"/>
                        <a:pt x="34" y="0"/>
                      </a:cubicBezTo>
                      <a:cubicBezTo>
                        <a:pt x="26" y="0"/>
                        <a:pt x="26" y="0"/>
                        <a:pt x="26" y="0"/>
                      </a:cubicBezTo>
                      <a:lnTo>
                        <a:pt x="22" y="2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6" name="íšlídè"/>
                <p:cNvSpPr/>
                <p:nvPr/>
              </p:nvSpPr>
              <p:spPr bwMode="auto">
                <a:xfrm>
                  <a:off x="7766051" y="3521075"/>
                  <a:ext cx="115888" cy="119063"/>
                </a:xfrm>
                <a:custGeom>
                  <a:avLst/>
                  <a:gdLst>
                    <a:gd name="T0" fmla="*/ 58 w 73"/>
                    <a:gd name="T1" fmla="*/ 0 h 75"/>
                    <a:gd name="T2" fmla="*/ 50 w 73"/>
                    <a:gd name="T3" fmla="*/ 50 h 75"/>
                    <a:gd name="T4" fmla="*/ 29 w 73"/>
                    <a:gd name="T5" fmla="*/ 0 h 75"/>
                    <a:gd name="T6" fmla="*/ 15 w 73"/>
                    <a:gd name="T7" fmla="*/ 0 h 75"/>
                    <a:gd name="T8" fmla="*/ 0 w 73"/>
                    <a:gd name="T9" fmla="*/ 75 h 75"/>
                    <a:gd name="T10" fmla="*/ 13 w 73"/>
                    <a:gd name="T11" fmla="*/ 75 h 75"/>
                    <a:gd name="T12" fmla="*/ 23 w 73"/>
                    <a:gd name="T13" fmla="*/ 25 h 75"/>
                    <a:gd name="T14" fmla="*/ 44 w 73"/>
                    <a:gd name="T15" fmla="*/ 75 h 75"/>
                    <a:gd name="T16" fmla="*/ 58 w 73"/>
                    <a:gd name="T17" fmla="*/ 75 h 75"/>
                    <a:gd name="T18" fmla="*/ 73 w 73"/>
                    <a:gd name="T19" fmla="*/ 0 h 75"/>
                    <a:gd name="T20" fmla="*/ 58 w 73"/>
                    <a:gd name="T21"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3" h="75">
                      <a:moveTo>
                        <a:pt x="58" y="0"/>
                      </a:moveTo>
                      <a:lnTo>
                        <a:pt x="50" y="50"/>
                      </a:lnTo>
                      <a:lnTo>
                        <a:pt x="29" y="0"/>
                      </a:lnTo>
                      <a:lnTo>
                        <a:pt x="15" y="0"/>
                      </a:lnTo>
                      <a:lnTo>
                        <a:pt x="0" y="75"/>
                      </a:lnTo>
                      <a:lnTo>
                        <a:pt x="13" y="75"/>
                      </a:lnTo>
                      <a:lnTo>
                        <a:pt x="23" y="25"/>
                      </a:lnTo>
                      <a:lnTo>
                        <a:pt x="44" y="75"/>
                      </a:lnTo>
                      <a:lnTo>
                        <a:pt x="58" y="75"/>
                      </a:lnTo>
                      <a:lnTo>
                        <a:pt x="73" y="0"/>
                      </a:lnTo>
                      <a:lnTo>
                        <a:pt x="58"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7" name="îṣḻîďe"/>
                <p:cNvSpPr/>
                <p:nvPr/>
              </p:nvSpPr>
              <p:spPr bwMode="auto">
                <a:xfrm>
                  <a:off x="7881938" y="3521075"/>
                  <a:ext cx="49213" cy="119063"/>
                </a:xfrm>
                <a:custGeom>
                  <a:avLst/>
                  <a:gdLst>
                    <a:gd name="T0" fmla="*/ 0 w 31"/>
                    <a:gd name="T1" fmla="*/ 75 h 75"/>
                    <a:gd name="T2" fmla="*/ 14 w 31"/>
                    <a:gd name="T3" fmla="*/ 75 h 75"/>
                    <a:gd name="T4" fmla="*/ 31 w 31"/>
                    <a:gd name="T5" fmla="*/ 0 h 75"/>
                    <a:gd name="T6" fmla="*/ 14 w 31"/>
                    <a:gd name="T7" fmla="*/ 0 h 75"/>
                    <a:gd name="T8" fmla="*/ 0 w 31"/>
                    <a:gd name="T9" fmla="*/ 75 h 75"/>
                  </a:gdLst>
                  <a:ahLst/>
                  <a:cxnLst>
                    <a:cxn ang="0">
                      <a:pos x="T0" y="T1"/>
                    </a:cxn>
                    <a:cxn ang="0">
                      <a:pos x="T2" y="T3"/>
                    </a:cxn>
                    <a:cxn ang="0">
                      <a:pos x="T4" y="T5"/>
                    </a:cxn>
                    <a:cxn ang="0">
                      <a:pos x="T6" y="T7"/>
                    </a:cxn>
                    <a:cxn ang="0">
                      <a:pos x="T8" y="T9"/>
                    </a:cxn>
                  </a:cxnLst>
                  <a:rect l="0" t="0" r="r" b="b"/>
                  <a:pathLst>
                    <a:path w="31" h="75">
                      <a:moveTo>
                        <a:pt x="0" y="75"/>
                      </a:moveTo>
                      <a:lnTo>
                        <a:pt x="14" y="75"/>
                      </a:lnTo>
                      <a:lnTo>
                        <a:pt x="31" y="0"/>
                      </a:lnTo>
                      <a:lnTo>
                        <a:pt x="14" y="0"/>
                      </a:lnTo>
                      <a:lnTo>
                        <a:pt x="0" y="75"/>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8" name="íŝḻiḋè"/>
                <p:cNvSpPr/>
                <p:nvPr/>
              </p:nvSpPr>
              <p:spPr bwMode="auto">
                <a:xfrm>
                  <a:off x="7940676" y="3521075"/>
                  <a:ext cx="109538" cy="119063"/>
                </a:xfrm>
                <a:custGeom>
                  <a:avLst/>
                  <a:gdLst>
                    <a:gd name="T0" fmla="*/ 54 w 69"/>
                    <a:gd name="T1" fmla="*/ 0 h 75"/>
                    <a:gd name="T2" fmla="*/ 23 w 69"/>
                    <a:gd name="T3" fmla="*/ 57 h 75"/>
                    <a:gd name="T4" fmla="*/ 15 w 69"/>
                    <a:gd name="T5" fmla="*/ 0 h 75"/>
                    <a:gd name="T6" fmla="*/ 0 w 69"/>
                    <a:gd name="T7" fmla="*/ 0 h 75"/>
                    <a:gd name="T8" fmla="*/ 13 w 69"/>
                    <a:gd name="T9" fmla="*/ 75 h 75"/>
                    <a:gd name="T10" fmla="*/ 29 w 69"/>
                    <a:gd name="T11" fmla="*/ 75 h 75"/>
                    <a:gd name="T12" fmla="*/ 69 w 69"/>
                    <a:gd name="T13" fmla="*/ 0 h 75"/>
                    <a:gd name="T14" fmla="*/ 54 w 69"/>
                    <a:gd name="T15" fmla="*/ 0 h 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9" h="75">
                      <a:moveTo>
                        <a:pt x="54" y="0"/>
                      </a:moveTo>
                      <a:lnTo>
                        <a:pt x="23" y="57"/>
                      </a:lnTo>
                      <a:lnTo>
                        <a:pt x="15" y="0"/>
                      </a:lnTo>
                      <a:lnTo>
                        <a:pt x="0" y="0"/>
                      </a:lnTo>
                      <a:lnTo>
                        <a:pt x="13" y="75"/>
                      </a:lnTo>
                      <a:lnTo>
                        <a:pt x="29" y="75"/>
                      </a:lnTo>
                      <a:lnTo>
                        <a:pt x="69" y="0"/>
                      </a:lnTo>
                      <a:lnTo>
                        <a:pt x="54"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9" name="î$ḷíďé"/>
                <p:cNvSpPr/>
                <p:nvPr/>
              </p:nvSpPr>
              <p:spPr bwMode="auto">
                <a:xfrm>
                  <a:off x="8037513" y="3521075"/>
                  <a:ext cx="111125" cy="119063"/>
                </a:xfrm>
                <a:custGeom>
                  <a:avLst/>
                  <a:gdLst>
                    <a:gd name="T0" fmla="*/ 68 w 70"/>
                    <a:gd name="T1" fmla="*/ 12 h 75"/>
                    <a:gd name="T2" fmla="*/ 70 w 70"/>
                    <a:gd name="T3" fmla="*/ 0 h 75"/>
                    <a:gd name="T4" fmla="*/ 16 w 70"/>
                    <a:gd name="T5" fmla="*/ 0 h 75"/>
                    <a:gd name="T6" fmla="*/ 0 w 70"/>
                    <a:gd name="T7" fmla="*/ 75 h 75"/>
                    <a:gd name="T8" fmla="*/ 58 w 70"/>
                    <a:gd name="T9" fmla="*/ 75 h 75"/>
                    <a:gd name="T10" fmla="*/ 60 w 70"/>
                    <a:gd name="T11" fmla="*/ 63 h 75"/>
                    <a:gd name="T12" fmla="*/ 16 w 70"/>
                    <a:gd name="T13" fmla="*/ 63 h 75"/>
                    <a:gd name="T14" fmla="*/ 22 w 70"/>
                    <a:gd name="T15" fmla="*/ 42 h 75"/>
                    <a:gd name="T16" fmla="*/ 60 w 70"/>
                    <a:gd name="T17" fmla="*/ 42 h 75"/>
                    <a:gd name="T18" fmla="*/ 62 w 70"/>
                    <a:gd name="T19" fmla="*/ 29 h 75"/>
                    <a:gd name="T20" fmla="*/ 24 w 70"/>
                    <a:gd name="T21" fmla="*/ 29 h 75"/>
                    <a:gd name="T22" fmla="*/ 29 w 70"/>
                    <a:gd name="T23" fmla="*/ 12 h 75"/>
                    <a:gd name="T24" fmla="*/ 68 w 70"/>
                    <a:gd name="T25" fmla="*/ 12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0" h="75">
                      <a:moveTo>
                        <a:pt x="68" y="12"/>
                      </a:moveTo>
                      <a:lnTo>
                        <a:pt x="70" y="0"/>
                      </a:lnTo>
                      <a:lnTo>
                        <a:pt x="16" y="0"/>
                      </a:lnTo>
                      <a:lnTo>
                        <a:pt x="0" y="75"/>
                      </a:lnTo>
                      <a:lnTo>
                        <a:pt x="58" y="75"/>
                      </a:lnTo>
                      <a:lnTo>
                        <a:pt x="60" y="63"/>
                      </a:lnTo>
                      <a:lnTo>
                        <a:pt x="16" y="63"/>
                      </a:lnTo>
                      <a:lnTo>
                        <a:pt x="22" y="42"/>
                      </a:lnTo>
                      <a:lnTo>
                        <a:pt x="60" y="42"/>
                      </a:lnTo>
                      <a:lnTo>
                        <a:pt x="62" y="29"/>
                      </a:lnTo>
                      <a:lnTo>
                        <a:pt x="24" y="29"/>
                      </a:lnTo>
                      <a:lnTo>
                        <a:pt x="29" y="12"/>
                      </a:lnTo>
                      <a:lnTo>
                        <a:pt x="68" y="12"/>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0" name="îṡlîďe"/>
                <p:cNvSpPr/>
                <p:nvPr/>
              </p:nvSpPr>
              <p:spPr bwMode="auto">
                <a:xfrm>
                  <a:off x="8145463" y="3521075"/>
                  <a:ext cx="115888" cy="119063"/>
                </a:xfrm>
                <a:custGeom>
                  <a:avLst/>
                  <a:gdLst>
                    <a:gd name="T0" fmla="*/ 30 w 35"/>
                    <a:gd name="T1" fmla="*/ 1 h 36"/>
                    <a:gd name="T2" fmla="*/ 24 w 35"/>
                    <a:gd name="T3" fmla="*/ 0 h 36"/>
                    <a:gd name="T4" fmla="*/ 8 w 35"/>
                    <a:gd name="T5" fmla="*/ 0 h 36"/>
                    <a:gd name="T6" fmla="*/ 0 w 35"/>
                    <a:gd name="T7" fmla="*/ 36 h 36"/>
                    <a:gd name="T8" fmla="*/ 8 w 35"/>
                    <a:gd name="T9" fmla="*/ 36 h 36"/>
                    <a:gd name="T10" fmla="*/ 11 w 35"/>
                    <a:gd name="T11" fmla="*/ 21 h 36"/>
                    <a:gd name="T12" fmla="*/ 14 w 35"/>
                    <a:gd name="T13" fmla="*/ 21 h 36"/>
                    <a:gd name="T14" fmla="*/ 17 w 35"/>
                    <a:gd name="T15" fmla="*/ 22 h 36"/>
                    <a:gd name="T16" fmla="*/ 21 w 35"/>
                    <a:gd name="T17" fmla="*/ 26 h 36"/>
                    <a:gd name="T18" fmla="*/ 24 w 35"/>
                    <a:gd name="T19" fmla="*/ 36 h 36"/>
                    <a:gd name="T20" fmla="*/ 32 w 35"/>
                    <a:gd name="T21" fmla="*/ 36 h 36"/>
                    <a:gd name="T22" fmla="*/ 27 w 35"/>
                    <a:gd name="T23" fmla="*/ 24 h 36"/>
                    <a:gd name="T24" fmla="*/ 24 w 35"/>
                    <a:gd name="T25" fmla="*/ 21 h 36"/>
                    <a:gd name="T26" fmla="*/ 32 w 35"/>
                    <a:gd name="T27" fmla="*/ 17 h 36"/>
                    <a:gd name="T28" fmla="*/ 35 w 35"/>
                    <a:gd name="T29" fmla="*/ 9 h 36"/>
                    <a:gd name="T30" fmla="*/ 34 w 35"/>
                    <a:gd name="T31" fmla="*/ 4 h 36"/>
                    <a:gd name="T32" fmla="*/ 30 w 35"/>
                    <a:gd name="T33" fmla="*/ 1 h 36"/>
                    <a:gd name="T34" fmla="*/ 27 w 35"/>
                    <a:gd name="T35" fmla="*/ 13 h 36"/>
                    <a:gd name="T36" fmla="*/ 24 w 35"/>
                    <a:gd name="T37" fmla="*/ 15 h 36"/>
                    <a:gd name="T38" fmla="*/ 16 w 35"/>
                    <a:gd name="T39" fmla="*/ 16 h 36"/>
                    <a:gd name="T40" fmla="*/ 12 w 35"/>
                    <a:gd name="T41" fmla="*/ 16 h 36"/>
                    <a:gd name="T42" fmla="*/ 14 w 35"/>
                    <a:gd name="T43" fmla="*/ 6 h 36"/>
                    <a:gd name="T44" fmla="*/ 22 w 35"/>
                    <a:gd name="T45" fmla="*/ 6 h 36"/>
                    <a:gd name="T46" fmla="*/ 26 w 35"/>
                    <a:gd name="T47" fmla="*/ 7 h 36"/>
                    <a:gd name="T48" fmla="*/ 28 w 35"/>
                    <a:gd name="T49" fmla="*/ 10 h 36"/>
                    <a:gd name="T50" fmla="*/ 27 w 35"/>
                    <a:gd name="T51" fmla="*/ 13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5" h="36">
                      <a:moveTo>
                        <a:pt x="30" y="1"/>
                      </a:moveTo>
                      <a:cubicBezTo>
                        <a:pt x="28" y="0"/>
                        <a:pt x="26" y="0"/>
                        <a:pt x="24" y="0"/>
                      </a:cubicBezTo>
                      <a:cubicBezTo>
                        <a:pt x="8" y="0"/>
                        <a:pt x="8" y="0"/>
                        <a:pt x="8" y="0"/>
                      </a:cubicBezTo>
                      <a:cubicBezTo>
                        <a:pt x="0" y="36"/>
                        <a:pt x="0" y="36"/>
                        <a:pt x="0" y="36"/>
                      </a:cubicBezTo>
                      <a:cubicBezTo>
                        <a:pt x="8" y="36"/>
                        <a:pt x="8" y="36"/>
                        <a:pt x="8" y="36"/>
                      </a:cubicBezTo>
                      <a:cubicBezTo>
                        <a:pt x="11" y="21"/>
                        <a:pt x="11" y="21"/>
                        <a:pt x="11" y="21"/>
                      </a:cubicBezTo>
                      <a:cubicBezTo>
                        <a:pt x="14" y="21"/>
                        <a:pt x="14" y="21"/>
                        <a:pt x="14" y="21"/>
                      </a:cubicBezTo>
                      <a:cubicBezTo>
                        <a:pt x="15" y="21"/>
                        <a:pt x="17" y="21"/>
                        <a:pt x="17" y="22"/>
                      </a:cubicBezTo>
                      <a:cubicBezTo>
                        <a:pt x="18" y="22"/>
                        <a:pt x="20" y="24"/>
                        <a:pt x="21" y="26"/>
                      </a:cubicBezTo>
                      <a:cubicBezTo>
                        <a:pt x="22" y="31"/>
                        <a:pt x="24" y="34"/>
                        <a:pt x="24" y="36"/>
                      </a:cubicBezTo>
                      <a:cubicBezTo>
                        <a:pt x="32" y="36"/>
                        <a:pt x="32" y="36"/>
                        <a:pt x="32" y="36"/>
                      </a:cubicBezTo>
                      <a:cubicBezTo>
                        <a:pt x="30" y="31"/>
                        <a:pt x="28" y="27"/>
                        <a:pt x="27" y="24"/>
                      </a:cubicBezTo>
                      <a:cubicBezTo>
                        <a:pt x="26" y="23"/>
                        <a:pt x="25" y="21"/>
                        <a:pt x="24" y="21"/>
                      </a:cubicBezTo>
                      <a:cubicBezTo>
                        <a:pt x="28" y="20"/>
                        <a:pt x="30" y="19"/>
                        <a:pt x="32" y="17"/>
                      </a:cubicBezTo>
                      <a:cubicBezTo>
                        <a:pt x="34" y="15"/>
                        <a:pt x="35" y="13"/>
                        <a:pt x="35" y="9"/>
                      </a:cubicBezTo>
                      <a:cubicBezTo>
                        <a:pt x="35" y="7"/>
                        <a:pt x="34" y="6"/>
                        <a:pt x="34" y="4"/>
                      </a:cubicBezTo>
                      <a:cubicBezTo>
                        <a:pt x="33" y="3"/>
                        <a:pt x="31" y="2"/>
                        <a:pt x="30" y="1"/>
                      </a:cubicBezTo>
                      <a:close/>
                      <a:moveTo>
                        <a:pt x="27" y="13"/>
                      </a:moveTo>
                      <a:cubicBezTo>
                        <a:pt x="26" y="14"/>
                        <a:pt x="25" y="14"/>
                        <a:pt x="24" y="15"/>
                      </a:cubicBezTo>
                      <a:cubicBezTo>
                        <a:pt x="22" y="15"/>
                        <a:pt x="20" y="16"/>
                        <a:pt x="16" y="16"/>
                      </a:cubicBezTo>
                      <a:cubicBezTo>
                        <a:pt x="12" y="16"/>
                        <a:pt x="12" y="16"/>
                        <a:pt x="12" y="16"/>
                      </a:cubicBezTo>
                      <a:cubicBezTo>
                        <a:pt x="14" y="6"/>
                        <a:pt x="14" y="6"/>
                        <a:pt x="14" y="6"/>
                      </a:cubicBezTo>
                      <a:cubicBezTo>
                        <a:pt x="22" y="6"/>
                        <a:pt x="22" y="6"/>
                        <a:pt x="22" y="6"/>
                      </a:cubicBezTo>
                      <a:cubicBezTo>
                        <a:pt x="24" y="6"/>
                        <a:pt x="25" y="6"/>
                        <a:pt x="26" y="7"/>
                      </a:cubicBezTo>
                      <a:cubicBezTo>
                        <a:pt x="27" y="7"/>
                        <a:pt x="28" y="8"/>
                        <a:pt x="28" y="10"/>
                      </a:cubicBezTo>
                      <a:cubicBezTo>
                        <a:pt x="28" y="11"/>
                        <a:pt x="27" y="12"/>
                        <a:pt x="27" y="13"/>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1" name="ïşľîḍé"/>
                <p:cNvSpPr/>
                <p:nvPr/>
              </p:nvSpPr>
              <p:spPr bwMode="auto">
                <a:xfrm>
                  <a:off x="8267701" y="3521075"/>
                  <a:ext cx="98425" cy="119063"/>
                </a:xfrm>
                <a:custGeom>
                  <a:avLst/>
                  <a:gdLst>
                    <a:gd name="T0" fmla="*/ 17 w 30"/>
                    <a:gd name="T1" fmla="*/ 5 h 36"/>
                    <a:gd name="T2" fmla="*/ 22 w 30"/>
                    <a:gd name="T3" fmla="*/ 7 h 36"/>
                    <a:gd name="T4" fmla="*/ 23 w 30"/>
                    <a:gd name="T5" fmla="*/ 11 h 36"/>
                    <a:gd name="T6" fmla="*/ 30 w 30"/>
                    <a:gd name="T7" fmla="*/ 10 h 36"/>
                    <a:gd name="T8" fmla="*/ 27 w 30"/>
                    <a:gd name="T9" fmla="*/ 3 h 36"/>
                    <a:gd name="T10" fmla="*/ 17 w 30"/>
                    <a:gd name="T11" fmla="*/ 0 h 36"/>
                    <a:gd name="T12" fmla="*/ 8 w 30"/>
                    <a:gd name="T13" fmla="*/ 3 h 36"/>
                    <a:gd name="T14" fmla="*/ 4 w 30"/>
                    <a:gd name="T15" fmla="*/ 10 h 36"/>
                    <a:gd name="T16" fmla="*/ 6 w 30"/>
                    <a:gd name="T17" fmla="*/ 14 h 36"/>
                    <a:gd name="T18" fmla="*/ 8 w 30"/>
                    <a:gd name="T19" fmla="*/ 18 h 36"/>
                    <a:gd name="T20" fmla="*/ 15 w 30"/>
                    <a:gd name="T21" fmla="*/ 21 h 36"/>
                    <a:gd name="T22" fmla="*/ 20 w 30"/>
                    <a:gd name="T23" fmla="*/ 23 h 36"/>
                    <a:gd name="T24" fmla="*/ 21 w 30"/>
                    <a:gd name="T25" fmla="*/ 26 h 36"/>
                    <a:gd name="T26" fmla="*/ 19 w 30"/>
                    <a:gd name="T27" fmla="*/ 29 h 36"/>
                    <a:gd name="T28" fmla="*/ 14 w 30"/>
                    <a:gd name="T29" fmla="*/ 30 h 36"/>
                    <a:gd name="T30" fmla="*/ 8 w 30"/>
                    <a:gd name="T31" fmla="*/ 28 h 36"/>
                    <a:gd name="T32" fmla="*/ 7 w 30"/>
                    <a:gd name="T33" fmla="*/ 24 h 36"/>
                    <a:gd name="T34" fmla="*/ 0 w 30"/>
                    <a:gd name="T35" fmla="*/ 24 h 36"/>
                    <a:gd name="T36" fmla="*/ 1 w 30"/>
                    <a:gd name="T37" fmla="*/ 30 h 36"/>
                    <a:gd name="T38" fmla="*/ 6 w 30"/>
                    <a:gd name="T39" fmla="*/ 35 h 36"/>
                    <a:gd name="T40" fmla="*/ 14 w 30"/>
                    <a:gd name="T41" fmla="*/ 36 h 36"/>
                    <a:gd name="T42" fmla="*/ 24 w 30"/>
                    <a:gd name="T43" fmla="*/ 33 h 36"/>
                    <a:gd name="T44" fmla="*/ 28 w 30"/>
                    <a:gd name="T45" fmla="*/ 25 h 36"/>
                    <a:gd name="T46" fmla="*/ 26 w 30"/>
                    <a:gd name="T47" fmla="*/ 19 h 36"/>
                    <a:gd name="T48" fmla="*/ 18 w 30"/>
                    <a:gd name="T49" fmla="*/ 14 h 36"/>
                    <a:gd name="T50" fmla="*/ 13 w 30"/>
                    <a:gd name="T51" fmla="*/ 12 h 36"/>
                    <a:gd name="T52" fmla="*/ 11 w 30"/>
                    <a:gd name="T53" fmla="*/ 9 h 36"/>
                    <a:gd name="T54" fmla="*/ 13 w 30"/>
                    <a:gd name="T55" fmla="*/ 6 h 36"/>
                    <a:gd name="T56" fmla="*/ 17 w 30"/>
                    <a:gd name="T57" fmla="*/ 5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0" h="36">
                      <a:moveTo>
                        <a:pt x="17" y="5"/>
                      </a:moveTo>
                      <a:cubicBezTo>
                        <a:pt x="19" y="5"/>
                        <a:pt x="21" y="6"/>
                        <a:pt x="22" y="7"/>
                      </a:cubicBezTo>
                      <a:cubicBezTo>
                        <a:pt x="23" y="8"/>
                        <a:pt x="23" y="9"/>
                        <a:pt x="23" y="11"/>
                      </a:cubicBezTo>
                      <a:cubicBezTo>
                        <a:pt x="30" y="10"/>
                        <a:pt x="30" y="10"/>
                        <a:pt x="30" y="10"/>
                      </a:cubicBezTo>
                      <a:cubicBezTo>
                        <a:pt x="30" y="7"/>
                        <a:pt x="29" y="4"/>
                        <a:pt x="27" y="3"/>
                      </a:cubicBezTo>
                      <a:cubicBezTo>
                        <a:pt x="24" y="1"/>
                        <a:pt x="21" y="0"/>
                        <a:pt x="17" y="0"/>
                      </a:cubicBezTo>
                      <a:cubicBezTo>
                        <a:pt x="13" y="0"/>
                        <a:pt x="10" y="1"/>
                        <a:pt x="8" y="3"/>
                      </a:cubicBezTo>
                      <a:cubicBezTo>
                        <a:pt x="5" y="5"/>
                        <a:pt x="4" y="7"/>
                        <a:pt x="4" y="10"/>
                      </a:cubicBezTo>
                      <a:cubicBezTo>
                        <a:pt x="4" y="12"/>
                        <a:pt x="5" y="13"/>
                        <a:pt x="6" y="14"/>
                      </a:cubicBezTo>
                      <a:cubicBezTo>
                        <a:pt x="6" y="16"/>
                        <a:pt x="7" y="17"/>
                        <a:pt x="8" y="18"/>
                      </a:cubicBezTo>
                      <a:cubicBezTo>
                        <a:pt x="10" y="18"/>
                        <a:pt x="12" y="19"/>
                        <a:pt x="15" y="21"/>
                      </a:cubicBezTo>
                      <a:cubicBezTo>
                        <a:pt x="17" y="22"/>
                        <a:pt x="19" y="23"/>
                        <a:pt x="20" y="23"/>
                      </a:cubicBezTo>
                      <a:cubicBezTo>
                        <a:pt x="20" y="24"/>
                        <a:pt x="21" y="25"/>
                        <a:pt x="21" y="26"/>
                      </a:cubicBezTo>
                      <a:cubicBezTo>
                        <a:pt x="21" y="27"/>
                        <a:pt x="20" y="28"/>
                        <a:pt x="19" y="29"/>
                      </a:cubicBezTo>
                      <a:cubicBezTo>
                        <a:pt x="18" y="30"/>
                        <a:pt x="16" y="30"/>
                        <a:pt x="14" y="30"/>
                      </a:cubicBezTo>
                      <a:cubicBezTo>
                        <a:pt x="11" y="30"/>
                        <a:pt x="9" y="30"/>
                        <a:pt x="8" y="28"/>
                      </a:cubicBezTo>
                      <a:cubicBezTo>
                        <a:pt x="8" y="28"/>
                        <a:pt x="7" y="26"/>
                        <a:pt x="7" y="24"/>
                      </a:cubicBezTo>
                      <a:cubicBezTo>
                        <a:pt x="0" y="24"/>
                        <a:pt x="0" y="24"/>
                        <a:pt x="0" y="24"/>
                      </a:cubicBezTo>
                      <a:cubicBezTo>
                        <a:pt x="0" y="27"/>
                        <a:pt x="0" y="29"/>
                        <a:pt x="1" y="30"/>
                      </a:cubicBezTo>
                      <a:cubicBezTo>
                        <a:pt x="2" y="32"/>
                        <a:pt x="4" y="34"/>
                        <a:pt x="6" y="35"/>
                      </a:cubicBezTo>
                      <a:cubicBezTo>
                        <a:pt x="8" y="36"/>
                        <a:pt x="11" y="36"/>
                        <a:pt x="14" y="36"/>
                      </a:cubicBezTo>
                      <a:cubicBezTo>
                        <a:pt x="18" y="36"/>
                        <a:pt x="22" y="35"/>
                        <a:pt x="24" y="33"/>
                      </a:cubicBezTo>
                      <a:cubicBezTo>
                        <a:pt x="27" y="31"/>
                        <a:pt x="28" y="28"/>
                        <a:pt x="28" y="25"/>
                      </a:cubicBezTo>
                      <a:cubicBezTo>
                        <a:pt x="28" y="22"/>
                        <a:pt x="27" y="20"/>
                        <a:pt x="26" y="19"/>
                      </a:cubicBezTo>
                      <a:cubicBezTo>
                        <a:pt x="25" y="18"/>
                        <a:pt x="22" y="16"/>
                        <a:pt x="18" y="14"/>
                      </a:cubicBezTo>
                      <a:cubicBezTo>
                        <a:pt x="15" y="13"/>
                        <a:pt x="13" y="12"/>
                        <a:pt x="13" y="12"/>
                      </a:cubicBezTo>
                      <a:cubicBezTo>
                        <a:pt x="12" y="11"/>
                        <a:pt x="11" y="10"/>
                        <a:pt x="11" y="9"/>
                      </a:cubicBezTo>
                      <a:cubicBezTo>
                        <a:pt x="11" y="8"/>
                        <a:pt x="12" y="7"/>
                        <a:pt x="13" y="6"/>
                      </a:cubicBezTo>
                      <a:cubicBezTo>
                        <a:pt x="14" y="6"/>
                        <a:pt x="15" y="5"/>
                        <a:pt x="17" y="5"/>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2" name="îṩľîďe"/>
                <p:cNvSpPr/>
                <p:nvPr/>
              </p:nvSpPr>
              <p:spPr bwMode="auto">
                <a:xfrm>
                  <a:off x="8374063" y="3521075"/>
                  <a:ext cx="46038" cy="119063"/>
                </a:xfrm>
                <a:custGeom>
                  <a:avLst/>
                  <a:gdLst>
                    <a:gd name="T0" fmla="*/ 0 w 29"/>
                    <a:gd name="T1" fmla="*/ 75 h 75"/>
                    <a:gd name="T2" fmla="*/ 14 w 29"/>
                    <a:gd name="T3" fmla="*/ 75 h 75"/>
                    <a:gd name="T4" fmla="*/ 29 w 29"/>
                    <a:gd name="T5" fmla="*/ 0 h 75"/>
                    <a:gd name="T6" fmla="*/ 14 w 29"/>
                    <a:gd name="T7" fmla="*/ 0 h 75"/>
                    <a:gd name="T8" fmla="*/ 0 w 29"/>
                    <a:gd name="T9" fmla="*/ 75 h 75"/>
                  </a:gdLst>
                  <a:ahLst/>
                  <a:cxnLst>
                    <a:cxn ang="0">
                      <a:pos x="T0" y="T1"/>
                    </a:cxn>
                    <a:cxn ang="0">
                      <a:pos x="T2" y="T3"/>
                    </a:cxn>
                    <a:cxn ang="0">
                      <a:pos x="T4" y="T5"/>
                    </a:cxn>
                    <a:cxn ang="0">
                      <a:pos x="T6" y="T7"/>
                    </a:cxn>
                    <a:cxn ang="0">
                      <a:pos x="T8" y="T9"/>
                    </a:cxn>
                  </a:cxnLst>
                  <a:rect l="0" t="0" r="r" b="b"/>
                  <a:pathLst>
                    <a:path w="29" h="75">
                      <a:moveTo>
                        <a:pt x="0" y="75"/>
                      </a:moveTo>
                      <a:lnTo>
                        <a:pt x="14" y="75"/>
                      </a:lnTo>
                      <a:lnTo>
                        <a:pt x="29" y="0"/>
                      </a:lnTo>
                      <a:lnTo>
                        <a:pt x="14" y="0"/>
                      </a:lnTo>
                      <a:lnTo>
                        <a:pt x="0" y="75"/>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3" name="iS1idè"/>
                <p:cNvSpPr/>
                <p:nvPr/>
              </p:nvSpPr>
              <p:spPr bwMode="auto">
                <a:xfrm>
                  <a:off x="8432801" y="3521075"/>
                  <a:ext cx="95250" cy="119063"/>
                </a:xfrm>
                <a:custGeom>
                  <a:avLst/>
                  <a:gdLst>
                    <a:gd name="T0" fmla="*/ 0 w 60"/>
                    <a:gd name="T1" fmla="*/ 12 h 75"/>
                    <a:gd name="T2" fmla="*/ 21 w 60"/>
                    <a:gd name="T3" fmla="*/ 12 h 75"/>
                    <a:gd name="T4" fmla="*/ 8 w 60"/>
                    <a:gd name="T5" fmla="*/ 75 h 75"/>
                    <a:gd name="T6" fmla="*/ 23 w 60"/>
                    <a:gd name="T7" fmla="*/ 75 h 75"/>
                    <a:gd name="T8" fmla="*/ 35 w 60"/>
                    <a:gd name="T9" fmla="*/ 12 h 75"/>
                    <a:gd name="T10" fmla="*/ 58 w 60"/>
                    <a:gd name="T11" fmla="*/ 12 h 75"/>
                    <a:gd name="T12" fmla="*/ 60 w 60"/>
                    <a:gd name="T13" fmla="*/ 0 h 75"/>
                    <a:gd name="T14" fmla="*/ 2 w 60"/>
                    <a:gd name="T15" fmla="*/ 0 h 75"/>
                    <a:gd name="T16" fmla="*/ 0 w 60"/>
                    <a:gd name="T17" fmla="*/ 12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0" h="75">
                      <a:moveTo>
                        <a:pt x="0" y="12"/>
                      </a:moveTo>
                      <a:lnTo>
                        <a:pt x="21" y="12"/>
                      </a:lnTo>
                      <a:lnTo>
                        <a:pt x="8" y="75"/>
                      </a:lnTo>
                      <a:lnTo>
                        <a:pt x="23" y="75"/>
                      </a:lnTo>
                      <a:lnTo>
                        <a:pt x="35" y="12"/>
                      </a:lnTo>
                      <a:lnTo>
                        <a:pt x="58" y="12"/>
                      </a:lnTo>
                      <a:lnTo>
                        <a:pt x="60" y="0"/>
                      </a:lnTo>
                      <a:lnTo>
                        <a:pt x="2" y="0"/>
                      </a:lnTo>
                      <a:lnTo>
                        <a:pt x="0" y="12"/>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4" name="iṣḷîḋe"/>
                <p:cNvSpPr/>
                <p:nvPr/>
              </p:nvSpPr>
              <p:spPr bwMode="auto">
                <a:xfrm>
                  <a:off x="8531226" y="3521075"/>
                  <a:ext cx="109538" cy="119063"/>
                </a:xfrm>
                <a:custGeom>
                  <a:avLst/>
                  <a:gdLst>
                    <a:gd name="T0" fmla="*/ 25 w 33"/>
                    <a:gd name="T1" fmla="*/ 0 h 36"/>
                    <a:gd name="T2" fmla="*/ 19 w 33"/>
                    <a:gd name="T3" fmla="*/ 7 h 36"/>
                    <a:gd name="T4" fmla="*/ 16 w 33"/>
                    <a:gd name="T5" fmla="*/ 12 h 36"/>
                    <a:gd name="T6" fmla="*/ 14 w 33"/>
                    <a:gd name="T7" fmla="*/ 15 h 36"/>
                    <a:gd name="T8" fmla="*/ 12 w 33"/>
                    <a:gd name="T9" fmla="*/ 10 h 36"/>
                    <a:gd name="T10" fmla="*/ 8 w 33"/>
                    <a:gd name="T11" fmla="*/ 0 h 36"/>
                    <a:gd name="T12" fmla="*/ 0 w 33"/>
                    <a:gd name="T13" fmla="*/ 0 h 36"/>
                    <a:gd name="T14" fmla="*/ 10 w 33"/>
                    <a:gd name="T15" fmla="*/ 22 h 36"/>
                    <a:gd name="T16" fmla="*/ 7 w 33"/>
                    <a:gd name="T17" fmla="*/ 36 h 36"/>
                    <a:gd name="T18" fmla="*/ 14 w 33"/>
                    <a:gd name="T19" fmla="*/ 36 h 36"/>
                    <a:gd name="T20" fmla="*/ 17 w 33"/>
                    <a:gd name="T21" fmla="*/ 23 h 36"/>
                    <a:gd name="T22" fmla="*/ 33 w 33"/>
                    <a:gd name="T23" fmla="*/ 0 h 36"/>
                    <a:gd name="T24" fmla="*/ 25 w 33"/>
                    <a:gd name="T25" fmla="*/ 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3" h="36">
                      <a:moveTo>
                        <a:pt x="25" y="0"/>
                      </a:moveTo>
                      <a:cubicBezTo>
                        <a:pt x="19" y="7"/>
                        <a:pt x="19" y="7"/>
                        <a:pt x="19" y="7"/>
                      </a:cubicBezTo>
                      <a:cubicBezTo>
                        <a:pt x="16" y="12"/>
                        <a:pt x="16" y="12"/>
                        <a:pt x="16" y="12"/>
                      </a:cubicBezTo>
                      <a:cubicBezTo>
                        <a:pt x="15" y="13"/>
                        <a:pt x="15" y="14"/>
                        <a:pt x="14" y="15"/>
                      </a:cubicBezTo>
                      <a:cubicBezTo>
                        <a:pt x="14" y="14"/>
                        <a:pt x="13" y="13"/>
                        <a:pt x="12" y="10"/>
                      </a:cubicBezTo>
                      <a:cubicBezTo>
                        <a:pt x="8" y="0"/>
                        <a:pt x="8" y="0"/>
                        <a:pt x="8" y="0"/>
                      </a:cubicBezTo>
                      <a:cubicBezTo>
                        <a:pt x="0" y="0"/>
                        <a:pt x="0" y="0"/>
                        <a:pt x="0" y="0"/>
                      </a:cubicBezTo>
                      <a:cubicBezTo>
                        <a:pt x="10" y="22"/>
                        <a:pt x="10" y="22"/>
                        <a:pt x="10" y="22"/>
                      </a:cubicBezTo>
                      <a:cubicBezTo>
                        <a:pt x="7" y="36"/>
                        <a:pt x="7" y="36"/>
                        <a:pt x="7" y="36"/>
                      </a:cubicBezTo>
                      <a:cubicBezTo>
                        <a:pt x="14" y="36"/>
                        <a:pt x="14" y="36"/>
                        <a:pt x="14" y="36"/>
                      </a:cubicBezTo>
                      <a:cubicBezTo>
                        <a:pt x="17" y="23"/>
                        <a:pt x="17" y="23"/>
                        <a:pt x="17" y="23"/>
                      </a:cubicBezTo>
                      <a:cubicBezTo>
                        <a:pt x="33" y="0"/>
                        <a:pt x="33" y="0"/>
                        <a:pt x="33" y="0"/>
                      </a:cubicBezTo>
                      <a:lnTo>
                        <a:pt x="25"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grpSp>
      <p:cxnSp>
        <p:nvCxnSpPr>
          <p:cNvPr id="4" name="直线连接符 3"/>
          <p:cNvCxnSpPr/>
          <p:nvPr userDrawn="1"/>
        </p:nvCxnSpPr>
        <p:spPr>
          <a:xfrm>
            <a:off x="0" y="1016000"/>
            <a:ext cx="12192000"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pic>
        <p:nvPicPr>
          <p:cNvPr id="110" name="图片 109" descr="图片包含 天空, 户外, 建筑物, 日落&#10;&#10;描述已自动生成"/>
          <p:cNvPicPr>
            <a:picLocks noChangeAspect="1"/>
          </p:cNvPicPr>
          <p:nvPr userDrawn="1"/>
        </p:nvPicPr>
        <p:blipFill rotWithShape="1">
          <a:blip r:embed="rId2" cstate="print">
            <a:extLst>
              <a:ext uri="{BEBA8EAE-BF5A-486C-A8C5-ECC9F3942E4B}">
                <a14:imgProps xmlns:a14="http://schemas.microsoft.com/office/drawing/2010/main">
                  <a14:imgLayer r:embed="rId3">
                    <a14:imgEffect>
                      <a14:backgroundRemoval t="10000" b="99500" l="10000" r="98000">
                        <a14:foregroundMark x1="45583" y1="28625" x2="72750" y2="47875"/>
                        <a14:foregroundMark x1="72750" y1="47875" x2="79000" y2="48875"/>
                        <a14:foregroundMark x1="79000" y1="48875" x2="87083" y2="44750"/>
                        <a14:foregroundMark x1="87083" y1="44750" x2="89333" y2="42875"/>
                        <a14:foregroundMark x1="49697" y1="28104" x2="51500" y2="30625"/>
                        <a14:foregroundMark x1="46583" y1="23750" x2="49595" y2="27961"/>
                        <a14:foregroundMark x1="46917" y1="21000" x2="48333" y2="17125"/>
                        <a14:foregroundMark x1="62917" y1="48125" x2="65250" y2="51750"/>
                        <a14:foregroundMark x1="65250" y1="51750" x2="86750" y2="67750"/>
                        <a14:foregroundMark x1="94417" y1="36500" x2="92917" y2="90875"/>
                        <a14:foregroundMark x1="98000" y1="30875" x2="91667" y2="84250"/>
                        <a14:foregroundMark x1="91667" y1="84250" x2="91333" y2="85500"/>
                        <a14:foregroundMark x1="70000" y1="67000" x2="89333" y2="84250"/>
                        <a14:foregroundMark x1="89333" y1="84250" x2="89333" y2="84250"/>
                        <a14:foregroundMark x1="70500" y1="67000" x2="66333" y2="64125"/>
                        <a14:foregroundMark x1="66333" y1="64125" x2="59333" y2="53500"/>
                        <a14:foregroundMark x1="79333" y1="90625" x2="80167" y2="96250"/>
                        <a14:foregroundMark x1="80167" y1="96250" x2="85167" y2="96625"/>
                        <a14:foregroundMark x1="85167" y1="96625" x2="88083" y2="94625"/>
                        <a14:foregroundMark x1="88083" y1="94625" x2="88167" y2="94625"/>
                        <a14:foregroundMark x1="96750" y1="97500" x2="76750" y2="99500"/>
                        <a14:foregroundMark x1="77799" y1="89875" x2="77667" y2="86250"/>
                        <a14:foregroundMark x1="77984" y1="94938" x2="77927" y2="93375"/>
                        <a14:foregroundMark x1="78000" y1="95375" x2="78056" y2="96909"/>
                        <a14:foregroundMark x1="68667" y1="40875" x2="68417" y2="41125"/>
                        <a14:backgroundMark x1="77667" y1="89875" x2="77667" y2="93375"/>
                        <a14:backgroundMark x1="77833" y1="95625" x2="78167" y2="90625"/>
                        <a14:backgroundMark x1="78500" y1="96125" x2="79000" y2="90375"/>
                        <a14:backgroundMark x1="19833" y1="30625" x2="46417" y2="71000"/>
                        <a14:backgroundMark x1="46417" y1="71000" x2="46417" y2="71000"/>
                        <a14:backgroundMark x1="17000" y1="72500" x2="23583" y2="72625"/>
                        <a14:backgroundMark x1="23583" y1="72625" x2="37833" y2="71875"/>
                        <a14:backgroundMark x1="37833" y1="71875" x2="57167" y2="75375"/>
                        <a14:backgroundMark x1="61667" y1="37000" x2="62000" y2="37375"/>
                        <a14:backgroundMark x1="66667" y1="39375" x2="66917" y2="39750"/>
                        <a14:backgroundMark x1="50917" y1="27125" x2="51000" y2="27625"/>
                      </a14:backgroundRemoval>
                    </a14:imgEffect>
                    <a14:imgEffect>
                      <a14:brightnessContrast bright="72000"/>
                    </a14:imgEffect>
                    <a14:imgEffect>
                      <a14:colorTemperature colorTemp="9660"/>
                    </a14:imgEffect>
                    <a14:imgEffect>
                      <a14:saturation sat="111000"/>
                    </a14:imgEffect>
                  </a14:imgLayer>
                </a14:imgProps>
              </a:ext>
              <a:ext uri="{28A0092B-C50C-407E-A947-70E740481C1C}">
                <a14:useLocalDpi xmlns:a14="http://schemas.microsoft.com/office/drawing/2010/main" val="0"/>
              </a:ext>
            </a:extLst>
          </a:blip>
          <a:srcRect l="38743" t="8413"/>
          <a:stretch>
            <a:fillRect/>
          </a:stretch>
        </p:blipFill>
        <p:spPr>
          <a:xfrm flipH="1">
            <a:off x="-1" y="60500"/>
            <a:ext cx="958611" cy="955500"/>
          </a:xfrm>
          <a:prstGeom prst="rect">
            <a:avLst/>
          </a:prstGeom>
        </p:spPr>
      </p:pic>
      <p:sp>
        <p:nvSpPr>
          <p:cNvPr id="113" name="图片占位符 4"/>
          <p:cNvSpPr>
            <a:spLocks noGrp="1"/>
          </p:cNvSpPr>
          <p:nvPr>
            <p:ph type="pic" sz="quarter" idx="10"/>
          </p:nvPr>
        </p:nvSpPr>
        <p:spPr>
          <a:xfrm>
            <a:off x="803275" y="1255713"/>
            <a:ext cx="3344863" cy="3084512"/>
          </a:xfrm>
          <a:prstGeom prst="rect">
            <a:avLst/>
          </a:prstGeom>
        </p:spPr>
        <p:txBody>
          <a:bodyPr/>
          <a:lstStyle/>
          <a:p>
            <a:endParaRPr kumimoji="1" lang="zh-CN" altLang="en-US" dirty="0"/>
          </a:p>
        </p:txBody>
      </p:sp>
      <p:sp>
        <p:nvSpPr>
          <p:cNvPr id="120" name="图片占位符 4"/>
          <p:cNvSpPr>
            <a:spLocks noGrp="1"/>
          </p:cNvSpPr>
          <p:nvPr>
            <p:ph type="pic" sz="quarter" idx="11"/>
          </p:nvPr>
        </p:nvSpPr>
        <p:spPr>
          <a:xfrm>
            <a:off x="4423568" y="1255713"/>
            <a:ext cx="3344863" cy="3084512"/>
          </a:xfrm>
          <a:prstGeom prst="rect">
            <a:avLst/>
          </a:prstGeom>
        </p:spPr>
        <p:txBody>
          <a:bodyPr/>
          <a:lstStyle/>
          <a:p>
            <a:endParaRPr kumimoji="1" lang="zh-CN" altLang="en-US" dirty="0"/>
          </a:p>
        </p:txBody>
      </p:sp>
      <p:sp>
        <p:nvSpPr>
          <p:cNvPr id="121" name="图片占位符 4"/>
          <p:cNvSpPr>
            <a:spLocks noGrp="1"/>
          </p:cNvSpPr>
          <p:nvPr>
            <p:ph type="pic" sz="quarter" idx="12"/>
          </p:nvPr>
        </p:nvSpPr>
        <p:spPr>
          <a:xfrm>
            <a:off x="8043861" y="1255713"/>
            <a:ext cx="3344863" cy="3084512"/>
          </a:xfrm>
          <a:prstGeom prst="rect">
            <a:avLst/>
          </a:prstGeom>
        </p:spPr>
        <p:txBody>
          <a:bodyPr/>
          <a:lstStyle/>
          <a:p>
            <a:endParaRPr kumimoji="1" lang="zh-CN" altLang="en-US"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四张照片">
    <p:spTree>
      <p:nvGrpSpPr>
        <p:cNvPr id="1" name=""/>
        <p:cNvGrpSpPr/>
        <p:nvPr/>
      </p:nvGrpSpPr>
      <p:grpSpPr>
        <a:xfrm>
          <a:off x="0" y="0"/>
          <a:ext cx="0" cy="0"/>
          <a:chOff x="0" y="0"/>
          <a:chExt cx="0" cy="0"/>
        </a:xfrm>
      </p:grpSpPr>
      <p:grpSp>
        <p:nvGrpSpPr>
          <p:cNvPr id="111" name="组合 110"/>
          <p:cNvGrpSpPr/>
          <p:nvPr userDrawn="1"/>
        </p:nvGrpSpPr>
        <p:grpSpPr>
          <a:xfrm flipH="1">
            <a:off x="5208336" y="4040440"/>
            <a:ext cx="804808" cy="2020022"/>
            <a:chOff x="803275" y="1324069"/>
            <a:chExt cx="804808" cy="2020022"/>
          </a:xfrm>
        </p:grpSpPr>
        <p:sp>
          <p:nvSpPr>
            <p:cNvPr id="112" name="矩形 111"/>
            <p:cNvSpPr/>
            <p:nvPr/>
          </p:nvSpPr>
          <p:spPr>
            <a:xfrm>
              <a:off x="803275" y="1324069"/>
              <a:ext cx="804808" cy="2020022"/>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a:bodyPr>
            <a:lstStyle/>
            <a:p>
              <a:pPr algn="l">
                <a:lnSpc>
                  <a:spcPct val="130000"/>
                </a:lnSpc>
              </a:pPr>
              <a:endParaRPr kumimoji="1" lang="zh-CN" altLang="en-US" sz="2000" dirty="0">
                <a:solidFill>
                  <a:schemeClr val="tx1">
                    <a:lumMod val="75000"/>
                    <a:lumOff val="25000"/>
                  </a:schemeClr>
                </a:solidFill>
              </a:endParaRPr>
            </a:p>
          </p:txBody>
        </p:sp>
        <p:cxnSp>
          <p:nvCxnSpPr>
            <p:cNvPr id="113" name="直线连接符 112"/>
            <p:cNvCxnSpPr/>
            <p:nvPr/>
          </p:nvCxnSpPr>
          <p:spPr>
            <a:xfrm>
              <a:off x="806746" y="1375471"/>
              <a:ext cx="684965"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17" name="直线连接符 116"/>
            <p:cNvCxnSpPr/>
            <p:nvPr/>
          </p:nvCxnSpPr>
          <p:spPr>
            <a:xfrm>
              <a:off x="806746" y="3293388"/>
              <a:ext cx="684965"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18" name="直线连接符 117"/>
            <p:cNvCxnSpPr/>
            <p:nvPr/>
          </p:nvCxnSpPr>
          <p:spPr>
            <a:xfrm>
              <a:off x="857416" y="1324069"/>
              <a:ext cx="0" cy="2020022"/>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19" name="组合 118"/>
          <p:cNvGrpSpPr/>
          <p:nvPr userDrawn="1"/>
        </p:nvGrpSpPr>
        <p:grpSpPr>
          <a:xfrm flipH="1">
            <a:off x="10599834" y="4040440"/>
            <a:ext cx="804808" cy="2020022"/>
            <a:chOff x="803275" y="1324069"/>
            <a:chExt cx="804808" cy="2020022"/>
          </a:xfrm>
        </p:grpSpPr>
        <p:sp>
          <p:nvSpPr>
            <p:cNvPr id="120" name="矩形 119"/>
            <p:cNvSpPr/>
            <p:nvPr/>
          </p:nvSpPr>
          <p:spPr>
            <a:xfrm>
              <a:off x="803275" y="1324069"/>
              <a:ext cx="804808" cy="2020022"/>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a:bodyPr>
            <a:lstStyle/>
            <a:p>
              <a:pPr algn="l">
                <a:lnSpc>
                  <a:spcPct val="130000"/>
                </a:lnSpc>
              </a:pPr>
              <a:endParaRPr kumimoji="1" lang="zh-CN" altLang="en-US" sz="2000" dirty="0">
                <a:solidFill>
                  <a:schemeClr val="tx1">
                    <a:lumMod val="75000"/>
                    <a:lumOff val="25000"/>
                  </a:schemeClr>
                </a:solidFill>
              </a:endParaRPr>
            </a:p>
          </p:txBody>
        </p:sp>
        <p:cxnSp>
          <p:nvCxnSpPr>
            <p:cNvPr id="121" name="直线连接符 120"/>
            <p:cNvCxnSpPr/>
            <p:nvPr/>
          </p:nvCxnSpPr>
          <p:spPr>
            <a:xfrm>
              <a:off x="806746" y="1375471"/>
              <a:ext cx="684965"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22" name="直线连接符 121"/>
            <p:cNvCxnSpPr/>
            <p:nvPr/>
          </p:nvCxnSpPr>
          <p:spPr>
            <a:xfrm>
              <a:off x="806746" y="3293388"/>
              <a:ext cx="684965"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23" name="直线连接符 122"/>
            <p:cNvCxnSpPr/>
            <p:nvPr/>
          </p:nvCxnSpPr>
          <p:spPr>
            <a:xfrm>
              <a:off x="857416" y="1324069"/>
              <a:ext cx="0" cy="2020022"/>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24" name="组合 123"/>
          <p:cNvGrpSpPr/>
          <p:nvPr userDrawn="1"/>
        </p:nvGrpSpPr>
        <p:grpSpPr>
          <a:xfrm>
            <a:off x="6187279" y="1324069"/>
            <a:ext cx="804808" cy="2020022"/>
            <a:chOff x="803275" y="1324069"/>
            <a:chExt cx="804808" cy="2020022"/>
          </a:xfrm>
        </p:grpSpPr>
        <p:sp>
          <p:nvSpPr>
            <p:cNvPr id="125" name="矩形 124"/>
            <p:cNvSpPr/>
            <p:nvPr/>
          </p:nvSpPr>
          <p:spPr>
            <a:xfrm>
              <a:off x="803275" y="1324069"/>
              <a:ext cx="804808" cy="2020022"/>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a:bodyPr>
            <a:lstStyle/>
            <a:p>
              <a:pPr algn="l">
                <a:lnSpc>
                  <a:spcPct val="130000"/>
                </a:lnSpc>
              </a:pPr>
              <a:endParaRPr kumimoji="1" lang="zh-CN" altLang="en-US" sz="2000" dirty="0">
                <a:solidFill>
                  <a:schemeClr val="tx1">
                    <a:lumMod val="75000"/>
                    <a:lumOff val="25000"/>
                  </a:schemeClr>
                </a:solidFill>
              </a:endParaRPr>
            </a:p>
          </p:txBody>
        </p:sp>
        <p:cxnSp>
          <p:nvCxnSpPr>
            <p:cNvPr id="126" name="直线连接符 125"/>
            <p:cNvCxnSpPr/>
            <p:nvPr/>
          </p:nvCxnSpPr>
          <p:spPr>
            <a:xfrm>
              <a:off x="806746" y="1375471"/>
              <a:ext cx="684965"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27" name="直线连接符 126"/>
            <p:cNvCxnSpPr/>
            <p:nvPr/>
          </p:nvCxnSpPr>
          <p:spPr>
            <a:xfrm>
              <a:off x="806746" y="3293388"/>
              <a:ext cx="684965"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28" name="直线连接符 127"/>
            <p:cNvCxnSpPr/>
            <p:nvPr/>
          </p:nvCxnSpPr>
          <p:spPr>
            <a:xfrm>
              <a:off x="857416" y="1324069"/>
              <a:ext cx="0" cy="2020022"/>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29" name="组合 128"/>
          <p:cNvGrpSpPr/>
          <p:nvPr userDrawn="1"/>
        </p:nvGrpSpPr>
        <p:grpSpPr>
          <a:xfrm>
            <a:off x="795392" y="1324069"/>
            <a:ext cx="804808" cy="2020022"/>
            <a:chOff x="803275" y="1324069"/>
            <a:chExt cx="804808" cy="2020022"/>
          </a:xfrm>
        </p:grpSpPr>
        <p:sp>
          <p:nvSpPr>
            <p:cNvPr id="130" name="矩形 129"/>
            <p:cNvSpPr/>
            <p:nvPr/>
          </p:nvSpPr>
          <p:spPr>
            <a:xfrm>
              <a:off x="803275" y="1324069"/>
              <a:ext cx="804808" cy="2020022"/>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a:bodyPr>
            <a:lstStyle/>
            <a:p>
              <a:pPr algn="l">
                <a:lnSpc>
                  <a:spcPct val="130000"/>
                </a:lnSpc>
              </a:pPr>
              <a:endParaRPr kumimoji="1" lang="zh-CN" altLang="en-US" sz="2000" dirty="0">
                <a:solidFill>
                  <a:schemeClr val="tx1">
                    <a:lumMod val="75000"/>
                    <a:lumOff val="25000"/>
                  </a:schemeClr>
                </a:solidFill>
              </a:endParaRPr>
            </a:p>
          </p:txBody>
        </p:sp>
        <p:cxnSp>
          <p:nvCxnSpPr>
            <p:cNvPr id="131" name="直线连接符 130"/>
            <p:cNvCxnSpPr/>
            <p:nvPr/>
          </p:nvCxnSpPr>
          <p:spPr>
            <a:xfrm>
              <a:off x="806746" y="1375471"/>
              <a:ext cx="684965"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32" name="直线连接符 131"/>
            <p:cNvCxnSpPr/>
            <p:nvPr/>
          </p:nvCxnSpPr>
          <p:spPr>
            <a:xfrm>
              <a:off x="806746" y="3293388"/>
              <a:ext cx="684965"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33" name="直线连接符 132"/>
            <p:cNvCxnSpPr/>
            <p:nvPr/>
          </p:nvCxnSpPr>
          <p:spPr>
            <a:xfrm>
              <a:off x="857416" y="1324069"/>
              <a:ext cx="0" cy="2020022"/>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2" name="标题 1"/>
          <p:cNvSpPr>
            <a:spLocks noGrp="1"/>
          </p:cNvSpPr>
          <p:nvPr>
            <p:ph type="title"/>
          </p:nvPr>
        </p:nvSpPr>
        <p:spPr>
          <a:xfrm>
            <a:off x="803275" y="393486"/>
            <a:ext cx="8970989" cy="663575"/>
          </a:xfrm>
          <a:prstGeom prst="rect">
            <a:avLst/>
          </a:prstGeom>
        </p:spPr>
        <p:txBody>
          <a:bodyPr lIns="0"/>
          <a:lstStyle>
            <a:lvl1pPr>
              <a:defRPr b="1">
                <a:solidFill>
                  <a:schemeClr val="accent2"/>
                </a:solidFill>
              </a:defRPr>
            </a:lvl1pPr>
          </a:lstStyle>
          <a:p>
            <a:r>
              <a:rPr lang="zh-CN" altLang="en-US" dirty="0"/>
              <a:t>单击此处编辑母版标题样式</a:t>
            </a:r>
          </a:p>
        </p:txBody>
      </p:sp>
      <p:grpSp>
        <p:nvGrpSpPr>
          <p:cNvPr id="245" name="组合 244"/>
          <p:cNvGrpSpPr/>
          <p:nvPr userDrawn="1"/>
        </p:nvGrpSpPr>
        <p:grpSpPr>
          <a:xfrm>
            <a:off x="9895088" y="468793"/>
            <a:ext cx="1480571" cy="458860"/>
            <a:chOff x="2558030" y="228446"/>
            <a:chExt cx="6774643" cy="2099603"/>
          </a:xfrm>
        </p:grpSpPr>
        <p:grpSp>
          <p:nvGrpSpPr>
            <p:cNvPr id="246" name="íšḻîďê"/>
            <p:cNvGrpSpPr/>
            <p:nvPr userDrawn="1"/>
          </p:nvGrpSpPr>
          <p:grpSpPr>
            <a:xfrm>
              <a:off x="2558030" y="228446"/>
              <a:ext cx="2085857" cy="2099603"/>
              <a:chOff x="3551238" y="3067050"/>
              <a:chExt cx="722313" cy="727075"/>
            </a:xfrm>
          </p:grpSpPr>
          <p:sp>
            <p:nvSpPr>
              <p:cNvPr id="276" name="ïş1íḍê"/>
              <p:cNvSpPr/>
              <p:nvPr/>
            </p:nvSpPr>
            <p:spPr bwMode="auto">
              <a:xfrm>
                <a:off x="3575051" y="3087688"/>
                <a:ext cx="673100" cy="679450"/>
              </a:xfrm>
              <a:custGeom>
                <a:avLst/>
                <a:gdLst>
                  <a:gd name="T0" fmla="*/ 102 w 204"/>
                  <a:gd name="T1" fmla="*/ 0 h 204"/>
                  <a:gd name="T2" fmla="*/ 204 w 204"/>
                  <a:gd name="T3" fmla="*/ 102 h 204"/>
                  <a:gd name="T4" fmla="*/ 102 w 204"/>
                  <a:gd name="T5" fmla="*/ 204 h 204"/>
                  <a:gd name="T6" fmla="*/ 0 w 204"/>
                  <a:gd name="T7" fmla="*/ 102 h 204"/>
                  <a:gd name="T8" fmla="*/ 102 w 204"/>
                  <a:gd name="T9" fmla="*/ 0 h 204"/>
                  <a:gd name="T10" fmla="*/ 102 w 204"/>
                  <a:gd name="T11" fmla="*/ 25 h 204"/>
                  <a:gd name="T12" fmla="*/ 24 w 204"/>
                  <a:gd name="T13" fmla="*/ 103 h 204"/>
                  <a:gd name="T14" fmla="*/ 102 w 204"/>
                  <a:gd name="T15" fmla="*/ 181 h 204"/>
                  <a:gd name="T16" fmla="*/ 180 w 204"/>
                  <a:gd name="T17" fmla="*/ 103 h 204"/>
                  <a:gd name="T18" fmla="*/ 102 w 204"/>
                  <a:gd name="T19" fmla="*/ 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04" h="204">
                    <a:moveTo>
                      <a:pt x="102" y="0"/>
                    </a:moveTo>
                    <a:cubicBezTo>
                      <a:pt x="159" y="0"/>
                      <a:pt x="204" y="46"/>
                      <a:pt x="204" y="102"/>
                    </a:cubicBezTo>
                    <a:cubicBezTo>
                      <a:pt x="204" y="158"/>
                      <a:pt x="159" y="204"/>
                      <a:pt x="102" y="204"/>
                    </a:cubicBezTo>
                    <a:cubicBezTo>
                      <a:pt x="46" y="204"/>
                      <a:pt x="0" y="158"/>
                      <a:pt x="0" y="102"/>
                    </a:cubicBezTo>
                    <a:cubicBezTo>
                      <a:pt x="0" y="46"/>
                      <a:pt x="46" y="0"/>
                      <a:pt x="102" y="0"/>
                    </a:cubicBezTo>
                    <a:close/>
                    <a:moveTo>
                      <a:pt x="102" y="25"/>
                    </a:moveTo>
                    <a:cubicBezTo>
                      <a:pt x="59" y="25"/>
                      <a:pt x="24" y="60"/>
                      <a:pt x="24" y="103"/>
                    </a:cubicBezTo>
                    <a:cubicBezTo>
                      <a:pt x="24" y="146"/>
                      <a:pt x="59" y="181"/>
                      <a:pt x="102" y="181"/>
                    </a:cubicBezTo>
                    <a:cubicBezTo>
                      <a:pt x="145" y="181"/>
                      <a:pt x="180" y="146"/>
                      <a:pt x="180" y="103"/>
                    </a:cubicBezTo>
                    <a:cubicBezTo>
                      <a:pt x="180" y="60"/>
                      <a:pt x="145" y="25"/>
                      <a:pt x="102" y="25"/>
                    </a:cubicBezTo>
                    <a:close/>
                  </a:path>
                </a:pathLst>
              </a:custGeom>
              <a:solidFill>
                <a:srgbClr val="00523A"/>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7" name="íšḻïḍè"/>
              <p:cNvSpPr/>
              <p:nvPr/>
            </p:nvSpPr>
            <p:spPr bwMode="auto">
              <a:xfrm>
                <a:off x="3621088" y="3103563"/>
                <a:ext cx="584200" cy="203200"/>
              </a:xfrm>
              <a:custGeom>
                <a:avLst/>
                <a:gdLst>
                  <a:gd name="T0" fmla="*/ 8 w 177"/>
                  <a:gd name="T1" fmla="*/ 53 h 61"/>
                  <a:gd name="T2" fmla="*/ 0 w 177"/>
                  <a:gd name="T3" fmla="*/ 56 h 61"/>
                  <a:gd name="T4" fmla="*/ 5 w 177"/>
                  <a:gd name="T5" fmla="*/ 52 h 61"/>
                  <a:gd name="T6" fmla="*/ 4 w 177"/>
                  <a:gd name="T7" fmla="*/ 50 h 61"/>
                  <a:gd name="T8" fmla="*/ 5 w 177"/>
                  <a:gd name="T9" fmla="*/ 48 h 61"/>
                  <a:gd name="T10" fmla="*/ 10 w 177"/>
                  <a:gd name="T11" fmla="*/ 41 h 61"/>
                  <a:gd name="T12" fmla="*/ 17 w 177"/>
                  <a:gd name="T13" fmla="*/ 50 h 61"/>
                  <a:gd name="T14" fmla="*/ 14 w 177"/>
                  <a:gd name="T15" fmla="*/ 35 h 61"/>
                  <a:gd name="T16" fmla="*/ 23 w 177"/>
                  <a:gd name="T17" fmla="*/ 46 h 61"/>
                  <a:gd name="T18" fmla="*/ 31 w 177"/>
                  <a:gd name="T19" fmla="*/ 38 h 61"/>
                  <a:gd name="T20" fmla="*/ 29 w 177"/>
                  <a:gd name="T21" fmla="*/ 40 h 61"/>
                  <a:gd name="T22" fmla="*/ 18 w 177"/>
                  <a:gd name="T23" fmla="*/ 32 h 61"/>
                  <a:gd name="T24" fmla="*/ 19 w 177"/>
                  <a:gd name="T25" fmla="*/ 30 h 61"/>
                  <a:gd name="T26" fmla="*/ 21 w 177"/>
                  <a:gd name="T27" fmla="*/ 27 h 61"/>
                  <a:gd name="T28" fmla="*/ 41 w 177"/>
                  <a:gd name="T29" fmla="*/ 29 h 61"/>
                  <a:gd name="T30" fmla="*/ 43 w 177"/>
                  <a:gd name="T31" fmla="*/ 29 h 61"/>
                  <a:gd name="T32" fmla="*/ 35 w 177"/>
                  <a:gd name="T33" fmla="*/ 35 h 61"/>
                  <a:gd name="T34" fmla="*/ 31 w 177"/>
                  <a:gd name="T35" fmla="*/ 21 h 61"/>
                  <a:gd name="T36" fmla="*/ 46 w 177"/>
                  <a:gd name="T37" fmla="*/ 11 h 61"/>
                  <a:gd name="T38" fmla="*/ 47 w 177"/>
                  <a:gd name="T39" fmla="*/ 11 h 61"/>
                  <a:gd name="T40" fmla="*/ 47 w 177"/>
                  <a:gd name="T41" fmla="*/ 26 h 61"/>
                  <a:gd name="T42" fmla="*/ 39 w 177"/>
                  <a:gd name="T43" fmla="*/ 15 h 61"/>
                  <a:gd name="T44" fmla="*/ 72 w 177"/>
                  <a:gd name="T45" fmla="*/ 16 h 61"/>
                  <a:gd name="T46" fmla="*/ 71 w 177"/>
                  <a:gd name="T47" fmla="*/ 2 h 61"/>
                  <a:gd name="T48" fmla="*/ 65 w 177"/>
                  <a:gd name="T49" fmla="*/ 15 h 61"/>
                  <a:gd name="T50" fmla="*/ 64 w 177"/>
                  <a:gd name="T51" fmla="*/ 4 h 61"/>
                  <a:gd name="T52" fmla="*/ 84 w 177"/>
                  <a:gd name="T53" fmla="*/ 1 h 61"/>
                  <a:gd name="T54" fmla="*/ 84 w 177"/>
                  <a:gd name="T55" fmla="*/ 1 h 61"/>
                  <a:gd name="T56" fmla="*/ 78 w 177"/>
                  <a:gd name="T57" fmla="*/ 16 h 61"/>
                  <a:gd name="T58" fmla="*/ 77 w 177"/>
                  <a:gd name="T59" fmla="*/ 15 h 61"/>
                  <a:gd name="T60" fmla="*/ 90 w 177"/>
                  <a:gd name="T61" fmla="*/ 1 h 61"/>
                  <a:gd name="T62" fmla="*/ 94 w 177"/>
                  <a:gd name="T63" fmla="*/ 15 h 61"/>
                  <a:gd name="T64" fmla="*/ 92 w 177"/>
                  <a:gd name="T65" fmla="*/ 15 h 61"/>
                  <a:gd name="T66" fmla="*/ 113 w 177"/>
                  <a:gd name="T67" fmla="*/ 3 h 61"/>
                  <a:gd name="T68" fmla="*/ 102 w 177"/>
                  <a:gd name="T69" fmla="*/ 2 h 61"/>
                  <a:gd name="T70" fmla="*/ 105 w 177"/>
                  <a:gd name="T71" fmla="*/ 14 h 61"/>
                  <a:gd name="T72" fmla="*/ 117 w 177"/>
                  <a:gd name="T73" fmla="*/ 5 h 61"/>
                  <a:gd name="T74" fmla="*/ 122 w 177"/>
                  <a:gd name="T75" fmla="*/ 19 h 61"/>
                  <a:gd name="T76" fmla="*/ 119 w 177"/>
                  <a:gd name="T77" fmla="*/ 13 h 61"/>
                  <a:gd name="T78" fmla="*/ 121 w 177"/>
                  <a:gd name="T79" fmla="*/ 12 h 61"/>
                  <a:gd name="T80" fmla="*/ 124 w 177"/>
                  <a:gd name="T81" fmla="*/ 10 h 61"/>
                  <a:gd name="T82" fmla="*/ 131 w 177"/>
                  <a:gd name="T83" fmla="*/ 26 h 61"/>
                  <a:gd name="T84" fmla="*/ 126 w 177"/>
                  <a:gd name="T85" fmla="*/ 23 h 61"/>
                  <a:gd name="T86" fmla="*/ 124 w 177"/>
                  <a:gd name="T87" fmla="*/ 23 h 61"/>
                  <a:gd name="T88" fmla="*/ 137 w 177"/>
                  <a:gd name="T89" fmla="*/ 14 h 61"/>
                  <a:gd name="T90" fmla="*/ 133 w 177"/>
                  <a:gd name="T91" fmla="*/ 11 h 61"/>
                  <a:gd name="T92" fmla="*/ 137 w 177"/>
                  <a:gd name="T93" fmla="*/ 32 h 61"/>
                  <a:gd name="T94" fmla="*/ 137 w 177"/>
                  <a:gd name="T95" fmla="*/ 32 h 61"/>
                  <a:gd name="T96" fmla="*/ 145 w 177"/>
                  <a:gd name="T97" fmla="*/ 19 h 61"/>
                  <a:gd name="T98" fmla="*/ 146 w 177"/>
                  <a:gd name="T99" fmla="*/ 19 h 61"/>
                  <a:gd name="T100" fmla="*/ 159 w 177"/>
                  <a:gd name="T101" fmla="*/ 31 h 61"/>
                  <a:gd name="T102" fmla="*/ 149 w 177"/>
                  <a:gd name="T103" fmla="*/ 42 h 61"/>
                  <a:gd name="T104" fmla="*/ 155 w 177"/>
                  <a:gd name="T105" fmla="*/ 27 h 61"/>
                  <a:gd name="T106" fmla="*/ 166 w 177"/>
                  <a:gd name="T107" fmla="*/ 40 h 61"/>
                  <a:gd name="T108" fmla="*/ 160 w 177"/>
                  <a:gd name="T109" fmla="*/ 37 h 61"/>
                  <a:gd name="T110" fmla="*/ 153 w 177"/>
                  <a:gd name="T111" fmla="*/ 46 h 61"/>
                  <a:gd name="T112" fmla="*/ 177 w 177"/>
                  <a:gd name="T113" fmla="*/ 55 h 61"/>
                  <a:gd name="T114" fmla="*/ 162 w 177"/>
                  <a:gd name="T115" fmla="*/ 60 h 61"/>
                  <a:gd name="T116" fmla="*/ 165 w 177"/>
                  <a:gd name="T117" fmla="*/ 55 h 61"/>
                  <a:gd name="T118" fmla="*/ 173 w 177"/>
                  <a:gd name="T119" fmla="*/ 49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77" h="61">
                    <a:moveTo>
                      <a:pt x="6" y="46"/>
                    </a:moveTo>
                    <a:cubicBezTo>
                      <a:pt x="6" y="46"/>
                      <a:pt x="6" y="46"/>
                      <a:pt x="6" y="46"/>
                    </a:cubicBezTo>
                    <a:cubicBezTo>
                      <a:pt x="6" y="46"/>
                      <a:pt x="6" y="46"/>
                      <a:pt x="6" y="46"/>
                    </a:cubicBezTo>
                    <a:cubicBezTo>
                      <a:pt x="6" y="46"/>
                      <a:pt x="6" y="47"/>
                      <a:pt x="6" y="47"/>
                    </a:cubicBezTo>
                    <a:cubicBezTo>
                      <a:pt x="6" y="47"/>
                      <a:pt x="6" y="47"/>
                      <a:pt x="6" y="47"/>
                    </a:cubicBezTo>
                    <a:cubicBezTo>
                      <a:pt x="17" y="57"/>
                      <a:pt x="17" y="57"/>
                      <a:pt x="17" y="57"/>
                    </a:cubicBezTo>
                    <a:cubicBezTo>
                      <a:pt x="17" y="57"/>
                      <a:pt x="17" y="57"/>
                      <a:pt x="17" y="57"/>
                    </a:cubicBezTo>
                    <a:cubicBezTo>
                      <a:pt x="8" y="53"/>
                      <a:pt x="8" y="53"/>
                      <a:pt x="8" y="53"/>
                    </a:cubicBezTo>
                    <a:cubicBezTo>
                      <a:pt x="8" y="54"/>
                      <a:pt x="8" y="54"/>
                      <a:pt x="8" y="54"/>
                    </a:cubicBezTo>
                    <a:cubicBezTo>
                      <a:pt x="15" y="60"/>
                      <a:pt x="15" y="60"/>
                      <a:pt x="15" y="60"/>
                    </a:cubicBezTo>
                    <a:cubicBezTo>
                      <a:pt x="15" y="61"/>
                      <a:pt x="15" y="61"/>
                      <a:pt x="15" y="61"/>
                    </a:cubicBezTo>
                    <a:cubicBezTo>
                      <a:pt x="1" y="55"/>
                      <a:pt x="1" y="55"/>
                      <a:pt x="1" y="55"/>
                    </a:cubicBezTo>
                    <a:cubicBezTo>
                      <a:pt x="1" y="55"/>
                      <a:pt x="1" y="55"/>
                      <a:pt x="1" y="55"/>
                    </a:cubicBezTo>
                    <a:cubicBezTo>
                      <a:pt x="1" y="55"/>
                      <a:pt x="1" y="55"/>
                      <a:pt x="1" y="55"/>
                    </a:cubicBezTo>
                    <a:cubicBezTo>
                      <a:pt x="0" y="56"/>
                      <a:pt x="0" y="56"/>
                      <a:pt x="0" y="56"/>
                    </a:cubicBezTo>
                    <a:cubicBezTo>
                      <a:pt x="0" y="56"/>
                      <a:pt x="0" y="56"/>
                      <a:pt x="0" y="56"/>
                    </a:cubicBezTo>
                    <a:cubicBezTo>
                      <a:pt x="2" y="53"/>
                      <a:pt x="2" y="53"/>
                      <a:pt x="2" y="53"/>
                    </a:cubicBezTo>
                    <a:cubicBezTo>
                      <a:pt x="2" y="53"/>
                      <a:pt x="2" y="53"/>
                      <a:pt x="2" y="53"/>
                    </a:cubicBezTo>
                    <a:cubicBezTo>
                      <a:pt x="2" y="53"/>
                      <a:pt x="2" y="53"/>
                      <a:pt x="2" y="53"/>
                    </a:cubicBezTo>
                    <a:cubicBezTo>
                      <a:pt x="2" y="53"/>
                      <a:pt x="2" y="54"/>
                      <a:pt x="2" y="54"/>
                    </a:cubicBezTo>
                    <a:cubicBezTo>
                      <a:pt x="2" y="54"/>
                      <a:pt x="2" y="54"/>
                      <a:pt x="2" y="54"/>
                    </a:cubicBezTo>
                    <a:cubicBezTo>
                      <a:pt x="11" y="58"/>
                      <a:pt x="11" y="58"/>
                      <a:pt x="11" y="58"/>
                    </a:cubicBezTo>
                    <a:cubicBezTo>
                      <a:pt x="12" y="58"/>
                      <a:pt x="12" y="58"/>
                      <a:pt x="12" y="58"/>
                    </a:cubicBezTo>
                    <a:cubicBezTo>
                      <a:pt x="5" y="52"/>
                      <a:pt x="5" y="52"/>
                      <a:pt x="5" y="52"/>
                    </a:cubicBezTo>
                    <a:cubicBezTo>
                      <a:pt x="4" y="52"/>
                      <a:pt x="4" y="52"/>
                      <a:pt x="4" y="52"/>
                    </a:cubicBezTo>
                    <a:cubicBezTo>
                      <a:pt x="3" y="52"/>
                      <a:pt x="3" y="52"/>
                      <a:pt x="3" y="52"/>
                    </a:cubicBezTo>
                    <a:cubicBezTo>
                      <a:pt x="3" y="52"/>
                      <a:pt x="3" y="52"/>
                      <a:pt x="3" y="52"/>
                    </a:cubicBezTo>
                    <a:cubicBezTo>
                      <a:pt x="3" y="52"/>
                      <a:pt x="3" y="52"/>
                      <a:pt x="3" y="52"/>
                    </a:cubicBezTo>
                    <a:cubicBezTo>
                      <a:pt x="2" y="52"/>
                      <a:pt x="2" y="52"/>
                      <a:pt x="2" y="52"/>
                    </a:cubicBezTo>
                    <a:cubicBezTo>
                      <a:pt x="4" y="49"/>
                      <a:pt x="4" y="49"/>
                      <a:pt x="4" y="49"/>
                    </a:cubicBezTo>
                    <a:cubicBezTo>
                      <a:pt x="4" y="49"/>
                      <a:pt x="4" y="49"/>
                      <a:pt x="4" y="49"/>
                    </a:cubicBezTo>
                    <a:cubicBezTo>
                      <a:pt x="4" y="50"/>
                      <a:pt x="4" y="50"/>
                      <a:pt x="4" y="50"/>
                    </a:cubicBezTo>
                    <a:cubicBezTo>
                      <a:pt x="4" y="50"/>
                      <a:pt x="4" y="50"/>
                      <a:pt x="4" y="50"/>
                    </a:cubicBezTo>
                    <a:cubicBezTo>
                      <a:pt x="4" y="50"/>
                      <a:pt x="4" y="50"/>
                      <a:pt x="4" y="51"/>
                    </a:cubicBezTo>
                    <a:cubicBezTo>
                      <a:pt x="13" y="54"/>
                      <a:pt x="13" y="54"/>
                      <a:pt x="13" y="54"/>
                    </a:cubicBezTo>
                    <a:cubicBezTo>
                      <a:pt x="13" y="54"/>
                      <a:pt x="13" y="54"/>
                      <a:pt x="13" y="54"/>
                    </a:cubicBezTo>
                    <a:cubicBezTo>
                      <a:pt x="6" y="48"/>
                      <a:pt x="6" y="48"/>
                      <a:pt x="6" y="48"/>
                    </a:cubicBezTo>
                    <a:cubicBezTo>
                      <a:pt x="6" y="48"/>
                      <a:pt x="6" y="48"/>
                      <a:pt x="5" y="48"/>
                    </a:cubicBezTo>
                    <a:cubicBezTo>
                      <a:pt x="5" y="48"/>
                      <a:pt x="5" y="48"/>
                      <a:pt x="5" y="48"/>
                    </a:cubicBezTo>
                    <a:cubicBezTo>
                      <a:pt x="5" y="48"/>
                      <a:pt x="5" y="48"/>
                      <a:pt x="5" y="48"/>
                    </a:cubicBezTo>
                    <a:cubicBezTo>
                      <a:pt x="4" y="48"/>
                      <a:pt x="4" y="48"/>
                      <a:pt x="4" y="48"/>
                    </a:cubicBezTo>
                    <a:cubicBezTo>
                      <a:pt x="6" y="46"/>
                      <a:pt x="6" y="46"/>
                      <a:pt x="6" y="46"/>
                    </a:cubicBezTo>
                    <a:close/>
                    <a:moveTo>
                      <a:pt x="22" y="48"/>
                    </a:moveTo>
                    <a:cubicBezTo>
                      <a:pt x="22" y="49"/>
                      <a:pt x="21" y="49"/>
                      <a:pt x="21" y="49"/>
                    </a:cubicBezTo>
                    <a:cubicBezTo>
                      <a:pt x="20" y="50"/>
                      <a:pt x="19" y="49"/>
                      <a:pt x="18" y="48"/>
                    </a:cubicBezTo>
                    <a:cubicBezTo>
                      <a:pt x="10" y="42"/>
                      <a:pt x="10" y="42"/>
                      <a:pt x="10" y="42"/>
                    </a:cubicBezTo>
                    <a:cubicBezTo>
                      <a:pt x="10" y="42"/>
                      <a:pt x="10" y="41"/>
                      <a:pt x="10" y="41"/>
                    </a:cubicBezTo>
                    <a:cubicBezTo>
                      <a:pt x="10" y="41"/>
                      <a:pt x="10" y="41"/>
                      <a:pt x="10" y="41"/>
                    </a:cubicBezTo>
                    <a:cubicBezTo>
                      <a:pt x="10" y="40"/>
                      <a:pt x="10" y="40"/>
                      <a:pt x="10" y="40"/>
                    </a:cubicBezTo>
                    <a:cubicBezTo>
                      <a:pt x="10" y="40"/>
                      <a:pt x="10" y="40"/>
                      <a:pt x="10" y="40"/>
                    </a:cubicBezTo>
                    <a:cubicBezTo>
                      <a:pt x="7" y="43"/>
                      <a:pt x="7" y="43"/>
                      <a:pt x="7" y="43"/>
                    </a:cubicBezTo>
                    <a:cubicBezTo>
                      <a:pt x="8" y="43"/>
                      <a:pt x="8" y="43"/>
                      <a:pt x="8" y="43"/>
                    </a:cubicBezTo>
                    <a:cubicBezTo>
                      <a:pt x="8" y="43"/>
                      <a:pt x="8" y="43"/>
                      <a:pt x="8" y="43"/>
                    </a:cubicBezTo>
                    <a:cubicBezTo>
                      <a:pt x="8" y="43"/>
                      <a:pt x="8" y="43"/>
                      <a:pt x="8" y="43"/>
                    </a:cubicBezTo>
                    <a:cubicBezTo>
                      <a:pt x="9" y="43"/>
                      <a:pt x="9" y="43"/>
                      <a:pt x="9" y="43"/>
                    </a:cubicBezTo>
                    <a:cubicBezTo>
                      <a:pt x="17" y="50"/>
                      <a:pt x="17" y="50"/>
                      <a:pt x="17" y="50"/>
                    </a:cubicBezTo>
                    <a:cubicBezTo>
                      <a:pt x="18" y="50"/>
                      <a:pt x="19" y="51"/>
                      <a:pt x="20" y="50"/>
                    </a:cubicBezTo>
                    <a:cubicBezTo>
                      <a:pt x="21" y="50"/>
                      <a:pt x="22" y="50"/>
                      <a:pt x="23" y="49"/>
                    </a:cubicBezTo>
                    <a:cubicBezTo>
                      <a:pt x="24" y="48"/>
                      <a:pt x="24" y="47"/>
                      <a:pt x="24" y="46"/>
                    </a:cubicBezTo>
                    <a:cubicBezTo>
                      <a:pt x="24" y="45"/>
                      <a:pt x="23" y="44"/>
                      <a:pt x="22" y="43"/>
                    </a:cubicBezTo>
                    <a:cubicBezTo>
                      <a:pt x="14" y="36"/>
                      <a:pt x="14" y="36"/>
                      <a:pt x="14" y="36"/>
                    </a:cubicBezTo>
                    <a:cubicBezTo>
                      <a:pt x="14" y="36"/>
                      <a:pt x="14" y="36"/>
                      <a:pt x="14" y="36"/>
                    </a:cubicBezTo>
                    <a:cubicBezTo>
                      <a:pt x="14" y="36"/>
                      <a:pt x="14" y="36"/>
                      <a:pt x="14" y="35"/>
                    </a:cubicBezTo>
                    <a:cubicBezTo>
                      <a:pt x="14" y="35"/>
                      <a:pt x="14" y="35"/>
                      <a:pt x="14" y="35"/>
                    </a:cubicBezTo>
                    <a:cubicBezTo>
                      <a:pt x="14" y="35"/>
                      <a:pt x="14" y="35"/>
                      <a:pt x="14" y="35"/>
                    </a:cubicBezTo>
                    <a:cubicBezTo>
                      <a:pt x="12" y="37"/>
                      <a:pt x="12" y="37"/>
                      <a:pt x="12" y="37"/>
                    </a:cubicBezTo>
                    <a:cubicBezTo>
                      <a:pt x="12" y="38"/>
                      <a:pt x="12" y="38"/>
                      <a:pt x="12" y="38"/>
                    </a:cubicBezTo>
                    <a:cubicBezTo>
                      <a:pt x="13" y="37"/>
                      <a:pt x="13" y="37"/>
                      <a:pt x="13" y="37"/>
                    </a:cubicBezTo>
                    <a:cubicBezTo>
                      <a:pt x="13" y="37"/>
                      <a:pt x="13" y="37"/>
                      <a:pt x="13" y="37"/>
                    </a:cubicBezTo>
                    <a:cubicBezTo>
                      <a:pt x="13" y="37"/>
                      <a:pt x="14" y="37"/>
                      <a:pt x="14" y="37"/>
                    </a:cubicBezTo>
                    <a:cubicBezTo>
                      <a:pt x="22" y="44"/>
                      <a:pt x="22" y="44"/>
                      <a:pt x="22" y="44"/>
                    </a:cubicBezTo>
                    <a:cubicBezTo>
                      <a:pt x="23" y="44"/>
                      <a:pt x="23" y="45"/>
                      <a:pt x="23" y="46"/>
                    </a:cubicBezTo>
                    <a:cubicBezTo>
                      <a:pt x="23" y="47"/>
                      <a:pt x="23" y="47"/>
                      <a:pt x="22" y="48"/>
                    </a:cubicBezTo>
                    <a:close/>
                    <a:moveTo>
                      <a:pt x="33" y="36"/>
                    </a:moveTo>
                    <a:cubicBezTo>
                      <a:pt x="33" y="36"/>
                      <a:pt x="33" y="36"/>
                      <a:pt x="33" y="36"/>
                    </a:cubicBezTo>
                    <a:cubicBezTo>
                      <a:pt x="33" y="36"/>
                      <a:pt x="34" y="36"/>
                      <a:pt x="34" y="36"/>
                    </a:cubicBezTo>
                    <a:cubicBezTo>
                      <a:pt x="34" y="35"/>
                      <a:pt x="34" y="35"/>
                      <a:pt x="34" y="35"/>
                    </a:cubicBezTo>
                    <a:cubicBezTo>
                      <a:pt x="35" y="36"/>
                      <a:pt x="35" y="36"/>
                      <a:pt x="35" y="36"/>
                    </a:cubicBezTo>
                    <a:cubicBezTo>
                      <a:pt x="32" y="39"/>
                      <a:pt x="32" y="39"/>
                      <a:pt x="32" y="39"/>
                    </a:cubicBezTo>
                    <a:cubicBezTo>
                      <a:pt x="31" y="38"/>
                      <a:pt x="31" y="38"/>
                      <a:pt x="31" y="38"/>
                    </a:cubicBezTo>
                    <a:cubicBezTo>
                      <a:pt x="32" y="38"/>
                      <a:pt x="32" y="38"/>
                      <a:pt x="32" y="38"/>
                    </a:cubicBezTo>
                    <a:cubicBezTo>
                      <a:pt x="32" y="38"/>
                      <a:pt x="32" y="37"/>
                      <a:pt x="32" y="37"/>
                    </a:cubicBezTo>
                    <a:cubicBezTo>
                      <a:pt x="32" y="37"/>
                      <a:pt x="32" y="37"/>
                      <a:pt x="32" y="37"/>
                    </a:cubicBezTo>
                    <a:cubicBezTo>
                      <a:pt x="27" y="32"/>
                      <a:pt x="27" y="32"/>
                      <a:pt x="27" y="32"/>
                    </a:cubicBezTo>
                    <a:cubicBezTo>
                      <a:pt x="23" y="36"/>
                      <a:pt x="23" y="36"/>
                      <a:pt x="23" y="36"/>
                    </a:cubicBezTo>
                    <a:cubicBezTo>
                      <a:pt x="28" y="40"/>
                      <a:pt x="28" y="40"/>
                      <a:pt x="28" y="40"/>
                    </a:cubicBezTo>
                    <a:cubicBezTo>
                      <a:pt x="28" y="41"/>
                      <a:pt x="28" y="41"/>
                      <a:pt x="28" y="41"/>
                    </a:cubicBezTo>
                    <a:cubicBezTo>
                      <a:pt x="28" y="41"/>
                      <a:pt x="29" y="41"/>
                      <a:pt x="29" y="40"/>
                    </a:cubicBezTo>
                    <a:cubicBezTo>
                      <a:pt x="29" y="40"/>
                      <a:pt x="29" y="40"/>
                      <a:pt x="29" y="40"/>
                    </a:cubicBezTo>
                    <a:cubicBezTo>
                      <a:pt x="30" y="41"/>
                      <a:pt x="30" y="41"/>
                      <a:pt x="30" y="41"/>
                    </a:cubicBezTo>
                    <a:cubicBezTo>
                      <a:pt x="27" y="43"/>
                      <a:pt x="27" y="43"/>
                      <a:pt x="27" y="43"/>
                    </a:cubicBezTo>
                    <a:cubicBezTo>
                      <a:pt x="26" y="43"/>
                      <a:pt x="26" y="43"/>
                      <a:pt x="26" y="43"/>
                    </a:cubicBezTo>
                    <a:cubicBezTo>
                      <a:pt x="27" y="43"/>
                      <a:pt x="27" y="43"/>
                      <a:pt x="27" y="43"/>
                    </a:cubicBezTo>
                    <a:cubicBezTo>
                      <a:pt x="27" y="42"/>
                      <a:pt x="27" y="42"/>
                      <a:pt x="27" y="42"/>
                    </a:cubicBezTo>
                    <a:cubicBezTo>
                      <a:pt x="27" y="42"/>
                      <a:pt x="27" y="42"/>
                      <a:pt x="27" y="41"/>
                    </a:cubicBezTo>
                    <a:cubicBezTo>
                      <a:pt x="18" y="32"/>
                      <a:pt x="18" y="32"/>
                      <a:pt x="18" y="32"/>
                    </a:cubicBezTo>
                    <a:cubicBezTo>
                      <a:pt x="18" y="32"/>
                      <a:pt x="17" y="32"/>
                      <a:pt x="17" y="32"/>
                    </a:cubicBezTo>
                    <a:cubicBezTo>
                      <a:pt x="17" y="32"/>
                      <a:pt x="17" y="32"/>
                      <a:pt x="17" y="32"/>
                    </a:cubicBezTo>
                    <a:cubicBezTo>
                      <a:pt x="16" y="32"/>
                      <a:pt x="16" y="32"/>
                      <a:pt x="16" y="32"/>
                    </a:cubicBezTo>
                    <a:cubicBezTo>
                      <a:pt x="16" y="32"/>
                      <a:pt x="16" y="32"/>
                      <a:pt x="16" y="32"/>
                    </a:cubicBezTo>
                    <a:cubicBezTo>
                      <a:pt x="19" y="29"/>
                      <a:pt x="19" y="29"/>
                      <a:pt x="19" y="29"/>
                    </a:cubicBezTo>
                    <a:cubicBezTo>
                      <a:pt x="19" y="29"/>
                      <a:pt x="19" y="29"/>
                      <a:pt x="19" y="29"/>
                    </a:cubicBezTo>
                    <a:cubicBezTo>
                      <a:pt x="19" y="30"/>
                      <a:pt x="19" y="30"/>
                      <a:pt x="19" y="30"/>
                    </a:cubicBezTo>
                    <a:cubicBezTo>
                      <a:pt x="19" y="30"/>
                      <a:pt x="19" y="30"/>
                      <a:pt x="19" y="30"/>
                    </a:cubicBezTo>
                    <a:cubicBezTo>
                      <a:pt x="19" y="30"/>
                      <a:pt x="19" y="31"/>
                      <a:pt x="19" y="31"/>
                    </a:cubicBezTo>
                    <a:cubicBezTo>
                      <a:pt x="23" y="35"/>
                      <a:pt x="23" y="35"/>
                      <a:pt x="23" y="35"/>
                    </a:cubicBezTo>
                    <a:cubicBezTo>
                      <a:pt x="27" y="31"/>
                      <a:pt x="27" y="31"/>
                      <a:pt x="27" y="31"/>
                    </a:cubicBezTo>
                    <a:cubicBezTo>
                      <a:pt x="23" y="27"/>
                      <a:pt x="23" y="27"/>
                      <a:pt x="23" y="27"/>
                    </a:cubicBezTo>
                    <a:cubicBezTo>
                      <a:pt x="23" y="27"/>
                      <a:pt x="22" y="27"/>
                      <a:pt x="22" y="27"/>
                    </a:cubicBezTo>
                    <a:cubicBezTo>
                      <a:pt x="22" y="27"/>
                      <a:pt x="22" y="27"/>
                      <a:pt x="22" y="27"/>
                    </a:cubicBezTo>
                    <a:cubicBezTo>
                      <a:pt x="21" y="27"/>
                      <a:pt x="21" y="27"/>
                      <a:pt x="21" y="27"/>
                    </a:cubicBezTo>
                    <a:cubicBezTo>
                      <a:pt x="21" y="27"/>
                      <a:pt x="21" y="27"/>
                      <a:pt x="21" y="27"/>
                    </a:cubicBezTo>
                    <a:cubicBezTo>
                      <a:pt x="24" y="24"/>
                      <a:pt x="24" y="24"/>
                      <a:pt x="24" y="24"/>
                    </a:cubicBezTo>
                    <a:cubicBezTo>
                      <a:pt x="24" y="25"/>
                      <a:pt x="24" y="25"/>
                      <a:pt x="24" y="25"/>
                    </a:cubicBezTo>
                    <a:cubicBezTo>
                      <a:pt x="24" y="25"/>
                      <a:pt x="24" y="25"/>
                      <a:pt x="24" y="25"/>
                    </a:cubicBezTo>
                    <a:cubicBezTo>
                      <a:pt x="24" y="25"/>
                      <a:pt x="24" y="25"/>
                      <a:pt x="24" y="26"/>
                    </a:cubicBezTo>
                    <a:cubicBezTo>
                      <a:pt x="24" y="26"/>
                      <a:pt x="24" y="26"/>
                      <a:pt x="24" y="26"/>
                    </a:cubicBezTo>
                    <a:cubicBezTo>
                      <a:pt x="33" y="36"/>
                      <a:pt x="33" y="36"/>
                      <a:pt x="33" y="36"/>
                    </a:cubicBezTo>
                    <a:close/>
                    <a:moveTo>
                      <a:pt x="38" y="26"/>
                    </a:moveTo>
                    <a:cubicBezTo>
                      <a:pt x="41" y="29"/>
                      <a:pt x="41" y="29"/>
                      <a:pt x="41" y="29"/>
                    </a:cubicBezTo>
                    <a:cubicBezTo>
                      <a:pt x="41" y="29"/>
                      <a:pt x="41" y="30"/>
                      <a:pt x="41" y="30"/>
                    </a:cubicBezTo>
                    <a:cubicBezTo>
                      <a:pt x="41" y="30"/>
                      <a:pt x="41" y="30"/>
                      <a:pt x="41" y="30"/>
                    </a:cubicBezTo>
                    <a:cubicBezTo>
                      <a:pt x="41" y="31"/>
                      <a:pt x="41" y="31"/>
                      <a:pt x="41" y="31"/>
                    </a:cubicBezTo>
                    <a:cubicBezTo>
                      <a:pt x="41" y="31"/>
                      <a:pt x="41" y="31"/>
                      <a:pt x="41" y="31"/>
                    </a:cubicBezTo>
                    <a:cubicBezTo>
                      <a:pt x="44" y="29"/>
                      <a:pt x="44" y="29"/>
                      <a:pt x="44" y="29"/>
                    </a:cubicBezTo>
                    <a:cubicBezTo>
                      <a:pt x="44" y="28"/>
                      <a:pt x="44" y="28"/>
                      <a:pt x="44" y="28"/>
                    </a:cubicBezTo>
                    <a:cubicBezTo>
                      <a:pt x="44" y="29"/>
                      <a:pt x="44" y="29"/>
                      <a:pt x="44" y="29"/>
                    </a:cubicBezTo>
                    <a:cubicBezTo>
                      <a:pt x="43" y="29"/>
                      <a:pt x="43" y="29"/>
                      <a:pt x="43" y="29"/>
                    </a:cubicBezTo>
                    <a:cubicBezTo>
                      <a:pt x="43" y="29"/>
                      <a:pt x="42" y="29"/>
                      <a:pt x="42" y="28"/>
                    </a:cubicBezTo>
                    <a:cubicBezTo>
                      <a:pt x="31" y="18"/>
                      <a:pt x="31" y="18"/>
                      <a:pt x="31" y="18"/>
                    </a:cubicBezTo>
                    <a:cubicBezTo>
                      <a:pt x="30" y="20"/>
                      <a:pt x="30" y="20"/>
                      <a:pt x="30" y="20"/>
                    </a:cubicBezTo>
                    <a:cubicBezTo>
                      <a:pt x="35" y="33"/>
                      <a:pt x="35" y="33"/>
                      <a:pt x="35" y="33"/>
                    </a:cubicBezTo>
                    <a:cubicBezTo>
                      <a:pt x="35" y="33"/>
                      <a:pt x="35" y="34"/>
                      <a:pt x="35" y="34"/>
                    </a:cubicBezTo>
                    <a:cubicBezTo>
                      <a:pt x="35" y="34"/>
                      <a:pt x="35" y="34"/>
                      <a:pt x="35" y="35"/>
                    </a:cubicBezTo>
                    <a:cubicBezTo>
                      <a:pt x="35" y="35"/>
                      <a:pt x="35" y="35"/>
                      <a:pt x="35" y="35"/>
                    </a:cubicBezTo>
                    <a:cubicBezTo>
                      <a:pt x="35" y="35"/>
                      <a:pt x="35" y="35"/>
                      <a:pt x="35" y="35"/>
                    </a:cubicBezTo>
                    <a:cubicBezTo>
                      <a:pt x="38" y="33"/>
                      <a:pt x="38" y="33"/>
                      <a:pt x="38" y="33"/>
                    </a:cubicBezTo>
                    <a:cubicBezTo>
                      <a:pt x="38" y="33"/>
                      <a:pt x="38" y="33"/>
                      <a:pt x="38" y="33"/>
                    </a:cubicBezTo>
                    <a:cubicBezTo>
                      <a:pt x="37" y="33"/>
                      <a:pt x="37" y="33"/>
                      <a:pt x="37" y="33"/>
                    </a:cubicBezTo>
                    <a:cubicBezTo>
                      <a:pt x="37" y="33"/>
                      <a:pt x="37" y="33"/>
                      <a:pt x="36" y="33"/>
                    </a:cubicBezTo>
                    <a:cubicBezTo>
                      <a:pt x="36" y="33"/>
                      <a:pt x="36" y="32"/>
                      <a:pt x="36" y="32"/>
                    </a:cubicBezTo>
                    <a:cubicBezTo>
                      <a:pt x="34" y="29"/>
                      <a:pt x="34" y="29"/>
                      <a:pt x="34" y="29"/>
                    </a:cubicBezTo>
                    <a:cubicBezTo>
                      <a:pt x="38" y="26"/>
                      <a:pt x="38" y="26"/>
                      <a:pt x="38" y="26"/>
                    </a:cubicBezTo>
                    <a:close/>
                    <a:moveTo>
                      <a:pt x="31" y="21"/>
                    </a:moveTo>
                    <a:cubicBezTo>
                      <a:pt x="31" y="21"/>
                      <a:pt x="31" y="21"/>
                      <a:pt x="31" y="21"/>
                    </a:cubicBezTo>
                    <a:cubicBezTo>
                      <a:pt x="34" y="28"/>
                      <a:pt x="34" y="28"/>
                      <a:pt x="34" y="28"/>
                    </a:cubicBezTo>
                    <a:cubicBezTo>
                      <a:pt x="37" y="26"/>
                      <a:pt x="37" y="26"/>
                      <a:pt x="37" y="26"/>
                    </a:cubicBezTo>
                    <a:cubicBezTo>
                      <a:pt x="31" y="21"/>
                      <a:pt x="31" y="21"/>
                      <a:pt x="31" y="21"/>
                    </a:cubicBezTo>
                    <a:close/>
                    <a:moveTo>
                      <a:pt x="51" y="21"/>
                    </a:moveTo>
                    <a:cubicBezTo>
                      <a:pt x="51" y="21"/>
                      <a:pt x="51" y="21"/>
                      <a:pt x="51" y="21"/>
                    </a:cubicBezTo>
                    <a:cubicBezTo>
                      <a:pt x="46" y="11"/>
                      <a:pt x="46" y="11"/>
                      <a:pt x="46" y="11"/>
                    </a:cubicBezTo>
                    <a:cubicBezTo>
                      <a:pt x="46" y="11"/>
                      <a:pt x="46" y="11"/>
                      <a:pt x="46" y="11"/>
                    </a:cubicBezTo>
                    <a:cubicBezTo>
                      <a:pt x="46" y="11"/>
                      <a:pt x="46" y="11"/>
                      <a:pt x="45" y="11"/>
                    </a:cubicBezTo>
                    <a:cubicBezTo>
                      <a:pt x="45" y="11"/>
                      <a:pt x="45" y="11"/>
                      <a:pt x="45" y="11"/>
                    </a:cubicBezTo>
                    <a:cubicBezTo>
                      <a:pt x="44" y="11"/>
                      <a:pt x="44" y="11"/>
                      <a:pt x="44" y="11"/>
                    </a:cubicBezTo>
                    <a:cubicBezTo>
                      <a:pt x="48" y="9"/>
                      <a:pt x="48" y="9"/>
                      <a:pt x="48" y="9"/>
                    </a:cubicBezTo>
                    <a:cubicBezTo>
                      <a:pt x="48" y="10"/>
                      <a:pt x="48" y="10"/>
                      <a:pt x="48" y="10"/>
                    </a:cubicBezTo>
                    <a:cubicBezTo>
                      <a:pt x="47" y="10"/>
                      <a:pt x="47" y="10"/>
                      <a:pt x="47" y="10"/>
                    </a:cubicBezTo>
                    <a:cubicBezTo>
                      <a:pt x="47" y="10"/>
                      <a:pt x="47" y="10"/>
                      <a:pt x="47" y="10"/>
                    </a:cubicBezTo>
                    <a:cubicBezTo>
                      <a:pt x="47" y="10"/>
                      <a:pt x="47" y="11"/>
                      <a:pt x="47" y="11"/>
                    </a:cubicBezTo>
                    <a:cubicBezTo>
                      <a:pt x="53" y="24"/>
                      <a:pt x="53" y="24"/>
                      <a:pt x="53" y="24"/>
                    </a:cubicBezTo>
                    <a:cubicBezTo>
                      <a:pt x="53" y="24"/>
                      <a:pt x="53" y="24"/>
                      <a:pt x="53" y="24"/>
                    </a:cubicBezTo>
                    <a:cubicBezTo>
                      <a:pt x="53" y="24"/>
                      <a:pt x="53" y="24"/>
                      <a:pt x="53" y="24"/>
                    </a:cubicBezTo>
                    <a:cubicBezTo>
                      <a:pt x="40" y="15"/>
                      <a:pt x="40" y="15"/>
                      <a:pt x="40" y="15"/>
                    </a:cubicBezTo>
                    <a:cubicBezTo>
                      <a:pt x="40" y="15"/>
                      <a:pt x="40" y="15"/>
                      <a:pt x="40" y="15"/>
                    </a:cubicBezTo>
                    <a:cubicBezTo>
                      <a:pt x="46" y="26"/>
                      <a:pt x="46" y="26"/>
                      <a:pt x="46" y="26"/>
                    </a:cubicBezTo>
                    <a:cubicBezTo>
                      <a:pt x="46" y="26"/>
                      <a:pt x="46" y="26"/>
                      <a:pt x="46" y="26"/>
                    </a:cubicBezTo>
                    <a:cubicBezTo>
                      <a:pt x="47" y="26"/>
                      <a:pt x="47" y="26"/>
                      <a:pt x="47" y="26"/>
                    </a:cubicBezTo>
                    <a:cubicBezTo>
                      <a:pt x="48" y="26"/>
                      <a:pt x="48" y="26"/>
                      <a:pt x="48" y="26"/>
                    </a:cubicBezTo>
                    <a:cubicBezTo>
                      <a:pt x="48" y="26"/>
                      <a:pt x="48" y="26"/>
                      <a:pt x="48" y="26"/>
                    </a:cubicBezTo>
                    <a:cubicBezTo>
                      <a:pt x="45" y="28"/>
                      <a:pt x="45" y="28"/>
                      <a:pt x="45" y="28"/>
                    </a:cubicBezTo>
                    <a:cubicBezTo>
                      <a:pt x="44" y="28"/>
                      <a:pt x="44" y="28"/>
                      <a:pt x="44" y="28"/>
                    </a:cubicBezTo>
                    <a:cubicBezTo>
                      <a:pt x="45" y="27"/>
                      <a:pt x="45" y="27"/>
                      <a:pt x="45" y="27"/>
                    </a:cubicBezTo>
                    <a:cubicBezTo>
                      <a:pt x="45" y="27"/>
                      <a:pt x="45" y="27"/>
                      <a:pt x="45" y="27"/>
                    </a:cubicBezTo>
                    <a:cubicBezTo>
                      <a:pt x="46" y="27"/>
                      <a:pt x="46" y="26"/>
                      <a:pt x="45" y="26"/>
                    </a:cubicBezTo>
                    <a:cubicBezTo>
                      <a:pt x="39" y="15"/>
                      <a:pt x="39" y="15"/>
                      <a:pt x="39" y="15"/>
                    </a:cubicBezTo>
                    <a:cubicBezTo>
                      <a:pt x="39" y="14"/>
                      <a:pt x="39" y="14"/>
                      <a:pt x="39" y="14"/>
                    </a:cubicBezTo>
                    <a:cubicBezTo>
                      <a:pt x="39" y="14"/>
                      <a:pt x="39" y="14"/>
                      <a:pt x="38" y="14"/>
                    </a:cubicBezTo>
                    <a:cubicBezTo>
                      <a:pt x="38" y="15"/>
                      <a:pt x="38" y="15"/>
                      <a:pt x="38" y="15"/>
                    </a:cubicBezTo>
                    <a:cubicBezTo>
                      <a:pt x="37" y="14"/>
                      <a:pt x="37" y="14"/>
                      <a:pt x="37" y="14"/>
                    </a:cubicBezTo>
                    <a:cubicBezTo>
                      <a:pt x="40" y="13"/>
                      <a:pt x="40" y="13"/>
                      <a:pt x="40" y="13"/>
                    </a:cubicBezTo>
                    <a:cubicBezTo>
                      <a:pt x="51" y="21"/>
                      <a:pt x="51" y="21"/>
                      <a:pt x="51" y="21"/>
                    </a:cubicBezTo>
                    <a:close/>
                    <a:moveTo>
                      <a:pt x="70" y="17"/>
                    </a:moveTo>
                    <a:cubicBezTo>
                      <a:pt x="70" y="17"/>
                      <a:pt x="71" y="17"/>
                      <a:pt x="72" y="16"/>
                    </a:cubicBezTo>
                    <a:cubicBezTo>
                      <a:pt x="72" y="15"/>
                      <a:pt x="72" y="14"/>
                      <a:pt x="72" y="14"/>
                    </a:cubicBezTo>
                    <a:cubicBezTo>
                      <a:pt x="70" y="3"/>
                      <a:pt x="70" y="3"/>
                      <a:pt x="70" y="3"/>
                    </a:cubicBezTo>
                    <a:cubicBezTo>
                      <a:pt x="70" y="3"/>
                      <a:pt x="69" y="3"/>
                      <a:pt x="69" y="3"/>
                    </a:cubicBezTo>
                    <a:cubicBezTo>
                      <a:pt x="69" y="3"/>
                      <a:pt x="69" y="3"/>
                      <a:pt x="69" y="3"/>
                    </a:cubicBezTo>
                    <a:cubicBezTo>
                      <a:pt x="68" y="3"/>
                      <a:pt x="68" y="3"/>
                      <a:pt x="68" y="3"/>
                    </a:cubicBezTo>
                    <a:cubicBezTo>
                      <a:pt x="68" y="2"/>
                      <a:pt x="68" y="2"/>
                      <a:pt x="68" y="2"/>
                    </a:cubicBezTo>
                    <a:cubicBezTo>
                      <a:pt x="71" y="1"/>
                      <a:pt x="71" y="1"/>
                      <a:pt x="71" y="1"/>
                    </a:cubicBezTo>
                    <a:cubicBezTo>
                      <a:pt x="71" y="2"/>
                      <a:pt x="71" y="2"/>
                      <a:pt x="71" y="2"/>
                    </a:cubicBezTo>
                    <a:cubicBezTo>
                      <a:pt x="71" y="2"/>
                      <a:pt x="71" y="2"/>
                      <a:pt x="71" y="2"/>
                    </a:cubicBezTo>
                    <a:cubicBezTo>
                      <a:pt x="71" y="2"/>
                      <a:pt x="70" y="2"/>
                      <a:pt x="70" y="2"/>
                    </a:cubicBezTo>
                    <a:cubicBezTo>
                      <a:pt x="70" y="3"/>
                      <a:pt x="70" y="3"/>
                      <a:pt x="70" y="3"/>
                    </a:cubicBezTo>
                    <a:cubicBezTo>
                      <a:pt x="73" y="13"/>
                      <a:pt x="73" y="13"/>
                      <a:pt x="73" y="13"/>
                    </a:cubicBezTo>
                    <a:cubicBezTo>
                      <a:pt x="73" y="15"/>
                      <a:pt x="73" y="16"/>
                      <a:pt x="72" y="16"/>
                    </a:cubicBezTo>
                    <a:cubicBezTo>
                      <a:pt x="71" y="17"/>
                      <a:pt x="71" y="18"/>
                      <a:pt x="70" y="18"/>
                    </a:cubicBezTo>
                    <a:cubicBezTo>
                      <a:pt x="68" y="18"/>
                      <a:pt x="67" y="18"/>
                      <a:pt x="66" y="18"/>
                    </a:cubicBezTo>
                    <a:cubicBezTo>
                      <a:pt x="66" y="17"/>
                      <a:pt x="65" y="17"/>
                      <a:pt x="65" y="15"/>
                    </a:cubicBezTo>
                    <a:cubicBezTo>
                      <a:pt x="62" y="5"/>
                      <a:pt x="62" y="5"/>
                      <a:pt x="62" y="5"/>
                    </a:cubicBezTo>
                    <a:cubicBezTo>
                      <a:pt x="62" y="5"/>
                      <a:pt x="62" y="4"/>
                      <a:pt x="62" y="4"/>
                    </a:cubicBezTo>
                    <a:cubicBezTo>
                      <a:pt x="62" y="4"/>
                      <a:pt x="62" y="4"/>
                      <a:pt x="61" y="4"/>
                    </a:cubicBezTo>
                    <a:cubicBezTo>
                      <a:pt x="61" y="4"/>
                      <a:pt x="61" y="4"/>
                      <a:pt x="61" y="4"/>
                    </a:cubicBezTo>
                    <a:cubicBezTo>
                      <a:pt x="61" y="4"/>
                      <a:pt x="61" y="4"/>
                      <a:pt x="61" y="4"/>
                    </a:cubicBezTo>
                    <a:cubicBezTo>
                      <a:pt x="65" y="3"/>
                      <a:pt x="65" y="3"/>
                      <a:pt x="65" y="3"/>
                    </a:cubicBezTo>
                    <a:cubicBezTo>
                      <a:pt x="65" y="4"/>
                      <a:pt x="65" y="4"/>
                      <a:pt x="65" y="4"/>
                    </a:cubicBezTo>
                    <a:cubicBezTo>
                      <a:pt x="64" y="4"/>
                      <a:pt x="64" y="4"/>
                      <a:pt x="64" y="4"/>
                    </a:cubicBezTo>
                    <a:cubicBezTo>
                      <a:pt x="64" y="4"/>
                      <a:pt x="64" y="4"/>
                      <a:pt x="64" y="4"/>
                    </a:cubicBezTo>
                    <a:cubicBezTo>
                      <a:pt x="64" y="4"/>
                      <a:pt x="64" y="4"/>
                      <a:pt x="64" y="5"/>
                    </a:cubicBezTo>
                    <a:cubicBezTo>
                      <a:pt x="66" y="15"/>
                      <a:pt x="66" y="15"/>
                      <a:pt x="66" y="15"/>
                    </a:cubicBezTo>
                    <a:cubicBezTo>
                      <a:pt x="66" y="16"/>
                      <a:pt x="67" y="17"/>
                      <a:pt x="67" y="17"/>
                    </a:cubicBezTo>
                    <a:cubicBezTo>
                      <a:pt x="68" y="18"/>
                      <a:pt x="69" y="18"/>
                      <a:pt x="70" y="17"/>
                    </a:cubicBezTo>
                    <a:close/>
                    <a:moveTo>
                      <a:pt x="84" y="12"/>
                    </a:moveTo>
                    <a:cubicBezTo>
                      <a:pt x="84" y="12"/>
                      <a:pt x="84" y="12"/>
                      <a:pt x="84" y="12"/>
                    </a:cubicBezTo>
                    <a:cubicBezTo>
                      <a:pt x="84" y="1"/>
                      <a:pt x="84" y="1"/>
                      <a:pt x="84" y="1"/>
                    </a:cubicBezTo>
                    <a:cubicBezTo>
                      <a:pt x="84" y="1"/>
                      <a:pt x="84" y="1"/>
                      <a:pt x="83" y="1"/>
                    </a:cubicBezTo>
                    <a:cubicBezTo>
                      <a:pt x="83" y="1"/>
                      <a:pt x="83" y="1"/>
                      <a:pt x="83" y="1"/>
                    </a:cubicBezTo>
                    <a:cubicBezTo>
                      <a:pt x="82" y="1"/>
                      <a:pt x="82" y="1"/>
                      <a:pt x="82" y="1"/>
                    </a:cubicBezTo>
                    <a:cubicBezTo>
                      <a:pt x="82" y="0"/>
                      <a:pt x="82" y="0"/>
                      <a:pt x="82" y="0"/>
                    </a:cubicBezTo>
                    <a:cubicBezTo>
                      <a:pt x="86" y="0"/>
                      <a:pt x="86" y="0"/>
                      <a:pt x="86" y="0"/>
                    </a:cubicBezTo>
                    <a:cubicBezTo>
                      <a:pt x="86" y="1"/>
                      <a:pt x="86" y="1"/>
                      <a:pt x="86" y="1"/>
                    </a:cubicBezTo>
                    <a:cubicBezTo>
                      <a:pt x="85" y="1"/>
                      <a:pt x="85" y="1"/>
                      <a:pt x="85" y="1"/>
                    </a:cubicBezTo>
                    <a:cubicBezTo>
                      <a:pt x="85" y="1"/>
                      <a:pt x="85" y="1"/>
                      <a:pt x="84" y="1"/>
                    </a:cubicBezTo>
                    <a:cubicBezTo>
                      <a:pt x="84" y="1"/>
                      <a:pt x="84" y="1"/>
                      <a:pt x="84" y="1"/>
                    </a:cubicBezTo>
                    <a:cubicBezTo>
                      <a:pt x="85" y="16"/>
                      <a:pt x="85" y="16"/>
                      <a:pt x="85" y="16"/>
                    </a:cubicBezTo>
                    <a:cubicBezTo>
                      <a:pt x="85" y="16"/>
                      <a:pt x="85" y="16"/>
                      <a:pt x="85" y="16"/>
                    </a:cubicBezTo>
                    <a:cubicBezTo>
                      <a:pt x="85" y="16"/>
                      <a:pt x="85" y="16"/>
                      <a:pt x="85" y="16"/>
                    </a:cubicBezTo>
                    <a:cubicBezTo>
                      <a:pt x="77" y="3"/>
                      <a:pt x="77" y="3"/>
                      <a:pt x="77" y="3"/>
                    </a:cubicBezTo>
                    <a:cubicBezTo>
                      <a:pt x="77" y="3"/>
                      <a:pt x="77" y="3"/>
                      <a:pt x="77" y="3"/>
                    </a:cubicBezTo>
                    <a:cubicBezTo>
                      <a:pt x="77" y="15"/>
                      <a:pt x="77" y="15"/>
                      <a:pt x="77" y="15"/>
                    </a:cubicBezTo>
                    <a:cubicBezTo>
                      <a:pt x="77" y="15"/>
                      <a:pt x="78" y="15"/>
                      <a:pt x="78" y="16"/>
                    </a:cubicBezTo>
                    <a:cubicBezTo>
                      <a:pt x="78" y="16"/>
                      <a:pt x="78" y="16"/>
                      <a:pt x="78" y="16"/>
                    </a:cubicBezTo>
                    <a:cubicBezTo>
                      <a:pt x="79" y="16"/>
                      <a:pt x="79" y="16"/>
                      <a:pt x="79" y="16"/>
                    </a:cubicBezTo>
                    <a:cubicBezTo>
                      <a:pt x="79" y="16"/>
                      <a:pt x="79" y="16"/>
                      <a:pt x="79" y="16"/>
                    </a:cubicBezTo>
                    <a:cubicBezTo>
                      <a:pt x="75" y="16"/>
                      <a:pt x="75" y="16"/>
                      <a:pt x="75" y="16"/>
                    </a:cubicBezTo>
                    <a:cubicBezTo>
                      <a:pt x="75" y="16"/>
                      <a:pt x="75" y="16"/>
                      <a:pt x="75" y="16"/>
                    </a:cubicBezTo>
                    <a:cubicBezTo>
                      <a:pt x="76" y="16"/>
                      <a:pt x="76" y="16"/>
                      <a:pt x="76" y="16"/>
                    </a:cubicBezTo>
                    <a:cubicBezTo>
                      <a:pt x="76" y="16"/>
                      <a:pt x="77" y="16"/>
                      <a:pt x="77" y="16"/>
                    </a:cubicBezTo>
                    <a:cubicBezTo>
                      <a:pt x="77" y="15"/>
                      <a:pt x="77" y="15"/>
                      <a:pt x="77" y="15"/>
                    </a:cubicBezTo>
                    <a:cubicBezTo>
                      <a:pt x="76" y="2"/>
                      <a:pt x="76" y="2"/>
                      <a:pt x="76" y="2"/>
                    </a:cubicBezTo>
                    <a:cubicBezTo>
                      <a:pt x="76" y="2"/>
                      <a:pt x="76" y="2"/>
                      <a:pt x="76" y="1"/>
                    </a:cubicBezTo>
                    <a:cubicBezTo>
                      <a:pt x="76" y="1"/>
                      <a:pt x="75" y="1"/>
                      <a:pt x="75" y="1"/>
                    </a:cubicBezTo>
                    <a:cubicBezTo>
                      <a:pt x="74" y="1"/>
                      <a:pt x="74" y="1"/>
                      <a:pt x="74" y="1"/>
                    </a:cubicBezTo>
                    <a:cubicBezTo>
                      <a:pt x="74" y="1"/>
                      <a:pt x="74" y="1"/>
                      <a:pt x="74" y="1"/>
                    </a:cubicBezTo>
                    <a:cubicBezTo>
                      <a:pt x="77" y="1"/>
                      <a:pt x="77" y="1"/>
                      <a:pt x="77" y="1"/>
                    </a:cubicBezTo>
                    <a:cubicBezTo>
                      <a:pt x="84" y="12"/>
                      <a:pt x="84" y="12"/>
                      <a:pt x="84" y="12"/>
                    </a:cubicBezTo>
                    <a:close/>
                    <a:moveTo>
                      <a:pt x="90" y="1"/>
                    </a:moveTo>
                    <a:cubicBezTo>
                      <a:pt x="90" y="0"/>
                      <a:pt x="90" y="0"/>
                      <a:pt x="90" y="0"/>
                    </a:cubicBezTo>
                    <a:cubicBezTo>
                      <a:pt x="98" y="1"/>
                      <a:pt x="98" y="1"/>
                      <a:pt x="98" y="1"/>
                    </a:cubicBezTo>
                    <a:cubicBezTo>
                      <a:pt x="98" y="1"/>
                      <a:pt x="98" y="1"/>
                      <a:pt x="98" y="1"/>
                    </a:cubicBezTo>
                    <a:cubicBezTo>
                      <a:pt x="96" y="1"/>
                      <a:pt x="96" y="1"/>
                      <a:pt x="96" y="1"/>
                    </a:cubicBezTo>
                    <a:cubicBezTo>
                      <a:pt x="95" y="1"/>
                      <a:pt x="95" y="1"/>
                      <a:pt x="95" y="1"/>
                    </a:cubicBezTo>
                    <a:cubicBezTo>
                      <a:pt x="95" y="1"/>
                      <a:pt x="95" y="1"/>
                      <a:pt x="95" y="2"/>
                    </a:cubicBezTo>
                    <a:cubicBezTo>
                      <a:pt x="94" y="15"/>
                      <a:pt x="94" y="15"/>
                      <a:pt x="94" y="15"/>
                    </a:cubicBezTo>
                    <a:cubicBezTo>
                      <a:pt x="94" y="15"/>
                      <a:pt x="94" y="15"/>
                      <a:pt x="94" y="15"/>
                    </a:cubicBezTo>
                    <a:cubicBezTo>
                      <a:pt x="94" y="15"/>
                      <a:pt x="94" y="15"/>
                      <a:pt x="95" y="15"/>
                    </a:cubicBezTo>
                    <a:cubicBezTo>
                      <a:pt x="97" y="16"/>
                      <a:pt x="97" y="16"/>
                      <a:pt x="97" y="16"/>
                    </a:cubicBezTo>
                    <a:cubicBezTo>
                      <a:pt x="97" y="16"/>
                      <a:pt x="97" y="16"/>
                      <a:pt x="97" y="16"/>
                    </a:cubicBezTo>
                    <a:cubicBezTo>
                      <a:pt x="89" y="16"/>
                      <a:pt x="89" y="16"/>
                      <a:pt x="89" y="16"/>
                    </a:cubicBezTo>
                    <a:cubicBezTo>
                      <a:pt x="89" y="15"/>
                      <a:pt x="89" y="15"/>
                      <a:pt x="89" y="15"/>
                    </a:cubicBezTo>
                    <a:cubicBezTo>
                      <a:pt x="91" y="15"/>
                      <a:pt x="91" y="15"/>
                      <a:pt x="91" y="15"/>
                    </a:cubicBezTo>
                    <a:cubicBezTo>
                      <a:pt x="92" y="15"/>
                      <a:pt x="92" y="15"/>
                      <a:pt x="92" y="15"/>
                    </a:cubicBezTo>
                    <a:cubicBezTo>
                      <a:pt x="92" y="15"/>
                      <a:pt x="92" y="15"/>
                      <a:pt x="92" y="15"/>
                    </a:cubicBezTo>
                    <a:cubicBezTo>
                      <a:pt x="93" y="2"/>
                      <a:pt x="93" y="2"/>
                      <a:pt x="93" y="2"/>
                    </a:cubicBezTo>
                    <a:cubicBezTo>
                      <a:pt x="93" y="1"/>
                      <a:pt x="93" y="1"/>
                      <a:pt x="93" y="1"/>
                    </a:cubicBezTo>
                    <a:cubicBezTo>
                      <a:pt x="93" y="1"/>
                      <a:pt x="93" y="1"/>
                      <a:pt x="92" y="1"/>
                    </a:cubicBezTo>
                    <a:cubicBezTo>
                      <a:pt x="90" y="1"/>
                      <a:pt x="90" y="1"/>
                      <a:pt x="90" y="1"/>
                    </a:cubicBezTo>
                    <a:close/>
                    <a:moveTo>
                      <a:pt x="109" y="3"/>
                    </a:moveTo>
                    <a:cubicBezTo>
                      <a:pt x="109" y="2"/>
                      <a:pt x="109" y="2"/>
                      <a:pt x="109" y="2"/>
                    </a:cubicBezTo>
                    <a:cubicBezTo>
                      <a:pt x="113" y="3"/>
                      <a:pt x="113" y="3"/>
                      <a:pt x="113" y="3"/>
                    </a:cubicBezTo>
                    <a:cubicBezTo>
                      <a:pt x="113" y="3"/>
                      <a:pt x="113" y="3"/>
                      <a:pt x="113" y="3"/>
                    </a:cubicBezTo>
                    <a:cubicBezTo>
                      <a:pt x="112" y="3"/>
                      <a:pt x="112" y="3"/>
                      <a:pt x="112" y="3"/>
                    </a:cubicBezTo>
                    <a:cubicBezTo>
                      <a:pt x="112" y="3"/>
                      <a:pt x="112" y="3"/>
                      <a:pt x="111" y="4"/>
                    </a:cubicBezTo>
                    <a:cubicBezTo>
                      <a:pt x="111" y="4"/>
                      <a:pt x="111" y="4"/>
                      <a:pt x="111" y="4"/>
                    </a:cubicBezTo>
                    <a:cubicBezTo>
                      <a:pt x="105" y="17"/>
                      <a:pt x="105" y="17"/>
                      <a:pt x="105" y="17"/>
                    </a:cubicBezTo>
                    <a:cubicBezTo>
                      <a:pt x="104" y="17"/>
                      <a:pt x="104" y="17"/>
                      <a:pt x="104" y="17"/>
                    </a:cubicBezTo>
                    <a:cubicBezTo>
                      <a:pt x="103" y="3"/>
                      <a:pt x="103" y="3"/>
                      <a:pt x="103" y="3"/>
                    </a:cubicBezTo>
                    <a:cubicBezTo>
                      <a:pt x="103" y="3"/>
                      <a:pt x="103" y="2"/>
                      <a:pt x="103" y="2"/>
                    </a:cubicBezTo>
                    <a:cubicBezTo>
                      <a:pt x="103" y="2"/>
                      <a:pt x="103" y="2"/>
                      <a:pt x="102" y="2"/>
                    </a:cubicBezTo>
                    <a:cubicBezTo>
                      <a:pt x="102" y="2"/>
                      <a:pt x="102" y="2"/>
                      <a:pt x="102" y="2"/>
                    </a:cubicBezTo>
                    <a:cubicBezTo>
                      <a:pt x="102" y="1"/>
                      <a:pt x="102" y="1"/>
                      <a:pt x="102" y="1"/>
                    </a:cubicBezTo>
                    <a:cubicBezTo>
                      <a:pt x="106" y="2"/>
                      <a:pt x="106" y="2"/>
                      <a:pt x="106" y="2"/>
                    </a:cubicBezTo>
                    <a:cubicBezTo>
                      <a:pt x="106" y="2"/>
                      <a:pt x="106" y="2"/>
                      <a:pt x="106" y="2"/>
                    </a:cubicBezTo>
                    <a:cubicBezTo>
                      <a:pt x="105" y="2"/>
                      <a:pt x="105" y="2"/>
                      <a:pt x="105" y="2"/>
                    </a:cubicBezTo>
                    <a:cubicBezTo>
                      <a:pt x="105" y="2"/>
                      <a:pt x="105" y="2"/>
                      <a:pt x="105" y="2"/>
                    </a:cubicBezTo>
                    <a:cubicBezTo>
                      <a:pt x="105" y="3"/>
                      <a:pt x="105" y="3"/>
                      <a:pt x="105" y="3"/>
                    </a:cubicBezTo>
                    <a:cubicBezTo>
                      <a:pt x="105" y="14"/>
                      <a:pt x="105" y="14"/>
                      <a:pt x="105" y="14"/>
                    </a:cubicBezTo>
                    <a:cubicBezTo>
                      <a:pt x="106" y="14"/>
                      <a:pt x="106" y="14"/>
                      <a:pt x="106" y="14"/>
                    </a:cubicBezTo>
                    <a:cubicBezTo>
                      <a:pt x="110" y="4"/>
                      <a:pt x="110" y="4"/>
                      <a:pt x="110" y="4"/>
                    </a:cubicBezTo>
                    <a:cubicBezTo>
                      <a:pt x="110" y="4"/>
                      <a:pt x="110" y="4"/>
                      <a:pt x="110" y="3"/>
                    </a:cubicBezTo>
                    <a:cubicBezTo>
                      <a:pt x="110" y="3"/>
                      <a:pt x="110" y="3"/>
                      <a:pt x="110" y="3"/>
                    </a:cubicBezTo>
                    <a:cubicBezTo>
                      <a:pt x="109" y="3"/>
                      <a:pt x="109" y="3"/>
                      <a:pt x="109" y="3"/>
                    </a:cubicBezTo>
                    <a:close/>
                    <a:moveTo>
                      <a:pt x="116" y="5"/>
                    </a:moveTo>
                    <a:cubicBezTo>
                      <a:pt x="116" y="5"/>
                      <a:pt x="116" y="5"/>
                      <a:pt x="116" y="5"/>
                    </a:cubicBezTo>
                    <a:cubicBezTo>
                      <a:pt x="117" y="5"/>
                      <a:pt x="117" y="5"/>
                      <a:pt x="117" y="5"/>
                    </a:cubicBezTo>
                    <a:cubicBezTo>
                      <a:pt x="117" y="5"/>
                      <a:pt x="117" y="6"/>
                      <a:pt x="117" y="6"/>
                    </a:cubicBezTo>
                    <a:cubicBezTo>
                      <a:pt x="113" y="18"/>
                      <a:pt x="113" y="18"/>
                      <a:pt x="113" y="18"/>
                    </a:cubicBezTo>
                    <a:cubicBezTo>
                      <a:pt x="113" y="18"/>
                      <a:pt x="113" y="19"/>
                      <a:pt x="113" y="19"/>
                    </a:cubicBezTo>
                    <a:cubicBezTo>
                      <a:pt x="112" y="19"/>
                      <a:pt x="112" y="19"/>
                      <a:pt x="112" y="19"/>
                    </a:cubicBezTo>
                    <a:cubicBezTo>
                      <a:pt x="111" y="18"/>
                      <a:pt x="111" y="18"/>
                      <a:pt x="111" y="18"/>
                    </a:cubicBezTo>
                    <a:cubicBezTo>
                      <a:pt x="111" y="19"/>
                      <a:pt x="111" y="19"/>
                      <a:pt x="111" y="19"/>
                    </a:cubicBezTo>
                    <a:cubicBezTo>
                      <a:pt x="120" y="22"/>
                      <a:pt x="120" y="22"/>
                      <a:pt x="120" y="22"/>
                    </a:cubicBezTo>
                    <a:cubicBezTo>
                      <a:pt x="122" y="19"/>
                      <a:pt x="122" y="19"/>
                      <a:pt x="122" y="19"/>
                    </a:cubicBezTo>
                    <a:cubicBezTo>
                      <a:pt x="122" y="18"/>
                      <a:pt x="122" y="18"/>
                      <a:pt x="122" y="18"/>
                    </a:cubicBezTo>
                    <a:cubicBezTo>
                      <a:pt x="121" y="19"/>
                      <a:pt x="120" y="20"/>
                      <a:pt x="120" y="20"/>
                    </a:cubicBezTo>
                    <a:cubicBezTo>
                      <a:pt x="119" y="21"/>
                      <a:pt x="118" y="21"/>
                      <a:pt x="117" y="20"/>
                    </a:cubicBezTo>
                    <a:cubicBezTo>
                      <a:pt x="115" y="20"/>
                      <a:pt x="115" y="20"/>
                      <a:pt x="115" y="20"/>
                    </a:cubicBezTo>
                    <a:cubicBezTo>
                      <a:pt x="115" y="20"/>
                      <a:pt x="114" y="19"/>
                      <a:pt x="114" y="19"/>
                    </a:cubicBezTo>
                    <a:cubicBezTo>
                      <a:pt x="114" y="19"/>
                      <a:pt x="114" y="19"/>
                      <a:pt x="114" y="19"/>
                    </a:cubicBezTo>
                    <a:cubicBezTo>
                      <a:pt x="116" y="12"/>
                      <a:pt x="116" y="12"/>
                      <a:pt x="116" y="12"/>
                    </a:cubicBezTo>
                    <a:cubicBezTo>
                      <a:pt x="119" y="13"/>
                      <a:pt x="119" y="13"/>
                      <a:pt x="119" y="13"/>
                    </a:cubicBezTo>
                    <a:cubicBezTo>
                      <a:pt x="120" y="13"/>
                      <a:pt x="120" y="13"/>
                      <a:pt x="120" y="14"/>
                    </a:cubicBezTo>
                    <a:cubicBezTo>
                      <a:pt x="120" y="14"/>
                      <a:pt x="120" y="15"/>
                      <a:pt x="120" y="15"/>
                    </a:cubicBezTo>
                    <a:cubicBezTo>
                      <a:pt x="120" y="16"/>
                      <a:pt x="120" y="16"/>
                      <a:pt x="120" y="16"/>
                    </a:cubicBezTo>
                    <a:cubicBezTo>
                      <a:pt x="120" y="16"/>
                      <a:pt x="120" y="16"/>
                      <a:pt x="120" y="16"/>
                    </a:cubicBezTo>
                    <a:cubicBezTo>
                      <a:pt x="122" y="11"/>
                      <a:pt x="122" y="11"/>
                      <a:pt x="122" y="11"/>
                    </a:cubicBezTo>
                    <a:cubicBezTo>
                      <a:pt x="122" y="11"/>
                      <a:pt x="122" y="11"/>
                      <a:pt x="122" y="11"/>
                    </a:cubicBezTo>
                    <a:cubicBezTo>
                      <a:pt x="121" y="11"/>
                      <a:pt x="121" y="11"/>
                      <a:pt x="121" y="11"/>
                    </a:cubicBezTo>
                    <a:cubicBezTo>
                      <a:pt x="121" y="12"/>
                      <a:pt x="121" y="12"/>
                      <a:pt x="121" y="12"/>
                    </a:cubicBezTo>
                    <a:cubicBezTo>
                      <a:pt x="120" y="13"/>
                      <a:pt x="120" y="13"/>
                      <a:pt x="119" y="12"/>
                    </a:cubicBezTo>
                    <a:cubicBezTo>
                      <a:pt x="117" y="12"/>
                      <a:pt x="117" y="12"/>
                      <a:pt x="117" y="12"/>
                    </a:cubicBezTo>
                    <a:cubicBezTo>
                      <a:pt x="118" y="6"/>
                      <a:pt x="118" y="6"/>
                      <a:pt x="118" y="6"/>
                    </a:cubicBezTo>
                    <a:cubicBezTo>
                      <a:pt x="118" y="6"/>
                      <a:pt x="119" y="6"/>
                      <a:pt x="119" y="6"/>
                    </a:cubicBezTo>
                    <a:cubicBezTo>
                      <a:pt x="119" y="6"/>
                      <a:pt x="119" y="6"/>
                      <a:pt x="119" y="6"/>
                    </a:cubicBezTo>
                    <a:cubicBezTo>
                      <a:pt x="122" y="7"/>
                      <a:pt x="122" y="7"/>
                      <a:pt x="122" y="7"/>
                    </a:cubicBezTo>
                    <a:cubicBezTo>
                      <a:pt x="122" y="7"/>
                      <a:pt x="123" y="7"/>
                      <a:pt x="123" y="8"/>
                    </a:cubicBezTo>
                    <a:cubicBezTo>
                      <a:pt x="124" y="8"/>
                      <a:pt x="124" y="9"/>
                      <a:pt x="124" y="10"/>
                    </a:cubicBezTo>
                    <a:cubicBezTo>
                      <a:pt x="125" y="10"/>
                      <a:pt x="125" y="10"/>
                      <a:pt x="125" y="10"/>
                    </a:cubicBezTo>
                    <a:cubicBezTo>
                      <a:pt x="125" y="7"/>
                      <a:pt x="125" y="7"/>
                      <a:pt x="125" y="7"/>
                    </a:cubicBezTo>
                    <a:cubicBezTo>
                      <a:pt x="116" y="4"/>
                      <a:pt x="116" y="4"/>
                      <a:pt x="116" y="4"/>
                    </a:cubicBezTo>
                    <a:cubicBezTo>
                      <a:pt x="116" y="5"/>
                      <a:pt x="116" y="5"/>
                      <a:pt x="116" y="5"/>
                    </a:cubicBezTo>
                    <a:close/>
                    <a:moveTo>
                      <a:pt x="136" y="17"/>
                    </a:moveTo>
                    <a:cubicBezTo>
                      <a:pt x="136" y="18"/>
                      <a:pt x="135" y="19"/>
                      <a:pt x="134" y="19"/>
                    </a:cubicBezTo>
                    <a:cubicBezTo>
                      <a:pt x="133" y="19"/>
                      <a:pt x="133" y="19"/>
                      <a:pt x="132" y="19"/>
                    </a:cubicBezTo>
                    <a:cubicBezTo>
                      <a:pt x="131" y="26"/>
                      <a:pt x="131" y="26"/>
                      <a:pt x="131" y="26"/>
                    </a:cubicBezTo>
                    <a:cubicBezTo>
                      <a:pt x="131" y="26"/>
                      <a:pt x="131" y="27"/>
                      <a:pt x="131" y="27"/>
                    </a:cubicBezTo>
                    <a:cubicBezTo>
                      <a:pt x="131" y="27"/>
                      <a:pt x="131" y="27"/>
                      <a:pt x="132" y="27"/>
                    </a:cubicBezTo>
                    <a:cubicBezTo>
                      <a:pt x="132" y="27"/>
                      <a:pt x="132" y="27"/>
                      <a:pt x="132" y="27"/>
                    </a:cubicBezTo>
                    <a:cubicBezTo>
                      <a:pt x="132" y="28"/>
                      <a:pt x="132" y="28"/>
                      <a:pt x="132" y="28"/>
                    </a:cubicBezTo>
                    <a:cubicBezTo>
                      <a:pt x="130" y="27"/>
                      <a:pt x="130" y="27"/>
                      <a:pt x="130" y="27"/>
                    </a:cubicBezTo>
                    <a:cubicBezTo>
                      <a:pt x="130" y="18"/>
                      <a:pt x="130" y="18"/>
                      <a:pt x="130" y="18"/>
                    </a:cubicBezTo>
                    <a:cubicBezTo>
                      <a:pt x="129" y="17"/>
                      <a:pt x="129" y="17"/>
                      <a:pt x="129" y="17"/>
                    </a:cubicBezTo>
                    <a:cubicBezTo>
                      <a:pt x="126" y="23"/>
                      <a:pt x="126" y="23"/>
                      <a:pt x="126" y="23"/>
                    </a:cubicBezTo>
                    <a:cubicBezTo>
                      <a:pt x="125" y="24"/>
                      <a:pt x="125" y="24"/>
                      <a:pt x="126" y="24"/>
                    </a:cubicBezTo>
                    <a:cubicBezTo>
                      <a:pt x="126" y="24"/>
                      <a:pt x="126" y="24"/>
                      <a:pt x="126" y="24"/>
                    </a:cubicBezTo>
                    <a:cubicBezTo>
                      <a:pt x="126" y="25"/>
                      <a:pt x="126" y="25"/>
                      <a:pt x="126" y="25"/>
                    </a:cubicBezTo>
                    <a:cubicBezTo>
                      <a:pt x="126" y="25"/>
                      <a:pt x="126" y="25"/>
                      <a:pt x="126" y="25"/>
                    </a:cubicBezTo>
                    <a:cubicBezTo>
                      <a:pt x="122" y="23"/>
                      <a:pt x="122" y="23"/>
                      <a:pt x="122" y="23"/>
                    </a:cubicBezTo>
                    <a:cubicBezTo>
                      <a:pt x="123" y="23"/>
                      <a:pt x="123" y="23"/>
                      <a:pt x="123" y="23"/>
                    </a:cubicBezTo>
                    <a:cubicBezTo>
                      <a:pt x="123" y="23"/>
                      <a:pt x="123" y="23"/>
                      <a:pt x="123" y="23"/>
                    </a:cubicBezTo>
                    <a:cubicBezTo>
                      <a:pt x="123" y="23"/>
                      <a:pt x="124" y="23"/>
                      <a:pt x="124" y="23"/>
                    </a:cubicBezTo>
                    <a:cubicBezTo>
                      <a:pt x="124" y="23"/>
                      <a:pt x="124" y="23"/>
                      <a:pt x="124" y="23"/>
                    </a:cubicBezTo>
                    <a:cubicBezTo>
                      <a:pt x="130" y="11"/>
                      <a:pt x="130" y="11"/>
                      <a:pt x="130" y="11"/>
                    </a:cubicBezTo>
                    <a:cubicBezTo>
                      <a:pt x="130" y="11"/>
                      <a:pt x="130" y="11"/>
                      <a:pt x="130" y="10"/>
                    </a:cubicBezTo>
                    <a:cubicBezTo>
                      <a:pt x="130" y="10"/>
                      <a:pt x="130" y="10"/>
                      <a:pt x="130" y="10"/>
                    </a:cubicBezTo>
                    <a:cubicBezTo>
                      <a:pt x="129" y="10"/>
                      <a:pt x="129" y="10"/>
                      <a:pt x="129" y="10"/>
                    </a:cubicBezTo>
                    <a:cubicBezTo>
                      <a:pt x="130" y="9"/>
                      <a:pt x="130" y="9"/>
                      <a:pt x="130" y="9"/>
                    </a:cubicBezTo>
                    <a:cubicBezTo>
                      <a:pt x="134" y="12"/>
                      <a:pt x="134" y="12"/>
                      <a:pt x="134" y="12"/>
                    </a:cubicBezTo>
                    <a:cubicBezTo>
                      <a:pt x="135" y="12"/>
                      <a:pt x="136" y="13"/>
                      <a:pt x="137" y="14"/>
                    </a:cubicBezTo>
                    <a:cubicBezTo>
                      <a:pt x="137" y="15"/>
                      <a:pt x="137" y="16"/>
                      <a:pt x="136" y="17"/>
                    </a:cubicBezTo>
                    <a:close/>
                    <a:moveTo>
                      <a:pt x="129" y="17"/>
                    </a:moveTo>
                    <a:cubicBezTo>
                      <a:pt x="131" y="18"/>
                      <a:pt x="131" y="18"/>
                      <a:pt x="131" y="18"/>
                    </a:cubicBezTo>
                    <a:cubicBezTo>
                      <a:pt x="131" y="18"/>
                      <a:pt x="132" y="18"/>
                      <a:pt x="133" y="18"/>
                    </a:cubicBezTo>
                    <a:cubicBezTo>
                      <a:pt x="134" y="18"/>
                      <a:pt x="134" y="17"/>
                      <a:pt x="135" y="16"/>
                    </a:cubicBezTo>
                    <a:cubicBezTo>
                      <a:pt x="135" y="15"/>
                      <a:pt x="136" y="15"/>
                      <a:pt x="135" y="14"/>
                    </a:cubicBezTo>
                    <a:cubicBezTo>
                      <a:pt x="135" y="13"/>
                      <a:pt x="135" y="12"/>
                      <a:pt x="133" y="12"/>
                    </a:cubicBezTo>
                    <a:cubicBezTo>
                      <a:pt x="133" y="11"/>
                      <a:pt x="133" y="11"/>
                      <a:pt x="133" y="11"/>
                    </a:cubicBezTo>
                    <a:cubicBezTo>
                      <a:pt x="132" y="11"/>
                      <a:pt x="132" y="11"/>
                      <a:pt x="132" y="11"/>
                    </a:cubicBezTo>
                    <a:cubicBezTo>
                      <a:pt x="132" y="11"/>
                      <a:pt x="132" y="11"/>
                      <a:pt x="132" y="12"/>
                    </a:cubicBezTo>
                    <a:cubicBezTo>
                      <a:pt x="129" y="17"/>
                      <a:pt x="129" y="17"/>
                      <a:pt x="129" y="17"/>
                    </a:cubicBezTo>
                    <a:close/>
                    <a:moveTo>
                      <a:pt x="141" y="25"/>
                    </a:moveTo>
                    <a:cubicBezTo>
                      <a:pt x="142" y="27"/>
                      <a:pt x="142" y="28"/>
                      <a:pt x="142" y="28"/>
                    </a:cubicBezTo>
                    <a:cubicBezTo>
                      <a:pt x="142" y="29"/>
                      <a:pt x="142" y="30"/>
                      <a:pt x="142" y="30"/>
                    </a:cubicBezTo>
                    <a:cubicBezTo>
                      <a:pt x="141" y="31"/>
                      <a:pt x="141" y="32"/>
                      <a:pt x="140" y="32"/>
                    </a:cubicBezTo>
                    <a:cubicBezTo>
                      <a:pt x="139" y="32"/>
                      <a:pt x="138" y="32"/>
                      <a:pt x="137" y="32"/>
                    </a:cubicBezTo>
                    <a:cubicBezTo>
                      <a:pt x="137" y="31"/>
                      <a:pt x="136" y="30"/>
                      <a:pt x="136" y="29"/>
                    </a:cubicBezTo>
                    <a:cubicBezTo>
                      <a:pt x="135" y="28"/>
                      <a:pt x="136" y="27"/>
                      <a:pt x="136" y="26"/>
                    </a:cubicBezTo>
                    <a:cubicBezTo>
                      <a:pt x="136" y="26"/>
                      <a:pt x="136" y="26"/>
                      <a:pt x="136" y="26"/>
                    </a:cubicBezTo>
                    <a:cubicBezTo>
                      <a:pt x="134" y="30"/>
                      <a:pt x="134" y="30"/>
                      <a:pt x="134" y="30"/>
                    </a:cubicBezTo>
                    <a:cubicBezTo>
                      <a:pt x="134" y="30"/>
                      <a:pt x="134" y="30"/>
                      <a:pt x="134" y="30"/>
                    </a:cubicBezTo>
                    <a:cubicBezTo>
                      <a:pt x="135" y="30"/>
                      <a:pt x="135" y="30"/>
                      <a:pt x="135" y="30"/>
                    </a:cubicBezTo>
                    <a:cubicBezTo>
                      <a:pt x="135" y="30"/>
                      <a:pt x="135" y="30"/>
                      <a:pt x="136" y="31"/>
                    </a:cubicBezTo>
                    <a:cubicBezTo>
                      <a:pt x="136" y="31"/>
                      <a:pt x="136" y="32"/>
                      <a:pt x="137" y="32"/>
                    </a:cubicBezTo>
                    <a:cubicBezTo>
                      <a:pt x="138" y="33"/>
                      <a:pt x="139" y="33"/>
                      <a:pt x="140" y="33"/>
                    </a:cubicBezTo>
                    <a:cubicBezTo>
                      <a:pt x="142" y="33"/>
                      <a:pt x="142" y="32"/>
                      <a:pt x="143" y="31"/>
                    </a:cubicBezTo>
                    <a:cubicBezTo>
                      <a:pt x="144" y="30"/>
                      <a:pt x="144" y="29"/>
                      <a:pt x="144" y="28"/>
                    </a:cubicBezTo>
                    <a:cubicBezTo>
                      <a:pt x="144" y="27"/>
                      <a:pt x="143" y="26"/>
                      <a:pt x="142" y="25"/>
                    </a:cubicBezTo>
                    <a:cubicBezTo>
                      <a:pt x="141" y="23"/>
                      <a:pt x="141" y="22"/>
                      <a:pt x="141" y="22"/>
                    </a:cubicBezTo>
                    <a:cubicBezTo>
                      <a:pt x="141" y="21"/>
                      <a:pt x="141" y="20"/>
                      <a:pt x="141" y="20"/>
                    </a:cubicBezTo>
                    <a:cubicBezTo>
                      <a:pt x="142" y="19"/>
                      <a:pt x="142" y="19"/>
                      <a:pt x="143" y="19"/>
                    </a:cubicBezTo>
                    <a:cubicBezTo>
                      <a:pt x="144" y="18"/>
                      <a:pt x="144" y="18"/>
                      <a:pt x="145" y="19"/>
                    </a:cubicBezTo>
                    <a:cubicBezTo>
                      <a:pt x="146" y="20"/>
                      <a:pt x="147" y="20"/>
                      <a:pt x="147" y="21"/>
                    </a:cubicBezTo>
                    <a:cubicBezTo>
                      <a:pt x="147" y="22"/>
                      <a:pt x="147" y="23"/>
                      <a:pt x="147" y="24"/>
                    </a:cubicBezTo>
                    <a:cubicBezTo>
                      <a:pt x="147" y="24"/>
                      <a:pt x="147" y="24"/>
                      <a:pt x="147" y="24"/>
                    </a:cubicBezTo>
                    <a:cubicBezTo>
                      <a:pt x="149" y="21"/>
                      <a:pt x="149" y="21"/>
                      <a:pt x="149" y="21"/>
                    </a:cubicBezTo>
                    <a:cubicBezTo>
                      <a:pt x="149" y="21"/>
                      <a:pt x="149" y="21"/>
                      <a:pt x="148" y="21"/>
                    </a:cubicBezTo>
                    <a:cubicBezTo>
                      <a:pt x="148" y="21"/>
                      <a:pt x="148" y="21"/>
                      <a:pt x="148" y="21"/>
                    </a:cubicBezTo>
                    <a:cubicBezTo>
                      <a:pt x="148" y="21"/>
                      <a:pt x="147" y="20"/>
                      <a:pt x="147" y="20"/>
                    </a:cubicBezTo>
                    <a:cubicBezTo>
                      <a:pt x="147" y="19"/>
                      <a:pt x="146" y="19"/>
                      <a:pt x="146" y="19"/>
                    </a:cubicBezTo>
                    <a:cubicBezTo>
                      <a:pt x="145" y="18"/>
                      <a:pt x="144" y="18"/>
                      <a:pt x="143" y="18"/>
                    </a:cubicBezTo>
                    <a:cubicBezTo>
                      <a:pt x="141" y="18"/>
                      <a:pt x="141" y="19"/>
                      <a:pt x="140" y="19"/>
                    </a:cubicBezTo>
                    <a:cubicBezTo>
                      <a:pt x="139" y="20"/>
                      <a:pt x="139" y="21"/>
                      <a:pt x="139" y="22"/>
                    </a:cubicBezTo>
                    <a:cubicBezTo>
                      <a:pt x="140" y="23"/>
                      <a:pt x="140" y="24"/>
                      <a:pt x="141" y="25"/>
                    </a:cubicBezTo>
                    <a:close/>
                    <a:moveTo>
                      <a:pt x="154" y="26"/>
                    </a:moveTo>
                    <a:cubicBezTo>
                      <a:pt x="154" y="26"/>
                      <a:pt x="154" y="26"/>
                      <a:pt x="154" y="26"/>
                    </a:cubicBezTo>
                    <a:cubicBezTo>
                      <a:pt x="159" y="31"/>
                      <a:pt x="159" y="31"/>
                      <a:pt x="159" y="31"/>
                    </a:cubicBezTo>
                    <a:cubicBezTo>
                      <a:pt x="159" y="31"/>
                      <a:pt x="159" y="31"/>
                      <a:pt x="159" y="31"/>
                    </a:cubicBezTo>
                    <a:cubicBezTo>
                      <a:pt x="158" y="30"/>
                      <a:pt x="158" y="30"/>
                      <a:pt x="158" y="30"/>
                    </a:cubicBezTo>
                    <a:cubicBezTo>
                      <a:pt x="157" y="29"/>
                      <a:pt x="157" y="29"/>
                      <a:pt x="157" y="29"/>
                    </a:cubicBezTo>
                    <a:cubicBezTo>
                      <a:pt x="157" y="29"/>
                      <a:pt x="157" y="29"/>
                      <a:pt x="156" y="30"/>
                    </a:cubicBezTo>
                    <a:cubicBezTo>
                      <a:pt x="147" y="39"/>
                      <a:pt x="147" y="39"/>
                      <a:pt x="147" y="39"/>
                    </a:cubicBezTo>
                    <a:cubicBezTo>
                      <a:pt x="147" y="39"/>
                      <a:pt x="147" y="39"/>
                      <a:pt x="147" y="40"/>
                    </a:cubicBezTo>
                    <a:cubicBezTo>
                      <a:pt x="147" y="40"/>
                      <a:pt x="147" y="40"/>
                      <a:pt x="148" y="40"/>
                    </a:cubicBezTo>
                    <a:cubicBezTo>
                      <a:pt x="149" y="42"/>
                      <a:pt x="149" y="42"/>
                      <a:pt x="149" y="42"/>
                    </a:cubicBezTo>
                    <a:cubicBezTo>
                      <a:pt x="149" y="42"/>
                      <a:pt x="149" y="42"/>
                      <a:pt x="149" y="42"/>
                    </a:cubicBezTo>
                    <a:cubicBezTo>
                      <a:pt x="143" y="37"/>
                      <a:pt x="143" y="37"/>
                      <a:pt x="143" y="37"/>
                    </a:cubicBezTo>
                    <a:cubicBezTo>
                      <a:pt x="144" y="37"/>
                      <a:pt x="144" y="37"/>
                      <a:pt x="144" y="37"/>
                    </a:cubicBezTo>
                    <a:cubicBezTo>
                      <a:pt x="145" y="38"/>
                      <a:pt x="145" y="38"/>
                      <a:pt x="145" y="38"/>
                    </a:cubicBezTo>
                    <a:cubicBezTo>
                      <a:pt x="146" y="38"/>
                      <a:pt x="146" y="38"/>
                      <a:pt x="146" y="38"/>
                    </a:cubicBezTo>
                    <a:cubicBezTo>
                      <a:pt x="146" y="38"/>
                      <a:pt x="146" y="38"/>
                      <a:pt x="146" y="38"/>
                    </a:cubicBezTo>
                    <a:cubicBezTo>
                      <a:pt x="155" y="29"/>
                      <a:pt x="155" y="29"/>
                      <a:pt x="155" y="29"/>
                    </a:cubicBezTo>
                    <a:cubicBezTo>
                      <a:pt x="155" y="28"/>
                      <a:pt x="156" y="28"/>
                      <a:pt x="156" y="28"/>
                    </a:cubicBezTo>
                    <a:cubicBezTo>
                      <a:pt x="156" y="28"/>
                      <a:pt x="155" y="28"/>
                      <a:pt x="155" y="27"/>
                    </a:cubicBezTo>
                    <a:cubicBezTo>
                      <a:pt x="154" y="26"/>
                      <a:pt x="154" y="26"/>
                      <a:pt x="154" y="26"/>
                    </a:cubicBezTo>
                    <a:close/>
                    <a:moveTo>
                      <a:pt x="155" y="50"/>
                    </a:moveTo>
                    <a:cubicBezTo>
                      <a:pt x="156" y="50"/>
                      <a:pt x="156" y="50"/>
                      <a:pt x="156" y="50"/>
                    </a:cubicBezTo>
                    <a:cubicBezTo>
                      <a:pt x="155" y="49"/>
                      <a:pt x="155" y="49"/>
                      <a:pt x="155" y="49"/>
                    </a:cubicBezTo>
                    <a:cubicBezTo>
                      <a:pt x="155" y="49"/>
                      <a:pt x="155" y="49"/>
                      <a:pt x="155" y="49"/>
                    </a:cubicBezTo>
                    <a:cubicBezTo>
                      <a:pt x="155" y="49"/>
                      <a:pt x="155" y="48"/>
                      <a:pt x="155" y="48"/>
                    </a:cubicBezTo>
                    <a:cubicBezTo>
                      <a:pt x="165" y="40"/>
                      <a:pt x="165" y="40"/>
                      <a:pt x="165" y="40"/>
                    </a:cubicBezTo>
                    <a:cubicBezTo>
                      <a:pt x="166" y="40"/>
                      <a:pt x="166" y="40"/>
                      <a:pt x="166" y="40"/>
                    </a:cubicBezTo>
                    <a:cubicBezTo>
                      <a:pt x="166" y="40"/>
                      <a:pt x="166" y="40"/>
                      <a:pt x="167" y="40"/>
                    </a:cubicBezTo>
                    <a:cubicBezTo>
                      <a:pt x="167" y="41"/>
                      <a:pt x="167" y="42"/>
                      <a:pt x="167" y="42"/>
                    </a:cubicBezTo>
                    <a:cubicBezTo>
                      <a:pt x="167" y="43"/>
                      <a:pt x="167" y="43"/>
                      <a:pt x="166" y="45"/>
                    </a:cubicBezTo>
                    <a:cubicBezTo>
                      <a:pt x="166" y="45"/>
                      <a:pt x="166" y="45"/>
                      <a:pt x="166" y="45"/>
                    </a:cubicBezTo>
                    <a:cubicBezTo>
                      <a:pt x="169" y="42"/>
                      <a:pt x="169" y="42"/>
                      <a:pt x="169" y="42"/>
                    </a:cubicBezTo>
                    <a:cubicBezTo>
                      <a:pt x="163" y="35"/>
                      <a:pt x="163" y="35"/>
                      <a:pt x="163" y="35"/>
                    </a:cubicBezTo>
                    <a:cubicBezTo>
                      <a:pt x="160" y="37"/>
                      <a:pt x="160" y="37"/>
                      <a:pt x="160" y="37"/>
                    </a:cubicBezTo>
                    <a:cubicBezTo>
                      <a:pt x="160" y="37"/>
                      <a:pt x="160" y="37"/>
                      <a:pt x="160" y="37"/>
                    </a:cubicBezTo>
                    <a:cubicBezTo>
                      <a:pt x="162" y="37"/>
                      <a:pt x="163" y="37"/>
                      <a:pt x="163" y="37"/>
                    </a:cubicBezTo>
                    <a:cubicBezTo>
                      <a:pt x="163" y="37"/>
                      <a:pt x="164" y="37"/>
                      <a:pt x="164" y="38"/>
                    </a:cubicBezTo>
                    <a:cubicBezTo>
                      <a:pt x="165" y="38"/>
                      <a:pt x="165" y="38"/>
                      <a:pt x="165" y="38"/>
                    </a:cubicBezTo>
                    <a:cubicBezTo>
                      <a:pt x="165" y="39"/>
                      <a:pt x="165" y="39"/>
                      <a:pt x="164" y="39"/>
                    </a:cubicBezTo>
                    <a:cubicBezTo>
                      <a:pt x="154" y="47"/>
                      <a:pt x="154" y="47"/>
                      <a:pt x="154" y="47"/>
                    </a:cubicBezTo>
                    <a:cubicBezTo>
                      <a:pt x="154" y="47"/>
                      <a:pt x="154" y="47"/>
                      <a:pt x="154" y="47"/>
                    </a:cubicBezTo>
                    <a:cubicBezTo>
                      <a:pt x="154" y="47"/>
                      <a:pt x="153" y="47"/>
                      <a:pt x="153" y="47"/>
                    </a:cubicBezTo>
                    <a:cubicBezTo>
                      <a:pt x="153" y="46"/>
                      <a:pt x="153" y="46"/>
                      <a:pt x="153" y="46"/>
                    </a:cubicBezTo>
                    <a:cubicBezTo>
                      <a:pt x="152" y="47"/>
                      <a:pt x="152" y="47"/>
                      <a:pt x="152" y="47"/>
                    </a:cubicBezTo>
                    <a:cubicBezTo>
                      <a:pt x="155" y="50"/>
                      <a:pt x="155" y="50"/>
                      <a:pt x="155" y="50"/>
                    </a:cubicBezTo>
                    <a:close/>
                    <a:moveTo>
                      <a:pt x="174" y="54"/>
                    </a:moveTo>
                    <a:cubicBezTo>
                      <a:pt x="174" y="54"/>
                      <a:pt x="175" y="54"/>
                      <a:pt x="175" y="53"/>
                    </a:cubicBezTo>
                    <a:cubicBezTo>
                      <a:pt x="175" y="53"/>
                      <a:pt x="175" y="53"/>
                      <a:pt x="174" y="53"/>
                    </a:cubicBezTo>
                    <a:cubicBezTo>
                      <a:pt x="174" y="52"/>
                      <a:pt x="174" y="52"/>
                      <a:pt x="174" y="52"/>
                    </a:cubicBezTo>
                    <a:cubicBezTo>
                      <a:pt x="175" y="52"/>
                      <a:pt x="175" y="52"/>
                      <a:pt x="175" y="52"/>
                    </a:cubicBezTo>
                    <a:cubicBezTo>
                      <a:pt x="177" y="55"/>
                      <a:pt x="177" y="55"/>
                      <a:pt x="177" y="55"/>
                    </a:cubicBezTo>
                    <a:cubicBezTo>
                      <a:pt x="176" y="55"/>
                      <a:pt x="176" y="55"/>
                      <a:pt x="176" y="55"/>
                    </a:cubicBezTo>
                    <a:cubicBezTo>
                      <a:pt x="176" y="55"/>
                      <a:pt x="176" y="55"/>
                      <a:pt x="176" y="55"/>
                    </a:cubicBezTo>
                    <a:cubicBezTo>
                      <a:pt x="176" y="55"/>
                      <a:pt x="176" y="55"/>
                      <a:pt x="175" y="55"/>
                    </a:cubicBezTo>
                    <a:cubicBezTo>
                      <a:pt x="175" y="55"/>
                      <a:pt x="175" y="55"/>
                      <a:pt x="174" y="55"/>
                    </a:cubicBezTo>
                    <a:cubicBezTo>
                      <a:pt x="166" y="56"/>
                      <a:pt x="166" y="56"/>
                      <a:pt x="166" y="56"/>
                    </a:cubicBezTo>
                    <a:cubicBezTo>
                      <a:pt x="162" y="58"/>
                      <a:pt x="162" y="58"/>
                      <a:pt x="162" y="58"/>
                    </a:cubicBezTo>
                    <a:cubicBezTo>
                      <a:pt x="162" y="59"/>
                      <a:pt x="162" y="59"/>
                      <a:pt x="162" y="59"/>
                    </a:cubicBezTo>
                    <a:cubicBezTo>
                      <a:pt x="161" y="59"/>
                      <a:pt x="162" y="59"/>
                      <a:pt x="162" y="60"/>
                    </a:cubicBezTo>
                    <a:cubicBezTo>
                      <a:pt x="162" y="60"/>
                      <a:pt x="162" y="60"/>
                      <a:pt x="162" y="60"/>
                    </a:cubicBezTo>
                    <a:cubicBezTo>
                      <a:pt x="162" y="61"/>
                      <a:pt x="162" y="61"/>
                      <a:pt x="162" y="61"/>
                    </a:cubicBezTo>
                    <a:cubicBezTo>
                      <a:pt x="159" y="56"/>
                      <a:pt x="159" y="56"/>
                      <a:pt x="159" y="56"/>
                    </a:cubicBezTo>
                    <a:cubicBezTo>
                      <a:pt x="160" y="56"/>
                      <a:pt x="160" y="56"/>
                      <a:pt x="160" y="56"/>
                    </a:cubicBezTo>
                    <a:cubicBezTo>
                      <a:pt x="160" y="57"/>
                      <a:pt x="160" y="57"/>
                      <a:pt x="160" y="57"/>
                    </a:cubicBezTo>
                    <a:cubicBezTo>
                      <a:pt x="160" y="57"/>
                      <a:pt x="160" y="57"/>
                      <a:pt x="161" y="57"/>
                    </a:cubicBezTo>
                    <a:cubicBezTo>
                      <a:pt x="161" y="57"/>
                      <a:pt x="161" y="57"/>
                      <a:pt x="161" y="57"/>
                    </a:cubicBezTo>
                    <a:cubicBezTo>
                      <a:pt x="165" y="55"/>
                      <a:pt x="165" y="55"/>
                      <a:pt x="165" y="55"/>
                    </a:cubicBezTo>
                    <a:cubicBezTo>
                      <a:pt x="171" y="48"/>
                      <a:pt x="171" y="48"/>
                      <a:pt x="171" y="48"/>
                    </a:cubicBezTo>
                    <a:cubicBezTo>
                      <a:pt x="171" y="48"/>
                      <a:pt x="171" y="48"/>
                      <a:pt x="171" y="47"/>
                    </a:cubicBezTo>
                    <a:cubicBezTo>
                      <a:pt x="171" y="47"/>
                      <a:pt x="171" y="47"/>
                      <a:pt x="171" y="47"/>
                    </a:cubicBezTo>
                    <a:cubicBezTo>
                      <a:pt x="171" y="46"/>
                      <a:pt x="171" y="46"/>
                      <a:pt x="171" y="46"/>
                    </a:cubicBezTo>
                    <a:cubicBezTo>
                      <a:pt x="171" y="46"/>
                      <a:pt x="171" y="46"/>
                      <a:pt x="171" y="46"/>
                    </a:cubicBezTo>
                    <a:cubicBezTo>
                      <a:pt x="173" y="50"/>
                      <a:pt x="173" y="50"/>
                      <a:pt x="173" y="50"/>
                    </a:cubicBezTo>
                    <a:cubicBezTo>
                      <a:pt x="173" y="50"/>
                      <a:pt x="173" y="50"/>
                      <a:pt x="173" y="50"/>
                    </a:cubicBezTo>
                    <a:cubicBezTo>
                      <a:pt x="173" y="49"/>
                      <a:pt x="173" y="49"/>
                      <a:pt x="173" y="49"/>
                    </a:cubicBezTo>
                    <a:cubicBezTo>
                      <a:pt x="172" y="49"/>
                      <a:pt x="172" y="49"/>
                      <a:pt x="172" y="49"/>
                    </a:cubicBezTo>
                    <a:cubicBezTo>
                      <a:pt x="172" y="49"/>
                      <a:pt x="172" y="49"/>
                      <a:pt x="171" y="49"/>
                    </a:cubicBezTo>
                    <a:cubicBezTo>
                      <a:pt x="167" y="55"/>
                      <a:pt x="167" y="55"/>
                      <a:pt x="167" y="55"/>
                    </a:cubicBezTo>
                    <a:cubicBezTo>
                      <a:pt x="167" y="55"/>
                      <a:pt x="167" y="55"/>
                      <a:pt x="167" y="55"/>
                    </a:cubicBezTo>
                    <a:lnTo>
                      <a:pt x="174" y="54"/>
                    </a:lnTo>
                    <a:close/>
                  </a:path>
                </a:pathLst>
              </a:custGeom>
              <a:solidFill>
                <a:srgbClr val="FFFFFF"/>
              </a:solidFill>
              <a:ln w="3175" cap="flat">
                <a:solidFill>
                  <a:srgbClr val="FFFFFF"/>
                </a:solidFill>
                <a:prstDash val="solid"/>
                <a:miter lim="800000"/>
              </a:ln>
            </p:spPr>
            <p:txBody>
              <a:bodyPr anchor="ctr"/>
              <a:lstStyle/>
              <a:p>
                <a:pPr algn="ctr"/>
                <a:endParaRPr/>
              </a:p>
            </p:txBody>
          </p:sp>
          <p:sp>
            <p:nvSpPr>
              <p:cNvPr id="278" name="ïśľíḓé"/>
              <p:cNvSpPr/>
              <p:nvPr/>
            </p:nvSpPr>
            <p:spPr bwMode="auto">
              <a:xfrm>
                <a:off x="3667126" y="3184525"/>
                <a:ext cx="492125" cy="496888"/>
              </a:xfrm>
              <a:custGeom>
                <a:avLst/>
                <a:gdLst>
                  <a:gd name="T0" fmla="*/ 74 w 149"/>
                  <a:gd name="T1" fmla="*/ 0 h 149"/>
                  <a:gd name="T2" fmla="*/ 149 w 149"/>
                  <a:gd name="T3" fmla="*/ 74 h 149"/>
                  <a:gd name="T4" fmla="*/ 74 w 149"/>
                  <a:gd name="T5" fmla="*/ 149 h 149"/>
                  <a:gd name="T6" fmla="*/ 0 w 149"/>
                  <a:gd name="T7" fmla="*/ 74 h 149"/>
                  <a:gd name="T8" fmla="*/ 74 w 149"/>
                  <a:gd name="T9" fmla="*/ 0 h 149"/>
                  <a:gd name="T10" fmla="*/ 74 w 149"/>
                  <a:gd name="T11" fmla="*/ 2 h 149"/>
                  <a:gd name="T12" fmla="*/ 2 w 149"/>
                  <a:gd name="T13" fmla="*/ 74 h 149"/>
                  <a:gd name="T14" fmla="*/ 74 w 149"/>
                  <a:gd name="T15" fmla="*/ 146 h 149"/>
                  <a:gd name="T16" fmla="*/ 146 w 149"/>
                  <a:gd name="T17" fmla="*/ 74 h 149"/>
                  <a:gd name="T18" fmla="*/ 74 w 149"/>
                  <a:gd name="T19" fmla="*/ 2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49" h="149">
                    <a:moveTo>
                      <a:pt x="74" y="0"/>
                    </a:moveTo>
                    <a:cubicBezTo>
                      <a:pt x="115" y="0"/>
                      <a:pt x="149" y="33"/>
                      <a:pt x="149" y="74"/>
                    </a:cubicBezTo>
                    <a:cubicBezTo>
                      <a:pt x="149" y="115"/>
                      <a:pt x="115" y="149"/>
                      <a:pt x="74" y="149"/>
                    </a:cubicBezTo>
                    <a:cubicBezTo>
                      <a:pt x="33" y="149"/>
                      <a:pt x="0" y="115"/>
                      <a:pt x="0" y="74"/>
                    </a:cubicBezTo>
                    <a:cubicBezTo>
                      <a:pt x="0" y="33"/>
                      <a:pt x="33" y="0"/>
                      <a:pt x="74" y="0"/>
                    </a:cubicBezTo>
                    <a:close/>
                    <a:moveTo>
                      <a:pt x="74" y="2"/>
                    </a:moveTo>
                    <a:cubicBezTo>
                      <a:pt x="35" y="2"/>
                      <a:pt x="2" y="34"/>
                      <a:pt x="2" y="74"/>
                    </a:cubicBezTo>
                    <a:cubicBezTo>
                      <a:pt x="2" y="114"/>
                      <a:pt x="35" y="146"/>
                      <a:pt x="74" y="146"/>
                    </a:cubicBezTo>
                    <a:cubicBezTo>
                      <a:pt x="114" y="146"/>
                      <a:pt x="146" y="114"/>
                      <a:pt x="146" y="74"/>
                    </a:cubicBezTo>
                    <a:cubicBezTo>
                      <a:pt x="146" y="34"/>
                      <a:pt x="114" y="2"/>
                      <a:pt x="74" y="2"/>
                    </a:cubicBezTo>
                    <a:close/>
                  </a:path>
                </a:pathLst>
              </a:custGeom>
              <a:solidFill>
                <a:srgbClr val="00523A"/>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9" name="ïslíḍê"/>
              <p:cNvSpPr/>
              <p:nvPr/>
            </p:nvSpPr>
            <p:spPr bwMode="auto">
              <a:xfrm>
                <a:off x="3775076" y="3248025"/>
                <a:ext cx="274638" cy="146050"/>
              </a:xfrm>
              <a:custGeom>
                <a:avLst/>
                <a:gdLst>
                  <a:gd name="T0" fmla="*/ 10 w 83"/>
                  <a:gd name="T1" fmla="*/ 43 h 44"/>
                  <a:gd name="T2" fmla="*/ 18 w 83"/>
                  <a:gd name="T3" fmla="*/ 39 h 44"/>
                  <a:gd name="T4" fmla="*/ 67 w 83"/>
                  <a:gd name="T5" fmla="*/ 39 h 44"/>
                  <a:gd name="T6" fmla="*/ 73 w 83"/>
                  <a:gd name="T7" fmla="*/ 42 h 44"/>
                  <a:gd name="T8" fmla="*/ 76 w 83"/>
                  <a:gd name="T9" fmla="*/ 43 h 44"/>
                  <a:gd name="T10" fmla="*/ 83 w 83"/>
                  <a:gd name="T11" fmla="*/ 35 h 44"/>
                  <a:gd name="T12" fmla="*/ 76 w 83"/>
                  <a:gd name="T13" fmla="*/ 37 h 44"/>
                  <a:gd name="T14" fmla="*/ 69 w 83"/>
                  <a:gd name="T15" fmla="*/ 33 h 44"/>
                  <a:gd name="T16" fmla="*/ 70 w 83"/>
                  <a:gd name="T17" fmla="*/ 26 h 44"/>
                  <a:gd name="T18" fmla="*/ 64 w 83"/>
                  <a:gd name="T19" fmla="*/ 30 h 44"/>
                  <a:gd name="T20" fmla="*/ 59 w 83"/>
                  <a:gd name="T21" fmla="*/ 31 h 44"/>
                  <a:gd name="T22" fmla="*/ 56 w 83"/>
                  <a:gd name="T23" fmla="*/ 29 h 44"/>
                  <a:gd name="T24" fmla="*/ 56 w 83"/>
                  <a:gd name="T25" fmla="*/ 24 h 44"/>
                  <a:gd name="T26" fmla="*/ 58 w 83"/>
                  <a:gd name="T27" fmla="*/ 23 h 44"/>
                  <a:gd name="T28" fmla="*/ 58 w 83"/>
                  <a:gd name="T29" fmla="*/ 19 h 44"/>
                  <a:gd name="T30" fmla="*/ 54 w 83"/>
                  <a:gd name="T31" fmla="*/ 19 h 44"/>
                  <a:gd name="T32" fmla="*/ 53 w 83"/>
                  <a:gd name="T33" fmla="*/ 21 h 44"/>
                  <a:gd name="T34" fmla="*/ 44 w 83"/>
                  <a:gd name="T35" fmla="*/ 21 h 44"/>
                  <a:gd name="T36" fmla="*/ 43 w 83"/>
                  <a:gd name="T37" fmla="*/ 18 h 44"/>
                  <a:gd name="T38" fmla="*/ 44 w 83"/>
                  <a:gd name="T39" fmla="*/ 13 h 44"/>
                  <a:gd name="T40" fmla="*/ 43 w 83"/>
                  <a:gd name="T41" fmla="*/ 8 h 44"/>
                  <a:gd name="T42" fmla="*/ 43 w 83"/>
                  <a:gd name="T43" fmla="*/ 6 h 44"/>
                  <a:gd name="T44" fmla="*/ 43 w 83"/>
                  <a:gd name="T45" fmla="*/ 2 h 44"/>
                  <a:gd name="T46" fmla="*/ 43 w 83"/>
                  <a:gd name="T47" fmla="*/ 0 h 44"/>
                  <a:gd name="T48" fmla="*/ 40 w 83"/>
                  <a:gd name="T49" fmla="*/ 0 h 44"/>
                  <a:gd name="T50" fmla="*/ 39 w 83"/>
                  <a:gd name="T51" fmla="*/ 2 h 44"/>
                  <a:gd name="T52" fmla="*/ 39 w 83"/>
                  <a:gd name="T53" fmla="*/ 6 h 44"/>
                  <a:gd name="T54" fmla="*/ 39 w 83"/>
                  <a:gd name="T55" fmla="*/ 8 h 44"/>
                  <a:gd name="T56" fmla="*/ 38 w 83"/>
                  <a:gd name="T57" fmla="*/ 13 h 44"/>
                  <a:gd name="T58" fmla="*/ 38 w 83"/>
                  <a:gd name="T59" fmla="*/ 18 h 44"/>
                  <a:gd name="T60" fmla="*/ 38 w 83"/>
                  <a:gd name="T61" fmla="*/ 21 h 44"/>
                  <a:gd name="T62" fmla="*/ 30 w 83"/>
                  <a:gd name="T63" fmla="*/ 21 h 44"/>
                  <a:gd name="T64" fmla="*/ 29 w 83"/>
                  <a:gd name="T65" fmla="*/ 19 h 44"/>
                  <a:gd name="T66" fmla="*/ 25 w 83"/>
                  <a:gd name="T67" fmla="*/ 19 h 44"/>
                  <a:gd name="T68" fmla="*/ 25 w 83"/>
                  <a:gd name="T69" fmla="*/ 23 h 44"/>
                  <a:gd name="T70" fmla="*/ 26 w 83"/>
                  <a:gd name="T71" fmla="*/ 24 h 44"/>
                  <a:gd name="T72" fmla="*/ 27 w 83"/>
                  <a:gd name="T73" fmla="*/ 29 h 44"/>
                  <a:gd name="T74" fmla="*/ 22 w 83"/>
                  <a:gd name="T75" fmla="*/ 31 h 44"/>
                  <a:gd name="T76" fmla="*/ 13 w 83"/>
                  <a:gd name="T77" fmla="*/ 26 h 44"/>
                  <a:gd name="T78" fmla="*/ 13 w 83"/>
                  <a:gd name="T79" fmla="*/ 35 h 44"/>
                  <a:gd name="T80" fmla="*/ 7 w 83"/>
                  <a:gd name="T81" fmla="*/ 37 h 44"/>
                  <a:gd name="T82" fmla="*/ 0 w 83"/>
                  <a:gd name="T83" fmla="*/ 34 h 44"/>
                  <a:gd name="T84" fmla="*/ 5 w 83"/>
                  <a:gd name="T85" fmla="*/ 42 h 44"/>
                  <a:gd name="T86" fmla="*/ 10 w 83"/>
                  <a:gd name="T87" fmla="*/ 43 h 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83" h="44">
                    <a:moveTo>
                      <a:pt x="10" y="43"/>
                    </a:moveTo>
                    <a:cubicBezTo>
                      <a:pt x="18" y="39"/>
                      <a:pt x="18" y="39"/>
                      <a:pt x="18" y="39"/>
                    </a:cubicBezTo>
                    <a:cubicBezTo>
                      <a:pt x="67" y="39"/>
                      <a:pt x="67" y="39"/>
                      <a:pt x="67" y="39"/>
                    </a:cubicBezTo>
                    <a:cubicBezTo>
                      <a:pt x="73" y="42"/>
                      <a:pt x="73" y="42"/>
                      <a:pt x="73" y="42"/>
                    </a:cubicBezTo>
                    <a:cubicBezTo>
                      <a:pt x="74" y="43"/>
                      <a:pt x="75" y="43"/>
                      <a:pt x="76" y="43"/>
                    </a:cubicBezTo>
                    <a:cubicBezTo>
                      <a:pt x="80" y="42"/>
                      <a:pt x="83" y="35"/>
                      <a:pt x="83" y="35"/>
                    </a:cubicBezTo>
                    <a:cubicBezTo>
                      <a:pt x="83" y="35"/>
                      <a:pt x="79" y="38"/>
                      <a:pt x="76" y="37"/>
                    </a:cubicBezTo>
                    <a:cubicBezTo>
                      <a:pt x="73" y="37"/>
                      <a:pt x="69" y="36"/>
                      <a:pt x="69" y="33"/>
                    </a:cubicBezTo>
                    <a:cubicBezTo>
                      <a:pt x="69" y="30"/>
                      <a:pt x="70" y="27"/>
                      <a:pt x="70" y="26"/>
                    </a:cubicBezTo>
                    <a:cubicBezTo>
                      <a:pt x="70" y="26"/>
                      <a:pt x="67" y="29"/>
                      <a:pt x="64" y="30"/>
                    </a:cubicBezTo>
                    <a:cubicBezTo>
                      <a:pt x="61" y="32"/>
                      <a:pt x="60" y="31"/>
                      <a:pt x="59" y="31"/>
                    </a:cubicBezTo>
                    <a:cubicBezTo>
                      <a:pt x="57" y="30"/>
                      <a:pt x="56" y="29"/>
                      <a:pt x="56" y="29"/>
                    </a:cubicBezTo>
                    <a:cubicBezTo>
                      <a:pt x="56" y="24"/>
                      <a:pt x="56" y="24"/>
                      <a:pt x="56" y="24"/>
                    </a:cubicBezTo>
                    <a:cubicBezTo>
                      <a:pt x="58" y="23"/>
                      <a:pt x="58" y="23"/>
                      <a:pt x="58" y="23"/>
                    </a:cubicBezTo>
                    <a:cubicBezTo>
                      <a:pt x="58" y="19"/>
                      <a:pt x="58" y="19"/>
                      <a:pt x="58" y="19"/>
                    </a:cubicBezTo>
                    <a:cubicBezTo>
                      <a:pt x="54" y="19"/>
                      <a:pt x="54" y="19"/>
                      <a:pt x="54" y="19"/>
                    </a:cubicBezTo>
                    <a:cubicBezTo>
                      <a:pt x="54" y="19"/>
                      <a:pt x="54" y="21"/>
                      <a:pt x="53" y="21"/>
                    </a:cubicBezTo>
                    <a:cubicBezTo>
                      <a:pt x="52" y="21"/>
                      <a:pt x="44" y="21"/>
                      <a:pt x="44" y="21"/>
                    </a:cubicBezTo>
                    <a:cubicBezTo>
                      <a:pt x="44" y="21"/>
                      <a:pt x="43" y="20"/>
                      <a:pt x="43" y="18"/>
                    </a:cubicBezTo>
                    <a:cubicBezTo>
                      <a:pt x="44" y="17"/>
                      <a:pt x="44" y="17"/>
                      <a:pt x="44" y="13"/>
                    </a:cubicBezTo>
                    <a:cubicBezTo>
                      <a:pt x="44" y="10"/>
                      <a:pt x="44" y="9"/>
                      <a:pt x="43" y="8"/>
                    </a:cubicBezTo>
                    <a:cubicBezTo>
                      <a:pt x="43" y="7"/>
                      <a:pt x="42" y="7"/>
                      <a:pt x="43" y="6"/>
                    </a:cubicBezTo>
                    <a:cubicBezTo>
                      <a:pt x="44" y="5"/>
                      <a:pt x="44" y="4"/>
                      <a:pt x="43" y="2"/>
                    </a:cubicBezTo>
                    <a:cubicBezTo>
                      <a:pt x="42" y="1"/>
                      <a:pt x="43" y="2"/>
                      <a:pt x="43" y="0"/>
                    </a:cubicBezTo>
                    <a:cubicBezTo>
                      <a:pt x="40" y="0"/>
                      <a:pt x="40" y="0"/>
                      <a:pt x="40" y="0"/>
                    </a:cubicBezTo>
                    <a:cubicBezTo>
                      <a:pt x="39" y="0"/>
                      <a:pt x="40" y="1"/>
                      <a:pt x="39" y="2"/>
                    </a:cubicBezTo>
                    <a:cubicBezTo>
                      <a:pt x="38" y="3"/>
                      <a:pt x="38" y="5"/>
                      <a:pt x="39" y="6"/>
                    </a:cubicBezTo>
                    <a:cubicBezTo>
                      <a:pt x="39" y="7"/>
                      <a:pt x="40" y="7"/>
                      <a:pt x="39" y="8"/>
                    </a:cubicBezTo>
                    <a:cubicBezTo>
                      <a:pt x="38" y="9"/>
                      <a:pt x="38" y="10"/>
                      <a:pt x="38" y="13"/>
                    </a:cubicBezTo>
                    <a:cubicBezTo>
                      <a:pt x="38" y="16"/>
                      <a:pt x="38" y="17"/>
                      <a:pt x="38" y="18"/>
                    </a:cubicBezTo>
                    <a:cubicBezTo>
                      <a:pt x="39" y="20"/>
                      <a:pt x="38" y="21"/>
                      <a:pt x="38" y="21"/>
                    </a:cubicBezTo>
                    <a:cubicBezTo>
                      <a:pt x="37" y="21"/>
                      <a:pt x="30" y="21"/>
                      <a:pt x="30" y="21"/>
                    </a:cubicBezTo>
                    <a:cubicBezTo>
                      <a:pt x="30" y="21"/>
                      <a:pt x="29" y="20"/>
                      <a:pt x="29" y="19"/>
                    </a:cubicBezTo>
                    <a:cubicBezTo>
                      <a:pt x="25" y="19"/>
                      <a:pt x="25" y="19"/>
                      <a:pt x="25" y="19"/>
                    </a:cubicBezTo>
                    <a:cubicBezTo>
                      <a:pt x="25" y="23"/>
                      <a:pt x="25" y="23"/>
                      <a:pt x="25" y="23"/>
                    </a:cubicBezTo>
                    <a:cubicBezTo>
                      <a:pt x="26" y="24"/>
                      <a:pt x="26" y="24"/>
                      <a:pt x="26" y="24"/>
                    </a:cubicBezTo>
                    <a:cubicBezTo>
                      <a:pt x="27" y="29"/>
                      <a:pt x="27" y="29"/>
                      <a:pt x="27" y="29"/>
                    </a:cubicBezTo>
                    <a:cubicBezTo>
                      <a:pt x="27" y="29"/>
                      <a:pt x="24" y="31"/>
                      <a:pt x="22" y="31"/>
                    </a:cubicBezTo>
                    <a:cubicBezTo>
                      <a:pt x="19" y="31"/>
                      <a:pt x="13" y="26"/>
                      <a:pt x="13" y="26"/>
                    </a:cubicBezTo>
                    <a:cubicBezTo>
                      <a:pt x="13" y="26"/>
                      <a:pt x="14" y="33"/>
                      <a:pt x="13" y="35"/>
                    </a:cubicBezTo>
                    <a:cubicBezTo>
                      <a:pt x="13" y="37"/>
                      <a:pt x="10" y="37"/>
                      <a:pt x="7" y="37"/>
                    </a:cubicBezTo>
                    <a:cubicBezTo>
                      <a:pt x="4" y="37"/>
                      <a:pt x="0" y="35"/>
                      <a:pt x="0" y="34"/>
                    </a:cubicBezTo>
                    <a:cubicBezTo>
                      <a:pt x="0" y="34"/>
                      <a:pt x="3" y="40"/>
                      <a:pt x="5" y="42"/>
                    </a:cubicBezTo>
                    <a:cubicBezTo>
                      <a:pt x="7" y="44"/>
                      <a:pt x="10" y="43"/>
                      <a:pt x="10" y="43"/>
                    </a:cubicBez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80" name="íṡļïdê"/>
              <p:cNvSpPr/>
              <p:nvPr/>
            </p:nvSpPr>
            <p:spPr bwMode="auto">
              <a:xfrm>
                <a:off x="3614738" y="3370263"/>
                <a:ext cx="596900" cy="241300"/>
              </a:xfrm>
              <a:custGeom>
                <a:avLst/>
                <a:gdLst>
                  <a:gd name="T0" fmla="*/ 58 w 181"/>
                  <a:gd name="T1" fmla="*/ 72 h 72"/>
                  <a:gd name="T2" fmla="*/ 8 w 181"/>
                  <a:gd name="T3" fmla="*/ 72 h 72"/>
                  <a:gd name="T4" fmla="*/ 3 w 181"/>
                  <a:gd name="T5" fmla="*/ 63 h 72"/>
                  <a:gd name="T6" fmla="*/ 6 w 181"/>
                  <a:gd name="T7" fmla="*/ 63 h 72"/>
                  <a:gd name="T8" fmla="*/ 11 w 181"/>
                  <a:gd name="T9" fmla="*/ 55 h 72"/>
                  <a:gd name="T10" fmla="*/ 14 w 181"/>
                  <a:gd name="T11" fmla="*/ 55 h 72"/>
                  <a:gd name="T12" fmla="*/ 14 w 181"/>
                  <a:gd name="T13" fmla="*/ 29 h 72"/>
                  <a:gd name="T14" fmla="*/ 0 w 181"/>
                  <a:gd name="T15" fmla="*/ 4 h 72"/>
                  <a:gd name="T16" fmla="*/ 30 w 181"/>
                  <a:gd name="T17" fmla="*/ 0 h 72"/>
                  <a:gd name="T18" fmla="*/ 58 w 181"/>
                  <a:gd name="T19" fmla="*/ 8 h 72"/>
                  <a:gd name="T20" fmla="*/ 51 w 181"/>
                  <a:gd name="T21" fmla="*/ 25 h 72"/>
                  <a:gd name="T22" fmla="*/ 131 w 181"/>
                  <a:gd name="T23" fmla="*/ 25 h 72"/>
                  <a:gd name="T24" fmla="*/ 122 w 181"/>
                  <a:gd name="T25" fmla="*/ 8 h 72"/>
                  <a:gd name="T26" fmla="*/ 150 w 181"/>
                  <a:gd name="T27" fmla="*/ 0 h 72"/>
                  <a:gd name="T28" fmla="*/ 181 w 181"/>
                  <a:gd name="T29" fmla="*/ 5 h 72"/>
                  <a:gd name="T30" fmla="*/ 166 w 181"/>
                  <a:gd name="T31" fmla="*/ 28 h 72"/>
                  <a:gd name="T32" fmla="*/ 166 w 181"/>
                  <a:gd name="T33" fmla="*/ 55 h 72"/>
                  <a:gd name="T34" fmla="*/ 171 w 181"/>
                  <a:gd name="T35" fmla="*/ 55 h 72"/>
                  <a:gd name="T36" fmla="*/ 178 w 181"/>
                  <a:gd name="T37" fmla="*/ 65 h 72"/>
                  <a:gd name="T38" fmla="*/ 174 w 181"/>
                  <a:gd name="T39" fmla="*/ 72 h 72"/>
                  <a:gd name="T40" fmla="*/ 58 w 181"/>
                  <a:gd name="T41" fmla="*/ 72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1" h="72">
                    <a:moveTo>
                      <a:pt x="58" y="72"/>
                    </a:moveTo>
                    <a:cubicBezTo>
                      <a:pt x="8" y="72"/>
                      <a:pt x="8" y="72"/>
                      <a:pt x="8" y="72"/>
                    </a:cubicBezTo>
                    <a:cubicBezTo>
                      <a:pt x="3" y="63"/>
                      <a:pt x="3" y="63"/>
                      <a:pt x="3" y="63"/>
                    </a:cubicBezTo>
                    <a:cubicBezTo>
                      <a:pt x="6" y="63"/>
                      <a:pt x="6" y="63"/>
                      <a:pt x="6" y="63"/>
                    </a:cubicBezTo>
                    <a:cubicBezTo>
                      <a:pt x="7" y="61"/>
                      <a:pt x="10" y="57"/>
                      <a:pt x="11" y="55"/>
                    </a:cubicBezTo>
                    <a:cubicBezTo>
                      <a:pt x="12" y="55"/>
                      <a:pt x="13" y="55"/>
                      <a:pt x="14" y="55"/>
                    </a:cubicBezTo>
                    <a:cubicBezTo>
                      <a:pt x="14" y="45"/>
                      <a:pt x="14" y="39"/>
                      <a:pt x="14" y="29"/>
                    </a:cubicBezTo>
                    <a:cubicBezTo>
                      <a:pt x="6" y="25"/>
                      <a:pt x="0" y="19"/>
                      <a:pt x="0" y="4"/>
                    </a:cubicBezTo>
                    <a:cubicBezTo>
                      <a:pt x="13" y="19"/>
                      <a:pt x="25" y="20"/>
                      <a:pt x="30" y="0"/>
                    </a:cubicBezTo>
                    <a:cubicBezTo>
                      <a:pt x="40" y="22"/>
                      <a:pt x="50" y="16"/>
                      <a:pt x="58" y="8"/>
                    </a:cubicBezTo>
                    <a:cubicBezTo>
                      <a:pt x="59" y="17"/>
                      <a:pt x="51" y="24"/>
                      <a:pt x="51" y="25"/>
                    </a:cubicBezTo>
                    <a:cubicBezTo>
                      <a:pt x="131" y="25"/>
                      <a:pt x="131" y="25"/>
                      <a:pt x="131" y="25"/>
                    </a:cubicBezTo>
                    <a:cubicBezTo>
                      <a:pt x="128" y="21"/>
                      <a:pt x="123" y="15"/>
                      <a:pt x="122" y="8"/>
                    </a:cubicBezTo>
                    <a:cubicBezTo>
                      <a:pt x="131" y="18"/>
                      <a:pt x="141" y="23"/>
                      <a:pt x="150" y="0"/>
                    </a:cubicBezTo>
                    <a:cubicBezTo>
                      <a:pt x="160" y="23"/>
                      <a:pt x="169" y="16"/>
                      <a:pt x="181" y="5"/>
                    </a:cubicBezTo>
                    <a:cubicBezTo>
                      <a:pt x="178" y="23"/>
                      <a:pt x="174" y="23"/>
                      <a:pt x="166" y="28"/>
                    </a:cubicBezTo>
                    <a:cubicBezTo>
                      <a:pt x="166" y="38"/>
                      <a:pt x="166" y="45"/>
                      <a:pt x="166" y="55"/>
                    </a:cubicBezTo>
                    <a:cubicBezTo>
                      <a:pt x="168" y="55"/>
                      <a:pt x="169" y="55"/>
                      <a:pt x="171" y="55"/>
                    </a:cubicBezTo>
                    <a:cubicBezTo>
                      <a:pt x="178" y="65"/>
                      <a:pt x="178" y="65"/>
                      <a:pt x="178" y="65"/>
                    </a:cubicBezTo>
                    <a:cubicBezTo>
                      <a:pt x="174" y="72"/>
                      <a:pt x="174" y="72"/>
                      <a:pt x="174" y="72"/>
                    </a:cubicBezTo>
                    <a:lnTo>
                      <a:pt x="58" y="72"/>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81" name="iş1ïďe"/>
              <p:cNvSpPr/>
              <p:nvPr/>
            </p:nvSpPr>
            <p:spPr bwMode="auto">
              <a:xfrm>
                <a:off x="3624263" y="3381375"/>
                <a:ext cx="577850" cy="200025"/>
              </a:xfrm>
              <a:custGeom>
                <a:avLst/>
                <a:gdLst>
                  <a:gd name="T0" fmla="*/ 130 w 175"/>
                  <a:gd name="T1" fmla="*/ 51 h 60"/>
                  <a:gd name="T2" fmla="*/ 130 w 175"/>
                  <a:gd name="T3" fmla="*/ 50 h 60"/>
                  <a:gd name="T4" fmla="*/ 48 w 175"/>
                  <a:gd name="T5" fmla="*/ 50 h 60"/>
                  <a:gd name="T6" fmla="*/ 48 w 175"/>
                  <a:gd name="T7" fmla="*/ 51 h 60"/>
                  <a:gd name="T8" fmla="*/ 52 w 175"/>
                  <a:gd name="T9" fmla="*/ 51 h 60"/>
                  <a:gd name="T10" fmla="*/ 48 w 175"/>
                  <a:gd name="T11" fmla="*/ 60 h 60"/>
                  <a:gd name="T12" fmla="*/ 7 w 175"/>
                  <a:gd name="T13" fmla="*/ 60 h 60"/>
                  <a:gd name="T14" fmla="*/ 10 w 175"/>
                  <a:gd name="T15" fmla="*/ 54 h 60"/>
                  <a:gd name="T16" fmla="*/ 14 w 175"/>
                  <a:gd name="T17" fmla="*/ 54 h 60"/>
                  <a:gd name="T18" fmla="*/ 13 w 175"/>
                  <a:gd name="T19" fmla="*/ 25 h 60"/>
                  <a:gd name="T20" fmla="*/ 0 w 175"/>
                  <a:gd name="T21" fmla="*/ 7 h 60"/>
                  <a:gd name="T22" fmla="*/ 28 w 175"/>
                  <a:gd name="T23" fmla="*/ 0 h 60"/>
                  <a:gd name="T24" fmla="*/ 55 w 175"/>
                  <a:gd name="T25" fmla="*/ 7 h 60"/>
                  <a:gd name="T26" fmla="*/ 48 w 175"/>
                  <a:gd name="T27" fmla="*/ 22 h 60"/>
                  <a:gd name="T28" fmla="*/ 127 w 175"/>
                  <a:gd name="T29" fmla="*/ 22 h 60"/>
                  <a:gd name="T30" fmla="*/ 119 w 175"/>
                  <a:gd name="T31" fmla="*/ 7 h 60"/>
                  <a:gd name="T32" fmla="*/ 147 w 175"/>
                  <a:gd name="T33" fmla="*/ 0 h 60"/>
                  <a:gd name="T34" fmla="*/ 175 w 175"/>
                  <a:gd name="T35" fmla="*/ 7 h 60"/>
                  <a:gd name="T36" fmla="*/ 161 w 175"/>
                  <a:gd name="T37" fmla="*/ 24 h 60"/>
                  <a:gd name="T38" fmla="*/ 161 w 175"/>
                  <a:gd name="T39" fmla="*/ 53 h 60"/>
                  <a:gd name="T40" fmla="*/ 165 w 175"/>
                  <a:gd name="T41" fmla="*/ 53 h 60"/>
                  <a:gd name="T42" fmla="*/ 169 w 175"/>
                  <a:gd name="T43" fmla="*/ 60 h 60"/>
                  <a:gd name="T44" fmla="*/ 128 w 175"/>
                  <a:gd name="T45" fmla="*/ 60 h 60"/>
                  <a:gd name="T46" fmla="*/ 124 w 175"/>
                  <a:gd name="T47" fmla="*/ 51 h 60"/>
                  <a:gd name="T48" fmla="*/ 130 w 175"/>
                  <a:gd name="T49" fmla="*/ 51 h 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75" h="60">
                    <a:moveTo>
                      <a:pt x="130" y="51"/>
                    </a:moveTo>
                    <a:cubicBezTo>
                      <a:pt x="130" y="50"/>
                      <a:pt x="130" y="50"/>
                      <a:pt x="130" y="50"/>
                    </a:cubicBezTo>
                    <a:cubicBezTo>
                      <a:pt x="48" y="50"/>
                      <a:pt x="48" y="50"/>
                      <a:pt x="48" y="50"/>
                    </a:cubicBezTo>
                    <a:cubicBezTo>
                      <a:pt x="48" y="51"/>
                      <a:pt x="48" y="51"/>
                      <a:pt x="48" y="51"/>
                    </a:cubicBezTo>
                    <a:cubicBezTo>
                      <a:pt x="52" y="51"/>
                      <a:pt x="52" y="51"/>
                      <a:pt x="52" y="51"/>
                    </a:cubicBezTo>
                    <a:cubicBezTo>
                      <a:pt x="48" y="60"/>
                      <a:pt x="48" y="60"/>
                      <a:pt x="48" y="60"/>
                    </a:cubicBezTo>
                    <a:cubicBezTo>
                      <a:pt x="34" y="60"/>
                      <a:pt x="20" y="60"/>
                      <a:pt x="7" y="60"/>
                    </a:cubicBezTo>
                    <a:cubicBezTo>
                      <a:pt x="8" y="58"/>
                      <a:pt x="9" y="56"/>
                      <a:pt x="10" y="54"/>
                    </a:cubicBezTo>
                    <a:cubicBezTo>
                      <a:pt x="11" y="54"/>
                      <a:pt x="12" y="54"/>
                      <a:pt x="14" y="54"/>
                    </a:cubicBezTo>
                    <a:cubicBezTo>
                      <a:pt x="14" y="44"/>
                      <a:pt x="13" y="34"/>
                      <a:pt x="13" y="25"/>
                    </a:cubicBezTo>
                    <a:cubicBezTo>
                      <a:pt x="5" y="20"/>
                      <a:pt x="1" y="14"/>
                      <a:pt x="0" y="7"/>
                    </a:cubicBezTo>
                    <a:cubicBezTo>
                      <a:pt x="12" y="18"/>
                      <a:pt x="22" y="17"/>
                      <a:pt x="28" y="0"/>
                    </a:cubicBezTo>
                    <a:cubicBezTo>
                      <a:pt x="37" y="22"/>
                      <a:pt x="47" y="15"/>
                      <a:pt x="55" y="7"/>
                    </a:cubicBezTo>
                    <a:cubicBezTo>
                      <a:pt x="55" y="14"/>
                      <a:pt x="50" y="17"/>
                      <a:pt x="48" y="22"/>
                    </a:cubicBezTo>
                    <a:cubicBezTo>
                      <a:pt x="127" y="22"/>
                      <a:pt x="127" y="22"/>
                      <a:pt x="127" y="22"/>
                    </a:cubicBezTo>
                    <a:cubicBezTo>
                      <a:pt x="125" y="18"/>
                      <a:pt x="120" y="14"/>
                      <a:pt x="119" y="7"/>
                    </a:cubicBezTo>
                    <a:cubicBezTo>
                      <a:pt x="127" y="15"/>
                      <a:pt x="137" y="22"/>
                      <a:pt x="147" y="0"/>
                    </a:cubicBezTo>
                    <a:cubicBezTo>
                      <a:pt x="153" y="17"/>
                      <a:pt x="163" y="18"/>
                      <a:pt x="175" y="7"/>
                    </a:cubicBezTo>
                    <a:cubicBezTo>
                      <a:pt x="173" y="14"/>
                      <a:pt x="169" y="19"/>
                      <a:pt x="161" y="24"/>
                    </a:cubicBezTo>
                    <a:cubicBezTo>
                      <a:pt x="161" y="34"/>
                      <a:pt x="161" y="44"/>
                      <a:pt x="161" y="53"/>
                    </a:cubicBezTo>
                    <a:cubicBezTo>
                      <a:pt x="162" y="53"/>
                      <a:pt x="164" y="53"/>
                      <a:pt x="165" y="53"/>
                    </a:cubicBezTo>
                    <a:cubicBezTo>
                      <a:pt x="166" y="55"/>
                      <a:pt x="167" y="58"/>
                      <a:pt x="169" y="60"/>
                    </a:cubicBezTo>
                    <a:cubicBezTo>
                      <a:pt x="155" y="60"/>
                      <a:pt x="142" y="60"/>
                      <a:pt x="128" y="60"/>
                    </a:cubicBezTo>
                    <a:cubicBezTo>
                      <a:pt x="124" y="51"/>
                      <a:pt x="124" y="51"/>
                      <a:pt x="124" y="51"/>
                    </a:cubicBezTo>
                    <a:lnTo>
                      <a:pt x="130" y="51"/>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82" name="ïṩḷíḍé"/>
              <p:cNvSpPr/>
              <p:nvPr/>
            </p:nvSpPr>
            <p:spPr bwMode="auto">
              <a:xfrm>
                <a:off x="4065588"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3" name="ïśľíḍè"/>
              <p:cNvSpPr/>
              <p:nvPr/>
            </p:nvSpPr>
            <p:spPr bwMode="auto">
              <a:xfrm>
                <a:off x="3740151"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4" name="í$ḻîḋè"/>
              <p:cNvSpPr/>
              <p:nvPr/>
            </p:nvSpPr>
            <p:spPr bwMode="auto">
              <a:xfrm>
                <a:off x="4125913"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5" name="iṣļíḋe"/>
              <p:cNvSpPr/>
              <p:nvPr/>
            </p:nvSpPr>
            <p:spPr bwMode="auto">
              <a:xfrm>
                <a:off x="3709988"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6" name="iṩḷiḓé"/>
              <p:cNvSpPr/>
              <p:nvPr/>
            </p:nvSpPr>
            <p:spPr bwMode="auto">
              <a:xfrm>
                <a:off x="4095751"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7" name="iSľiḍè"/>
              <p:cNvSpPr/>
              <p:nvPr/>
            </p:nvSpPr>
            <p:spPr bwMode="auto">
              <a:xfrm>
                <a:off x="3663951" y="3460750"/>
                <a:ext cx="495300" cy="317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8" name="ïṩḷîḍe"/>
              <p:cNvSpPr/>
              <p:nvPr/>
            </p:nvSpPr>
            <p:spPr bwMode="auto">
              <a:xfrm>
                <a:off x="3663951" y="3473450"/>
                <a:ext cx="115888"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9" name="íšḻiḑê"/>
              <p:cNvSpPr/>
              <p:nvPr/>
            </p:nvSpPr>
            <p:spPr bwMode="auto">
              <a:xfrm>
                <a:off x="3789363" y="3473450"/>
                <a:ext cx="428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0" name="ïṩļïďè"/>
              <p:cNvSpPr/>
              <p:nvPr/>
            </p:nvSpPr>
            <p:spPr bwMode="auto">
              <a:xfrm>
                <a:off x="3851276" y="3473450"/>
                <a:ext cx="57150"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1" name="îṥlïḋê"/>
              <p:cNvSpPr/>
              <p:nvPr/>
            </p:nvSpPr>
            <p:spPr bwMode="auto">
              <a:xfrm>
                <a:off x="3917951" y="3473450"/>
                <a:ext cx="555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2" name="îṧľïdè"/>
              <p:cNvSpPr/>
              <p:nvPr/>
            </p:nvSpPr>
            <p:spPr bwMode="auto">
              <a:xfrm>
                <a:off x="3994151" y="3473450"/>
                <a:ext cx="428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3" name="iSḷîḓê"/>
              <p:cNvSpPr/>
              <p:nvPr/>
            </p:nvSpPr>
            <p:spPr bwMode="auto">
              <a:xfrm>
                <a:off x="4046538" y="3473450"/>
                <a:ext cx="11271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4" name="îślíďè"/>
              <p:cNvSpPr/>
              <p:nvPr/>
            </p:nvSpPr>
            <p:spPr bwMode="auto">
              <a:xfrm>
                <a:off x="3979863" y="3473450"/>
                <a:ext cx="7938"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5" name="iSḻïḍè"/>
              <p:cNvSpPr/>
              <p:nvPr/>
            </p:nvSpPr>
            <p:spPr bwMode="auto">
              <a:xfrm>
                <a:off x="3838576" y="3473450"/>
                <a:ext cx="6350"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6" name="ïṡliḑê"/>
              <p:cNvSpPr/>
              <p:nvPr/>
            </p:nvSpPr>
            <p:spPr bwMode="auto">
              <a:xfrm>
                <a:off x="3851276" y="3384550"/>
                <a:ext cx="26988"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97" name="islïďé"/>
              <p:cNvSpPr/>
              <p:nvPr/>
            </p:nvSpPr>
            <p:spPr bwMode="auto">
              <a:xfrm>
                <a:off x="3817938" y="3384550"/>
                <a:ext cx="26988" cy="15875"/>
              </a:xfrm>
              <a:custGeom>
                <a:avLst/>
                <a:gdLst>
                  <a:gd name="T0" fmla="*/ 7 w 8"/>
                  <a:gd name="T1" fmla="*/ 0 h 5"/>
                  <a:gd name="T2" fmla="*/ 8 w 8"/>
                  <a:gd name="T3" fmla="*/ 2 h 5"/>
                  <a:gd name="T4" fmla="*/ 1 w 8"/>
                  <a:gd name="T5" fmla="*/ 5 h 5"/>
                  <a:gd name="T6" fmla="*/ 7 w 8"/>
                  <a:gd name="T7" fmla="*/ 0 h 5"/>
                  <a:gd name="T8" fmla="*/ 7 w 8"/>
                  <a:gd name="T9" fmla="*/ 0 h 5"/>
                  <a:gd name="T10" fmla="*/ 7 w 8"/>
                  <a:gd name="T11" fmla="*/ 0 h 5"/>
                </a:gdLst>
                <a:ahLst/>
                <a:cxnLst>
                  <a:cxn ang="0">
                    <a:pos x="T0" y="T1"/>
                  </a:cxn>
                  <a:cxn ang="0">
                    <a:pos x="T2" y="T3"/>
                  </a:cxn>
                  <a:cxn ang="0">
                    <a:pos x="T4" y="T5"/>
                  </a:cxn>
                  <a:cxn ang="0">
                    <a:pos x="T6" y="T7"/>
                  </a:cxn>
                  <a:cxn ang="0">
                    <a:pos x="T8" y="T9"/>
                  </a:cxn>
                  <a:cxn ang="0">
                    <a:pos x="T10" y="T11"/>
                  </a:cxn>
                </a:cxnLst>
                <a:rect l="0" t="0" r="r" b="b"/>
                <a:pathLst>
                  <a:path w="8" h="5">
                    <a:moveTo>
                      <a:pt x="7" y="0"/>
                    </a:moveTo>
                    <a:cubicBezTo>
                      <a:pt x="8" y="2"/>
                      <a:pt x="8" y="2"/>
                      <a:pt x="8" y="2"/>
                    </a:cubicBezTo>
                    <a:cubicBezTo>
                      <a:pt x="1" y="5"/>
                      <a:pt x="1" y="5"/>
                      <a:pt x="1" y="5"/>
                    </a:cubicBezTo>
                    <a:cubicBezTo>
                      <a:pt x="1" y="5"/>
                      <a:pt x="0" y="2"/>
                      <a:pt x="7" y="0"/>
                    </a:cubicBezTo>
                    <a:close/>
                    <a:moveTo>
                      <a:pt x="7" y="0"/>
                    </a:moveTo>
                    <a:cubicBezTo>
                      <a:pt x="7" y="0"/>
                      <a:pt x="7" y="0"/>
                      <a:pt x="7"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98" name="îṥḷîdé"/>
              <p:cNvSpPr/>
              <p:nvPr/>
            </p:nvSpPr>
            <p:spPr bwMode="auto">
              <a:xfrm>
                <a:off x="3983038" y="3384550"/>
                <a:ext cx="26988" cy="15875"/>
              </a:xfrm>
              <a:custGeom>
                <a:avLst/>
                <a:gdLst>
                  <a:gd name="T0" fmla="*/ 1 w 8"/>
                  <a:gd name="T1" fmla="*/ 0 h 5"/>
                  <a:gd name="T2" fmla="*/ 0 w 8"/>
                  <a:gd name="T3" fmla="*/ 2 h 5"/>
                  <a:gd name="T4" fmla="*/ 7 w 8"/>
                  <a:gd name="T5" fmla="*/ 5 h 5"/>
                  <a:gd name="T6" fmla="*/ 1 w 8"/>
                  <a:gd name="T7" fmla="*/ 0 h 5"/>
                  <a:gd name="T8" fmla="*/ 1 w 8"/>
                  <a:gd name="T9" fmla="*/ 0 h 5"/>
                  <a:gd name="T10" fmla="*/ 1 w 8"/>
                  <a:gd name="T11" fmla="*/ 0 h 5"/>
                </a:gdLst>
                <a:ahLst/>
                <a:cxnLst>
                  <a:cxn ang="0">
                    <a:pos x="T0" y="T1"/>
                  </a:cxn>
                  <a:cxn ang="0">
                    <a:pos x="T2" y="T3"/>
                  </a:cxn>
                  <a:cxn ang="0">
                    <a:pos x="T4" y="T5"/>
                  </a:cxn>
                  <a:cxn ang="0">
                    <a:pos x="T6" y="T7"/>
                  </a:cxn>
                  <a:cxn ang="0">
                    <a:pos x="T8" y="T9"/>
                  </a:cxn>
                  <a:cxn ang="0">
                    <a:pos x="T10" y="T11"/>
                  </a:cxn>
                </a:cxnLst>
                <a:rect l="0" t="0" r="r" b="b"/>
                <a:pathLst>
                  <a:path w="8" h="5">
                    <a:moveTo>
                      <a:pt x="1" y="0"/>
                    </a:moveTo>
                    <a:cubicBezTo>
                      <a:pt x="0" y="2"/>
                      <a:pt x="0" y="2"/>
                      <a:pt x="0" y="2"/>
                    </a:cubicBezTo>
                    <a:cubicBezTo>
                      <a:pt x="7" y="5"/>
                      <a:pt x="7" y="5"/>
                      <a:pt x="7" y="5"/>
                    </a:cubicBezTo>
                    <a:cubicBezTo>
                      <a:pt x="7" y="5"/>
                      <a:pt x="8" y="2"/>
                      <a:pt x="1" y="0"/>
                    </a:cubicBezTo>
                    <a:close/>
                    <a:moveTo>
                      <a:pt x="1" y="0"/>
                    </a:moveTo>
                    <a:cubicBezTo>
                      <a:pt x="1" y="0"/>
                      <a:pt x="1" y="0"/>
                      <a:pt x="1"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99" name="isḷîḋé"/>
              <p:cNvSpPr/>
              <p:nvPr/>
            </p:nvSpPr>
            <p:spPr bwMode="auto">
              <a:xfrm>
                <a:off x="3884613" y="3384550"/>
                <a:ext cx="26988"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0" name="iśḷïḑè"/>
              <p:cNvSpPr/>
              <p:nvPr/>
            </p:nvSpPr>
            <p:spPr bwMode="auto">
              <a:xfrm>
                <a:off x="3917951" y="3384550"/>
                <a:ext cx="25400"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1" name="iṧľiďé"/>
              <p:cNvSpPr/>
              <p:nvPr/>
            </p:nvSpPr>
            <p:spPr bwMode="auto">
              <a:xfrm>
                <a:off x="3951288" y="3384550"/>
                <a:ext cx="25400"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2" name="išľïḍé"/>
              <p:cNvSpPr/>
              <p:nvPr/>
            </p:nvSpPr>
            <p:spPr bwMode="auto">
              <a:xfrm>
                <a:off x="3771901" y="3484563"/>
                <a:ext cx="7938"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3" name="îŝlîḑè"/>
              <p:cNvSpPr/>
              <p:nvPr/>
            </p:nvSpPr>
            <p:spPr bwMode="auto">
              <a:xfrm>
                <a:off x="3786188" y="3484563"/>
                <a:ext cx="46038" cy="60325"/>
              </a:xfrm>
              <a:custGeom>
                <a:avLst/>
                <a:gdLst>
                  <a:gd name="T0" fmla="*/ 8 w 29"/>
                  <a:gd name="T1" fmla="*/ 0 h 38"/>
                  <a:gd name="T2" fmla="*/ 20 w 29"/>
                  <a:gd name="T3" fmla="*/ 0 h 38"/>
                  <a:gd name="T4" fmla="*/ 29 w 29"/>
                  <a:gd name="T5" fmla="*/ 8 h 38"/>
                  <a:gd name="T6" fmla="*/ 29 w 29"/>
                  <a:gd name="T7" fmla="*/ 38 h 38"/>
                  <a:gd name="T8" fmla="*/ 0 w 29"/>
                  <a:gd name="T9" fmla="*/ 38 h 38"/>
                  <a:gd name="T10" fmla="*/ 0 w 29"/>
                  <a:gd name="T11" fmla="*/ 8 h 38"/>
                  <a:gd name="T12" fmla="*/ 8 w 29"/>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29" h="38">
                    <a:moveTo>
                      <a:pt x="8" y="0"/>
                    </a:moveTo>
                    <a:lnTo>
                      <a:pt x="20" y="0"/>
                    </a:lnTo>
                    <a:lnTo>
                      <a:pt x="29" y="8"/>
                    </a:lnTo>
                    <a:lnTo>
                      <a:pt x="29" y="38"/>
                    </a:lnTo>
                    <a:lnTo>
                      <a:pt x="0" y="38"/>
                    </a:lnTo>
                    <a:lnTo>
                      <a:pt x="0" y="8"/>
                    </a:lnTo>
                    <a:lnTo>
                      <a:pt x="8"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4" name="îṩḻíḓe"/>
              <p:cNvSpPr/>
              <p:nvPr/>
            </p:nvSpPr>
            <p:spPr bwMode="auto">
              <a:xfrm>
                <a:off x="3994151" y="3484563"/>
                <a:ext cx="46038" cy="60325"/>
              </a:xfrm>
              <a:custGeom>
                <a:avLst/>
                <a:gdLst>
                  <a:gd name="T0" fmla="*/ 8 w 29"/>
                  <a:gd name="T1" fmla="*/ 0 h 38"/>
                  <a:gd name="T2" fmla="*/ 18 w 29"/>
                  <a:gd name="T3" fmla="*/ 0 h 38"/>
                  <a:gd name="T4" fmla="*/ 29 w 29"/>
                  <a:gd name="T5" fmla="*/ 8 h 38"/>
                  <a:gd name="T6" fmla="*/ 29 w 29"/>
                  <a:gd name="T7" fmla="*/ 38 h 38"/>
                  <a:gd name="T8" fmla="*/ 0 w 29"/>
                  <a:gd name="T9" fmla="*/ 38 h 38"/>
                  <a:gd name="T10" fmla="*/ 0 w 29"/>
                  <a:gd name="T11" fmla="*/ 8 h 38"/>
                  <a:gd name="T12" fmla="*/ 8 w 29"/>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29" h="38">
                    <a:moveTo>
                      <a:pt x="8" y="0"/>
                    </a:moveTo>
                    <a:lnTo>
                      <a:pt x="18" y="0"/>
                    </a:lnTo>
                    <a:lnTo>
                      <a:pt x="29" y="8"/>
                    </a:lnTo>
                    <a:lnTo>
                      <a:pt x="29" y="38"/>
                    </a:lnTo>
                    <a:lnTo>
                      <a:pt x="0" y="38"/>
                    </a:lnTo>
                    <a:lnTo>
                      <a:pt x="0" y="8"/>
                    </a:lnTo>
                    <a:lnTo>
                      <a:pt x="8"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5" name="î$1îdè"/>
              <p:cNvSpPr/>
              <p:nvPr/>
            </p:nvSpPr>
            <p:spPr bwMode="auto">
              <a:xfrm>
                <a:off x="3851276" y="3484563"/>
                <a:ext cx="122238" cy="60325"/>
              </a:xfrm>
              <a:custGeom>
                <a:avLst/>
                <a:gdLst>
                  <a:gd name="T0" fmla="*/ 9 w 77"/>
                  <a:gd name="T1" fmla="*/ 0 h 38"/>
                  <a:gd name="T2" fmla="*/ 69 w 77"/>
                  <a:gd name="T3" fmla="*/ 0 h 38"/>
                  <a:gd name="T4" fmla="*/ 77 w 77"/>
                  <a:gd name="T5" fmla="*/ 8 h 38"/>
                  <a:gd name="T6" fmla="*/ 77 w 77"/>
                  <a:gd name="T7" fmla="*/ 38 h 38"/>
                  <a:gd name="T8" fmla="*/ 0 w 77"/>
                  <a:gd name="T9" fmla="*/ 38 h 38"/>
                  <a:gd name="T10" fmla="*/ 0 w 77"/>
                  <a:gd name="T11" fmla="*/ 8 h 38"/>
                  <a:gd name="T12" fmla="*/ 9 w 77"/>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77" h="38">
                    <a:moveTo>
                      <a:pt x="9" y="0"/>
                    </a:moveTo>
                    <a:lnTo>
                      <a:pt x="69" y="0"/>
                    </a:lnTo>
                    <a:lnTo>
                      <a:pt x="77" y="8"/>
                    </a:lnTo>
                    <a:lnTo>
                      <a:pt x="77" y="38"/>
                    </a:lnTo>
                    <a:lnTo>
                      <a:pt x="0" y="38"/>
                    </a:lnTo>
                    <a:lnTo>
                      <a:pt x="0" y="8"/>
                    </a:lnTo>
                    <a:lnTo>
                      <a:pt x="9"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6" name="iśľïḓe"/>
              <p:cNvSpPr/>
              <p:nvPr/>
            </p:nvSpPr>
            <p:spPr bwMode="auto">
              <a:xfrm>
                <a:off x="4046538" y="3484563"/>
                <a:ext cx="6350"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7" name="iṣļïḑè"/>
              <p:cNvSpPr/>
              <p:nvPr/>
            </p:nvSpPr>
            <p:spPr bwMode="auto">
              <a:xfrm>
                <a:off x="3838576" y="3484563"/>
                <a:ext cx="6350"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8" name="iṡḷidé"/>
              <p:cNvSpPr/>
              <p:nvPr/>
            </p:nvSpPr>
            <p:spPr bwMode="auto">
              <a:xfrm>
                <a:off x="3979863" y="3484563"/>
                <a:ext cx="3175"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9" name="íṡḷíḋe"/>
              <p:cNvSpPr/>
              <p:nvPr/>
            </p:nvSpPr>
            <p:spPr bwMode="auto">
              <a:xfrm>
                <a:off x="3811588" y="3551238"/>
                <a:ext cx="20478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0" name="íŝ1iḑê"/>
              <p:cNvSpPr/>
              <p:nvPr/>
            </p:nvSpPr>
            <p:spPr bwMode="auto">
              <a:xfrm>
                <a:off x="3805238" y="3557588"/>
                <a:ext cx="214313"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1" name="îṩḷiḑe"/>
              <p:cNvSpPr/>
              <p:nvPr/>
            </p:nvSpPr>
            <p:spPr bwMode="auto">
              <a:xfrm>
                <a:off x="3802063" y="3567113"/>
                <a:ext cx="220663" cy="1588"/>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2" name="iṧḻiḑê"/>
              <p:cNvSpPr/>
              <p:nvPr/>
            </p:nvSpPr>
            <p:spPr bwMode="auto">
              <a:xfrm>
                <a:off x="3802063" y="3570288"/>
                <a:ext cx="22383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3" name="ïṣḻîḋè"/>
              <p:cNvSpPr/>
              <p:nvPr/>
            </p:nvSpPr>
            <p:spPr bwMode="auto">
              <a:xfrm>
                <a:off x="3795713" y="3581400"/>
                <a:ext cx="234950"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4" name="îṡ1îḍé"/>
              <p:cNvSpPr/>
              <p:nvPr/>
            </p:nvSpPr>
            <p:spPr bwMode="auto">
              <a:xfrm>
                <a:off x="3633788" y="3587750"/>
                <a:ext cx="560388" cy="6350"/>
              </a:xfrm>
              <a:custGeom>
                <a:avLst/>
                <a:gdLst>
                  <a:gd name="T0" fmla="*/ 0 w 353"/>
                  <a:gd name="T1" fmla="*/ 0 h 4"/>
                  <a:gd name="T2" fmla="*/ 353 w 353"/>
                  <a:gd name="T3" fmla="*/ 0 h 4"/>
                  <a:gd name="T4" fmla="*/ 351 w 353"/>
                  <a:gd name="T5" fmla="*/ 4 h 4"/>
                  <a:gd name="T6" fmla="*/ 2 w 353"/>
                  <a:gd name="T7" fmla="*/ 4 h 4"/>
                  <a:gd name="T8" fmla="*/ 0 w 353"/>
                  <a:gd name="T9" fmla="*/ 0 h 4"/>
                </a:gdLst>
                <a:ahLst/>
                <a:cxnLst>
                  <a:cxn ang="0">
                    <a:pos x="T0" y="T1"/>
                  </a:cxn>
                  <a:cxn ang="0">
                    <a:pos x="T2" y="T3"/>
                  </a:cxn>
                  <a:cxn ang="0">
                    <a:pos x="T4" y="T5"/>
                  </a:cxn>
                  <a:cxn ang="0">
                    <a:pos x="T6" y="T7"/>
                  </a:cxn>
                  <a:cxn ang="0">
                    <a:pos x="T8" y="T9"/>
                  </a:cxn>
                </a:cxnLst>
                <a:rect l="0" t="0" r="r" b="b"/>
                <a:pathLst>
                  <a:path w="353" h="4">
                    <a:moveTo>
                      <a:pt x="0" y="0"/>
                    </a:moveTo>
                    <a:lnTo>
                      <a:pt x="353" y="0"/>
                    </a:lnTo>
                    <a:lnTo>
                      <a:pt x="351" y="4"/>
                    </a:lnTo>
                    <a:lnTo>
                      <a:pt x="2" y="4"/>
                    </a:lnTo>
                    <a:lnTo>
                      <a:pt x="0" y="0"/>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15" name="îš1íḑe"/>
              <p:cNvSpPr/>
              <p:nvPr/>
            </p:nvSpPr>
            <p:spPr bwMode="auto">
              <a:xfrm>
                <a:off x="3640138" y="3600450"/>
                <a:ext cx="547688" cy="6350"/>
              </a:xfrm>
              <a:custGeom>
                <a:avLst/>
                <a:gdLst>
                  <a:gd name="T0" fmla="*/ 0 w 345"/>
                  <a:gd name="T1" fmla="*/ 0 h 4"/>
                  <a:gd name="T2" fmla="*/ 345 w 345"/>
                  <a:gd name="T3" fmla="*/ 0 h 4"/>
                  <a:gd name="T4" fmla="*/ 343 w 345"/>
                  <a:gd name="T5" fmla="*/ 4 h 4"/>
                  <a:gd name="T6" fmla="*/ 2 w 345"/>
                  <a:gd name="T7" fmla="*/ 4 h 4"/>
                  <a:gd name="T8" fmla="*/ 0 w 345"/>
                  <a:gd name="T9" fmla="*/ 0 h 4"/>
                </a:gdLst>
                <a:ahLst/>
                <a:cxnLst>
                  <a:cxn ang="0">
                    <a:pos x="T0" y="T1"/>
                  </a:cxn>
                  <a:cxn ang="0">
                    <a:pos x="T2" y="T3"/>
                  </a:cxn>
                  <a:cxn ang="0">
                    <a:pos x="T4" y="T5"/>
                  </a:cxn>
                  <a:cxn ang="0">
                    <a:pos x="T6" y="T7"/>
                  </a:cxn>
                  <a:cxn ang="0">
                    <a:pos x="T8" y="T9"/>
                  </a:cxn>
                </a:cxnLst>
                <a:rect l="0" t="0" r="r" b="b"/>
                <a:pathLst>
                  <a:path w="345" h="4">
                    <a:moveTo>
                      <a:pt x="0" y="0"/>
                    </a:moveTo>
                    <a:lnTo>
                      <a:pt x="345" y="0"/>
                    </a:lnTo>
                    <a:lnTo>
                      <a:pt x="343" y="4"/>
                    </a:lnTo>
                    <a:lnTo>
                      <a:pt x="2" y="4"/>
                    </a:lnTo>
                    <a:lnTo>
                      <a:pt x="0" y="0"/>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16" name="iš1ïḍe"/>
              <p:cNvSpPr/>
              <p:nvPr/>
            </p:nvSpPr>
            <p:spPr bwMode="auto">
              <a:xfrm>
                <a:off x="3736976" y="3406775"/>
                <a:ext cx="352425" cy="4763"/>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7" name="îSḻîde"/>
              <p:cNvSpPr/>
              <p:nvPr/>
            </p:nvSpPr>
            <p:spPr bwMode="auto">
              <a:xfrm>
                <a:off x="3746501" y="3417888"/>
                <a:ext cx="3333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8" name="î$ḻîḑé"/>
              <p:cNvSpPr/>
              <p:nvPr/>
            </p:nvSpPr>
            <p:spPr bwMode="auto">
              <a:xfrm>
                <a:off x="3805238" y="3417888"/>
                <a:ext cx="211138" cy="1588"/>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9" name="íŝļïḓe"/>
              <p:cNvSpPr/>
              <p:nvPr/>
            </p:nvSpPr>
            <p:spPr bwMode="auto">
              <a:xfrm>
                <a:off x="3811588"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20" name="îS1iḍé"/>
              <p:cNvSpPr/>
              <p:nvPr/>
            </p:nvSpPr>
            <p:spPr bwMode="auto">
              <a:xfrm>
                <a:off x="3802063"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21" name="išlïdé"/>
              <p:cNvSpPr/>
              <p:nvPr/>
            </p:nvSpPr>
            <p:spPr bwMode="auto">
              <a:xfrm>
                <a:off x="3789363" y="3421063"/>
                <a:ext cx="6350"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22" name="ïSlïde"/>
              <p:cNvSpPr/>
              <p:nvPr/>
            </p:nvSpPr>
            <p:spPr bwMode="auto">
              <a:xfrm>
                <a:off x="3822701"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3" name="îşľïďe"/>
              <p:cNvSpPr/>
              <p:nvPr/>
            </p:nvSpPr>
            <p:spPr bwMode="auto">
              <a:xfrm>
                <a:off x="3832226"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4" name="ïşľíďê"/>
              <p:cNvSpPr/>
              <p:nvPr/>
            </p:nvSpPr>
            <p:spPr bwMode="auto">
              <a:xfrm>
                <a:off x="38449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5" name="íś1ïdè"/>
              <p:cNvSpPr/>
              <p:nvPr/>
            </p:nvSpPr>
            <p:spPr bwMode="auto">
              <a:xfrm>
                <a:off x="3854451"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0" y="0"/>
                      <a:pt x="1" y="0"/>
                      <a:pt x="2" y="0"/>
                    </a:cubicBezTo>
                    <a:cubicBezTo>
                      <a:pt x="2" y="3"/>
                      <a:pt x="2" y="6"/>
                      <a:pt x="2"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6" name="iṩḷiḍe"/>
              <p:cNvSpPr/>
              <p:nvPr/>
            </p:nvSpPr>
            <p:spPr bwMode="auto">
              <a:xfrm>
                <a:off x="3865563"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7" name="ïŝ1iďè"/>
              <p:cNvSpPr/>
              <p:nvPr/>
            </p:nvSpPr>
            <p:spPr bwMode="auto">
              <a:xfrm>
                <a:off x="3878263"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8" name="íṩļíḋê"/>
              <p:cNvSpPr/>
              <p:nvPr/>
            </p:nvSpPr>
            <p:spPr bwMode="auto">
              <a:xfrm>
                <a:off x="3887788"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9" name="ïṧ1ïdè"/>
              <p:cNvSpPr/>
              <p:nvPr/>
            </p:nvSpPr>
            <p:spPr bwMode="auto">
              <a:xfrm>
                <a:off x="3897313"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0" name="íŝḻîḍé"/>
              <p:cNvSpPr/>
              <p:nvPr/>
            </p:nvSpPr>
            <p:spPr bwMode="auto">
              <a:xfrm>
                <a:off x="3908426"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1" name="îşḻïḓé"/>
              <p:cNvSpPr/>
              <p:nvPr/>
            </p:nvSpPr>
            <p:spPr bwMode="auto">
              <a:xfrm>
                <a:off x="39211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2" name="íśļíďè"/>
              <p:cNvSpPr/>
              <p:nvPr/>
            </p:nvSpPr>
            <p:spPr bwMode="auto">
              <a:xfrm>
                <a:off x="3930651"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3" name="iŝ1ïdé"/>
              <p:cNvSpPr/>
              <p:nvPr/>
            </p:nvSpPr>
            <p:spPr bwMode="auto">
              <a:xfrm>
                <a:off x="3940176"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4" name="is1ídè"/>
              <p:cNvSpPr/>
              <p:nvPr/>
            </p:nvSpPr>
            <p:spPr bwMode="auto">
              <a:xfrm>
                <a:off x="3951288"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2" y="0"/>
                      <a:pt x="2" y="0"/>
                    </a:cubicBezTo>
                    <a:cubicBezTo>
                      <a:pt x="2" y="3"/>
                      <a:pt x="2" y="6"/>
                      <a:pt x="2" y="9"/>
                    </a:cubicBezTo>
                    <a:cubicBezTo>
                      <a:pt x="2"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5" name="islíďê"/>
              <p:cNvSpPr/>
              <p:nvPr/>
            </p:nvSpPr>
            <p:spPr bwMode="auto">
              <a:xfrm>
                <a:off x="3963988"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6" name="iṩlíḑê"/>
              <p:cNvSpPr/>
              <p:nvPr/>
            </p:nvSpPr>
            <p:spPr bwMode="auto">
              <a:xfrm>
                <a:off x="3973513"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7" name="îṥḷïďê"/>
              <p:cNvSpPr/>
              <p:nvPr/>
            </p:nvSpPr>
            <p:spPr bwMode="auto">
              <a:xfrm>
                <a:off x="3983038"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8" name="íṥḻïďè"/>
              <p:cNvSpPr/>
              <p:nvPr/>
            </p:nvSpPr>
            <p:spPr bwMode="auto">
              <a:xfrm>
                <a:off x="39973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9" name="íṡḷíḍè"/>
              <p:cNvSpPr/>
              <p:nvPr/>
            </p:nvSpPr>
            <p:spPr bwMode="auto">
              <a:xfrm>
                <a:off x="4006851"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0" name="î$ḷîḑé"/>
              <p:cNvSpPr/>
              <p:nvPr/>
            </p:nvSpPr>
            <p:spPr bwMode="auto">
              <a:xfrm>
                <a:off x="4016376" y="3421063"/>
                <a:ext cx="6350"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1" name="í$ľîdè"/>
              <p:cNvSpPr/>
              <p:nvPr/>
            </p:nvSpPr>
            <p:spPr bwMode="auto">
              <a:xfrm>
                <a:off x="4025901" y="3421063"/>
                <a:ext cx="7938"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2" name="iṥ1iḍè"/>
              <p:cNvSpPr/>
              <p:nvPr/>
            </p:nvSpPr>
            <p:spPr bwMode="auto">
              <a:xfrm>
                <a:off x="4040188" y="3417888"/>
                <a:ext cx="3968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3" name="ïslidé"/>
              <p:cNvSpPr/>
              <p:nvPr/>
            </p:nvSpPr>
            <p:spPr bwMode="auto">
              <a:xfrm>
                <a:off x="3679826"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4" name="íṡlïďè"/>
              <p:cNvSpPr/>
              <p:nvPr/>
            </p:nvSpPr>
            <p:spPr bwMode="auto">
              <a:xfrm>
                <a:off x="3884613" y="3490913"/>
                <a:ext cx="55563" cy="53975"/>
              </a:xfrm>
              <a:custGeom>
                <a:avLst/>
                <a:gdLst>
                  <a:gd name="T0" fmla="*/ 0 w 35"/>
                  <a:gd name="T1" fmla="*/ 0 h 34"/>
                  <a:gd name="T2" fmla="*/ 35 w 35"/>
                  <a:gd name="T3" fmla="*/ 0 h 34"/>
                  <a:gd name="T4" fmla="*/ 35 w 35"/>
                  <a:gd name="T5" fmla="*/ 34 h 34"/>
                  <a:gd name="T6" fmla="*/ 0 w 35"/>
                  <a:gd name="T7" fmla="*/ 34 h 34"/>
                  <a:gd name="T8" fmla="*/ 0 w 35"/>
                  <a:gd name="T9" fmla="*/ 0 h 34"/>
                  <a:gd name="T10" fmla="*/ 0 w 35"/>
                  <a:gd name="T11" fmla="*/ 0 h 34"/>
                  <a:gd name="T12" fmla="*/ 4 w 35"/>
                  <a:gd name="T13" fmla="*/ 8 h 34"/>
                  <a:gd name="T14" fmla="*/ 4 w 35"/>
                  <a:gd name="T15" fmla="*/ 27 h 34"/>
                  <a:gd name="T16" fmla="*/ 8 w 35"/>
                  <a:gd name="T17" fmla="*/ 27 h 34"/>
                  <a:gd name="T18" fmla="*/ 8 w 35"/>
                  <a:gd name="T19" fmla="*/ 8 h 34"/>
                  <a:gd name="T20" fmla="*/ 4 w 35"/>
                  <a:gd name="T21" fmla="*/ 8 h 34"/>
                  <a:gd name="T22" fmla="*/ 4 w 35"/>
                  <a:gd name="T23" fmla="*/ 8 h 34"/>
                  <a:gd name="T24" fmla="*/ 29 w 35"/>
                  <a:gd name="T25" fmla="*/ 8 h 34"/>
                  <a:gd name="T26" fmla="*/ 29 w 35"/>
                  <a:gd name="T27" fmla="*/ 27 h 34"/>
                  <a:gd name="T28" fmla="*/ 31 w 35"/>
                  <a:gd name="T29" fmla="*/ 27 h 34"/>
                  <a:gd name="T30" fmla="*/ 31 w 35"/>
                  <a:gd name="T31" fmla="*/ 8 h 34"/>
                  <a:gd name="T32" fmla="*/ 29 w 35"/>
                  <a:gd name="T33" fmla="*/ 8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35" h="34">
                    <a:moveTo>
                      <a:pt x="0" y="0"/>
                    </a:moveTo>
                    <a:lnTo>
                      <a:pt x="35" y="0"/>
                    </a:lnTo>
                    <a:lnTo>
                      <a:pt x="35" y="34"/>
                    </a:lnTo>
                    <a:lnTo>
                      <a:pt x="0" y="34"/>
                    </a:lnTo>
                    <a:lnTo>
                      <a:pt x="0" y="0"/>
                    </a:lnTo>
                    <a:lnTo>
                      <a:pt x="0" y="0"/>
                    </a:lnTo>
                    <a:close/>
                    <a:moveTo>
                      <a:pt x="4" y="8"/>
                    </a:moveTo>
                    <a:lnTo>
                      <a:pt x="4" y="27"/>
                    </a:lnTo>
                    <a:lnTo>
                      <a:pt x="8" y="27"/>
                    </a:lnTo>
                    <a:lnTo>
                      <a:pt x="8" y="8"/>
                    </a:lnTo>
                    <a:lnTo>
                      <a:pt x="4" y="8"/>
                    </a:lnTo>
                    <a:lnTo>
                      <a:pt x="4" y="8"/>
                    </a:lnTo>
                    <a:close/>
                    <a:moveTo>
                      <a:pt x="29" y="8"/>
                    </a:moveTo>
                    <a:lnTo>
                      <a:pt x="29" y="27"/>
                    </a:lnTo>
                    <a:lnTo>
                      <a:pt x="31" y="27"/>
                    </a:lnTo>
                    <a:lnTo>
                      <a:pt x="31" y="8"/>
                    </a:lnTo>
                    <a:lnTo>
                      <a:pt x="29" y="8"/>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45" name="iṧ1ïḓè"/>
              <p:cNvSpPr/>
              <p:nvPr/>
            </p:nvSpPr>
            <p:spPr bwMode="auto">
              <a:xfrm>
                <a:off x="3551238" y="3067050"/>
                <a:ext cx="722313" cy="727075"/>
              </a:xfrm>
              <a:custGeom>
                <a:avLst/>
                <a:gdLst>
                  <a:gd name="T0" fmla="*/ 109 w 219"/>
                  <a:gd name="T1" fmla="*/ 0 h 218"/>
                  <a:gd name="T2" fmla="*/ 219 w 219"/>
                  <a:gd name="T3" fmla="*/ 109 h 218"/>
                  <a:gd name="T4" fmla="*/ 109 w 219"/>
                  <a:gd name="T5" fmla="*/ 218 h 218"/>
                  <a:gd name="T6" fmla="*/ 0 w 219"/>
                  <a:gd name="T7" fmla="*/ 109 h 218"/>
                  <a:gd name="T8" fmla="*/ 109 w 219"/>
                  <a:gd name="T9" fmla="*/ 0 h 218"/>
                  <a:gd name="T10" fmla="*/ 109 w 219"/>
                  <a:gd name="T11" fmla="*/ 3 h 218"/>
                  <a:gd name="T12" fmla="*/ 4 w 219"/>
                  <a:gd name="T13" fmla="*/ 109 h 218"/>
                  <a:gd name="T14" fmla="*/ 109 w 219"/>
                  <a:gd name="T15" fmla="*/ 215 h 218"/>
                  <a:gd name="T16" fmla="*/ 215 w 219"/>
                  <a:gd name="T17" fmla="*/ 109 h 218"/>
                  <a:gd name="T18" fmla="*/ 109 w 219"/>
                  <a:gd name="T19" fmla="*/ 3 h 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9" h="218">
                    <a:moveTo>
                      <a:pt x="109" y="0"/>
                    </a:moveTo>
                    <a:cubicBezTo>
                      <a:pt x="170" y="0"/>
                      <a:pt x="219" y="49"/>
                      <a:pt x="219" y="109"/>
                    </a:cubicBezTo>
                    <a:cubicBezTo>
                      <a:pt x="219" y="169"/>
                      <a:pt x="170" y="218"/>
                      <a:pt x="109" y="218"/>
                    </a:cubicBezTo>
                    <a:cubicBezTo>
                      <a:pt x="49" y="218"/>
                      <a:pt x="0" y="169"/>
                      <a:pt x="0" y="109"/>
                    </a:cubicBezTo>
                    <a:cubicBezTo>
                      <a:pt x="0" y="49"/>
                      <a:pt x="49" y="0"/>
                      <a:pt x="109" y="0"/>
                    </a:cubicBezTo>
                    <a:close/>
                    <a:moveTo>
                      <a:pt x="109" y="3"/>
                    </a:moveTo>
                    <a:cubicBezTo>
                      <a:pt x="51" y="3"/>
                      <a:pt x="4" y="51"/>
                      <a:pt x="4" y="109"/>
                    </a:cubicBezTo>
                    <a:cubicBezTo>
                      <a:pt x="4" y="167"/>
                      <a:pt x="51" y="215"/>
                      <a:pt x="109" y="215"/>
                    </a:cubicBezTo>
                    <a:cubicBezTo>
                      <a:pt x="168" y="215"/>
                      <a:pt x="215" y="167"/>
                      <a:pt x="215" y="109"/>
                    </a:cubicBezTo>
                    <a:cubicBezTo>
                      <a:pt x="215" y="51"/>
                      <a:pt x="168" y="3"/>
                      <a:pt x="109" y="3"/>
                    </a:cubicBez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nvGrpSpPr>
            <p:cNvPr id="247" name="íşḷïḑe"/>
            <p:cNvGrpSpPr/>
            <p:nvPr userDrawn="1"/>
          </p:nvGrpSpPr>
          <p:grpSpPr>
            <a:xfrm>
              <a:off x="4894762" y="471192"/>
              <a:ext cx="4437911" cy="1614111"/>
              <a:chOff x="4412452" y="3106738"/>
              <a:chExt cx="2312689" cy="841148"/>
            </a:xfrm>
          </p:grpSpPr>
          <p:grpSp>
            <p:nvGrpSpPr>
              <p:cNvPr id="248" name="îṥľíḑé"/>
              <p:cNvGrpSpPr/>
              <p:nvPr/>
            </p:nvGrpSpPr>
            <p:grpSpPr>
              <a:xfrm>
                <a:off x="4422776" y="3106738"/>
                <a:ext cx="2293937" cy="617538"/>
                <a:chOff x="4422776" y="3106738"/>
                <a:chExt cx="2293937" cy="617538"/>
              </a:xfrm>
            </p:grpSpPr>
            <p:sp>
              <p:nvSpPr>
                <p:cNvPr id="265" name="išḻiḑé"/>
                <p:cNvSpPr/>
                <p:nvPr/>
              </p:nvSpPr>
              <p:spPr bwMode="auto">
                <a:xfrm>
                  <a:off x="4811713" y="3200400"/>
                  <a:ext cx="49213" cy="100013"/>
                </a:xfrm>
                <a:custGeom>
                  <a:avLst/>
                  <a:gdLst>
                    <a:gd name="T0" fmla="*/ 0 w 15"/>
                    <a:gd name="T1" fmla="*/ 1 h 30"/>
                    <a:gd name="T2" fmla="*/ 1 w 15"/>
                    <a:gd name="T3" fmla="*/ 12 h 30"/>
                    <a:gd name="T4" fmla="*/ 0 w 15"/>
                    <a:gd name="T5" fmla="*/ 21 h 30"/>
                    <a:gd name="T6" fmla="*/ 2 w 15"/>
                    <a:gd name="T7" fmla="*/ 28 h 30"/>
                    <a:gd name="T8" fmla="*/ 7 w 15"/>
                    <a:gd name="T9" fmla="*/ 30 h 30"/>
                    <a:gd name="T10" fmla="*/ 12 w 15"/>
                    <a:gd name="T11" fmla="*/ 26 h 30"/>
                    <a:gd name="T12" fmla="*/ 15 w 15"/>
                    <a:gd name="T13" fmla="*/ 18 h 30"/>
                    <a:gd name="T14" fmla="*/ 3 w 15"/>
                    <a:gd name="T15" fmla="*/ 0 h 30"/>
                    <a:gd name="T16" fmla="*/ 0 w 15"/>
                    <a:gd name="T17" fmla="*/ 1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5" h="30">
                      <a:moveTo>
                        <a:pt x="0" y="1"/>
                      </a:moveTo>
                      <a:cubicBezTo>
                        <a:pt x="1" y="12"/>
                        <a:pt x="1" y="12"/>
                        <a:pt x="1" y="12"/>
                      </a:cubicBezTo>
                      <a:cubicBezTo>
                        <a:pt x="1" y="13"/>
                        <a:pt x="0" y="18"/>
                        <a:pt x="0" y="21"/>
                      </a:cubicBezTo>
                      <a:cubicBezTo>
                        <a:pt x="0" y="24"/>
                        <a:pt x="2" y="25"/>
                        <a:pt x="2" y="28"/>
                      </a:cubicBezTo>
                      <a:cubicBezTo>
                        <a:pt x="7" y="30"/>
                        <a:pt x="7" y="30"/>
                        <a:pt x="7" y="30"/>
                      </a:cubicBezTo>
                      <a:cubicBezTo>
                        <a:pt x="9" y="27"/>
                        <a:pt x="10" y="29"/>
                        <a:pt x="12" y="26"/>
                      </a:cubicBezTo>
                      <a:cubicBezTo>
                        <a:pt x="14" y="23"/>
                        <a:pt x="14" y="21"/>
                        <a:pt x="15" y="18"/>
                      </a:cubicBezTo>
                      <a:cubicBezTo>
                        <a:pt x="12" y="7"/>
                        <a:pt x="13" y="5"/>
                        <a:pt x="3" y="0"/>
                      </a:cubicBezTo>
                      <a:lnTo>
                        <a:pt x="0" y="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6" name="íṥľíďè"/>
                <p:cNvSpPr/>
                <p:nvPr/>
              </p:nvSpPr>
              <p:spPr bwMode="auto">
                <a:xfrm>
                  <a:off x="5221288" y="3184525"/>
                  <a:ext cx="36513" cy="122238"/>
                </a:xfrm>
                <a:custGeom>
                  <a:avLst/>
                  <a:gdLst>
                    <a:gd name="T0" fmla="*/ 0 w 11"/>
                    <a:gd name="T1" fmla="*/ 3 h 37"/>
                    <a:gd name="T2" fmla="*/ 2 w 11"/>
                    <a:gd name="T3" fmla="*/ 14 h 37"/>
                    <a:gd name="T4" fmla="*/ 0 w 11"/>
                    <a:gd name="T5" fmla="*/ 33 h 37"/>
                    <a:gd name="T6" fmla="*/ 0 w 11"/>
                    <a:gd name="T7" fmla="*/ 36 h 37"/>
                    <a:gd name="T8" fmla="*/ 2 w 11"/>
                    <a:gd name="T9" fmla="*/ 37 h 37"/>
                    <a:gd name="T10" fmla="*/ 8 w 11"/>
                    <a:gd name="T11" fmla="*/ 27 h 37"/>
                    <a:gd name="T12" fmla="*/ 11 w 11"/>
                    <a:gd name="T13" fmla="*/ 17 h 37"/>
                    <a:gd name="T14" fmla="*/ 11 w 11"/>
                    <a:gd name="T15" fmla="*/ 15 h 37"/>
                    <a:gd name="T16" fmla="*/ 7 w 11"/>
                    <a:gd name="T17" fmla="*/ 2 h 37"/>
                    <a:gd name="T18" fmla="*/ 2 w 11"/>
                    <a:gd name="T19" fmla="*/ 0 h 37"/>
                    <a:gd name="T20" fmla="*/ 0 w 11"/>
                    <a:gd name="T21" fmla="*/ 3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1" h="37">
                      <a:moveTo>
                        <a:pt x="0" y="3"/>
                      </a:moveTo>
                      <a:cubicBezTo>
                        <a:pt x="2" y="14"/>
                        <a:pt x="2" y="14"/>
                        <a:pt x="2" y="14"/>
                      </a:cubicBezTo>
                      <a:cubicBezTo>
                        <a:pt x="2" y="19"/>
                        <a:pt x="0" y="27"/>
                        <a:pt x="0" y="33"/>
                      </a:cubicBezTo>
                      <a:cubicBezTo>
                        <a:pt x="0" y="36"/>
                        <a:pt x="0" y="36"/>
                        <a:pt x="0" y="36"/>
                      </a:cubicBezTo>
                      <a:cubicBezTo>
                        <a:pt x="2" y="36"/>
                        <a:pt x="1" y="37"/>
                        <a:pt x="2" y="37"/>
                      </a:cubicBezTo>
                      <a:cubicBezTo>
                        <a:pt x="3" y="37"/>
                        <a:pt x="7" y="28"/>
                        <a:pt x="8" y="27"/>
                      </a:cubicBezTo>
                      <a:cubicBezTo>
                        <a:pt x="9" y="24"/>
                        <a:pt x="11" y="21"/>
                        <a:pt x="11" y="17"/>
                      </a:cubicBezTo>
                      <a:cubicBezTo>
                        <a:pt x="11" y="15"/>
                        <a:pt x="11" y="15"/>
                        <a:pt x="11" y="15"/>
                      </a:cubicBezTo>
                      <a:cubicBezTo>
                        <a:pt x="11" y="7"/>
                        <a:pt x="8" y="7"/>
                        <a:pt x="7" y="2"/>
                      </a:cubicBezTo>
                      <a:cubicBezTo>
                        <a:pt x="2" y="0"/>
                        <a:pt x="2" y="0"/>
                        <a:pt x="2" y="0"/>
                      </a:cubicBezTo>
                      <a:cubicBezTo>
                        <a:pt x="2" y="1"/>
                        <a:pt x="0" y="1"/>
                        <a:pt x="0" y="3"/>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7" name="íś1iḑe"/>
                <p:cNvSpPr/>
                <p:nvPr/>
              </p:nvSpPr>
              <p:spPr bwMode="auto">
                <a:xfrm>
                  <a:off x="4554538" y="3251200"/>
                  <a:ext cx="119063" cy="58738"/>
                </a:xfrm>
                <a:custGeom>
                  <a:avLst/>
                  <a:gdLst>
                    <a:gd name="T0" fmla="*/ 0 w 36"/>
                    <a:gd name="T1" fmla="*/ 15 h 18"/>
                    <a:gd name="T2" fmla="*/ 2 w 36"/>
                    <a:gd name="T3" fmla="*/ 16 h 18"/>
                    <a:gd name="T4" fmla="*/ 13 w 36"/>
                    <a:gd name="T5" fmla="*/ 18 h 18"/>
                    <a:gd name="T6" fmla="*/ 16 w 36"/>
                    <a:gd name="T7" fmla="*/ 18 h 18"/>
                    <a:gd name="T8" fmla="*/ 22 w 36"/>
                    <a:gd name="T9" fmla="*/ 17 h 18"/>
                    <a:gd name="T10" fmla="*/ 23 w 36"/>
                    <a:gd name="T11" fmla="*/ 17 h 18"/>
                    <a:gd name="T12" fmla="*/ 30 w 36"/>
                    <a:gd name="T13" fmla="*/ 13 h 18"/>
                    <a:gd name="T14" fmla="*/ 36 w 36"/>
                    <a:gd name="T15" fmla="*/ 8 h 18"/>
                    <a:gd name="T16" fmla="*/ 36 w 36"/>
                    <a:gd name="T17" fmla="*/ 7 h 18"/>
                    <a:gd name="T18" fmla="*/ 36 w 36"/>
                    <a:gd name="T19" fmla="*/ 4 h 18"/>
                    <a:gd name="T20" fmla="*/ 32 w 36"/>
                    <a:gd name="T21" fmla="*/ 0 h 18"/>
                    <a:gd name="T22" fmla="*/ 24 w 36"/>
                    <a:gd name="T23" fmla="*/ 3 h 18"/>
                    <a:gd name="T24" fmla="*/ 16 w 36"/>
                    <a:gd name="T25" fmla="*/ 7 h 18"/>
                    <a:gd name="T26" fmla="*/ 0 w 36"/>
                    <a:gd name="T27" fmla="*/ 15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6" h="18">
                      <a:moveTo>
                        <a:pt x="0" y="15"/>
                      </a:moveTo>
                      <a:cubicBezTo>
                        <a:pt x="1" y="16"/>
                        <a:pt x="1" y="16"/>
                        <a:pt x="2" y="16"/>
                      </a:cubicBezTo>
                      <a:cubicBezTo>
                        <a:pt x="6" y="16"/>
                        <a:pt x="9" y="18"/>
                        <a:pt x="13" y="18"/>
                      </a:cubicBezTo>
                      <a:cubicBezTo>
                        <a:pt x="16" y="18"/>
                        <a:pt x="16" y="18"/>
                        <a:pt x="16" y="18"/>
                      </a:cubicBezTo>
                      <a:cubicBezTo>
                        <a:pt x="22" y="17"/>
                        <a:pt x="22" y="17"/>
                        <a:pt x="22" y="17"/>
                      </a:cubicBezTo>
                      <a:cubicBezTo>
                        <a:pt x="23" y="17"/>
                        <a:pt x="23" y="17"/>
                        <a:pt x="23" y="17"/>
                      </a:cubicBezTo>
                      <a:cubicBezTo>
                        <a:pt x="26" y="16"/>
                        <a:pt x="28" y="14"/>
                        <a:pt x="30" y="13"/>
                      </a:cubicBezTo>
                      <a:cubicBezTo>
                        <a:pt x="34" y="11"/>
                        <a:pt x="33" y="10"/>
                        <a:pt x="36" y="8"/>
                      </a:cubicBezTo>
                      <a:cubicBezTo>
                        <a:pt x="36" y="7"/>
                        <a:pt x="36" y="7"/>
                        <a:pt x="36" y="7"/>
                      </a:cubicBezTo>
                      <a:cubicBezTo>
                        <a:pt x="36" y="4"/>
                        <a:pt x="36" y="4"/>
                        <a:pt x="36" y="4"/>
                      </a:cubicBezTo>
                      <a:cubicBezTo>
                        <a:pt x="36" y="1"/>
                        <a:pt x="33" y="2"/>
                        <a:pt x="32" y="0"/>
                      </a:cubicBezTo>
                      <a:cubicBezTo>
                        <a:pt x="29" y="1"/>
                        <a:pt x="27" y="1"/>
                        <a:pt x="24" y="3"/>
                      </a:cubicBezTo>
                      <a:cubicBezTo>
                        <a:pt x="21" y="4"/>
                        <a:pt x="19" y="6"/>
                        <a:pt x="16" y="7"/>
                      </a:cubicBezTo>
                      <a:cubicBezTo>
                        <a:pt x="11" y="11"/>
                        <a:pt x="4" y="10"/>
                        <a:pt x="0" y="1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8" name="iṩ1iḋè"/>
                <p:cNvSpPr/>
                <p:nvPr/>
              </p:nvSpPr>
              <p:spPr bwMode="auto">
                <a:xfrm>
                  <a:off x="6359526" y="3263900"/>
                  <a:ext cx="93663" cy="139700"/>
                </a:xfrm>
                <a:custGeom>
                  <a:avLst/>
                  <a:gdLst>
                    <a:gd name="T0" fmla="*/ 15 w 28"/>
                    <a:gd name="T1" fmla="*/ 1 h 42"/>
                    <a:gd name="T2" fmla="*/ 6 w 28"/>
                    <a:gd name="T3" fmla="*/ 11 h 42"/>
                    <a:gd name="T4" fmla="*/ 6 w 28"/>
                    <a:gd name="T5" fmla="*/ 13 h 42"/>
                    <a:gd name="T6" fmla="*/ 5 w 28"/>
                    <a:gd name="T7" fmla="*/ 16 h 42"/>
                    <a:gd name="T8" fmla="*/ 6 w 28"/>
                    <a:gd name="T9" fmla="*/ 20 h 42"/>
                    <a:gd name="T10" fmla="*/ 6 w 28"/>
                    <a:gd name="T11" fmla="*/ 21 h 42"/>
                    <a:gd name="T12" fmla="*/ 0 w 28"/>
                    <a:gd name="T13" fmla="*/ 38 h 42"/>
                    <a:gd name="T14" fmla="*/ 0 w 28"/>
                    <a:gd name="T15" fmla="*/ 41 h 42"/>
                    <a:gd name="T16" fmla="*/ 3 w 28"/>
                    <a:gd name="T17" fmla="*/ 42 h 42"/>
                    <a:gd name="T18" fmla="*/ 9 w 28"/>
                    <a:gd name="T19" fmla="*/ 32 h 42"/>
                    <a:gd name="T20" fmla="*/ 12 w 28"/>
                    <a:gd name="T21" fmla="*/ 26 h 42"/>
                    <a:gd name="T22" fmla="*/ 14 w 28"/>
                    <a:gd name="T23" fmla="*/ 26 h 42"/>
                    <a:gd name="T24" fmla="*/ 20 w 28"/>
                    <a:gd name="T25" fmla="*/ 26 h 42"/>
                    <a:gd name="T26" fmla="*/ 28 w 28"/>
                    <a:gd name="T27" fmla="*/ 14 h 42"/>
                    <a:gd name="T28" fmla="*/ 28 w 28"/>
                    <a:gd name="T29" fmla="*/ 6 h 42"/>
                    <a:gd name="T30" fmla="*/ 28 w 28"/>
                    <a:gd name="T31" fmla="*/ 5 h 42"/>
                    <a:gd name="T32" fmla="*/ 27 w 28"/>
                    <a:gd name="T33" fmla="*/ 3 h 42"/>
                    <a:gd name="T34" fmla="*/ 26 w 28"/>
                    <a:gd name="T35" fmla="*/ 3 h 42"/>
                    <a:gd name="T36" fmla="*/ 24 w 28"/>
                    <a:gd name="T37" fmla="*/ 3 h 42"/>
                    <a:gd name="T38" fmla="*/ 23 w 28"/>
                    <a:gd name="T39" fmla="*/ 3 h 42"/>
                    <a:gd name="T40" fmla="*/ 20 w 28"/>
                    <a:gd name="T41" fmla="*/ 0 h 42"/>
                    <a:gd name="T42" fmla="*/ 15 w 28"/>
                    <a:gd name="T43" fmla="*/ 1 h 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 h="42">
                      <a:moveTo>
                        <a:pt x="15" y="1"/>
                      </a:moveTo>
                      <a:cubicBezTo>
                        <a:pt x="15" y="10"/>
                        <a:pt x="8" y="6"/>
                        <a:pt x="6" y="11"/>
                      </a:cubicBezTo>
                      <a:cubicBezTo>
                        <a:pt x="6" y="13"/>
                        <a:pt x="6" y="13"/>
                        <a:pt x="6" y="13"/>
                      </a:cubicBezTo>
                      <a:cubicBezTo>
                        <a:pt x="6" y="14"/>
                        <a:pt x="5" y="14"/>
                        <a:pt x="5" y="16"/>
                      </a:cubicBezTo>
                      <a:cubicBezTo>
                        <a:pt x="6" y="20"/>
                        <a:pt x="6" y="20"/>
                        <a:pt x="6" y="20"/>
                      </a:cubicBezTo>
                      <a:cubicBezTo>
                        <a:pt x="6" y="21"/>
                        <a:pt x="6" y="21"/>
                        <a:pt x="6" y="21"/>
                      </a:cubicBezTo>
                      <a:cubicBezTo>
                        <a:pt x="6" y="29"/>
                        <a:pt x="0" y="31"/>
                        <a:pt x="0" y="38"/>
                      </a:cubicBezTo>
                      <a:cubicBezTo>
                        <a:pt x="0" y="41"/>
                        <a:pt x="0" y="41"/>
                        <a:pt x="0" y="41"/>
                      </a:cubicBezTo>
                      <a:cubicBezTo>
                        <a:pt x="2" y="42"/>
                        <a:pt x="2" y="42"/>
                        <a:pt x="3" y="42"/>
                      </a:cubicBezTo>
                      <a:cubicBezTo>
                        <a:pt x="7" y="42"/>
                        <a:pt x="9" y="36"/>
                        <a:pt x="9" y="32"/>
                      </a:cubicBezTo>
                      <a:cubicBezTo>
                        <a:pt x="9" y="29"/>
                        <a:pt x="10" y="26"/>
                        <a:pt x="12" y="26"/>
                      </a:cubicBezTo>
                      <a:cubicBezTo>
                        <a:pt x="14" y="26"/>
                        <a:pt x="14" y="26"/>
                        <a:pt x="14" y="26"/>
                      </a:cubicBezTo>
                      <a:cubicBezTo>
                        <a:pt x="20" y="26"/>
                        <a:pt x="20" y="26"/>
                        <a:pt x="20" y="26"/>
                      </a:cubicBezTo>
                      <a:cubicBezTo>
                        <a:pt x="24" y="24"/>
                        <a:pt x="28" y="21"/>
                        <a:pt x="28" y="14"/>
                      </a:cubicBezTo>
                      <a:cubicBezTo>
                        <a:pt x="28" y="6"/>
                        <a:pt x="28" y="6"/>
                        <a:pt x="28" y="6"/>
                      </a:cubicBezTo>
                      <a:cubicBezTo>
                        <a:pt x="28" y="5"/>
                        <a:pt x="28" y="5"/>
                        <a:pt x="28" y="5"/>
                      </a:cubicBezTo>
                      <a:cubicBezTo>
                        <a:pt x="27" y="3"/>
                        <a:pt x="27" y="3"/>
                        <a:pt x="27" y="3"/>
                      </a:cubicBezTo>
                      <a:cubicBezTo>
                        <a:pt x="26" y="3"/>
                        <a:pt x="26" y="3"/>
                        <a:pt x="26" y="3"/>
                      </a:cubicBezTo>
                      <a:cubicBezTo>
                        <a:pt x="24" y="3"/>
                        <a:pt x="24" y="3"/>
                        <a:pt x="24" y="3"/>
                      </a:cubicBezTo>
                      <a:cubicBezTo>
                        <a:pt x="23" y="3"/>
                        <a:pt x="23" y="3"/>
                        <a:pt x="23" y="3"/>
                      </a:cubicBezTo>
                      <a:cubicBezTo>
                        <a:pt x="20" y="0"/>
                        <a:pt x="20" y="0"/>
                        <a:pt x="20" y="0"/>
                      </a:cubicBezTo>
                      <a:lnTo>
                        <a:pt x="15" y="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9" name="íṩlïḓè"/>
                <p:cNvSpPr/>
                <p:nvPr/>
              </p:nvSpPr>
              <p:spPr bwMode="auto">
                <a:xfrm>
                  <a:off x="5826126" y="3273425"/>
                  <a:ext cx="223838" cy="293688"/>
                </a:xfrm>
                <a:custGeom>
                  <a:avLst/>
                  <a:gdLst>
                    <a:gd name="T0" fmla="*/ 38 w 68"/>
                    <a:gd name="T1" fmla="*/ 16 h 88"/>
                    <a:gd name="T2" fmla="*/ 40 w 68"/>
                    <a:gd name="T3" fmla="*/ 5 h 88"/>
                    <a:gd name="T4" fmla="*/ 36 w 68"/>
                    <a:gd name="T5" fmla="*/ 1 h 88"/>
                    <a:gd name="T6" fmla="*/ 36 w 68"/>
                    <a:gd name="T7" fmla="*/ 1 h 88"/>
                    <a:gd name="T8" fmla="*/ 33 w 68"/>
                    <a:gd name="T9" fmla="*/ 0 h 88"/>
                    <a:gd name="T10" fmla="*/ 24 w 68"/>
                    <a:gd name="T11" fmla="*/ 7 h 88"/>
                    <a:gd name="T12" fmla="*/ 24 w 68"/>
                    <a:gd name="T13" fmla="*/ 8 h 88"/>
                    <a:gd name="T14" fmla="*/ 26 w 68"/>
                    <a:gd name="T15" fmla="*/ 18 h 88"/>
                    <a:gd name="T16" fmla="*/ 27 w 68"/>
                    <a:gd name="T17" fmla="*/ 28 h 88"/>
                    <a:gd name="T18" fmla="*/ 27 w 68"/>
                    <a:gd name="T19" fmla="*/ 39 h 88"/>
                    <a:gd name="T20" fmla="*/ 16 w 68"/>
                    <a:gd name="T21" fmla="*/ 48 h 88"/>
                    <a:gd name="T22" fmla="*/ 7 w 68"/>
                    <a:gd name="T23" fmla="*/ 49 h 88"/>
                    <a:gd name="T24" fmla="*/ 5 w 68"/>
                    <a:gd name="T25" fmla="*/ 49 h 88"/>
                    <a:gd name="T26" fmla="*/ 4 w 68"/>
                    <a:gd name="T27" fmla="*/ 49 h 88"/>
                    <a:gd name="T28" fmla="*/ 0 w 68"/>
                    <a:gd name="T29" fmla="*/ 54 h 88"/>
                    <a:gd name="T30" fmla="*/ 5 w 68"/>
                    <a:gd name="T31" fmla="*/ 60 h 88"/>
                    <a:gd name="T32" fmla="*/ 11 w 68"/>
                    <a:gd name="T33" fmla="*/ 60 h 88"/>
                    <a:gd name="T34" fmla="*/ 13 w 68"/>
                    <a:gd name="T35" fmla="*/ 59 h 88"/>
                    <a:gd name="T36" fmla="*/ 20 w 68"/>
                    <a:gd name="T37" fmla="*/ 66 h 88"/>
                    <a:gd name="T38" fmla="*/ 17 w 68"/>
                    <a:gd name="T39" fmla="*/ 72 h 88"/>
                    <a:gd name="T40" fmla="*/ 13 w 68"/>
                    <a:gd name="T41" fmla="*/ 76 h 88"/>
                    <a:gd name="T42" fmla="*/ 2 w 68"/>
                    <a:gd name="T43" fmla="*/ 82 h 88"/>
                    <a:gd name="T44" fmla="*/ 2 w 68"/>
                    <a:gd name="T45" fmla="*/ 83 h 88"/>
                    <a:gd name="T46" fmla="*/ 2 w 68"/>
                    <a:gd name="T47" fmla="*/ 87 h 88"/>
                    <a:gd name="T48" fmla="*/ 4 w 68"/>
                    <a:gd name="T49" fmla="*/ 88 h 88"/>
                    <a:gd name="T50" fmla="*/ 25 w 68"/>
                    <a:gd name="T51" fmla="*/ 77 h 88"/>
                    <a:gd name="T52" fmla="*/ 31 w 68"/>
                    <a:gd name="T53" fmla="*/ 69 h 88"/>
                    <a:gd name="T54" fmla="*/ 40 w 68"/>
                    <a:gd name="T55" fmla="*/ 63 h 88"/>
                    <a:gd name="T56" fmla="*/ 52 w 68"/>
                    <a:gd name="T57" fmla="*/ 70 h 88"/>
                    <a:gd name="T58" fmla="*/ 48 w 68"/>
                    <a:gd name="T59" fmla="*/ 79 h 88"/>
                    <a:gd name="T60" fmla="*/ 59 w 68"/>
                    <a:gd name="T61" fmla="*/ 81 h 88"/>
                    <a:gd name="T62" fmla="*/ 68 w 68"/>
                    <a:gd name="T63" fmla="*/ 71 h 88"/>
                    <a:gd name="T64" fmla="*/ 59 w 68"/>
                    <a:gd name="T65" fmla="*/ 62 h 88"/>
                    <a:gd name="T66" fmla="*/ 44 w 68"/>
                    <a:gd name="T67" fmla="*/ 60 h 88"/>
                    <a:gd name="T68" fmla="*/ 42 w 68"/>
                    <a:gd name="T69" fmla="*/ 60 h 88"/>
                    <a:gd name="T70" fmla="*/ 36 w 68"/>
                    <a:gd name="T71" fmla="*/ 53 h 88"/>
                    <a:gd name="T72" fmla="*/ 48 w 68"/>
                    <a:gd name="T73" fmla="*/ 42 h 88"/>
                    <a:gd name="T74" fmla="*/ 59 w 68"/>
                    <a:gd name="T75" fmla="*/ 32 h 88"/>
                    <a:gd name="T76" fmla="*/ 59 w 68"/>
                    <a:gd name="T77" fmla="*/ 30 h 88"/>
                    <a:gd name="T78" fmla="*/ 59 w 68"/>
                    <a:gd name="T79" fmla="*/ 29 h 88"/>
                    <a:gd name="T80" fmla="*/ 54 w 68"/>
                    <a:gd name="T81" fmla="*/ 26 h 88"/>
                    <a:gd name="T82" fmla="*/ 51 w 68"/>
                    <a:gd name="T83" fmla="*/ 27 h 88"/>
                    <a:gd name="T84" fmla="*/ 50 w 68"/>
                    <a:gd name="T85" fmla="*/ 27 h 88"/>
                    <a:gd name="T86" fmla="*/ 41 w 68"/>
                    <a:gd name="T87" fmla="*/ 33 h 88"/>
                    <a:gd name="T88" fmla="*/ 38 w 68"/>
                    <a:gd name="T89" fmla="*/ 28 h 88"/>
                    <a:gd name="T90" fmla="*/ 38 w 68"/>
                    <a:gd name="T91" fmla="*/ 27 h 88"/>
                    <a:gd name="T92" fmla="*/ 38 w 68"/>
                    <a:gd name="T93" fmla="*/ 16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68" h="88">
                      <a:moveTo>
                        <a:pt x="38" y="16"/>
                      </a:moveTo>
                      <a:cubicBezTo>
                        <a:pt x="39" y="11"/>
                        <a:pt x="40" y="9"/>
                        <a:pt x="40" y="5"/>
                      </a:cubicBezTo>
                      <a:cubicBezTo>
                        <a:pt x="40" y="3"/>
                        <a:pt x="38" y="1"/>
                        <a:pt x="36" y="1"/>
                      </a:cubicBezTo>
                      <a:cubicBezTo>
                        <a:pt x="36" y="1"/>
                        <a:pt x="36" y="1"/>
                        <a:pt x="36" y="1"/>
                      </a:cubicBezTo>
                      <a:cubicBezTo>
                        <a:pt x="34" y="1"/>
                        <a:pt x="34" y="1"/>
                        <a:pt x="33" y="0"/>
                      </a:cubicBezTo>
                      <a:cubicBezTo>
                        <a:pt x="28" y="3"/>
                        <a:pt x="28" y="1"/>
                        <a:pt x="24" y="7"/>
                      </a:cubicBezTo>
                      <a:cubicBezTo>
                        <a:pt x="24" y="8"/>
                        <a:pt x="24" y="8"/>
                        <a:pt x="24" y="8"/>
                      </a:cubicBezTo>
                      <a:cubicBezTo>
                        <a:pt x="24" y="12"/>
                        <a:pt x="26" y="14"/>
                        <a:pt x="26" y="18"/>
                      </a:cubicBezTo>
                      <a:cubicBezTo>
                        <a:pt x="27" y="28"/>
                        <a:pt x="27" y="28"/>
                        <a:pt x="27" y="28"/>
                      </a:cubicBezTo>
                      <a:cubicBezTo>
                        <a:pt x="27" y="39"/>
                        <a:pt x="27" y="39"/>
                        <a:pt x="27" y="39"/>
                      </a:cubicBezTo>
                      <a:cubicBezTo>
                        <a:pt x="28" y="45"/>
                        <a:pt x="22" y="48"/>
                        <a:pt x="16" y="48"/>
                      </a:cubicBezTo>
                      <a:cubicBezTo>
                        <a:pt x="7" y="49"/>
                        <a:pt x="7" y="49"/>
                        <a:pt x="7" y="49"/>
                      </a:cubicBezTo>
                      <a:cubicBezTo>
                        <a:pt x="5" y="49"/>
                        <a:pt x="5" y="49"/>
                        <a:pt x="5" y="49"/>
                      </a:cubicBezTo>
                      <a:cubicBezTo>
                        <a:pt x="4" y="49"/>
                        <a:pt x="4" y="49"/>
                        <a:pt x="4" y="49"/>
                      </a:cubicBezTo>
                      <a:cubicBezTo>
                        <a:pt x="2" y="50"/>
                        <a:pt x="0" y="51"/>
                        <a:pt x="0" y="54"/>
                      </a:cubicBezTo>
                      <a:cubicBezTo>
                        <a:pt x="0" y="56"/>
                        <a:pt x="3" y="60"/>
                        <a:pt x="5" y="60"/>
                      </a:cubicBezTo>
                      <a:cubicBezTo>
                        <a:pt x="11" y="60"/>
                        <a:pt x="11" y="60"/>
                        <a:pt x="11" y="60"/>
                      </a:cubicBezTo>
                      <a:cubicBezTo>
                        <a:pt x="12" y="60"/>
                        <a:pt x="12" y="60"/>
                        <a:pt x="13" y="59"/>
                      </a:cubicBezTo>
                      <a:cubicBezTo>
                        <a:pt x="17" y="62"/>
                        <a:pt x="17" y="60"/>
                        <a:pt x="20" y="66"/>
                      </a:cubicBezTo>
                      <a:cubicBezTo>
                        <a:pt x="18" y="69"/>
                        <a:pt x="20" y="68"/>
                        <a:pt x="17" y="72"/>
                      </a:cubicBezTo>
                      <a:cubicBezTo>
                        <a:pt x="15" y="73"/>
                        <a:pt x="15" y="75"/>
                        <a:pt x="13" y="76"/>
                      </a:cubicBezTo>
                      <a:cubicBezTo>
                        <a:pt x="8" y="79"/>
                        <a:pt x="7" y="80"/>
                        <a:pt x="2" y="82"/>
                      </a:cubicBezTo>
                      <a:cubicBezTo>
                        <a:pt x="2" y="83"/>
                        <a:pt x="2" y="83"/>
                        <a:pt x="2" y="83"/>
                      </a:cubicBezTo>
                      <a:cubicBezTo>
                        <a:pt x="2" y="87"/>
                        <a:pt x="2" y="87"/>
                        <a:pt x="2" y="87"/>
                      </a:cubicBezTo>
                      <a:cubicBezTo>
                        <a:pt x="4" y="87"/>
                        <a:pt x="3" y="88"/>
                        <a:pt x="4" y="88"/>
                      </a:cubicBezTo>
                      <a:cubicBezTo>
                        <a:pt x="13" y="88"/>
                        <a:pt x="20" y="82"/>
                        <a:pt x="25" y="77"/>
                      </a:cubicBezTo>
                      <a:cubicBezTo>
                        <a:pt x="26" y="76"/>
                        <a:pt x="30" y="71"/>
                        <a:pt x="31" y="69"/>
                      </a:cubicBezTo>
                      <a:cubicBezTo>
                        <a:pt x="33" y="65"/>
                        <a:pt x="35" y="63"/>
                        <a:pt x="40" y="63"/>
                      </a:cubicBezTo>
                      <a:cubicBezTo>
                        <a:pt x="45" y="63"/>
                        <a:pt x="49" y="67"/>
                        <a:pt x="52" y="70"/>
                      </a:cubicBezTo>
                      <a:cubicBezTo>
                        <a:pt x="48" y="79"/>
                        <a:pt x="48" y="79"/>
                        <a:pt x="48" y="79"/>
                      </a:cubicBezTo>
                      <a:cubicBezTo>
                        <a:pt x="50" y="79"/>
                        <a:pt x="58" y="81"/>
                        <a:pt x="59" y="81"/>
                      </a:cubicBezTo>
                      <a:cubicBezTo>
                        <a:pt x="65" y="81"/>
                        <a:pt x="67" y="76"/>
                        <a:pt x="68" y="71"/>
                      </a:cubicBezTo>
                      <a:cubicBezTo>
                        <a:pt x="67" y="65"/>
                        <a:pt x="63" y="64"/>
                        <a:pt x="59" y="62"/>
                      </a:cubicBezTo>
                      <a:cubicBezTo>
                        <a:pt x="53" y="59"/>
                        <a:pt x="51" y="60"/>
                        <a:pt x="44" y="60"/>
                      </a:cubicBezTo>
                      <a:cubicBezTo>
                        <a:pt x="43" y="60"/>
                        <a:pt x="43" y="60"/>
                        <a:pt x="42" y="60"/>
                      </a:cubicBezTo>
                      <a:cubicBezTo>
                        <a:pt x="40" y="59"/>
                        <a:pt x="36" y="56"/>
                        <a:pt x="36" y="53"/>
                      </a:cubicBezTo>
                      <a:cubicBezTo>
                        <a:pt x="36" y="51"/>
                        <a:pt x="45" y="44"/>
                        <a:pt x="48" y="42"/>
                      </a:cubicBezTo>
                      <a:cubicBezTo>
                        <a:pt x="50" y="41"/>
                        <a:pt x="59" y="34"/>
                        <a:pt x="59" y="32"/>
                      </a:cubicBezTo>
                      <a:cubicBezTo>
                        <a:pt x="59" y="30"/>
                        <a:pt x="59" y="30"/>
                        <a:pt x="59" y="30"/>
                      </a:cubicBezTo>
                      <a:cubicBezTo>
                        <a:pt x="59" y="29"/>
                        <a:pt x="59" y="29"/>
                        <a:pt x="59" y="29"/>
                      </a:cubicBezTo>
                      <a:cubicBezTo>
                        <a:pt x="54" y="26"/>
                        <a:pt x="54" y="26"/>
                        <a:pt x="54" y="26"/>
                      </a:cubicBezTo>
                      <a:cubicBezTo>
                        <a:pt x="53" y="27"/>
                        <a:pt x="53" y="27"/>
                        <a:pt x="51" y="27"/>
                      </a:cubicBezTo>
                      <a:cubicBezTo>
                        <a:pt x="50" y="27"/>
                        <a:pt x="50" y="27"/>
                        <a:pt x="50" y="27"/>
                      </a:cubicBezTo>
                      <a:cubicBezTo>
                        <a:pt x="46" y="32"/>
                        <a:pt x="46" y="30"/>
                        <a:pt x="41" y="33"/>
                      </a:cubicBezTo>
                      <a:cubicBezTo>
                        <a:pt x="40" y="31"/>
                        <a:pt x="39" y="30"/>
                        <a:pt x="38" y="28"/>
                      </a:cubicBezTo>
                      <a:cubicBezTo>
                        <a:pt x="38" y="27"/>
                        <a:pt x="38" y="27"/>
                        <a:pt x="38" y="27"/>
                      </a:cubicBezTo>
                      <a:lnTo>
                        <a:pt x="38" y="16"/>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0" name="ísḷïďè"/>
                <p:cNvSpPr/>
                <p:nvPr/>
              </p:nvSpPr>
              <p:spPr bwMode="auto">
                <a:xfrm>
                  <a:off x="4518026" y="3506788"/>
                  <a:ext cx="53975" cy="71438"/>
                </a:xfrm>
                <a:custGeom>
                  <a:avLst/>
                  <a:gdLst>
                    <a:gd name="T0" fmla="*/ 14 w 16"/>
                    <a:gd name="T1" fmla="*/ 17 h 21"/>
                    <a:gd name="T2" fmla="*/ 16 w 16"/>
                    <a:gd name="T3" fmla="*/ 12 h 21"/>
                    <a:gd name="T4" fmla="*/ 11 w 16"/>
                    <a:gd name="T5" fmla="*/ 5 h 21"/>
                    <a:gd name="T6" fmla="*/ 5 w 16"/>
                    <a:gd name="T7" fmla="*/ 0 h 21"/>
                    <a:gd name="T8" fmla="*/ 2 w 16"/>
                    <a:gd name="T9" fmla="*/ 4 h 21"/>
                    <a:gd name="T10" fmla="*/ 2 w 16"/>
                    <a:gd name="T11" fmla="*/ 5 h 21"/>
                    <a:gd name="T12" fmla="*/ 2 w 16"/>
                    <a:gd name="T13" fmla="*/ 8 h 21"/>
                    <a:gd name="T14" fmla="*/ 2 w 16"/>
                    <a:gd name="T15" fmla="*/ 9 h 21"/>
                    <a:gd name="T16" fmla="*/ 0 w 16"/>
                    <a:gd name="T17" fmla="*/ 17 h 21"/>
                    <a:gd name="T18" fmla="*/ 3 w 16"/>
                    <a:gd name="T19" fmla="*/ 21 h 21"/>
                    <a:gd name="T20" fmla="*/ 4 w 16"/>
                    <a:gd name="T21" fmla="*/ 21 h 21"/>
                    <a:gd name="T22" fmla="*/ 5 w 16"/>
                    <a:gd name="T23" fmla="*/ 21 h 21"/>
                    <a:gd name="T24" fmla="*/ 14 w 16"/>
                    <a:gd name="T25" fmla="*/ 17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1">
                      <a:moveTo>
                        <a:pt x="14" y="17"/>
                      </a:moveTo>
                      <a:cubicBezTo>
                        <a:pt x="14" y="15"/>
                        <a:pt x="16" y="13"/>
                        <a:pt x="16" y="12"/>
                      </a:cubicBezTo>
                      <a:cubicBezTo>
                        <a:pt x="16" y="11"/>
                        <a:pt x="12" y="7"/>
                        <a:pt x="11" y="5"/>
                      </a:cubicBezTo>
                      <a:cubicBezTo>
                        <a:pt x="11" y="3"/>
                        <a:pt x="8" y="0"/>
                        <a:pt x="5" y="0"/>
                      </a:cubicBezTo>
                      <a:cubicBezTo>
                        <a:pt x="4" y="0"/>
                        <a:pt x="3" y="3"/>
                        <a:pt x="2" y="4"/>
                      </a:cubicBezTo>
                      <a:cubicBezTo>
                        <a:pt x="2" y="5"/>
                        <a:pt x="2" y="5"/>
                        <a:pt x="2" y="5"/>
                      </a:cubicBezTo>
                      <a:cubicBezTo>
                        <a:pt x="2" y="8"/>
                        <a:pt x="2" y="8"/>
                        <a:pt x="2" y="8"/>
                      </a:cubicBezTo>
                      <a:cubicBezTo>
                        <a:pt x="2" y="9"/>
                        <a:pt x="2" y="9"/>
                        <a:pt x="2" y="9"/>
                      </a:cubicBezTo>
                      <a:cubicBezTo>
                        <a:pt x="1" y="11"/>
                        <a:pt x="0" y="14"/>
                        <a:pt x="0" y="17"/>
                      </a:cubicBezTo>
                      <a:cubicBezTo>
                        <a:pt x="0" y="19"/>
                        <a:pt x="1" y="20"/>
                        <a:pt x="3" y="21"/>
                      </a:cubicBezTo>
                      <a:cubicBezTo>
                        <a:pt x="4" y="21"/>
                        <a:pt x="4" y="21"/>
                        <a:pt x="4" y="21"/>
                      </a:cubicBezTo>
                      <a:cubicBezTo>
                        <a:pt x="5" y="21"/>
                        <a:pt x="5" y="21"/>
                        <a:pt x="5" y="21"/>
                      </a:cubicBezTo>
                      <a:cubicBezTo>
                        <a:pt x="7" y="21"/>
                        <a:pt x="11" y="17"/>
                        <a:pt x="14" y="17"/>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1" name="îṧļîḓé"/>
                <p:cNvSpPr/>
                <p:nvPr/>
              </p:nvSpPr>
              <p:spPr bwMode="auto">
                <a:xfrm>
                  <a:off x="5319713" y="3133725"/>
                  <a:ext cx="222250" cy="500063"/>
                </a:xfrm>
                <a:custGeom>
                  <a:avLst/>
                  <a:gdLst>
                    <a:gd name="T0" fmla="*/ 47 w 67"/>
                    <a:gd name="T1" fmla="*/ 96 h 150"/>
                    <a:gd name="T2" fmla="*/ 51 w 67"/>
                    <a:gd name="T3" fmla="*/ 96 h 150"/>
                    <a:gd name="T4" fmla="*/ 46 w 67"/>
                    <a:gd name="T5" fmla="*/ 114 h 150"/>
                    <a:gd name="T6" fmla="*/ 42 w 67"/>
                    <a:gd name="T7" fmla="*/ 113 h 150"/>
                    <a:gd name="T8" fmla="*/ 39 w 67"/>
                    <a:gd name="T9" fmla="*/ 108 h 150"/>
                    <a:gd name="T10" fmla="*/ 21 w 67"/>
                    <a:gd name="T11" fmla="*/ 78 h 150"/>
                    <a:gd name="T12" fmla="*/ 29 w 67"/>
                    <a:gd name="T13" fmla="*/ 73 h 150"/>
                    <a:gd name="T14" fmla="*/ 32 w 67"/>
                    <a:gd name="T15" fmla="*/ 74 h 150"/>
                    <a:gd name="T16" fmla="*/ 32 w 67"/>
                    <a:gd name="T17" fmla="*/ 77 h 150"/>
                    <a:gd name="T18" fmla="*/ 32 w 67"/>
                    <a:gd name="T19" fmla="*/ 79 h 150"/>
                    <a:gd name="T20" fmla="*/ 21 w 67"/>
                    <a:gd name="T21" fmla="*/ 78 h 150"/>
                    <a:gd name="T22" fmla="*/ 53 w 67"/>
                    <a:gd name="T23" fmla="*/ 118 h 150"/>
                    <a:gd name="T24" fmla="*/ 66 w 67"/>
                    <a:gd name="T25" fmla="*/ 108 h 150"/>
                    <a:gd name="T26" fmla="*/ 60 w 67"/>
                    <a:gd name="T27" fmla="*/ 98 h 150"/>
                    <a:gd name="T28" fmla="*/ 51 w 67"/>
                    <a:gd name="T29" fmla="*/ 82 h 150"/>
                    <a:gd name="T30" fmla="*/ 47 w 67"/>
                    <a:gd name="T31" fmla="*/ 71 h 150"/>
                    <a:gd name="T32" fmla="*/ 60 w 67"/>
                    <a:gd name="T33" fmla="*/ 58 h 150"/>
                    <a:gd name="T34" fmla="*/ 53 w 67"/>
                    <a:gd name="T35" fmla="*/ 52 h 150"/>
                    <a:gd name="T36" fmla="*/ 44 w 67"/>
                    <a:gd name="T37" fmla="*/ 50 h 150"/>
                    <a:gd name="T38" fmla="*/ 48 w 67"/>
                    <a:gd name="T39" fmla="*/ 38 h 150"/>
                    <a:gd name="T40" fmla="*/ 66 w 67"/>
                    <a:gd name="T41" fmla="*/ 17 h 150"/>
                    <a:gd name="T42" fmla="*/ 66 w 67"/>
                    <a:gd name="T43" fmla="*/ 13 h 150"/>
                    <a:gd name="T44" fmla="*/ 56 w 67"/>
                    <a:gd name="T45" fmla="*/ 1 h 150"/>
                    <a:gd name="T46" fmla="*/ 55 w 67"/>
                    <a:gd name="T47" fmla="*/ 7 h 150"/>
                    <a:gd name="T48" fmla="*/ 50 w 67"/>
                    <a:gd name="T49" fmla="*/ 18 h 150"/>
                    <a:gd name="T50" fmla="*/ 42 w 67"/>
                    <a:gd name="T51" fmla="*/ 15 h 150"/>
                    <a:gd name="T52" fmla="*/ 40 w 67"/>
                    <a:gd name="T53" fmla="*/ 15 h 150"/>
                    <a:gd name="T54" fmla="*/ 41 w 67"/>
                    <a:gd name="T55" fmla="*/ 26 h 150"/>
                    <a:gd name="T56" fmla="*/ 41 w 67"/>
                    <a:gd name="T57" fmla="*/ 30 h 150"/>
                    <a:gd name="T58" fmla="*/ 37 w 67"/>
                    <a:gd name="T59" fmla="*/ 33 h 150"/>
                    <a:gd name="T60" fmla="*/ 30 w 67"/>
                    <a:gd name="T61" fmla="*/ 29 h 150"/>
                    <a:gd name="T62" fmla="*/ 9 w 67"/>
                    <a:gd name="T63" fmla="*/ 50 h 150"/>
                    <a:gd name="T64" fmla="*/ 4 w 67"/>
                    <a:gd name="T65" fmla="*/ 59 h 150"/>
                    <a:gd name="T66" fmla="*/ 23 w 67"/>
                    <a:gd name="T67" fmla="*/ 51 h 150"/>
                    <a:gd name="T68" fmla="*/ 30 w 67"/>
                    <a:gd name="T69" fmla="*/ 58 h 150"/>
                    <a:gd name="T70" fmla="*/ 26 w 67"/>
                    <a:gd name="T71" fmla="*/ 65 h 150"/>
                    <a:gd name="T72" fmla="*/ 19 w 67"/>
                    <a:gd name="T73" fmla="*/ 64 h 150"/>
                    <a:gd name="T74" fmla="*/ 16 w 67"/>
                    <a:gd name="T75" fmla="*/ 67 h 150"/>
                    <a:gd name="T76" fmla="*/ 16 w 67"/>
                    <a:gd name="T77" fmla="*/ 72 h 150"/>
                    <a:gd name="T78" fmla="*/ 3 w 67"/>
                    <a:gd name="T79" fmla="*/ 105 h 150"/>
                    <a:gd name="T80" fmla="*/ 6 w 67"/>
                    <a:gd name="T81" fmla="*/ 110 h 150"/>
                    <a:gd name="T82" fmla="*/ 9 w 67"/>
                    <a:gd name="T83" fmla="*/ 111 h 150"/>
                    <a:gd name="T84" fmla="*/ 24 w 67"/>
                    <a:gd name="T85" fmla="*/ 89 h 150"/>
                    <a:gd name="T86" fmla="*/ 32 w 67"/>
                    <a:gd name="T87" fmla="*/ 93 h 150"/>
                    <a:gd name="T88" fmla="*/ 32 w 67"/>
                    <a:gd name="T89" fmla="*/ 96 h 150"/>
                    <a:gd name="T90" fmla="*/ 29 w 67"/>
                    <a:gd name="T91" fmla="*/ 113 h 150"/>
                    <a:gd name="T92" fmla="*/ 29 w 67"/>
                    <a:gd name="T93" fmla="*/ 115 h 150"/>
                    <a:gd name="T94" fmla="*/ 22 w 67"/>
                    <a:gd name="T95" fmla="*/ 122 h 150"/>
                    <a:gd name="T96" fmla="*/ 10 w 67"/>
                    <a:gd name="T97" fmla="*/ 124 h 150"/>
                    <a:gd name="T98" fmla="*/ 15 w 67"/>
                    <a:gd name="T99" fmla="*/ 144 h 150"/>
                    <a:gd name="T100" fmla="*/ 17 w 67"/>
                    <a:gd name="T101" fmla="*/ 150 h 150"/>
                    <a:gd name="T102" fmla="*/ 38 w 67"/>
                    <a:gd name="T103" fmla="*/ 125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67" h="150">
                      <a:moveTo>
                        <a:pt x="39" y="107"/>
                      </a:moveTo>
                      <a:cubicBezTo>
                        <a:pt x="39" y="103"/>
                        <a:pt x="44" y="96"/>
                        <a:pt x="47" y="96"/>
                      </a:cubicBezTo>
                      <a:cubicBezTo>
                        <a:pt x="50" y="96"/>
                        <a:pt x="50" y="96"/>
                        <a:pt x="50" y="96"/>
                      </a:cubicBezTo>
                      <a:cubicBezTo>
                        <a:pt x="51" y="96"/>
                        <a:pt x="51" y="96"/>
                        <a:pt x="51" y="96"/>
                      </a:cubicBezTo>
                      <a:cubicBezTo>
                        <a:pt x="53" y="98"/>
                        <a:pt x="55" y="101"/>
                        <a:pt x="55" y="104"/>
                      </a:cubicBezTo>
                      <a:cubicBezTo>
                        <a:pt x="55" y="108"/>
                        <a:pt x="49" y="112"/>
                        <a:pt x="46" y="114"/>
                      </a:cubicBezTo>
                      <a:cubicBezTo>
                        <a:pt x="45" y="114"/>
                        <a:pt x="45" y="113"/>
                        <a:pt x="43" y="113"/>
                      </a:cubicBezTo>
                      <a:cubicBezTo>
                        <a:pt x="42" y="113"/>
                        <a:pt x="42" y="113"/>
                        <a:pt x="42" y="113"/>
                      </a:cubicBezTo>
                      <a:cubicBezTo>
                        <a:pt x="39" y="109"/>
                        <a:pt x="39" y="109"/>
                        <a:pt x="39" y="109"/>
                      </a:cubicBezTo>
                      <a:cubicBezTo>
                        <a:pt x="39" y="108"/>
                        <a:pt x="39" y="108"/>
                        <a:pt x="39" y="108"/>
                      </a:cubicBezTo>
                      <a:cubicBezTo>
                        <a:pt x="39" y="107"/>
                        <a:pt x="39" y="107"/>
                        <a:pt x="39" y="107"/>
                      </a:cubicBezTo>
                      <a:close/>
                      <a:moveTo>
                        <a:pt x="21" y="78"/>
                      </a:moveTo>
                      <a:cubicBezTo>
                        <a:pt x="21" y="77"/>
                        <a:pt x="25" y="73"/>
                        <a:pt x="26" y="73"/>
                      </a:cubicBezTo>
                      <a:cubicBezTo>
                        <a:pt x="27" y="73"/>
                        <a:pt x="27" y="73"/>
                        <a:pt x="29" y="73"/>
                      </a:cubicBezTo>
                      <a:cubicBezTo>
                        <a:pt x="30" y="73"/>
                        <a:pt x="30" y="73"/>
                        <a:pt x="30" y="73"/>
                      </a:cubicBezTo>
                      <a:cubicBezTo>
                        <a:pt x="32" y="74"/>
                        <a:pt x="32" y="74"/>
                        <a:pt x="32" y="74"/>
                      </a:cubicBezTo>
                      <a:cubicBezTo>
                        <a:pt x="32" y="76"/>
                        <a:pt x="32" y="76"/>
                        <a:pt x="32" y="76"/>
                      </a:cubicBezTo>
                      <a:cubicBezTo>
                        <a:pt x="32" y="77"/>
                        <a:pt x="32" y="77"/>
                        <a:pt x="32" y="77"/>
                      </a:cubicBezTo>
                      <a:cubicBezTo>
                        <a:pt x="32" y="78"/>
                        <a:pt x="32" y="78"/>
                        <a:pt x="32" y="78"/>
                      </a:cubicBezTo>
                      <a:cubicBezTo>
                        <a:pt x="32" y="79"/>
                        <a:pt x="32" y="79"/>
                        <a:pt x="32" y="79"/>
                      </a:cubicBezTo>
                      <a:cubicBezTo>
                        <a:pt x="31" y="82"/>
                        <a:pt x="29" y="83"/>
                        <a:pt x="25" y="83"/>
                      </a:cubicBezTo>
                      <a:cubicBezTo>
                        <a:pt x="23" y="83"/>
                        <a:pt x="21" y="81"/>
                        <a:pt x="21" y="78"/>
                      </a:cubicBezTo>
                      <a:close/>
                      <a:moveTo>
                        <a:pt x="38" y="125"/>
                      </a:moveTo>
                      <a:cubicBezTo>
                        <a:pt x="43" y="122"/>
                        <a:pt x="47" y="120"/>
                        <a:pt x="53" y="118"/>
                      </a:cubicBezTo>
                      <a:cubicBezTo>
                        <a:pt x="57" y="116"/>
                        <a:pt x="57" y="116"/>
                        <a:pt x="60" y="114"/>
                      </a:cubicBezTo>
                      <a:cubicBezTo>
                        <a:pt x="64" y="111"/>
                        <a:pt x="63" y="110"/>
                        <a:pt x="66" y="108"/>
                      </a:cubicBezTo>
                      <a:cubicBezTo>
                        <a:pt x="67" y="104"/>
                        <a:pt x="67" y="104"/>
                        <a:pt x="67" y="104"/>
                      </a:cubicBezTo>
                      <a:cubicBezTo>
                        <a:pt x="64" y="100"/>
                        <a:pt x="64" y="101"/>
                        <a:pt x="60" y="98"/>
                      </a:cubicBezTo>
                      <a:cubicBezTo>
                        <a:pt x="58" y="96"/>
                        <a:pt x="55" y="95"/>
                        <a:pt x="54" y="92"/>
                      </a:cubicBezTo>
                      <a:cubicBezTo>
                        <a:pt x="53" y="88"/>
                        <a:pt x="53" y="84"/>
                        <a:pt x="51" y="82"/>
                      </a:cubicBezTo>
                      <a:cubicBezTo>
                        <a:pt x="49" y="79"/>
                        <a:pt x="47" y="77"/>
                        <a:pt x="47" y="73"/>
                      </a:cubicBezTo>
                      <a:cubicBezTo>
                        <a:pt x="47" y="72"/>
                        <a:pt x="47" y="72"/>
                        <a:pt x="47" y="71"/>
                      </a:cubicBezTo>
                      <a:cubicBezTo>
                        <a:pt x="49" y="67"/>
                        <a:pt x="47" y="67"/>
                        <a:pt x="53" y="64"/>
                      </a:cubicBezTo>
                      <a:cubicBezTo>
                        <a:pt x="55" y="64"/>
                        <a:pt x="60" y="60"/>
                        <a:pt x="60" y="58"/>
                      </a:cubicBezTo>
                      <a:cubicBezTo>
                        <a:pt x="60" y="55"/>
                        <a:pt x="60" y="55"/>
                        <a:pt x="60" y="55"/>
                      </a:cubicBezTo>
                      <a:cubicBezTo>
                        <a:pt x="60" y="53"/>
                        <a:pt x="56" y="51"/>
                        <a:pt x="53" y="52"/>
                      </a:cubicBezTo>
                      <a:cubicBezTo>
                        <a:pt x="47" y="52"/>
                        <a:pt x="47" y="52"/>
                        <a:pt x="47" y="52"/>
                      </a:cubicBezTo>
                      <a:cubicBezTo>
                        <a:pt x="46" y="52"/>
                        <a:pt x="45" y="51"/>
                        <a:pt x="44" y="50"/>
                      </a:cubicBezTo>
                      <a:cubicBezTo>
                        <a:pt x="44" y="47"/>
                        <a:pt x="44" y="47"/>
                        <a:pt x="44" y="47"/>
                      </a:cubicBezTo>
                      <a:cubicBezTo>
                        <a:pt x="44" y="44"/>
                        <a:pt x="47" y="41"/>
                        <a:pt x="48" y="38"/>
                      </a:cubicBezTo>
                      <a:cubicBezTo>
                        <a:pt x="49" y="34"/>
                        <a:pt x="50" y="33"/>
                        <a:pt x="53" y="30"/>
                      </a:cubicBezTo>
                      <a:cubicBezTo>
                        <a:pt x="56" y="27"/>
                        <a:pt x="66" y="22"/>
                        <a:pt x="66" y="17"/>
                      </a:cubicBezTo>
                      <a:cubicBezTo>
                        <a:pt x="66" y="14"/>
                        <a:pt x="66" y="14"/>
                        <a:pt x="66" y="14"/>
                      </a:cubicBezTo>
                      <a:cubicBezTo>
                        <a:pt x="66" y="13"/>
                        <a:pt x="66" y="13"/>
                        <a:pt x="66" y="13"/>
                      </a:cubicBezTo>
                      <a:cubicBezTo>
                        <a:pt x="65" y="10"/>
                        <a:pt x="62" y="0"/>
                        <a:pt x="58" y="0"/>
                      </a:cubicBezTo>
                      <a:cubicBezTo>
                        <a:pt x="57" y="0"/>
                        <a:pt x="57" y="0"/>
                        <a:pt x="56" y="1"/>
                      </a:cubicBezTo>
                      <a:cubicBezTo>
                        <a:pt x="56" y="3"/>
                        <a:pt x="55" y="3"/>
                        <a:pt x="55" y="5"/>
                      </a:cubicBezTo>
                      <a:cubicBezTo>
                        <a:pt x="55" y="7"/>
                        <a:pt x="55" y="7"/>
                        <a:pt x="55" y="7"/>
                      </a:cubicBezTo>
                      <a:cubicBezTo>
                        <a:pt x="55" y="11"/>
                        <a:pt x="53" y="15"/>
                        <a:pt x="51" y="18"/>
                      </a:cubicBezTo>
                      <a:cubicBezTo>
                        <a:pt x="50" y="18"/>
                        <a:pt x="50" y="18"/>
                        <a:pt x="50" y="18"/>
                      </a:cubicBezTo>
                      <a:cubicBezTo>
                        <a:pt x="48" y="18"/>
                        <a:pt x="48" y="18"/>
                        <a:pt x="47" y="19"/>
                      </a:cubicBezTo>
                      <a:cubicBezTo>
                        <a:pt x="42" y="15"/>
                        <a:pt x="42" y="15"/>
                        <a:pt x="42" y="15"/>
                      </a:cubicBezTo>
                      <a:cubicBezTo>
                        <a:pt x="41" y="15"/>
                        <a:pt x="41" y="15"/>
                        <a:pt x="41" y="15"/>
                      </a:cubicBezTo>
                      <a:cubicBezTo>
                        <a:pt x="40" y="15"/>
                        <a:pt x="40" y="15"/>
                        <a:pt x="40" y="15"/>
                      </a:cubicBezTo>
                      <a:cubicBezTo>
                        <a:pt x="39" y="15"/>
                        <a:pt x="38" y="16"/>
                        <a:pt x="38" y="17"/>
                      </a:cubicBezTo>
                      <a:cubicBezTo>
                        <a:pt x="38" y="19"/>
                        <a:pt x="41" y="22"/>
                        <a:pt x="41" y="26"/>
                      </a:cubicBezTo>
                      <a:cubicBezTo>
                        <a:pt x="41" y="29"/>
                        <a:pt x="41" y="29"/>
                        <a:pt x="41" y="29"/>
                      </a:cubicBezTo>
                      <a:cubicBezTo>
                        <a:pt x="41" y="30"/>
                        <a:pt x="41" y="30"/>
                        <a:pt x="41" y="30"/>
                      </a:cubicBezTo>
                      <a:cubicBezTo>
                        <a:pt x="38" y="33"/>
                        <a:pt x="38" y="33"/>
                        <a:pt x="38" y="33"/>
                      </a:cubicBezTo>
                      <a:cubicBezTo>
                        <a:pt x="37" y="33"/>
                        <a:pt x="37" y="33"/>
                        <a:pt x="37" y="33"/>
                      </a:cubicBezTo>
                      <a:cubicBezTo>
                        <a:pt x="35" y="33"/>
                        <a:pt x="35" y="34"/>
                        <a:pt x="34" y="34"/>
                      </a:cubicBezTo>
                      <a:cubicBezTo>
                        <a:pt x="32" y="33"/>
                        <a:pt x="31" y="31"/>
                        <a:pt x="30" y="29"/>
                      </a:cubicBezTo>
                      <a:cubicBezTo>
                        <a:pt x="24" y="29"/>
                        <a:pt x="30" y="41"/>
                        <a:pt x="19" y="45"/>
                      </a:cubicBezTo>
                      <a:cubicBezTo>
                        <a:pt x="16" y="46"/>
                        <a:pt x="12" y="48"/>
                        <a:pt x="9" y="50"/>
                      </a:cubicBezTo>
                      <a:cubicBezTo>
                        <a:pt x="6" y="51"/>
                        <a:pt x="1" y="53"/>
                        <a:pt x="0" y="55"/>
                      </a:cubicBezTo>
                      <a:cubicBezTo>
                        <a:pt x="1" y="58"/>
                        <a:pt x="1" y="57"/>
                        <a:pt x="4" y="59"/>
                      </a:cubicBezTo>
                      <a:cubicBezTo>
                        <a:pt x="6" y="59"/>
                        <a:pt x="6" y="59"/>
                        <a:pt x="6" y="59"/>
                      </a:cubicBezTo>
                      <a:cubicBezTo>
                        <a:pt x="10" y="59"/>
                        <a:pt x="20" y="51"/>
                        <a:pt x="23" y="51"/>
                      </a:cubicBezTo>
                      <a:cubicBezTo>
                        <a:pt x="25" y="51"/>
                        <a:pt x="24" y="51"/>
                        <a:pt x="27" y="52"/>
                      </a:cubicBezTo>
                      <a:cubicBezTo>
                        <a:pt x="29" y="54"/>
                        <a:pt x="29" y="55"/>
                        <a:pt x="30" y="58"/>
                      </a:cubicBezTo>
                      <a:cubicBezTo>
                        <a:pt x="30" y="59"/>
                        <a:pt x="30" y="59"/>
                        <a:pt x="30" y="59"/>
                      </a:cubicBezTo>
                      <a:cubicBezTo>
                        <a:pt x="30" y="62"/>
                        <a:pt x="28" y="64"/>
                        <a:pt x="26" y="65"/>
                      </a:cubicBezTo>
                      <a:cubicBezTo>
                        <a:pt x="21" y="64"/>
                        <a:pt x="21" y="64"/>
                        <a:pt x="21" y="64"/>
                      </a:cubicBezTo>
                      <a:cubicBezTo>
                        <a:pt x="20" y="64"/>
                        <a:pt x="20" y="64"/>
                        <a:pt x="19" y="64"/>
                      </a:cubicBezTo>
                      <a:cubicBezTo>
                        <a:pt x="18" y="64"/>
                        <a:pt x="18" y="64"/>
                        <a:pt x="18" y="64"/>
                      </a:cubicBezTo>
                      <a:cubicBezTo>
                        <a:pt x="16" y="67"/>
                        <a:pt x="16" y="67"/>
                        <a:pt x="16" y="67"/>
                      </a:cubicBezTo>
                      <a:cubicBezTo>
                        <a:pt x="16" y="68"/>
                        <a:pt x="16" y="68"/>
                        <a:pt x="16" y="68"/>
                      </a:cubicBezTo>
                      <a:cubicBezTo>
                        <a:pt x="16" y="72"/>
                        <a:pt x="16" y="72"/>
                        <a:pt x="16" y="72"/>
                      </a:cubicBezTo>
                      <a:cubicBezTo>
                        <a:pt x="16" y="78"/>
                        <a:pt x="13" y="85"/>
                        <a:pt x="11" y="90"/>
                      </a:cubicBezTo>
                      <a:cubicBezTo>
                        <a:pt x="9" y="94"/>
                        <a:pt x="3" y="100"/>
                        <a:pt x="3" y="105"/>
                      </a:cubicBezTo>
                      <a:cubicBezTo>
                        <a:pt x="3" y="106"/>
                        <a:pt x="4" y="109"/>
                        <a:pt x="5" y="110"/>
                      </a:cubicBezTo>
                      <a:cubicBezTo>
                        <a:pt x="6" y="110"/>
                        <a:pt x="6" y="110"/>
                        <a:pt x="6" y="110"/>
                      </a:cubicBezTo>
                      <a:cubicBezTo>
                        <a:pt x="7" y="110"/>
                        <a:pt x="7" y="110"/>
                        <a:pt x="7" y="110"/>
                      </a:cubicBezTo>
                      <a:cubicBezTo>
                        <a:pt x="9" y="110"/>
                        <a:pt x="8" y="110"/>
                        <a:pt x="9" y="111"/>
                      </a:cubicBezTo>
                      <a:cubicBezTo>
                        <a:pt x="11" y="109"/>
                        <a:pt x="15" y="101"/>
                        <a:pt x="15" y="98"/>
                      </a:cubicBezTo>
                      <a:cubicBezTo>
                        <a:pt x="17" y="94"/>
                        <a:pt x="20" y="89"/>
                        <a:pt x="24" y="89"/>
                      </a:cubicBezTo>
                      <a:cubicBezTo>
                        <a:pt x="25" y="89"/>
                        <a:pt x="25" y="89"/>
                        <a:pt x="26" y="88"/>
                      </a:cubicBezTo>
                      <a:cubicBezTo>
                        <a:pt x="28" y="90"/>
                        <a:pt x="32" y="90"/>
                        <a:pt x="32" y="93"/>
                      </a:cubicBezTo>
                      <a:cubicBezTo>
                        <a:pt x="32" y="94"/>
                        <a:pt x="32" y="94"/>
                        <a:pt x="32" y="94"/>
                      </a:cubicBezTo>
                      <a:cubicBezTo>
                        <a:pt x="32" y="96"/>
                        <a:pt x="32" y="96"/>
                        <a:pt x="32" y="96"/>
                      </a:cubicBezTo>
                      <a:cubicBezTo>
                        <a:pt x="28" y="102"/>
                        <a:pt x="25" y="101"/>
                        <a:pt x="23" y="104"/>
                      </a:cubicBezTo>
                      <a:cubicBezTo>
                        <a:pt x="26" y="109"/>
                        <a:pt x="27" y="108"/>
                        <a:pt x="29" y="113"/>
                      </a:cubicBezTo>
                      <a:cubicBezTo>
                        <a:pt x="29" y="114"/>
                        <a:pt x="29" y="114"/>
                        <a:pt x="29" y="114"/>
                      </a:cubicBezTo>
                      <a:cubicBezTo>
                        <a:pt x="29" y="115"/>
                        <a:pt x="29" y="115"/>
                        <a:pt x="29" y="115"/>
                      </a:cubicBezTo>
                      <a:cubicBezTo>
                        <a:pt x="29" y="116"/>
                        <a:pt x="29" y="116"/>
                        <a:pt x="29" y="116"/>
                      </a:cubicBezTo>
                      <a:cubicBezTo>
                        <a:pt x="28" y="119"/>
                        <a:pt x="26" y="123"/>
                        <a:pt x="22" y="122"/>
                      </a:cubicBezTo>
                      <a:cubicBezTo>
                        <a:pt x="15" y="122"/>
                        <a:pt x="15" y="122"/>
                        <a:pt x="15" y="122"/>
                      </a:cubicBezTo>
                      <a:cubicBezTo>
                        <a:pt x="14" y="122"/>
                        <a:pt x="11" y="124"/>
                        <a:pt x="10" y="124"/>
                      </a:cubicBezTo>
                      <a:cubicBezTo>
                        <a:pt x="13" y="127"/>
                        <a:pt x="23" y="129"/>
                        <a:pt x="23" y="133"/>
                      </a:cubicBezTo>
                      <a:cubicBezTo>
                        <a:pt x="23" y="137"/>
                        <a:pt x="18" y="142"/>
                        <a:pt x="15" y="144"/>
                      </a:cubicBezTo>
                      <a:cubicBezTo>
                        <a:pt x="15" y="150"/>
                        <a:pt x="15" y="150"/>
                        <a:pt x="15" y="150"/>
                      </a:cubicBezTo>
                      <a:cubicBezTo>
                        <a:pt x="17" y="150"/>
                        <a:pt x="17" y="150"/>
                        <a:pt x="17" y="150"/>
                      </a:cubicBezTo>
                      <a:cubicBezTo>
                        <a:pt x="20" y="150"/>
                        <a:pt x="27" y="141"/>
                        <a:pt x="29" y="139"/>
                      </a:cubicBezTo>
                      <a:cubicBezTo>
                        <a:pt x="33" y="135"/>
                        <a:pt x="34" y="129"/>
                        <a:pt x="38" y="12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2" name="iSļïḑé"/>
                <p:cNvSpPr/>
                <p:nvPr/>
              </p:nvSpPr>
              <p:spPr bwMode="auto">
                <a:xfrm>
                  <a:off x="4422776" y="3106738"/>
                  <a:ext cx="412750" cy="596900"/>
                </a:xfrm>
                <a:custGeom>
                  <a:avLst/>
                  <a:gdLst>
                    <a:gd name="T0" fmla="*/ 63 w 125"/>
                    <a:gd name="T1" fmla="*/ 83 h 179"/>
                    <a:gd name="T2" fmla="*/ 69 w 125"/>
                    <a:gd name="T3" fmla="*/ 84 h 179"/>
                    <a:gd name="T4" fmla="*/ 71 w 125"/>
                    <a:gd name="T5" fmla="*/ 95 h 179"/>
                    <a:gd name="T6" fmla="*/ 56 w 125"/>
                    <a:gd name="T7" fmla="*/ 91 h 179"/>
                    <a:gd name="T8" fmla="*/ 77 w 125"/>
                    <a:gd name="T9" fmla="*/ 77 h 179"/>
                    <a:gd name="T10" fmla="*/ 90 w 125"/>
                    <a:gd name="T11" fmla="*/ 82 h 179"/>
                    <a:gd name="T12" fmla="*/ 93 w 125"/>
                    <a:gd name="T13" fmla="*/ 96 h 179"/>
                    <a:gd name="T14" fmla="*/ 88 w 125"/>
                    <a:gd name="T15" fmla="*/ 106 h 179"/>
                    <a:gd name="T16" fmla="*/ 75 w 125"/>
                    <a:gd name="T17" fmla="*/ 89 h 179"/>
                    <a:gd name="T18" fmla="*/ 91 w 125"/>
                    <a:gd name="T19" fmla="*/ 29 h 179"/>
                    <a:gd name="T20" fmla="*/ 95 w 125"/>
                    <a:gd name="T21" fmla="*/ 4 h 179"/>
                    <a:gd name="T22" fmla="*/ 92 w 125"/>
                    <a:gd name="T23" fmla="*/ 0 h 179"/>
                    <a:gd name="T24" fmla="*/ 86 w 125"/>
                    <a:gd name="T25" fmla="*/ 0 h 179"/>
                    <a:gd name="T26" fmla="*/ 80 w 125"/>
                    <a:gd name="T27" fmla="*/ 7 h 179"/>
                    <a:gd name="T28" fmla="*/ 83 w 125"/>
                    <a:gd name="T29" fmla="*/ 30 h 179"/>
                    <a:gd name="T30" fmla="*/ 86 w 125"/>
                    <a:gd name="T31" fmla="*/ 50 h 179"/>
                    <a:gd name="T32" fmla="*/ 46 w 125"/>
                    <a:gd name="T33" fmla="*/ 84 h 179"/>
                    <a:gd name="T34" fmla="*/ 0 w 125"/>
                    <a:gd name="T35" fmla="*/ 99 h 179"/>
                    <a:gd name="T36" fmla="*/ 13 w 125"/>
                    <a:gd name="T37" fmla="*/ 108 h 179"/>
                    <a:gd name="T38" fmla="*/ 30 w 125"/>
                    <a:gd name="T39" fmla="*/ 100 h 179"/>
                    <a:gd name="T40" fmla="*/ 47 w 125"/>
                    <a:gd name="T41" fmla="*/ 92 h 179"/>
                    <a:gd name="T42" fmla="*/ 51 w 125"/>
                    <a:gd name="T43" fmla="*/ 109 h 179"/>
                    <a:gd name="T44" fmla="*/ 50 w 125"/>
                    <a:gd name="T45" fmla="*/ 118 h 179"/>
                    <a:gd name="T46" fmla="*/ 54 w 125"/>
                    <a:gd name="T47" fmla="*/ 125 h 179"/>
                    <a:gd name="T48" fmla="*/ 62 w 125"/>
                    <a:gd name="T49" fmla="*/ 119 h 179"/>
                    <a:gd name="T50" fmla="*/ 62 w 125"/>
                    <a:gd name="T51" fmla="*/ 113 h 179"/>
                    <a:gd name="T52" fmla="*/ 78 w 125"/>
                    <a:gd name="T53" fmla="*/ 111 h 179"/>
                    <a:gd name="T54" fmla="*/ 78 w 125"/>
                    <a:gd name="T55" fmla="*/ 113 h 179"/>
                    <a:gd name="T56" fmla="*/ 78 w 125"/>
                    <a:gd name="T57" fmla="*/ 118 h 179"/>
                    <a:gd name="T58" fmla="*/ 46 w 125"/>
                    <a:gd name="T59" fmla="*/ 147 h 179"/>
                    <a:gd name="T60" fmla="*/ 28 w 125"/>
                    <a:gd name="T61" fmla="*/ 158 h 179"/>
                    <a:gd name="T62" fmla="*/ 1 w 125"/>
                    <a:gd name="T63" fmla="*/ 170 h 179"/>
                    <a:gd name="T64" fmla="*/ 14 w 125"/>
                    <a:gd name="T65" fmla="*/ 178 h 179"/>
                    <a:gd name="T66" fmla="*/ 20 w 125"/>
                    <a:gd name="T67" fmla="*/ 179 h 179"/>
                    <a:gd name="T68" fmla="*/ 22 w 125"/>
                    <a:gd name="T69" fmla="*/ 179 h 179"/>
                    <a:gd name="T70" fmla="*/ 38 w 125"/>
                    <a:gd name="T71" fmla="*/ 169 h 179"/>
                    <a:gd name="T72" fmla="*/ 61 w 125"/>
                    <a:gd name="T73" fmla="*/ 150 h 179"/>
                    <a:gd name="T74" fmla="*/ 79 w 125"/>
                    <a:gd name="T75" fmla="*/ 135 h 179"/>
                    <a:gd name="T76" fmla="*/ 96 w 125"/>
                    <a:gd name="T77" fmla="*/ 119 h 179"/>
                    <a:gd name="T78" fmla="*/ 106 w 125"/>
                    <a:gd name="T79" fmla="*/ 149 h 179"/>
                    <a:gd name="T80" fmla="*/ 125 w 125"/>
                    <a:gd name="T81" fmla="*/ 152 h 179"/>
                    <a:gd name="T82" fmla="*/ 116 w 125"/>
                    <a:gd name="T83" fmla="*/ 120 h 179"/>
                    <a:gd name="T84" fmla="*/ 115 w 125"/>
                    <a:gd name="T85" fmla="*/ 125 h 179"/>
                    <a:gd name="T86" fmla="*/ 109 w 125"/>
                    <a:gd name="T87" fmla="*/ 129 h 179"/>
                    <a:gd name="T88" fmla="*/ 97 w 125"/>
                    <a:gd name="T89" fmla="*/ 92 h 179"/>
                    <a:gd name="T90" fmla="*/ 94 w 125"/>
                    <a:gd name="T91" fmla="*/ 76 h 179"/>
                    <a:gd name="T92" fmla="*/ 110 w 125"/>
                    <a:gd name="T93" fmla="*/ 60 h 179"/>
                    <a:gd name="T94" fmla="*/ 105 w 125"/>
                    <a:gd name="T95" fmla="*/ 57 h 179"/>
                    <a:gd name="T96" fmla="*/ 101 w 125"/>
                    <a:gd name="T97" fmla="*/ 59 h 179"/>
                    <a:gd name="T98" fmla="*/ 91 w 125"/>
                    <a:gd name="T99" fmla="*/ 54 h 179"/>
                    <a:gd name="T100" fmla="*/ 91 w 125"/>
                    <a:gd name="T101" fmla="*/ 29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25" h="179">
                      <a:moveTo>
                        <a:pt x="56" y="91"/>
                      </a:moveTo>
                      <a:cubicBezTo>
                        <a:pt x="56" y="87"/>
                        <a:pt x="60" y="85"/>
                        <a:pt x="63" y="83"/>
                      </a:cubicBezTo>
                      <a:cubicBezTo>
                        <a:pt x="64" y="83"/>
                        <a:pt x="64" y="83"/>
                        <a:pt x="64" y="83"/>
                      </a:cubicBezTo>
                      <a:cubicBezTo>
                        <a:pt x="67" y="83"/>
                        <a:pt x="67" y="84"/>
                        <a:pt x="69" y="84"/>
                      </a:cubicBezTo>
                      <a:cubicBezTo>
                        <a:pt x="71" y="94"/>
                        <a:pt x="71" y="94"/>
                        <a:pt x="71" y="94"/>
                      </a:cubicBezTo>
                      <a:cubicBezTo>
                        <a:pt x="71" y="95"/>
                        <a:pt x="71" y="95"/>
                        <a:pt x="71" y="95"/>
                      </a:cubicBezTo>
                      <a:cubicBezTo>
                        <a:pt x="68" y="100"/>
                        <a:pt x="68" y="99"/>
                        <a:pt x="63" y="101"/>
                      </a:cubicBezTo>
                      <a:cubicBezTo>
                        <a:pt x="61" y="99"/>
                        <a:pt x="56" y="95"/>
                        <a:pt x="56" y="91"/>
                      </a:cubicBezTo>
                      <a:close/>
                      <a:moveTo>
                        <a:pt x="72" y="83"/>
                      </a:moveTo>
                      <a:cubicBezTo>
                        <a:pt x="74" y="79"/>
                        <a:pt x="73" y="79"/>
                        <a:pt x="77" y="77"/>
                      </a:cubicBezTo>
                      <a:cubicBezTo>
                        <a:pt x="79" y="75"/>
                        <a:pt x="82" y="75"/>
                        <a:pt x="83" y="73"/>
                      </a:cubicBezTo>
                      <a:cubicBezTo>
                        <a:pt x="88" y="76"/>
                        <a:pt x="89" y="76"/>
                        <a:pt x="90" y="82"/>
                      </a:cubicBezTo>
                      <a:cubicBezTo>
                        <a:pt x="92" y="95"/>
                        <a:pt x="92" y="95"/>
                        <a:pt x="92" y="95"/>
                      </a:cubicBezTo>
                      <a:cubicBezTo>
                        <a:pt x="93" y="96"/>
                        <a:pt x="93" y="96"/>
                        <a:pt x="93" y="96"/>
                      </a:cubicBezTo>
                      <a:cubicBezTo>
                        <a:pt x="94" y="99"/>
                        <a:pt x="94" y="99"/>
                        <a:pt x="94" y="99"/>
                      </a:cubicBezTo>
                      <a:cubicBezTo>
                        <a:pt x="91" y="105"/>
                        <a:pt x="93" y="103"/>
                        <a:pt x="88" y="106"/>
                      </a:cubicBezTo>
                      <a:cubicBezTo>
                        <a:pt x="83" y="101"/>
                        <a:pt x="82" y="101"/>
                        <a:pt x="79" y="95"/>
                      </a:cubicBezTo>
                      <a:cubicBezTo>
                        <a:pt x="77" y="93"/>
                        <a:pt x="77" y="91"/>
                        <a:pt x="75" y="89"/>
                      </a:cubicBezTo>
                      <a:cubicBezTo>
                        <a:pt x="73" y="87"/>
                        <a:pt x="73" y="86"/>
                        <a:pt x="72" y="83"/>
                      </a:cubicBezTo>
                      <a:close/>
                      <a:moveTo>
                        <a:pt x="91" y="29"/>
                      </a:moveTo>
                      <a:cubicBezTo>
                        <a:pt x="91" y="22"/>
                        <a:pt x="95" y="12"/>
                        <a:pt x="95" y="4"/>
                      </a:cubicBezTo>
                      <a:cubicBezTo>
                        <a:pt x="95" y="4"/>
                        <a:pt x="95" y="4"/>
                        <a:pt x="95" y="4"/>
                      </a:cubicBezTo>
                      <a:cubicBezTo>
                        <a:pt x="95" y="3"/>
                        <a:pt x="95" y="3"/>
                        <a:pt x="95" y="3"/>
                      </a:cubicBezTo>
                      <a:cubicBezTo>
                        <a:pt x="93" y="0"/>
                        <a:pt x="95" y="1"/>
                        <a:pt x="92" y="0"/>
                      </a:cubicBezTo>
                      <a:cubicBezTo>
                        <a:pt x="91" y="0"/>
                        <a:pt x="91" y="0"/>
                        <a:pt x="91" y="0"/>
                      </a:cubicBezTo>
                      <a:cubicBezTo>
                        <a:pt x="86" y="0"/>
                        <a:pt x="86" y="0"/>
                        <a:pt x="86" y="0"/>
                      </a:cubicBezTo>
                      <a:cubicBezTo>
                        <a:pt x="85" y="0"/>
                        <a:pt x="85" y="0"/>
                        <a:pt x="85" y="0"/>
                      </a:cubicBezTo>
                      <a:cubicBezTo>
                        <a:pt x="82" y="1"/>
                        <a:pt x="80" y="4"/>
                        <a:pt x="80" y="7"/>
                      </a:cubicBezTo>
                      <a:cubicBezTo>
                        <a:pt x="83" y="30"/>
                        <a:pt x="83" y="30"/>
                        <a:pt x="83" y="30"/>
                      </a:cubicBezTo>
                      <a:cubicBezTo>
                        <a:pt x="83" y="30"/>
                        <a:pt x="83" y="30"/>
                        <a:pt x="83" y="30"/>
                      </a:cubicBezTo>
                      <a:cubicBezTo>
                        <a:pt x="83" y="38"/>
                        <a:pt x="86" y="44"/>
                        <a:pt x="86" y="49"/>
                      </a:cubicBezTo>
                      <a:cubicBezTo>
                        <a:pt x="86" y="50"/>
                        <a:pt x="86" y="50"/>
                        <a:pt x="86" y="50"/>
                      </a:cubicBezTo>
                      <a:cubicBezTo>
                        <a:pt x="87" y="62"/>
                        <a:pt x="87" y="62"/>
                        <a:pt x="87" y="62"/>
                      </a:cubicBezTo>
                      <a:cubicBezTo>
                        <a:pt x="87" y="68"/>
                        <a:pt x="52" y="81"/>
                        <a:pt x="46" y="84"/>
                      </a:cubicBezTo>
                      <a:cubicBezTo>
                        <a:pt x="39" y="87"/>
                        <a:pt x="31" y="89"/>
                        <a:pt x="23" y="92"/>
                      </a:cubicBezTo>
                      <a:cubicBezTo>
                        <a:pt x="20" y="94"/>
                        <a:pt x="0" y="96"/>
                        <a:pt x="0" y="99"/>
                      </a:cubicBezTo>
                      <a:cubicBezTo>
                        <a:pt x="0" y="101"/>
                        <a:pt x="9" y="108"/>
                        <a:pt x="11" y="108"/>
                      </a:cubicBezTo>
                      <a:cubicBezTo>
                        <a:pt x="13" y="108"/>
                        <a:pt x="13" y="108"/>
                        <a:pt x="13" y="108"/>
                      </a:cubicBezTo>
                      <a:cubicBezTo>
                        <a:pt x="14" y="108"/>
                        <a:pt x="14" y="108"/>
                        <a:pt x="14" y="108"/>
                      </a:cubicBezTo>
                      <a:cubicBezTo>
                        <a:pt x="20" y="105"/>
                        <a:pt x="24" y="103"/>
                        <a:pt x="30" y="100"/>
                      </a:cubicBezTo>
                      <a:cubicBezTo>
                        <a:pt x="34" y="98"/>
                        <a:pt x="41" y="93"/>
                        <a:pt x="45" y="93"/>
                      </a:cubicBezTo>
                      <a:cubicBezTo>
                        <a:pt x="46" y="93"/>
                        <a:pt x="46" y="93"/>
                        <a:pt x="47" y="92"/>
                      </a:cubicBezTo>
                      <a:cubicBezTo>
                        <a:pt x="49" y="94"/>
                        <a:pt x="52" y="96"/>
                        <a:pt x="51" y="101"/>
                      </a:cubicBezTo>
                      <a:cubicBezTo>
                        <a:pt x="51" y="109"/>
                        <a:pt x="51" y="109"/>
                        <a:pt x="51" y="109"/>
                      </a:cubicBezTo>
                      <a:cubicBezTo>
                        <a:pt x="51" y="110"/>
                        <a:pt x="51" y="110"/>
                        <a:pt x="51" y="110"/>
                      </a:cubicBezTo>
                      <a:cubicBezTo>
                        <a:pt x="50" y="118"/>
                        <a:pt x="50" y="118"/>
                        <a:pt x="50" y="118"/>
                      </a:cubicBezTo>
                      <a:cubicBezTo>
                        <a:pt x="50" y="119"/>
                        <a:pt x="50" y="119"/>
                        <a:pt x="50" y="120"/>
                      </a:cubicBezTo>
                      <a:cubicBezTo>
                        <a:pt x="51" y="123"/>
                        <a:pt x="51" y="123"/>
                        <a:pt x="54" y="125"/>
                      </a:cubicBezTo>
                      <a:cubicBezTo>
                        <a:pt x="56" y="125"/>
                        <a:pt x="56" y="125"/>
                        <a:pt x="56" y="125"/>
                      </a:cubicBezTo>
                      <a:cubicBezTo>
                        <a:pt x="59" y="125"/>
                        <a:pt x="60" y="121"/>
                        <a:pt x="62" y="119"/>
                      </a:cubicBezTo>
                      <a:cubicBezTo>
                        <a:pt x="62" y="118"/>
                        <a:pt x="62" y="118"/>
                        <a:pt x="62" y="118"/>
                      </a:cubicBezTo>
                      <a:cubicBezTo>
                        <a:pt x="62" y="113"/>
                        <a:pt x="62" y="113"/>
                        <a:pt x="62" y="113"/>
                      </a:cubicBezTo>
                      <a:cubicBezTo>
                        <a:pt x="63" y="110"/>
                        <a:pt x="68" y="106"/>
                        <a:pt x="71" y="106"/>
                      </a:cubicBezTo>
                      <a:cubicBezTo>
                        <a:pt x="75" y="106"/>
                        <a:pt x="77" y="109"/>
                        <a:pt x="78" y="111"/>
                      </a:cubicBezTo>
                      <a:cubicBezTo>
                        <a:pt x="78" y="112"/>
                        <a:pt x="78" y="112"/>
                        <a:pt x="78" y="112"/>
                      </a:cubicBezTo>
                      <a:cubicBezTo>
                        <a:pt x="78" y="113"/>
                        <a:pt x="78" y="113"/>
                        <a:pt x="78" y="113"/>
                      </a:cubicBezTo>
                      <a:cubicBezTo>
                        <a:pt x="78" y="115"/>
                        <a:pt x="78" y="115"/>
                        <a:pt x="79" y="116"/>
                      </a:cubicBezTo>
                      <a:cubicBezTo>
                        <a:pt x="78" y="117"/>
                        <a:pt x="78" y="117"/>
                        <a:pt x="78" y="118"/>
                      </a:cubicBezTo>
                      <a:cubicBezTo>
                        <a:pt x="78" y="119"/>
                        <a:pt x="78" y="119"/>
                        <a:pt x="78" y="119"/>
                      </a:cubicBezTo>
                      <a:cubicBezTo>
                        <a:pt x="72" y="130"/>
                        <a:pt x="57" y="140"/>
                        <a:pt x="46" y="147"/>
                      </a:cubicBezTo>
                      <a:cubicBezTo>
                        <a:pt x="44" y="148"/>
                        <a:pt x="40" y="151"/>
                        <a:pt x="37" y="152"/>
                      </a:cubicBezTo>
                      <a:cubicBezTo>
                        <a:pt x="35" y="153"/>
                        <a:pt x="29" y="157"/>
                        <a:pt x="28" y="158"/>
                      </a:cubicBezTo>
                      <a:cubicBezTo>
                        <a:pt x="25" y="161"/>
                        <a:pt x="12" y="165"/>
                        <a:pt x="6" y="165"/>
                      </a:cubicBezTo>
                      <a:cubicBezTo>
                        <a:pt x="4" y="165"/>
                        <a:pt x="2" y="168"/>
                        <a:pt x="1" y="170"/>
                      </a:cubicBezTo>
                      <a:cubicBezTo>
                        <a:pt x="4" y="171"/>
                        <a:pt x="4" y="173"/>
                        <a:pt x="7" y="175"/>
                      </a:cubicBezTo>
                      <a:cubicBezTo>
                        <a:pt x="10" y="176"/>
                        <a:pt x="12" y="176"/>
                        <a:pt x="14" y="178"/>
                      </a:cubicBezTo>
                      <a:cubicBezTo>
                        <a:pt x="18" y="179"/>
                        <a:pt x="18" y="179"/>
                        <a:pt x="18" y="179"/>
                      </a:cubicBezTo>
                      <a:cubicBezTo>
                        <a:pt x="20" y="179"/>
                        <a:pt x="18" y="179"/>
                        <a:pt x="20" y="179"/>
                      </a:cubicBezTo>
                      <a:cubicBezTo>
                        <a:pt x="21" y="179"/>
                        <a:pt x="21" y="179"/>
                        <a:pt x="21" y="179"/>
                      </a:cubicBezTo>
                      <a:cubicBezTo>
                        <a:pt x="22" y="179"/>
                        <a:pt x="22" y="179"/>
                        <a:pt x="22" y="179"/>
                      </a:cubicBezTo>
                      <a:cubicBezTo>
                        <a:pt x="26" y="177"/>
                        <a:pt x="30" y="175"/>
                        <a:pt x="33" y="173"/>
                      </a:cubicBezTo>
                      <a:cubicBezTo>
                        <a:pt x="35" y="171"/>
                        <a:pt x="36" y="170"/>
                        <a:pt x="38" y="169"/>
                      </a:cubicBezTo>
                      <a:cubicBezTo>
                        <a:pt x="39" y="168"/>
                        <a:pt x="43" y="166"/>
                        <a:pt x="43" y="166"/>
                      </a:cubicBezTo>
                      <a:cubicBezTo>
                        <a:pt x="49" y="160"/>
                        <a:pt x="55" y="156"/>
                        <a:pt x="61" y="150"/>
                      </a:cubicBezTo>
                      <a:cubicBezTo>
                        <a:pt x="64" y="148"/>
                        <a:pt x="67" y="145"/>
                        <a:pt x="70" y="143"/>
                      </a:cubicBezTo>
                      <a:cubicBezTo>
                        <a:pt x="73" y="140"/>
                        <a:pt x="76" y="137"/>
                        <a:pt x="79" y="135"/>
                      </a:cubicBezTo>
                      <a:cubicBezTo>
                        <a:pt x="82" y="132"/>
                        <a:pt x="85" y="130"/>
                        <a:pt x="87" y="127"/>
                      </a:cubicBezTo>
                      <a:cubicBezTo>
                        <a:pt x="90" y="124"/>
                        <a:pt x="91" y="119"/>
                        <a:pt x="96" y="119"/>
                      </a:cubicBezTo>
                      <a:cubicBezTo>
                        <a:pt x="98" y="119"/>
                        <a:pt x="100" y="126"/>
                        <a:pt x="100" y="128"/>
                      </a:cubicBezTo>
                      <a:cubicBezTo>
                        <a:pt x="100" y="132"/>
                        <a:pt x="105" y="145"/>
                        <a:pt x="106" y="149"/>
                      </a:cubicBezTo>
                      <a:cubicBezTo>
                        <a:pt x="108" y="155"/>
                        <a:pt x="111" y="165"/>
                        <a:pt x="118" y="165"/>
                      </a:cubicBezTo>
                      <a:cubicBezTo>
                        <a:pt x="119" y="163"/>
                        <a:pt x="125" y="161"/>
                        <a:pt x="125" y="152"/>
                      </a:cubicBezTo>
                      <a:cubicBezTo>
                        <a:pt x="125" y="143"/>
                        <a:pt x="120" y="120"/>
                        <a:pt x="117" y="116"/>
                      </a:cubicBezTo>
                      <a:cubicBezTo>
                        <a:pt x="117" y="118"/>
                        <a:pt x="116" y="118"/>
                        <a:pt x="116" y="120"/>
                      </a:cubicBezTo>
                      <a:cubicBezTo>
                        <a:pt x="116" y="123"/>
                        <a:pt x="115" y="121"/>
                        <a:pt x="115" y="124"/>
                      </a:cubicBezTo>
                      <a:cubicBezTo>
                        <a:pt x="115" y="125"/>
                        <a:pt x="115" y="125"/>
                        <a:pt x="115" y="125"/>
                      </a:cubicBezTo>
                      <a:cubicBezTo>
                        <a:pt x="115" y="126"/>
                        <a:pt x="114" y="129"/>
                        <a:pt x="112" y="129"/>
                      </a:cubicBezTo>
                      <a:cubicBezTo>
                        <a:pt x="109" y="129"/>
                        <a:pt x="109" y="129"/>
                        <a:pt x="109" y="129"/>
                      </a:cubicBezTo>
                      <a:cubicBezTo>
                        <a:pt x="105" y="129"/>
                        <a:pt x="102" y="110"/>
                        <a:pt x="100" y="105"/>
                      </a:cubicBezTo>
                      <a:cubicBezTo>
                        <a:pt x="98" y="101"/>
                        <a:pt x="98" y="97"/>
                        <a:pt x="97" y="92"/>
                      </a:cubicBezTo>
                      <a:cubicBezTo>
                        <a:pt x="96" y="87"/>
                        <a:pt x="94" y="86"/>
                        <a:pt x="94" y="79"/>
                      </a:cubicBezTo>
                      <a:cubicBezTo>
                        <a:pt x="94" y="76"/>
                        <a:pt x="94" y="76"/>
                        <a:pt x="94" y="76"/>
                      </a:cubicBezTo>
                      <a:cubicBezTo>
                        <a:pt x="94" y="65"/>
                        <a:pt x="110" y="67"/>
                        <a:pt x="110" y="61"/>
                      </a:cubicBezTo>
                      <a:cubicBezTo>
                        <a:pt x="110" y="60"/>
                        <a:pt x="110" y="60"/>
                        <a:pt x="110" y="60"/>
                      </a:cubicBezTo>
                      <a:cubicBezTo>
                        <a:pt x="110" y="58"/>
                        <a:pt x="109" y="57"/>
                        <a:pt x="108" y="57"/>
                      </a:cubicBezTo>
                      <a:cubicBezTo>
                        <a:pt x="105" y="57"/>
                        <a:pt x="105" y="57"/>
                        <a:pt x="105" y="57"/>
                      </a:cubicBezTo>
                      <a:cubicBezTo>
                        <a:pt x="104" y="57"/>
                        <a:pt x="104" y="57"/>
                        <a:pt x="104" y="57"/>
                      </a:cubicBezTo>
                      <a:cubicBezTo>
                        <a:pt x="103" y="58"/>
                        <a:pt x="102" y="59"/>
                        <a:pt x="101" y="59"/>
                      </a:cubicBezTo>
                      <a:cubicBezTo>
                        <a:pt x="99" y="60"/>
                        <a:pt x="99" y="59"/>
                        <a:pt x="97" y="60"/>
                      </a:cubicBezTo>
                      <a:cubicBezTo>
                        <a:pt x="95" y="59"/>
                        <a:pt x="91" y="56"/>
                        <a:pt x="91" y="54"/>
                      </a:cubicBezTo>
                      <a:cubicBezTo>
                        <a:pt x="91" y="41"/>
                        <a:pt x="91" y="41"/>
                        <a:pt x="91" y="41"/>
                      </a:cubicBezTo>
                      <a:lnTo>
                        <a:pt x="91" y="29"/>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3" name="íšlïďè"/>
                <p:cNvSpPr/>
                <p:nvPr/>
              </p:nvSpPr>
              <p:spPr bwMode="auto">
                <a:xfrm>
                  <a:off x="5478463" y="3581400"/>
                  <a:ext cx="46038" cy="76200"/>
                </a:xfrm>
                <a:custGeom>
                  <a:avLst/>
                  <a:gdLst>
                    <a:gd name="T0" fmla="*/ 14 w 14"/>
                    <a:gd name="T1" fmla="*/ 15 h 23"/>
                    <a:gd name="T2" fmla="*/ 10 w 14"/>
                    <a:gd name="T3" fmla="*/ 6 h 23"/>
                    <a:gd name="T4" fmla="*/ 3 w 14"/>
                    <a:gd name="T5" fmla="*/ 0 h 23"/>
                    <a:gd name="T6" fmla="*/ 0 w 14"/>
                    <a:gd name="T7" fmla="*/ 3 h 23"/>
                    <a:gd name="T8" fmla="*/ 5 w 14"/>
                    <a:gd name="T9" fmla="*/ 11 h 23"/>
                    <a:gd name="T10" fmla="*/ 5 w 14"/>
                    <a:gd name="T11" fmla="*/ 12 h 23"/>
                    <a:gd name="T12" fmla="*/ 5 w 14"/>
                    <a:gd name="T13" fmla="*/ 14 h 23"/>
                    <a:gd name="T14" fmla="*/ 5 w 14"/>
                    <a:gd name="T15" fmla="*/ 15 h 23"/>
                    <a:gd name="T16" fmla="*/ 2 w 14"/>
                    <a:gd name="T17" fmla="*/ 19 h 23"/>
                    <a:gd name="T18" fmla="*/ 2 w 14"/>
                    <a:gd name="T19" fmla="*/ 22 h 23"/>
                    <a:gd name="T20" fmla="*/ 5 w 14"/>
                    <a:gd name="T21" fmla="*/ 23 h 23"/>
                    <a:gd name="T22" fmla="*/ 6 w 14"/>
                    <a:gd name="T23" fmla="*/ 23 h 23"/>
                    <a:gd name="T24" fmla="*/ 11 w 14"/>
                    <a:gd name="T25" fmla="*/ 20 h 23"/>
                    <a:gd name="T26" fmla="*/ 14 w 14"/>
                    <a:gd name="T27" fmla="*/ 15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4" h="23">
                      <a:moveTo>
                        <a:pt x="14" y="15"/>
                      </a:moveTo>
                      <a:cubicBezTo>
                        <a:pt x="14" y="11"/>
                        <a:pt x="12" y="9"/>
                        <a:pt x="10" y="6"/>
                      </a:cubicBezTo>
                      <a:cubicBezTo>
                        <a:pt x="8" y="5"/>
                        <a:pt x="3" y="1"/>
                        <a:pt x="3" y="0"/>
                      </a:cubicBezTo>
                      <a:cubicBezTo>
                        <a:pt x="0" y="3"/>
                        <a:pt x="0" y="3"/>
                        <a:pt x="0" y="3"/>
                      </a:cubicBezTo>
                      <a:cubicBezTo>
                        <a:pt x="5" y="11"/>
                        <a:pt x="5" y="11"/>
                        <a:pt x="5" y="11"/>
                      </a:cubicBezTo>
                      <a:cubicBezTo>
                        <a:pt x="5" y="12"/>
                        <a:pt x="5" y="12"/>
                        <a:pt x="5" y="12"/>
                      </a:cubicBezTo>
                      <a:cubicBezTo>
                        <a:pt x="5" y="14"/>
                        <a:pt x="5" y="14"/>
                        <a:pt x="5" y="14"/>
                      </a:cubicBezTo>
                      <a:cubicBezTo>
                        <a:pt x="5" y="15"/>
                        <a:pt x="5" y="15"/>
                        <a:pt x="5" y="15"/>
                      </a:cubicBezTo>
                      <a:cubicBezTo>
                        <a:pt x="2" y="19"/>
                        <a:pt x="2" y="19"/>
                        <a:pt x="2" y="19"/>
                      </a:cubicBezTo>
                      <a:cubicBezTo>
                        <a:pt x="2" y="22"/>
                        <a:pt x="2" y="22"/>
                        <a:pt x="2" y="22"/>
                      </a:cubicBezTo>
                      <a:cubicBezTo>
                        <a:pt x="5" y="23"/>
                        <a:pt x="5" y="23"/>
                        <a:pt x="5" y="23"/>
                      </a:cubicBezTo>
                      <a:cubicBezTo>
                        <a:pt x="6" y="23"/>
                        <a:pt x="6" y="23"/>
                        <a:pt x="6" y="23"/>
                      </a:cubicBezTo>
                      <a:cubicBezTo>
                        <a:pt x="7" y="23"/>
                        <a:pt x="11" y="21"/>
                        <a:pt x="11" y="20"/>
                      </a:cubicBezTo>
                      <a:cubicBezTo>
                        <a:pt x="13" y="19"/>
                        <a:pt x="13" y="17"/>
                        <a:pt x="14" y="1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4" name="işḷîḑe"/>
                <p:cNvSpPr/>
                <p:nvPr/>
              </p:nvSpPr>
              <p:spPr bwMode="auto">
                <a:xfrm>
                  <a:off x="6310313" y="3136900"/>
                  <a:ext cx="406400" cy="554038"/>
                </a:xfrm>
                <a:custGeom>
                  <a:avLst/>
                  <a:gdLst>
                    <a:gd name="T0" fmla="*/ 101 w 123"/>
                    <a:gd name="T1" fmla="*/ 9 h 166"/>
                    <a:gd name="T2" fmla="*/ 96 w 123"/>
                    <a:gd name="T3" fmla="*/ 0 h 166"/>
                    <a:gd name="T4" fmla="*/ 76 w 123"/>
                    <a:gd name="T5" fmla="*/ 23 h 166"/>
                    <a:gd name="T6" fmla="*/ 66 w 123"/>
                    <a:gd name="T7" fmla="*/ 20 h 166"/>
                    <a:gd name="T8" fmla="*/ 69 w 123"/>
                    <a:gd name="T9" fmla="*/ 29 h 166"/>
                    <a:gd name="T10" fmla="*/ 64 w 123"/>
                    <a:gd name="T11" fmla="*/ 38 h 166"/>
                    <a:gd name="T12" fmla="*/ 71 w 123"/>
                    <a:gd name="T13" fmla="*/ 37 h 166"/>
                    <a:gd name="T14" fmla="*/ 78 w 123"/>
                    <a:gd name="T15" fmla="*/ 38 h 166"/>
                    <a:gd name="T16" fmla="*/ 104 w 123"/>
                    <a:gd name="T17" fmla="*/ 37 h 166"/>
                    <a:gd name="T18" fmla="*/ 97 w 123"/>
                    <a:gd name="T19" fmla="*/ 43 h 166"/>
                    <a:gd name="T20" fmla="*/ 85 w 123"/>
                    <a:gd name="T21" fmla="*/ 56 h 166"/>
                    <a:gd name="T22" fmla="*/ 78 w 123"/>
                    <a:gd name="T23" fmla="*/ 67 h 166"/>
                    <a:gd name="T24" fmla="*/ 72 w 123"/>
                    <a:gd name="T25" fmla="*/ 62 h 166"/>
                    <a:gd name="T26" fmla="*/ 72 w 123"/>
                    <a:gd name="T27" fmla="*/ 48 h 166"/>
                    <a:gd name="T28" fmla="*/ 63 w 123"/>
                    <a:gd name="T29" fmla="*/ 57 h 166"/>
                    <a:gd name="T30" fmla="*/ 56 w 123"/>
                    <a:gd name="T31" fmla="*/ 57 h 166"/>
                    <a:gd name="T32" fmla="*/ 61 w 123"/>
                    <a:gd name="T33" fmla="*/ 66 h 166"/>
                    <a:gd name="T34" fmla="*/ 59 w 123"/>
                    <a:gd name="T35" fmla="*/ 70 h 166"/>
                    <a:gd name="T36" fmla="*/ 68 w 123"/>
                    <a:gd name="T37" fmla="*/ 74 h 166"/>
                    <a:gd name="T38" fmla="*/ 68 w 123"/>
                    <a:gd name="T39" fmla="*/ 78 h 166"/>
                    <a:gd name="T40" fmla="*/ 40 w 123"/>
                    <a:gd name="T41" fmla="*/ 92 h 166"/>
                    <a:gd name="T42" fmla="*/ 24 w 123"/>
                    <a:gd name="T43" fmla="*/ 99 h 166"/>
                    <a:gd name="T44" fmla="*/ 3 w 123"/>
                    <a:gd name="T45" fmla="*/ 105 h 166"/>
                    <a:gd name="T46" fmla="*/ 2 w 123"/>
                    <a:gd name="T47" fmla="*/ 112 h 166"/>
                    <a:gd name="T48" fmla="*/ 14 w 123"/>
                    <a:gd name="T49" fmla="*/ 120 h 166"/>
                    <a:gd name="T50" fmla="*/ 32 w 123"/>
                    <a:gd name="T51" fmla="*/ 108 h 166"/>
                    <a:gd name="T52" fmla="*/ 55 w 123"/>
                    <a:gd name="T53" fmla="*/ 93 h 166"/>
                    <a:gd name="T54" fmla="*/ 63 w 123"/>
                    <a:gd name="T55" fmla="*/ 89 h 166"/>
                    <a:gd name="T56" fmla="*/ 82 w 123"/>
                    <a:gd name="T57" fmla="*/ 83 h 166"/>
                    <a:gd name="T58" fmla="*/ 82 w 123"/>
                    <a:gd name="T59" fmla="*/ 86 h 166"/>
                    <a:gd name="T60" fmla="*/ 74 w 123"/>
                    <a:gd name="T61" fmla="*/ 97 h 166"/>
                    <a:gd name="T62" fmla="*/ 61 w 123"/>
                    <a:gd name="T63" fmla="*/ 107 h 166"/>
                    <a:gd name="T64" fmla="*/ 64 w 123"/>
                    <a:gd name="T65" fmla="*/ 118 h 166"/>
                    <a:gd name="T66" fmla="*/ 55 w 123"/>
                    <a:gd name="T67" fmla="*/ 126 h 166"/>
                    <a:gd name="T68" fmla="*/ 40 w 123"/>
                    <a:gd name="T69" fmla="*/ 129 h 166"/>
                    <a:gd name="T70" fmla="*/ 30 w 123"/>
                    <a:gd name="T71" fmla="*/ 130 h 166"/>
                    <a:gd name="T72" fmla="*/ 35 w 123"/>
                    <a:gd name="T73" fmla="*/ 141 h 166"/>
                    <a:gd name="T74" fmla="*/ 38 w 123"/>
                    <a:gd name="T75" fmla="*/ 141 h 166"/>
                    <a:gd name="T76" fmla="*/ 56 w 123"/>
                    <a:gd name="T77" fmla="*/ 133 h 166"/>
                    <a:gd name="T78" fmla="*/ 63 w 123"/>
                    <a:gd name="T79" fmla="*/ 141 h 166"/>
                    <a:gd name="T80" fmla="*/ 56 w 123"/>
                    <a:gd name="T81" fmla="*/ 154 h 166"/>
                    <a:gd name="T82" fmla="*/ 53 w 123"/>
                    <a:gd name="T83" fmla="*/ 154 h 166"/>
                    <a:gd name="T84" fmla="*/ 49 w 123"/>
                    <a:gd name="T85" fmla="*/ 154 h 166"/>
                    <a:gd name="T86" fmla="*/ 46 w 123"/>
                    <a:gd name="T87" fmla="*/ 156 h 166"/>
                    <a:gd name="T88" fmla="*/ 56 w 123"/>
                    <a:gd name="T89" fmla="*/ 166 h 166"/>
                    <a:gd name="T90" fmla="*/ 71 w 123"/>
                    <a:gd name="T91" fmla="*/ 160 h 166"/>
                    <a:gd name="T92" fmla="*/ 75 w 123"/>
                    <a:gd name="T93" fmla="*/ 146 h 166"/>
                    <a:gd name="T94" fmla="*/ 80 w 123"/>
                    <a:gd name="T95" fmla="*/ 124 h 166"/>
                    <a:gd name="T96" fmla="*/ 94 w 123"/>
                    <a:gd name="T97" fmla="*/ 120 h 166"/>
                    <a:gd name="T98" fmla="*/ 81 w 123"/>
                    <a:gd name="T99" fmla="*/ 117 h 166"/>
                    <a:gd name="T100" fmla="*/ 72 w 123"/>
                    <a:gd name="T101" fmla="*/ 107 h 166"/>
                    <a:gd name="T102" fmla="*/ 78 w 123"/>
                    <a:gd name="T103" fmla="*/ 96 h 166"/>
                    <a:gd name="T104" fmla="*/ 92 w 123"/>
                    <a:gd name="T105" fmla="*/ 89 h 166"/>
                    <a:gd name="T106" fmla="*/ 102 w 123"/>
                    <a:gd name="T107" fmla="*/ 78 h 166"/>
                    <a:gd name="T108" fmla="*/ 95 w 123"/>
                    <a:gd name="T109" fmla="*/ 61 h 166"/>
                    <a:gd name="T110" fmla="*/ 109 w 123"/>
                    <a:gd name="T111" fmla="*/ 48 h 166"/>
                    <a:gd name="T112" fmla="*/ 116 w 123"/>
                    <a:gd name="T113" fmla="*/ 42 h 166"/>
                    <a:gd name="T114" fmla="*/ 121 w 123"/>
                    <a:gd name="T115" fmla="*/ 32 h 166"/>
                    <a:gd name="T116" fmla="*/ 116 w 123"/>
                    <a:gd name="T117" fmla="*/ 17 h 166"/>
                    <a:gd name="T118" fmla="*/ 104 w 123"/>
                    <a:gd name="T119" fmla="*/ 20 h 166"/>
                    <a:gd name="T120" fmla="*/ 93 w 123"/>
                    <a:gd name="T121" fmla="*/ 21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23" h="166">
                      <a:moveTo>
                        <a:pt x="93" y="21"/>
                      </a:moveTo>
                      <a:cubicBezTo>
                        <a:pt x="94" y="14"/>
                        <a:pt x="98" y="14"/>
                        <a:pt x="101" y="9"/>
                      </a:cubicBezTo>
                      <a:cubicBezTo>
                        <a:pt x="101" y="8"/>
                        <a:pt x="101" y="8"/>
                        <a:pt x="101" y="8"/>
                      </a:cubicBezTo>
                      <a:cubicBezTo>
                        <a:pt x="101" y="5"/>
                        <a:pt x="97" y="1"/>
                        <a:pt x="96" y="0"/>
                      </a:cubicBezTo>
                      <a:cubicBezTo>
                        <a:pt x="89" y="3"/>
                        <a:pt x="91" y="6"/>
                        <a:pt x="88" y="13"/>
                      </a:cubicBezTo>
                      <a:cubicBezTo>
                        <a:pt x="85" y="17"/>
                        <a:pt x="82" y="23"/>
                        <a:pt x="76" y="23"/>
                      </a:cubicBezTo>
                      <a:cubicBezTo>
                        <a:pt x="75" y="23"/>
                        <a:pt x="70" y="18"/>
                        <a:pt x="67" y="17"/>
                      </a:cubicBezTo>
                      <a:cubicBezTo>
                        <a:pt x="66" y="20"/>
                        <a:pt x="66" y="20"/>
                        <a:pt x="66" y="20"/>
                      </a:cubicBezTo>
                      <a:cubicBezTo>
                        <a:pt x="67" y="23"/>
                        <a:pt x="69" y="24"/>
                        <a:pt x="69" y="28"/>
                      </a:cubicBezTo>
                      <a:cubicBezTo>
                        <a:pt x="69" y="29"/>
                        <a:pt x="69" y="29"/>
                        <a:pt x="69" y="29"/>
                      </a:cubicBezTo>
                      <a:cubicBezTo>
                        <a:pt x="69" y="29"/>
                        <a:pt x="63" y="36"/>
                        <a:pt x="62" y="37"/>
                      </a:cubicBezTo>
                      <a:cubicBezTo>
                        <a:pt x="63" y="38"/>
                        <a:pt x="61" y="38"/>
                        <a:pt x="64" y="38"/>
                      </a:cubicBezTo>
                      <a:cubicBezTo>
                        <a:pt x="64" y="38"/>
                        <a:pt x="64" y="38"/>
                        <a:pt x="64" y="38"/>
                      </a:cubicBezTo>
                      <a:cubicBezTo>
                        <a:pt x="71" y="37"/>
                        <a:pt x="71" y="37"/>
                        <a:pt x="71" y="37"/>
                      </a:cubicBezTo>
                      <a:cubicBezTo>
                        <a:pt x="74" y="37"/>
                        <a:pt x="74" y="38"/>
                        <a:pt x="78" y="38"/>
                      </a:cubicBezTo>
                      <a:cubicBezTo>
                        <a:pt x="78" y="38"/>
                        <a:pt x="78" y="38"/>
                        <a:pt x="78" y="38"/>
                      </a:cubicBezTo>
                      <a:cubicBezTo>
                        <a:pt x="79" y="38"/>
                        <a:pt x="84" y="33"/>
                        <a:pt x="91" y="32"/>
                      </a:cubicBezTo>
                      <a:cubicBezTo>
                        <a:pt x="96" y="31"/>
                        <a:pt x="104" y="30"/>
                        <a:pt x="104" y="37"/>
                      </a:cubicBezTo>
                      <a:cubicBezTo>
                        <a:pt x="104" y="39"/>
                        <a:pt x="102" y="41"/>
                        <a:pt x="101" y="43"/>
                      </a:cubicBezTo>
                      <a:cubicBezTo>
                        <a:pt x="98" y="43"/>
                        <a:pt x="99" y="43"/>
                        <a:pt x="97" y="43"/>
                      </a:cubicBezTo>
                      <a:cubicBezTo>
                        <a:pt x="96" y="43"/>
                        <a:pt x="93" y="42"/>
                        <a:pt x="92" y="41"/>
                      </a:cubicBezTo>
                      <a:cubicBezTo>
                        <a:pt x="85" y="46"/>
                        <a:pt x="88" y="49"/>
                        <a:pt x="85" y="56"/>
                      </a:cubicBezTo>
                      <a:cubicBezTo>
                        <a:pt x="84" y="57"/>
                        <a:pt x="81" y="64"/>
                        <a:pt x="81" y="64"/>
                      </a:cubicBezTo>
                      <a:cubicBezTo>
                        <a:pt x="80" y="66"/>
                        <a:pt x="80" y="64"/>
                        <a:pt x="78" y="67"/>
                      </a:cubicBezTo>
                      <a:cubicBezTo>
                        <a:pt x="77" y="70"/>
                        <a:pt x="78" y="68"/>
                        <a:pt x="76" y="70"/>
                      </a:cubicBezTo>
                      <a:cubicBezTo>
                        <a:pt x="74" y="67"/>
                        <a:pt x="72" y="66"/>
                        <a:pt x="72" y="62"/>
                      </a:cubicBezTo>
                      <a:cubicBezTo>
                        <a:pt x="72" y="61"/>
                        <a:pt x="75" y="55"/>
                        <a:pt x="76" y="54"/>
                      </a:cubicBezTo>
                      <a:cubicBezTo>
                        <a:pt x="75" y="51"/>
                        <a:pt x="75" y="48"/>
                        <a:pt x="72" y="48"/>
                      </a:cubicBezTo>
                      <a:cubicBezTo>
                        <a:pt x="71" y="48"/>
                        <a:pt x="70" y="49"/>
                        <a:pt x="70" y="49"/>
                      </a:cubicBezTo>
                      <a:cubicBezTo>
                        <a:pt x="70" y="55"/>
                        <a:pt x="67" y="55"/>
                        <a:pt x="63" y="57"/>
                      </a:cubicBezTo>
                      <a:cubicBezTo>
                        <a:pt x="62" y="56"/>
                        <a:pt x="60" y="55"/>
                        <a:pt x="59" y="55"/>
                      </a:cubicBezTo>
                      <a:cubicBezTo>
                        <a:pt x="58" y="55"/>
                        <a:pt x="56" y="57"/>
                        <a:pt x="56" y="57"/>
                      </a:cubicBezTo>
                      <a:cubicBezTo>
                        <a:pt x="58" y="60"/>
                        <a:pt x="59" y="60"/>
                        <a:pt x="61" y="64"/>
                      </a:cubicBezTo>
                      <a:cubicBezTo>
                        <a:pt x="61" y="66"/>
                        <a:pt x="61" y="66"/>
                        <a:pt x="61" y="66"/>
                      </a:cubicBezTo>
                      <a:cubicBezTo>
                        <a:pt x="61" y="67"/>
                        <a:pt x="61" y="67"/>
                        <a:pt x="61" y="67"/>
                      </a:cubicBezTo>
                      <a:cubicBezTo>
                        <a:pt x="59" y="70"/>
                        <a:pt x="59" y="70"/>
                        <a:pt x="59" y="70"/>
                      </a:cubicBezTo>
                      <a:cubicBezTo>
                        <a:pt x="60" y="71"/>
                        <a:pt x="58" y="71"/>
                        <a:pt x="61" y="71"/>
                      </a:cubicBezTo>
                      <a:cubicBezTo>
                        <a:pt x="64" y="71"/>
                        <a:pt x="66" y="72"/>
                        <a:pt x="68" y="74"/>
                      </a:cubicBezTo>
                      <a:cubicBezTo>
                        <a:pt x="68" y="75"/>
                        <a:pt x="68" y="75"/>
                        <a:pt x="68" y="75"/>
                      </a:cubicBezTo>
                      <a:cubicBezTo>
                        <a:pt x="68" y="78"/>
                        <a:pt x="68" y="78"/>
                        <a:pt x="68" y="78"/>
                      </a:cubicBezTo>
                      <a:cubicBezTo>
                        <a:pt x="68" y="82"/>
                        <a:pt x="58" y="85"/>
                        <a:pt x="55" y="86"/>
                      </a:cubicBezTo>
                      <a:cubicBezTo>
                        <a:pt x="50" y="88"/>
                        <a:pt x="44" y="91"/>
                        <a:pt x="40" y="92"/>
                      </a:cubicBezTo>
                      <a:cubicBezTo>
                        <a:pt x="36" y="94"/>
                        <a:pt x="35" y="94"/>
                        <a:pt x="32" y="96"/>
                      </a:cubicBezTo>
                      <a:cubicBezTo>
                        <a:pt x="29" y="97"/>
                        <a:pt x="27" y="97"/>
                        <a:pt x="24" y="99"/>
                      </a:cubicBezTo>
                      <a:cubicBezTo>
                        <a:pt x="20" y="101"/>
                        <a:pt x="13" y="104"/>
                        <a:pt x="9" y="104"/>
                      </a:cubicBezTo>
                      <a:cubicBezTo>
                        <a:pt x="3" y="105"/>
                        <a:pt x="3" y="105"/>
                        <a:pt x="3" y="105"/>
                      </a:cubicBezTo>
                      <a:cubicBezTo>
                        <a:pt x="1" y="105"/>
                        <a:pt x="1" y="106"/>
                        <a:pt x="0" y="107"/>
                      </a:cubicBezTo>
                      <a:cubicBezTo>
                        <a:pt x="0" y="108"/>
                        <a:pt x="0" y="111"/>
                        <a:pt x="2" y="112"/>
                      </a:cubicBezTo>
                      <a:cubicBezTo>
                        <a:pt x="4" y="114"/>
                        <a:pt x="3" y="114"/>
                        <a:pt x="5" y="115"/>
                      </a:cubicBezTo>
                      <a:cubicBezTo>
                        <a:pt x="6" y="116"/>
                        <a:pt x="12" y="119"/>
                        <a:pt x="14" y="120"/>
                      </a:cubicBezTo>
                      <a:cubicBezTo>
                        <a:pt x="15" y="119"/>
                        <a:pt x="15" y="119"/>
                        <a:pt x="17" y="119"/>
                      </a:cubicBezTo>
                      <a:cubicBezTo>
                        <a:pt x="20" y="119"/>
                        <a:pt x="30" y="110"/>
                        <a:pt x="32" y="108"/>
                      </a:cubicBezTo>
                      <a:cubicBezTo>
                        <a:pt x="36" y="104"/>
                        <a:pt x="42" y="101"/>
                        <a:pt x="47" y="98"/>
                      </a:cubicBezTo>
                      <a:cubicBezTo>
                        <a:pt x="50" y="96"/>
                        <a:pt x="52" y="95"/>
                        <a:pt x="55" y="93"/>
                      </a:cubicBezTo>
                      <a:cubicBezTo>
                        <a:pt x="57" y="92"/>
                        <a:pt x="58" y="92"/>
                        <a:pt x="59" y="91"/>
                      </a:cubicBezTo>
                      <a:cubicBezTo>
                        <a:pt x="61" y="90"/>
                        <a:pt x="61" y="90"/>
                        <a:pt x="63" y="89"/>
                      </a:cubicBezTo>
                      <a:cubicBezTo>
                        <a:pt x="68" y="87"/>
                        <a:pt x="74" y="80"/>
                        <a:pt x="79" y="80"/>
                      </a:cubicBezTo>
                      <a:cubicBezTo>
                        <a:pt x="81" y="80"/>
                        <a:pt x="82" y="82"/>
                        <a:pt x="82" y="83"/>
                      </a:cubicBezTo>
                      <a:cubicBezTo>
                        <a:pt x="82" y="85"/>
                        <a:pt x="82" y="85"/>
                        <a:pt x="82" y="85"/>
                      </a:cubicBezTo>
                      <a:cubicBezTo>
                        <a:pt x="82" y="86"/>
                        <a:pt x="82" y="86"/>
                        <a:pt x="82" y="86"/>
                      </a:cubicBezTo>
                      <a:cubicBezTo>
                        <a:pt x="80" y="90"/>
                        <a:pt x="79" y="89"/>
                        <a:pt x="78" y="93"/>
                      </a:cubicBezTo>
                      <a:cubicBezTo>
                        <a:pt x="75" y="94"/>
                        <a:pt x="75" y="94"/>
                        <a:pt x="74" y="97"/>
                      </a:cubicBezTo>
                      <a:cubicBezTo>
                        <a:pt x="69" y="98"/>
                        <a:pt x="71" y="99"/>
                        <a:pt x="67" y="101"/>
                      </a:cubicBezTo>
                      <a:cubicBezTo>
                        <a:pt x="63" y="103"/>
                        <a:pt x="63" y="103"/>
                        <a:pt x="61" y="107"/>
                      </a:cubicBezTo>
                      <a:cubicBezTo>
                        <a:pt x="61" y="110"/>
                        <a:pt x="64" y="114"/>
                        <a:pt x="64" y="117"/>
                      </a:cubicBezTo>
                      <a:cubicBezTo>
                        <a:pt x="64" y="118"/>
                        <a:pt x="64" y="118"/>
                        <a:pt x="64" y="118"/>
                      </a:cubicBezTo>
                      <a:cubicBezTo>
                        <a:pt x="64" y="119"/>
                        <a:pt x="64" y="119"/>
                        <a:pt x="64" y="119"/>
                      </a:cubicBezTo>
                      <a:cubicBezTo>
                        <a:pt x="61" y="123"/>
                        <a:pt x="60" y="125"/>
                        <a:pt x="55" y="126"/>
                      </a:cubicBezTo>
                      <a:cubicBezTo>
                        <a:pt x="51" y="127"/>
                        <a:pt x="43" y="129"/>
                        <a:pt x="41" y="129"/>
                      </a:cubicBezTo>
                      <a:cubicBezTo>
                        <a:pt x="40" y="129"/>
                        <a:pt x="40" y="129"/>
                        <a:pt x="40" y="129"/>
                      </a:cubicBezTo>
                      <a:cubicBezTo>
                        <a:pt x="32" y="130"/>
                        <a:pt x="32" y="130"/>
                        <a:pt x="32" y="130"/>
                      </a:cubicBezTo>
                      <a:cubicBezTo>
                        <a:pt x="30" y="130"/>
                        <a:pt x="30" y="130"/>
                        <a:pt x="30" y="130"/>
                      </a:cubicBezTo>
                      <a:cubicBezTo>
                        <a:pt x="27" y="132"/>
                        <a:pt x="27" y="132"/>
                        <a:pt x="27" y="132"/>
                      </a:cubicBezTo>
                      <a:cubicBezTo>
                        <a:pt x="30" y="136"/>
                        <a:pt x="30" y="138"/>
                        <a:pt x="35" y="141"/>
                      </a:cubicBezTo>
                      <a:cubicBezTo>
                        <a:pt x="36" y="141"/>
                        <a:pt x="36" y="141"/>
                        <a:pt x="36" y="141"/>
                      </a:cubicBezTo>
                      <a:cubicBezTo>
                        <a:pt x="38" y="141"/>
                        <a:pt x="38" y="141"/>
                        <a:pt x="38" y="141"/>
                      </a:cubicBezTo>
                      <a:cubicBezTo>
                        <a:pt x="39" y="141"/>
                        <a:pt x="39" y="141"/>
                        <a:pt x="39" y="141"/>
                      </a:cubicBezTo>
                      <a:cubicBezTo>
                        <a:pt x="43" y="138"/>
                        <a:pt x="51" y="133"/>
                        <a:pt x="56" y="133"/>
                      </a:cubicBezTo>
                      <a:cubicBezTo>
                        <a:pt x="58" y="133"/>
                        <a:pt x="58" y="133"/>
                        <a:pt x="58" y="133"/>
                      </a:cubicBezTo>
                      <a:cubicBezTo>
                        <a:pt x="62" y="133"/>
                        <a:pt x="63" y="137"/>
                        <a:pt x="63" y="141"/>
                      </a:cubicBezTo>
                      <a:cubicBezTo>
                        <a:pt x="63" y="143"/>
                        <a:pt x="63" y="143"/>
                        <a:pt x="63" y="143"/>
                      </a:cubicBezTo>
                      <a:cubicBezTo>
                        <a:pt x="63" y="150"/>
                        <a:pt x="60" y="152"/>
                        <a:pt x="56" y="154"/>
                      </a:cubicBezTo>
                      <a:cubicBezTo>
                        <a:pt x="55" y="154"/>
                        <a:pt x="55" y="154"/>
                        <a:pt x="55" y="154"/>
                      </a:cubicBezTo>
                      <a:cubicBezTo>
                        <a:pt x="53" y="154"/>
                        <a:pt x="53" y="154"/>
                        <a:pt x="53" y="154"/>
                      </a:cubicBezTo>
                      <a:cubicBezTo>
                        <a:pt x="52" y="154"/>
                        <a:pt x="52" y="154"/>
                        <a:pt x="51" y="153"/>
                      </a:cubicBezTo>
                      <a:cubicBezTo>
                        <a:pt x="50" y="154"/>
                        <a:pt x="50" y="154"/>
                        <a:pt x="49" y="154"/>
                      </a:cubicBezTo>
                      <a:cubicBezTo>
                        <a:pt x="47" y="154"/>
                        <a:pt x="47" y="154"/>
                        <a:pt x="47" y="154"/>
                      </a:cubicBezTo>
                      <a:cubicBezTo>
                        <a:pt x="47" y="155"/>
                        <a:pt x="46" y="155"/>
                        <a:pt x="46" y="156"/>
                      </a:cubicBezTo>
                      <a:cubicBezTo>
                        <a:pt x="46" y="158"/>
                        <a:pt x="53" y="165"/>
                        <a:pt x="55" y="166"/>
                      </a:cubicBezTo>
                      <a:cubicBezTo>
                        <a:pt x="56" y="166"/>
                        <a:pt x="56" y="166"/>
                        <a:pt x="56" y="166"/>
                      </a:cubicBezTo>
                      <a:cubicBezTo>
                        <a:pt x="61" y="166"/>
                        <a:pt x="61" y="166"/>
                        <a:pt x="61" y="166"/>
                      </a:cubicBezTo>
                      <a:cubicBezTo>
                        <a:pt x="66" y="166"/>
                        <a:pt x="69" y="163"/>
                        <a:pt x="71" y="160"/>
                      </a:cubicBezTo>
                      <a:cubicBezTo>
                        <a:pt x="74" y="155"/>
                        <a:pt x="74" y="151"/>
                        <a:pt x="76" y="148"/>
                      </a:cubicBezTo>
                      <a:cubicBezTo>
                        <a:pt x="75" y="146"/>
                        <a:pt x="75" y="148"/>
                        <a:pt x="75" y="146"/>
                      </a:cubicBezTo>
                      <a:cubicBezTo>
                        <a:pt x="75" y="138"/>
                        <a:pt x="75" y="138"/>
                        <a:pt x="75" y="138"/>
                      </a:cubicBezTo>
                      <a:cubicBezTo>
                        <a:pt x="75" y="130"/>
                        <a:pt x="74" y="128"/>
                        <a:pt x="80" y="124"/>
                      </a:cubicBezTo>
                      <a:cubicBezTo>
                        <a:pt x="81" y="124"/>
                        <a:pt x="81" y="124"/>
                        <a:pt x="81" y="124"/>
                      </a:cubicBezTo>
                      <a:cubicBezTo>
                        <a:pt x="90" y="124"/>
                        <a:pt x="90" y="127"/>
                        <a:pt x="94" y="120"/>
                      </a:cubicBezTo>
                      <a:cubicBezTo>
                        <a:pt x="92" y="117"/>
                        <a:pt x="91" y="116"/>
                        <a:pt x="88" y="115"/>
                      </a:cubicBezTo>
                      <a:cubicBezTo>
                        <a:pt x="86" y="116"/>
                        <a:pt x="84" y="117"/>
                        <a:pt x="81" y="117"/>
                      </a:cubicBezTo>
                      <a:cubicBezTo>
                        <a:pt x="79" y="117"/>
                        <a:pt x="79" y="117"/>
                        <a:pt x="79" y="117"/>
                      </a:cubicBezTo>
                      <a:cubicBezTo>
                        <a:pt x="77" y="116"/>
                        <a:pt x="72" y="109"/>
                        <a:pt x="72" y="107"/>
                      </a:cubicBezTo>
                      <a:cubicBezTo>
                        <a:pt x="72" y="105"/>
                        <a:pt x="72" y="105"/>
                        <a:pt x="72" y="105"/>
                      </a:cubicBezTo>
                      <a:cubicBezTo>
                        <a:pt x="72" y="99"/>
                        <a:pt x="75" y="100"/>
                        <a:pt x="78" y="96"/>
                      </a:cubicBezTo>
                      <a:cubicBezTo>
                        <a:pt x="80" y="96"/>
                        <a:pt x="80" y="96"/>
                        <a:pt x="80" y="96"/>
                      </a:cubicBezTo>
                      <a:cubicBezTo>
                        <a:pt x="82" y="93"/>
                        <a:pt x="89" y="90"/>
                        <a:pt x="92" y="89"/>
                      </a:cubicBezTo>
                      <a:cubicBezTo>
                        <a:pt x="95" y="87"/>
                        <a:pt x="101" y="83"/>
                        <a:pt x="101" y="80"/>
                      </a:cubicBezTo>
                      <a:cubicBezTo>
                        <a:pt x="101" y="77"/>
                        <a:pt x="101" y="79"/>
                        <a:pt x="102" y="78"/>
                      </a:cubicBezTo>
                      <a:cubicBezTo>
                        <a:pt x="101" y="77"/>
                        <a:pt x="101" y="79"/>
                        <a:pt x="101" y="77"/>
                      </a:cubicBezTo>
                      <a:cubicBezTo>
                        <a:pt x="101" y="73"/>
                        <a:pt x="96" y="64"/>
                        <a:pt x="95" y="61"/>
                      </a:cubicBezTo>
                      <a:cubicBezTo>
                        <a:pt x="95" y="61"/>
                        <a:pt x="101" y="55"/>
                        <a:pt x="102" y="55"/>
                      </a:cubicBezTo>
                      <a:cubicBezTo>
                        <a:pt x="104" y="52"/>
                        <a:pt x="106" y="51"/>
                        <a:pt x="109" y="48"/>
                      </a:cubicBezTo>
                      <a:cubicBezTo>
                        <a:pt x="110" y="47"/>
                        <a:pt x="112" y="46"/>
                        <a:pt x="113" y="45"/>
                      </a:cubicBezTo>
                      <a:cubicBezTo>
                        <a:pt x="114" y="44"/>
                        <a:pt x="115" y="43"/>
                        <a:pt x="116" y="42"/>
                      </a:cubicBezTo>
                      <a:cubicBezTo>
                        <a:pt x="118" y="39"/>
                        <a:pt x="118" y="35"/>
                        <a:pt x="121" y="34"/>
                      </a:cubicBezTo>
                      <a:cubicBezTo>
                        <a:pt x="121" y="32"/>
                        <a:pt x="121" y="32"/>
                        <a:pt x="121" y="32"/>
                      </a:cubicBezTo>
                      <a:cubicBezTo>
                        <a:pt x="121" y="27"/>
                        <a:pt x="123" y="30"/>
                        <a:pt x="120" y="24"/>
                      </a:cubicBezTo>
                      <a:cubicBezTo>
                        <a:pt x="118" y="20"/>
                        <a:pt x="118" y="20"/>
                        <a:pt x="116" y="17"/>
                      </a:cubicBezTo>
                      <a:cubicBezTo>
                        <a:pt x="113" y="17"/>
                        <a:pt x="113" y="17"/>
                        <a:pt x="113" y="17"/>
                      </a:cubicBezTo>
                      <a:cubicBezTo>
                        <a:pt x="111" y="17"/>
                        <a:pt x="105" y="19"/>
                        <a:pt x="104" y="20"/>
                      </a:cubicBezTo>
                      <a:cubicBezTo>
                        <a:pt x="101" y="23"/>
                        <a:pt x="102" y="23"/>
                        <a:pt x="96" y="24"/>
                      </a:cubicBezTo>
                      <a:lnTo>
                        <a:pt x="93" y="2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5" name="íṥḻiďê"/>
                <p:cNvSpPr/>
                <p:nvPr/>
              </p:nvSpPr>
              <p:spPr bwMode="auto">
                <a:xfrm>
                  <a:off x="5159376" y="3357563"/>
                  <a:ext cx="117475" cy="366713"/>
                </a:xfrm>
                <a:custGeom>
                  <a:avLst/>
                  <a:gdLst>
                    <a:gd name="T0" fmla="*/ 23 w 36"/>
                    <a:gd name="T1" fmla="*/ 14 h 110"/>
                    <a:gd name="T2" fmla="*/ 23 w 36"/>
                    <a:gd name="T3" fmla="*/ 12 h 110"/>
                    <a:gd name="T4" fmla="*/ 18 w 36"/>
                    <a:gd name="T5" fmla="*/ 6 h 110"/>
                    <a:gd name="T6" fmla="*/ 13 w 36"/>
                    <a:gd name="T7" fmla="*/ 0 h 110"/>
                    <a:gd name="T8" fmla="*/ 11 w 36"/>
                    <a:gd name="T9" fmla="*/ 4 h 110"/>
                    <a:gd name="T10" fmla="*/ 13 w 36"/>
                    <a:gd name="T11" fmla="*/ 16 h 110"/>
                    <a:gd name="T12" fmla="*/ 12 w 36"/>
                    <a:gd name="T13" fmla="*/ 34 h 110"/>
                    <a:gd name="T14" fmla="*/ 7 w 36"/>
                    <a:gd name="T15" fmla="*/ 65 h 110"/>
                    <a:gd name="T16" fmla="*/ 3 w 36"/>
                    <a:gd name="T17" fmla="*/ 80 h 110"/>
                    <a:gd name="T18" fmla="*/ 0 w 36"/>
                    <a:gd name="T19" fmla="*/ 95 h 110"/>
                    <a:gd name="T20" fmla="*/ 0 w 36"/>
                    <a:gd name="T21" fmla="*/ 98 h 110"/>
                    <a:gd name="T22" fmla="*/ 0 w 36"/>
                    <a:gd name="T23" fmla="*/ 100 h 110"/>
                    <a:gd name="T24" fmla="*/ 4 w 36"/>
                    <a:gd name="T25" fmla="*/ 105 h 110"/>
                    <a:gd name="T26" fmla="*/ 9 w 36"/>
                    <a:gd name="T27" fmla="*/ 110 h 110"/>
                    <a:gd name="T28" fmla="*/ 15 w 36"/>
                    <a:gd name="T29" fmla="*/ 104 h 110"/>
                    <a:gd name="T30" fmla="*/ 18 w 36"/>
                    <a:gd name="T31" fmla="*/ 96 h 110"/>
                    <a:gd name="T32" fmla="*/ 18 w 36"/>
                    <a:gd name="T33" fmla="*/ 90 h 110"/>
                    <a:gd name="T34" fmla="*/ 21 w 36"/>
                    <a:gd name="T35" fmla="*/ 71 h 110"/>
                    <a:gd name="T36" fmla="*/ 25 w 36"/>
                    <a:gd name="T37" fmla="*/ 53 h 110"/>
                    <a:gd name="T38" fmla="*/ 30 w 36"/>
                    <a:gd name="T39" fmla="*/ 36 h 110"/>
                    <a:gd name="T40" fmla="*/ 35 w 36"/>
                    <a:gd name="T41" fmla="*/ 20 h 110"/>
                    <a:gd name="T42" fmla="*/ 33 w 36"/>
                    <a:gd name="T43" fmla="*/ 20 h 110"/>
                    <a:gd name="T44" fmla="*/ 30 w 36"/>
                    <a:gd name="T45" fmla="*/ 22 h 110"/>
                    <a:gd name="T46" fmla="*/ 23 w 36"/>
                    <a:gd name="T47" fmla="*/ 17 h 110"/>
                    <a:gd name="T48" fmla="*/ 23 w 36"/>
                    <a:gd name="T49" fmla="*/ 15 h 110"/>
                    <a:gd name="T50" fmla="*/ 23 w 36"/>
                    <a:gd name="T51" fmla="*/ 14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6" h="110">
                      <a:moveTo>
                        <a:pt x="23" y="14"/>
                      </a:moveTo>
                      <a:cubicBezTo>
                        <a:pt x="23" y="12"/>
                        <a:pt x="23" y="12"/>
                        <a:pt x="23" y="12"/>
                      </a:cubicBezTo>
                      <a:cubicBezTo>
                        <a:pt x="21" y="8"/>
                        <a:pt x="22" y="9"/>
                        <a:pt x="18" y="6"/>
                      </a:cubicBezTo>
                      <a:cubicBezTo>
                        <a:pt x="17" y="4"/>
                        <a:pt x="15" y="2"/>
                        <a:pt x="13" y="0"/>
                      </a:cubicBezTo>
                      <a:cubicBezTo>
                        <a:pt x="12" y="1"/>
                        <a:pt x="11" y="3"/>
                        <a:pt x="11" y="4"/>
                      </a:cubicBezTo>
                      <a:cubicBezTo>
                        <a:pt x="11" y="7"/>
                        <a:pt x="13" y="12"/>
                        <a:pt x="13" y="16"/>
                      </a:cubicBezTo>
                      <a:cubicBezTo>
                        <a:pt x="12" y="34"/>
                        <a:pt x="12" y="34"/>
                        <a:pt x="12" y="34"/>
                      </a:cubicBezTo>
                      <a:cubicBezTo>
                        <a:pt x="12" y="43"/>
                        <a:pt x="9" y="56"/>
                        <a:pt x="7" y="65"/>
                      </a:cubicBezTo>
                      <a:cubicBezTo>
                        <a:pt x="6" y="72"/>
                        <a:pt x="4" y="75"/>
                        <a:pt x="3" y="80"/>
                      </a:cubicBezTo>
                      <a:cubicBezTo>
                        <a:pt x="2" y="85"/>
                        <a:pt x="0" y="91"/>
                        <a:pt x="0" y="95"/>
                      </a:cubicBezTo>
                      <a:cubicBezTo>
                        <a:pt x="0" y="98"/>
                        <a:pt x="0" y="98"/>
                        <a:pt x="0" y="98"/>
                      </a:cubicBezTo>
                      <a:cubicBezTo>
                        <a:pt x="0" y="100"/>
                        <a:pt x="0" y="100"/>
                        <a:pt x="0" y="100"/>
                      </a:cubicBezTo>
                      <a:cubicBezTo>
                        <a:pt x="2" y="102"/>
                        <a:pt x="2" y="103"/>
                        <a:pt x="4" y="105"/>
                      </a:cubicBezTo>
                      <a:cubicBezTo>
                        <a:pt x="6" y="108"/>
                        <a:pt x="7" y="108"/>
                        <a:pt x="9" y="110"/>
                      </a:cubicBezTo>
                      <a:cubicBezTo>
                        <a:pt x="12" y="108"/>
                        <a:pt x="13" y="108"/>
                        <a:pt x="15" y="104"/>
                      </a:cubicBezTo>
                      <a:cubicBezTo>
                        <a:pt x="16" y="102"/>
                        <a:pt x="18" y="99"/>
                        <a:pt x="18" y="96"/>
                      </a:cubicBezTo>
                      <a:cubicBezTo>
                        <a:pt x="18" y="90"/>
                        <a:pt x="18" y="90"/>
                        <a:pt x="18" y="90"/>
                      </a:cubicBezTo>
                      <a:cubicBezTo>
                        <a:pt x="18" y="83"/>
                        <a:pt x="20" y="77"/>
                        <a:pt x="21" y="71"/>
                      </a:cubicBezTo>
                      <a:cubicBezTo>
                        <a:pt x="23" y="65"/>
                        <a:pt x="23" y="59"/>
                        <a:pt x="25" y="53"/>
                      </a:cubicBezTo>
                      <a:cubicBezTo>
                        <a:pt x="26" y="47"/>
                        <a:pt x="29" y="42"/>
                        <a:pt x="30" y="36"/>
                      </a:cubicBezTo>
                      <a:cubicBezTo>
                        <a:pt x="31" y="28"/>
                        <a:pt x="34" y="27"/>
                        <a:pt x="35" y="20"/>
                      </a:cubicBezTo>
                      <a:cubicBezTo>
                        <a:pt x="34" y="19"/>
                        <a:pt x="36" y="20"/>
                        <a:pt x="33" y="20"/>
                      </a:cubicBezTo>
                      <a:cubicBezTo>
                        <a:pt x="33" y="20"/>
                        <a:pt x="30" y="22"/>
                        <a:pt x="30" y="22"/>
                      </a:cubicBezTo>
                      <a:cubicBezTo>
                        <a:pt x="25" y="21"/>
                        <a:pt x="25" y="21"/>
                        <a:pt x="23" y="17"/>
                      </a:cubicBezTo>
                      <a:cubicBezTo>
                        <a:pt x="23" y="15"/>
                        <a:pt x="23" y="15"/>
                        <a:pt x="23" y="15"/>
                      </a:cubicBezTo>
                      <a:lnTo>
                        <a:pt x="23" y="14"/>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nvGrpSpPr>
              <p:cNvPr id="249" name="ïšľîḍê"/>
              <p:cNvGrpSpPr/>
              <p:nvPr/>
            </p:nvGrpSpPr>
            <p:grpSpPr>
              <a:xfrm>
                <a:off x="4412452" y="3781425"/>
                <a:ext cx="2312689" cy="166461"/>
                <a:chOff x="6986588" y="3521075"/>
                <a:chExt cx="1654176" cy="119063"/>
              </a:xfrm>
            </p:grpSpPr>
            <p:sp>
              <p:nvSpPr>
                <p:cNvPr id="250" name="îṩľîḑê"/>
                <p:cNvSpPr/>
                <p:nvPr/>
              </p:nvSpPr>
              <p:spPr bwMode="auto">
                <a:xfrm>
                  <a:off x="6986588" y="3521075"/>
                  <a:ext cx="155575" cy="119063"/>
                </a:xfrm>
                <a:custGeom>
                  <a:avLst/>
                  <a:gdLst>
                    <a:gd name="T0" fmla="*/ 84 w 98"/>
                    <a:gd name="T1" fmla="*/ 0 h 75"/>
                    <a:gd name="T2" fmla="*/ 59 w 98"/>
                    <a:gd name="T3" fmla="*/ 52 h 75"/>
                    <a:gd name="T4" fmla="*/ 57 w 98"/>
                    <a:gd name="T5" fmla="*/ 0 h 75"/>
                    <a:gd name="T6" fmla="*/ 40 w 98"/>
                    <a:gd name="T7" fmla="*/ 0 h 75"/>
                    <a:gd name="T8" fmla="*/ 15 w 98"/>
                    <a:gd name="T9" fmla="*/ 52 h 75"/>
                    <a:gd name="T10" fmla="*/ 15 w 98"/>
                    <a:gd name="T11" fmla="*/ 0 h 75"/>
                    <a:gd name="T12" fmla="*/ 0 w 98"/>
                    <a:gd name="T13" fmla="*/ 0 h 75"/>
                    <a:gd name="T14" fmla="*/ 2 w 98"/>
                    <a:gd name="T15" fmla="*/ 75 h 75"/>
                    <a:gd name="T16" fmla="*/ 19 w 98"/>
                    <a:gd name="T17" fmla="*/ 75 h 75"/>
                    <a:gd name="T18" fmla="*/ 44 w 98"/>
                    <a:gd name="T19" fmla="*/ 21 h 75"/>
                    <a:gd name="T20" fmla="*/ 46 w 98"/>
                    <a:gd name="T21" fmla="*/ 75 h 75"/>
                    <a:gd name="T22" fmla="*/ 63 w 98"/>
                    <a:gd name="T23" fmla="*/ 75 h 75"/>
                    <a:gd name="T24" fmla="*/ 98 w 98"/>
                    <a:gd name="T25" fmla="*/ 0 h 75"/>
                    <a:gd name="T26" fmla="*/ 84 w 98"/>
                    <a:gd name="T27"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98" h="75">
                      <a:moveTo>
                        <a:pt x="84" y="0"/>
                      </a:moveTo>
                      <a:lnTo>
                        <a:pt x="59" y="52"/>
                      </a:lnTo>
                      <a:lnTo>
                        <a:pt x="57" y="0"/>
                      </a:lnTo>
                      <a:lnTo>
                        <a:pt x="40" y="0"/>
                      </a:lnTo>
                      <a:lnTo>
                        <a:pt x="15" y="52"/>
                      </a:lnTo>
                      <a:lnTo>
                        <a:pt x="15" y="0"/>
                      </a:lnTo>
                      <a:lnTo>
                        <a:pt x="0" y="0"/>
                      </a:lnTo>
                      <a:lnTo>
                        <a:pt x="2" y="75"/>
                      </a:lnTo>
                      <a:lnTo>
                        <a:pt x="19" y="75"/>
                      </a:lnTo>
                      <a:lnTo>
                        <a:pt x="44" y="21"/>
                      </a:lnTo>
                      <a:lnTo>
                        <a:pt x="46" y="75"/>
                      </a:lnTo>
                      <a:lnTo>
                        <a:pt x="63" y="75"/>
                      </a:lnTo>
                      <a:lnTo>
                        <a:pt x="98" y="0"/>
                      </a:lnTo>
                      <a:lnTo>
                        <a:pt x="84"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1" name="îṩḷîde"/>
                <p:cNvSpPr/>
                <p:nvPr/>
              </p:nvSpPr>
              <p:spPr bwMode="auto">
                <a:xfrm>
                  <a:off x="7135813" y="3521075"/>
                  <a:ext cx="112713" cy="119063"/>
                </a:xfrm>
                <a:custGeom>
                  <a:avLst/>
                  <a:gdLst>
                    <a:gd name="T0" fmla="*/ 22 w 34"/>
                    <a:gd name="T1" fmla="*/ 20 h 36"/>
                    <a:gd name="T2" fmla="*/ 20 w 34"/>
                    <a:gd name="T3" fmla="*/ 26 h 36"/>
                    <a:gd name="T4" fmla="*/ 18 w 34"/>
                    <a:gd name="T5" fmla="*/ 29 h 36"/>
                    <a:gd name="T6" fmla="*/ 13 w 34"/>
                    <a:gd name="T7" fmla="*/ 30 h 36"/>
                    <a:gd name="T8" fmla="*/ 9 w 34"/>
                    <a:gd name="T9" fmla="*/ 29 h 36"/>
                    <a:gd name="T10" fmla="*/ 7 w 34"/>
                    <a:gd name="T11" fmla="*/ 25 h 36"/>
                    <a:gd name="T12" fmla="*/ 7 w 34"/>
                    <a:gd name="T13" fmla="*/ 24 h 36"/>
                    <a:gd name="T14" fmla="*/ 8 w 34"/>
                    <a:gd name="T15" fmla="*/ 19 h 36"/>
                    <a:gd name="T16" fmla="*/ 12 w 34"/>
                    <a:gd name="T17" fmla="*/ 0 h 36"/>
                    <a:gd name="T18" fmla="*/ 5 w 34"/>
                    <a:gd name="T19" fmla="*/ 0 h 36"/>
                    <a:gd name="T20" fmla="*/ 1 w 34"/>
                    <a:gd name="T21" fmla="*/ 19 h 36"/>
                    <a:gd name="T22" fmla="*/ 0 w 34"/>
                    <a:gd name="T23" fmla="*/ 23 h 36"/>
                    <a:gd name="T24" fmla="*/ 0 w 34"/>
                    <a:gd name="T25" fmla="*/ 25 h 36"/>
                    <a:gd name="T26" fmla="*/ 3 w 34"/>
                    <a:gd name="T27" fmla="*/ 33 h 36"/>
                    <a:gd name="T28" fmla="*/ 13 w 34"/>
                    <a:gd name="T29" fmla="*/ 36 h 36"/>
                    <a:gd name="T30" fmla="*/ 22 w 34"/>
                    <a:gd name="T31" fmla="*/ 34 h 36"/>
                    <a:gd name="T32" fmla="*/ 27 w 34"/>
                    <a:gd name="T33" fmla="*/ 29 h 36"/>
                    <a:gd name="T34" fmla="*/ 30 w 34"/>
                    <a:gd name="T35" fmla="*/ 20 h 36"/>
                    <a:gd name="T36" fmla="*/ 34 w 34"/>
                    <a:gd name="T37" fmla="*/ 0 h 36"/>
                    <a:gd name="T38" fmla="*/ 26 w 34"/>
                    <a:gd name="T39" fmla="*/ 0 h 36"/>
                    <a:gd name="T40" fmla="*/ 22 w 34"/>
                    <a:gd name="T41" fmla="*/ 2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4" h="36">
                      <a:moveTo>
                        <a:pt x="22" y="20"/>
                      </a:moveTo>
                      <a:cubicBezTo>
                        <a:pt x="22" y="23"/>
                        <a:pt x="21" y="25"/>
                        <a:pt x="20" y="26"/>
                      </a:cubicBezTo>
                      <a:cubicBezTo>
                        <a:pt x="20" y="28"/>
                        <a:pt x="19" y="29"/>
                        <a:pt x="18" y="29"/>
                      </a:cubicBezTo>
                      <a:cubicBezTo>
                        <a:pt x="17" y="30"/>
                        <a:pt x="15" y="30"/>
                        <a:pt x="13" y="30"/>
                      </a:cubicBezTo>
                      <a:cubicBezTo>
                        <a:pt x="11" y="30"/>
                        <a:pt x="10" y="30"/>
                        <a:pt x="9" y="29"/>
                      </a:cubicBezTo>
                      <a:cubicBezTo>
                        <a:pt x="8" y="28"/>
                        <a:pt x="7" y="27"/>
                        <a:pt x="7" y="25"/>
                      </a:cubicBezTo>
                      <a:cubicBezTo>
                        <a:pt x="7" y="25"/>
                        <a:pt x="7" y="25"/>
                        <a:pt x="7" y="24"/>
                      </a:cubicBezTo>
                      <a:cubicBezTo>
                        <a:pt x="8" y="19"/>
                        <a:pt x="8" y="19"/>
                        <a:pt x="8" y="19"/>
                      </a:cubicBezTo>
                      <a:cubicBezTo>
                        <a:pt x="12" y="0"/>
                        <a:pt x="12" y="0"/>
                        <a:pt x="12" y="0"/>
                      </a:cubicBezTo>
                      <a:cubicBezTo>
                        <a:pt x="5" y="0"/>
                        <a:pt x="5" y="0"/>
                        <a:pt x="5" y="0"/>
                      </a:cubicBezTo>
                      <a:cubicBezTo>
                        <a:pt x="1" y="19"/>
                        <a:pt x="1" y="19"/>
                        <a:pt x="1" y="19"/>
                      </a:cubicBezTo>
                      <a:cubicBezTo>
                        <a:pt x="1" y="21"/>
                        <a:pt x="0" y="23"/>
                        <a:pt x="0" y="23"/>
                      </a:cubicBezTo>
                      <a:cubicBezTo>
                        <a:pt x="0" y="24"/>
                        <a:pt x="0" y="25"/>
                        <a:pt x="0" y="25"/>
                      </a:cubicBezTo>
                      <a:cubicBezTo>
                        <a:pt x="0" y="29"/>
                        <a:pt x="1" y="31"/>
                        <a:pt x="3" y="33"/>
                      </a:cubicBezTo>
                      <a:cubicBezTo>
                        <a:pt x="6" y="35"/>
                        <a:pt x="9" y="36"/>
                        <a:pt x="13" y="36"/>
                      </a:cubicBezTo>
                      <a:cubicBezTo>
                        <a:pt x="16" y="36"/>
                        <a:pt x="19" y="36"/>
                        <a:pt x="22" y="34"/>
                      </a:cubicBezTo>
                      <a:cubicBezTo>
                        <a:pt x="24" y="33"/>
                        <a:pt x="25" y="31"/>
                        <a:pt x="27" y="29"/>
                      </a:cubicBezTo>
                      <a:cubicBezTo>
                        <a:pt x="28" y="27"/>
                        <a:pt x="29" y="24"/>
                        <a:pt x="30" y="20"/>
                      </a:cubicBezTo>
                      <a:cubicBezTo>
                        <a:pt x="34" y="0"/>
                        <a:pt x="34" y="0"/>
                        <a:pt x="34" y="0"/>
                      </a:cubicBezTo>
                      <a:cubicBezTo>
                        <a:pt x="26" y="0"/>
                        <a:pt x="26" y="0"/>
                        <a:pt x="26" y="0"/>
                      </a:cubicBezTo>
                      <a:lnTo>
                        <a:pt x="22" y="2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2" name="îṣḻîḑê"/>
                <p:cNvSpPr/>
                <p:nvPr/>
              </p:nvSpPr>
              <p:spPr bwMode="auto">
                <a:xfrm>
                  <a:off x="7248526" y="3521075"/>
                  <a:ext cx="114300" cy="119063"/>
                </a:xfrm>
                <a:custGeom>
                  <a:avLst/>
                  <a:gdLst>
                    <a:gd name="T0" fmla="*/ 58 w 72"/>
                    <a:gd name="T1" fmla="*/ 0 h 75"/>
                    <a:gd name="T2" fmla="*/ 52 w 72"/>
                    <a:gd name="T3" fmla="*/ 29 h 75"/>
                    <a:gd name="T4" fmla="*/ 22 w 72"/>
                    <a:gd name="T5" fmla="*/ 29 h 75"/>
                    <a:gd name="T6" fmla="*/ 29 w 72"/>
                    <a:gd name="T7" fmla="*/ 0 h 75"/>
                    <a:gd name="T8" fmla="*/ 14 w 72"/>
                    <a:gd name="T9" fmla="*/ 0 h 75"/>
                    <a:gd name="T10" fmla="*/ 0 w 72"/>
                    <a:gd name="T11" fmla="*/ 75 h 75"/>
                    <a:gd name="T12" fmla="*/ 14 w 72"/>
                    <a:gd name="T13" fmla="*/ 75 h 75"/>
                    <a:gd name="T14" fmla="*/ 20 w 72"/>
                    <a:gd name="T15" fmla="*/ 42 h 75"/>
                    <a:gd name="T16" fmla="*/ 50 w 72"/>
                    <a:gd name="T17" fmla="*/ 42 h 75"/>
                    <a:gd name="T18" fmla="*/ 43 w 72"/>
                    <a:gd name="T19" fmla="*/ 75 h 75"/>
                    <a:gd name="T20" fmla="*/ 58 w 72"/>
                    <a:gd name="T21" fmla="*/ 75 h 75"/>
                    <a:gd name="T22" fmla="*/ 72 w 72"/>
                    <a:gd name="T23" fmla="*/ 0 h 75"/>
                    <a:gd name="T24" fmla="*/ 58 w 72"/>
                    <a:gd name="T25"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2" h="75">
                      <a:moveTo>
                        <a:pt x="58" y="0"/>
                      </a:moveTo>
                      <a:lnTo>
                        <a:pt x="52" y="29"/>
                      </a:lnTo>
                      <a:lnTo>
                        <a:pt x="22" y="29"/>
                      </a:lnTo>
                      <a:lnTo>
                        <a:pt x="29" y="0"/>
                      </a:lnTo>
                      <a:lnTo>
                        <a:pt x="14" y="0"/>
                      </a:lnTo>
                      <a:lnTo>
                        <a:pt x="0" y="75"/>
                      </a:lnTo>
                      <a:lnTo>
                        <a:pt x="14" y="75"/>
                      </a:lnTo>
                      <a:lnTo>
                        <a:pt x="20" y="42"/>
                      </a:lnTo>
                      <a:lnTo>
                        <a:pt x="50" y="42"/>
                      </a:lnTo>
                      <a:lnTo>
                        <a:pt x="43" y="75"/>
                      </a:lnTo>
                      <a:lnTo>
                        <a:pt x="58" y="75"/>
                      </a:lnTo>
                      <a:lnTo>
                        <a:pt x="72" y="0"/>
                      </a:lnTo>
                      <a:lnTo>
                        <a:pt x="58"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3" name="ïṥlíḑê"/>
                <p:cNvSpPr/>
                <p:nvPr/>
              </p:nvSpPr>
              <p:spPr bwMode="auto">
                <a:xfrm>
                  <a:off x="7356476" y="3521075"/>
                  <a:ext cx="112713" cy="119063"/>
                </a:xfrm>
                <a:custGeom>
                  <a:avLst/>
                  <a:gdLst>
                    <a:gd name="T0" fmla="*/ 42 w 71"/>
                    <a:gd name="T1" fmla="*/ 0 h 75"/>
                    <a:gd name="T2" fmla="*/ 0 w 71"/>
                    <a:gd name="T3" fmla="*/ 75 h 75"/>
                    <a:gd name="T4" fmla="*/ 15 w 71"/>
                    <a:gd name="T5" fmla="*/ 75 h 75"/>
                    <a:gd name="T6" fmla="*/ 23 w 71"/>
                    <a:gd name="T7" fmla="*/ 59 h 75"/>
                    <a:gd name="T8" fmla="*/ 54 w 71"/>
                    <a:gd name="T9" fmla="*/ 59 h 75"/>
                    <a:gd name="T10" fmla="*/ 56 w 71"/>
                    <a:gd name="T11" fmla="*/ 75 h 75"/>
                    <a:gd name="T12" fmla="*/ 71 w 71"/>
                    <a:gd name="T13" fmla="*/ 75 h 75"/>
                    <a:gd name="T14" fmla="*/ 58 w 71"/>
                    <a:gd name="T15" fmla="*/ 0 h 75"/>
                    <a:gd name="T16" fmla="*/ 42 w 71"/>
                    <a:gd name="T17" fmla="*/ 0 h 75"/>
                    <a:gd name="T18" fmla="*/ 29 w 71"/>
                    <a:gd name="T19" fmla="*/ 46 h 75"/>
                    <a:gd name="T20" fmla="*/ 48 w 71"/>
                    <a:gd name="T21" fmla="*/ 17 h 75"/>
                    <a:gd name="T22" fmla="*/ 52 w 71"/>
                    <a:gd name="T23" fmla="*/ 46 h 75"/>
                    <a:gd name="T24" fmla="*/ 29 w 71"/>
                    <a:gd name="T25" fmla="*/ 4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75">
                      <a:moveTo>
                        <a:pt x="42" y="0"/>
                      </a:moveTo>
                      <a:lnTo>
                        <a:pt x="0" y="75"/>
                      </a:lnTo>
                      <a:lnTo>
                        <a:pt x="15" y="75"/>
                      </a:lnTo>
                      <a:lnTo>
                        <a:pt x="23" y="59"/>
                      </a:lnTo>
                      <a:lnTo>
                        <a:pt x="54" y="59"/>
                      </a:lnTo>
                      <a:lnTo>
                        <a:pt x="56" y="75"/>
                      </a:lnTo>
                      <a:lnTo>
                        <a:pt x="71" y="75"/>
                      </a:lnTo>
                      <a:lnTo>
                        <a:pt x="58" y="0"/>
                      </a:lnTo>
                      <a:lnTo>
                        <a:pt x="42" y="0"/>
                      </a:lnTo>
                      <a:close/>
                      <a:moveTo>
                        <a:pt x="29" y="46"/>
                      </a:moveTo>
                      <a:lnTo>
                        <a:pt x="48" y="17"/>
                      </a:lnTo>
                      <a:lnTo>
                        <a:pt x="52" y="46"/>
                      </a:lnTo>
                      <a:lnTo>
                        <a:pt x="29" y="46"/>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4" name="îş1íḋe"/>
                <p:cNvSpPr/>
                <p:nvPr/>
              </p:nvSpPr>
              <p:spPr bwMode="auto">
                <a:xfrm>
                  <a:off x="7481888" y="3521075"/>
                  <a:ext cx="119063" cy="119063"/>
                </a:xfrm>
                <a:custGeom>
                  <a:avLst/>
                  <a:gdLst>
                    <a:gd name="T0" fmla="*/ 50 w 75"/>
                    <a:gd name="T1" fmla="*/ 50 h 75"/>
                    <a:gd name="T2" fmla="*/ 31 w 75"/>
                    <a:gd name="T3" fmla="*/ 0 h 75"/>
                    <a:gd name="T4" fmla="*/ 17 w 75"/>
                    <a:gd name="T5" fmla="*/ 0 h 75"/>
                    <a:gd name="T6" fmla="*/ 0 w 75"/>
                    <a:gd name="T7" fmla="*/ 75 h 75"/>
                    <a:gd name="T8" fmla="*/ 15 w 75"/>
                    <a:gd name="T9" fmla="*/ 75 h 75"/>
                    <a:gd name="T10" fmla="*/ 25 w 75"/>
                    <a:gd name="T11" fmla="*/ 25 h 75"/>
                    <a:gd name="T12" fmla="*/ 46 w 75"/>
                    <a:gd name="T13" fmla="*/ 75 h 75"/>
                    <a:gd name="T14" fmla="*/ 58 w 75"/>
                    <a:gd name="T15" fmla="*/ 75 h 75"/>
                    <a:gd name="T16" fmla="*/ 75 w 75"/>
                    <a:gd name="T17" fmla="*/ 0 h 75"/>
                    <a:gd name="T18" fmla="*/ 61 w 75"/>
                    <a:gd name="T19" fmla="*/ 0 h 75"/>
                    <a:gd name="T20" fmla="*/ 50 w 75"/>
                    <a:gd name="T21" fmla="*/ 5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5" h="75">
                      <a:moveTo>
                        <a:pt x="50" y="50"/>
                      </a:moveTo>
                      <a:lnTo>
                        <a:pt x="31" y="0"/>
                      </a:lnTo>
                      <a:lnTo>
                        <a:pt x="17" y="0"/>
                      </a:lnTo>
                      <a:lnTo>
                        <a:pt x="0" y="75"/>
                      </a:lnTo>
                      <a:lnTo>
                        <a:pt x="15" y="75"/>
                      </a:lnTo>
                      <a:lnTo>
                        <a:pt x="25" y="25"/>
                      </a:lnTo>
                      <a:lnTo>
                        <a:pt x="46" y="75"/>
                      </a:lnTo>
                      <a:lnTo>
                        <a:pt x="58" y="75"/>
                      </a:lnTo>
                      <a:lnTo>
                        <a:pt x="75" y="0"/>
                      </a:lnTo>
                      <a:lnTo>
                        <a:pt x="61" y="0"/>
                      </a:lnTo>
                      <a:lnTo>
                        <a:pt x="50" y="5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5" name="îş1ïḋe"/>
                <p:cNvSpPr/>
                <p:nvPr/>
              </p:nvSpPr>
              <p:spPr bwMode="auto">
                <a:xfrm>
                  <a:off x="7653338" y="3521075"/>
                  <a:ext cx="112713" cy="119063"/>
                </a:xfrm>
                <a:custGeom>
                  <a:avLst/>
                  <a:gdLst>
                    <a:gd name="T0" fmla="*/ 22 w 34"/>
                    <a:gd name="T1" fmla="*/ 20 h 36"/>
                    <a:gd name="T2" fmla="*/ 20 w 34"/>
                    <a:gd name="T3" fmla="*/ 26 h 36"/>
                    <a:gd name="T4" fmla="*/ 18 w 34"/>
                    <a:gd name="T5" fmla="*/ 29 h 36"/>
                    <a:gd name="T6" fmla="*/ 13 w 34"/>
                    <a:gd name="T7" fmla="*/ 30 h 36"/>
                    <a:gd name="T8" fmla="*/ 9 w 34"/>
                    <a:gd name="T9" fmla="*/ 29 h 36"/>
                    <a:gd name="T10" fmla="*/ 7 w 34"/>
                    <a:gd name="T11" fmla="*/ 25 h 36"/>
                    <a:gd name="T12" fmla="*/ 7 w 34"/>
                    <a:gd name="T13" fmla="*/ 24 h 36"/>
                    <a:gd name="T14" fmla="*/ 8 w 34"/>
                    <a:gd name="T15" fmla="*/ 19 h 36"/>
                    <a:gd name="T16" fmla="*/ 12 w 34"/>
                    <a:gd name="T17" fmla="*/ 0 h 36"/>
                    <a:gd name="T18" fmla="*/ 5 w 34"/>
                    <a:gd name="T19" fmla="*/ 0 h 36"/>
                    <a:gd name="T20" fmla="*/ 1 w 34"/>
                    <a:gd name="T21" fmla="*/ 19 h 36"/>
                    <a:gd name="T22" fmla="*/ 0 w 34"/>
                    <a:gd name="T23" fmla="*/ 23 h 36"/>
                    <a:gd name="T24" fmla="*/ 0 w 34"/>
                    <a:gd name="T25" fmla="*/ 25 h 36"/>
                    <a:gd name="T26" fmla="*/ 3 w 34"/>
                    <a:gd name="T27" fmla="*/ 33 h 36"/>
                    <a:gd name="T28" fmla="*/ 13 w 34"/>
                    <a:gd name="T29" fmla="*/ 36 h 36"/>
                    <a:gd name="T30" fmla="*/ 22 w 34"/>
                    <a:gd name="T31" fmla="*/ 34 h 36"/>
                    <a:gd name="T32" fmla="*/ 27 w 34"/>
                    <a:gd name="T33" fmla="*/ 29 h 36"/>
                    <a:gd name="T34" fmla="*/ 30 w 34"/>
                    <a:gd name="T35" fmla="*/ 20 h 36"/>
                    <a:gd name="T36" fmla="*/ 34 w 34"/>
                    <a:gd name="T37" fmla="*/ 0 h 36"/>
                    <a:gd name="T38" fmla="*/ 26 w 34"/>
                    <a:gd name="T39" fmla="*/ 0 h 36"/>
                    <a:gd name="T40" fmla="*/ 22 w 34"/>
                    <a:gd name="T41" fmla="*/ 2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4" h="36">
                      <a:moveTo>
                        <a:pt x="22" y="20"/>
                      </a:moveTo>
                      <a:cubicBezTo>
                        <a:pt x="22" y="23"/>
                        <a:pt x="21" y="25"/>
                        <a:pt x="20" y="26"/>
                      </a:cubicBezTo>
                      <a:cubicBezTo>
                        <a:pt x="20" y="28"/>
                        <a:pt x="19" y="29"/>
                        <a:pt x="18" y="29"/>
                      </a:cubicBezTo>
                      <a:cubicBezTo>
                        <a:pt x="17" y="30"/>
                        <a:pt x="15" y="30"/>
                        <a:pt x="13" y="30"/>
                      </a:cubicBezTo>
                      <a:cubicBezTo>
                        <a:pt x="11" y="30"/>
                        <a:pt x="10" y="30"/>
                        <a:pt x="9" y="29"/>
                      </a:cubicBezTo>
                      <a:cubicBezTo>
                        <a:pt x="8" y="28"/>
                        <a:pt x="7" y="27"/>
                        <a:pt x="7" y="25"/>
                      </a:cubicBezTo>
                      <a:cubicBezTo>
                        <a:pt x="7" y="25"/>
                        <a:pt x="7" y="25"/>
                        <a:pt x="7" y="24"/>
                      </a:cubicBezTo>
                      <a:cubicBezTo>
                        <a:pt x="8" y="19"/>
                        <a:pt x="8" y="19"/>
                        <a:pt x="8" y="19"/>
                      </a:cubicBezTo>
                      <a:cubicBezTo>
                        <a:pt x="12" y="0"/>
                        <a:pt x="12" y="0"/>
                        <a:pt x="12" y="0"/>
                      </a:cubicBezTo>
                      <a:cubicBezTo>
                        <a:pt x="5" y="0"/>
                        <a:pt x="5" y="0"/>
                        <a:pt x="5" y="0"/>
                      </a:cubicBezTo>
                      <a:cubicBezTo>
                        <a:pt x="1" y="19"/>
                        <a:pt x="1" y="19"/>
                        <a:pt x="1" y="19"/>
                      </a:cubicBezTo>
                      <a:cubicBezTo>
                        <a:pt x="1" y="21"/>
                        <a:pt x="0" y="23"/>
                        <a:pt x="0" y="23"/>
                      </a:cubicBezTo>
                      <a:cubicBezTo>
                        <a:pt x="0" y="24"/>
                        <a:pt x="0" y="25"/>
                        <a:pt x="0" y="25"/>
                      </a:cubicBezTo>
                      <a:cubicBezTo>
                        <a:pt x="0" y="29"/>
                        <a:pt x="1" y="31"/>
                        <a:pt x="3" y="33"/>
                      </a:cubicBezTo>
                      <a:cubicBezTo>
                        <a:pt x="6" y="35"/>
                        <a:pt x="9" y="36"/>
                        <a:pt x="13" y="36"/>
                      </a:cubicBezTo>
                      <a:cubicBezTo>
                        <a:pt x="16" y="36"/>
                        <a:pt x="19" y="36"/>
                        <a:pt x="22" y="34"/>
                      </a:cubicBezTo>
                      <a:cubicBezTo>
                        <a:pt x="24" y="33"/>
                        <a:pt x="25" y="31"/>
                        <a:pt x="27" y="29"/>
                      </a:cubicBezTo>
                      <a:cubicBezTo>
                        <a:pt x="28" y="27"/>
                        <a:pt x="29" y="24"/>
                        <a:pt x="30" y="20"/>
                      </a:cubicBezTo>
                      <a:cubicBezTo>
                        <a:pt x="34" y="0"/>
                        <a:pt x="34" y="0"/>
                        <a:pt x="34" y="0"/>
                      </a:cubicBezTo>
                      <a:cubicBezTo>
                        <a:pt x="26" y="0"/>
                        <a:pt x="26" y="0"/>
                        <a:pt x="26" y="0"/>
                      </a:cubicBezTo>
                      <a:lnTo>
                        <a:pt x="22" y="2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6" name="íšlídè"/>
                <p:cNvSpPr/>
                <p:nvPr/>
              </p:nvSpPr>
              <p:spPr bwMode="auto">
                <a:xfrm>
                  <a:off x="7766051" y="3521075"/>
                  <a:ext cx="115888" cy="119063"/>
                </a:xfrm>
                <a:custGeom>
                  <a:avLst/>
                  <a:gdLst>
                    <a:gd name="T0" fmla="*/ 58 w 73"/>
                    <a:gd name="T1" fmla="*/ 0 h 75"/>
                    <a:gd name="T2" fmla="*/ 50 w 73"/>
                    <a:gd name="T3" fmla="*/ 50 h 75"/>
                    <a:gd name="T4" fmla="*/ 29 w 73"/>
                    <a:gd name="T5" fmla="*/ 0 h 75"/>
                    <a:gd name="T6" fmla="*/ 15 w 73"/>
                    <a:gd name="T7" fmla="*/ 0 h 75"/>
                    <a:gd name="T8" fmla="*/ 0 w 73"/>
                    <a:gd name="T9" fmla="*/ 75 h 75"/>
                    <a:gd name="T10" fmla="*/ 13 w 73"/>
                    <a:gd name="T11" fmla="*/ 75 h 75"/>
                    <a:gd name="T12" fmla="*/ 23 w 73"/>
                    <a:gd name="T13" fmla="*/ 25 h 75"/>
                    <a:gd name="T14" fmla="*/ 44 w 73"/>
                    <a:gd name="T15" fmla="*/ 75 h 75"/>
                    <a:gd name="T16" fmla="*/ 58 w 73"/>
                    <a:gd name="T17" fmla="*/ 75 h 75"/>
                    <a:gd name="T18" fmla="*/ 73 w 73"/>
                    <a:gd name="T19" fmla="*/ 0 h 75"/>
                    <a:gd name="T20" fmla="*/ 58 w 73"/>
                    <a:gd name="T21"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3" h="75">
                      <a:moveTo>
                        <a:pt x="58" y="0"/>
                      </a:moveTo>
                      <a:lnTo>
                        <a:pt x="50" y="50"/>
                      </a:lnTo>
                      <a:lnTo>
                        <a:pt x="29" y="0"/>
                      </a:lnTo>
                      <a:lnTo>
                        <a:pt x="15" y="0"/>
                      </a:lnTo>
                      <a:lnTo>
                        <a:pt x="0" y="75"/>
                      </a:lnTo>
                      <a:lnTo>
                        <a:pt x="13" y="75"/>
                      </a:lnTo>
                      <a:lnTo>
                        <a:pt x="23" y="25"/>
                      </a:lnTo>
                      <a:lnTo>
                        <a:pt x="44" y="75"/>
                      </a:lnTo>
                      <a:lnTo>
                        <a:pt x="58" y="75"/>
                      </a:lnTo>
                      <a:lnTo>
                        <a:pt x="73" y="0"/>
                      </a:lnTo>
                      <a:lnTo>
                        <a:pt x="58"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7" name="îṣḻîďe"/>
                <p:cNvSpPr/>
                <p:nvPr/>
              </p:nvSpPr>
              <p:spPr bwMode="auto">
                <a:xfrm>
                  <a:off x="7881938" y="3521075"/>
                  <a:ext cx="49213" cy="119063"/>
                </a:xfrm>
                <a:custGeom>
                  <a:avLst/>
                  <a:gdLst>
                    <a:gd name="T0" fmla="*/ 0 w 31"/>
                    <a:gd name="T1" fmla="*/ 75 h 75"/>
                    <a:gd name="T2" fmla="*/ 14 w 31"/>
                    <a:gd name="T3" fmla="*/ 75 h 75"/>
                    <a:gd name="T4" fmla="*/ 31 w 31"/>
                    <a:gd name="T5" fmla="*/ 0 h 75"/>
                    <a:gd name="T6" fmla="*/ 14 w 31"/>
                    <a:gd name="T7" fmla="*/ 0 h 75"/>
                    <a:gd name="T8" fmla="*/ 0 w 31"/>
                    <a:gd name="T9" fmla="*/ 75 h 75"/>
                  </a:gdLst>
                  <a:ahLst/>
                  <a:cxnLst>
                    <a:cxn ang="0">
                      <a:pos x="T0" y="T1"/>
                    </a:cxn>
                    <a:cxn ang="0">
                      <a:pos x="T2" y="T3"/>
                    </a:cxn>
                    <a:cxn ang="0">
                      <a:pos x="T4" y="T5"/>
                    </a:cxn>
                    <a:cxn ang="0">
                      <a:pos x="T6" y="T7"/>
                    </a:cxn>
                    <a:cxn ang="0">
                      <a:pos x="T8" y="T9"/>
                    </a:cxn>
                  </a:cxnLst>
                  <a:rect l="0" t="0" r="r" b="b"/>
                  <a:pathLst>
                    <a:path w="31" h="75">
                      <a:moveTo>
                        <a:pt x="0" y="75"/>
                      </a:moveTo>
                      <a:lnTo>
                        <a:pt x="14" y="75"/>
                      </a:lnTo>
                      <a:lnTo>
                        <a:pt x="31" y="0"/>
                      </a:lnTo>
                      <a:lnTo>
                        <a:pt x="14" y="0"/>
                      </a:lnTo>
                      <a:lnTo>
                        <a:pt x="0" y="75"/>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8" name="íŝḻiḋè"/>
                <p:cNvSpPr/>
                <p:nvPr/>
              </p:nvSpPr>
              <p:spPr bwMode="auto">
                <a:xfrm>
                  <a:off x="7940676" y="3521075"/>
                  <a:ext cx="109538" cy="119063"/>
                </a:xfrm>
                <a:custGeom>
                  <a:avLst/>
                  <a:gdLst>
                    <a:gd name="T0" fmla="*/ 54 w 69"/>
                    <a:gd name="T1" fmla="*/ 0 h 75"/>
                    <a:gd name="T2" fmla="*/ 23 w 69"/>
                    <a:gd name="T3" fmla="*/ 57 h 75"/>
                    <a:gd name="T4" fmla="*/ 15 w 69"/>
                    <a:gd name="T5" fmla="*/ 0 h 75"/>
                    <a:gd name="T6" fmla="*/ 0 w 69"/>
                    <a:gd name="T7" fmla="*/ 0 h 75"/>
                    <a:gd name="T8" fmla="*/ 13 w 69"/>
                    <a:gd name="T9" fmla="*/ 75 h 75"/>
                    <a:gd name="T10" fmla="*/ 29 w 69"/>
                    <a:gd name="T11" fmla="*/ 75 h 75"/>
                    <a:gd name="T12" fmla="*/ 69 w 69"/>
                    <a:gd name="T13" fmla="*/ 0 h 75"/>
                    <a:gd name="T14" fmla="*/ 54 w 69"/>
                    <a:gd name="T15" fmla="*/ 0 h 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9" h="75">
                      <a:moveTo>
                        <a:pt x="54" y="0"/>
                      </a:moveTo>
                      <a:lnTo>
                        <a:pt x="23" y="57"/>
                      </a:lnTo>
                      <a:lnTo>
                        <a:pt x="15" y="0"/>
                      </a:lnTo>
                      <a:lnTo>
                        <a:pt x="0" y="0"/>
                      </a:lnTo>
                      <a:lnTo>
                        <a:pt x="13" y="75"/>
                      </a:lnTo>
                      <a:lnTo>
                        <a:pt x="29" y="75"/>
                      </a:lnTo>
                      <a:lnTo>
                        <a:pt x="69" y="0"/>
                      </a:lnTo>
                      <a:lnTo>
                        <a:pt x="54"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9" name="î$ḷíďé"/>
                <p:cNvSpPr/>
                <p:nvPr/>
              </p:nvSpPr>
              <p:spPr bwMode="auto">
                <a:xfrm>
                  <a:off x="8037513" y="3521075"/>
                  <a:ext cx="111125" cy="119063"/>
                </a:xfrm>
                <a:custGeom>
                  <a:avLst/>
                  <a:gdLst>
                    <a:gd name="T0" fmla="*/ 68 w 70"/>
                    <a:gd name="T1" fmla="*/ 12 h 75"/>
                    <a:gd name="T2" fmla="*/ 70 w 70"/>
                    <a:gd name="T3" fmla="*/ 0 h 75"/>
                    <a:gd name="T4" fmla="*/ 16 w 70"/>
                    <a:gd name="T5" fmla="*/ 0 h 75"/>
                    <a:gd name="T6" fmla="*/ 0 w 70"/>
                    <a:gd name="T7" fmla="*/ 75 h 75"/>
                    <a:gd name="T8" fmla="*/ 58 w 70"/>
                    <a:gd name="T9" fmla="*/ 75 h 75"/>
                    <a:gd name="T10" fmla="*/ 60 w 70"/>
                    <a:gd name="T11" fmla="*/ 63 h 75"/>
                    <a:gd name="T12" fmla="*/ 16 w 70"/>
                    <a:gd name="T13" fmla="*/ 63 h 75"/>
                    <a:gd name="T14" fmla="*/ 22 w 70"/>
                    <a:gd name="T15" fmla="*/ 42 h 75"/>
                    <a:gd name="T16" fmla="*/ 60 w 70"/>
                    <a:gd name="T17" fmla="*/ 42 h 75"/>
                    <a:gd name="T18" fmla="*/ 62 w 70"/>
                    <a:gd name="T19" fmla="*/ 29 h 75"/>
                    <a:gd name="T20" fmla="*/ 24 w 70"/>
                    <a:gd name="T21" fmla="*/ 29 h 75"/>
                    <a:gd name="T22" fmla="*/ 29 w 70"/>
                    <a:gd name="T23" fmla="*/ 12 h 75"/>
                    <a:gd name="T24" fmla="*/ 68 w 70"/>
                    <a:gd name="T25" fmla="*/ 12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0" h="75">
                      <a:moveTo>
                        <a:pt x="68" y="12"/>
                      </a:moveTo>
                      <a:lnTo>
                        <a:pt x="70" y="0"/>
                      </a:lnTo>
                      <a:lnTo>
                        <a:pt x="16" y="0"/>
                      </a:lnTo>
                      <a:lnTo>
                        <a:pt x="0" y="75"/>
                      </a:lnTo>
                      <a:lnTo>
                        <a:pt x="58" y="75"/>
                      </a:lnTo>
                      <a:lnTo>
                        <a:pt x="60" y="63"/>
                      </a:lnTo>
                      <a:lnTo>
                        <a:pt x="16" y="63"/>
                      </a:lnTo>
                      <a:lnTo>
                        <a:pt x="22" y="42"/>
                      </a:lnTo>
                      <a:lnTo>
                        <a:pt x="60" y="42"/>
                      </a:lnTo>
                      <a:lnTo>
                        <a:pt x="62" y="29"/>
                      </a:lnTo>
                      <a:lnTo>
                        <a:pt x="24" y="29"/>
                      </a:lnTo>
                      <a:lnTo>
                        <a:pt x="29" y="12"/>
                      </a:lnTo>
                      <a:lnTo>
                        <a:pt x="68" y="12"/>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0" name="îṡlîďe"/>
                <p:cNvSpPr/>
                <p:nvPr/>
              </p:nvSpPr>
              <p:spPr bwMode="auto">
                <a:xfrm>
                  <a:off x="8145463" y="3521075"/>
                  <a:ext cx="115888" cy="119063"/>
                </a:xfrm>
                <a:custGeom>
                  <a:avLst/>
                  <a:gdLst>
                    <a:gd name="T0" fmla="*/ 30 w 35"/>
                    <a:gd name="T1" fmla="*/ 1 h 36"/>
                    <a:gd name="T2" fmla="*/ 24 w 35"/>
                    <a:gd name="T3" fmla="*/ 0 h 36"/>
                    <a:gd name="T4" fmla="*/ 8 w 35"/>
                    <a:gd name="T5" fmla="*/ 0 h 36"/>
                    <a:gd name="T6" fmla="*/ 0 w 35"/>
                    <a:gd name="T7" fmla="*/ 36 h 36"/>
                    <a:gd name="T8" fmla="*/ 8 w 35"/>
                    <a:gd name="T9" fmla="*/ 36 h 36"/>
                    <a:gd name="T10" fmla="*/ 11 w 35"/>
                    <a:gd name="T11" fmla="*/ 21 h 36"/>
                    <a:gd name="T12" fmla="*/ 14 w 35"/>
                    <a:gd name="T13" fmla="*/ 21 h 36"/>
                    <a:gd name="T14" fmla="*/ 17 w 35"/>
                    <a:gd name="T15" fmla="*/ 22 h 36"/>
                    <a:gd name="T16" fmla="*/ 21 w 35"/>
                    <a:gd name="T17" fmla="*/ 26 h 36"/>
                    <a:gd name="T18" fmla="*/ 24 w 35"/>
                    <a:gd name="T19" fmla="*/ 36 h 36"/>
                    <a:gd name="T20" fmla="*/ 32 w 35"/>
                    <a:gd name="T21" fmla="*/ 36 h 36"/>
                    <a:gd name="T22" fmla="*/ 27 w 35"/>
                    <a:gd name="T23" fmla="*/ 24 h 36"/>
                    <a:gd name="T24" fmla="*/ 24 w 35"/>
                    <a:gd name="T25" fmla="*/ 21 h 36"/>
                    <a:gd name="T26" fmla="*/ 32 w 35"/>
                    <a:gd name="T27" fmla="*/ 17 h 36"/>
                    <a:gd name="T28" fmla="*/ 35 w 35"/>
                    <a:gd name="T29" fmla="*/ 9 h 36"/>
                    <a:gd name="T30" fmla="*/ 34 w 35"/>
                    <a:gd name="T31" fmla="*/ 4 h 36"/>
                    <a:gd name="T32" fmla="*/ 30 w 35"/>
                    <a:gd name="T33" fmla="*/ 1 h 36"/>
                    <a:gd name="T34" fmla="*/ 27 w 35"/>
                    <a:gd name="T35" fmla="*/ 13 h 36"/>
                    <a:gd name="T36" fmla="*/ 24 w 35"/>
                    <a:gd name="T37" fmla="*/ 15 h 36"/>
                    <a:gd name="T38" fmla="*/ 16 w 35"/>
                    <a:gd name="T39" fmla="*/ 16 h 36"/>
                    <a:gd name="T40" fmla="*/ 12 w 35"/>
                    <a:gd name="T41" fmla="*/ 16 h 36"/>
                    <a:gd name="T42" fmla="*/ 14 w 35"/>
                    <a:gd name="T43" fmla="*/ 6 h 36"/>
                    <a:gd name="T44" fmla="*/ 22 w 35"/>
                    <a:gd name="T45" fmla="*/ 6 h 36"/>
                    <a:gd name="T46" fmla="*/ 26 w 35"/>
                    <a:gd name="T47" fmla="*/ 7 h 36"/>
                    <a:gd name="T48" fmla="*/ 28 w 35"/>
                    <a:gd name="T49" fmla="*/ 10 h 36"/>
                    <a:gd name="T50" fmla="*/ 27 w 35"/>
                    <a:gd name="T51" fmla="*/ 13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5" h="36">
                      <a:moveTo>
                        <a:pt x="30" y="1"/>
                      </a:moveTo>
                      <a:cubicBezTo>
                        <a:pt x="28" y="0"/>
                        <a:pt x="26" y="0"/>
                        <a:pt x="24" y="0"/>
                      </a:cubicBezTo>
                      <a:cubicBezTo>
                        <a:pt x="8" y="0"/>
                        <a:pt x="8" y="0"/>
                        <a:pt x="8" y="0"/>
                      </a:cubicBezTo>
                      <a:cubicBezTo>
                        <a:pt x="0" y="36"/>
                        <a:pt x="0" y="36"/>
                        <a:pt x="0" y="36"/>
                      </a:cubicBezTo>
                      <a:cubicBezTo>
                        <a:pt x="8" y="36"/>
                        <a:pt x="8" y="36"/>
                        <a:pt x="8" y="36"/>
                      </a:cubicBezTo>
                      <a:cubicBezTo>
                        <a:pt x="11" y="21"/>
                        <a:pt x="11" y="21"/>
                        <a:pt x="11" y="21"/>
                      </a:cubicBezTo>
                      <a:cubicBezTo>
                        <a:pt x="14" y="21"/>
                        <a:pt x="14" y="21"/>
                        <a:pt x="14" y="21"/>
                      </a:cubicBezTo>
                      <a:cubicBezTo>
                        <a:pt x="15" y="21"/>
                        <a:pt x="17" y="21"/>
                        <a:pt x="17" y="22"/>
                      </a:cubicBezTo>
                      <a:cubicBezTo>
                        <a:pt x="18" y="22"/>
                        <a:pt x="20" y="24"/>
                        <a:pt x="21" y="26"/>
                      </a:cubicBezTo>
                      <a:cubicBezTo>
                        <a:pt x="22" y="31"/>
                        <a:pt x="24" y="34"/>
                        <a:pt x="24" y="36"/>
                      </a:cubicBezTo>
                      <a:cubicBezTo>
                        <a:pt x="32" y="36"/>
                        <a:pt x="32" y="36"/>
                        <a:pt x="32" y="36"/>
                      </a:cubicBezTo>
                      <a:cubicBezTo>
                        <a:pt x="30" y="31"/>
                        <a:pt x="28" y="27"/>
                        <a:pt x="27" y="24"/>
                      </a:cubicBezTo>
                      <a:cubicBezTo>
                        <a:pt x="26" y="23"/>
                        <a:pt x="25" y="21"/>
                        <a:pt x="24" y="21"/>
                      </a:cubicBezTo>
                      <a:cubicBezTo>
                        <a:pt x="28" y="20"/>
                        <a:pt x="30" y="19"/>
                        <a:pt x="32" y="17"/>
                      </a:cubicBezTo>
                      <a:cubicBezTo>
                        <a:pt x="34" y="15"/>
                        <a:pt x="35" y="13"/>
                        <a:pt x="35" y="9"/>
                      </a:cubicBezTo>
                      <a:cubicBezTo>
                        <a:pt x="35" y="7"/>
                        <a:pt x="34" y="6"/>
                        <a:pt x="34" y="4"/>
                      </a:cubicBezTo>
                      <a:cubicBezTo>
                        <a:pt x="33" y="3"/>
                        <a:pt x="31" y="2"/>
                        <a:pt x="30" y="1"/>
                      </a:cubicBezTo>
                      <a:close/>
                      <a:moveTo>
                        <a:pt x="27" y="13"/>
                      </a:moveTo>
                      <a:cubicBezTo>
                        <a:pt x="26" y="14"/>
                        <a:pt x="25" y="14"/>
                        <a:pt x="24" y="15"/>
                      </a:cubicBezTo>
                      <a:cubicBezTo>
                        <a:pt x="22" y="15"/>
                        <a:pt x="20" y="16"/>
                        <a:pt x="16" y="16"/>
                      </a:cubicBezTo>
                      <a:cubicBezTo>
                        <a:pt x="12" y="16"/>
                        <a:pt x="12" y="16"/>
                        <a:pt x="12" y="16"/>
                      </a:cubicBezTo>
                      <a:cubicBezTo>
                        <a:pt x="14" y="6"/>
                        <a:pt x="14" y="6"/>
                        <a:pt x="14" y="6"/>
                      </a:cubicBezTo>
                      <a:cubicBezTo>
                        <a:pt x="22" y="6"/>
                        <a:pt x="22" y="6"/>
                        <a:pt x="22" y="6"/>
                      </a:cubicBezTo>
                      <a:cubicBezTo>
                        <a:pt x="24" y="6"/>
                        <a:pt x="25" y="6"/>
                        <a:pt x="26" y="7"/>
                      </a:cubicBezTo>
                      <a:cubicBezTo>
                        <a:pt x="27" y="7"/>
                        <a:pt x="28" y="8"/>
                        <a:pt x="28" y="10"/>
                      </a:cubicBezTo>
                      <a:cubicBezTo>
                        <a:pt x="28" y="11"/>
                        <a:pt x="27" y="12"/>
                        <a:pt x="27" y="13"/>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1" name="ïşľîḍé"/>
                <p:cNvSpPr/>
                <p:nvPr/>
              </p:nvSpPr>
              <p:spPr bwMode="auto">
                <a:xfrm>
                  <a:off x="8267701" y="3521075"/>
                  <a:ext cx="98425" cy="119063"/>
                </a:xfrm>
                <a:custGeom>
                  <a:avLst/>
                  <a:gdLst>
                    <a:gd name="T0" fmla="*/ 17 w 30"/>
                    <a:gd name="T1" fmla="*/ 5 h 36"/>
                    <a:gd name="T2" fmla="*/ 22 w 30"/>
                    <a:gd name="T3" fmla="*/ 7 h 36"/>
                    <a:gd name="T4" fmla="*/ 23 w 30"/>
                    <a:gd name="T5" fmla="*/ 11 h 36"/>
                    <a:gd name="T6" fmla="*/ 30 w 30"/>
                    <a:gd name="T7" fmla="*/ 10 h 36"/>
                    <a:gd name="T8" fmla="*/ 27 w 30"/>
                    <a:gd name="T9" fmla="*/ 3 h 36"/>
                    <a:gd name="T10" fmla="*/ 17 w 30"/>
                    <a:gd name="T11" fmla="*/ 0 h 36"/>
                    <a:gd name="T12" fmla="*/ 8 w 30"/>
                    <a:gd name="T13" fmla="*/ 3 h 36"/>
                    <a:gd name="T14" fmla="*/ 4 w 30"/>
                    <a:gd name="T15" fmla="*/ 10 h 36"/>
                    <a:gd name="T16" fmla="*/ 6 w 30"/>
                    <a:gd name="T17" fmla="*/ 14 h 36"/>
                    <a:gd name="T18" fmla="*/ 8 w 30"/>
                    <a:gd name="T19" fmla="*/ 18 h 36"/>
                    <a:gd name="T20" fmla="*/ 15 w 30"/>
                    <a:gd name="T21" fmla="*/ 21 h 36"/>
                    <a:gd name="T22" fmla="*/ 20 w 30"/>
                    <a:gd name="T23" fmla="*/ 23 h 36"/>
                    <a:gd name="T24" fmla="*/ 21 w 30"/>
                    <a:gd name="T25" fmla="*/ 26 h 36"/>
                    <a:gd name="T26" fmla="*/ 19 w 30"/>
                    <a:gd name="T27" fmla="*/ 29 h 36"/>
                    <a:gd name="T28" fmla="*/ 14 w 30"/>
                    <a:gd name="T29" fmla="*/ 30 h 36"/>
                    <a:gd name="T30" fmla="*/ 8 w 30"/>
                    <a:gd name="T31" fmla="*/ 28 h 36"/>
                    <a:gd name="T32" fmla="*/ 7 w 30"/>
                    <a:gd name="T33" fmla="*/ 24 h 36"/>
                    <a:gd name="T34" fmla="*/ 0 w 30"/>
                    <a:gd name="T35" fmla="*/ 24 h 36"/>
                    <a:gd name="T36" fmla="*/ 1 w 30"/>
                    <a:gd name="T37" fmla="*/ 30 h 36"/>
                    <a:gd name="T38" fmla="*/ 6 w 30"/>
                    <a:gd name="T39" fmla="*/ 35 h 36"/>
                    <a:gd name="T40" fmla="*/ 14 w 30"/>
                    <a:gd name="T41" fmla="*/ 36 h 36"/>
                    <a:gd name="T42" fmla="*/ 24 w 30"/>
                    <a:gd name="T43" fmla="*/ 33 h 36"/>
                    <a:gd name="T44" fmla="*/ 28 w 30"/>
                    <a:gd name="T45" fmla="*/ 25 h 36"/>
                    <a:gd name="T46" fmla="*/ 26 w 30"/>
                    <a:gd name="T47" fmla="*/ 19 h 36"/>
                    <a:gd name="T48" fmla="*/ 18 w 30"/>
                    <a:gd name="T49" fmla="*/ 14 h 36"/>
                    <a:gd name="T50" fmla="*/ 13 w 30"/>
                    <a:gd name="T51" fmla="*/ 12 h 36"/>
                    <a:gd name="T52" fmla="*/ 11 w 30"/>
                    <a:gd name="T53" fmla="*/ 9 h 36"/>
                    <a:gd name="T54" fmla="*/ 13 w 30"/>
                    <a:gd name="T55" fmla="*/ 6 h 36"/>
                    <a:gd name="T56" fmla="*/ 17 w 30"/>
                    <a:gd name="T57" fmla="*/ 5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0" h="36">
                      <a:moveTo>
                        <a:pt x="17" y="5"/>
                      </a:moveTo>
                      <a:cubicBezTo>
                        <a:pt x="19" y="5"/>
                        <a:pt x="21" y="6"/>
                        <a:pt x="22" y="7"/>
                      </a:cubicBezTo>
                      <a:cubicBezTo>
                        <a:pt x="23" y="8"/>
                        <a:pt x="23" y="9"/>
                        <a:pt x="23" y="11"/>
                      </a:cubicBezTo>
                      <a:cubicBezTo>
                        <a:pt x="30" y="10"/>
                        <a:pt x="30" y="10"/>
                        <a:pt x="30" y="10"/>
                      </a:cubicBezTo>
                      <a:cubicBezTo>
                        <a:pt x="30" y="7"/>
                        <a:pt x="29" y="4"/>
                        <a:pt x="27" y="3"/>
                      </a:cubicBezTo>
                      <a:cubicBezTo>
                        <a:pt x="24" y="1"/>
                        <a:pt x="21" y="0"/>
                        <a:pt x="17" y="0"/>
                      </a:cubicBezTo>
                      <a:cubicBezTo>
                        <a:pt x="13" y="0"/>
                        <a:pt x="10" y="1"/>
                        <a:pt x="8" y="3"/>
                      </a:cubicBezTo>
                      <a:cubicBezTo>
                        <a:pt x="5" y="5"/>
                        <a:pt x="4" y="7"/>
                        <a:pt x="4" y="10"/>
                      </a:cubicBezTo>
                      <a:cubicBezTo>
                        <a:pt x="4" y="12"/>
                        <a:pt x="5" y="13"/>
                        <a:pt x="6" y="14"/>
                      </a:cubicBezTo>
                      <a:cubicBezTo>
                        <a:pt x="6" y="16"/>
                        <a:pt x="7" y="17"/>
                        <a:pt x="8" y="18"/>
                      </a:cubicBezTo>
                      <a:cubicBezTo>
                        <a:pt x="10" y="18"/>
                        <a:pt x="12" y="19"/>
                        <a:pt x="15" y="21"/>
                      </a:cubicBezTo>
                      <a:cubicBezTo>
                        <a:pt x="17" y="22"/>
                        <a:pt x="19" y="23"/>
                        <a:pt x="20" y="23"/>
                      </a:cubicBezTo>
                      <a:cubicBezTo>
                        <a:pt x="20" y="24"/>
                        <a:pt x="21" y="25"/>
                        <a:pt x="21" y="26"/>
                      </a:cubicBezTo>
                      <a:cubicBezTo>
                        <a:pt x="21" y="27"/>
                        <a:pt x="20" y="28"/>
                        <a:pt x="19" y="29"/>
                      </a:cubicBezTo>
                      <a:cubicBezTo>
                        <a:pt x="18" y="30"/>
                        <a:pt x="16" y="30"/>
                        <a:pt x="14" y="30"/>
                      </a:cubicBezTo>
                      <a:cubicBezTo>
                        <a:pt x="11" y="30"/>
                        <a:pt x="9" y="30"/>
                        <a:pt x="8" y="28"/>
                      </a:cubicBezTo>
                      <a:cubicBezTo>
                        <a:pt x="8" y="28"/>
                        <a:pt x="7" y="26"/>
                        <a:pt x="7" y="24"/>
                      </a:cubicBezTo>
                      <a:cubicBezTo>
                        <a:pt x="0" y="24"/>
                        <a:pt x="0" y="24"/>
                        <a:pt x="0" y="24"/>
                      </a:cubicBezTo>
                      <a:cubicBezTo>
                        <a:pt x="0" y="27"/>
                        <a:pt x="0" y="29"/>
                        <a:pt x="1" y="30"/>
                      </a:cubicBezTo>
                      <a:cubicBezTo>
                        <a:pt x="2" y="32"/>
                        <a:pt x="4" y="34"/>
                        <a:pt x="6" y="35"/>
                      </a:cubicBezTo>
                      <a:cubicBezTo>
                        <a:pt x="8" y="36"/>
                        <a:pt x="11" y="36"/>
                        <a:pt x="14" y="36"/>
                      </a:cubicBezTo>
                      <a:cubicBezTo>
                        <a:pt x="18" y="36"/>
                        <a:pt x="22" y="35"/>
                        <a:pt x="24" y="33"/>
                      </a:cubicBezTo>
                      <a:cubicBezTo>
                        <a:pt x="27" y="31"/>
                        <a:pt x="28" y="28"/>
                        <a:pt x="28" y="25"/>
                      </a:cubicBezTo>
                      <a:cubicBezTo>
                        <a:pt x="28" y="22"/>
                        <a:pt x="27" y="20"/>
                        <a:pt x="26" y="19"/>
                      </a:cubicBezTo>
                      <a:cubicBezTo>
                        <a:pt x="25" y="18"/>
                        <a:pt x="22" y="16"/>
                        <a:pt x="18" y="14"/>
                      </a:cubicBezTo>
                      <a:cubicBezTo>
                        <a:pt x="15" y="13"/>
                        <a:pt x="13" y="12"/>
                        <a:pt x="13" y="12"/>
                      </a:cubicBezTo>
                      <a:cubicBezTo>
                        <a:pt x="12" y="11"/>
                        <a:pt x="11" y="10"/>
                        <a:pt x="11" y="9"/>
                      </a:cubicBezTo>
                      <a:cubicBezTo>
                        <a:pt x="11" y="8"/>
                        <a:pt x="12" y="7"/>
                        <a:pt x="13" y="6"/>
                      </a:cubicBezTo>
                      <a:cubicBezTo>
                        <a:pt x="14" y="6"/>
                        <a:pt x="15" y="5"/>
                        <a:pt x="17" y="5"/>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2" name="îṩľîďe"/>
                <p:cNvSpPr/>
                <p:nvPr/>
              </p:nvSpPr>
              <p:spPr bwMode="auto">
                <a:xfrm>
                  <a:off x="8374063" y="3521075"/>
                  <a:ext cx="46038" cy="119063"/>
                </a:xfrm>
                <a:custGeom>
                  <a:avLst/>
                  <a:gdLst>
                    <a:gd name="T0" fmla="*/ 0 w 29"/>
                    <a:gd name="T1" fmla="*/ 75 h 75"/>
                    <a:gd name="T2" fmla="*/ 14 w 29"/>
                    <a:gd name="T3" fmla="*/ 75 h 75"/>
                    <a:gd name="T4" fmla="*/ 29 w 29"/>
                    <a:gd name="T5" fmla="*/ 0 h 75"/>
                    <a:gd name="T6" fmla="*/ 14 w 29"/>
                    <a:gd name="T7" fmla="*/ 0 h 75"/>
                    <a:gd name="T8" fmla="*/ 0 w 29"/>
                    <a:gd name="T9" fmla="*/ 75 h 75"/>
                  </a:gdLst>
                  <a:ahLst/>
                  <a:cxnLst>
                    <a:cxn ang="0">
                      <a:pos x="T0" y="T1"/>
                    </a:cxn>
                    <a:cxn ang="0">
                      <a:pos x="T2" y="T3"/>
                    </a:cxn>
                    <a:cxn ang="0">
                      <a:pos x="T4" y="T5"/>
                    </a:cxn>
                    <a:cxn ang="0">
                      <a:pos x="T6" y="T7"/>
                    </a:cxn>
                    <a:cxn ang="0">
                      <a:pos x="T8" y="T9"/>
                    </a:cxn>
                  </a:cxnLst>
                  <a:rect l="0" t="0" r="r" b="b"/>
                  <a:pathLst>
                    <a:path w="29" h="75">
                      <a:moveTo>
                        <a:pt x="0" y="75"/>
                      </a:moveTo>
                      <a:lnTo>
                        <a:pt x="14" y="75"/>
                      </a:lnTo>
                      <a:lnTo>
                        <a:pt x="29" y="0"/>
                      </a:lnTo>
                      <a:lnTo>
                        <a:pt x="14" y="0"/>
                      </a:lnTo>
                      <a:lnTo>
                        <a:pt x="0" y="75"/>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3" name="iS1idè"/>
                <p:cNvSpPr/>
                <p:nvPr/>
              </p:nvSpPr>
              <p:spPr bwMode="auto">
                <a:xfrm>
                  <a:off x="8432801" y="3521075"/>
                  <a:ext cx="95250" cy="119063"/>
                </a:xfrm>
                <a:custGeom>
                  <a:avLst/>
                  <a:gdLst>
                    <a:gd name="T0" fmla="*/ 0 w 60"/>
                    <a:gd name="T1" fmla="*/ 12 h 75"/>
                    <a:gd name="T2" fmla="*/ 21 w 60"/>
                    <a:gd name="T3" fmla="*/ 12 h 75"/>
                    <a:gd name="T4" fmla="*/ 8 w 60"/>
                    <a:gd name="T5" fmla="*/ 75 h 75"/>
                    <a:gd name="T6" fmla="*/ 23 w 60"/>
                    <a:gd name="T7" fmla="*/ 75 h 75"/>
                    <a:gd name="T8" fmla="*/ 35 w 60"/>
                    <a:gd name="T9" fmla="*/ 12 h 75"/>
                    <a:gd name="T10" fmla="*/ 58 w 60"/>
                    <a:gd name="T11" fmla="*/ 12 h 75"/>
                    <a:gd name="T12" fmla="*/ 60 w 60"/>
                    <a:gd name="T13" fmla="*/ 0 h 75"/>
                    <a:gd name="T14" fmla="*/ 2 w 60"/>
                    <a:gd name="T15" fmla="*/ 0 h 75"/>
                    <a:gd name="T16" fmla="*/ 0 w 60"/>
                    <a:gd name="T17" fmla="*/ 12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0" h="75">
                      <a:moveTo>
                        <a:pt x="0" y="12"/>
                      </a:moveTo>
                      <a:lnTo>
                        <a:pt x="21" y="12"/>
                      </a:lnTo>
                      <a:lnTo>
                        <a:pt x="8" y="75"/>
                      </a:lnTo>
                      <a:lnTo>
                        <a:pt x="23" y="75"/>
                      </a:lnTo>
                      <a:lnTo>
                        <a:pt x="35" y="12"/>
                      </a:lnTo>
                      <a:lnTo>
                        <a:pt x="58" y="12"/>
                      </a:lnTo>
                      <a:lnTo>
                        <a:pt x="60" y="0"/>
                      </a:lnTo>
                      <a:lnTo>
                        <a:pt x="2" y="0"/>
                      </a:lnTo>
                      <a:lnTo>
                        <a:pt x="0" y="12"/>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4" name="iṣḷîḋe"/>
                <p:cNvSpPr/>
                <p:nvPr/>
              </p:nvSpPr>
              <p:spPr bwMode="auto">
                <a:xfrm>
                  <a:off x="8531226" y="3521075"/>
                  <a:ext cx="109538" cy="119063"/>
                </a:xfrm>
                <a:custGeom>
                  <a:avLst/>
                  <a:gdLst>
                    <a:gd name="T0" fmla="*/ 25 w 33"/>
                    <a:gd name="T1" fmla="*/ 0 h 36"/>
                    <a:gd name="T2" fmla="*/ 19 w 33"/>
                    <a:gd name="T3" fmla="*/ 7 h 36"/>
                    <a:gd name="T4" fmla="*/ 16 w 33"/>
                    <a:gd name="T5" fmla="*/ 12 h 36"/>
                    <a:gd name="T6" fmla="*/ 14 w 33"/>
                    <a:gd name="T7" fmla="*/ 15 h 36"/>
                    <a:gd name="T8" fmla="*/ 12 w 33"/>
                    <a:gd name="T9" fmla="*/ 10 h 36"/>
                    <a:gd name="T10" fmla="*/ 8 w 33"/>
                    <a:gd name="T11" fmla="*/ 0 h 36"/>
                    <a:gd name="T12" fmla="*/ 0 w 33"/>
                    <a:gd name="T13" fmla="*/ 0 h 36"/>
                    <a:gd name="T14" fmla="*/ 10 w 33"/>
                    <a:gd name="T15" fmla="*/ 22 h 36"/>
                    <a:gd name="T16" fmla="*/ 7 w 33"/>
                    <a:gd name="T17" fmla="*/ 36 h 36"/>
                    <a:gd name="T18" fmla="*/ 14 w 33"/>
                    <a:gd name="T19" fmla="*/ 36 h 36"/>
                    <a:gd name="T20" fmla="*/ 17 w 33"/>
                    <a:gd name="T21" fmla="*/ 23 h 36"/>
                    <a:gd name="T22" fmla="*/ 33 w 33"/>
                    <a:gd name="T23" fmla="*/ 0 h 36"/>
                    <a:gd name="T24" fmla="*/ 25 w 33"/>
                    <a:gd name="T25" fmla="*/ 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3" h="36">
                      <a:moveTo>
                        <a:pt x="25" y="0"/>
                      </a:moveTo>
                      <a:cubicBezTo>
                        <a:pt x="19" y="7"/>
                        <a:pt x="19" y="7"/>
                        <a:pt x="19" y="7"/>
                      </a:cubicBezTo>
                      <a:cubicBezTo>
                        <a:pt x="16" y="12"/>
                        <a:pt x="16" y="12"/>
                        <a:pt x="16" y="12"/>
                      </a:cubicBezTo>
                      <a:cubicBezTo>
                        <a:pt x="15" y="13"/>
                        <a:pt x="15" y="14"/>
                        <a:pt x="14" y="15"/>
                      </a:cubicBezTo>
                      <a:cubicBezTo>
                        <a:pt x="14" y="14"/>
                        <a:pt x="13" y="13"/>
                        <a:pt x="12" y="10"/>
                      </a:cubicBezTo>
                      <a:cubicBezTo>
                        <a:pt x="8" y="0"/>
                        <a:pt x="8" y="0"/>
                        <a:pt x="8" y="0"/>
                      </a:cubicBezTo>
                      <a:cubicBezTo>
                        <a:pt x="0" y="0"/>
                        <a:pt x="0" y="0"/>
                        <a:pt x="0" y="0"/>
                      </a:cubicBezTo>
                      <a:cubicBezTo>
                        <a:pt x="10" y="22"/>
                        <a:pt x="10" y="22"/>
                        <a:pt x="10" y="22"/>
                      </a:cubicBezTo>
                      <a:cubicBezTo>
                        <a:pt x="7" y="36"/>
                        <a:pt x="7" y="36"/>
                        <a:pt x="7" y="36"/>
                      </a:cubicBezTo>
                      <a:cubicBezTo>
                        <a:pt x="14" y="36"/>
                        <a:pt x="14" y="36"/>
                        <a:pt x="14" y="36"/>
                      </a:cubicBezTo>
                      <a:cubicBezTo>
                        <a:pt x="17" y="23"/>
                        <a:pt x="17" y="23"/>
                        <a:pt x="17" y="23"/>
                      </a:cubicBezTo>
                      <a:cubicBezTo>
                        <a:pt x="33" y="0"/>
                        <a:pt x="33" y="0"/>
                        <a:pt x="33" y="0"/>
                      </a:cubicBezTo>
                      <a:lnTo>
                        <a:pt x="25"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grpSp>
      <p:cxnSp>
        <p:nvCxnSpPr>
          <p:cNvPr id="4" name="直线连接符 3"/>
          <p:cNvCxnSpPr/>
          <p:nvPr userDrawn="1"/>
        </p:nvCxnSpPr>
        <p:spPr>
          <a:xfrm>
            <a:off x="0" y="1016000"/>
            <a:ext cx="12192000"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pic>
        <p:nvPicPr>
          <p:cNvPr id="110" name="图片 109" descr="图片包含 天空, 户外, 建筑物, 日落&#10;&#10;描述已自动生成"/>
          <p:cNvPicPr>
            <a:picLocks noChangeAspect="1"/>
          </p:cNvPicPr>
          <p:nvPr userDrawn="1"/>
        </p:nvPicPr>
        <p:blipFill rotWithShape="1">
          <a:blip r:embed="rId2" cstate="print">
            <a:extLst>
              <a:ext uri="{BEBA8EAE-BF5A-486C-A8C5-ECC9F3942E4B}">
                <a14:imgProps xmlns:a14="http://schemas.microsoft.com/office/drawing/2010/main">
                  <a14:imgLayer r:embed="rId3">
                    <a14:imgEffect>
                      <a14:backgroundRemoval t="10000" b="99500" l="10000" r="98000">
                        <a14:foregroundMark x1="45583" y1="28625" x2="72750" y2="47875"/>
                        <a14:foregroundMark x1="72750" y1="47875" x2="79000" y2="48875"/>
                        <a14:foregroundMark x1="79000" y1="48875" x2="87083" y2="44750"/>
                        <a14:foregroundMark x1="87083" y1="44750" x2="89333" y2="42875"/>
                        <a14:foregroundMark x1="49697" y1="28104" x2="51500" y2="30625"/>
                        <a14:foregroundMark x1="46583" y1="23750" x2="49595" y2="27961"/>
                        <a14:foregroundMark x1="46917" y1="21000" x2="48333" y2="17125"/>
                        <a14:foregroundMark x1="62917" y1="48125" x2="65250" y2="51750"/>
                        <a14:foregroundMark x1="65250" y1="51750" x2="86750" y2="67750"/>
                        <a14:foregroundMark x1="94417" y1="36500" x2="92917" y2="90875"/>
                        <a14:foregroundMark x1="98000" y1="30875" x2="91667" y2="84250"/>
                        <a14:foregroundMark x1="91667" y1="84250" x2="91333" y2="85500"/>
                        <a14:foregroundMark x1="70000" y1="67000" x2="89333" y2="84250"/>
                        <a14:foregroundMark x1="89333" y1="84250" x2="89333" y2="84250"/>
                        <a14:foregroundMark x1="70500" y1="67000" x2="66333" y2="64125"/>
                        <a14:foregroundMark x1="66333" y1="64125" x2="59333" y2="53500"/>
                        <a14:foregroundMark x1="79333" y1="90625" x2="80167" y2="96250"/>
                        <a14:foregroundMark x1="80167" y1="96250" x2="85167" y2="96625"/>
                        <a14:foregroundMark x1="85167" y1="96625" x2="88083" y2="94625"/>
                        <a14:foregroundMark x1="88083" y1="94625" x2="88167" y2="94625"/>
                        <a14:foregroundMark x1="96750" y1="97500" x2="76750" y2="99500"/>
                        <a14:foregroundMark x1="77799" y1="89875" x2="77667" y2="86250"/>
                        <a14:foregroundMark x1="77984" y1="94938" x2="77927" y2="93375"/>
                        <a14:foregroundMark x1="78000" y1="95375" x2="78056" y2="96909"/>
                        <a14:foregroundMark x1="68667" y1="40875" x2="68417" y2="41125"/>
                        <a14:backgroundMark x1="77667" y1="89875" x2="77667" y2="93375"/>
                        <a14:backgroundMark x1="77833" y1="95625" x2="78167" y2="90625"/>
                        <a14:backgroundMark x1="78500" y1="96125" x2="79000" y2="90375"/>
                        <a14:backgroundMark x1="19833" y1="30625" x2="46417" y2="71000"/>
                        <a14:backgroundMark x1="46417" y1="71000" x2="46417" y2="71000"/>
                        <a14:backgroundMark x1="17000" y1="72500" x2="23583" y2="72625"/>
                        <a14:backgroundMark x1="23583" y1="72625" x2="37833" y2="71875"/>
                        <a14:backgroundMark x1="37833" y1="71875" x2="57167" y2="75375"/>
                        <a14:backgroundMark x1="61667" y1="37000" x2="62000" y2="37375"/>
                        <a14:backgroundMark x1="66667" y1="39375" x2="66917" y2="39750"/>
                        <a14:backgroundMark x1="50917" y1="27125" x2="51000" y2="27625"/>
                      </a14:backgroundRemoval>
                    </a14:imgEffect>
                    <a14:imgEffect>
                      <a14:brightnessContrast bright="72000"/>
                    </a14:imgEffect>
                    <a14:imgEffect>
                      <a14:colorTemperature colorTemp="9660"/>
                    </a14:imgEffect>
                    <a14:imgEffect>
                      <a14:saturation sat="111000"/>
                    </a14:imgEffect>
                  </a14:imgLayer>
                </a14:imgProps>
              </a:ext>
              <a:ext uri="{28A0092B-C50C-407E-A947-70E740481C1C}">
                <a14:useLocalDpi xmlns:a14="http://schemas.microsoft.com/office/drawing/2010/main" val="0"/>
              </a:ext>
            </a:extLst>
          </a:blip>
          <a:srcRect l="38743" t="8413"/>
          <a:stretch>
            <a:fillRect/>
          </a:stretch>
        </p:blipFill>
        <p:spPr>
          <a:xfrm flipH="1">
            <a:off x="-1" y="60500"/>
            <a:ext cx="958611" cy="955500"/>
          </a:xfrm>
          <a:prstGeom prst="rect">
            <a:avLst/>
          </a:prstGeom>
        </p:spPr>
      </p:pic>
      <p:sp>
        <p:nvSpPr>
          <p:cNvPr id="6" name="图片占位符 5"/>
          <p:cNvSpPr>
            <a:spLocks noGrp="1"/>
          </p:cNvSpPr>
          <p:nvPr>
            <p:ph type="pic" sz="quarter" idx="10"/>
          </p:nvPr>
        </p:nvSpPr>
        <p:spPr>
          <a:xfrm>
            <a:off x="1424066" y="1160463"/>
            <a:ext cx="4557008" cy="2347235"/>
          </a:xfrm>
          <a:prstGeom prst="rect">
            <a:avLst/>
          </a:prstGeom>
        </p:spPr>
        <p:txBody>
          <a:bodyPr/>
          <a:lstStyle/>
          <a:p>
            <a:endParaRPr kumimoji="1" lang="zh-CN" altLang="en-US"/>
          </a:p>
        </p:txBody>
      </p:sp>
      <p:sp>
        <p:nvSpPr>
          <p:cNvPr id="114" name="图片占位符 5"/>
          <p:cNvSpPr>
            <a:spLocks noGrp="1"/>
          </p:cNvSpPr>
          <p:nvPr>
            <p:ph type="pic" sz="quarter" idx="11"/>
          </p:nvPr>
        </p:nvSpPr>
        <p:spPr>
          <a:xfrm>
            <a:off x="6831717" y="1160463"/>
            <a:ext cx="4557008" cy="2347235"/>
          </a:xfrm>
          <a:prstGeom prst="rect">
            <a:avLst/>
          </a:prstGeom>
        </p:spPr>
        <p:txBody>
          <a:bodyPr/>
          <a:lstStyle/>
          <a:p>
            <a:endParaRPr kumimoji="1" lang="zh-CN" altLang="en-US"/>
          </a:p>
        </p:txBody>
      </p:sp>
      <p:sp>
        <p:nvSpPr>
          <p:cNvPr id="115" name="图片占位符 5"/>
          <p:cNvSpPr>
            <a:spLocks noGrp="1"/>
          </p:cNvSpPr>
          <p:nvPr>
            <p:ph type="pic" sz="quarter" idx="12"/>
          </p:nvPr>
        </p:nvSpPr>
        <p:spPr>
          <a:xfrm>
            <a:off x="810621" y="3890053"/>
            <a:ext cx="4557008" cy="2347235"/>
          </a:xfrm>
          <a:prstGeom prst="rect">
            <a:avLst/>
          </a:prstGeom>
        </p:spPr>
        <p:txBody>
          <a:bodyPr/>
          <a:lstStyle/>
          <a:p>
            <a:endParaRPr kumimoji="1" lang="zh-CN" altLang="en-US"/>
          </a:p>
        </p:txBody>
      </p:sp>
      <p:sp>
        <p:nvSpPr>
          <p:cNvPr id="116" name="图片占位符 5"/>
          <p:cNvSpPr>
            <a:spLocks noGrp="1"/>
          </p:cNvSpPr>
          <p:nvPr>
            <p:ph type="pic" sz="quarter" idx="13"/>
          </p:nvPr>
        </p:nvSpPr>
        <p:spPr>
          <a:xfrm>
            <a:off x="6218272" y="3890053"/>
            <a:ext cx="4557008" cy="2347235"/>
          </a:xfrm>
          <a:prstGeom prst="rect">
            <a:avLst/>
          </a:prstGeom>
        </p:spPr>
        <p:txBody>
          <a:bodyPr/>
          <a:lstStyle/>
          <a:p>
            <a:endParaRPr kumimoji="1" lang="zh-CN" alt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660400" y="6235700"/>
            <a:ext cx="2921000" cy="365125"/>
          </a:xfrm>
          <a:prstGeom prst="rect">
            <a:avLst/>
          </a:prstGeom>
        </p:spPr>
        <p:txBody>
          <a:bodyPr/>
          <a:lstStyle/>
          <a:p>
            <a:fld id="{D6478642-F5CF-47BB-99CE-6B8ED7A71BD2}" type="datetimeFigureOut">
              <a:rPr lang="zh-CN" altLang="en-US" smtClean="0"/>
              <a:t>2026/6/25</a:t>
            </a:fld>
            <a:endParaRPr lang="zh-CN" altLang="en-US"/>
          </a:p>
        </p:txBody>
      </p:sp>
      <p:sp>
        <p:nvSpPr>
          <p:cNvPr id="3" name="页脚占位符 2"/>
          <p:cNvSpPr>
            <a:spLocks noGrp="1"/>
          </p:cNvSpPr>
          <p:nvPr>
            <p:ph type="ftr" sz="quarter" idx="11"/>
          </p:nvPr>
        </p:nvSpPr>
        <p:spPr>
          <a:xfrm>
            <a:off x="4038600" y="6235700"/>
            <a:ext cx="4114800" cy="365125"/>
          </a:xfrm>
          <a:prstGeom prst="rect">
            <a:avLst/>
          </a:prstGeom>
        </p:spPr>
        <p:txBody>
          <a:bodyPr/>
          <a:lstStyle/>
          <a:p>
            <a:endParaRPr lang="zh-CN" altLang="en-US"/>
          </a:p>
        </p:txBody>
      </p:sp>
      <p:sp>
        <p:nvSpPr>
          <p:cNvPr id="4" name="灯片编号占位符 3"/>
          <p:cNvSpPr>
            <a:spLocks noGrp="1"/>
          </p:cNvSpPr>
          <p:nvPr>
            <p:ph type="sldNum" sz="quarter" idx="12"/>
          </p:nvPr>
        </p:nvSpPr>
        <p:spPr>
          <a:xfrm>
            <a:off x="8610600" y="6235700"/>
            <a:ext cx="2905340" cy="365125"/>
          </a:xfrm>
          <a:prstGeom prst="rect">
            <a:avLst/>
          </a:prstGeom>
        </p:spPr>
        <p:txBody>
          <a:bodyPr/>
          <a:lstStyle/>
          <a:p>
            <a:fld id="{DA0C4C2A-0013-4D0D-BA0B-DE308E42093C}" type="slidenum">
              <a:rPr lang="zh-CN" altLang="en-US" smtClean="0"/>
              <a:t>‹#›</a:t>
            </a:fld>
            <a:endParaRPr lang="zh-CN" alt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标题页1">
    <p:spTree>
      <p:nvGrpSpPr>
        <p:cNvPr id="1" name=""/>
        <p:cNvGrpSpPr/>
        <p:nvPr/>
      </p:nvGrpSpPr>
      <p:grpSpPr>
        <a:xfrm>
          <a:off x="0" y="0"/>
          <a:ext cx="0" cy="0"/>
          <a:chOff x="0" y="0"/>
          <a:chExt cx="0" cy="0"/>
        </a:xfrm>
      </p:grpSpPr>
      <p:sp>
        <p:nvSpPr>
          <p:cNvPr id="2" name="标题 1"/>
          <p:cNvSpPr>
            <a:spLocks noGrp="1"/>
          </p:cNvSpPr>
          <p:nvPr>
            <p:ph type="ctrTitle"/>
          </p:nvPr>
        </p:nvSpPr>
        <p:spPr>
          <a:xfrm>
            <a:off x="817123" y="1130301"/>
            <a:ext cx="7112161" cy="2177314"/>
          </a:xfrm>
          <a:prstGeom prst="rect">
            <a:avLst/>
          </a:prstGeom>
        </p:spPr>
        <p:txBody>
          <a:bodyPr lIns="0" anchor="b">
            <a:normAutofit/>
          </a:bodyPr>
          <a:lstStyle>
            <a:lvl1pPr algn="l">
              <a:lnSpc>
                <a:spcPct val="120000"/>
              </a:lnSpc>
              <a:defRPr sz="4400" b="1">
                <a:solidFill>
                  <a:schemeClr val="accent2"/>
                </a:solidFill>
              </a:defRPr>
            </a:lvl1pPr>
          </a:lstStyle>
          <a:p>
            <a:r>
              <a:rPr lang="zh-CN" altLang="en-US" dirty="0"/>
              <a:t>单击此处编辑母版标题样式</a:t>
            </a:r>
          </a:p>
        </p:txBody>
      </p:sp>
      <p:sp>
        <p:nvSpPr>
          <p:cNvPr id="3" name="副标题 2"/>
          <p:cNvSpPr>
            <a:spLocks noGrp="1"/>
          </p:cNvSpPr>
          <p:nvPr>
            <p:ph type="subTitle" idx="1"/>
          </p:nvPr>
        </p:nvSpPr>
        <p:spPr>
          <a:xfrm>
            <a:off x="803275" y="3307615"/>
            <a:ext cx="7126010" cy="508452"/>
          </a:xfrm>
          <a:prstGeom prst="rect">
            <a:avLst/>
          </a:prstGeom>
        </p:spPr>
        <p:txBody>
          <a:bodyPr lIns="0">
            <a:normAutofit/>
          </a:bodyPr>
          <a:lstStyle>
            <a:lvl1pPr marL="0" indent="0" algn="l">
              <a:lnSpc>
                <a:spcPct val="120000"/>
              </a:lnSpc>
              <a:buNone/>
              <a:defRPr sz="18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单击此处编辑母版副标题样式</a:t>
            </a:r>
          </a:p>
        </p:txBody>
      </p:sp>
      <p:sp>
        <p:nvSpPr>
          <p:cNvPr id="114" name="文本占位符 113"/>
          <p:cNvSpPr>
            <a:spLocks noGrp="1"/>
          </p:cNvSpPr>
          <p:nvPr>
            <p:ph type="body" sz="quarter" idx="14"/>
          </p:nvPr>
        </p:nvSpPr>
        <p:spPr>
          <a:xfrm>
            <a:off x="803275" y="4102632"/>
            <a:ext cx="7092950" cy="2031468"/>
          </a:xfrm>
          <a:prstGeom prst="rect">
            <a:avLst/>
          </a:prstGeom>
        </p:spPr>
        <p:txBody>
          <a:bodyPr lIns="0">
            <a:normAutofit/>
          </a:bodyPr>
          <a:lstStyle>
            <a:lvl1pPr marL="0" indent="0">
              <a:buNone/>
              <a:defRPr sz="1800">
                <a:solidFill>
                  <a:schemeClr val="tx1">
                    <a:lumMod val="75000"/>
                    <a:lumOff val="25000"/>
                  </a:schemeClr>
                </a:solidFill>
              </a:defRPr>
            </a:lvl1pPr>
          </a:lstStyle>
          <a:p>
            <a:pPr lvl="0"/>
            <a:r>
              <a:rPr kumimoji="1" lang="zh-CN" altLang="en-US" dirty="0"/>
              <a:t>单击此处编辑母版文本样式</a:t>
            </a:r>
          </a:p>
        </p:txBody>
      </p:sp>
      <p:sp>
        <p:nvSpPr>
          <p:cNvPr id="117" name="矩形 116"/>
          <p:cNvSpPr/>
          <p:nvPr userDrawn="1"/>
        </p:nvSpPr>
        <p:spPr>
          <a:xfrm>
            <a:off x="12014027" y="0"/>
            <a:ext cx="177972"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120" name="日期占位符 3"/>
          <p:cNvSpPr txBox="1"/>
          <p:nvPr userDrawn="1"/>
        </p:nvSpPr>
        <p:spPr>
          <a:xfrm>
            <a:off x="802095" y="6250105"/>
            <a:ext cx="2921000" cy="365125"/>
          </a:xfrm>
          <a:prstGeom prst="rect">
            <a:avLst/>
          </a:prstGeom>
        </p:spPr>
        <p:txBody>
          <a:bodyPr vert="horz" lIns="0" tIns="45720" rIns="91440" bIns="45720" rtlCol="0" anchor="ctr"/>
          <a:lstStyle>
            <a:defPPr>
              <a:defRPr lang="zh-CN"/>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dirty="0"/>
              <a:t>自强、弘毅、求是、拓新</a:t>
            </a:r>
          </a:p>
        </p:txBody>
      </p:sp>
      <p:grpSp>
        <p:nvGrpSpPr>
          <p:cNvPr id="121" name="组合 120"/>
          <p:cNvGrpSpPr/>
          <p:nvPr userDrawn="1"/>
        </p:nvGrpSpPr>
        <p:grpSpPr>
          <a:xfrm>
            <a:off x="817123" y="468793"/>
            <a:ext cx="1480571" cy="458860"/>
            <a:chOff x="2558030" y="228446"/>
            <a:chExt cx="6774643" cy="2099603"/>
          </a:xfrm>
        </p:grpSpPr>
        <p:grpSp>
          <p:nvGrpSpPr>
            <p:cNvPr id="122" name="íšḻîďê"/>
            <p:cNvGrpSpPr/>
            <p:nvPr userDrawn="1"/>
          </p:nvGrpSpPr>
          <p:grpSpPr>
            <a:xfrm>
              <a:off x="2558030" y="228446"/>
              <a:ext cx="2085857" cy="2099603"/>
              <a:chOff x="3551238" y="3067050"/>
              <a:chExt cx="722313" cy="727075"/>
            </a:xfrm>
          </p:grpSpPr>
          <p:sp>
            <p:nvSpPr>
              <p:cNvPr id="152" name="ïş1íḍê"/>
              <p:cNvSpPr/>
              <p:nvPr/>
            </p:nvSpPr>
            <p:spPr bwMode="auto">
              <a:xfrm>
                <a:off x="3575051" y="3087688"/>
                <a:ext cx="673100" cy="679450"/>
              </a:xfrm>
              <a:custGeom>
                <a:avLst/>
                <a:gdLst>
                  <a:gd name="T0" fmla="*/ 102 w 204"/>
                  <a:gd name="T1" fmla="*/ 0 h 204"/>
                  <a:gd name="T2" fmla="*/ 204 w 204"/>
                  <a:gd name="T3" fmla="*/ 102 h 204"/>
                  <a:gd name="T4" fmla="*/ 102 w 204"/>
                  <a:gd name="T5" fmla="*/ 204 h 204"/>
                  <a:gd name="T6" fmla="*/ 0 w 204"/>
                  <a:gd name="T7" fmla="*/ 102 h 204"/>
                  <a:gd name="T8" fmla="*/ 102 w 204"/>
                  <a:gd name="T9" fmla="*/ 0 h 204"/>
                  <a:gd name="T10" fmla="*/ 102 w 204"/>
                  <a:gd name="T11" fmla="*/ 25 h 204"/>
                  <a:gd name="T12" fmla="*/ 24 w 204"/>
                  <a:gd name="T13" fmla="*/ 103 h 204"/>
                  <a:gd name="T14" fmla="*/ 102 w 204"/>
                  <a:gd name="T15" fmla="*/ 181 h 204"/>
                  <a:gd name="T16" fmla="*/ 180 w 204"/>
                  <a:gd name="T17" fmla="*/ 103 h 204"/>
                  <a:gd name="T18" fmla="*/ 102 w 204"/>
                  <a:gd name="T19" fmla="*/ 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04" h="204">
                    <a:moveTo>
                      <a:pt x="102" y="0"/>
                    </a:moveTo>
                    <a:cubicBezTo>
                      <a:pt x="159" y="0"/>
                      <a:pt x="204" y="46"/>
                      <a:pt x="204" y="102"/>
                    </a:cubicBezTo>
                    <a:cubicBezTo>
                      <a:pt x="204" y="158"/>
                      <a:pt x="159" y="204"/>
                      <a:pt x="102" y="204"/>
                    </a:cubicBezTo>
                    <a:cubicBezTo>
                      <a:pt x="46" y="204"/>
                      <a:pt x="0" y="158"/>
                      <a:pt x="0" y="102"/>
                    </a:cubicBezTo>
                    <a:cubicBezTo>
                      <a:pt x="0" y="46"/>
                      <a:pt x="46" y="0"/>
                      <a:pt x="102" y="0"/>
                    </a:cubicBezTo>
                    <a:close/>
                    <a:moveTo>
                      <a:pt x="102" y="25"/>
                    </a:moveTo>
                    <a:cubicBezTo>
                      <a:pt x="59" y="25"/>
                      <a:pt x="24" y="60"/>
                      <a:pt x="24" y="103"/>
                    </a:cubicBezTo>
                    <a:cubicBezTo>
                      <a:pt x="24" y="146"/>
                      <a:pt x="59" y="181"/>
                      <a:pt x="102" y="181"/>
                    </a:cubicBezTo>
                    <a:cubicBezTo>
                      <a:pt x="145" y="181"/>
                      <a:pt x="180" y="146"/>
                      <a:pt x="180" y="103"/>
                    </a:cubicBezTo>
                    <a:cubicBezTo>
                      <a:pt x="180" y="60"/>
                      <a:pt x="145" y="25"/>
                      <a:pt x="102" y="25"/>
                    </a:cubicBezTo>
                    <a:close/>
                  </a:path>
                </a:pathLst>
              </a:custGeom>
              <a:solidFill>
                <a:srgbClr val="00523A"/>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53" name="íšḻïḍè"/>
              <p:cNvSpPr/>
              <p:nvPr/>
            </p:nvSpPr>
            <p:spPr bwMode="auto">
              <a:xfrm>
                <a:off x="3621088" y="3103563"/>
                <a:ext cx="584200" cy="203200"/>
              </a:xfrm>
              <a:custGeom>
                <a:avLst/>
                <a:gdLst>
                  <a:gd name="T0" fmla="*/ 8 w 177"/>
                  <a:gd name="T1" fmla="*/ 53 h 61"/>
                  <a:gd name="T2" fmla="*/ 0 w 177"/>
                  <a:gd name="T3" fmla="*/ 56 h 61"/>
                  <a:gd name="T4" fmla="*/ 5 w 177"/>
                  <a:gd name="T5" fmla="*/ 52 h 61"/>
                  <a:gd name="T6" fmla="*/ 4 w 177"/>
                  <a:gd name="T7" fmla="*/ 50 h 61"/>
                  <a:gd name="T8" fmla="*/ 5 w 177"/>
                  <a:gd name="T9" fmla="*/ 48 h 61"/>
                  <a:gd name="T10" fmla="*/ 10 w 177"/>
                  <a:gd name="T11" fmla="*/ 41 h 61"/>
                  <a:gd name="T12" fmla="*/ 17 w 177"/>
                  <a:gd name="T13" fmla="*/ 50 h 61"/>
                  <a:gd name="T14" fmla="*/ 14 w 177"/>
                  <a:gd name="T15" fmla="*/ 35 h 61"/>
                  <a:gd name="T16" fmla="*/ 23 w 177"/>
                  <a:gd name="T17" fmla="*/ 46 h 61"/>
                  <a:gd name="T18" fmla="*/ 31 w 177"/>
                  <a:gd name="T19" fmla="*/ 38 h 61"/>
                  <a:gd name="T20" fmla="*/ 29 w 177"/>
                  <a:gd name="T21" fmla="*/ 40 h 61"/>
                  <a:gd name="T22" fmla="*/ 18 w 177"/>
                  <a:gd name="T23" fmla="*/ 32 h 61"/>
                  <a:gd name="T24" fmla="*/ 19 w 177"/>
                  <a:gd name="T25" fmla="*/ 30 h 61"/>
                  <a:gd name="T26" fmla="*/ 21 w 177"/>
                  <a:gd name="T27" fmla="*/ 27 h 61"/>
                  <a:gd name="T28" fmla="*/ 41 w 177"/>
                  <a:gd name="T29" fmla="*/ 29 h 61"/>
                  <a:gd name="T30" fmla="*/ 43 w 177"/>
                  <a:gd name="T31" fmla="*/ 29 h 61"/>
                  <a:gd name="T32" fmla="*/ 35 w 177"/>
                  <a:gd name="T33" fmla="*/ 35 h 61"/>
                  <a:gd name="T34" fmla="*/ 31 w 177"/>
                  <a:gd name="T35" fmla="*/ 21 h 61"/>
                  <a:gd name="T36" fmla="*/ 46 w 177"/>
                  <a:gd name="T37" fmla="*/ 11 h 61"/>
                  <a:gd name="T38" fmla="*/ 47 w 177"/>
                  <a:gd name="T39" fmla="*/ 11 h 61"/>
                  <a:gd name="T40" fmla="*/ 47 w 177"/>
                  <a:gd name="T41" fmla="*/ 26 h 61"/>
                  <a:gd name="T42" fmla="*/ 39 w 177"/>
                  <a:gd name="T43" fmla="*/ 15 h 61"/>
                  <a:gd name="T44" fmla="*/ 72 w 177"/>
                  <a:gd name="T45" fmla="*/ 16 h 61"/>
                  <a:gd name="T46" fmla="*/ 71 w 177"/>
                  <a:gd name="T47" fmla="*/ 2 h 61"/>
                  <a:gd name="T48" fmla="*/ 65 w 177"/>
                  <a:gd name="T49" fmla="*/ 15 h 61"/>
                  <a:gd name="T50" fmla="*/ 64 w 177"/>
                  <a:gd name="T51" fmla="*/ 4 h 61"/>
                  <a:gd name="T52" fmla="*/ 84 w 177"/>
                  <a:gd name="T53" fmla="*/ 1 h 61"/>
                  <a:gd name="T54" fmla="*/ 84 w 177"/>
                  <a:gd name="T55" fmla="*/ 1 h 61"/>
                  <a:gd name="T56" fmla="*/ 78 w 177"/>
                  <a:gd name="T57" fmla="*/ 16 h 61"/>
                  <a:gd name="T58" fmla="*/ 77 w 177"/>
                  <a:gd name="T59" fmla="*/ 15 h 61"/>
                  <a:gd name="T60" fmla="*/ 90 w 177"/>
                  <a:gd name="T61" fmla="*/ 1 h 61"/>
                  <a:gd name="T62" fmla="*/ 94 w 177"/>
                  <a:gd name="T63" fmla="*/ 15 h 61"/>
                  <a:gd name="T64" fmla="*/ 92 w 177"/>
                  <a:gd name="T65" fmla="*/ 15 h 61"/>
                  <a:gd name="T66" fmla="*/ 113 w 177"/>
                  <a:gd name="T67" fmla="*/ 3 h 61"/>
                  <a:gd name="T68" fmla="*/ 102 w 177"/>
                  <a:gd name="T69" fmla="*/ 2 h 61"/>
                  <a:gd name="T70" fmla="*/ 105 w 177"/>
                  <a:gd name="T71" fmla="*/ 14 h 61"/>
                  <a:gd name="T72" fmla="*/ 117 w 177"/>
                  <a:gd name="T73" fmla="*/ 5 h 61"/>
                  <a:gd name="T74" fmla="*/ 122 w 177"/>
                  <a:gd name="T75" fmla="*/ 19 h 61"/>
                  <a:gd name="T76" fmla="*/ 119 w 177"/>
                  <a:gd name="T77" fmla="*/ 13 h 61"/>
                  <a:gd name="T78" fmla="*/ 121 w 177"/>
                  <a:gd name="T79" fmla="*/ 12 h 61"/>
                  <a:gd name="T80" fmla="*/ 124 w 177"/>
                  <a:gd name="T81" fmla="*/ 10 h 61"/>
                  <a:gd name="T82" fmla="*/ 131 w 177"/>
                  <a:gd name="T83" fmla="*/ 26 h 61"/>
                  <a:gd name="T84" fmla="*/ 126 w 177"/>
                  <a:gd name="T85" fmla="*/ 23 h 61"/>
                  <a:gd name="T86" fmla="*/ 124 w 177"/>
                  <a:gd name="T87" fmla="*/ 23 h 61"/>
                  <a:gd name="T88" fmla="*/ 137 w 177"/>
                  <a:gd name="T89" fmla="*/ 14 h 61"/>
                  <a:gd name="T90" fmla="*/ 133 w 177"/>
                  <a:gd name="T91" fmla="*/ 11 h 61"/>
                  <a:gd name="T92" fmla="*/ 137 w 177"/>
                  <a:gd name="T93" fmla="*/ 32 h 61"/>
                  <a:gd name="T94" fmla="*/ 137 w 177"/>
                  <a:gd name="T95" fmla="*/ 32 h 61"/>
                  <a:gd name="T96" fmla="*/ 145 w 177"/>
                  <a:gd name="T97" fmla="*/ 19 h 61"/>
                  <a:gd name="T98" fmla="*/ 146 w 177"/>
                  <a:gd name="T99" fmla="*/ 19 h 61"/>
                  <a:gd name="T100" fmla="*/ 159 w 177"/>
                  <a:gd name="T101" fmla="*/ 31 h 61"/>
                  <a:gd name="T102" fmla="*/ 149 w 177"/>
                  <a:gd name="T103" fmla="*/ 42 h 61"/>
                  <a:gd name="T104" fmla="*/ 155 w 177"/>
                  <a:gd name="T105" fmla="*/ 27 h 61"/>
                  <a:gd name="T106" fmla="*/ 166 w 177"/>
                  <a:gd name="T107" fmla="*/ 40 h 61"/>
                  <a:gd name="T108" fmla="*/ 160 w 177"/>
                  <a:gd name="T109" fmla="*/ 37 h 61"/>
                  <a:gd name="T110" fmla="*/ 153 w 177"/>
                  <a:gd name="T111" fmla="*/ 46 h 61"/>
                  <a:gd name="T112" fmla="*/ 177 w 177"/>
                  <a:gd name="T113" fmla="*/ 55 h 61"/>
                  <a:gd name="T114" fmla="*/ 162 w 177"/>
                  <a:gd name="T115" fmla="*/ 60 h 61"/>
                  <a:gd name="T116" fmla="*/ 165 w 177"/>
                  <a:gd name="T117" fmla="*/ 55 h 61"/>
                  <a:gd name="T118" fmla="*/ 173 w 177"/>
                  <a:gd name="T119" fmla="*/ 49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77" h="61">
                    <a:moveTo>
                      <a:pt x="6" y="46"/>
                    </a:moveTo>
                    <a:cubicBezTo>
                      <a:pt x="6" y="46"/>
                      <a:pt x="6" y="46"/>
                      <a:pt x="6" y="46"/>
                    </a:cubicBezTo>
                    <a:cubicBezTo>
                      <a:pt x="6" y="46"/>
                      <a:pt x="6" y="46"/>
                      <a:pt x="6" y="46"/>
                    </a:cubicBezTo>
                    <a:cubicBezTo>
                      <a:pt x="6" y="46"/>
                      <a:pt x="6" y="47"/>
                      <a:pt x="6" y="47"/>
                    </a:cubicBezTo>
                    <a:cubicBezTo>
                      <a:pt x="6" y="47"/>
                      <a:pt x="6" y="47"/>
                      <a:pt x="6" y="47"/>
                    </a:cubicBezTo>
                    <a:cubicBezTo>
                      <a:pt x="17" y="57"/>
                      <a:pt x="17" y="57"/>
                      <a:pt x="17" y="57"/>
                    </a:cubicBezTo>
                    <a:cubicBezTo>
                      <a:pt x="17" y="57"/>
                      <a:pt x="17" y="57"/>
                      <a:pt x="17" y="57"/>
                    </a:cubicBezTo>
                    <a:cubicBezTo>
                      <a:pt x="8" y="53"/>
                      <a:pt x="8" y="53"/>
                      <a:pt x="8" y="53"/>
                    </a:cubicBezTo>
                    <a:cubicBezTo>
                      <a:pt x="8" y="54"/>
                      <a:pt x="8" y="54"/>
                      <a:pt x="8" y="54"/>
                    </a:cubicBezTo>
                    <a:cubicBezTo>
                      <a:pt x="15" y="60"/>
                      <a:pt x="15" y="60"/>
                      <a:pt x="15" y="60"/>
                    </a:cubicBezTo>
                    <a:cubicBezTo>
                      <a:pt x="15" y="61"/>
                      <a:pt x="15" y="61"/>
                      <a:pt x="15" y="61"/>
                    </a:cubicBezTo>
                    <a:cubicBezTo>
                      <a:pt x="1" y="55"/>
                      <a:pt x="1" y="55"/>
                      <a:pt x="1" y="55"/>
                    </a:cubicBezTo>
                    <a:cubicBezTo>
                      <a:pt x="1" y="55"/>
                      <a:pt x="1" y="55"/>
                      <a:pt x="1" y="55"/>
                    </a:cubicBezTo>
                    <a:cubicBezTo>
                      <a:pt x="1" y="55"/>
                      <a:pt x="1" y="55"/>
                      <a:pt x="1" y="55"/>
                    </a:cubicBezTo>
                    <a:cubicBezTo>
                      <a:pt x="0" y="56"/>
                      <a:pt x="0" y="56"/>
                      <a:pt x="0" y="56"/>
                    </a:cubicBezTo>
                    <a:cubicBezTo>
                      <a:pt x="0" y="56"/>
                      <a:pt x="0" y="56"/>
                      <a:pt x="0" y="56"/>
                    </a:cubicBezTo>
                    <a:cubicBezTo>
                      <a:pt x="2" y="53"/>
                      <a:pt x="2" y="53"/>
                      <a:pt x="2" y="53"/>
                    </a:cubicBezTo>
                    <a:cubicBezTo>
                      <a:pt x="2" y="53"/>
                      <a:pt x="2" y="53"/>
                      <a:pt x="2" y="53"/>
                    </a:cubicBezTo>
                    <a:cubicBezTo>
                      <a:pt x="2" y="53"/>
                      <a:pt x="2" y="53"/>
                      <a:pt x="2" y="53"/>
                    </a:cubicBezTo>
                    <a:cubicBezTo>
                      <a:pt x="2" y="53"/>
                      <a:pt x="2" y="54"/>
                      <a:pt x="2" y="54"/>
                    </a:cubicBezTo>
                    <a:cubicBezTo>
                      <a:pt x="2" y="54"/>
                      <a:pt x="2" y="54"/>
                      <a:pt x="2" y="54"/>
                    </a:cubicBezTo>
                    <a:cubicBezTo>
                      <a:pt x="11" y="58"/>
                      <a:pt x="11" y="58"/>
                      <a:pt x="11" y="58"/>
                    </a:cubicBezTo>
                    <a:cubicBezTo>
                      <a:pt x="12" y="58"/>
                      <a:pt x="12" y="58"/>
                      <a:pt x="12" y="58"/>
                    </a:cubicBezTo>
                    <a:cubicBezTo>
                      <a:pt x="5" y="52"/>
                      <a:pt x="5" y="52"/>
                      <a:pt x="5" y="52"/>
                    </a:cubicBezTo>
                    <a:cubicBezTo>
                      <a:pt x="4" y="52"/>
                      <a:pt x="4" y="52"/>
                      <a:pt x="4" y="52"/>
                    </a:cubicBezTo>
                    <a:cubicBezTo>
                      <a:pt x="3" y="52"/>
                      <a:pt x="3" y="52"/>
                      <a:pt x="3" y="52"/>
                    </a:cubicBezTo>
                    <a:cubicBezTo>
                      <a:pt x="3" y="52"/>
                      <a:pt x="3" y="52"/>
                      <a:pt x="3" y="52"/>
                    </a:cubicBezTo>
                    <a:cubicBezTo>
                      <a:pt x="3" y="52"/>
                      <a:pt x="3" y="52"/>
                      <a:pt x="3" y="52"/>
                    </a:cubicBezTo>
                    <a:cubicBezTo>
                      <a:pt x="2" y="52"/>
                      <a:pt x="2" y="52"/>
                      <a:pt x="2" y="52"/>
                    </a:cubicBezTo>
                    <a:cubicBezTo>
                      <a:pt x="4" y="49"/>
                      <a:pt x="4" y="49"/>
                      <a:pt x="4" y="49"/>
                    </a:cubicBezTo>
                    <a:cubicBezTo>
                      <a:pt x="4" y="49"/>
                      <a:pt x="4" y="49"/>
                      <a:pt x="4" y="49"/>
                    </a:cubicBezTo>
                    <a:cubicBezTo>
                      <a:pt x="4" y="50"/>
                      <a:pt x="4" y="50"/>
                      <a:pt x="4" y="50"/>
                    </a:cubicBezTo>
                    <a:cubicBezTo>
                      <a:pt x="4" y="50"/>
                      <a:pt x="4" y="50"/>
                      <a:pt x="4" y="50"/>
                    </a:cubicBezTo>
                    <a:cubicBezTo>
                      <a:pt x="4" y="50"/>
                      <a:pt x="4" y="50"/>
                      <a:pt x="4" y="51"/>
                    </a:cubicBezTo>
                    <a:cubicBezTo>
                      <a:pt x="13" y="54"/>
                      <a:pt x="13" y="54"/>
                      <a:pt x="13" y="54"/>
                    </a:cubicBezTo>
                    <a:cubicBezTo>
                      <a:pt x="13" y="54"/>
                      <a:pt x="13" y="54"/>
                      <a:pt x="13" y="54"/>
                    </a:cubicBezTo>
                    <a:cubicBezTo>
                      <a:pt x="6" y="48"/>
                      <a:pt x="6" y="48"/>
                      <a:pt x="6" y="48"/>
                    </a:cubicBezTo>
                    <a:cubicBezTo>
                      <a:pt x="6" y="48"/>
                      <a:pt x="6" y="48"/>
                      <a:pt x="5" y="48"/>
                    </a:cubicBezTo>
                    <a:cubicBezTo>
                      <a:pt x="5" y="48"/>
                      <a:pt x="5" y="48"/>
                      <a:pt x="5" y="48"/>
                    </a:cubicBezTo>
                    <a:cubicBezTo>
                      <a:pt x="5" y="48"/>
                      <a:pt x="5" y="48"/>
                      <a:pt x="5" y="48"/>
                    </a:cubicBezTo>
                    <a:cubicBezTo>
                      <a:pt x="4" y="48"/>
                      <a:pt x="4" y="48"/>
                      <a:pt x="4" y="48"/>
                    </a:cubicBezTo>
                    <a:cubicBezTo>
                      <a:pt x="6" y="46"/>
                      <a:pt x="6" y="46"/>
                      <a:pt x="6" y="46"/>
                    </a:cubicBezTo>
                    <a:close/>
                    <a:moveTo>
                      <a:pt x="22" y="48"/>
                    </a:moveTo>
                    <a:cubicBezTo>
                      <a:pt x="22" y="49"/>
                      <a:pt x="21" y="49"/>
                      <a:pt x="21" y="49"/>
                    </a:cubicBezTo>
                    <a:cubicBezTo>
                      <a:pt x="20" y="50"/>
                      <a:pt x="19" y="49"/>
                      <a:pt x="18" y="48"/>
                    </a:cubicBezTo>
                    <a:cubicBezTo>
                      <a:pt x="10" y="42"/>
                      <a:pt x="10" y="42"/>
                      <a:pt x="10" y="42"/>
                    </a:cubicBezTo>
                    <a:cubicBezTo>
                      <a:pt x="10" y="42"/>
                      <a:pt x="10" y="41"/>
                      <a:pt x="10" y="41"/>
                    </a:cubicBezTo>
                    <a:cubicBezTo>
                      <a:pt x="10" y="41"/>
                      <a:pt x="10" y="41"/>
                      <a:pt x="10" y="41"/>
                    </a:cubicBezTo>
                    <a:cubicBezTo>
                      <a:pt x="10" y="40"/>
                      <a:pt x="10" y="40"/>
                      <a:pt x="10" y="40"/>
                    </a:cubicBezTo>
                    <a:cubicBezTo>
                      <a:pt x="10" y="40"/>
                      <a:pt x="10" y="40"/>
                      <a:pt x="10" y="40"/>
                    </a:cubicBezTo>
                    <a:cubicBezTo>
                      <a:pt x="7" y="43"/>
                      <a:pt x="7" y="43"/>
                      <a:pt x="7" y="43"/>
                    </a:cubicBezTo>
                    <a:cubicBezTo>
                      <a:pt x="8" y="43"/>
                      <a:pt x="8" y="43"/>
                      <a:pt x="8" y="43"/>
                    </a:cubicBezTo>
                    <a:cubicBezTo>
                      <a:pt x="8" y="43"/>
                      <a:pt x="8" y="43"/>
                      <a:pt x="8" y="43"/>
                    </a:cubicBezTo>
                    <a:cubicBezTo>
                      <a:pt x="8" y="43"/>
                      <a:pt x="8" y="43"/>
                      <a:pt x="8" y="43"/>
                    </a:cubicBezTo>
                    <a:cubicBezTo>
                      <a:pt x="9" y="43"/>
                      <a:pt x="9" y="43"/>
                      <a:pt x="9" y="43"/>
                    </a:cubicBezTo>
                    <a:cubicBezTo>
                      <a:pt x="17" y="50"/>
                      <a:pt x="17" y="50"/>
                      <a:pt x="17" y="50"/>
                    </a:cubicBezTo>
                    <a:cubicBezTo>
                      <a:pt x="18" y="50"/>
                      <a:pt x="19" y="51"/>
                      <a:pt x="20" y="50"/>
                    </a:cubicBezTo>
                    <a:cubicBezTo>
                      <a:pt x="21" y="50"/>
                      <a:pt x="22" y="50"/>
                      <a:pt x="23" y="49"/>
                    </a:cubicBezTo>
                    <a:cubicBezTo>
                      <a:pt x="24" y="48"/>
                      <a:pt x="24" y="47"/>
                      <a:pt x="24" y="46"/>
                    </a:cubicBezTo>
                    <a:cubicBezTo>
                      <a:pt x="24" y="45"/>
                      <a:pt x="23" y="44"/>
                      <a:pt x="22" y="43"/>
                    </a:cubicBezTo>
                    <a:cubicBezTo>
                      <a:pt x="14" y="36"/>
                      <a:pt x="14" y="36"/>
                      <a:pt x="14" y="36"/>
                    </a:cubicBezTo>
                    <a:cubicBezTo>
                      <a:pt x="14" y="36"/>
                      <a:pt x="14" y="36"/>
                      <a:pt x="14" y="36"/>
                    </a:cubicBezTo>
                    <a:cubicBezTo>
                      <a:pt x="14" y="36"/>
                      <a:pt x="14" y="36"/>
                      <a:pt x="14" y="35"/>
                    </a:cubicBezTo>
                    <a:cubicBezTo>
                      <a:pt x="14" y="35"/>
                      <a:pt x="14" y="35"/>
                      <a:pt x="14" y="35"/>
                    </a:cubicBezTo>
                    <a:cubicBezTo>
                      <a:pt x="14" y="35"/>
                      <a:pt x="14" y="35"/>
                      <a:pt x="14" y="35"/>
                    </a:cubicBezTo>
                    <a:cubicBezTo>
                      <a:pt x="12" y="37"/>
                      <a:pt x="12" y="37"/>
                      <a:pt x="12" y="37"/>
                    </a:cubicBezTo>
                    <a:cubicBezTo>
                      <a:pt x="12" y="38"/>
                      <a:pt x="12" y="38"/>
                      <a:pt x="12" y="38"/>
                    </a:cubicBezTo>
                    <a:cubicBezTo>
                      <a:pt x="13" y="37"/>
                      <a:pt x="13" y="37"/>
                      <a:pt x="13" y="37"/>
                    </a:cubicBezTo>
                    <a:cubicBezTo>
                      <a:pt x="13" y="37"/>
                      <a:pt x="13" y="37"/>
                      <a:pt x="13" y="37"/>
                    </a:cubicBezTo>
                    <a:cubicBezTo>
                      <a:pt x="13" y="37"/>
                      <a:pt x="14" y="37"/>
                      <a:pt x="14" y="37"/>
                    </a:cubicBezTo>
                    <a:cubicBezTo>
                      <a:pt x="22" y="44"/>
                      <a:pt x="22" y="44"/>
                      <a:pt x="22" y="44"/>
                    </a:cubicBezTo>
                    <a:cubicBezTo>
                      <a:pt x="23" y="44"/>
                      <a:pt x="23" y="45"/>
                      <a:pt x="23" y="46"/>
                    </a:cubicBezTo>
                    <a:cubicBezTo>
                      <a:pt x="23" y="47"/>
                      <a:pt x="23" y="47"/>
                      <a:pt x="22" y="48"/>
                    </a:cubicBezTo>
                    <a:close/>
                    <a:moveTo>
                      <a:pt x="33" y="36"/>
                    </a:moveTo>
                    <a:cubicBezTo>
                      <a:pt x="33" y="36"/>
                      <a:pt x="33" y="36"/>
                      <a:pt x="33" y="36"/>
                    </a:cubicBezTo>
                    <a:cubicBezTo>
                      <a:pt x="33" y="36"/>
                      <a:pt x="34" y="36"/>
                      <a:pt x="34" y="36"/>
                    </a:cubicBezTo>
                    <a:cubicBezTo>
                      <a:pt x="34" y="35"/>
                      <a:pt x="34" y="35"/>
                      <a:pt x="34" y="35"/>
                    </a:cubicBezTo>
                    <a:cubicBezTo>
                      <a:pt x="35" y="36"/>
                      <a:pt x="35" y="36"/>
                      <a:pt x="35" y="36"/>
                    </a:cubicBezTo>
                    <a:cubicBezTo>
                      <a:pt x="32" y="39"/>
                      <a:pt x="32" y="39"/>
                      <a:pt x="32" y="39"/>
                    </a:cubicBezTo>
                    <a:cubicBezTo>
                      <a:pt x="31" y="38"/>
                      <a:pt x="31" y="38"/>
                      <a:pt x="31" y="38"/>
                    </a:cubicBezTo>
                    <a:cubicBezTo>
                      <a:pt x="32" y="38"/>
                      <a:pt x="32" y="38"/>
                      <a:pt x="32" y="38"/>
                    </a:cubicBezTo>
                    <a:cubicBezTo>
                      <a:pt x="32" y="38"/>
                      <a:pt x="32" y="37"/>
                      <a:pt x="32" y="37"/>
                    </a:cubicBezTo>
                    <a:cubicBezTo>
                      <a:pt x="32" y="37"/>
                      <a:pt x="32" y="37"/>
                      <a:pt x="32" y="37"/>
                    </a:cubicBezTo>
                    <a:cubicBezTo>
                      <a:pt x="27" y="32"/>
                      <a:pt x="27" y="32"/>
                      <a:pt x="27" y="32"/>
                    </a:cubicBezTo>
                    <a:cubicBezTo>
                      <a:pt x="23" y="36"/>
                      <a:pt x="23" y="36"/>
                      <a:pt x="23" y="36"/>
                    </a:cubicBezTo>
                    <a:cubicBezTo>
                      <a:pt x="28" y="40"/>
                      <a:pt x="28" y="40"/>
                      <a:pt x="28" y="40"/>
                    </a:cubicBezTo>
                    <a:cubicBezTo>
                      <a:pt x="28" y="41"/>
                      <a:pt x="28" y="41"/>
                      <a:pt x="28" y="41"/>
                    </a:cubicBezTo>
                    <a:cubicBezTo>
                      <a:pt x="28" y="41"/>
                      <a:pt x="29" y="41"/>
                      <a:pt x="29" y="40"/>
                    </a:cubicBezTo>
                    <a:cubicBezTo>
                      <a:pt x="29" y="40"/>
                      <a:pt x="29" y="40"/>
                      <a:pt x="29" y="40"/>
                    </a:cubicBezTo>
                    <a:cubicBezTo>
                      <a:pt x="30" y="41"/>
                      <a:pt x="30" y="41"/>
                      <a:pt x="30" y="41"/>
                    </a:cubicBezTo>
                    <a:cubicBezTo>
                      <a:pt x="27" y="43"/>
                      <a:pt x="27" y="43"/>
                      <a:pt x="27" y="43"/>
                    </a:cubicBezTo>
                    <a:cubicBezTo>
                      <a:pt x="26" y="43"/>
                      <a:pt x="26" y="43"/>
                      <a:pt x="26" y="43"/>
                    </a:cubicBezTo>
                    <a:cubicBezTo>
                      <a:pt x="27" y="43"/>
                      <a:pt x="27" y="43"/>
                      <a:pt x="27" y="43"/>
                    </a:cubicBezTo>
                    <a:cubicBezTo>
                      <a:pt x="27" y="42"/>
                      <a:pt x="27" y="42"/>
                      <a:pt x="27" y="42"/>
                    </a:cubicBezTo>
                    <a:cubicBezTo>
                      <a:pt x="27" y="42"/>
                      <a:pt x="27" y="42"/>
                      <a:pt x="27" y="41"/>
                    </a:cubicBezTo>
                    <a:cubicBezTo>
                      <a:pt x="18" y="32"/>
                      <a:pt x="18" y="32"/>
                      <a:pt x="18" y="32"/>
                    </a:cubicBezTo>
                    <a:cubicBezTo>
                      <a:pt x="18" y="32"/>
                      <a:pt x="17" y="32"/>
                      <a:pt x="17" y="32"/>
                    </a:cubicBezTo>
                    <a:cubicBezTo>
                      <a:pt x="17" y="32"/>
                      <a:pt x="17" y="32"/>
                      <a:pt x="17" y="32"/>
                    </a:cubicBezTo>
                    <a:cubicBezTo>
                      <a:pt x="16" y="32"/>
                      <a:pt x="16" y="32"/>
                      <a:pt x="16" y="32"/>
                    </a:cubicBezTo>
                    <a:cubicBezTo>
                      <a:pt x="16" y="32"/>
                      <a:pt x="16" y="32"/>
                      <a:pt x="16" y="32"/>
                    </a:cubicBezTo>
                    <a:cubicBezTo>
                      <a:pt x="19" y="29"/>
                      <a:pt x="19" y="29"/>
                      <a:pt x="19" y="29"/>
                    </a:cubicBezTo>
                    <a:cubicBezTo>
                      <a:pt x="19" y="29"/>
                      <a:pt x="19" y="29"/>
                      <a:pt x="19" y="29"/>
                    </a:cubicBezTo>
                    <a:cubicBezTo>
                      <a:pt x="19" y="30"/>
                      <a:pt x="19" y="30"/>
                      <a:pt x="19" y="30"/>
                    </a:cubicBezTo>
                    <a:cubicBezTo>
                      <a:pt x="19" y="30"/>
                      <a:pt x="19" y="30"/>
                      <a:pt x="19" y="30"/>
                    </a:cubicBezTo>
                    <a:cubicBezTo>
                      <a:pt x="19" y="30"/>
                      <a:pt x="19" y="31"/>
                      <a:pt x="19" y="31"/>
                    </a:cubicBezTo>
                    <a:cubicBezTo>
                      <a:pt x="23" y="35"/>
                      <a:pt x="23" y="35"/>
                      <a:pt x="23" y="35"/>
                    </a:cubicBezTo>
                    <a:cubicBezTo>
                      <a:pt x="27" y="31"/>
                      <a:pt x="27" y="31"/>
                      <a:pt x="27" y="31"/>
                    </a:cubicBezTo>
                    <a:cubicBezTo>
                      <a:pt x="23" y="27"/>
                      <a:pt x="23" y="27"/>
                      <a:pt x="23" y="27"/>
                    </a:cubicBezTo>
                    <a:cubicBezTo>
                      <a:pt x="23" y="27"/>
                      <a:pt x="22" y="27"/>
                      <a:pt x="22" y="27"/>
                    </a:cubicBezTo>
                    <a:cubicBezTo>
                      <a:pt x="22" y="27"/>
                      <a:pt x="22" y="27"/>
                      <a:pt x="22" y="27"/>
                    </a:cubicBezTo>
                    <a:cubicBezTo>
                      <a:pt x="21" y="27"/>
                      <a:pt x="21" y="27"/>
                      <a:pt x="21" y="27"/>
                    </a:cubicBezTo>
                    <a:cubicBezTo>
                      <a:pt x="21" y="27"/>
                      <a:pt x="21" y="27"/>
                      <a:pt x="21" y="27"/>
                    </a:cubicBezTo>
                    <a:cubicBezTo>
                      <a:pt x="24" y="24"/>
                      <a:pt x="24" y="24"/>
                      <a:pt x="24" y="24"/>
                    </a:cubicBezTo>
                    <a:cubicBezTo>
                      <a:pt x="24" y="25"/>
                      <a:pt x="24" y="25"/>
                      <a:pt x="24" y="25"/>
                    </a:cubicBezTo>
                    <a:cubicBezTo>
                      <a:pt x="24" y="25"/>
                      <a:pt x="24" y="25"/>
                      <a:pt x="24" y="25"/>
                    </a:cubicBezTo>
                    <a:cubicBezTo>
                      <a:pt x="24" y="25"/>
                      <a:pt x="24" y="25"/>
                      <a:pt x="24" y="26"/>
                    </a:cubicBezTo>
                    <a:cubicBezTo>
                      <a:pt x="24" y="26"/>
                      <a:pt x="24" y="26"/>
                      <a:pt x="24" y="26"/>
                    </a:cubicBezTo>
                    <a:cubicBezTo>
                      <a:pt x="33" y="36"/>
                      <a:pt x="33" y="36"/>
                      <a:pt x="33" y="36"/>
                    </a:cubicBezTo>
                    <a:close/>
                    <a:moveTo>
                      <a:pt x="38" y="26"/>
                    </a:moveTo>
                    <a:cubicBezTo>
                      <a:pt x="41" y="29"/>
                      <a:pt x="41" y="29"/>
                      <a:pt x="41" y="29"/>
                    </a:cubicBezTo>
                    <a:cubicBezTo>
                      <a:pt x="41" y="29"/>
                      <a:pt x="41" y="30"/>
                      <a:pt x="41" y="30"/>
                    </a:cubicBezTo>
                    <a:cubicBezTo>
                      <a:pt x="41" y="30"/>
                      <a:pt x="41" y="30"/>
                      <a:pt x="41" y="30"/>
                    </a:cubicBezTo>
                    <a:cubicBezTo>
                      <a:pt x="41" y="31"/>
                      <a:pt x="41" y="31"/>
                      <a:pt x="41" y="31"/>
                    </a:cubicBezTo>
                    <a:cubicBezTo>
                      <a:pt x="41" y="31"/>
                      <a:pt x="41" y="31"/>
                      <a:pt x="41" y="31"/>
                    </a:cubicBezTo>
                    <a:cubicBezTo>
                      <a:pt x="44" y="29"/>
                      <a:pt x="44" y="29"/>
                      <a:pt x="44" y="29"/>
                    </a:cubicBezTo>
                    <a:cubicBezTo>
                      <a:pt x="44" y="28"/>
                      <a:pt x="44" y="28"/>
                      <a:pt x="44" y="28"/>
                    </a:cubicBezTo>
                    <a:cubicBezTo>
                      <a:pt x="44" y="29"/>
                      <a:pt x="44" y="29"/>
                      <a:pt x="44" y="29"/>
                    </a:cubicBezTo>
                    <a:cubicBezTo>
                      <a:pt x="43" y="29"/>
                      <a:pt x="43" y="29"/>
                      <a:pt x="43" y="29"/>
                    </a:cubicBezTo>
                    <a:cubicBezTo>
                      <a:pt x="43" y="29"/>
                      <a:pt x="42" y="29"/>
                      <a:pt x="42" y="28"/>
                    </a:cubicBezTo>
                    <a:cubicBezTo>
                      <a:pt x="31" y="18"/>
                      <a:pt x="31" y="18"/>
                      <a:pt x="31" y="18"/>
                    </a:cubicBezTo>
                    <a:cubicBezTo>
                      <a:pt x="30" y="20"/>
                      <a:pt x="30" y="20"/>
                      <a:pt x="30" y="20"/>
                    </a:cubicBezTo>
                    <a:cubicBezTo>
                      <a:pt x="35" y="33"/>
                      <a:pt x="35" y="33"/>
                      <a:pt x="35" y="33"/>
                    </a:cubicBezTo>
                    <a:cubicBezTo>
                      <a:pt x="35" y="33"/>
                      <a:pt x="35" y="34"/>
                      <a:pt x="35" y="34"/>
                    </a:cubicBezTo>
                    <a:cubicBezTo>
                      <a:pt x="35" y="34"/>
                      <a:pt x="35" y="34"/>
                      <a:pt x="35" y="35"/>
                    </a:cubicBezTo>
                    <a:cubicBezTo>
                      <a:pt x="35" y="35"/>
                      <a:pt x="35" y="35"/>
                      <a:pt x="35" y="35"/>
                    </a:cubicBezTo>
                    <a:cubicBezTo>
                      <a:pt x="35" y="35"/>
                      <a:pt x="35" y="35"/>
                      <a:pt x="35" y="35"/>
                    </a:cubicBezTo>
                    <a:cubicBezTo>
                      <a:pt x="38" y="33"/>
                      <a:pt x="38" y="33"/>
                      <a:pt x="38" y="33"/>
                    </a:cubicBezTo>
                    <a:cubicBezTo>
                      <a:pt x="38" y="33"/>
                      <a:pt x="38" y="33"/>
                      <a:pt x="38" y="33"/>
                    </a:cubicBezTo>
                    <a:cubicBezTo>
                      <a:pt x="37" y="33"/>
                      <a:pt x="37" y="33"/>
                      <a:pt x="37" y="33"/>
                    </a:cubicBezTo>
                    <a:cubicBezTo>
                      <a:pt x="37" y="33"/>
                      <a:pt x="37" y="33"/>
                      <a:pt x="36" y="33"/>
                    </a:cubicBezTo>
                    <a:cubicBezTo>
                      <a:pt x="36" y="33"/>
                      <a:pt x="36" y="32"/>
                      <a:pt x="36" y="32"/>
                    </a:cubicBezTo>
                    <a:cubicBezTo>
                      <a:pt x="34" y="29"/>
                      <a:pt x="34" y="29"/>
                      <a:pt x="34" y="29"/>
                    </a:cubicBezTo>
                    <a:cubicBezTo>
                      <a:pt x="38" y="26"/>
                      <a:pt x="38" y="26"/>
                      <a:pt x="38" y="26"/>
                    </a:cubicBezTo>
                    <a:close/>
                    <a:moveTo>
                      <a:pt x="31" y="21"/>
                    </a:moveTo>
                    <a:cubicBezTo>
                      <a:pt x="31" y="21"/>
                      <a:pt x="31" y="21"/>
                      <a:pt x="31" y="21"/>
                    </a:cubicBezTo>
                    <a:cubicBezTo>
                      <a:pt x="34" y="28"/>
                      <a:pt x="34" y="28"/>
                      <a:pt x="34" y="28"/>
                    </a:cubicBezTo>
                    <a:cubicBezTo>
                      <a:pt x="37" y="26"/>
                      <a:pt x="37" y="26"/>
                      <a:pt x="37" y="26"/>
                    </a:cubicBezTo>
                    <a:cubicBezTo>
                      <a:pt x="31" y="21"/>
                      <a:pt x="31" y="21"/>
                      <a:pt x="31" y="21"/>
                    </a:cubicBezTo>
                    <a:close/>
                    <a:moveTo>
                      <a:pt x="51" y="21"/>
                    </a:moveTo>
                    <a:cubicBezTo>
                      <a:pt x="51" y="21"/>
                      <a:pt x="51" y="21"/>
                      <a:pt x="51" y="21"/>
                    </a:cubicBezTo>
                    <a:cubicBezTo>
                      <a:pt x="46" y="11"/>
                      <a:pt x="46" y="11"/>
                      <a:pt x="46" y="11"/>
                    </a:cubicBezTo>
                    <a:cubicBezTo>
                      <a:pt x="46" y="11"/>
                      <a:pt x="46" y="11"/>
                      <a:pt x="46" y="11"/>
                    </a:cubicBezTo>
                    <a:cubicBezTo>
                      <a:pt x="46" y="11"/>
                      <a:pt x="46" y="11"/>
                      <a:pt x="45" y="11"/>
                    </a:cubicBezTo>
                    <a:cubicBezTo>
                      <a:pt x="45" y="11"/>
                      <a:pt x="45" y="11"/>
                      <a:pt x="45" y="11"/>
                    </a:cubicBezTo>
                    <a:cubicBezTo>
                      <a:pt x="44" y="11"/>
                      <a:pt x="44" y="11"/>
                      <a:pt x="44" y="11"/>
                    </a:cubicBezTo>
                    <a:cubicBezTo>
                      <a:pt x="48" y="9"/>
                      <a:pt x="48" y="9"/>
                      <a:pt x="48" y="9"/>
                    </a:cubicBezTo>
                    <a:cubicBezTo>
                      <a:pt x="48" y="10"/>
                      <a:pt x="48" y="10"/>
                      <a:pt x="48" y="10"/>
                    </a:cubicBezTo>
                    <a:cubicBezTo>
                      <a:pt x="47" y="10"/>
                      <a:pt x="47" y="10"/>
                      <a:pt x="47" y="10"/>
                    </a:cubicBezTo>
                    <a:cubicBezTo>
                      <a:pt x="47" y="10"/>
                      <a:pt x="47" y="10"/>
                      <a:pt x="47" y="10"/>
                    </a:cubicBezTo>
                    <a:cubicBezTo>
                      <a:pt x="47" y="10"/>
                      <a:pt x="47" y="11"/>
                      <a:pt x="47" y="11"/>
                    </a:cubicBezTo>
                    <a:cubicBezTo>
                      <a:pt x="53" y="24"/>
                      <a:pt x="53" y="24"/>
                      <a:pt x="53" y="24"/>
                    </a:cubicBezTo>
                    <a:cubicBezTo>
                      <a:pt x="53" y="24"/>
                      <a:pt x="53" y="24"/>
                      <a:pt x="53" y="24"/>
                    </a:cubicBezTo>
                    <a:cubicBezTo>
                      <a:pt x="53" y="24"/>
                      <a:pt x="53" y="24"/>
                      <a:pt x="53" y="24"/>
                    </a:cubicBezTo>
                    <a:cubicBezTo>
                      <a:pt x="40" y="15"/>
                      <a:pt x="40" y="15"/>
                      <a:pt x="40" y="15"/>
                    </a:cubicBezTo>
                    <a:cubicBezTo>
                      <a:pt x="40" y="15"/>
                      <a:pt x="40" y="15"/>
                      <a:pt x="40" y="15"/>
                    </a:cubicBezTo>
                    <a:cubicBezTo>
                      <a:pt x="46" y="26"/>
                      <a:pt x="46" y="26"/>
                      <a:pt x="46" y="26"/>
                    </a:cubicBezTo>
                    <a:cubicBezTo>
                      <a:pt x="46" y="26"/>
                      <a:pt x="46" y="26"/>
                      <a:pt x="46" y="26"/>
                    </a:cubicBezTo>
                    <a:cubicBezTo>
                      <a:pt x="47" y="26"/>
                      <a:pt x="47" y="26"/>
                      <a:pt x="47" y="26"/>
                    </a:cubicBezTo>
                    <a:cubicBezTo>
                      <a:pt x="48" y="26"/>
                      <a:pt x="48" y="26"/>
                      <a:pt x="48" y="26"/>
                    </a:cubicBezTo>
                    <a:cubicBezTo>
                      <a:pt x="48" y="26"/>
                      <a:pt x="48" y="26"/>
                      <a:pt x="48" y="26"/>
                    </a:cubicBezTo>
                    <a:cubicBezTo>
                      <a:pt x="45" y="28"/>
                      <a:pt x="45" y="28"/>
                      <a:pt x="45" y="28"/>
                    </a:cubicBezTo>
                    <a:cubicBezTo>
                      <a:pt x="44" y="28"/>
                      <a:pt x="44" y="28"/>
                      <a:pt x="44" y="28"/>
                    </a:cubicBezTo>
                    <a:cubicBezTo>
                      <a:pt x="45" y="27"/>
                      <a:pt x="45" y="27"/>
                      <a:pt x="45" y="27"/>
                    </a:cubicBezTo>
                    <a:cubicBezTo>
                      <a:pt x="45" y="27"/>
                      <a:pt x="45" y="27"/>
                      <a:pt x="45" y="27"/>
                    </a:cubicBezTo>
                    <a:cubicBezTo>
                      <a:pt x="46" y="27"/>
                      <a:pt x="46" y="26"/>
                      <a:pt x="45" y="26"/>
                    </a:cubicBezTo>
                    <a:cubicBezTo>
                      <a:pt x="39" y="15"/>
                      <a:pt x="39" y="15"/>
                      <a:pt x="39" y="15"/>
                    </a:cubicBezTo>
                    <a:cubicBezTo>
                      <a:pt x="39" y="14"/>
                      <a:pt x="39" y="14"/>
                      <a:pt x="39" y="14"/>
                    </a:cubicBezTo>
                    <a:cubicBezTo>
                      <a:pt x="39" y="14"/>
                      <a:pt x="39" y="14"/>
                      <a:pt x="38" y="14"/>
                    </a:cubicBezTo>
                    <a:cubicBezTo>
                      <a:pt x="38" y="15"/>
                      <a:pt x="38" y="15"/>
                      <a:pt x="38" y="15"/>
                    </a:cubicBezTo>
                    <a:cubicBezTo>
                      <a:pt x="37" y="14"/>
                      <a:pt x="37" y="14"/>
                      <a:pt x="37" y="14"/>
                    </a:cubicBezTo>
                    <a:cubicBezTo>
                      <a:pt x="40" y="13"/>
                      <a:pt x="40" y="13"/>
                      <a:pt x="40" y="13"/>
                    </a:cubicBezTo>
                    <a:cubicBezTo>
                      <a:pt x="51" y="21"/>
                      <a:pt x="51" y="21"/>
                      <a:pt x="51" y="21"/>
                    </a:cubicBezTo>
                    <a:close/>
                    <a:moveTo>
                      <a:pt x="70" y="17"/>
                    </a:moveTo>
                    <a:cubicBezTo>
                      <a:pt x="70" y="17"/>
                      <a:pt x="71" y="17"/>
                      <a:pt x="72" y="16"/>
                    </a:cubicBezTo>
                    <a:cubicBezTo>
                      <a:pt x="72" y="15"/>
                      <a:pt x="72" y="14"/>
                      <a:pt x="72" y="14"/>
                    </a:cubicBezTo>
                    <a:cubicBezTo>
                      <a:pt x="70" y="3"/>
                      <a:pt x="70" y="3"/>
                      <a:pt x="70" y="3"/>
                    </a:cubicBezTo>
                    <a:cubicBezTo>
                      <a:pt x="70" y="3"/>
                      <a:pt x="69" y="3"/>
                      <a:pt x="69" y="3"/>
                    </a:cubicBezTo>
                    <a:cubicBezTo>
                      <a:pt x="69" y="3"/>
                      <a:pt x="69" y="3"/>
                      <a:pt x="69" y="3"/>
                    </a:cubicBezTo>
                    <a:cubicBezTo>
                      <a:pt x="68" y="3"/>
                      <a:pt x="68" y="3"/>
                      <a:pt x="68" y="3"/>
                    </a:cubicBezTo>
                    <a:cubicBezTo>
                      <a:pt x="68" y="2"/>
                      <a:pt x="68" y="2"/>
                      <a:pt x="68" y="2"/>
                    </a:cubicBezTo>
                    <a:cubicBezTo>
                      <a:pt x="71" y="1"/>
                      <a:pt x="71" y="1"/>
                      <a:pt x="71" y="1"/>
                    </a:cubicBezTo>
                    <a:cubicBezTo>
                      <a:pt x="71" y="2"/>
                      <a:pt x="71" y="2"/>
                      <a:pt x="71" y="2"/>
                    </a:cubicBezTo>
                    <a:cubicBezTo>
                      <a:pt x="71" y="2"/>
                      <a:pt x="71" y="2"/>
                      <a:pt x="71" y="2"/>
                    </a:cubicBezTo>
                    <a:cubicBezTo>
                      <a:pt x="71" y="2"/>
                      <a:pt x="70" y="2"/>
                      <a:pt x="70" y="2"/>
                    </a:cubicBezTo>
                    <a:cubicBezTo>
                      <a:pt x="70" y="3"/>
                      <a:pt x="70" y="3"/>
                      <a:pt x="70" y="3"/>
                    </a:cubicBezTo>
                    <a:cubicBezTo>
                      <a:pt x="73" y="13"/>
                      <a:pt x="73" y="13"/>
                      <a:pt x="73" y="13"/>
                    </a:cubicBezTo>
                    <a:cubicBezTo>
                      <a:pt x="73" y="15"/>
                      <a:pt x="73" y="16"/>
                      <a:pt x="72" y="16"/>
                    </a:cubicBezTo>
                    <a:cubicBezTo>
                      <a:pt x="71" y="17"/>
                      <a:pt x="71" y="18"/>
                      <a:pt x="70" y="18"/>
                    </a:cubicBezTo>
                    <a:cubicBezTo>
                      <a:pt x="68" y="18"/>
                      <a:pt x="67" y="18"/>
                      <a:pt x="66" y="18"/>
                    </a:cubicBezTo>
                    <a:cubicBezTo>
                      <a:pt x="66" y="17"/>
                      <a:pt x="65" y="17"/>
                      <a:pt x="65" y="15"/>
                    </a:cubicBezTo>
                    <a:cubicBezTo>
                      <a:pt x="62" y="5"/>
                      <a:pt x="62" y="5"/>
                      <a:pt x="62" y="5"/>
                    </a:cubicBezTo>
                    <a:cubicBezTo>
                      <a:pt x="62" y="5"/>
                      <a:pt x="62" y="4"/>
                      <a:pt x="62" y="4"/>
                    </a:cubicBezTo>
                    <a:cubicBezTo>
                      <a:pt x="62" y="4"/>
                      <a:pt x="62" y="4"/>
                      <a:pt x="61" y="4"/>
                    </a:cubicBezTo>
                    <a:cubicBezTo>
                      <a:pt x="61" y="4"/>
                      <a:pt x="61" y="4"/>
                      <a:pt x="61" y="4"/>
                    </a:cubicBezTo>
                    <a:cubicBezTo>
                      <a:pt x="61" y="4"/>
                      <a:pt x="61" y="4"/>
                      <a:pt x="61" y="4"/>
                    </a:cubicBezTo>
                    <a:cubicBezTo>
                      <a:pt x="65" y="3"/>
                      <a:pt x="65" y="3"/>
                      <a:pt x="65" y="3"/>
                    </a:cubicBezTo>
                    <a:cubicBezTo>
                      <a:pt x="65" y="4"/>
                      <a:pt x="65" y="4"/>
                      <a:pt x="65" y="4"/>
                    </a:cubicBezTo>
                    <a:cubicBezTo>
                      <a:pt x="64" y="4"/>
                      <a:pt x="64" y="4"/>
                      <a:pt x="64" y="4"/>
                    </a:cubicBezTo>
                    <a:cubicBezTo>
                      <a:pt x="64" y="4"/>
                      <a:pt x="64" y="4"/>
                      <a:pt x="64" y="4"/>
                    </a:cubicBezTo>
                    <a:cubicBezTo>
                      <a:pt x="64" y="4"/>
                      <a:pt x="64" y="4"/>
                      <a:pt x="64" y="5"/>
                    </a:cubicBezTo>
                    <a:cubicBezTo>
                      <a:pt x="66" y="15"/>
                      <a:pt x="66" y="15"/>
                      <a:pt x="66" y="15"/>
                    </a:cubicBezTo>
                    <a:cubicBezTo>
                      <a:pt x="66" y="16"/>
                      <a:pt x="67" y="17"/>
                      <a:pt x="67" y="17"/>
                    </a:cubicBezTo>
                    <a:cubicBezTo>
                      <a:pt x="68" y="18"/>
                      <a:pt x="69" y="18"/>
                      <a:pt x="70" y="17"/>
                    </a:cubicBezTo>
                    <a:close/>
                    <a:moveTo>
                      <a:pt x="84" y="12"/>
                    </a:moveTo>
                    <a:cubicBezTo>
                      <a:pt x="84" y="12"/>
                      <a:pt x="84" y="12"/>
                      <a:pt x="84" y="12"/>
                    </a:cubicBezTo>
                    <a:cubicBezTo>
                      <a:pt x="84" y="1"/>
                      <a:pt x="84" y="1"/>
                      <a:pt x="84" y="1"/>
                    </a:cubicBezTo>
                    <a:cubicBezTo>
                      <a:pt x="84" y="1"/>
                      <a:pt x="84" y="1"/>
                      <a:pt x="83" y="1"/>
                    </a:cubicBezTo>
                    <a:cubicBezTo>
                      <a:pt x="83" y="1"/>
                      <a:pt x="83" y="1"/>
                      <a:pt x="83" y="1"/>
                    </a:cubicBezTo>
                    <a:cubicBezTo>
                      <a:pt x="82" y="1"/>
                      <a:pt x="82" y="1"/>
                      <a:pt x="82" y="1"/>
                    </a:cubicBezTo>
                    <a:cubicBezTo>
                      <a:pt x="82" y="0"/>
                      <a:pt x="82" y="0"/>
                      <a:pt x="82" y="0"/>
                    </a:cubicBezTo>
                    <a:cubicBezTo>
                      <a:pt x="86" y="0"/>
                      <a:pt x="86" y="0"/>
                      <a:pt x="86" y="0"/>
                    </a:cubicBezTo>
                    <a:cubicBezTo>
                      <a:pt x="86" y="1"/>
                      <a:pt x="86" y="1"/>
                      <a:pt x="86" y="1"/>
                    </a:cubicBezTo>
                    <a:cubicBezTo>
                      <a:pt x="85" y="1"/>
                      <a:pt x="85" y="1"/>
                      <a:pt x="85" y="1"/>
                    </a:cubicBezTo>
                    <a:cubicBezTo>
                      <a:pt x="85" y="1"/>
                      <a:pt x="85" y="1"/>
                      <a:pt x="84" y="1"/>
                    </a:cubicBezTo>
                    <a:cubicBezTo>
                      <a:pt x="84" y="1"/>
                      <a:pt x="84" y="1"/>
                      <a:pt x="84" y="1"/>
                    </a:cubicBezTo>
                    <a:cubicBezTo>
                      <a:pt x="85" y="16"/>
                      <a:pt x="85" y="16"/>
                      <a:pt x="85" y="16"/>
                    </a:cubicBezTo>
                    <a:cubicBezTo>
                      <a:pt x="85" y="16"/>
                      <a:pt x="85" y="16"/>
                      <a:pt x="85" y="16"/>
                    </a:cubicBezTo>
                    <a:cubicBezTo>
                      <a:pt x="85" y="16"/>
                      <a:pt x="85" y="16"/>
                      <a:pt x="85" y="16"/>
                    </a:cubicBezTo>
                    <a:cubicBezTo>
                      <a:pt x="77" y="3"/>
                      <a:pt x="77" y="3"/>
                      <a:pt x="77" y="3"/>
                    </a:cubicBezTo>
                    <a:cubicBezTo>
                      <a:pt x="77" y="3"/>
                      <a:pt x="77" y="3"/>
                      <a:pt x="77" y="3"/>
                    </a:cubicBezTo>
                    <a:cubicBezTo>
                      <a:pt x="77" y="15"/>
                      <a:pt x="77" y="15"/>
                      <a:pt x="77" y="15"/>
                    </a:cubicBezTo>
                    <a:cubicBezTo>
                      <a:pt x="77" y="15"/>
                      <a:pt x="78" y="15"/>
                      <a:pt x="78" y="16"/>
                    </a:cubicBezTo>
                    <a:cubicBezTo>
                      <a:pt x="78" y="16"/>
                      <a:pt x="78" y="16"/>
                      <a:pt x="78" y="16"/>
                    </a:cubicBezTo>
                    <a:cubicBezTo>
                      <a:pt x="79" y="16"/>
                      <a:pt x="79" y="16"/>
                      <a:pt x="79" y="16"/>
                    </a:cubicBezTo>
                    <a:cubicBezTo>
                      <a:pt x="79" y="16"/>
                      <a:pt x="79" y="16"/>
                      <a:pt x="79" y="16"/>
                    </a:cubicBezTo>
                    <a:cubicBezTo>
                      <a:pt x="75" y="16"/>
                      <a:pt x="75" y="16"/>
                      <a:pt x="75" y="16"/>
                    </a:cubicBezTo>
                    <a:cubicBezTo>
                      <a:pt x="75" y="16"/>
                      <a:pt x="75" y="16"/>
                      <a:pt x="75" y="16"/>
                    </a:cubicBezTo>
                    <a:cubicBezTo>
                      <a:pt x="76" y="16"/>
                      <a:pt x="76" y="16"/>
                      <a:pt x="76" y="16"/>
                    </a:cubicBezTo>
                    <a:cubicBezTo>
                      <a:pt x="76" y="16"/>
                      <a:pt x="77" y="16"/>
                      <a:pt x="77" y="16"/>
                    </a:cubicBezTo>
                    <a:cubicBezTo>
                      <a:pt x="77" y="15"/>
                      <a:pt x="77" y="15"/>
                      <a:pt x="77" y="15"/>
                    </a:cubicBezTo>
                    <a:cubicBezTo>
                      <a:pt x="76" y="2"/>
                      <a:pt x="76" y="2"/>
                      <a:pt x="76" y="2"/>
                    </a:cubicBezTo>
                    <a:cubicBezTo>
                      <a:pt x="76" y="2"/>
                      <a:pt x="76" y="2"/>
                      <a:pt x="76" y="1"/>
                    </a:cubicBezTo>
                    <a:cubicBezTo>
                      <a:pt x="76" y="1"/>
                      <a:pt x="75" y="1"/>
                      <a:pt x="75" y="1"/>
                    </a:cubicBezTo>
                    <a:cubicBezTo>
                      <a:pt x="74" y="1"/>
                      <a:pt x="74" y="1"/>
                      <a:pt x="74" y="1"/>
                    </a:cubicBezTo>
                    <a:cubicBezTo>
                      <a:pt x="74" y="1"/>
                      <a:pt x="74" y="1"/>
                      <a:pt x="74" y="1"/>
                    </a:cubicBezTo>
                    <a:cubicBezTo>
                      <a:pt x="77" y="1"/>
                      <a:pt x="77" y="1"/>
                      <a:pt x="77" y="1"/>
                    </a:cubicBezTo>
                    <a:cubicBezTo>
                      <a:pt x="84" y="12"/>
                      <a:pt x="84" y="12"/>
                      <a:pt x="84" y="12"/>
                    </a:cubicBezTo>
                    <a:close/>
                    <a:moveTo>
                      <a:pt x="90" y="1"/>
                    </a:moveTo>
                    <a:cubicBezTo>
                      <a:pt x="90" y="0"/>
                      <a:pt x="90" y="0"/>
                      <a:pt x="90" y="0"/>
                    </a:cubicBezTo>
                    <a:cubicBezTo>
                      <a:pt x="98" y="1"/>
                      <a:pt x="98" y="1"/>
                      <a:pt x="98" y="1"/>
                    </a:cubicBezTo>
                    <a:cubicBezTo>
                      <a:pt x="98" y="1"/>
                      <a:pt x="98" y="1"/>
                      <a:pt x="98" y="1"/>
                    </a:cubicBezTo>
                    <a:cubicBezTo>
                      <a:pt x="96" y="1"/>
                      <a:pt x="96" y="1"/>
                      <a:pt x="96" y="1"/>
                    </a:cubicBezTo>
                    <a:cubicBezTo>
                      <a:pt x="95" y="1"/>
                      <a:pt x="95" y="1"/>
                      <a:pt x="95" y="1"/>
                    </a:cubicBezTo>
                    <a:cubicBezTo>
                      <a:pt x="95" y="1"/>
                      <a:pt x="95" y="1"/>
                      <a:pt x="95" y="2"/>
                    </a:cubicBezTo>
                    <a:cubicBezTo>
                      <a:pt x="94" y="15"/>
                      <a:pt x="94" y="15"/>
                      <a:pt x="94" y="15"/>
                    </a:cubicBezTo>
                    <a:cubicBezTo>
                      <a:pt x="94" y="15"/>
                      <a:pt x="94" y="15"/>
                      <a:pt x="94" y="15"/>
                    </a:cubicBezTo>
                    <a:cubicBezTo>
                      <a:pt x="94" y="15"/>
                      <a:pt x="94" y="15"/>
                      <a:pt x="95" y="15"/>
                    </a:cubicBezTo>
                    <a:cubicBezTo>
                      <a:pt x="97" y="16"/>
                      <a:pt x="97" y="16"/>
                      <a:pt x="97" y="16"/>
                    </a:cubicBezTo>
                    <a:cubicBezTo>
                      <a:pt x="97" y="16"/>
                      <a:pt x="97" y="16"/>
                      <a:pt x="97" y="16"/>
                    </a:cubicBezTo>
                    <a:cubicBezTo>
                      <a:pt x="89" y="16"/>
                      <a:pt x="89" y="16"/>
                      <a:pt x="89" y="16"/>
                    </a:cubicBezTo>
                    <a:cubicBezTo>
                      <a:pt x="89" y="15"/>
                      <a:pt x="89" y="15"/>
                      <a:pt x="89" y="15"/>
                    </a:cubicBezTo>
                    <a:cubicBezTo>
                      <a:pt x="91" y="15"/>
                      <a:pt x="91" y="15"/>
                      <a:pt x="91" y="15"/>
                    </a:cubicBezTo>
                    <a:cubicBezTo>
                      <a:pt x="92" y="15"/>
                      <a:pt x="92" y="15"/>
                      <a:pt x="92" y="15"/>
                    </a:cubicBezTo>
                    <a:cubicBezTo>
                      <a:pt x="92" y="15"/>
                      <a:pt x="92" y="15"/>
                      <a:pt x="92" y="15"/>
                    </a:cubicBezTo>
                    <a:cubicBezTo>
                      <a:pt x="93" y="2"/>
                      <a:pt x="93" y="2"/>
                      <a:pt x="93" y="2"/>
                    </a:cubicBezTo>
                    <a:cubicBezTo>
                      <a:pt x="93" y="1"/>
                      <a:pt x="93" y="1"/>
                      <a:pt x="93" y="1"/>
                    </a:cubicBezTo>
                    <a:cubicBezTo>
                      <a:pt x="93" y="1"/>
                      <a:pt x="93" y="1"/>
                      <a:pt x="92" y="1"/>
                    </a:cubicBezTo>
                    <a:cubicBezTo>
                      <a:pt x="90" y="1"/>
                      <a:pt x="90" y="1"/>
                      <a:pt x="90" y="1"/>
                    </a:cubicBezTo>
                    <a:close/>
                    <a:moveTo>
                      <a:pt x="109" y="3"/>
                    </a:moveTo>
                    <a:cubicBezTo>
                      <a:pt x="109" y="2"/>
                      <a:pt x="109" y="2"/>
                      <a:pt x="109" y="2"/>
                    </a:cubicBezTo>
                    <a:cubicBezTo>
                      <a:pt x="113" y="3"/>
                      <a:pt x="113" y="3"/>
                      <a:pt x="113" y="3"/>
                    </a:cubicBezTo>
                    <a:cubicBezTo>
                      <a:pt x="113" y="3"/>
                      <a:pt x="113" y="3"/>
                      <a:pt x="113" y="3"/>
                    </a:cubicBezTo>
                    <a:cubicBezTo>
                      <a:pt x="112" y="3"/>
                      <a:pt x="112" y="3"/>
                      <a:pt x="112" y="3"/>
                    </a:cubicBezTo>
                    <a:cubicBezTo>
                      <a:pt x="112" y="3"/>
                      <a:pt x="112" y="3"/>
                      <a:pt x="111" y="4"/>
                    </a:cubicBezTo>
                    <a:cubicBezTo>
                      <a:pt x="111" y="4"/>
                      <a:pt x="111" y="4"/>
                      <a:pt x="111" y="4"/>
                    </a:cubicBezTo>
                    <a:cubicBezTo>
                      <a:pt x="105" y="17"/>
                      <a:pt x="105" y="17"/>
                      <a:pt x="105" y="17"/>
                    </a:cubicBezTo>
                    <a:cubicBezTo>
                      <a:pt x="104" y="17"/>
                      <a:pt x="104" y="17"/>
                      <a:pt x="104" y="17"/>
                    </a:cubicBezTo>
                    <a:cubicBezTo>
                      <a:pt x="103" y="3"/>
                      <a:pt x="103" y="3"/>
                      <a:pt x="103" y="3"/>
                    </a:cubicBezTo>
                    <a:cubicBezTo>
                      <a:pt x="103" y="3"/>
                      <a:pt x="103" y="2"/>
                      <a:pt x="103" y="2"/>
                    </a:cubicBezTo>
                    <a:cubicBezTo>
                      <a:pt x="103" y="2"/>
                      <a:pt x="103" y="2"/>
                      <a:pt x="102" y="2"/>
                    </a:cubicBezTo>
                    <a:cubicBezTo>
                      <a:pt x="102" y="2"/>
                      <a:pt x="102" y="2"/>
                      <a:pt x="102" y="2"/>
                    </a:cubicBezTo>
                    <a:cubicBezTo>
                      <a:pt x="102" y="1"/>
                      <a:pt x="102" y="1"/>
                      <a:pt x="102" y="1"/>
                    </a:cubicBezTo>
                    <a:cubicBezTo>
                      <a:pt x="106" y="2"/>
                      <a:pt x="106" y="2"/>
                      <a:pt x="106" y="2"/>
                    </a:cubicBezTo>
                    <a:cubicBezTo>
                      <a:pt x="106" y="2"/>
                      <a:pt x="106" y="2"/>
                      <a:pt x="106" y="2"/>
                    </a:cubicBezTo>
                    <a:cubicBezTo>
                      <a:pt x="105" y="2"/>
                      <a:pt x="105" y="2"/>
                      <a:pt x="105" y="2"/>
                    </a:cubicBezTo>
                    <a:cubicBezTo>
                      <a:pt x="105" y="2"/>
                      <a:pt x="105" y="2"/>
                      <a:pt x="105" y="2"/>
                    </a:cubicBezTo>
                    <a:cubicBezTo>
                      <a:pt x="105" y="3"/>
                      <a:pt x="105" y="3"/>
                      <a:pt x="105" y="3"/>
                    </a:cubicBezTo>
                    <a:cubicBezTo>
                      <a:pt x="105" y="14"/>
                      <a:pt x="105" y="14"/>
                      <a:pt x="105" y="14"/>
                    </a:cubicBezTo>
                    <a:cubicBezTo>
                      <a:pt x="106" y="14"/>
                      <a:pt x="106" y="14"/>
                      <a:pt x="106" y="14"/>
                    </a:cubicBezTo>
                    <a:cubicBezTo>
                      <a:pt x="110" y="4"/>
                      <a:pt x="110" y="4"/>
                      <a:pt x="110" y="4"/>
                    </a:cubicBezTo>
                    <a:cubicBezTo>
                      <a:pt x="110" y="4"/>
                      <a:pt x="110" y="4"/>
                      <a:pt x="110" y="3"/>
                    </a:cubicBezTo>
                    <a:cubicBezTo>
                      <a:pt x="110" y="3"/>
                      <a:pt x="110" y="3"/>
                      <a:pt x="110" y="3"/>
                    </a:cubicBezTo>
                    <a:cubicBezTo>
                      <a:pt x="109" y="3"/>
                      <a:pt x="109" y="3"/>
                      <a:pt x="109" y="3"/>
                    </a:cubicBezTo>
                    <a:close/>
                    <a:moveTo>
                      <a:pt x="116" y="5"/>
                    </a:moveTo>
                    <a:cubicBezTo>
                      <a:pt x="116" y="5"/>
                      <a:pt x="116" y="5"/>
                      <a:pt x="116" y="5"/>
                    </a:cubicBezTo>
                    <a:cubicBezTo>
                      <a:pt x="117" y="5"/>
                      <a:pt x="117" y="5"/>
                      <a:pt x="117" y="5"/>
                    </a:cubicBezTo>
                    <a:cubicBezTo>
                      <a:pt x="117" y="5"/>
                      <a:pt x="117" y="6"/>
                      <a:pt x="117" y="6"/>
                    </a:cubicBezTo>
                    <a:cubicBezTo>
                      <a:pt x="113" y="18"/>
                      <a:pt x="113" y="18"/>
                      <a:pt x="113" y="18"/>
                    </a:cubicBezTo>
                    <a:cubicBezTo>
                      <a:pt x="113" y="18"/>
                      <a:pt x="113" y="19"/>
                      <a:pt x="113" y="19"/>
                    </a:cubicBezTo>
                    <a:cubicBezTo>
                      <a:pt x="112" y="19"/>
                      <a:pt x="112" y="19"/>
                      <a:pt x="112" y="19"/>
                    </a:cubicBezTo>
                    <a:cubicBezTo>
                      <a:pt x="111" y="18"/>
                      <a:pt x="111" y="18"/>
                      <a:pt x="111" y="18"/>
                    </a:cubicBezTo>
                    <a:cubicBezTo>
                      <a:pt x="111" y="19"/>
                      <a:pt x="111" y="19"/>
                      <a:pt x="111" y="19"/>
                    </a:cubicBezTo>
                    <a:cubicBezTo>
                      <a:pt x="120" y="22"/>
                      <a:pt x="120" y="22"/>
                      <a:pt x="120" y="22"/>
                    </a:cubicBezTo>
                    <a:cubicBezTo>
                      <a:pt x="122" y="19"/>
                      <a:pt x="122" y="19"/>
                      <a:pt x="122" y="19"/>
                    </a:cubicBezTo>
                    <a:cubicBezTo>
                      <a:pt x="122" y="18"/>
                      <a:pt x="122" y="18"/>
                      <a:pt x="122" y="18"/>
                    </a:cubicBezTo>
                    <a:cubicBezTo>
                      <a:pt x="121" y="19"/>
                      <a:pt x="120" y="20"/>
                      <a:pt x="120" y="20"/>
                    </a:cubicBezTo>
                    <a:cubicBezTo>
                      <a:pt x="119" y="21"/>
                      <a:pt x="118" y="21"/>
                      <a:pt x="117" y="20"/>
                    </a:cubicBezTo>
                    <a:cubicBezTo>
                      <a:pt x="115" y="20"/>
                      <a:pt x="115" y="20"/>
                      <a:pt x="115" y="20"/>
                    </a:cubicBezTo>
                    <a:cubicBezTo>
                      <a:pt x="115" y="20"/>
                      <a:pt x="114" y="19"/>
                      <a:pt x="114" y="19"/>
                    </a:cubicBezTo>
                    <a:cubicBezTo>
                      <a:pt x="114" y="19"/>
                      <a:pt x="114" y="19"/>
                      <a:pt x="114" y="19"/>
                    </a:cubicBezTo>
                    <a:cubicBezTo>
                      <a:pt x="116" y="12"/>
                      <a:pt x="116" y="12"/>
                      <a:pt x="116" y="12"/>
                    </a:cubicBezTo>
                    <a:cubicBezTo>
                      <a:pt x="119" y="13"/>
                      <a:pt x="119" y="13"/>
                      <a:pt x="119" y="13"/>
                    </a:cubicBezTo>
                    <a:cubicBezTo>
                      <a:pt x="120" y="13"/>
                      <a:pt x="120" y="13"/>
                      <a:pt x="120" y="14"/>
                    </a:cubicBezTo>
                    <a:cubicBezTo>
                      <a:pt x="120" y="14"/>
                      <a:pt x="120" y="15"/>
                      <a:pt x="120" y="15"/>
                    </a:cubicBezTo>
                    <a:cubicBezTo>
                      <a:pt x="120" y="16"/>
                      <a:pt x="120" y="16"/>
                      <a:pt x="120" y="16"/>
                    </a:cubicBezTo>
                    <a:cubicBezTo>
                      <a:pt x="120" y="16"/>
                      <a:pt x="120" y="16"/>
                      <a:pt x="120" y="16"/>
                    </a:cubicBezTo>
                    <a:cubicBezTo>
                      <a:pt x="122" y="11"/>
                      <a:pt x="122" y="11"/>
                      <a:pt x="122" y="11"/>
                    </a:cubicBezTo>
                    <a:cubicBezTo>
                      <a:pt x="122" y="11"/>
                      <a:pt x="122" y="11"/>
                      <a:pt x="122" y="11"/>
                    </a:cubicBezTo>
                    <a:cubicBezTo>
                      <a:pt x="121" y="11"/>
                      <a:pt x="121" y="11"/>
                      <a:pt x="121" y="11"/>
                    </a:cubicBezTo>
                    <a:cubicBezTo>
                      <a:pt x="121" y="12"/>
                      <a:pt x="121" y="12"/>
                      <a:pt x="121" y="12"/>
                    </a:cubicBezTo>
                    <a:cubicBezTo>
                      <a:pt x="120" y="13"/>
                      <a:pt x="120" y="13"/>
                      <a:pt x="119" y="12"/>
                    </a:cubicBezTo>
                    <a:cubicBezTo>
                      <a:pt x="117" y="12"/>
                      <a:pt x="117" y="12"/>
                      <a:pt x="117" y="12"/>
                    </a:cubicBezTo>
                    <a:cubicBezTo>
                      <a:pt x="118" y="6"/>
                      <a:pt x="118" y="6"/>
                      <a:pt x="118" y="6"/>
                    </a:cubicBezTo>
                    <a:cubicBezTo>
                      <a:pt x="118" y="6"/>
                      <a:pt x="119" y="6"/>
                      <a:pt x="119" y="6"/>
                    </a:cubicBezTo>
                    <a:cubicBezTo>
                      <a:pt x="119" y="6"/>
                      <a:pt x="119" y="6"/>
                      <a:pt x="119" y="6"/>
                    </a:cubicBezTo>
                    <a:cubicBezTo>
                      <a:pt x="122" y="7"/>
                      <a:pt x="122" y="7"/>
                      <a:pt x="122" y="7"/>
                    </a:cubicBezTo>
                    <a:cubicBezTo>
                      <a:pt x="122" y="7"/>
                      <a:pt x="123" y="7"/>
                      <a:pt x="123" y="8"/>
                    </a:cubicBezTo>
                    <a:cubicBezTo>
                      <a:pt x="124" y="8"/>
                      <a:pt x="124" y="9"/>
                      <a:pt x="124" y="10"/>
                    </a:cubicBezTo>
                    <a:cubicBezTo>
                      <a:pt x="125" y="10"/>
                      <a:pt x="125" y="10"/>
                      <a:pt x="125" y="10"/>
                    </a:cubicBezTo>
                    <a:cubicBezTo>
                      <a:pt x="125" y="7"/>
                      <a:pt x="125" y="7"/>
                      <a:pt x="125" y="7"/>
                    </a:cubicBezTo>
                    <a:cubicBezTo>
                      <a:pt x="116" y="4"/>
                      <a:pt x="116" y="4"/>
                      <a:pt x="116" y="4"/>
                    </a:cubicBezTo>
                    <a:cubicBezTo>
                      <a:pt x="116" y="5"/>
                      <a:pt x="116" y="5"/>
                      <a:pt x="116" y="5"/>
                    </a:cubicBezTo>
                    <a:close/>
                    <a:moveTo>
                      <a:pt x="136" y="17"/>
                    </a:moveTo>
                    <a:cubicBezTo>
                      <a:pt x="136" y="18"/>
                      <a:pt x="135" y="19"/>
                      <a:pt x="134" y="19"/>
                    </a:cubicBezTo>
                    <a:cubicBezTo>
                      <a:pt x="133" y="19"/>
                      <a:pt x="133" y="19"/>
                      <a:pt x="132" y="19"/>
                    </a:cubicBezTo>
                    <a:cubicBezTo>
                      <a:pt x="131" y="26"/>
                      <a:pt x="131" y="26"/>
                      <a:pt x="131" y="26"/>
                    </a:cubicBezTo>
                    <a:cubicBezTo>
                      <a:pt x="131" y="26"/>
                      <a:pt x="131" y="27"/>
                      <a:pt x="131" y="27"/>
                    </a:cubicBezTo>
                    <a:cubicBezTo>
                      <a:pt x="131" y="27"/>
                      <a:pt x="131" y="27"/>
                      <a:pt x="132" y="27"/>
                    </a:cubicBezTo>
                    <a:cubicBezTo>
                      <a:pt x="132" y="27"/>
                      <a:pt x="132" y="27"/>
                      <a:pt x="132" y="27"/>
                    </a:cubicBezTo>
                    <a:cubicBezTo>
                      <a:pt x="132" y="28"/>
                      <a:pt x="132" y="28"/>
                      <a:pt x="132" y="28"/>
                    </a:cubicBezTo>
                    <a:cubicBezTo>
                      <a:pt x="130" y="27"/>
                      <a:pt x="130" y="27"/>
                      <a:pt x="130" y="27"/>
                    </a:cubicBezTo>
                    <a:cubicBezTo>
                      <a:pt x="130" y="18"/>
                      <a:pt x="130" y="18"/>
                      <a:pt x="130" y="18"/>
                    </a:cubicBezTo>
                    <a:cubicBezTo>
                      <a:pt x="129" y="17"/>
                      <a:pt x="129" y="17"/>
                      <a:pt x="129" y="17"/>
                    </a:cubicBezTo>
                    <a:cubicBezTo>
                      <a:pt x="126" y="23"/>
                      <a:pt x="126" y="23"/>
                      <a:pt x="126" y="23"/>
                    </a:cubicBezTo>
                    <a:cubicBezTo>
                      <a:pt x="125" y="24"/>
                      <a:pt x="125" y="24"/>
                      <a:pt x="126" y="24"/>
                    </a:cubicBezTo>
                    <a:cubicBezTo>
                      <a:pt x="126" y="24"/>
                      <a:pt x="126" y="24"/>
                      <a:pt x="126" y="24"/>
                    </a:cubicBezTo>
                    <a:cubicBezTo>
                      <a:pt x="126" y="25"/>
                      <a:pt x="126" y="25"/>
                      <a:pt x="126" y="25"/>
                    </a:cubicBezTo>
                    <a:cubicBezTo>
                      <a:pt x="126" y="25"/>
                      <a:pt x="126" y="25"/>
                      <a:pt x="126" y="25"/>
                    </a:cubicBezTo>
                    <a:cubicBezTo>
                      <a:pt x="122" y="23"/>
                      <a:pt x="122" y="23"/>
                      <a:pt x="122" y="23"/>
                    </a:cubicBezTo>
                    <a:cubicBezTo>
                      <a:pt x="123" y="23"/>
                      <a:pt x="123" y="23"/>
                      <a:pt x="123" y="23"/>
                    </a:cubicBezTo>
                    <a:cubicBezTo>
                      <a:pt x="123" y="23"/>
                      <a:pt x="123" y="23"/>
                      <a:pt x="123" y="23"/>
                    </a:cubicBezTo>
                    <a:cubicBezTo>
                      <a:pt x="123" y="23"/>
                      <a:pt x="124" y="23"/>
                      <a:pt x="124" y="23"/>
                    </a:cubicBezTo>
                    <a:cubicBezTo>
                      <a:pt x="124" y="23"/>
                      <a:pt x="124" y="23"/>
                      <a:pt x="124" y="23"/>
                    </a:cubicBezTo>
                    <a:cubicBezTo>
                      <a:pt x="130" y="11"/>
                      <a:pt x="130" y="11"/>
                      <a:pt x="130" y="11"/>
                    </a:cubicBezTo>
                    <a:cubicBezTo>
                      <a:pt x="130" y="11"/>
                      <a:pt x="130" y="11"/>
                      <a:pt x="130" y="10"/>
                    </a:cubicBezTo>
                    <a:cubicBezTo>
                      <a:pt x="130" y="10"/>
                      <a:pt x="130" y="10"/>
                      <a:pt x="130" y="10"/>
                    </a:cubicBezTo>
                    <a:cubicBezTo>
                      <a:pt x="129" y="10"/>
                      <a:pt x="129" y="10"/>
                      <a:pt x="129" y="10"/>
                    </a:cubicBezTo>
                    <a:cubicBezTo>
                      <a:pt x="130" y="9"/>
                      <a:pt x="130" y="9"/>
                      <a:pt x="130" y="9"/>
                    </a:cubicBezTo>
                    <a:cubicBezTo>
                      <a:pt x="134" y="12"/>
                      <a:pt x="134" y="12"/>
                      <a:pt x="134" y="12"/>
                    </a:cubicBezTo>
                    <a:cubicBezTo>
                      <a:pt x="135" y="12"/>
                      <a:pt x="136" y="13"/>
                      <a:pt x="137" y="14"/>
                    </a:cubicBezTo>
                    <a:cubicBezTo>
                      <a:pt x="137" y="15"/>
                      <a:pt x="137" y="16"/>
                      <a:pt x="136" y="17"/>
                    </a:cubicBezTo>
                    <a:close/>
                    <a:moveTo>
                      <a:pt x="129" y="17"/>
                    </a:moveTo>
                    <a:cubicBezTo>
                      <a:pt x="131" y="18"/>
                      <a:pt x="131" y="18"/>
                      <a:pt x="131" y="18"/>
                    </a:cubicBezTo>
                    <a:cubicBezTo>
                      <a:pt x="131" y="18"/>
                      <a:pt x="132" y="18"/>
                      <a:pt x="133" y="18"/>
                    </a:cubicBezTo>
                    <a:cubicBezTo>
                      <a:pt x="134" y="18"/>
                      <a:pt x="134" y="17"/>
                      <a:pt x="135" y="16"/>
                    </a:cubicBezTo>
                    <a:cubicBezTo>
                      <a:pt x="135" y="15"/>
                      <a:pt x="136" y="15"/>
                      <a:pt x="135" y="14"/>
                    </a:cubicBezTo>
                    <a:cubicBezTo>
                      <a:pt x="135" y="13"/>
                      <a:pt x="135" y="12"/>
                      <a:pt x="133" y="12"/>
                    </a:cubicBezTo>
                    <a:cubicBezTo>
                      <a:pt x="133" y="11"/>
                      <a:pt x="133" y="11"/>
                      <a:pt x="133" y="11"/>
                    </a:cubicBezTo>
                    <a:cubicBezTo>
                      <a:pt x="132" y="11"/>
                      <a:pt x="132" y="11"/>
                      <a:pt x="132" y="11"/>
                    </a:cubicBezTo>
                    <a:cubicBezTo>
                      <a:pt x="132" y="11"/>
                      <a:pt x="132" y="11"/>
                      <a:pt x="132" y="12"/>
                    </a:cubicBezTo>
                    <a:cubicBezTo>
                      <a:pt x="129" y="17"/>
                      <a:pt x="129" y="17"/>
                      <a:pt x="129" y="17"/>
                    </a:cubicBezTo>
                    <a:close/>
                    <a:moveTo>
                      <a:pt x="141" y="25"/>
                    </a:moveTo>
                    <a:cubicBezTo>
                      <a:pt x="142" y="27"/>
                      <a:pt x="142" y="28"/>
                      <a:pt x="142" y="28"/>
                    </a:cubicBezTo>
                    <a:cubicBezTo>
                      <a:pt x="142" y="29"/>
                      <a:pt x="142" y="30"/>
                      <a:pt x="142" y="30"/>
                    </a:cubicBezTo>
                    <a:cubicBezTo>
                      <a:pt x="141" y="31"/>
                      <a:pt x="141" y="32"/>
                      <a:pt x="140" y="32"/>
                    </a:cubicBezTo>
                    <a:cubicBezTo>
                      <a:pt x="139" y="32"/>
                      <a:pt x="138" y="32"/>
                      <a:pt x="137" y="32"/>
                    </a:cubicBezTo>
                    <a:cubicBezTo>
                      <a:pt x="137" y="31"/>
                      <a:pt x="136" y="30"/>
                      <a:pt x="136" y="29"/>
                    </a:cubicBezTo>
                    <a:cubicBezTo>
                      <a:pt x="135" y="28"/>
                      <a:pt x="136" y="27"/>
                      <a:pt x="136" y="26"/>
                    </a:cubicBezTo>
                    <a:cubicBezTo>
                      <a:pt x="136" y="26"/>
                      <a:pt x="136" y="26"/>
                      <a:pt x="136" y="26"/>
                    </a:cubicBezTo>
                    <a:cubicBezTo>
                      <a:pt x="134" y="30"/>
                      <a:pt x="134" y="30"/>
                      <a:pt x="134" y="30"/>
                    </a:cubicBezTo>
                    <a:cubicBezTo>
                      <a:pt x="134" y="30"/>
                      <a:pt x="134" y="30"/>
                      <a:pt x="134" y="30"/>
                    </a:cubicBezTo>
                    <a:cubicBezTo>
                      <a:pt x="135" y="30"/>
                      <a:pt x="135" y="30"/>
                      <a:pt x="135" y="30"/>
                    </a:cubicBezTo>
                    <a:cubicBezTo>
                      <a:pt x="135" y="30"/>
                      <a:pt x="135" y="30"/>
                      <a:pt x="136" y="31"/>
                    </a:cubicBezTo>
                    <a:cubicBezTo>
                      <a:pt x="136" y="31"/>
                      <a:pt x="136" y="32"/>
                      <a:pt x="137" y="32"/>
                    </a:cubicBezTo>
                    <a:cubicBezTo>
                      <a:pt x="138" y="33"/>
                      <a:pt x="139" y="33"/>
                      <a:pt x="140" y="33"/>
                    </a:cubicBezTo>
                    <a:cubicBezTo>
                      <a:pt x="142" y="33"/>
                      <a:pt x="142" y="32"/>
                      <a:pt x="143" y="31"/>
                    </a:cubicBezTo>
                    <a:cubicBezTo>
                      <a:pt x="144" y="30"/>
                      <a:pt x="144" y="29"/>
                      <a:pt x="144" y="28"/>
                    </a:cubicBezTo>
                    <a:cubicBezTo>
                      <a:pt x="144" y="27"/>
                      <a:pt x="143" y="26"/>
                      <a:pt x="142" y="25"/>
                    </a:cubicBezTo>
                    <a:cubicBezTo>
                      <a:pt x="141" y="23"/>
                      <a:pt x="141" y="22"/>
                      <a:pt x="141" y="22"/>
                    </a:cubicBezTo>
                    <a:cubicBezTo>
                      <a:pt x="141" y="21"/>
                      <a:pt x="141" y="20"/>
                      <a:pt x="141" y="20"/>
                    </a:cubicBezTo>
                    <a:cubicBezTo>
                      <a:pt x="142" y="19"/>
                      <a:pt x="142" y="19"/>
                      <a:pt x="143" y="19"/>
                    </a:cubicBezTo>
                    <a:cubicBezTo>
                      <a:pt x="144" y="18"/>
                      <a:pt x="144" y="18"/>
                      <a:pt x="145" y="19"/>
                    </a:cubicBezTo>
                    <a:cubicBezTo>
                      <a:pt x="146" y="20"/>
                      <a:pt x="147" y="20"/>
                      <a:pt x="147" y="21"/>
                    </a:cubicBezTo>
                    <a:cubicBezTo>
                      <a:pt x="147" y="22"/>
                      <a:pt x="147" y="23"/>
                      <a:pt x="147" y="24"/>
                    </a:cubicBezTo>
                    <a:cubicBezTo>
                      <a:pt x="147" y="24"/>
                      <a:pt x="147" y="24"/>
                      <a:pt x="147" y="24"/>
                    </a:cubicBezTo>
                    <a:cubicBezTo>
                      <a:pt x="149" y="21"/>
                      <a:pt x="149" y="21"/>
                      <a:pt x="149" y="21"/>
                    </a:cubicBezTo>
                    <a:cubicBezTo>
                      <a:pt x="149" y="21"/>
                      <a:pt x="149" y="21"/>
                      <a:pt x="148" y="21"/>
                    </a:cubicBezTo>
                    <a:cubicBezTo>
                      <a:pt x="148" y="21"/>
                      <a:pt x="148" y="21"/>
                      <a:pt x="148" y="21"/>
                    </a:cubicBezTo>
                    <a:cubicBezTo>
                      <a:pt x="148" y="21"/>
                      <a:pt x="147" y="20"/>
                      <a:pt x="147" y="20"/>
                    </a:cubicBezTo>
                    <a:cubicBezTo>
                      <a:pt x="147" y="19"/>
                      <a:pt x="146" y="19"/>
                      <a:pt x="146" y="19"/>
                    </a:cubicBezTo>
                    <a:cubicBezTo>
                      <a:pt x="145" y="18"/>
                      <a:pt x="144" y="18"/>
                      <a:pt x="143" y="18"/>
                    </a:cubicBezTo>
                    <a:cubicBezTo>
                      <a:pt x="141" y="18"/>
                      <a:pt x="141" y="19"/>
                      <a:pt x="140" y="19"/>
                    </a:cubicBezTo>
                    <a:cubicBezTo>
                      <a:pt x="139" y="20"/>
                      <a:pt x="139" y="21"/>
                      <a:pt x="139" y="22"/>
                    </a:cubicBezTo>
                    <a:cubicBezTo>
                      <a:pt x="140" y="23"/>
                      <a:pt x="140" y="24"/>
                      <a:pt x="141" y="25"/>
                    </a:cubicBezTo>
                    <a:close/>
                    <a:moveTo>
                      <a:pt x="154" y="26"/>
                    </a:moveTo>
                    <a:cubicBezTo>
                      <a:pt x="154" y="26"/>
                      <a:pt x="154" y="26"/>
                      <a:pt x="154" y="26"/>
                    </a:cubicBezTo>
                    <a:cubicBezTo>
                      <a:pt x="159" y="31"/>
                      <a:pt x="159" y="31"/>
                      <a:pt x="159" y="31"/>
                    </a:cubicBezTo>
                    <a:cubicBezTo>
                      <a:pt x="159" y="31"/>
                      <a:pt x="159" y="31"/>
                      <a:pt x="159" y="31"/>
                    </a:cubicBezTo>
                    <a:cubicBezTo>
                      <a:pt x="158" y="30"/>
                      <a:pt x="158" y="30"/>
                      <a:pt x="158" y="30"/>
                    </a:cubicBezTo>
                    <a:cubicBezTo>
                      <a:pt x="157" y="29"/>
                      <a:pt x="157" y="29"/>
                      <a:pt x="157" y="29"/>
                    </a:cubicBezTo>
                    <a:cubicBezTo>
                      <a:pt x="157" y="29"/>
                      <a:pt x="157" y="29"/>
                      <a:pt x="156" y="30"/>
                    </a:cubicBezTo>
                    <a:cubicBezTo>
                      <a:pt x="147" y="39"/>
                      <a:pt x="147" y="39"/>
                      <a:pt x="147" y="39"/>
                    </a:cubicBezTo>
                    <a:cubicBezTo>
                      <a:pt x="147" y="39"/>
                      <a:pt x="147" y="39"/>
                      <a:pt x="147" y="40"/>
                    </a:cubicBezTo>
                    <a:cubicBezTo>
                      <a:pt x="147" y="40"/>
                      <a:pt x="147" y="40"/>
                      <a:pt x="148" y="40"/>
                    </a:cubicBezTo>
                    <a:cubicBezTo>
                      <a:pt x="149" y="42"/>
                      <a:pt x="149" y="42"/>
                      <a:pt x="149" y="42"/>
                    </a:cubicBezTo>
                    <a:cubicBezTo>
                      <a:pt x="149" y="42"/>
                      <a:pt x="149" y="42"/>
                      <a:pt x="149" y="42"/>
                    </a:cubicBezTo>
                    <a:cubicBezTo>
                      <a:pt x="143" y="37"/>
                      <a:pt x="143" y="37"/>
                      <a:pt x="143" y="37"/>
                    </a:cubicBezTo>
                    <a:cubicBezTo>
                      <a:pt x="144" y="37"/>
                      <a:pt x="144" y="37"/>
                      <a:pt x="144" y="37"/>
                    </a:cubicBezTo>
                    <a:cubicBezTo>
                      <a:pt x="145" y="38"/>
                      <a:pt x="145" y="38"/>
                      <a:pt x="145" y="38"/>
                    </a:cubicBezTo>
                    <a:cubicBezTo>
                      <a:pt x="146" y="38"/>
                      <a:pt x="146" y="38"/>
                      <a:pt x="146" y="38"/>
                    </a:cubicBezTo>
                    <a:cubicBezTo>
                      <a:pt x="146" y="38"/>
                      <a:pt x="146" y="38"/>
                      <a:pt x="146" y="38"/>
                    </a:cubicBezTo>
                    <a:cubicBezTo>
                      <a:pt x="155" y="29"/>
                      <a:pt x="155" y="29"/>
                      <a:pt x="155" y="29"/>
                    </a:cubicBezTo>
                    <a:cubicBezTo>
                      <a:pt x="155" y="28"/>
                      <a:pt x="156" y="28"/>
                      <a:pt x="156" y="28"/>
                    </a:cubicBezTo>
                    <a:cubicBezTo>
                      <a:pt x="156" y="28"/>
                      <a:pt x="155" y="28"/>
                      <a:pt x="155" y="27"/>
                    </a:cubicBezTo>
                    <a:cubicBezTo>
                      <a:pt x="154" y="26"/>
                      <a:pt x="154" y="26"/>
                      <a:pt x="154" y="26"/>
                    </a:cubicBezTo>
                    <a:close/>
                    <a:moveTo>
                      <a:pt x="155" y="50"/>
                    </a:moveTo>
                    <a:cubicBezTo>
                      <a:pt x="156" y="50"/>
                      <a:pt x="156" y="50"/>
                      <a:pt x="156" y="50"/>
                    </a:cubicBezTo>
                    <a:cubicBezTo>
                      <a:pt x="155" y="49"/>
                      <a:pt x="155" y="49"/>
                      <a:pt x="155" y="49"/>
                    </a:cubicBezTo>
                    <a:cubicBezTo>
                      <a:pt x="155" y="49"/>
                      <a:pt x="155" y="49"/>
                      <a:pt x="155" y="49"/>
                    </a:cubicBezTo>
                    <a:cubicBezTo>
                      <a:pt x="155" y="49"/>
                      <a:pt x="155" y="48"/>
                      <a:pt x="155" y="48"/>
                    </a:cubicBezTo>
                    <a:cubicBezTo>
                      <a:pt x="165" y="40"/>
                      <a:pt x="165" y="40"/>
                      <a:pt x="165" y="40"/>
                    </a:cubicBezTo>
                    <a:cubicBezTo>
                      <a:pt x="166" y="40"/>
                      <a:pt x="166" y="40"/>
                      <a:pt x="166" y="40"/>
                    </a:cubicBezTo>
                    <a:cubicBezTo>
                      <a:pt x="166" y="40"/>
                      <a:pt x="166" y="40"/>
                      <a:pt x="167" y="40"/>
                    </a:cubicBezTo>
                    <a:cubicBezTo>
                      <a:pt x="167" y="41"/>
                      <a:pt x="167" y="42"/>
                      <a:pt x="167" y="42"/>
                    </a:cubicBezTo>
                    <a:cubicBezTo>
                      <a:pt x="167" y="43"/>
                      <a:pt x="167" y="43"/>
                      <a:pt x="166" y="45"/>
                    </a:cubicBezTo>
                    <a:cubicBezTo>
                      <a:pt x="166" y="45"/>
                      <a:pt x="166" y="45"/>
                      <a:pt x="166" y="45"/>
                    </a:cubicBezTo>
                    <a:cubicBezTo>
                      <a:pt x="169" y="42"/>
                      <a:pt x="169" y="42"/>
                      <a:pt x="169" y="42"/>
                    </a:cubicBezTo>
                    <a:cubicBezTo>
                      <a:pt x="163" y="35"/>
                      <a:pt x="163" y="35"/>
                      <a:pt x="163" y="35"/>
                    </a:cubicBezTo>
                    <a:cubicBezTo>
                      <a:pt x="160" y="37"/>
                      <a:pt x="160" y="37"/>
                      <a:pt x="160" y="37"/>
                    </a:cubicBezTo>
                    <a:cubicBezTo>
                      <a:pt x="160" y="37"/>
                      <a:pt x="160" y="37"/>
                      <a:pt x="160" y="37"/>
                    </a:cubicBezTo>
                    <a:cubicBezTo>
                      <a:pt x="162" y="37"/>
                      <a:pt x="163" y="37"/>
                      <a:pt x="163" y="37"/>
                    </a:cubicBezTo>
                    <a:cubicBezTo>
                      <a:pt x="163" y="37"/>
                      <a:pt x="164" y="37"/>
                      <a:pt x="164" y="38"/>
                    </a:cubicBezTo>
                    <a:cubicBezTo>
                      <a:pt x="165" y="38"/>
                      <a:pt x="165" y="38"/>
                      <a:pt x="165" y="38"/>
                    </a:cubicBezTo>
                    <a:cubicBezTo>
                      <a:pt x="165" y="39"/>
                      <a:pt x="165" y="39"/>
                      <a:pt x="164" y="39"/>
                    </a:cubicBezTo>
                    <a:cubicBezTo>
                      <a:pt x="154" y="47"/>
                      <a:pt x="154" y="47"/>
                      <a:pt x="154" y="47"/>
                    </a:cubicBezTo>
                    <a:cubicBezTo>
                      <a:pt x="154" y="47"/>
                      <a:pt x="154" y="47"/>
                      <a:pt x="154" y="47"/>
                    </a:cubicBezTo>
                    <a:cubicBezTo>
                      <a:pt x="154" y="47"/>
                      <a:pt x="153" y="47"/>
                      <a:pt x="153" y="47"/>
                    </a:cubicBezTo>
                    <a:cubicBezTo>
                      <a:pt x="153" y="46"/>
                      <a:pt x="153" y="46"/>
                      <a:pt x="153" y="46"/>
                    </a:cubicBezTo>
                    <a:cubicBezTo>
                      <a:pt x="152" y="47"/>
                      <a:pt x="152" y="47"/>
                      <a:pt x="152" y="47"/>
                    </a:cubicBezTo>
                    <a:cubicBezTo>
                      <a:pt x="155" y="50"/>
                      <a:pt x="155" y="50"/>
                      <a:pt x="155" y="50"/>
                    </a:cubicBezTo>
                    <a:close/>
                    <a:moveTo>
                      <a:pt x="174" y="54"/>
                    </a:moveTo>
                    <a:cubicBezTo>
                      <a:pt x="174" y="54"/>
                      <a:pt x="175" y="54"/>
                      <a:pt x="175" y="53"/>
                    </a:cubicBezTo>
                    <a:cubicBezTo>
                      <a:pt x="175" y="53"/>
                      <a:pt x="175" y="53"/>
                      <a:pt x="174" y="53"/>
                    </a:cubicBezTo>
                    <a:cubicBezTo>
                      <a:pt x="174" y="52"/>
                      <a:pt x="174" y="52"/>
                      <a:pt x="174" y="52"/>
                    </a:cubicBezTo>
                    <a:cubicBezTo>
                      <a:pt x="175" y="52"/>
                      <a:pt x="175" y="52"/>
                      <a:pt x="175" y="52"/>
                    </a:cubicBezTo>
                    <a:cubicBezTo>
                      <a:pt x="177" y="55"/>
                      <a:pt x="177" y="55"/>
                      <a:pt x="177" y="55"/>
                    </a:cubicBezTo>
                    <a:cubicBezTo>
                      <a:pt x="176" y="55"/>
                      <a:pt x="176" y="55"/>
                      <a:pt x="176" y="55"/>
                    </a:cubicBezTo>
                    <a:cubicBezTo>
                      <a:pt x="176" y="55"/>
                      <a:pt x="176" y="55"/>
                      <a:pt x="176" y="55"/>
                    </a:cubicBezTo>
                    <a:cubicBezTo>
                      <a:pt x="176" y="55"/>
                      <a:pt x="176" y="55"/>
                      <a:pt x="175" y="55"/>
                    </a:cubicBezTo>
                    <a:cubicBezTo>
                      <a:pt x="175" y="55"/>
                      <a:pt x="175" y="55"/>
                      <a:pt x="174" y="55"/>
                    </a:cubicBezTo>
                    <a:cubicBezTo>
                      <a:pt x="166" y="56"/>
                      <a:pt x="166" y="56"/>
                      <a:pt x="166" y="56"/>
                    </a:cubicBezTo>
                    <a:cubicBezTo>
                      <a:pt x="162" y="58"/>
                      <a:pt x="162" y="58"/>
                      <a:pt x="162" y="58"/>
                    </a:cubicBezTo>
                    <a:cubicBezTo>
                      <a:pt x="162" y="59"/>
                      <a:pt x="162" y="59"/>
                      <a:pt x="162" y="59"/>
                    </a:cubicBezTo>
                    <a:cubicBezTo>
                      <a:pt x="161" y="59"/>
                      <a:pt x="162" y="59"/>
                      <a:pt x="162" y="60"/>
                    </a:cubicBezTo>
                    <a:cubicBezTo>
                      <a:pt x="162" y="60"/>
                      <a:pt x="162" y="60"/>
                      <a:pt x="162" y="60"/>
                    </a:cubicBezTo>
                    <a:cubicBezTo>
                      <a:pt x="162" y="61"/>
                      <a:pt x="162" y="61"/>
                      <a:pt x="162" y="61"/>
                    </a:cubicBezTo>
                    <a:cubicBezTo>
                      <a:pt x="159" y="56"/>
                      <a:pt x="159" y="56"/>
                      <a:pt x="159" y="56"/>
                    </a:cubicBezTo>
                    <a:cubicBezTo>
                      <a:pt x="160" y="56"/>
                      <a:pt x="160" y="56"/>
                      <a:pt x="160" y="56"/>
                    </a:cubicBezTo>
                    <a:cubicBezTo>
                      <a:pt x="160" y="57"/>
                      <a:pt x="160" y="57"/>
                      <a:pt x="160" y="57"/>
                    </a:cubicBezTo>
                    <a:cubicBezTo>
                      <a:pt x="160" y="57"/>
                      <a:pt x="160" y="57"/>
                      <a:pt x="161" y="57"/>
                    </a:cubicBezTo>
                    <a:cubicBezTo>
                      <a:pt x="161" y="57"/>
                      <a:pt x="161" y="57"/>
                      <a:pt x="161" y="57"/>
                    </a:cubicBezTo>
                    <a:cubicBezTo>
                      <a:pt x="165" y="55"/>
                      <a:pt x="165" y="55"/>
                      <a:pt x="165" y="55"/>
                    </a:cubicBezTo>
                    <a:cubicBezTo>
                      <a:pt x="171" y="48"/>
                      <a:pt x="171" y="48"/>
                      <a:pt x="171" y="48"/>
                    </a:cubicBezTo>
                    <a:cubicBezTo>
                      <a:pt x="171" y="48"/>
                      <a:pt x="171" y="48"/>
                      <a:pt x="171" y="47"/>
                    </a:cubicBezTo>
                    <a:cubicBezTo>
                      <a:pt x="171" y="47"/>
                      <a:pt x="171" y="47"/>
                      <a:pt x="171" y="47"/>
                    </a:cubicBezTo>
                    <a:cubicBezTo>
                      <a:pt x="171" y="46"/>
                      <a:pt x="171" y="46"/>
                      <a:pt x="171" y="46"/>
                    </a:cubicBezTo>
                    <a:cubicBezTo>
                      <a:pt x="171" y="46"/>
                      <a:pt x="171" y="46"/>
                      <a:pt x="171" y="46"/>
                    </a:cubicBezTo>
                    <a:cubicBezTo>
                      <a:pt x="173" y="50"/>
                      <a:pt x="173" y="50"/>
                      <a:pt x="173" y="50"/>
                    </a:cubicBezTo>
                    <a:cubicBezTo>
                      <a:pt x="173" y="50"/>
                      <a:pt x="173" y="50"/>
                      <a:pt x="173" y="50"/>
                    </a:cubicBezTo>
                    <a:cubicBezTo>
                      <a:pt x="173" y="49"/>
                      <a:pt x="173" y="49"/>
                      <a:pt x="173" y="49"/>
                    </a:cubicBezTo>
                    <a:cubicBezTo>
                      <a:pt x="172" y="49"/>
                      <a:pt x="172" y="49"/>
                      <a:pt x="172" y="49"/>
                    </a:cubicBezTo>
                    <a:cubicBezTo>
                      <a:pt x="172" y="49"/>
                      <a:pt x="172" y="49"/>
                      <a:pt x="171" y="49"/>
                    </a:cubicBezTo>
                    <a:cubicBezTo>
                      <a:pt x="167" y="55"/>
                      <a:pt x="167" y="55"/>
                      <a:pt x="167" y="55"/>
                    </a:cubicBezTo>
                    <a:cubicBezTo>
                      <a:pt x="167" y="55"/>
                      <a:pt x="167" y="55"/>
                      <a:pt x="167" y="55"/>
                    </a:cubicBezTo>
                    <a:lnTo>
                      <a:pt x="174" y="54"/>
                    </a:lnTo>
                    <a:close/>
                  </a:path>
                </a:pathLst>
              </a:custGeom>
              <a:solidFill>
                <a:srgbClr val="FFFFFF"/>
              </a:solidFill>
              <a:ln w="3175" cap="flat">
                <a:solidFill>
                  <a:srgbClr val="FFFFFF"/>
                </a:solidFill>
                <a:prstDash val="solid"/>
                <a:miter lim="800000"/>
              </a:ln>
            </p:spPr>
            <p:txBody>
              <a:bodyPr anchor="ctr"/>
              <a:lstStyle/>
              <a:p>
                <a:pPr algn="ctr"/>
                <a:endParaRPr/>
              </a:p>
            </p:txBody>
          </p:sp>
          <p:sp>
            <p:nvSpPr>
              <p:cNvPr id="154" name="ïśľíḓé"/>
              <p:cNvSpPr/>
              <p:nvPr/>
            </p:nvSpPr>
            <p:spPr bwMode="auto">
              <a:xfrm>
                <a:off x="3667126" y="3184525"/>
                <a:ext cx="492125" cy="496888"/>
              </a:xfrm>
              <a:custGeom>
                <a:avLst/>
                <a:gdLst>
                  <a:gd name="T0" fmla="*/ 74 w 149"/>
                  <a:gd name="T1" fmla="*/ 0 h 149"/>
                  <a:gd name="T2" fmla="*/ 149 w 149"/>
                  <a:gd name="T3" fmla="*/ 74 h 149"/>
                  <a:gd name="T4" fmla="*/ 74 w 149"/>
                  <a:gd name="T5" fmla="*/ 149 h 149"/>
                  <a:gd name="T6" fmla="*/ 0 w 149"/>
                  <a:gd name="T7" fmla="*/ 74 h 149"/>
                  <a:gd name="T8" fmla="*/ 74 w 149"/>
                  <a:gd name="T9" fmla="*/ 0 h 149"/>
                  <a:gd name="T10" fmla="*/ 74 w 149"/>
                  <a:gd name="T11" fmla="*/ 2 h 149"/>
                  <a:gd name="T12" fmla="*/ 2 w 149"/>
                  <a:gd name="T13" fmla="*/ 74 h 149"/>
                  <a:gd name="T14" fmla="*/ 74 w 149"/>
                  <a:gd name="T15" fmla="*/ 146 h 149"/>
                  <a:gd name="T16" fmla="*/ 146 w 149"/>
                  <a:gd name="T17" fmla="*/ 74 h 149"/>
                  <a:gd name="T18" fmla="*/ 74 w 149"/>
                  <a:gd name="T19" fmla="*/ 2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49" h="149">
                    <a:moveTo>
                      <a:pt x="74" y="0"/>
                    </a:moveTo>
                    <a:cubicBezTo>
                      <a:pt x="115" y="0"/>
                      <a:pt x="149" y="33"/>
                      <a:pt x="149" y="74"/>
                    </a:cubicBezTo>
                    <a:cubicBezTo>
                      <a:pt x="149" y="115"/>
                      <a:pt x="115" y="149"/>
                      <a:pt x="74" y="149"/>
                    </a:cubicBezTo>
                    <a:cubicBezTo>
                      <a:pt x="33" y="149"/>
                      <a:pt x="0" y="115"/>
                      <a:pt x="0" y="74"/>
                    </a:cubicBezTo>
                    <a:cubicBezTo>
                      <a:pt x="0" y="33"/>
                      <a:pt x="33" y="0"/>
                      <a:pt x="74" y="0"/>
                    </a:cubicBezTo>
                    <a:close/>
                    <a:moveTo>
                      <a:pt x="74" y="2"/>
                    </a:moveTo>
                    <a:cubicBezTo>
                      <a:pt x="35" y="2"/>
                      <a:pt x="2" y="34"/>
                      <a:pt x="2" y="74"/>
                    </a:cubicBezTo>
                    <a:cubicBezTo>
                      <a:pt x="2" y="114"/>
                      <a:pt x="35" y="146"/>
                      <a:pt x="74" y="146"/>
                    </a:cubicBezTo>
                    <a:cubicBezTo>
                      <a:pt x="114" y="146"/>
                      <a:pt x="146" y="114"/>
                      <a:pt x="146" y="74"/>
                    </a:cubicBezTo>
                    <a:cubicBezTo>
                      <a:pt x="146" y="34"/>
                      <a:pt x="114" y="2"/>
                      <a:pt x="74" y="2"/>
                    </a:cubicBezTo>
                    <a:close/>
                  </a:path>
                </a:pathLst>
              </a:custGeom>
              <a:solidFill>
                <a:srgbClr val="00523A"/>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55" name="ïslíḍê"/>
              <p:cNvSpPr/>
              <p:nvPr/>
            </p:nvSpPr>
            <p:spPr bwMode="auto">
              <a:xfrm>
                <a:off x="3775076" y="3248025"/>
                <a:ext cx="274638" cy="146050"/>
              </a:xfrm>
              <a:custGeom>
                <a:avLst/>
                <a:gdLst>
                  <a:gd name="T0" fmla="*/ 10 w 83"/>
                  <a:gd name="T1" fmla="*/ 43 h 44"/>
                  <a:gd name="T2" fmla="*/ 18 w 83"/>
                  <a:gd name="T3" fmla="*/ 39 h 44"/>
                  <a:gd name="T4" fmla="*/ 67 w 83"/>
                  <a:gd name="T5" fmla="*/ 39 h 44"/>
                  <a:gd name="T6" fmla="*/ 73 w 83"/>
                  <a:gd name="T7" fmla="*/ 42 h 44"/>
                  <a:gd name="T8" fmla="*/ 76 w 83"/>
                  <a:gd name="T9" fmla="*/ 43 h 44"/>
                  <a:gd name="T10" fmla="*/ 83 w 83"/>
                  <a:gd name="T11" fmla="*/ 35 h 44"/>
                  <a:gd name="T12" fmla="*/ 76 w 83"/>
                  <a:gd name="T13" fmla="*/ 37 h 44"/>
                  <a:gd name="T14" fmla="*/ 69 w 83"/>
                  <a:gd name="T15" fmla="*/ 33 h 44"/>
                  <a:gd name="T16" fmla="*/ 70 w 83"/>
                  <a:gd name="T17" fmla="*/ 26 h 44"/>
                  <a:gd name="T18" fmla="*/ 64 w 83"/>
                  <a:gd name="T19" fmla="*/ 30 h 44"/>
                  <a:gd name="T20" fmla="*/ 59 w 83"/>
                  <a:gd name="T21" fmla="*/ 31 h 44"/>
                  <a:gd name="T22" fmla="*/ 56 w 83"/>
                  <a:gd name="T23" fmla="*/ 29 h 44"/>
                  <a:gd name="T24" fmla="*/ 56 w 83"/>
                  <a:gd name="T25" fmla="*/ 24 h 44"/>
                  <a:gd name="T26" fmla="*/ 58 w 83"/>
                  <a:gd name="T27" fmla="*/ 23 h 44"/>
                  <a:gd name="T28" fmla="*/ 58 w 83"/>
                  <a:gd name="T29" fmla="*/ 19 h 44"/>
                  <a:gd name="T30" fmla="*/ 54 w 83"/>
                  <a:gd name="T31" fmla="*/ 19 h 44"/>
                  <a:gd name="T32" fmla="*/ 53 w 83"/>
                  <a:gd name="T33" fmla="*/ 21 h 44"/>
                  <a:gd name="T34" fmla="*/ 44 w 83"/>
                  <a:gd name="T35" fmla="*/ 21 h 44"/>
                  <a:gd name="T36" fmla="*/ 43 w 83"/>
                  <a:gd name="T37" fmla="*/ 18 h 44"/>
                  <a:gd name="T38" fmla="*/ 44 w 83"/>
                  <a:gd name="T39" fmla="*/ 13 h 44"/>
                  <a:gd name="T40" fmla="*/ 43 w 83"/>
                  <a:gd name="T41" fmla="*/ 8 h 44"/>
                  <a:gd name="T42" fmla="*/ 43 w 83"/>
                  <a:gd name="T43" fmla="*/ 6 h 44"/>
                  <a:gd name="T44" fmla="*/ 43 w 83"/>
                  <a:gd name="T45" fmla="*/ 2 h 44"/>
                  <a:gd name="T46" fmla="*/ 43 w 83"/>
                  <a:gd name="T47" fmla="*/ 0 h 44"/>
                  <a:gd name="T48" fmla="*/ 40 w 83"/>
                  <a:gd name="T49" fmla="*/ 0 h 44"/>
                  <a:gd name="T50" fmla="*/ 39 w 83"/>
                  <a:gd name="T51" fmla="*/ 2 h 44"/>
                  <a:gd name="T52" fmla="*/ 39 w 83"/>
                  <a:gd name="T53" fmla="*/ 6 h 44"/>
                  <a:gd name="T54" fmla="*/ 39 w 83"/>
                  <a:gd name="T55" fmla="*/ 8 h 44"/>
                  <a:gd name="T56" fmla="*/ 38 w 83"/>
                  <a:gd name="T57" fmla="*/ 13 h 44"/>
                  <a:gd name="T58" fmla="*/ 38 w 83"/>
                  <a:gd name="T59" fmla="*/ 18 h 44"/>
                  <a:gd name="T60" fmla="*/ 38 w 83"/>
                  <a:gd name="T61" fmla="*/ 21 h 44"/>
                  <a:gd name="T62" fmla="*/ 30 w 83"/>
                  <a:gd name="T63" fmla="*/ 21 h 44"/>
                  <a:gd name="T64" fmla="*/ 29 w 83"/>
                  <a:gd name="T65" fmla="*/ 19 h 44"/>
                  <a:gd name="T66" fmla="*/ 25 w 83"/>
                  <a:gd name="T67" fmla="*/ 19 h 44"/>
                  <a:gd name="T68" fmla="*/ 25 w 83"/>
                  <a:gd name="T69" fmla="*/ 23 h 44"/>
                  <a:gd name="T70" fmla="*/ 26 w 83"/>
                  <a:gd name="T71" fmla="*/ 24 h 44"/>
                  <a:gd name="T72" fmla="*/ 27 w 83"/>
                  <a:gd name="T73" fmla="*/ 29 h 44"/>
                  <a:gd name="T74" fmla="*/ 22 w 83"/>
                  <a:gd name="T75" fmla="*/ 31 h 44"/>
                  <a:gd name="T76" fmla="*/ 13 w 83"/>
                  <a:gd name="T77" fmla="*/ 26 h 44"/>
                  <a:gd name="T78" fmla="*/ 13 w 83"/>
                  <a:gd name="T79" fmla="*/ 35 h 44"/>
                  <a:gd name="T80" fmla="*/ 7 w 83"/>
                  <a:gd name="T81" fmla="*/ 37 h 44"/>
                  <a:gd name="T82" fmla="*/ 0 w 83"/>
                  <a:gd name="T83" fmla="*/ 34 h 44"/>
                  <a:gd name="T84" fmla="*/ 5 w 83"/>
                  <a:gd name="T85" fmla="*/ 42 h 44"/>
                  <a:gd name="T86" fmla="*/ 10 w 83"/>
                  <a:gd name="T87" fmla="*/ 43 h 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83" h="44">
                    <a:moveTo>
                      <a:pt x="10" y="43"/>
                    </a:moveTo>
                    <a:cubicBezTo>
                      <a:pt x="18" y="39"/>
                      <a:pt x="18" y="39"/>
                      <a:pt x="18" y="39"/>
                    </a:cubicBezTo>
                    <a:cubicBezTo>
                      <a:pt x="67" y="39"/>
                      <a:pt x="67" y="39"/>
                      <a:pt x="67" y="39"/>
                    </a:cubicBezTo>
                    <a:cubicBezTo>
                      <a:pt x="73" y="42"/>
                      <a:pt x="73" y="42"/>
                      <a:pt x="73" y="42"/>
                    </a:cubicBezTo>
                    <a:cubicBezTo>
                      <a:pt x="74" y="43"/>
                      <a:pt x="75" y="43"/>
                      <a:pt x="76" y="43"/>
                    </a:cubicBezTo>
                    <a:cubicBezTo>
                      <a:pt x="80" y="42"/>
                      <a:pt x="83" y="35"/>
                      <a:pt x="83" y="35"/>
                    </a:cubicBezTo>
                    <a:cubicBezTo>
                      <a:pt x="83" y="35"/>
                      <a:pt x="79" y="38"/>
                      <a:pt x="76" y="37"/>
                    </a:cubicBezTo>
                    <a:cubicBezTo>
                      <a:pt x="73" y="37"/>
                      <a:pt x="69" y="36"/>
                      <a:pt x="69" y="33"/>
                    </a:cubicBezTo>
                    <a:cubicBezTo>
                      <a:pt x="69" y="30"/>
                      <a:pt x="70" y="27"/>
                      <a:pt x="70" y="26"/>
                    </a:cubicBezTo>
                    <a:cubicBezTo>
                      <a:pt x="70" y="26"/>
                      <a:pt x="67" y="29"/>
                      <a:pt x="64" y="30"/>
                    </a:cubicBezTo>
                    <a:cubicBezTo>
                      <a:pt x="61" y="32"/>
                      <a:pt x="60" y="31"/>
                      <a:pt x="59" y="31"/>
                    </a:cubicBezTo>
                    <a:cubicBezTo>
                      <a:pt x="57" y="30"/>
                      <a:pt x="56" y="29"/>
                      <a:pt x="56" y="29"/>
                    </a:cubicBezTo>
                    <a:cubicBezTo>
                      <a:pt x="56" y="24"/>
                      <a:pt x="56" y="24"/>
                      <a:pt x="56" y="24"/>
                    </a:cubicBezTo>
                    <a:cubicBezTo>
                      <a:pt x="58" y="23"/>
                      <a:pt x="58" y="23"/>
                      <a:pt x="58" y="23"/>
                    </a:cubicBezTo>
                    <a:cubicBezTo>
                      <a:pt x="58" y="19"/>
                      <a:pt x="58" y="19"/>
                      <a:pt x="58" y="19"/>
                    </a:cubicBezTo>
                    <a:cubicBezTo>
                      <a:pt x="54" y="19"/>
                      <a:pt x="54" y="19"/>
                      <a:pt x="54" y="19"/>
                    </a:cubicBezTo>
                    <a:cubicBezTo>
                      <a:pt x="54" y="19"/>
                      <a:pt x="54" y="21"/>
                      <a:pt x="53" y="21"/>
                    </a:cubicBezTo>
                    <a:cubicBezTo>
                      <a:pt x="52" y="21"/>
                      <a:pt x="44" y="21"/>
                      <a:pt x="44" y="21"/>
                    </a:cubicBezTo>
                    <a:cubicBezTo>
                      <a:pt x="44" y="21"/>
                      <a:pt x="43" y="20"/>
                      <a:pt x="43" y="18"/>
                    </a:cubicBezTo>
                    <a:cubicBezTo>
                      <a:pt x="44" y="17"/>
                      <a:pt x="44" y="17"/>
                      <a:pt x="44" y="13"/>
                    </a:cubicBezTo>
                    <a:cubicBezTo>
                      <a:pt x="44" y="10"/>
                      <a:pt x="44" y="9"/>
                      <a:pt x="43" y="8"/>
                    </a:cubicBezTo>
                    <a:cubicBezTo>
                      <a:pt x="43" y="7"/>
                      <a:pt x="42" y="7"/>
                      <a:pt x="43" y="6"/>
                    </a:cubicBezTo>
                    <a:cubicBezTo>
                      <a:pt x="44" y="5"/>
                      <a:pt x="44" y="4"/>
                      <a:pt x="43" y="2"/>
                    </a:cubicBezTo>
                    <a:cubicBezTo>
                      <a:pt x="42" y="1"/>
                      <a:pt x="43" y="2"/>
                      <a:pt x="43" y="0"/>
                    </a:cubicBezTo>
                    <a:cubicBezTo>
                      <a:pt x="40" y="0"/>
                      <a:pt x="40" y="0"/>
                      <a:pt x="40" y="0"/>
                    </a:cubicBezTo>
                    <a:cubicBezTo>
                      <a:pt x="39" y="0"/>
                      <a:pt x="40" y="1"/>
                      <a:pt x="39" y="2"/>
                    </a:cubicBezTo>
                    <a:cubicBezTo>
                      <a:pt x="38" y="3"/>
                      <a:pt x="38" y="5"/>
                      <a:pt x="39" y="6"/>
                    </a:cubicBezTo>
                    <a:cubicBezTo>
                      <a:pt x="39" y="7"/>
                      <a:pt x="40" y="7"/>
                      <a:pt x="39" y="8"/>
                    </a:cubicBezTo>
                    <a:cubicBezTo>
                      <a:pt x="38" y="9"/>
                      <a:pt x="38" y="10"/>
                      <a:pt x="38" y="13"/>
                    </a:cubicBezTo>
                    <a:cubicBezTo>
                      <a:pt x="38" y="16"/>
                      <a:pt x="38" y="17"/>
                      <a:pt x="38" y="18"/>
                    </a:cubicBezTo>
                    <a:cubicBezTo>
                      <a:pt x="39" y="20"/>
                      <a:pt x="38" y="21"/>
                      <a:pt x="38" y="21"/>
                    </a:cubicBezTo>
                    <a:cubicBezTo>
                      <a:pt x="37" y="21"/>
                      <a:pt x="30" y="21"/>
                      <a:pt x="30" y="21"/>
                    </a:cubicBezTo>
                    <a:cubicBezTo>
                      <a:pt x="30" y="21"/>
                      <a:pt x="29" y="20"/>
                      <a:pt x="29" y="19"/>
                    </a:cubicBezTo>
                    <a:cubicBezTo>
                      <a:pt x="25" y="19"/>
                      <a:pt x="25" y="19"/>
                      <a:pt x="25" y="19"/>
                    </a:cubicBezTo>
                    <a:cubicBezTo>
                      <a:pt x="25" y="23"/>
                      <a:pt x="25" y="23"/>
                      <a:pt x="25" y="23"/>
                    </a:cubicBezTo>
                    <a:cubicBezTo>
                      <a:pt x="26" y="24"/>
                      <a:pt x="26" y="24"/>
                      <a:pt x="26" y="24"/>
                    </a:cubicBezTo>
                    <a:cubicBezTo>
                      <a:pt x="27" y="29"/>
                      <a:pt x="27" y="29"/>
                      <a:pt x="27" y="29"/>
                    </a:cubicBezTo>
                    <a:cubicBezTo>
                      <a:pt x="27" y="29"/>
                      <a:pt x="24" y="31"/>
                      <a:pt x="22" y="31"/>
                    </a:cubicBezTo>
                    <a:cubicBezTo>
                      <a:pt x="19" y="31"/>
                      <a:pt x="13" y="26"/>
                      <a:pt x="13" y="26"/>
                    </a:cubicBezTo>
                    <a:cubicBezTo>
                      <a:pt x="13" y="26"/>
                      <a:pt x="14" y="33"/>
                      <a:pt x="13" y="35"/>
                    </a:cubicBezTo>
                    <a:cubicBezTo>
                      <a:pt x="13" y="37"/>
                      <a:pt x="10" y="37"/>
                      <a:pt x="7" y="37"/>
                    </a:cubicBezTo>
                    <a:cubicBezTo>
                      <a:pt x="4" y="37"/>
                      <a:pt x="0" y="35"/>
                      <a:pt x="0" y="34"/>
                    </a:cubicBezTo>
                    <a:cubicBezTo>
                      <a:pt x="0" y="34"/>
                      <a:pt x="3" y="40"/>
                      <a:pt x="5" y="42"/>
                    </a:cubicBezTo>
                    <a:cubicBezTo>
                      <a:pt x="7" y="44"/>
                      <a:pt x="10" y="43"/>
                      <a:pt x="10" y="43"/>
                    </a:cubicBez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56" name="íṡļïdê"/>
              <p:cNvSpPr/>
              <p:nvPr/>
            </p:nvSpPr>
            <p:spPr bwMode="auto">
              <a:xfrm>
                <a:off x="3614738" y="3370263"/>
                <a:ext cx="596900" cy="241300"/>
              </a:xfrm>
              <a:custGeom>
                <a:avLst/>
                <a:gdLst>
                  <a:gd name="T0" fmla="*/ 58 w 181"/>
                  <a:gd name="T1" fmla="*/ 72 h 72"/>
                  <a:gd name="T2" fmla="*/ 8 w 181"/>
                  <a:gd name="T3" fmla="*/ 72 h 72"/>
                  <a:gd name="T4" fmla="*/ 3 w 181"/>
                  <a:gd name="T5" fmla="*/ 63 h 72"/>
                  <a:gd name="T6" fmla="*/ 6 w 181"/>
                  <a:gd name="T7" fmla="*/ 63 h 72"/>
                  <a:gd name="T8" fmla="*/ 11 w 181"/>
                  <a:gd name="T9" fmla="*/ 55 h 72"/>
                  <a:gd name="T10" fmla="*/ 14 w 181"/>
                  <a:gd name="T11" fmla="*/ 55 h 72"/>
                  <a:gd name="T12" fmla="*/ 14 w 181"/>
                  <a:gd name="T13" fmla="*/ 29 h 72"/>
                  <a:gd name="T14" fmla="*/ 0 w 181"/>
                  <a:gd name="T15" fmla="*/ 4 h 72"/>
                  <a:gd name="T16" fmla="*/ 30 w 181"/>
                  <a:gd name="T17" fmla="*/ 0 h 72"/>
                  <a:gd name="T18" fmla="*/ 58 w 181"/>
                  <a:gd name="T19" fmla="*/ 8 h 72"/>
                  <a:gd name="T20" fmla="*/ 51 w 181"/>
                  <a:gd name="T21" fmla="*/ 25 h 72"/>
                  <a:gd name="T22" fmla="*/ 131 w 181"/>
                  <a:gd name="T23" fmla="*/ 25 h 72"/>
                  <a:gd name="T24" fmla="*/ 122 w 181"/>
                  <a:gd name="T25" fmla="*/ 8 h 72"/>
                  <a:gd name="T26" fmla="*/ 150 w 181"/>
                  <a:gd name="T27" fmla="*/ 0 h 72"/>
                  <a:gd name="T28" fmla="*/ 181 w 181"/>
                  <a:gd name="T29" fmla="*/ 5 h 72"/>
                  <a:gd name="T30" fmla="*/ 166 w 181"/>
                  <a:gd name="T31" fmla="*/ 28 h 72"/>
                  <a:gd name="T32" fmla="*/ 166 w 181"/>
                  <a:gd name="T33" fmla="*/ 55 h 72"/>
                  <a:gd name="T34" fmla="*/ 171 w 181"/>
                  <a:gd name="T35" fmla="*/ 55 h 72"/>
                  <a:gd name="T36" fmla="*/ 178 w 181"/>
                  <a:gd name="T37" fmla="*/ 65 h 72"/>
                  <a:gd name="T38" fmla="*/ 174 w 181"/>
                  <a:gd name="T39" fmla="*/ 72 h 72"/>
                  <a:gd name="T40" fmla="*/ 58 w 181"/>
                  <a:gd name="T41" fmla="*/ 72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1" h="72">
                    <a:moveTo>
                      <a:pt x="58" y="72"/>
                    </a:moveTo>
                    <a:cubicBezTo>
                      <a:pt x="8" y="72"/>
                      <a:pt x="8" y="72"/>
                      <a:pt x="8" y="72"/>
                    </a:cubicBezTo>
                    <a:cubicBezTo>
                      <a:pt x="3" y="63"/>
                      <a:pt x="3" y="63"/>
                      <a:pt x="3" y="63"/>
                    </a:cubicBezTo>
                    <a:cubicBezTo>
                      <a:pt x="6" y="63"/>
                      <a:pt x="6" y="63"/>
                      <a:pt x="6" y="63"/>
                    </a:cubicBezTo>
                    <a:cubicBezTo>
                      <a:pt x="7" y="61"/>
                      <a:pt x="10" y="57"/>
                      <a:pt x="11" y="55"/>
                    </a:cubicBezTo>
                    <a:cubicBezTo>
                      <a:pt x="12" y="55"/>
                      <a:pt x="13" y="55"/>
                      <a:pt x="14" y="55"/>
                    </a:cubicBezTo>
                    <a:cubicBezTo>
                      <a:pt x="14" y="45"/>
                      <a:pt x="14" y="39"/>
                      <a:pt x="14" y="29"/>
                    </a:cubicBezTo>
                    <a:cubicBezTo>
                      <a:pt x="6" y="25"/>
                      <a:pt x="0" y="19"/>
                      <a:pt x="0" y="4"/>
                    </a:cubicBezTo>
                    <a:cubicBezTo>
                      <a:pt x="13" y="19"/>
                      <a:pt x="25" y="20"/>
                      <a:pt x="30" y="0"/>
                    </a:cubicBezTo>
                    <a:cubicBezTo>
                      <a:pt x="40" y="22"/>
                      <a:pt x="50" y="16"/>
                      <a:pt x="58" y="8"/>
                    </a:cubicBezTo>
                    <a:cubicBezTo>
                      <a:pt x="59" y="17"/>
                      <a:pt x="51" y="24"/>
                      <a:pt x="51" y="25"/>
                    </a:cubicBezTo>
                    <a:cubicBezTo>
                      <a:pt x="131" y="25"/>
                      <a:pt x="131" y="25"/>
                      <a:pt x="131" y="25"/>
                    </a:cubicBezTo>
                    <a:cubicBezTo>
                      <a:pt x="128" y="21"/>
                      <a:pt x="123" y="15"/>
                      <a:pt x="122" y="8"/>
                    </a:cubicBezTo>
                    <a:cubicBezTo>
                      <a:pt x="131" y="18"/>
                      <a:pt x="141" y="23"/>
                      <a:pt x="150" y="0"/>
                    </a:cubicBezTo>
                    <a:cubicBezTo>
                      <a:pt x="160" y="23"/>
                      <a:pt x="169" y="16"/>
                      <a:pt x="181" y="5"/>
                    </a:cubicBezTo>
                    <a:cubicBezTo>
                      <a:pt x="178" y="23"/>
                      <a:pt x="174" y="23"/>
                      <a:pt x="166" y="28"/>
                    </a:cubicBezTo>
                    <a:cubicBezTo>
                      <a:pt x="166" y="38"/>
                      <a:pt x="166" y="45"/>
                      <a:pt x="166" y="55"/>
                    </a:cubicBezTo>
                    <a:cubicBezTo>
                      <a:pt x="168" y="55"/>
                      <a:pt x="169" y="55"/>
                      <a:pt x="171" y="55"/>
                    </a:cubicBezTo>
                    <a:cubicBezTo>
                      <a:pt x="178" y="65"/>
                      <a:pt x="178" y="65"/>
                      <a:pt x="178" y="65"/>
                    </a:cubicBezTo>
                    <a:cubicBezTo>
                      <a:pt x="174" y="72"/>
                      <a:pt x="174" y="72"/>
                      <a:pt x="174" y="72"/>
                    </a:cubicBezTo>
                    <a:lnTo>
                      <a:pt x="58" y="72"/>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57" name="iş1ïďe"/>
              <p:cNvSpPr/>
              <p:nvPr/>
            </p:nvSpPr>
            <p:spPr bwMode="auto">
              <a:xfrm>
                <a:off x="3624263" y="3381375"/>
                <a:ext cx="577850" cy="200025"/>
              </a:xfrm>
              <a:custGeom>
                <a:avLst/>
                <a:gdLst>
                  <a:gd name="T0" fmla="*/ 130 w 175"/>
                  <a:gd name="T1" fmla="*/ 51 h 60"/>
                  <a:gd name="T2" fmla="*/ 130 w 175"/>
                  <a:gd name="T3" fmla="*/ 50 h 60"/>
                  <a:gd name="T4" fmla="*/ 48 w 175"/>
                  <a:gd name="T5" fmla="*/ 50 h 60"/>
                  <a:gd name="T6" fmla="*/ 48 w 175"/>
                  <a:gd name="T7" fmla="*/ 51 h 60"/>
                  <a:gd name="T8" fmla="*/ 52 w 175"/>
                  <a:gd name="T9" fmla="*/ 51 h 60"/>
                  <a:gd name="T10" fmla="*/ 48 w 175"/>
                  <a:gd name="T11" fmla="*/ 60 h 60"/>
                  <a:gd name="T12" fmla="*/ 7 w 175"/>
                  <a:gd name="T13" fmla="*/ 60 h 60"/>
                  <a:gd name="T14" fmla="*/ 10 w 175"/>
                  <a:gd name="T15" fmla="*/ 54 h 60"/>
                  <a:gd name="T16" fmla="*/ 14 w 175"/>
                  <a:gd name="T17" fmla="*/ 54 h 60"/>
                  <a:gd name="T18" fmla="*/ 13 w 175"/>
                  <a:gd name="T19" fmla="*/ 25 h 60"/>
                  <a:gd name="T20" fmla="*/ 0 w 175"/>
                  <a:gd name="T21" fmla="*/ 7 h 60"/>
                  <a:gd name="T22" fmla="*/ 28 w 175"/>
                  <a:gd name="T23" fmla="*/ 0 h 60"/>
                  <a:gd name="T24" fmla="*/ 55 w 175"/>
                  <a:gd name="T25" fmla="*/ 7 h 60"/>
                  <a:gd name="T26" fmla="*/ 48 w 175"/>
                  <a:gd name="T27" fmla="*/ 22 h 60"/>
                  <a:gd name="T28" fmla="*/ 127 w 175"/>
                  <a:gd name="T29" fmla="*/ 22 h 60"/>
                  <a:gd name="T30" fmla="*/ 119 w 175"/>
                  <a:gd name="T31" fmla="*/ 7 h 60"/>
                  <a:gd name="T32" fmla="*/ 147 w 175"/>
                  <a:gd name="T33" fmla="*/ 0 h 60"/>
                  <a:gd name="T34" fmla="*/ 175 w 175"/>
                  <a:gd name="T35" fmla="*/ 7 h 60"/>
                  <a:gd name="T36" fmla="*/ 161 w 175"/>
                  <a:gd name="T37" fmla="*/ 24 h 60"/>
                  <a:gd name="T38" fmla="*/ 161 w 175"/>
                  <a:gd name="T39" fmla="*/ 53 h 60"/>
                  <a:gd name="T40" fmla="*/ 165 w 175"/>
                  <a:gd name="T41" fmla="*/ 53 h 60"/>
                  <a:gd name="T42" fmla="*/ 169 w 175"/>
                  <a:gd name="T43" fmla="*/ 60 h 60"/>
                  <a:gd name="T44" fmla="*/ 128 w 175"/>
                  <a:gd name="T45" fmla="*/ 60 h 60"/>
                  <a:gd name="T46" fmla="*/ 124 w 175"/>
                  <a:gd name="T47" fmla="*/ 51 h 60"/>
                  <a:gd name="T48" fmla="*/ 130 w 175"/>
                  <a:gd name="T49" fmla="*/ 51 h 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75" h="60">
                    <a:moveTo>
                      <a:pt x="130" y="51"/>
                    </a:moveTo>
                    <a:cubicBezTo>
                      <a:pt x="130" y="50"/>
                      <a:pt x="130" y="50"/>
                      <a:pt x="130" y="50"/>
                    </a:cubicBezTo>
                    <a:cubicBezTo>
                      <a:pt x="48" y="50"/>
                      <a:pt x="48" y="50"/>
                      <a:pt x="48" y="50"/>
                    </a:cubicBezTo>
                    <a:cubicBezTo>
                      <a:pt x="48" y="51"/>
                      <a:pt x="48" y="51"/>
                      <a:pt x="48" y="51"/>
                    </a:cubicBezTo>
                    <a:cubicBezTo>
                      <a:pt x="52" y="51"/>
                      <a:pt x="52" y="51"/>
                      <a:pt x="52" y="51"/>
                    </a:cubicBezTo>
                    <a:cubicBezTo>
                      <a:pt x="48" y="60"/>
                      <a:pt x="48" y="60"/>
                      <a:pt x="48" y="60"/>
                    </a:cubicBezTo>
                    <a:cubicBezTo>
                      <a:pt x="34" y="60"/>
                      <a:pt x="20" y="60"/>
                      <a:pt x="7" y="60"/>
                    </a:cubicBezTo>
                    <a:cubicBezTo>
                      <a:pt x="8" y="58"/>
                      <a:pt x="9" y="56"/>
                      <a:pt x="10" y="54"/>
                    </a:cubicBezTo>
                    <a:cubicBezTo>
                      <a:pt x="11" y="54"/>
                      <a:pt x="12" y="54"/>
                      <a:pt x="14" y="54"/>
                    </a:cubicBezTo>
                    <a:cubicBezTo>
                      <a:pt x="14" y="44"/>
                      <a:pt x="13" y="34"/>
                      <a:pt x="13" y="25"/>
                    </a:cubicBezTo>
                    <a:cubicBezTo>
                      <a:pt x="5" y="20"/>
                      <a:pt x="1" y="14"/>
                      <a:pt x="0" y="7"/>
                    </a:cubicBezTo>
                    <a:cubicBezTo>
                      <a:pt x="12" y="18"/>
                      <a:pt x="22" y="17"/>
                      <a:pt x="28" y="0"/>
                    </a:cubicBezTo>
                    <a:cubicBezTo>
                      <a:pt x="37" y="22"/>
                      <a:pt x="47" y="15"/>
                      <a:pt x="55" y="7"/>
                    </a:cubicBezTo>
                    <a:cubicBezTo>
                      <a:pt x="55" y="14"/>
                      <a:pt x="50" y="17"/>
                      <a:pt x="48" y="22"/>
                    </a:cubicBezTo>
                    <a:cubicBezTo>
                      <a:pt x="127" y="22"/>
                      <a:pt x="127" y="22"/>
                      <a:pt x="127" y="22"/>
                    </a:cubicBezTo>
                    <a:cubicBezTo>
                      <a:pt x="125" y="18"/>
                      <a:pt x="120" y="14"/>
                      <a:pt x="119" y="7"/>
                    </a:cubicBezTo>
                    <a:cubicBezTo>
                      <a:pt x="127" y="15"/>
                      <a:pt x="137" y="22"/>
                      <a:pt x="147" y="0"/>
                    </a:cubicBezTo>
                    <a:cubicBezTo>
                      <a:pt x="153" y="17"/>
                      <a:pt x="163" y="18"/>
                      <a:pt x="175" y="7"/>
                    </a:cubicBezTo>
                    <a:cubicBezTo>
                      <a:pt x="173" y="14"/>
                      <a:pt x="169" y="19"/>
                      <a:pt x="161" y="24"/>
                    </a:cubicBezTo>
                    <a:cubicBezTo>
                      <a:pt x="161" y="34"/>
                      <a:pt x="161" y="44"/>
                      <a:pt x="161" y="53"/>
                    </a:cubicBezTo>
                    <a:cubicBezTo>
                      <a:pt x="162" y="53"/>
                      <a:pt x="164" y="53"/>
                      <a:pt x="165" y="53"/>
                    </a:cubicBezTo>
                    <a:cubicBezTo>
                      <a:pt x="166" y="55"/>
                      <a:pt x="167" y="58"/>
                      <a:pt x="169" y="60"/>
                    </a:cubicBezTo>
                    <a:cubicBezTo>
                      <a:pt x="155" y="60"/>
                      <a:pt x="142" y="60"/>
                      <a:pt x="128" y="60"/>
                    </a:cubicBezTo>
                    <a:cubicBezTo>
                      <a:pt x="124" y="51"/>
                      <a:pt x="124" y="51"/>
                      <a:pt x="124" y="51"/>
                    </a:cubicBezTo>
                    <a:lnTo>
                      <a:pt x="130" y="51"/>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58" name="ïṩḷíḍé"/>
              <p:cNvSpPr/>
              <p:nvPr/>
            </p:nvSpPr>
            <p:spPr bwMode="auto">
              <a:xfrm>
                <a:off x="4065588"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59" name="ïśľíḍè"/>
              <p:cNvSpPr/>
              <p:nvPr/>
            </p:nvSpPr>
            <p:spPr bwMode="auto">
              <a:xfrm>
                <a:off x="3740151"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60" name="í$ḻîḋè"/>
              <p:cNvSpPr/>
              <p:nvPr/>
            </p:nvSpPr>
            <p:spPr bwMode="auto">
              <a:xfrm>
                <a:off x="4125913"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61" name="iṣļíḋe"/>
              <p:cNvSpPr/>
              <p:nvPr/>
            </p:nvSpPr>
            <p:spPr bwMode="auto">
              <a:xfrm>
                <a:off x="3709988"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62" name="iṩḷiḓé"/>
              <p:cNvSpPr/>
              <p:nvPr/>
            </p:nvSpPr>
            <p:spPr bwMode="auto">
              <a:xfrm>
                <a:off x="4095751"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63" name="iSľiḍè"/>
              <p:cNvSpPr/>
              <p:nvPr/>
            </p:nvSpPr>
            <p:spPr bwMode="auto">
              <a:xfrm>
                <a:off x="3663951" y="3460750"/>
                <a:ext cx="495300" cy="317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64" name="ïṩḷîḍe"/>
              <p:cNvSpPr/>
              <p:nvPr/>
            </p:nvSpPr>
            <p:spPr bwMode="auto">
              <a:xfrm>
                <a:off x="3663951" y="3473450"/>
                <a:ext cx="115888"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65" name="íšḻiḑê"/>
              <p:cNvSpPr/>
              <p:nvPr/>
            </p:nvSpPr>
            <p:spPr bwMode="auto">
              <a:xfrm>
                <a:off x="3789363" y="3473450"/>
                <a:ext cx="428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66" name="ïṩļïďè"/>
              <p:cNvSpPr/>
              <p:nvPr/>
            </p:nvSpPr>
            <p:spPr bwMode="auto">
              <a:xfrm>
                <a:off x="3851276" y="3473450"/>
                <a:ext cx="57150"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67" name="îṥlïḋê"/>
              <p:cNvSpPr/>
              <p:nvPr/>
            </p:nvSpPr>
            <p:spPr bwMode="auto">
              <a:xfrm>
                <a:off x="3917951" y="3473450"/>
                <a:ext cx="555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68" name="îṧľïdè"/>
              <p:cNvSpPr/>
              <p:nvPr/>
            </p:nvSpPr>
            <p:spPr bwMode="auto">
              <a:xfrm>
                <a:off x="3994151" y="3473450"/>
                <a:ext cx="428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69" name="iSḷîḓê"/>
              <p:cNvSpPr/>
              <p:nvPr/>
            </p:nvSpPr>
            <p:spPr bwMode="auto">
              <a:xfrm>
                <a:off x="4046538" y="3473450"/>
                <a:ext cx="11271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70" name="îślíďè"/>
              <p:cNvSpPr/>
              <p:nvPr/>
            </p:nvSpPr>
            <p:spPr bwMode="auto">
              <a:xfrm>
                <a:off x="3979863" y="3473450"/>
                <a:ext cx="7938"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71" name="iSḻïḍè"/>
              <p:cNvSpPr/>
              <p:nvPr/>
            </p:nvSpPr>
            <p:spPr bwMode="auto">
              <a:xfrm>
                <a:off x="3838576" y="3473450"/>
                <a:ext cx="6350"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72" name="ïṡliḑê"/>
              <p:cNvSpPr/>
              <p:nvPr/>
            </p:nvSpPr>
            <p:spPr bwMode="auto">
              <a:xfrm>
                <a:off x="3851276" y="3384550"/>
                <a:ext cx="26988"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73" name="islïďé"/>
              <p:cNvSpPr/>
              <p:nvPr/>
            </p:nvSpPr>
            <p:spPr bwMode="auto">
              <a:xfrm>
                <a:off x="3817938" y="3384550"/>
                <a:ext cx="26988" cy="15875"/>
              </a:xfrm>
              <a:custGeom>
                <a:avLst/>
                <a:gdLst>
                  <a:gd name="T0" fmla="*/ 7 w 8"/>
                  <a:gd name="T1" fmla="*/ 0 h 5"/>
                  <a:gd name="T2" fmla="*/ 8 w 8"/>
                  <a:gd name="T3" fmla="*/ 2 h 5"/>
                  <a:gd name="T4" fmla="*/ 1 w 8"/>
                  <a:gd name="T5" fmla="*/ 5 h 5"/>
                  <a:gd name="T6" fmla="*/ 7 w 8"/>
                  <a:gd name="T7" fmla="*/ 0 h 5"/>
                  <a:gd name="T8" fmla="*/ 7 w 8"/>
                  <a:gd name="T9" fmla="*/ 0 h 5"/>
                  <a:gd name="T10" fmla="*/ 7 w 8"/>
                  <a:gd name="T11" fmla="*/ 0 h 5"/>
                </a:gdLst>
                <a:ahLst/>
                <a:cxnLst>
                  <a:cxn ang="0">
                    <a:pos x="T0" y="T1"/>
                  </a:cxn>
                  <a:cxn ang="0">
                    <a:pos x="T2" y="T3"/>
                  </a:cxn>
                  <a:cxn ang="0">
                    <a:pos x="T4" y="T5"/>
                  </a:cxn>
                  <a:cxn ang="0">
                    <a:pos x="T6" y="T7"/>
                  </a:cxn>
                  <a:cxn ang="0">
                    <a:pos x="T8" y="T9"/>
                  </a:cxn>
                  <a:cxn ang="0">
                    <a:pos x="T10" y="T11"/>
                  </a:cxn>
                </a:cxnLst>
                <a:rect l="0" t="0" r="r" b="b"/>
                <a:pathLst>
                  <a:path w="8" h="5">
                    <a:moveTo>
                      <a:pt x="7" y="0"/>
                    </a:moveTo>
                    <a:cubicBezTo>
                      <a:pt x="8" y="2"/>
                      <a:pt x="8" y="2"/>
                      <a:pt x="8" y="2"/>
                    </a:cubicBezTo>
                    <a:cubicBezTo>
                      <a:pt x="1" y="5"/>
                      <a:pt x="1" y="5"/>
                      <a:pt x="1" y="5"/>
                    </a:cubicBezTo>
                    <a:cubicBezTo>
                      <a:pt x="1" y="5"/>
                      <a:pt x="0" y="2"/>
                      <a:pt x="7" y="0"/>
                    </a:cubicBezTo>
                    <a:close/>
                    <a:moveTo>
                      <a:pt x="7" y="0"/>
                    </a:moveTo>
                    <a:cubicBezTo>
                      <a:pt x="7" y="0"/>
                      <a:pt x="7" y="0"/>
                      <a:pt x="7"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74" name="îṥḷîdé"/>
              <p:cNvSpPr/>
              <p:nvPr/>
            </p:nvSpPr>
            <p:spPr bwMode="auto">
              <a:xfrm>
                <a:off x="3983038" y="3384550"/>
                <a:ext cx="26988" cy="15875"/>
              </a:xfrm>
              <a:custGeom>
                <a:avLst/>
                <a:gdLst>
                  <a:gd name="T0" fmla="*/ 1 w 8"/>
                  <a:gd name="T1" fmla="*/ 0 h 5"/>
                  <a:gd name="T2" fmla="*/ 0 w 8"/>
                  <a:gd name="T3" fmla="*/ 2 h 5"/>
                  <a:gd name="T4" fmla="*/ 7 w 8"/>
                  <a:gd name="T5" fmla="*/ 5 h 5"/>
                  <a:gd name="T6" fmla="*/ 1 w 8"/>
                  <a:gd name="T7" fmla="*/ 0 h 5"/>
                  <a:gd name="T8" fmla="*/ 1 w 8"/>
                  <a:gd name="T9" fmla="*/ 0 h 5"/>
                  <a:gd name="T10" fmla="*/ 1 w 8"/>
                  <a:gd name="T11" fmla="*/ 0 h 5"/>
                </a:gdLst>
                <a:ahLst/>
                <a:cxnLst>
                  <a:cxn ang="0">
                    <a:pos x="T0" y="T1"/>
                  </a:cxn>
                  <a:cxn ang="0">
                    <a:pos x="T2" y="T3"/>
                  </a:cxn>
                  <a:cxn ang="0">
                    <a:pos x="T4" y="T5"/>
                  </a:cxn>
                  <a:cxn ang="0">
                    <a:pos x="T6" y="T7"/>
                  </a:cxn>
                  <a:cxn ang="0">
                    <a:pos x="T8" y="T9"/>
                  </a:cxn>
                  <a:cxn ang="0">
                    <a:pos x="T10" y="T11"/>
                  </a:cxn>
                </a:cxnLst>
                <a:rect l="0" t="0" r="r" b="b"/>
                <a:pathLst>
                  <a:path w="8" h="5">
                    <a:moveTo>
                      <a:pt x="1" y="0"/>
                    </a:moveTo>
                    <a:cubicBezTo>
                      <a:pt x="0" y="2"/>
                      <a:pt x="0" y="2"/>
                      <a:pt x="0" y="2"/>
                    </a:cubicBezTo>
                    <a:cubicBezTo>
                      <a:pt x="7" y="5"/>
                      <a:pt x="7" y="5"/>
                      <a:pt x="7" y="5"/>
                    </a:cubicBezTo>
                    <a:cubicBezTo>
                      <a:pt x="7" y="5"/>
                      <a:pt x="8" y="2"/>
                      <a:pt x="1" y="0"/>
                    </a:cubicBezTo>
                    <a:close/>
                    <a:moveTo>
                      <a:pt x="1" y="0"/>
                    </a:moveTo>
                    <a:cubicBezTo>
                      <a:pt x="1" y="0"/>
                      <a:pt x="1" y="0"/>
                      <a:pt x="1"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75" name="isḷîḋé"/>
              <p:cNvSpPr/>
              <p:nvPr/>
            </p:nvSpPr>
            <p:spPr bwMode="auto">
              <a:xfrm>
                <a:off x="3884613" y="3384550"/>
                <a:ext cx="26988"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76" name="iśḷïḑè"/>
              <p:cNvSpPr/>
              <p:nvPr/>
            </p:nvSpPr>
            <p:spPr bwMode="auto">
              <a:xfrm>
                <a:off x="3917951" y="3384550"/>
                <a:ext cx="25400"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77" name="iṧľiďé"/>
              <p:cNvSpPr/>
              <p:nvPr/>
            </p:nvSpPr>
            <p:spPr bwMode="auto">
              <a:xfrm>
                <a:off x="3951288" y="3384550"/>
                <a:ext cx="25400"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78" name="išľïḍé"/>
              <p:cNvSpPr/>
              <p:nvPr/>
            </p:nvSpPr>
            <p:spPr bwMode="auto">
              <a:xfrm>
                <a:off x="3771901" y="3484563"/>
                <a:ext cx="7938"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179" name="îŝlîḑè"/>
              <p:cNvSpPr/>
              <p:nvPr/>
            </p:nvSpPr>
            <p:spPr bwMode="auto">
              <a:xfrm>
                <a:off x="3786188" y="3484563"/>
                <a:ext cx="46038" cy="60325"/>
              </a:xfrm>
              <a:custGeom>
                <a:avLst/>
                <a:gdLst>
                  <a:gd name="T0" fmla="*/ 8 w 29"/>
                  <a:gd name="T1" fmla="*/ 0 h 38"/>
                  <a:gd name="T2" fmla="*/ 20 w 29"/>
                  <a:gd name="T3" fmla="*/ 0 h 38"/>
                  <a:gd name="T4" fmla="*/ 29 w 29"/>
                  <a:gd name="T5" fmla="*/ 8 h 38"/>
                  <a:gd name="T6" fmla="*/ 29 w 29"/>
                  <a:gd name="T7" fmla="*/ 38 h 38"/>
                  <a:gd name="T8" fmla="*/ 0 w 29"/>
                  <a:gd name="T9" fmla="*/ 38 h 38"/>
                  <a:gd name="T10" fmla="*/ 0 w 29"/>
                  <a:gd name="T11" fmla="*/ 8 h 38"/>
                  <a:gd name="T12" fmla="*/ 8 w 29"/>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29" h="38">
                    <a:moveTo>
                      <a:pt x="8" y="0"/>
                    </a:moveTo>
                    <a:lnTo>
                      <a:pt x="20" y="0"/>
                    </a:lnTo>
                    <a:lnTo>
                      <a:pt x="29" y="8"/>
                    </a:lnTo>
                    <a:lnTo>
                      <a:pt x="29" y="38"/>
                    </a:lnTo>
                    <a:lnTo>
                      <a:pt x="0" y="38"/>
                    </a:lnTo>
                    <a:lnTo>
                      <a:pt x="0" y="8"/>
                    </a:lnTo>
                    <a:lnTo>
                      <a:pt x="8"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80" name="îṩḻíḓe"/>
              <p:cNvSpPr/>
              <p:nvPr/>
            </p:nvSpPr>
            <p:spPr bwMode="auto">
              <a:xfrm>
                <a:off x="3994151" y="3484563"/>
                <a:ext cx="46038" cy="60325"/>
              </a:xfrm>
              <a:custGeom>
                <a:avLst/>
                <a:gdLst>
                  <a:gd name="T0" fmla="*/ 8 w 29"/>
                  <a:gd name="T1" fmla="*/ 0 h 38"/>
                  <a:gd name="T2" fmla="*/ 18 w 29"/>
                  <a:gd name="T3" fmla="*/ 0 h 38"/>
                  <a:gd name="T4" fmla="*/ 29 w 29"/>
                  <a:gd name="T5" fmla="*/ 8 h 38"/>
                  <a:gd name="T6" fmla="*/ 29 w 29"/>
                  <a:gd name="T7" fmla="*/ 38 h 38"/>
                  <a:gd name="T8" fmla="*/ 0 w 29"/>
                  <a:gd name="T9" fmla="*/ 38 h 38"/>
                  <a:gd name="T10" fmla="*/ 0 w 29"/>
                  <a:gd name="T11" fmla="*/ 8 h 38"/>
                  <a:gd name="T12" fmla="*/ 8 w 29"/>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29" h="38">
                    <a:moveTo>
                      <a:pt x="8" y="0"/>
                    </a:moveTo>
                    <a:lnTo>
                      <a:pt x="18" y="0"/>
                    </a:lnTo>
                    <a:lnTo>
                      <a:pt x="29" y="8"/>
                    </a:lnTo>
                    <a:lnTo>
                      <a:pt x="29" y="38"/>
                    </a:lnTo>
                    <a:lnTo>
                      <a:pt x="0" y="38"/>
                    </a:lnTo>
                    <a:lnTo>
                      <a:pt x="0" y="8"/>
                    </a:lnTo>
                    <a:lnTo>
                      <a:pt x="8"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81" name="î$1îdè"/>
              <p:cNvSpPr/>
              <p:nvPr/>
            </p:nvSpPr>
            <p:spPr bwMode="auto">
              <a:xfrm>
                <a:off x="3851276" y="3484563"/>
                <a:ext cx="122238" cy="60325"/>
              </a:xfrm>
              <a:custGeom>
                <a:avLst/>
                <a:gdLst>
                  <a:gd name="T0" fmla="*/ 9 w 77"/>
                  <a:gd name="T1" fmla="*/ 0 h 38"/>
                  <a:gd name="T2" fmla="*/ 69 w 77"/>
                  <a:gd name="T3" fmla="*/ 0 h 38"/>
                  <a:gd name="T4" fmla="*/ 77 w 77"/>
                  <a:gd name="T5" fmla="*/ 8 h 38"/>
                  <a:gd name="T6" fmla="*/ 77 w 77"/>
                  <a:gd name="T7" fmla="*/ 38 h 38"/>
                  <a:gd name="T8" fmla="*/ 0 w 77"/>
                  <a:gd name="T9" fmla="*/ 38 h 38"/>
                  <a:gd name="T10" fmla="*/ 0 w 77"/>
                  <a:gd name="T11" fmla="*/ 8 h 38"/>
                  <a:gd name="T12" fmla="*/ 9 w 77"/>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77" h="38">
                    <a:moveTo>
                      <a:pt x="9" y="0"/>
                    </a:moveTo>
                    <a:lnTo>
                      <a:pt x="69" y="0"/>
                    </a:lnTo>
                    <a:lnTo>
                      <a:pt x="77" y="8"/>
                    </a:lnTo>
                    <a:lnTo>
                      <a:pt x="77" y="38"/>
                    </a:lnTo>
                    <a:lnTo>
                      <a:pt x="0" y="38"/>
                    </a:lnTo>
                    <a:lnTo>
                      <a:pt x="0" y="8"/>
                    </a:lnTo>
                    <a:lnTo>
                      <a:pt x="9"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82" name="iśľïḓe"/>
              <p:cNvSpPr/>
              <p:nvPr/>
            </p:nvSpPr>
            <p:spPr bwMode="auto">
              <a:xfrm>
                <a:off x="4046538" y="3484563"/>
                <a:ext cx="6350"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183" name="iṣļïḑè"/>
              <p:cNvSpPr/>
              <p:nvPr/>
            </p:nvSpPr>
            <p:spPr bwMode="auto">
              <a:xfrm>
                <a:off x="3838576" y="3484563"/>
                <a:ext cx="6350"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184" name="iṡḷidé"/>
              <p:cNvSpPr/>
              <p:nvPr/>
            </p:nvSpPr>
            <p:spPr bwMode="auto">
              <a:xfrm>
                <a:off x="3979863" y="3484563"/>
                <a:ext cx="3175"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185" name="íṡḷíḋe"/>
              <p:cNvSpPr/>
              <p:nvPr/>
            </p:nvSpPr>
            <p:spPr bwMode="auto">
              <a:xfrm>
                <a:off x="3811588" y="3551238"/>
                <a:ext cx="20478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86" name="íŝ1iḑê"/>
              <p:cNvSpPr/>
              <p:nvPr/>
            </p:nvSpPr>
            <p:spPr bwMode="auto">
              <a:xfrm>
                <a:off x="3805238" y="3557588"/>
                <a:ext cx="214313"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87" name="îṩḷiḑe"/>
              <p:cNvSpPr/>
              <p:nvPr/>
            </p:nvSpPr>
            <p:spPr bwMode="auto">
              <a:xfrm>
                <a:off x="3802063" y="3567113"/>
                <a:ext cx="220663" cy="1588"/>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88" name="iṧḻiḑê"/>
              <p:cNvSpPr/>
              <p:nvPr/>
            </p:nvSpPr>
            <p:spPr bwMode="auto">
              <a:xfrm>
                <a:off x="3802063" y="3570288"/>
                <a:ext cx="22383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89" name="ïṣḻîḋè"/>
              <p:cNvSpPr/>
              <p:nvPr/>
            </p:nvSpPr>
            <p:spPr bwMode="auto">
              <a:xfrm>
                <a:off x="3795713" y="3581400"/>
                <a:ext cx="234950"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90" name="îṡ1îḍé"/>
              <p:cNvSpPr/>
              <p:nvPr/>
            </p:nvSpPr>
            <p:spPr bwMode="auto">
              <a:xfrm>
                <a:off x="3633788" y="3587750"/>
                <a:ext cx="560388" cy="6350"/>
              </a:xfrm>
              <a:custGeom>
                <a:avLst/>
                <a:gdLst>
                  <a:gd name="T0" fmla="*/ 0 w 353"/>
                  <a:gd name="T1" fmla="*/ 0 h 4"/>
                  <a:gd name="T2" fmla="*/ 353 w 353"/>
                  <a:gd name="T3" fmla="*/ 0 h 4"/>
                  <a:gd name="T4" fmla="*/ 351 w 353"/>
                  <a:gd name="T5" fmla="*/ 4 h 4"/>
                  <a:gd name="T6" fmla="*/ 2 w 353"/>
                  <a:gd name="T7" fmla="*/ 4 h 4"/>
                  <a:gd name="T8" fmla="*/ 0 w 353"/>
                  <a:gd name="T9" fmla="*/ 0 h 4"/>
                </a:gdLst>
                <a:ahLst/>
                <a:cxnLst>
                  <a:cxn ang="0">
                    <a:pos x="T0" y="T1"/>
                  </a:cxn>
                  <a:cxn ang="0">
                    <a:pos x="T2" y="T3"/>
                  </a:cxn>
                  <a:cxn ang="0">
                    <a:pos x="T4" y="T5"/>
                  </a:cxn>
                  <a:cxn ang="0">
                    <a:pos x="T6" y="T7"/>
                  </a:cxn>
                  <a:cxn ang="0">
                    <a:pos x="T8" y="T9"/>
                  </a:cxn>
                </a:cxnLst>
                <a:rect l="0" t="0" r="r" b="b"/>
                <a:pathLst>
                  <a:path w="353" h="4">
                    <a:moveTo>
                      <a:pt x="0" y="0"/>
                    </a:moveTo>
                    <a:lnTo>
                      <a:pt x="353" y="0"/>
                    </a:lnTo>
                    <a:lnTo>
                      <a:pt x="351" y="4"/>
                    </a:lnTo>
                    <a:lnTo>
                      <a:pt x="2" y="4"/>
                    </a:lnTo>
                    <a:lnTo>
                      <a:pt x="0" y="0"/>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91" name="îš1íḑe"/>
              <p:cNvSpPr/>
              <p:nvPr/>
            </p:nvSpPr>
            <p:spPr bwMode="auto">
              <a:xfrm>
                <a:off x="3640138" y="3600450"/>
                <a:ext cx="547688" cy="6350"/>
              </a:xfrm>
              <a:custGeom>
                <a:avLst/>
                <a:gdLst>
                  <a:gd name="T0" fmla="*/ 0 w 345"/>
                  <a:gd name="T1" fmla="*/ 0 h 4"/>
                  <a:gd name="T2" fmla="*/ 345 w 345"/>
                  <a:gd name="T3" fmla="*/ 0 h 4"/>
                  <a:gd name="T4" fmla="*/ 343 w 345"/>
                  <a:gd name="T5" fmla="*/ 4 h 4"/>
                  <a:gd name="T6" fmla="*/ 2 w 345"/>
                  <a:gd name="T7" fmla="*/ 4 h 4"/>
                  <a:gd name="T8" fmla="*/ 0 w 345"/>
                  <a:gd name="T9" fmla="*/ 0 h 4"/>
                </a:gdLst>
                <a:ahLst/>
                <a:cxnLst>
                  <a:cxn ang="0">
                    <a:pos x="T0" y="T1"/>
                  </a:cxn>
                  <a:cxn ang="0">
                    <a:pos x="T2" y="T3"/>
                  </a:cxn>
                  <a:cxn ang="0">
                    <a:pos x="T4" y="T5"/>
                  </a:cxn>
                  <a:cxn ang="0">
                    <a:pos x="T6" y="T7"/>
                  </a:cxn>
                  <a:cxn ang="0">
                    <a:pos x="T8" y="T9"/>
                  </a:cxn>
                </a:cxnLst>
                <a:rect l="0" t="0" r="r" b="b"/>
                <a:pathLst>
                  <a:path w="345" h="4">
                    <a:moveTo>
                      <a:pt x="0" y="0"/>
                    </a:moveTo>
                    <a:lnTo>
                      <a:pt x="345" y="0"/>
                    </a:lnTo>
                    <a:lnTo>
                      <a:pt x="343" y="4"/>
                    </a:lnTo>
                    <a:lnTo>
                      <a:pt x="2" y="4"/>
                    </a:lnTo>
                    <a:lnTo>
                      <a:pt x="0" y="0"/>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92" name="iš1ïḍe"/>
              <p:cNvSpPr/>
              <p:nvPr/>
            </p:nvSpPr>
            <p:spPr bwMode="auto">
              <a:xfrm>
                <a:off x="3736976" y="3406775"/>
                <a:ext cx="352425" cy="4763"/>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93" name="îSḻîde"/>
              <p:cNvSpPr/>
              <p:nvPr/>
            </p:nvSpPr>
            <p:spPr bwMode="auto">
              <a:xfrm>
                <a:off x="3746501" y="3417888"/>
                <a:ext cx="3333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94" name="î$ḻîḑé"/>
              <p:cNvSpPr/>
              <p:nvPr/>
            </p:nvSpPr>
            <p:spPr bwMode="auto">
              <a:xfrm>
                <a:off x="3805238" y="3417888"/>
                <a:ext cx="211138" cy="1588"/>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95" name="íŝļïḓe"/>
              <p:cNvSpPr/>
              <p:nvPr/>
            </p:nvSpPr>
            <p:spPr bwMode="auto">
              <a:xfrm>
                <a:off x="3811588"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96" name="îS1iḍé"/>
              <p:cNvSpPr/>
              <p:nvPr/>
            </p:nvSpPr>
            <p:spPr bwMode="auto">
              <a:xfrm>
                <a:off x="3802063"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97" name="išlïdé"/>
              <p:cNvSpPr/>
              <p:nvPr/>
            </p:nvSpPr>
            <p:spPr bwMode="auto">
              <a:xfrm>
                <a:off x="3789363" y="3421063"/>
                <a:ext cx="6350"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98" name="ïSlïde"/>
              <p:cNvSpPr/>
              <p:nvPr/>
            </p:nvSpPr>
            <p:spPr bwMode="auto">
              <a:xfrm>
                <a:off x="3822701"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99" name="îşľïďe"/>
              <p:cNvSpPr/>
              <p:nvPr/>
            </p:nvSpPr>
            <p:spPr bwMode="auto">
              <a:xfrm>
                <a:off x="3832226"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00" name="ïşľíďê"/>
              <p:cNvSpPr/>
              <p:nvPr/>
            </p:nvSpPr>
            <p:spPr bwMode="auto">
              <a:xfrm>
                <a:off x="38449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01" name="íś1ïdè"/>
              <p:cNvSpPr/>
              <p:nvPr/>
            </p:nvSpPr>
            <p:spPr bwMode="auto">
              <a:xfrm>
                <a:off x="3854451"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0" y="0"/>
                      <a:pt x="1" y="0"/>
                      <a:pt x="2" y="0"/>
                    </a:cubicBezTo>
                    <a:cubicBezTo>
                      <a:pt x="2" y="3"/>
                      <a:pt x="2" y="6"/>
                      <a:pt x="2"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02" name="iṩḷiḍe"/>
              <p:cNvSpPr/>
              <p:nvPr/>
            </p:nvSpPr>
            <p:spPr bwMode="auto">
              <a:xfrm>
                <a:off x="3865563"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03" name="ïŝ1iďè"/>
              <p:cNvSpPr/>
              <p:nvPr/>
            </p:nvSpPr>
            <p:spPr bwMode="auto">
              <a:xfrm>
                <a:off x="3878263"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04" name="íṩļíḋê"/>
              <p:cNvSpPr/>
              <p:nvPr/>
            </p:nvSpPr>
            <p:spPr bwMode="auto">
              <a:xfrm>
                <a:off x="3887788"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05" name="ïṧ1ïdè"/>
              <p:cNvSpPr/>
              <p:nvPr/>
            </p:nvSpPr>
            <p:spPr bwMode="auto">
              <a:xfrm>
                <a:off x="3897313"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06" name="íŝḻîḍé"/>
              <p:cNvSpPr/>
              <p:nvPr/>
            </p:nvSpPr>
            <p:spPr bwMode="auto">
              <a:xfrm>
                <a:off x="3908426"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07" name="îşḻïḓé"/>
              <p:cNvSpPr/>
              <p:nvPr/>
            </p:nvSpPr>
            <p:spPr bwMode="auto">
              <a:xfrm>
                <a:off x="39211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08" name="íśļíďè"/>
              <p:cNvSpPr/>
              <p:nvPr/>
            </p:nvSpPr>
            <p:spPr bwMode="auto">
              <a:xfrm>
                <a:off x="3930651"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09" name="iŝ1ïdé"/>
              <p:cNvSpPr/>
              <p:nvPr/>
            </p:nvSpPr>
            <p:spPr bwMode="auto">
              <a:xfrm>
                <a:off x="3940176"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10" name="is1ídè"/>
              <p:cNvSpPr/>
              <p:nvPr/>
            </p:nvSpPr>
            <p:spPr bwMode="auto">
              <a:xfrm>
                <a:off x="3951288"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2" y="0"/>
                      <a:pt x="2" y="0"/>
                    </a:cubicBezTo>
                    <a:cubicBezTo>
                      <a:pt x="2" y="3"/>
                      <a:pt x="2" y="6"/>
                      <a:pt x="2" y="9"/>
                    </a:cubicBezTo>
                    <a:cubicBezTo>
                      <a:pt x="2"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11" name="islíďê"/>
              <p:cNvSpPr/>
              <p:nvPr/>
            </p:nvSpPr>
            <p:spPr bwMode="auto">
              <a:xfrm>
                <a:off x="3963988"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12" name="iṩlíḑê"/>
              <p:cNvSpPr/>
              <p:nvPr/>
            </p:nvSpPr>
            <p:spPr bwMode="auto">
              <a:xfrm>
                <a:off x="3973513"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13" name="îṥḷïďê"/>
              <p:cNvSpPr/>
              <p:nvPr/>
            </p:nvSpPr>
            <p:spPr bwMode="auto">
              <a:xfrm>
                <a:off x="3983038"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14" name="íṥḻïďè"/>
              <p:cNvSpPr/>
              <p:nvPr/>
            </p:nvSpPr>
            <p:spPr bwMode="auto">
              <a:xfrm>
                <a:off x="39973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15" name="íṡḷíḍè"/>
              <p:cNvSpPr/>
              <p:nvPr/>
            </p:nvSpPr>
            <p:spPr bwMode="auto">
              <a:xfrm>
                <a:off x="4006851"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16" name="î$ḷîḑé"/>
              <p:cNvSpPr/>
              <p:nvPr/>
            </p:nvSpPr>
            <p:spPr bwMode="auto">
              <a:xfrm>
                <a:off x="4016376" y="3421063"/>
                <a:ext cx="6350"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17" name="í$ľîdè"/>
              <p:cNvSpPr/>
              <p:nvPr/>
            </p:nvSpPr>
            <p:spPr bwMode="auto">
              <a:xfrm>
                <a:off x="4025901" y="3421063"/>
                <a:ext cx="7938"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18" name="iṥ1iḍè"/>
              <p:cNvSpPr/>
              <p:nvPr/>
            </p:nvSpPr>
            <p:spPr bwMode="auto">
              <a:xfrm>
                <a:off x="4040188" y="3417888"/>
                <a:ext cx="3968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19" name="ïslidé"/>
              <p:cNvSpPr/>
              <p:nvPr/>
            </p:nvSpPr>
            <p:spPr bwMode="auto">
              <a:xfrm>
                <a:off x="3679826"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20" name="íṡlïďè"/>
              <p:cNvSpPr/>
              <p:nvPr/>
            </p:nvSpPr>
            <p:spPr bwMode="auto">
              <a:xfrm>
                <a:off x="3884613" y="3490913"/>
                <a:ext cx="55563" cy="53975"/>
              </a:xfrm>
              <a:custGeom>
                <a:avLst/>
                <a:gdLst>
                  <a:gd name="T0" fmla="*/ 0 w 35"/>
                  <a:gd name="T1" fmla="*/ 0 h 34"/>
                  <a:gd name="T2" fmla="*/ 35 w 35"/>
                  <a:gd name="T3" fmla="*/ 0 h 34"/>
                  <a:gd name="T4" fmla="*/ 35 w 35"/>
                  <a:gd name="T5" fmla="*/ 34 h 34"/>
                  <a:gd name="T6" fmla="*/ 0 w 35"/>
                  <a:gd name="T7" fmla="*/ 34 h 34"/>
                  <a:gd name="T8" fmla="*/ 0 w 35"/>
                  <a:gd name="T9" fmla="*/ 0 h 34"/>
                  <a:gd name="T10" fmla="*/ 0 w 35"/>
                  <a:gd name="T11" fmla="*/ 0 h 34"/>
                  <a:gd name="T12" fmla="*/ 4 w 35"/>
                  <a:gd name="T13" fmla="*/ 8 h 34"/>
                  <a:gd name="T14" fmla="*/ 4 w 35"/>
                  <a:gd name="T15" fmla="*/ 27 h 34"/>
                  <a:gd name="T16" fmla="*/ 8 w 35"/>
                  <a:gd name="T17" fmla="*/ 27 h 34"/>
                  <a:gd name="T18" fmla="*/ 8 w 35"/>
                  <a:gd name="T19" fmla="*/ 8 h 34"/>
                  <a:gd name="T20" fmla="*/ 4 w 35"/>
                  <a:gd name="T21" fmla="*/ 8 h 34"/>
                  <a:gd name="T22" fmla="*/ 4 w 35"/>
                  <a:gd name="T23" fmla="*/ 8 h 34"/>
                  <a:gd name="T24" fmla="*/ 29 w 35"/>
                  <a:gd name="T25" fmla="*/ 8 h 34"/>
                  <a:gd name="T26" fmla="*/ 29 w 35"/>
                  <a:gd name="T27" fmla="*/ 27 h 34"/>
                  <a:gd name="T28" fmla="*/ 31 w 35"/>
                  <a:gd name="T29" fmla="*/ 27 h 34"/>
                  <a:gd name="T30" fmla="*/ 31 w 35"/>
                  <a:gd name="T31" fmla="*/ 8 h 34"/>
                  <a:gd name="T32" fmla="*/ 29 w 35"/>
                  <a:gd name="T33" fmla="*/ 8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35" h="34">
                    <a:moveTo>
                      <a:pt x="0" y="0"/>
                    </a:moveTo>
                    <a:lnTo>
                      <a:pt x="35" y="0"/>
                    </a:lnTo>
                    <a:lnTo>
                      <a:pt x="35" y="34"/>
                    </a:lnTo>
                    <a:lnTo>
                      <a:pt x="0" y="34"/>
                    </a:lnTo>
                    <a:lnTo>
                      <a:pt x="0" y="0"/>
                    </a:lnTo>
                    <a:lnTo>
                      <a:pt x="0" y="0"/>
                    </a:lnTo>
                    <a:close/>
                    <a:moveTo>
                      <a:pt x="4" y="8"/>
                    </a:moveTo>
                    <a:lnTo>
                      <a:pt x="4" y="27"/>
                    </a:lnTo>
                    <a:lnTo>
                      <a:pt x="8" y="27"/>
                    </a:lnTo>
                    <a:lnTo>
                      <a:pt x="8" y="8"/>
                    </a:lnTo>
                    <a:lnTo>
                      <a:pt x="4" y="8"/>
                    </a:lnTo>
                    <a:lnTo>
                      <a:pt x="4" y="8"/>
                    </a:lnTo>
                    <a:close/>
                    <a:moveTo>
                      <a:pt x="29" y="8"/>
                    </a:moveTo>
                    <a:lnTo>
                      <a:pt x="29" y="27"/>
                    </a:lnTo>
                    <a:lnTo>
                      <a:pt x="31" y="27"/>
                    </a:lnTo>
                    <a:lnTo>
                      <a:pt x="31" y="8"/>
                    </a:lnTo>
                    <a:lnTo>
                      <a:pt x="29" y="8"/>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21" name="iṧ1ïḓè"/>
              <p:cNvSpPr/>
              <p:nvPr/>
            </p:nvSpPr>
            <p:spPr bwMode="auto">
              <a:xfrm>
                <a:off x="3551238" y="3067050"/>
                <a:ext cx="722313" cy="727075"/>
              </a:xfrm>
              <a:custGeom>
                <a:avLst/>
                <a:gdLst>
                  <a:gd name="T0" fmla="*/ 109 w 219"/>
                  <a:gd name="T1" fmla="*/ 0 h 218"/>
                  <a:gd name="T2" fmla="*/ 219 w 219"/>
                  <a:gd name="T3" fmla="*/ 109 h 218"/>
                  <a:gd name="T4" fmla="*/ 109 w 219"/>
                  <a:gd name="T5" fmla="*/ 218 h 218"/>
                  <a:gd name="T6" fmla="*/ 0 w 219"/>
                  <a:gd name="T7" fmla="*/ 109 h 218"/>
                  <a:gd name="T8" fmla="*/ 109 w 219"/>
                  <a:gd name="T9" fmla="*/ 0 h 218"/>
                  <a:gd name="T10" fmla="*/ 109 w 219"/>
                  <a:gd name="T11" fmla="*/ 3 h 218"/>
                  <a:gd name="T12" fmla="*/ 4 w 219"/>
                  <a:gd name="T13" fmla="*/ 109 h 218"/>
                  <a:gd name="T14" fmla="*/ 109 w 219"/>
                  <a:gd name="T15" fmla="*/ 215 h 218"/>
                  <a:gd name="T16" fmla="*/ 215 w 219"/>
                  <a:gd name="T17" fmla="*/ 109 h 218"/>
                  <a:gd name="T18" fmla="*/ 109 w 219"/>
                  <a:gd name="T19" fmla="*/ 3 h 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9" h="218">
                    <a:moveTo>
                      <a:pt x="109" y="0"/>
                    </a:moveTo>
                    <a:cubicBezTo>
                      <a:pt x="170" y="0"/>
                      <a:pt x="219" y="49"/>
                      <a:pt x="219" y="109"/>
                    </a:cubicBezTo>
                    <a:cubicBezTo>
                      <a:pt x="219" y="169"/>
                      <a:pt x="170" y="218"/>
                      <a:pt x="109" y="218"/>
                    </a:cubicBezTo>
                    <a:cubicBezTo>
                      <a:pt x="49" y="218"/>
                      <a:pt x="0" y="169"/>
                      <a:pt x="0" y="109"/>
                    </a:cubicBezTo>
                    <a:cubicBezTo>
                      <a:pt x="0" y="49"/>
                      <a:pt x="49" y="0"/>
                      <a:pt x="109" y="0"/>
                    </a:cubicBezTo>
                    <a:close/>
                    <a:moveTo>
                      <a:pt x="109" y="3"/>
                    </a:moveTo>
                    <a:cubicBezTo>
                      <a:pt x="51" y="3"/>
                      <a:pt x="4" y="51"/>
                      <a:pt x="4" y="109"/>
                    </a:cubicBezTo>
                    <a:cubicBezTo>
                      <a:pt x="4" y="167"/>
                      <a:pt x="51" y="215"/>
                      <a:pt x="109" y="215"/>
                    </a:cubicBezTo>
                    <a:cubicBezTo>
                      <a:pt x="168" y="215"/>
                      <a:pt x="215" y="167"/>
                      <a:pt x="215" y="109"/>
                    </a:cubicBezTo>
                    <a:cubicBezTo>
                      <a:pt x="215" y="51"/>
                      <a:pt x="168" y="3"/>
                      <a:pt x="109" y="3"/>
                    </a:cubicBez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nvGrpSpPr>
            <p:cNvPr id="123" name="íşḷïḑe"/>
            <p:cNvGrpSpPr/>
            <p:nvPr userDrawn="1"/>
          </p:nvGrpSpPr>
          <p:grpSpPr>
            <a:xfrm>
              <a:off x="4894762" y="471192"/>
              <a:ext cx="4437911" cy="1614111"/>
              <a:chOff x="4412452" y="3106738"/>
              <a:chExt cx="2312689" cy="841148"/>
            </a:xfrm>
          </p:grpSpPr>
          <p:grpSp>
            <p:nvGrpSpPr>
              <p:cNvPr id="124" name="îṥľíḑé"/>
              <p:cNvGrpSpPr/>
              <p:nvPr/>
            </p:nvGrpSpPr>
            <p:grpSpPr>
              <a:xfrm>
                <a:off x="4422776" y="3106738"/>
                <a:ext cx="2293937" cy="617538"/>
                <a:chOff x="4422776" y="3106738"/>
                <a:chExt cx="2293937" cy="617538"/>
              </a:xfrm>
            </p:grpSpPr>
            <p:sp>
              <p:nvSpPr>
                <p:cNvPr id="141" name="išḻiḑé"/>
                <p:cNvSpPr/>
                <p:nvPr/>
              </p:nvSpPr>
              <p:spPr bwMode="auto">
                <a:xfrm>
                  <a:off x="4811713" y="3200400"/>
                  <a:ext cx="49213" cy="100013"/>
                </a:xfrm>
                <a:custGeom>
                  <a:avLst/>
                  <a:gdLst>
                    <a:gd name="T0" fmla="*/ 0 w 15"/>
                    <a:gd name="T1" fmla="*/ 1 h 30"/>
                    <a:gd name="T2" fmla="*/ 1 w 15"/>
                    <a:gd name="T3" fmla="*/ 12 h 30"/>
                    <a:gd name="T4" fmla="*/ 0 w 15"/>
                    <a:gd name="T5" fmla="*/ 21 h 30"/>
                    <a:gd name="T6" fmla="*/ 2 w 15"/>
                    <a:gd name="T7" fmla="*/ 28 h 30"/>
                    <a:gd name="T8" fmla="*/ 7 w 15"/>
                    <a:gd name="T9" fmla="*/ 30 h 30"/>
                    <a:gd name="T10" fmla="*/ 12 w 15"/>
                    <a:gd name="T11" fmla="*/ 26 h 30"/>
                    <a:gd name="T12" fmla="*/ 15 w 15"/>
                    <a:gd name="T13" fmla="*/ 18 h 30"/>
                    <a:gd name="T14" fmla="*/ 3 w 15"/>
                    <a:gd name="T15" fmla="*/ 0 h 30"/>
                    <a:gd name="T16" fmla="*/ 0 w 15"/>
                    <a:gd name="T17" fmla="*/ 1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5" h="30">
                      <a:moveTo>
                        <a:pt x="0" y="1"/>
                      </a:moveTo>
                      <a:cubicBezTo>
                        <a:pt x="1" y="12"/>
                        <a:pt x="1" y="12"/>
                        <a:pt x="1" y="12"/>
                      </a:cubicBezTo>
                      <a:cubicBezTo>
                        <a:pt x="1" y="13"/>
                        <a:pt x="0" y="18"/>
                        <a:pt x="0" y="21"/>
                      </a:cubicBezTo>
                      <a:cubicBezTo>
                        <a:pt x="0" y="24"/>
                        <a:pt x="2" y="25"/>
                        <a:pt x="2" y="28"/>
                      </a:cubicBezTo>
                      <a:cubicBezTo>
                        <a:pt x="7" y="30"/>
                        <a:pt x="7" y="30"/>
                        <a:pt x="7" y="30"/>
                      </a:cubicBezTo>
                      <a:cubicBezTo>
                        <a:pt x="9" y="27"/>
                        <a:pt x="10" y="29"/>
                        <a:pt x="12" y="26"/>
                      </a:cubicBezTo>
                      <a:cubicBezTo>
                        <a:pt x="14" y="23"/>
                        <a:pt x="14" y="21"/>
                        <a:pt x="15" y="18"/>
                      </a:cubicBezTo>
                      <a:cubicBezTo>
                        <a:pt x="12" y="7"/>
                        <a:pt x="13" y="5"/>
                        <a:pt x="3" y="0"/>
                      </a:cubicBezTo>
                      <a:lnTo>
                        <a:pt x="0" y="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42" name="íṥľíďè"/>
                <p:cNvSpPr/>
                <p:nvPr/>
              </p:nvSpPr>
              <p:spPr bwMode="auto">
                <a:xfrm>
                  <a:off x="5221288" y="3184525"/>
                  <a:ext cx="36513" cy="122238"/>
                </a:xfrm>
                <a:custGeom>
                  <a:avLst/>
                  <a:gdLst>
                    <a:gd name="T0" fmla="*/ 0 w 11"/>
                    <a:gd name="T1" fmla="*/ 3 h 37"/>
                    <a:gd name="T2" fmla="*/ 2 w 11"/>
                    <a:gd name="T3" fmla="*/ 14 h 37"/>
                    <a:gd name="T4" fmla="*/ 0 w 11"/>
                    <a:gd name="T5" fmla="*/ 33 h 37"/>
                    <a:gd name="T6" fmla="*/ 0 w 11"/>
                    <a:gd name="T7" fmla="*/ 36 h 37"/>
                    <a:gd name="T8" fmla="*/ 2 w 11"/>
                    <a:gd name="T9" fmla="*/ 37 h 37"/>
                    <a:gd name="T10" fmla="*/ 8 w 11"/>
                    <a:gd name="T11" fmla="*/ 27 h 37"/>
                    <a:gd name="T12" fmla="*/ 11 w 11"/>
                    <a:gd name="T13" fmla="*/ 17 h 37"/>
                    <a:gd name="T14" fmla="*/ 11 w 11"/>
                    <a:gd name="T15" fmla="*/ 15 h 37"/>
                    <a:gd name="T16" fmla="*/ 7 w 11"/>
                    <a:gd name="T17" fmla="*/ 2 h 37"/>
                    <a:gd name="T18" fmla="*/ 2 w 11"/>
                    <a:gd name="T19" fmla="*/ 0 h 37"/>
                    <a:gd name="T20" fmla="*/ 0 w 11"/>
                    <a:gd name="T21" fmla="*/ 3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1" h="37">
                      <a:moveTo>
                        <a:pt x="0" y="3"/>
                      </a:moveTo>
                      <a:cubicBezTo>
                        <a:pt x="2" y="14"/>
                        <a:pt x="2" y="14"/>
                        <a:pt x="2" y="14"/>
                      </a:cubicBezTo>
                      <a:cubicBezTo>
                        <a:pt x="2" y="19"/>
                        <a:pt x="0" y="27"/>
                        <a:pt x="0" y="33"/>
                      </a:cubicBezTo>
                      <a:cubicBezTo>
                        <a:pt x="0" y="36"/>
                        <a:pt x="0" y="36"/>
                        <a:pt x="0" y="36"/>
                      </a:cubicBezTo>
                      <a:cubicBezTo>
                        <a:pt x="2" y="36"/>
                        <a:pt x="1" y="37"/>
                        <a:pt x="2" y="37"/>
                      </a:cubicBezTo>
                      <a:cubicBezTo>
                        <a:pt x="3" y="37"/>
                        <a:pt x="7" y="28"/>
                        <a:pt x="8" y="27"/>
                      </a:cubicBezTo>
                      <a:cubicBezTo>
                        <a:pt x="9" y="24"/>
                        <a:pt x="11" y="21"/>
                        <a:pt x="11" y="17"/>
                      </a:cubicBezTo>
                      <a:cubicBezTo>
                        <a:pt x="11" y="15"/>
                        <a:pt x="11" y="15"/>
                        <a:pt x="11" y="15"/>
                      </a:cubicBezTo>
                      <a:cubicBezTo>
                        <a:pt x="11" y="7"/>
                        <a:pt x="8" y="7"/>
                        <a:pt x="7" y="2"/>
                      </a:cubicBezTo>
                      <a:cubicBezTo>
                        <a:pt x="2" y="0"/>
                        <a:pt x="2" y="0"/>
                        <a:pt x="2" y="0"/>
                      </a:cubicBezTo>
                      <a:cubicBezTo>
                        <a:pt x="2" y="1"/>
                        <a:pt x="0" y="1"/>
                        <a:pt x="0" y="3"/>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43" name="íś1iḑe"/>
                <p:cNvSpPr/>
                <p:nvPr/>
              </p:nvSpPr>
              <p:spPr bwMode="auto">
                <a:xfrm>
                  <a:off x="4554538" y="3251200"/>
                  <a:ext cx="119063" cy="58738"/>
                </a:xfrm>
                <a:custGeom>
                  <a:avLst/>
                  <a:gdLst>
                    <a:gd name="T0" fmla="*/ 0 w 36"/>
                    <a:gd name="T1" fmla="*/ 15 h 18"/>
                    <a:gd name="T2" fmla="*/ 2 w 36"/>
                    <a:gd name="T3" fmla="*/ 16 h 18"/>
                    <a:gd name="T4" fmla="*/ 13 w 36"/>
                    <a:gd name="T5" fmla="*/ 18 h 18"/>
                    <a:gd name="T6" fmla="*/ 16 w 36"/>
                    <a:gd name="T7" fmla="*/ 18 h 18"/>
                    <a:gd name="T8" fmla="*/ 22 w 36"/>
                    <a:gd name="T9" fmla="*/ 17 h 18"/>
                    <a:gd name="T10" fmla="*/ 23 w 36"/>
                    <a:gd name="T11" fmla="*/ 17 h 18"/>
                    <a:gd name="T12" fmla="*/ 30 w 36"/>
                    <a:gd name="T13" fmla="*/ 13 h 18"/>
                    <a:gd name="T14" fmla="*/ 36 w 36"/>
                    <a:gd name="T15" fmla="*/ 8 h 18"/>
                    <a:gd name="T16" fmla="*/ 36 w 36"/>
                    <a:gd name="T17" fmla="*/ 7 h 18"/>
                    <a:gd name="T18" fmla="*/ 36 w 36"/>
                    <a:gd name="T19" fmla="*/ 4 h 18"/>
                    <a:gd name="T20" fmla="*/ 32 w 36"/>
                    <a:gd name="T21" fmla="*/ 0 h 18"/>
                    <a:gd name="T22" fmla="*/ 24 w 36"/>
                    <a:gd name="T23" fmla="*/ 3 h 18"/>
                    <a:gd name="T24" fmla="*/ 16 w 36"/>
                    <a:gd name="T25" fmla="*/ 7 h 18"/>
                    <a:gd name="T26" fmla="*/ 0 w 36"/>
                    <a:gd name="T27" fmla="*/ 15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6" h="18">
                      <a:moveTo>
                        <a:pt x="0" y="15"/>
                      </a:moveTo>
                      <a:cubicBezTo>
                        <a:pt x="1" y="16"/>
                        <a:pt x="1" y="16"/>
                        <a:pt x="2" y="16"/>
                      </a:cubicBezTo>
                      <a:cubicBezTo>
                        <a:pt x="6" y="16"/>
                        <a:pt x="9" y="18"/>
                        <a:pt x="13" y="18"/>
                      </a:cubicBezTo>
                      <a:cubicBezTo>
                        <a:pt x="16" y="18"/>
                        <a:pt x="16" y="18"/>
                        <a:pt x="16" y="18"/>
                      </a:cubicBezTo>
                      <a:cubicBezTo>
                        <a:pt x="22" y="17"/>
                        <a:pt x="22" y="17"/>
                        <a:pt x="22" y="17"/>
                      </a:cubicBezTo>
                      <a:cubicBezTo>
                        <a:pt x="23" y="17"/>
                        <a:pt x="23" y="17"/>
                        <a:pt x="23" y="17"/>
                      </a:cubicBezTo>
                      <a:cubicBezTo>
                        <a:pt x="26" y="16"/>
                        <a:pt x="28" y="14"/>
                        <a:pt x="30" y="13"/>
                      </a:cubicBezTo>
                      <a:cubicBezTo>
                        <a:pt x="34" y="11"/>
                        <a:pt x="33" y="10"/>
                        <a:pt x="36" y="8"/>
                      </a:cubicBezTo>
                      <a:cubicBezTo>
                        <a:pt x="36" y="7"/>
                        <a:pt x="36" y="7"/>
                        <a:pt x="36" y="7"/>
                      </a:cubicBezTo>
                      <a:cubicBezTo>
                        <a:pt x="36" y="4"/>
                        <a:pt x="36" y="4"/>
                        <a:pt x="36" y="4"/>
                      </a:cubicBezTo>
                      <a:cubicBezTo>
                        <a:pt x="36" y="1"/>
                        <a:pt x="33" y="2"/>
                        <a:pt x="32" y="0"/>
                      </a:cubicBezTo>
                      <a:cubicBezTo>
                        <a:pt x="29" y="1"/>
                        <a:pt x="27" y="1"/>
                        <a:pt x="24" y="3"/>
                      </a:cubicBezTo>
                      <a:cubicBezTo>
                        <a:pt x="21" y="4"/>
                        <a:pt x="19" y="6"/>
                        <a:pt x="16" y="7"/>
                      </a:cubicBezTo>
                      <a:cubicBezTo>
                        <a:pt x="11" y="11"/>
                        <a:pt x="4" y="10"/>
                        <a:pt x="0" y="1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44" name="iṩ1iḋè"/>
                <p:cNvSpPr/>
                <p:nvPr/>
              </p:nvSpPr>
              <p:spPr bwMode="auto">
                <a:xfrm>
                  <a:off x="6359526" y="3263900"/>
                  <a:ext cx="93663" cy="139700"/>
                </a:xfrm>
                <a:custGeom>
                  <a:avLst/>
                  <a:gdLst>
                    <a:gd name="T0" fmla="*/ 15 w 28"/>
                    <a:gd name="T1" fmla="*/ 1 h 42"/>
                    <a:gd name="T2" fmla="*/ 6 w 28"/>
                    <a:gd name="T3" fmla="*/ 11 h 42"/>
                    <a:gd name="T4" fmla="*/ 6 w 28"/>
                    <a:gd name="T5" fmla="*/ 13 h 42"/>
                    <a:gd name="T6" fmla="*/ 5 w 28"/>
                    <a:gd name="T7" fmla="*/ 16 h 42"/>
                    <a:gd name="T8" fmla="*/ 6 w 28"/>
                    <a:gd name="T9" fmla="*/ 20 h 42"/>
                    <a:gd name="T10" fmla="*/ 6 w 28"/>
                    <a:gd name="T11" fmla="*/ 21 h 42"/>
                    <a:gd name="T12" fmla="*/ 0 w 28"/>
                    <a:gd name="T13" fmla="*/ 38 h 42"/>
                    <a:gd name="T14" fmla="*/ 0 w 28"/>
                    <a:gd name="T15" fmla="*/ 41 h 42"/>
                    <a:gd name="T16" fmla="*/ 3 w 28"/>
                    <a:gd name="T17" fmla="*/ 42 h 42"/>
                    <a:gd name="T18" fmla="*/ 9 w 28"/>
                    <a:gd name="T19" fmla="*/ 32 h 42"/>
                    <a:gd name="T20" fmla="*/ 12 w 28"/>
                    <a:gd name="T21" fmla="*/ 26 h 42"/>
                    <a:gd name="T22" fmla="*/ 14 w 28"/>
                    <a:gd name="T23" fmla="*/ 26 h 42"/>
                    <a:gd name="T24" fmla="*/ 20 w 28"/>
                    <a:gd name="T25" fmla="*/ 26 h 42"/>
                    <a:gd name="T26" fmla="*/ 28 w 28"/>
                    <a:gd name="T27" fmla="*/ 14 h 42"/>
                    <a:gd name="T28" fmla="*/ 28 w 28"/>
                    <a:gd name="T29" fmla="*/ 6 h 42"/>
                    <a:gd name="T30" fmla="*/ 28 w 28"/>
                    <a:gd name="T31" fmla="*/ 5 h 42"/>
                    <a:gd name="T32" fmla="*/ 27 w 28"/>
                    <a:gd name="T33" fmla="*/ 3 h 42"/>
                    <a:gd name="T34" fmla="*/ 26 w 28"/>
                    <a:gd name="T35" fmla="*/ 3 h 42"/>
                    <a:gd name="T36" fmla="*/ 24 w 28"/>
                    <a:gd name="T37" fmla="*/ 3 h 42"/>
                    <a:gd name="T38" fmla="*/ 23 w 28"/>
                    <a:gd name="T39" fmla="*/ 3 h 42"/>
                    <a:gd name="T40" fmla="*/ 20 w 28"/>
                    <a:gd name="T41" fmla="*/ 0 h 42"/>
                    <a:gd name="T42" fmla="*/ 15 w 28"/>
                    <a:gd name="T43" fmla="*/ 1 h 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 h="42">
                      <a:moveTo>
                        <a:pt x="15" y="1"/>
                      </a:moveTo>
                      <a:cubicBezTo>
                        <a:pt x="15" y="10"/>
                        <a:pt x="8" y="6"/>
                        <a:pt x="6" y="11"/>
                      </a:cubicBezTo>
                      <a:cubicBezTo>
                        <a:pt x="6" y="13"/>
                        <a:pt x="6" y="13"/>
                        <a:pt x="6" y="13"/>
                      </a:cubicBezTo>
                      <a:cubicBezTo>
                        <a:pt x="6" y="14"/>
                        <a:pt x="5" y="14"/>
                        <a:pt x="5" y="16"/>
                      </a:cubicBezTo>
                      <a:cubicBezTo>
                        <a:pt x="6" y="20"/>
                        <a:pt x="6" y="20"/>
                        <a:pt x="6" y="20"/>
                      </a:cubicBezTo>
                      <a:cubicBezTo>
                        <a:pt x="6" y="21"/>
                        <a:pt x="6" y="21"/>
                        <a:pt x="6" y="21"/>
                      </a:cubicBezTo>
                      <a:cubicBezTo>
                        <a:pt x="6" y="29"/>
                        <a:pt x="0" y="31"/>
                        <a:pt x="0" y="38"/>
                      </a:cubicBezTo>
                      <a:cubicBezTo>
                        <a:pt x="0" y="41"/>
                        <a:pt x="0" y="41"/>
                        <a:pt x="0" y="41"/>
                      </a:cubicBezTo>
                      <a:cubicBezTo>
                        <a:pt x="2" y="42"/>
                        <a:pt x="2" y="42"/>
                        <a:pt x="3" y="42"/>
                      </a:cubicBezTo>
                      <a:cubicBezTo>
                        <a:pt x="7" y="42"/>
                        <a:pt x="9" y="36"/>
                        <a:pt x="9" y="32"/>
                      </a:cubicBezTo>
                      <a:cubicBezTo>
                        <a:pt x="9" y="29"/>
                        <a:pt x="10" y="26"/>
                        <a:pt x="12" y="26"/>
                      </a:cubicBezTo>
                      <a:cubicBezTo>
                        <a:pt x="14" y="26"/>
                        <a:pt x="14" y="26"/>
                        <a:pt x="14" y="26"/>
                      </a:cubicBezTo>
                      <a:cubicBezTo>
                        <a:pt x="20" y="26"/>
                        <a:pt x="20" y="26"/>
                        <a:pt x="20" y="26"/>
                      </a:cubicBezTo>
                      <a:cubicBezTo>
                        <a:pt x="24" y="24"/>
                        <a:pt x="28" y="21"/>
                        <a:pt x="28" y="14"/>
                      </a:cubicBezTo>
                      <a:cubicBezTo>
                        <a:pt x="28" y="6"/>
                        <a:pt x="28" y="6"/>
                        <a:pt x="28" y="6"/>
                      </a:cubicBezTo>
                      <a:cubicBezTo>
                        <a:pt x="28" y="5"/>
                        <a:pt x="28" y="5"/>
                        <a:pt x="28" y="5"/>
                      </a:cubicBezTo>
                      <a:cubicBezTo>
                        <a:pt x="27" y="3"/>
                        <a:pt x="27" y="3"/>
                        <a:pt x="27" y="3"/>
                      </a:cubicBezTo>
                      <a:cubicBezTo>
                        <a:pt x="26" y="3"/>
                        <a:pt x="26" y="3"/>
                        <a:pt x="26" y="3"/>
                      </a:cubicBezTo>
                      <a:cubicBezTo>
                        <a:pt x="24" y="3"/>
                        <a:pt x="24" y="3"/>
                        <a:pt x="24" y="3"/>
                      </a:cubicBezTo>
                      <a:cubicBezTo>
                        <a:pt x="23" y="3"/>
                        <a:pt x="23" y="3"/>
                        <a:pt x="23" y="3"/>
                      </a:cubicBezTo>
                      <a:cubicBezTo>
                        <a:pt x="20" y="0"/>
                        <a:pt x="20" y="0"/>
                        <a:pt x="20" y="0"/>
                      </a:cubicBezTo>
                      <a:lnTo>
                        <a:pt x="15" y="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45" name="íṩlïḓè"/>
                <p:cNvSpPr/>
                <p:nvPr/>
              </p:nvSpPr>
              <p:spPr bwMode="auto">
                <a:xfrm>
                  <a:off x="5826126" y="3273425"/>
                  <a:ext cx="223838" cy="293688"/>
                </a:xfrm>
                <a:custGeom>
                  <a:avLst/>
                  <a:gdLst>
                    <a:gd name="T0" fmla="*/ 38 w 68"/>
                    <a:gd name="T1" fmla="*/ 16 h 88"/>
                    <a:gd name="T2" fmla="*/ 40 w 68"/>
                    <a:gd name="T3" fmla="*/ 5 h 88"/>
                    <a:gd name="T4" fmla="*/ 36 w 68"/>
                    <a:gd name="T5" fmla="*/ 1 h 88"/>
                    <a:gd name="T6" fmla="*/ 36 w 68"/>
                    <a:gd name="T7" fmla="*/ 1 h 88"/>
                    <a:gd name="T8" fmla="*/ 33 w 68"/>
                    <a:gd name="T9" fmla="*/ 0 h 88"/>
                    <a:gd name="T10" fmla="*/ 24 w 68"/>
                    <a:gd name="T11" fmla="*/ 7 h 88"/>
                    <a:gd name="T12" fmla="*/ 24 w 68"/>
                    <a:gd name="T13" fmla="*/ 8 h 88"/>
                    <a:gd name="T14" fmla="*/ 26 w 68"/>
                    <a:gd name="T15" fmla="*/ 18 h 88"/>
                    <a:gd name="T16" fmla="*/ 27 w 68"/>
                    <a:gd name="T17" fmla="*/ 28 h 88"/>
                    <a:gd name="T18" fmla="*/ 27 w 68"/>
                    <a:gd name="T19" fmla="*/ 39 h 88"/>
                    <a:gd name="T20" fmla="*/ 16 w 68"/>
                    <a:gd name="T21" fmla="*/ 48 h 88"/>
                    <a:gd name="T22" fmla="*/ 7 w 68"/>
                    <a:gd name="T23" fmla="*/ 49 h 88"/>
                    <a:gd name="T24" fmla="*/ 5 w 68"/>
                    <a:gd name="T25" fmla="*/ 49 h 88"/>
                    <a:gd name="T26" fmla="*/ 4 w 68"/>
                    <a:gd name="T27" fmla="*/ 49 h 88"/>
                    <a:gd name="T28" fmla="*/ 0 w 68"/>
                    <a:gd name="T29" fmla="*/ 54 h 88"/>
                    <a:gd name="T30" fmla="*/ 5 w 68"/>
                    <a:gd name="T31" fmla="*/ 60 h 88"/>
                    <a:gd name="T32" fmla="*/ 11 w 68"/>
                    <a:gd name="T33" fmla="*/ 60 h 88"/>
                    <a:gd name="T34" fmla="*/ 13 w 68"/>
                    <a:gd name="T35" fmla="*/ 59 h 88"/>
                    <a:gd name="T36" fmla="*/ 20 w 68"/>
                    <a:gd name="T37" fmla="*/ 66 h 88"/>
                    <a:gd name="T38" fmla="*/ 17 w 68"/>
                    <a:gd name="T39" fmla="*/ 72 h 88"/>
                    <a:gd name="T40" fmla="*/ 13 w 68"/>
                    <a:gd name="T41" fmla="*/ 76 h 88"/>
                    <a:gd name="T42" fmla="*/ 2 w 68"/>
                    <a:gd name="T43" fmla="*/ 82 h 88"/>
                    <a:gd name="T44" fmla="*/ 2 w 68"/>
                    <a:gd name="T45" fmla="*/ 83 h 88"/>
                    <a:gd name="T46" fmla="*/ 2 w 68"/>
                    <a:gd name="T47" fmla="*/ 87 h 88"/>
                    <a:gd name="T48" fmla="*/ 4 w 68"/>
                    <a:gd name="T49" fmla="*/ 88 h 88"/>
                    <a:gd name="T50" fmla="*/ 25 w 68"/>
                    <a:gd name="T51" fmla="*/ 77 h 88"/>
                    <a:gd name="T52" fmla="*/ 31 w 68"/>
                    <a:gd name="T53" fmla="*/ 69 h 88"/>
                    <a:gd name="T54" fmla="*/ 40 w 68"/>
                    <a:gd name="T55" fmla="*/ 63 h 88"/>
                    <a:gd name="T56" fmla="*/ 52 w 68"/>
                    <a:gd name="T57" fmla="*/ 70 h 88"/>
                    <a:gd name="T58" fmla="*/ 48 w 68"/>
                    <a:gd name="T59" fmla="*/ 79 h 88"/>
                    <a:gd name="T60" fmla="*/ 59 w 68"/>
                    <a:gd name="T61" fmla="*/ 81 h 88"/>
                    <a:gd name="T62" fmla="*/ 68 w 68"/>
                    <a:gd name="T63" fmla="*/ 71 h 88"/>
                    <a:gd name="T64" fmla="*/ 59 w 68"/>
                    <a:gd name="T65" fmla="*/ 62 h 88"/>
                    <a:gd name="T66" fmla="*/ 44 w 68"/>
                    <a:gd name="T67" fmla="*/ 60 h 88"/>
                    <a:gd name="T68" fmla="*/ 42 w 68"/>
                    <a:gd name="T69" fmla="*/ 60 h 88"/>
                    <a:gd name="T70" fmla="*/ 36 w 68"/>
                    <a:gd name="T71" fmla="*/ 53 h 88"/>
                    <a:gd name="T72" fmla="*/ 48 w 68"/>
                    <a:gd name="T73" fmla="*/ 42 h 88"/>
                    <a:gd name="T74" fmla="*/ 59 w 68"/>
                    <a:gd name="T75" fmla="*/ 32 h 88"/>
                    <a:gd name="T76" fmla="*/ 59 w 68"/>
                    <a:gd name="T77" fmla="*/ 30 h 88"/>
                    <a:gd name="T78" fmla="*/ 59 w 68"/>
                    <a:gd name="T79" fmla="*/ 29 h 88"/>
                    <a:gd name="T80" fmla="*/ 54 w 68"/>
                    <a:gd name="T81" fmla="*/ 26 h 88"/>
                    <a:gd name="T82" fmla="*/ 51 w 68"/>
                    <a:gd name="T83" fmla="*/ 27 h 88"/>
                    <a:gd name="T84" fmla="*/ 50 w 68"/>
                    <a:gd name="T85" fmla="*/ 27 h 88"/>
                    <a:gd name="T86" fmla="*/ 41 w 68"/>
                    <a:gd name="T87" fmla="*/ 33 h 88"/>
                    <a:gd name="T88" fmla="*/ 38 w 68"/>
                    <a:gd name="T89" fmla="*/ 28 h 88"/>
                    <a:gd name="T90" fmla="*/ 38 w 68"/>
                    <a:gd name="T91" fmla="*/ 27 h 88"/>
                    <a:gd name="T92" fmla="*/ 38 w 68"/>
                    <a:gd name="T93" fmla="*/ 16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68" h="88">
                      <a:moveTo>
                        <a:pt x="38" y="16"/>
                      </a:moveTo>
                      <a:cubicBezTo>
                        <a:pt x="39" y="11"/>
                        <a:pt x="40" y="9"/>
                        <a:pt x="40" y="5"/>
                      </a:cubicBezTo>
                      <a:cubicBezTo>
                        <a:pt x="40" y="3"/>
                        <a:pt x="38" y="1"/>
                        <a:pt x="36" y="1"/>
                      </a:cubicBezTo>
                      <a:cubicBezTo>
                        <a:pt x="36" y="1"/>
                        <a:pt x="36" y="1"/>
                        <a:pt x="36" y="1"/>
                      </a:cubicBezTo>
                      <a:cubicBezTo>
                        <a:pt x="34" y="1"/>
                        <a:pt x="34" y="1"/>
                        <a:pt x="33" y="0"/>
                      </a:cubicBezTo>
                      <a:cubicBezTo>
                        <a:pt x="28" y="3"/>
                        <a:pt x="28" y="1"/>
                        <a:pt x="24" y="7"/>
                      </a:cubicBezTo>
                      <a:cubicBezTo>
                        <a:pt x="24" y="8"/>
                        <a:pt x="24" y="8"/>
                        <a:pt x="24" y="8"/>
                      </a:cubicBezTo>
                      <a:cubicBezTo>
                        <a:pt x="24" y="12"/>
                        <a:pt x="26" y="14"/>
                        <a:pt x="26" y="18"/>
                      </a:cubicBezTo>
                      <a:cubicBezTo>
                        <a:pt x="27" y="28"/>
                        <a:pt x="27" y="28"/>
                        <a:pt x="27" y="28"/>
                      </a:cubicBezTo>
                      <a:cubicBezTo>
                        <a:pt x="27" y="39"/>
                        <a:pt x="27" y="39"/>
                        <a:pt x="27" y="39"/>
                      </a:cubicBezTo>
                      <a:cubicBezTo>
                        <a:pt x="28" y="45"/>
                        <a:pt x="22" y="48"/>
                        <a:pt x="16" y="48"/>
                      </a:cubicBezTo>
                      <a:cubicBezTo>
                        <a:pt x="7" y="49"/>
                        <a:pt x="7" y="49"/>
                        <a:pt x="7" y="49"/>
                      </a:cubicBezTo>
                      <a:cubicBezTo>
                        <a:pt x="5" y="49"/>
                        <a:pt x="5" y="49"/>
                        <a:pt x="5" y="49"/>
                      </a:cubicBezTo>
                      <a:cubicBezTo>
                        <a:pt x="4" y="49"/>
                        <a:pt x="4" y="49"/>
                        <a:pt x="4" y="49"/>
                      </a:cubicBezTo>
                      <a:cubicBezTo>
                        <a:pt x="2" y="50"/>
                        <a:pt x="0" y="51"/>
                        <a:pt x="0" y="54"/>
                      </a:cubicBezTo>
                      <a:cubicBezTo>
                        <a:pt x="0" y="56"/>
                        <a:pt x="3" y="60"/>
                        <a:pt x="5" y="60"/>
                      </a:cubicBezTo>
                      <a:cubicBezTo>
                        <a:pt x="11" y="60"/>
                        <a:pt x="11" y="60"/>
                        <a:pt x="11" y="60"/>
                      </a:cubicBezTo>
                      <a:cubicBezTo>
                        <a:pt x="12" y="60"/>
                        <a:pt x="12" y="60"/>
                        <a:pt x="13" y="59"/>
                      </a:cubicBezTo>
                      <a:cubicBezTo>
                        <a:pt x="17" y="62"/>
                        <a:pt x="17" y="60"/>
                        <a:pt x="20" y="66"/>
                      </a:cubicBezTo>
                      <a:cubicBezTo>
                        <a:pt x="18" y="69"/>
                        <a:pt x="20" y="68"/>
                        <a:pt x="17" y="72"/>
                      </a:cubicBezTo>
                      <a:cubicBezTo>
                        <a:pt x="15" y="73"/>
                        <a:pt x="15" y="75"/>
                        <a:pt x="13" y="76"/>
                      </a:cubicBezTo>
                      <a:cubicBezTo>
                        <a:pt x="8" y="79"/>
                        <a:pt x="7" y="80"/>
                        <a:pt x="2" y="82"/>
                      </a:cubicBezTo>
                      <a:cubicBezTo>
                        <a:pt x="2" y="83"/>
                        <a:pt x="2" y="83"/>
                        <a:pt x="2" y="83"/>
                      </a:cubicBezTo>
                      <a:cubicBezTo>
                        <a:pt x="2" y="87"/>
                        <a:pt x="2" y="87"/>
                        <a:pt x="2" y="87"/>
                      </a:cubicBezTo>
                      <a:cubicBezTo>
                        <a:pt x="4" y="87"/>
                        <a:pt x="3" y="88"/>
                        <a:pt x="4" y="88"/>
                      </a:cubicBezTo>
                      <a:cubicBezTo>
                        <a:pt x="13" y="88"/>
                        <a:pt x="20" y="82"/>
                        <a:pt x="25" y="77"/>
                      </a:cubicBezTo>
                      <a:cubicBezTo>
                        <a:pt x="26" y="76"/>
                        <a:pt x="30" y="71"/>
                        <a:pt x="31" y="69"/>
                      </a:cubicBezTo>
                      <a:cubicBezTo>
                        <a:pt x="33" y="65"/>
                        <a:pt x="35" y="63"/>
                        <a:pt x="40" y="63"/>
                      </a:cubicBezTo>
                      <a:cubicBezTo>
                        <a:pt x="45" y="63"/>
                        <a:pt x="49" y="67"/>
                        <a:pt x="52" y="70"/>
                      </a:cubicBezTo>
                      <a:cubicBezTo>
                        <a:pt x="48" y="79"/>
                        <a:pt x="48" y="79"/>
                        <a:pt x="48" y="79"/>
                      </a:cubicBezTo>
                      <a:cubicBezTo>
                        <a:pt x="50" y="79"/>
                        <a:pt x="58" y="81"/>
                        <a:pt x="59" y="81"/>
                      </a:cubicBezTo>
                      <a:cubicBezTo>
                        <a:pt x="65" y="81"/>
                        <a:pt x="67" y="76"/>
                        <a:pt x="68" y="71"/>
                      </a:cubicBezTo>
                      <a:cubicBezTo>
                        <a:pt x="67" y="65"/>
                        <a:pt x="63" y="64"/>
                        <a:pt x="59" y="62"/>
                      </a:cubicBezTo>
                      <a:cubicBezTo>
                        <a:pt x="53" y="59"/>
                        <a:pt x="51" y="60"/>
                        <a:pt x="44" y="60"/>
                      </a:cubicBezTo>
                      <a:cubicBezTo>
                        <a:pt x="43" y="60"/>
                        <a:pt x="43" y="60"/>
                        <a:pt x="42" y="60"/>
                      </a:cubicBezTo>
                      <a:cubicBezTo>
                        <a:pt x="40" y="59"/>
                        <a:pt x="36" y="56"/>
                        <a:pt x="36" y="53"/>
                      </a:cubicBezTo>
                      <a:cubicBezTo>
                        <a:pt x="36" y="51"/>
                        <a:pt x="45" y="44"/>
                        <a:pt x="48" y="42"/>
                      </a:cubicBezTo>
                      <a:cubicBezTo>
                        <a:pt x="50" y="41"/>
                        <a:pt x="59" y="34"/>
                        <a:pt x="59" y="32"/>
                      </a:cubicBezTo>
                      <a:cubicBezTo>
                        <a:pt x="59" y="30"/>
                        <a:pt x="59" y="30"/>
                        <a:pt x="59" y="30"/>
                      </a:cubicBezTo>
                      <a:cubicBezTo>
                        <a:pt x="59" y="29"/>
                        <a:pt x="59" y="29"/>
                        <a:pt x="59" y="29"/>
                      </a:cubicBezTo>
                      <a:cubicBezTo>
                        <a:pt x="54" y="26"/>
                        <a:pt x="54" y="26"/>
                        <a:pt x="54" y="26"/>
                      </a:cubicBezTo>
                      <a:cubicBezTo>
                        <a:pt x="53" y="27"/>
                        <a:pt x="53" y="27"/>
                        <a:pt x="51" y="27"/>
                      </a:cubicBezTo>
                      <a:cubicBezTo>
                        <a:pt x="50" y="27"/>
                        <a:pt x="50" y="27"/>
                        <a:pt x="50" y="27"/>
                      </a:cubicBezTo>
                      <a:cubicBezTo>
                        <a:pt x="46" y="32"/>
                        <a:pt x="46" y="30"/>
                        <a:pt x="41" y="33"/>
                      </a:cubicBezTo>
                      <a:cubicBezTo>
                        <a:pt x="40" y="31"/>
                        <a:pt x="39" y="30"/>
                        <a:pt x="38" y="28"/>
                      </a:cubicBezTo>
                      <a:cubicBezTo>
                        <a:pt x="38" y="27"/>
                        <a:pt x="38" y="27"/>
                        <a:pt x="38" y="27"/>
                      </a:cubicBezTo>
                      <a:lnTo>
                        <a:pt x="38" y="16"/>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46" name="ísḷïďè"/>
                <p:cNvSpPr/>
                <p:nvPr/>
              </p:nvSpPr>
              <p:spPr bwMode="auto">
                <a:xfrm>
                  <a:off x="4518026" y="3506788"/>
                  <a:ext cx="53975" cy="71438"/>
                </a:xfrm>
                <a:custGeom>
                  <a:avLst/>
                  <a:gdLst>
                    <a:gd name="T0" fmla="*/ 14 w 16"/>
                    <a:gd name="T1" fmla="*/ 17 h 21"/>
                    <a:gd name="T2" fmla="*/ 16 w 16"/>
                    <a:gd name="T3" fmla="*/ 12 h 21"/>
                    <a:gd name="T4" fmla="*/ 11 w 16"/>
                    <a:gd name="T5" fmla="*/ 5 h 21"/>
                    <a:gd name="T6" fmla="*/ 5 w 16"/>
                    <a:gd name="T7" fmla="*/ 0 h 21"/>
                    <a:gd name="T8" fmla="*/ 2 w 16"/>
                    <a:gd name="T9" fmla="*/ 4 h 21"/>
                    <a:gd name="T10" fmla="*/ 2 w 16"/>
                    <a:gd name="T11" fmla="*/ 5 h 21"/>
                    <a:gd name="T12" fmla="*/ 2 w 16"/>
                    <a:gd name="T13" fmla="*/ 8 h 21"/>
                    <a:gd name="T14" fmla="*/ 2 w 16"/>
                    <a:gd name="T15" fmla="*/ 9 h 21"/>
                    <a:gd name="T16" fmla="*/ 0 w 16"/>
                    <a:gd name="T17" fmla="*/ 17 h 21"/>
                    <a:gd name="T18" fmla="*/ 3 w 16"/>
                    <a:gd name="T19" fmla="*/ 21 h 21"/>
                    <a:gd name="T20" fmla="*/ 4 w 16"/>
                    <a:gd name="T21" fmla="*/ 21 h 21"/>
                    <a:gd name="T22" fmla="*/ 5 w 16"/>
                    <a:gd name="T23" fmla="*/ 21 h 21"/>
                    <a:gd name="T24" fmla="*/ 14 w 16"/>
                    <a:gd name="T25" fmla="*/ 17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1">
                      <a:moveTo>
                        <a:pt x="14" y="17"/>
                      </a:moveTo>
                      <a:cubicBezTo>
                        <a:pt x="14" y="15"/>
                        <a:pt x="16" y="13"/>
                        <a:pt x="16" y="12"/>
                      </a:cubicBezTo>
                      <a:cubicBezTo>
                        <a:pt x="16" y="11"/>
                        <a:pt x="12" y="7"/>
                        <a:pt x="11" y="5"/>
                      </a:cubicBezTo>
                      <a:cubicBezTo>
                        <a:pt x="11" y="3"/>
                        <a:pt x="8" y="0"/>
                        <a:pt x="5" y="0"/>
                      </a:cubicBezTo>
                      <a:cubicBezTo>
                        <a:pt x="4" y="0"/>
                        <a:pt x="3" y="3"/>
                        <a:pt x="2" y="4"/>
                      </a:cubicBezTo>
                      <a:cubicBezTo>
                        <a:pt x="2" y="5"/>
                        <a:pt x="2" y="5"/>
                        <a:pt x="2" y="5"/>
                      </a:cubicBezTo>
                      <a:cubicBezTo>
                        <a:pt x="2" y="8"/>
                        <a:pt x="2" y="8"/>
                        <a:pt x="2" y="8"/>
                      </a:cubicBezTo>
                      <a:cubicBezTo>
                        <a:pt x="2" y="9"/>
                        <a:pt x="2" y="9"/>
                        <a:pt x="2" y="9"/>
                      </a:cubicBezTo>
                      <a:cubicBezTo>
                        <a:pt x="1" y="11"/>
                        <a:pt x="0" y="14"/>
                        <a:pt x="0" y="17"/>
                      </a:cubicBezTo>
                      <a:cubicBezTo>
                        <a:pt x="0" y="19"/>
                        <a:pt x="1" y="20"/>
                        <a:pt x="3" y="21"/>
                      </a:cubicBezTo>
                      <a:cubicBezTo>
                        <a:pt x="4" y="21"/>
                        <a:pt x="4" y="21"/>
                        <a:pt x="4" y="21"/>
                      </a:cubicBezTo>
                      <a:cubicBezTo>
                        <a:pt x="5" y="21"/>
                        <a:pt x="5" y="21"/>
                        <a:pt x="5" y="21"/>
                      </a:cubicBezTo>
                      <a:cubicBezTo>
                        <a:pt x="7" y="21"/>
                        <a:pt x="11" y="17"/>
                        <a:pt x="14" y="17"/>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47" name="îṧļîḓé"/>
                <p:cNvSpPr/>
                <p:nvPr/>
              </p:nvSpPr>
              <p:spPr bwMode="auto">
                <a:xfrm>
                  <a:off x="5319713" y="3133725"/>
                  <a:ext cx="222250" cy="500063"/>
                </a:xfrm>
                <a:custGeom>
                  <a:avLst/>
                  <a:gdLst>
                    <a:gd name="T0" fmla="*/ 47 w 67"/>
                    <a:gd name="T1" fmla="*/ 96 h 150"/>
                    <a:gd name="T2" fmla="*/ 51 w 67"/>
                    <a:gd name="T3" fmla="*/ 96 h 150"/>
                    <a:gd name="T4" fmla="*/ 46 w 67"/>
                    <a:gd name="T5" fmla="*/ 114 h 150"/>
                    <a:gd name="T6" fmla="*/ 42 w 67"/>
                    <a:gd name="T7" fmla="*/ 113 h 150"/>
                    <a:gd name="T8" fmla="*/ 39 w 67"/>
                    <a:gd name="T9" fmla="*/ 108 h 150"/>
                    <a:gd name="T10" fmla="*/ 21 w 67"/>
                    <a:gd name="T11" fmla="*/ 78 h 150"/>
                    <a:gd name="T12" fmla="*/ 29 w 67"/>
                    <a:gd name="T13" fmla="*/ 73 h 150"/>
                    <a:gd name="T14" fmla="*/ 32 w 67"/>
                    <a:gd name="T15" fmla="*/ 74 h 150"/>
                    <a:gd name="T16" fmla="*/ 32 w 67"/>
                    <a:gd name="T17" fmla="*/ 77 h 150"/>
                    <a:gd name="T18" fmla="*/ 32 w 67"/>
                    <a:gd name="T19" fmla="*/ 79 h 150"/>
                    <a:gd name="T20" fmla="*/ 21 w 67"/>
                    <a:gd name="T21" fmla="*/ 78 h 150"/>
                    <a:gd name="T22" fmla="*/ 53 w 67"/>
                    <a:gd name="T23" fmla="*/ 118 h 150"/>
                    <a:gd name="T24" fmla="*/ 66 w 67"/>
                    <a:gd name="T25" fmla="*/ 108 h 150"/>
                    <a:gd name="T26" fmla="*/ 60 w 67"/>
                    <a:gd name="T27" fmla="*/ 98 h 150"/>
                    <a:gd name="T28" fmla="*/ 51 w 67"/>
                    <a:gd name="T29" fmla="*/ 82 h 150"/>
                    <a:gd name="T30" fmla="*/ 47 w 67"/>
                    <a:gd name="T31" fmla="*/ 71 h 150"/>
                    <a:gd name="T32" fmla="*/ 60 w 67"/>
                    <a:gd name="T33" fmla="*/ 58 h 150"/>
                    <a:gd name="T34" fmla="*/ 53 w 67"/>
                    <a:gd name="T35" fmla="*/ 52 h 150"/>
                    <a:gd name="T36" fmla="*/ 44 w 67"/>
                    <a:gd name="T37" fmla="*/ 50 h 150"/>
                    <a:gd name="T38" fmla="*/ 48 w 67"/>
                    <a:gd name="T39" fmla="*/ 38 h 150"/>
                    <a:gd name="T40" fmla="*/ 66 w 67"/>
                    <a:gd name="T41" fmla="*/ 17 h 150"/>
                    <a:gd name="T42" fmla="*/ 66 w 67"/>
                    <a:gd name="T43" fmla="*/ 13 h 150"/>
                    <a:gd name="T44" fmla="*/ 56 w 67"/>
                    <a:gd name="T45" fmla="*/ 1 h 150"/>
                    <a:gd name="T46" fmla="*/ 55 w 67"/>
                    <a:gd name="T47" fmla="*/ 7 h 150"/>
                    <a:gd name="T48" fmla="*/ 50 w 67"/>
                    <a:gd name="T49" fmla="*/ 18 h 150"/>
                    <a:gd name="T50" fmla="*/ 42 w 67"/>
                    <a:gd name="T51" fmla="*/ 15 h 150"/>
                    <a:gd name="T52" fmla="*/ 40 w 67"/>
                    <a:gd name="T53" fmla="*/ 15 h 150"/>
                    <a:gd name="T54" fmla="*/ 41 w 67"/>
                    <a:gd name="T55" fmla="*/ 26 h 150"/>
                    <a:gd name="T56" fmla="*/ 41 w 67"/>
                    <a:gd name="T57" fmla="*/ 30 h 150"/>
                    <a:gd name="T58" fmla="*/ 37 w 67"/>
                    <a:gd name="T59" fmla="*/ 33 h 150"/>
                    <a:gd name="T60" fmla="*/ 30 w 67"/>
                    <a:gd name="T61" fmla="*/ 29 h 150"/>
                    <a:gd name="T62" fmla="*/ 9 w 67"/>
                    <a:gd name="T63" fmla="*/ 50 h 150"/>
                    <a:gd name="T64" fmla="*/ 4 w 67"/>
                    <a:gd name="T65" fmla="*/ 59 h 150"/>
                    <a:gd name="T66" fmla="*/ 23 w 67"/>
                    <a:gd name="T67" fmla="*/ 51 h 150"/>
                    <a:gd name="T68" fmla="*/ 30 w 67"/>
                    <a:gd name="T69" fmla="*/ 58 h 150"/>
                    <a:gd name="T70" fmla="*/ 26 w 67"/>
                    <a:gd name="T71" fmla="*/ 65 h 150"/>
                    <a:gd name="T72" fmla="*/ 19 w 67"/>
                    <a:gd name="T73" fmla="*/ 64 h 150"/>
                    <a:gd name="T74" fmla="*/ 16 w 67"/>
                    <a:gd name="T75" fmla="*/ 67 h 150"/>
                    <a:gd name="T76" fmla="*/ 16 w 67"/>
                    <a:gd name="T77" fmla="*/ 72 h 150"/>
                    <a:gd name="T78" fmla="*/ 3 w 67"/>
                    <a:gd name="T79" fmla="*/ 105 h 150"/>
                    <a:gd name="T80" fmla="*/ 6 w 67"/>
                    <a:gd name="T81" fmla="*/ 110 h 150"/>
                    <a:gd name="T82" fmla="*/ 9 w 67"/>
                    <a:gd name="T83" fmla="*/ 111 h 150"/>
                    <a:gd name="T84" fmla="*/ 24 w 67"/>
                    <a:gd name="T85" fmla="*/ 89 h 150"/>
                    <a:gd name="T86" fmla="*/ 32 w 67"/>
                    <a:gd name="T87" fmla="*/ 93 h 150"/>
                    <a:gd name="T88" fmla="*/ 32 w 67"/>
                    <a:gd name="T89" fmla="*/ 96 h 150"/>
                    <a:gd name="T90" fmla="*/ 29 w 67"/>
                    <a:gd name="T91" fmla="*/ 113 h 150"/>
                    <a:gd name="T92" fmla="*/ 29 w 67"/>
                    <a:gd name="T93" fmla="*/ 115 h 150"/>
                    <a:gd name="T94" fmla="*/ 22 w 67"/>
                    <a:gd name="T95" fmla="*/ 122 h 150"/>
                    <a:gd name="T96" fmla="*/ 10 w 67"/>
                    <a:gd name="T97" fmla="*/ 124 h 150"/>
                    <a:gd name="T98" fmla="*/ 15 w 67"/>
                    <a:gd name="T99" fmla="*/ 144 h 150"/>
                    <a:gd name="T100" fmla="*/ 17 w 67"/>
                    <a:gd name="T101" fmla="*/ 150 h 150"/>
                    <a:gd name="T102" fmla="*/ 38 w 67"/>
                    <a:gd name="T103" fmla="*/ 125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67" h="150">
                      <a:moveTo>
                        <a:pt x="39" y="107"/>
                      </a:moveTo>
                      <a:cubicBezTo>
                        <a:pt x="39" y="103"/>
                        <a:pt x="44" y="96"/>
                        <a:pt x="47" y="96"/>
                      </a:cubicBezTo>
                      <a:cubicBezTo>
                        <a:pt x="50" y="96"/>
                        <a:pt x="50" y="96"/>
                        <a:pt x="50" y="96"/>
                      </a:cubicBezTo>
                      <a:cubicBezTo>
                        <a:pt x="51" y="96"/>
                        <a:pt x="51" y="96"/>
                        <a:pt x="51" y="96"/>
                      </a:cubicBezTo>
                      <a:cubicBezTo>
                        <a:pt x="53" y="98"/>
                        <a:pt x="55" y="101"/>
                        <a:pt x="55" y="104"/>
                      </a:cubicBezTo>
                      <a:cubicBezTo>
                        <a:pt x="55" y="108"/>
                        <a:pt x="49" y="112"/>
                        <a:pt x="46" y="114"/>
                      </a:cubicBezTo>
                      <a:cubicBezTo>
                        <a:pt x="45" y="114"/>
                        <a:pt x="45" y="113"/>
                        <a:pt x="43" y="113"/>
                      </a:cubicBezTo>
                      <a:cubicBezTo>
                        <a:pt x="42" y="113"/>
                        <a:pt x="42" y="113"/>
                        <a:pt x="42" y="113"/>
                      </a:cubicBezTo>
                      <a:cubicBezTo>
                        <a:pt x="39" y="109"/>
                        <a:pt x="39" y="109"/>
                        <a:pt x="39" y="109"/>
                      </a:cubicBezTo>
                      <a:cubicBezTo>
                        <a:pt x="39" y="108"/>
                        <a:pt x="39" y="108"/>
                        <a:pt x="39" y="108"/>
                      </a:cubicBezTo>
                      <a:cubicBezTo>
                        <a:pt x="39" y="107"/>
                        <a:pt x="39" y="107"/>
                        <a:pt x="39" y="107"/>
                      </a:cubicBezTo>
                      <a:close/>
                      <a:moveTo>
                        <a:pt x="21" y="78"/>
                      </a:moveTo>
                      <a:cubicBezTo>
                        <a:pt x="21" y="77"/>
                        <a:pt x="25" y="73"/>
                        <a:pt x="26" y="73"/>
                      </a:cubicBezTo>
                      <a:cubicBezTo>
                        <a:pt x="27" y="73"/>
                        <a:pt x="27" y="73"/>
                        <a:pt x="29" y="73"/>
                      </a:cubicBezTo>
                      <a:cubicBezTo>
                        <a:pt x="30" y="73"/>
                        <a:pt x="30" y="73"/>
                        <a:pt x="30" y="73"/>
                      </a:cubicBezTo>
                      <a:cubicBezTo>
                        <a:pt x="32" y="74"/>
                        <a:pt x="32" y="74"/>
                        <a:pt x="32" y="74"/>
                      </a:cubicBezTo>
                      <a:cubicBezTo>
                        <a:pt x="32" y="76"/>
                        <a:pt x="32" y="76"/>
                        <a:pt x="32" y="76"/>
                      </a:cubicBezTo>
                      <a:cubicBezTo>
                        <a:pt x="32" y="77"/>
                        <a:pt x="32" y="77"/>
                        <a:pt x="32" y="77"/>
                      </a:cubicBezTo>
                      <a:cubicBezTo>
                        <a:pt x="32" y="78"/>
                        <a:pt x="32" y="78"/>
                        <a:pt x="32" y="78"/>
                      </a:cubicBezTo>
                      <a:cubicBezTo>
                        <a:pt x="32" y="79"/>
                        <a:pt x="32" y="79"/>
                        <a:pt x="32" y="79"/>
                      </a:cubicBezTo>
                      <a:cubicBezTo>
                        <a:pt x="31" y="82"/>
                        <a:pt x="29" y="83"/>
                        <a:pt x="25" y="83"/>
                      </a:cubicBezTo>
                      <a:cubicBezTo>
                        <a:pt x="23" y="83"/>
                        <a:pt x="21" y="81"/>
                        <a:pt x="21" y="78"/>
                      </a:cubicBezTo>
                      <a:close/>
                      <a:moveTo>
                        <a:pt x="38" y="125"/>
                      </a:moveTo>
                      <a:cubicBezTo>
                        <a:pt x="43" y="122"/>
                        <a:pt x="47" y="120"/>
                        <a:pt x="53" y="118"/>
                      </a:cubicBezTo>
                      <a:cubicBezTo>
                        <a:pt x="57" y="116"/>
                        <a:pt x="57" y="116"/>
                        <a:pt x="60" y="114"/>
                      </a:cubicBezTo>
                      <a:cubicBezTo>
                        <a:pt x="64" y="111"/>
                        <a:pt x="63" y="110"/>
                        <a:pt x="66" y="108"/>
                      </a:cubicBezTo>
                      <a:cubicBezTo>
                        <a:pt x="67" y="104"/>
                        <a:pt x="67" y="104"/>
                        <a:pt x="67" y="104"/>
                      </a:cubicBezTo>
                      <a:cubicBezTo>
                        <a:pt x="64" y="100"/>
                        <a:pt x="64" y="101"/>
                        <a:pt x="60" y="98"/>
                      </a:cubicBezTo>
                      <a:cubicBezTo>
                        <a:pt x="58" y="96"/>
                        <a:pt x="55" y="95"/>
                        <a:pt x="54" y="92"/>
                      </a:cubicBezTo>
                      <a:cubicBezTo>
                        <a:pt x="53" y="88"/>
                        <a:pt x="53" y="84"/>
                        <a:pt x="51" y="82"/>
                      </a:cubicBezTo>
                      <a:cubicBezTo>
                        <a:pt x="49" y="79"/>
                        <a:pt x="47" y="77"/>
                        <a:pt x="47" y="73"/>
                      </a:cubicBezTo>
                      <a:cubicBezTo>
                        <a:pt x="47" y="72"/>
                        <a:pt x="47" y="72"/>
                        <a:pt x="47" y="71"/>
                      </a:cubicBezTo>
                      <a:cubicBezTo>
                        <a:pt x="49" y="67"/>
                        <a:pt x="47" y="67"/>
                        <a:pt x="53" y="64"/>
                      </a:cubicBezTo>
                      <a:cubicBezTo>
                        <a:pt x="55" y="64"/>
                        <a:pt x="60" y="60"/>
                        <a:pt x="60" y="58"/>
                      </a:cubicBezTo>
                      <a:cubicBezTo>
                        <a:pt x="60" y="55"/>
                        <a:pt x="60" y="55"/>
                        <a:pt x="60" y="55"/>
                      </a:cubicBezTo>
                      <a:cubicBezTo>
                        <a:pt x="60" y="53"/>
                        <a:pt x="56" y="51"/>
                        <a:pt x="53" y="52"/>
                      </a:cubicBezTo>
                      <a:cubicBezTo>
                        <a:pt x="47" y="52"/>
                        <a:pt x="47" y="52"/>
                        <a:pt x="47" y="52"/>
                      </a:cubicBezTo>
                      <a:cubicBezTo>
                        <a:pt x="46" y="52"/>
                        <a:pt x="45" y="51"/>
                        <a:pt x="44" y="50"/>
                      </a:cubicBezTo>
                      <a:cubicBezTo>
                        <a:pt x="44" y="47"/>
                        <a:pt x="44" y="47"/>
                        <a:pt x="44" y="47"/>
                      </a:cubicBezTo>
                      <a:cubicBezTo>
                        <a:pt x="44" y="44"/>
                        <a:pt x="47" y="41"/>
                        <a:pt x="48" y="38"/>
                      </a:cubicBezTo>
                      <a:cubicBezTo>
                        <a:pt x="49" y="34"/>
                        <a:pt x="50" y="33"/>
                        <a:pt x="53" y="30"/>
                      </a:cubicBezTo>
                      <a:cubicBezTo>
                        <a:pt x="56" y="27"/>
                        <a:pt x="66" y="22"/>
                        <a:pt x="66" y="17"/>
                      </a:cubicBezTo>
                      <a:cubicBezTo>
                        <a:pt x="66" y="14"/>
                        <a:pt x="66" y="14"/>
                        <a:pt x="66" y="14"/>
                      </a:cubicBezTo>
                      <a:cubicBezTo>
                        <a:pt x="66" y="13"/>
                        <a:pt x="66" y="13"/>
                        <a:pt x="66" y="13"/>
                      </a:cubicBezTo>
                      <a:cubicBezTo>
                        <a:pt x="65" y="10"/>
                        <a:pt x="62" y="0"/>
                        <a:pt x="58" y="0"/>
                      </a:cubicBezTo>
                      <a:cubicBezTo>
                        <a:pt x="57" y="0"/>
                        <a:pt x="57" y="0"/>
                        <a:pt x="56" y="1"/>
                      </a:cubicBezTo>
                      <a:cubicBezTo>
                        <a:pt x="56" y="3"/>
                        <a:pt x="55" y="3"/>
                        <a:pt x="55" y="5"/>
                      </a:cubicBezTo>
                      <a:cubicBezTo>
                        <a:pt x="55" y="7"/>
                        <a:pt x="55" y="7"/>
                        <a:pt x="55" y="7"/>
                      </a:cubicBezTo>
                      <a:cubicBezTo>
                        <a:pt x="55" y="11"/>
                        <a:pt x="53" y="15"/>
                        <a:pt x="51" y="18"/>
                      </a:cubicBezTo>
                      <a:cubicBezTo>
                        <a:pt x="50" y="18"/>
                        <a:pt x="50" y="18"/>
                        <a:pt x="50" y="18"/>
                      </a:cubicBezTo>
                      <a:cubicBezTo>
                        <a:pt x="48" y="18"/>
                        <a:pt x="48" y="18"/>
                        <a:pt x="47" y="19"/>
                      </a:cubicBezTo>
                      <a:cubicBezTo>
                        <a:pt x="42" y="15"/>
                        <a:pt x="42" y="15"/>
                        <a:pt x="42" y="15"/>
                      </a:cubicBezTo>
                      <a:cubicBezTo>
                        <a:pt x="41" y="15"/>
                        <a:pt x="41" y="15"/>
                        <a:pt x="41" y="15"/>
                      </a:cubicBezTo>
                      <a:cubicBezTo>
                        <a:pt x="40" y="15"/>
                        <a:pt x="40" y="15"/>
                        <a:pt x="40" y="15"/>
                      </a:cubicBezTo>
                      <a:cubicBezTo>
                        <a:pt x="39" y="15"/>
                        <a:pt x="38" y="16"/>
                        <a:pt x="38" y="17"/>
                      </a:cubicBezTo>
                      <a:cubicBezTo>
                        <a:pt x="38" y="19"/>
                        <a:pt x="41" y="22"/>
                        <a:pt x="41" y="26"/>
                      </a:cubicBezTo>
                      <a:cubicBezTo>
                        <a:pt x="41" y="29"/>
                        <a:pt x="41" y="29"/>
                        <a:pt x="41" y="29"/>
                      </a:cubicBezTo>
                      <a:cubicBezTo>
                        <a:pt x="41" y="30"/>
                        <a:pt x="41" y="30"/>
                        <a:pt x="41" y="30"/>
                      </a:cubicBezTo>
                      <a:cubicBezTo>
                        <a:pt x="38" y="33"/>
                        <a:pt x="38" y="33"/>
                        <a:pt x="38" y="33"/>
                      </a:cubicBezTo>
                      <a:cubicBezTo>
                        <a:pt x="37" y="33"/>
                        <a:pt x="37" y="33"/>
                        <a:pt x="37" y="33"/>
                      </a:cubicBezTo>
                      <a:cubicBezTo>
                        <a:pt x="35" y="33"/>
                        <a:pt x="35" y="34"/>
                        <a:pt x="34" y="34"/>
                      </a:cubicBezTo>
                      <a:cubicBezTo>
                        <a:pt x="32" y="33"/>
                        <a:pt x="31" y="31"/>
                        <a:pt x="30" y="29"/>
                      </a:cubicBezTo>
                      <a:cubicBezTo>
                        <a:pt x="24" y="29"/>
                        <a:pt x="30" y="41"/>
                        <a:pt x="19" y="45"/>
                      </a:cubicBezTo>
                      <a:cubicBezTo>
                        <a:pt x="16" y="46"/>
                        <a:pt x="12" y="48"/>
                        <a:pt x="9" y="50"/>
                      </a:cubicBezTo>
                      <a:cubicBezTo>
                        <a:pt x="6" y="51"/>
                        <a:pt x="1" y="53"/>
                        <a:pt x="0" y="55"/>
                      </a:cubicBezTo>
                      <a:cubicBezTo>
                        <a:pt x="1" y="58"/>
                        <a:pt x="1" y="57"/>
                        <a:pt x="4" y="59"/>
                      </a:cubicBezTo>
                      <a:cubicBezTo>
                        <a:pt x="6" y="59"/>
                        <a:pt x="6" y="59"/>
                        <a:pt x="6" y="59"/>
                      </a:cubicBezTo>
                      <a:cubicBezTo>
                        <a:pt x="10" y="59"/>
                        <a:pt x="20" y="51"/>
                        <a:pt x="23" y="51"/>
                      </a:cubicBezTo>
                      <a:cubicBezTo>
                        <a:pt x="25" y="51"/>
                        <a:pt x="24" y="51"/>
                        <a:pt x="27" y="52"/>
                      </a:cubicBezTo>
                      <a:cubicBezTo>
                        <a:pt x="29" y="54"/>
                        <a:pt x="29" y="55"/>
                        <a:pt x="30" y="58"/>
                      </a:cubicBezTo>
                      <a:cubicBezTo>
                        <a:pt x="30" y="59"/>
                        <a:pt x="30" y="59"/>
                        <a:pt x="30" y="59"/>
                      </a:cubicBezTo>
                      <a:cubicBezTo>
                        <a:pt x="30" y="62"/>
                        <a:pt x="28" y="64"/>
                        <a:pt x="26" y="65"/>
                      </a:cubicBezTo>
                      <a:cubicBezTo>
                        <a:pt x="21" y="64"/>
                        <a:pt x="21" y="64"/>
                        <a:pt x="21" y="64"/>
                      </a:cubicBezTo>
                      <a:cubicBezTo>
                        <a:pt x="20" y="64"/>
                        <a:pt x="20" y="64"/>
                        <a:pt x="19" y="64"/>
                      </a:cubicBezTo>
                      <a:cubicBezTo>
                        <a:pt x="18" y="64"/>
                        <a:pt x="18" y="64"/>
                        <a:pt x="18" y="64"/>
                      </a:cubicBezTo>
                      <a:cubicBezTo>
                        <a:pt x="16" y="67"/>
                        <a:pt x="16" y="67"/>
                        <a:pt x="16" y="67"/>
                      </a:cubicBezTo>
                      <a:cubicBezTo>
                        <a:pt x="16" y="68"/>
                        <a:pt x="16" y="68"/>
                        <a:pt x="16" y="68"/>
                      </a:cubicBezTo>
                      <a:cubicBezTo>
                        <a:pt x="16" y="72"/>
                        <a:pt x="16" y="72"/>
                        <a:pt x="16" y="72"/>
                      </a:cubicBezTo>
                      <a:cubicBezTo>
                        <a:pt x="16" y="78"/>
                        <a:pt x="13" y="85"/>
                        <a:pt x="11" y="90"/>
                      </a:cubicBezTo>
                      <a:cubicBezTo>
                        <a:pt x="9" y="94"/>
                        <a:pt x="3" y="100"/>
                        <a:pt x="3" y="105"/>
                      </a:cubicBezTo>
                      <a:cubicBezTo>
                        <a:pt x="3" y="106"/>
                        <a:pt x="4" y="109"/>
                        <a:pt x="5" y="110"/>
                      </a:cubicBezTo>
                      <a:cubicBezTo>
                        <a:pt x="6" y="110"/>
                        <a:pt x="6" y="110"/>
                        <a:pt x="6" y="110"/>
                      </a:cubicBezTo>
                      <a:cubicBezTo>
                        <a:pt x="7" y="110"/>
                        <a:pt x="7" y="110"/>
                        <a:pt x="7" y="110"/>
                      </a:cubicBezTo>
                      <a:cubicBezTo>
                        <a:pt x="9" y="110"/>
                        <a:pt x="8" y="110"/>
                        <a:pt x="9" y="111"/>
                      </a:cubicBezTo>
                      <a:cubicBezTo>
                        <a:pt x="11" y="109"/>
                        <a:pt x="15" y="101"/>
                        <a:pt x="15" y="98"/>
                      </a:cubicBezTo>
                      <a:cubicBezTo>
                        <a:pt x="17" y="94"/>
                        <a:pt x="20" y="89"/>
                        <a:pt x="24" y="89"/>
                      </a:cubicBezTo>
                      <a:cubicBezTo>
                        <a:pt x="25" y="89"/>
                        <a:pt x="25" y="89"/>
                        <a:pt x="26" y="88"/>
                      </a:cubicBezTo>
                      <a:cubicBezTo>
                        <a:pt x="28" y="90"/>
                        <a:pt x="32" y="90"/>
                        <a:pt x="32" y="93"/>
                      </a:cubicBezTo>
                      <a:cubicBezTo>
                        <a:pt x="32" y="94"/>
                        <a:pt x="32" y="94"/>
                        <a:pt x="32" y="94"/>
                      </a:cubicBezTo>
                      <a:cubicBezTo>
                        <a:pt x="32" y="96"/>
                        <a:pt x="32" y="96"/>
                        <a:pt x="32" y="96"/>
                      </a:cubicBezTo>
                      <a:cubicBezTo>
                        <a:pt x="28" y="102"/>
                        <a:pt x="25" y="101"/>
                        <a:pt x="23" y="104"/>
                      </a:cubicBezTo>
                      <a:cubicBezTo>
                        <a:pt x="26" y="109"/>
                        <a:pt x="27" y="108"/>
                        <a:pt x="29" y="113"/>
                      </a:cubicBezTo>
                      <a:cubicBezTo>
                        <a:pt x="29" y="114"/>
                        <a:pt x="29" y="114"/>
                        <a:pt x="29" y="114"/>
                      </a:cubicBezTo>
                      <a:cubicBezTo>
                        <a:pt x="29" y="115"/>
                        <a:pt x="29" y="115"/>
                        <a:pt x="29" y="115"/>
                      </a:cubicBezTo>
                      <a:cubicBezTo>
                        <a:pt x="29" y="116"/>
                        <a:pt x="29" y="116"/>
                        <a:pt x="29" y="116"/>
                      </a:cubicBezTo>
                      <a:cubicBezTo>
                        <a:pt x="28" y="119"/>
                        <a:pt x="26" y="123"/>
                        <a:pt x="22" y="122"/>
                      </a:cubicBezTo>
                      <a:cubicBezTo>
                        <a:pt x="15" y="122"/>
                        <a:pt x="15" y="122"/>
                        <a:pt x="15" y="122"/>
                      </a:cubicBezTo>
                      <a:cubicBezTo>
                        <a:pt x="14" y="122"/>
                        <a:pt x="11" y="124"/>
                        <a:pt x="10" y="124"/>
                      </a:cubicBezTo>
                      <a:cubicBezTo>
                        <a:pt x="13" y="127"/>
                        <a:pt x="23" y="129"/>
                        <a:pt x="23" y="133"/>
                      </a:cubicBezTo>
                      <a:cubicBezTo>
                        <a:pt x="23" y="137"/>
                        <a:pt x="18" y="142"/>
                        <a:pt x="15" y="144"/>
                      </a:cubicBezTo>
                      <a:cubicBezTo>
                        <a:pt x="15" y="150"/>
                        <a:pt x="15" y="150"/>
                        <a:pt x="15" y="150"/>
                      </a:cubicBezTo>
                      <a:cubicBezTo>
                        <a:pt x="17" y="150"/>
                        <a:pt x="17" y="150"/>
                        <a:pt x="17" y="150"/>
                      </a:cubicBezTo>
                      <a:cubicBezTo>
                        <a:pt x="20" y="150"/>
                        <a:pt x="27" y="141"/>
                        <a:pt x="29" y="139"/>
                      </a:cubicBezTo>
                      <a:cubicBezTo>
                        <a:pt x="33" y="135"/>
                        <a:pt x="34" y="129"/>
                        <a:pt x="38" y="12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48" name="iSļïḑé"/>
                <p:cNvSpPr/>
                <p:nvPr/>
              </p:nvSpPr>
              <p:spPr bwMode="auto">
                <a:xfrm>
                  <a:off x="4422776" y="3106738"/>
                  <a:ext cx="412750" cy="596900"/>
                </a:xfrm>
                <a:custGeom>
                  <a:avLst/>
                  <a:gdLst>
                    <a:gd name="T0" fmla="*/ 63 w 125"/>
                    <a:gd name="T1" fmla="*/ 83 h 179"/>
                    <a:gd name="T2" fmla="*/ 69 w 125"/>
                    <a:gd name="T3" fmla="*/ 84 h 179"/>
                    <a:gd name="T4" fmla="*/ 71 w 125"/>
                    <a:gd name="T5" fmla="*/ 95 h 179"/>
                    <a:gd name="T6" fmla="*/ 56 w 125"/>
                    <a:gd name="T7" fmla="*/ 91 h 179"/>
                    <a:gd name="T8" fmla="*/ 77 w 125"/>
                    <a:gd name="T9" fmla="*/ 77 h 179"/>
                    <a:gd name="T10" fmla="*/ 90 w 125"/>
                    <a:gd name="T11" fmla="*/ 82 h 179"/>
                    <a:gd name="T12" fmla="*/ 93 w 125"/>
                    <a:gd name="T13" fmla="*/ 96 h 179"/>
                    <a:gd name="T14" fmla="*/ 88 w 125"/>
                    <a:gd name="T15" fmla="*/ 106 h 179"/>
                    <a:gd name="T16" fmla="*/ 75 w 125"/>
                    <a:gd name="T17" fmla="*/ 89 h 179"/>
                    <a:gd name="T18" fmla="*/ 91 w 125"/>
                    <a:gd name="T19" fmla="*/ 29 h 179"/>
                    <a:gd name="T20" fmla="*/ 95 w 125"/>
                    <a:gd name="T21" fmla="*/ 4 h 179"/>
                    <a:gd name="T22" fmla="*/ 92 w 125"/>
                    <a:gd name="T23" fmla="*/ 0 h 179"/>
                    <a:gd name="T24" fmla="*/ 86 w 125"/>
                    <a:gd name="T25" fmla="*/ 0 h 179"/>
                    <a:gd name="T26" fmla="*/ 80 w 125"/>
                    <a:gd name="T27" fmla="*/ 7 h 179"/>
                    <a:gd name="T28" fmla="*/ 83 w 125"/>
                    <a:gd name="T29" fmla="*/ 30 h 179"/>
                    <a:gd name="T30" fmla="*/ 86 w 125"/>
                    <a:gd name="T31" fmla="*/ 50 h 179"/>
                    <a:gd name="T32" fmla="*/ 46 w 125"/>
                    <a:gd name="T33" fmla="*/ 84 h 179"/>
                    <a:gd name="T34" fmla="*/ 0 w 125"/>
                    <a:gd name="T35" fmla="*/ 99 h 179"/>
                    <a:gd name="T36" fmla="*/ 13 w 125"/>
                    <a:gd name="T37" fmla="*/ 108 h 179"/>
                    <a:gd name="T38" fmla="*/ 30 w 125"/>
                    <a:gd name="T39" fmla="*/ 100 h 179"/>
                    <a:gd name="T40" fmla="*/ 47 w 125"/>
                    <a:gd name="T41" fmla="*/ 92 h 179"/>
                    <a:gd name="T42" fmla="*/ 51 w 125"/>
                    <a:gd name="T43" fmla="*/ 109 h 179"/>
                    <a:gd name="T44" fmla="*/ 50 w 125"/>
                    <a:gd name="T45" fmla="*/ 118 h 179"/>
                    <a:gd name="T46" fmla="*/ 54 w 125"/>
                    <a:gd name="T47" fmla="*/ 125 h 179"/>
                    <a:gd name="T48" fmla="*/ 62 w 125"/>
                    <a:gd name="T49" fmla="*/ 119 h 179"/>
                    <a:gd name="T50" fmla="*/ 62 w 125"/>
                    <a:gd name="T51" fmla="*/ 113 h 179"/>
                    <a:gd name="T52" fmla="*/ 78 w 125"/>
                    <a:gd name="T53" fmla="*/ 111 h 179"/>
                    <a:gd name="T54" fmla="*/ 78 w 125"/>
                    <a:gd name="T55" fmla="*/ 113 h 179"/>
                    <a:gd name="T56" fmla="*/ 78 w 125"/>
                    <a:gd name="T57" fmla="*/ 118 h 179"/>
                    <a:gd name="T58" fmla="*/ 46 w 125"/>
                    <a:gd name="T59" fmla="*/ 147 h 179"/>
                    <a:gd name="T60" fmla="*/ 28 w 125"/>
                    <a:gd name="T61" fmla="*/ 158 h 179"/>
                    <a:gd name="T62" fmla="*/ 1 w 125"/>
                    <a:gd name="T63" fmla="*/ 170 h 179"/>
                    <a:gd name="T64" fmla="*/ 14 w 125"/>
                    <a:gd name="T65" fmla="*/ 178 h 179"/>
                    <a:gd name="T66" fmla="*/ 20 w 125"/>
                    <a:gd name="T67" fmla="*/ 179 h 179"/>
                    <a:gd name="T68" fmla="*/ 22 w 125"/>
                    <a:gd name="T69" fmla="*/ 179 h 179"/>
                    <a:gd name="T70" fmla="*/ 38 w 125"/>
                    <a:gd name="T71" fmla="*/ 169 h 179"/>
                    <a:gd name="T72" fmla="*/ 61 w 125"/>
                    <a:gd name="T73" fmla="*/ 150 h 179"/>
                    <a:gd name="T74" fmla="*/ 79 w 125"/>
                    <a:gd name="T75" fmla="*/ 135 h 179"/>
                    <a:gd name="T76" fmla="*/ 96 w 125"/>
                    <a:gd name="T77" fmla="*/ 119 h 179"/>
                    <a:gd name="T78" fmla="*/ 106 w 125"/>
                    <a:gd name="T79" fmla="*/ 149 h 179"/>
                    <a:gd name="T80" fmla="*/ 125 w 125"/>
                    <a:gd name="T81" fmla="*/ 152 h 179"/>
                    <a:gd name="T82" fmla="*/ 116 w 125"/>
                    <a:gd name="T83" fmla="*/ 120 h 179"/>
                    <a:gd name="T84" fmla="*/ 115 w 125"/>
                    <a:gd name="T85" fmla="*/ 125 h 179"/>
                    <a:gd name="T86" fmla="*/ 109 w 125"/>
                    <a:gd name="T87" fmla="*/ 129 h 179"/>
                    <a:gd name="T88" fmla="*/ 97 w 125"/>
                    <a:gd name="T89" fmla="*/ 92 h 179"/>
                    <a:gd name="T90" fmla="*/ 94 w 125"/>
                    <a:gd name="T91" fmla="*/ 76 h 179"/>
                    <a:gd name="T92" fmla="*/ 110 w 125"/>
                    <a:gd name="T93" fmla="*/ 60 h 179"/>
                    <a:gd name="T94" fmla="*/ 105 w 125"/>
                    <a:gd name="T95" fmla="*/ 57 h 179"/>
                    <a:gd name="T96" fmla="*/ 101 w 125"/>
                    <a:gd name="T97" fmla="*/ 59 h 179"/>
                    <a:gd name="T98" fmla="*/ 91 w 125"/>
                    <a:gd name="T99" fmla="*/ 54 h 179"/>
                    <a:gd name="T100" fmla="*/ 91 w 125"/>
                    <a:gd name="T101" fmla="*/ 29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25" h="179">
                      <a:moveTo>
                        <a:pt x="56" y="91"/>
                      </a:moveTo>
                      <a:cubicBezTo>
                        <a:pt x="56" y="87"/>
                        <a:pt x="60" y="85"/>
                        <a:pt x="63" y="83"/>
                      </a:cubicBezTo>
                      <a:cubicBezTo>
                        <a:pt x="64" y="83"/>
                        <a:pt x="64" y="83"/>
                        <a:pt x="64" y="83"/>
                      </a:cubicBezTo>
                      <a:cubicBezTo>
                        <a:pt x="67" y="83"/>
                        <a:pt x="67" y="84"/>
                        <a:pt x="69" y="84"/>
                      </a:cubicBezTo>
                      <a:cubicBezTo>
                        <a:pt x="71" y="94"/>
                        <a:pt x="71" y="94"/>
                        <a:pt x="71" y="94"/>
                      </a:cubicBezTo>
                      <a:cubicBezTo>
                        <a:pt x="71" y="95"/>
                        <a:pt x="71" y="95"/>
                        <a:pt x="71" y="95"/>
                      </a:cubicBezTo>
                      <a:cubicBezTo>
                        <a:pt x="68" y="100"/>
                        <a:pt x="68" y="99"/>
                        <a:pt x="63" y="101"/>
                      </a:cubicBezTo>
                      <a:cubicBezTo>
                        <a:pt x="61" y="99"/>
                        <a:pt x="56" y="95"/>
                        <a:pt x="56" y="91"/>
                      </a:cubicBezTo>
                      <a:close/>
                      <a:moveTo>
                        <a:pt x="72" y="83"/>
                      </a:moveTo>
                      <a:cubicBezTo>
                        <a:pt x="74" y="79"/>
                        <a:pt x="73" y="79"/>
                        <a:pt x="77" y="77"/>
                      </a:cubicBezTo>
                      <a:cubicBezTo>
                        <a:pt x="79" y="75"/>
                        <a:pt x="82" y="75"/>
                        <a:pt x="83" y="73"/>
                      </a:cubicBezTo>
                      <a:cubicBezTo>
                        <a:pt x="88" y="76"/>
                        <a:pt x="89" y="76"/>
                        <a:pt x="90" y="82"/>
                      </a:cubicBezTo>
                      <a:cubicBezTo>
                        <a:pt x="92" y="95"/>
                        <a:pt x="92" y="95"/>
                        <a:pt x="92" y="95"/>
                      </a:cubicBezTo>
                      <a:cubicBezTo>
                        <a:pt x="93" y="96"/>
                        <a:pt x="93" y="96"/>
                        <a:pt x="93" y="96"/>
                      </a:cubicBezTo>
                      <a:cubicBezTo>
                        <a:pt x="94" y="99"/>
                        <a:pt x="94" y="99"/>
                        <a:pt x="94" y="99"/>
                      </a:cubicBezTo>
                      <a:cubicBezTo>
                        <a:pt x="91" y="105"/>
                        <a:pt x="93" y="103"/>
                        <a:pt x="88" y="106"/>
                      </a:cubicBezTo>
                      <a:cubicBezTo>
                        <a:pt x="83" y="101"/>
                        <a:pt x="82" y="101"/>
                        <a:pt x="79" y="95"/>
                      </a:cubicBezTo>
                      <a:cubicBezTo>
                        <a:pt x="77" y="93"/>
                        <a:pt x="77" y="91"/>
                        <a:pt x="75" y="89"/>
                      </a:cubicBezTo>
                      <a:cubicBezTo>
                        <a:pt x="73" y="87"/>
                        <a:pt x="73" y="86"/>
                        <a:pt x="72" y="83"/>
                      </a:cubicBezTo>
                      <a:close/>
                      <a:moveTo>
                        <a:pt x="91" y="29"/>
                      </a:moveTo>
                      <a:cubicBezTo>
                        <a:pt x="91" y="22"/>
                        <a:pt x="95" y="12"/>
                        <a:pt x="95" y="4"/>
                      </a:cubicBezTo>
                      <a:cubicBezTo>
                        <a:pt x="95" y="4"/>
                        <a:pt x="95" y="4"/>
                        <a:pt x="95" y="4"/>
                      </a:cubicBezTo>
                      <a:cubicBezTo>
                        <a:pt x="95" y="3"/>
                        <a:pt x="95" y="3"/>
                        <a:pt x="95" y="3"/>
                      </a:cubicBezTo>
                      <a:cubicBezTo>
                        <a:pt x="93" y="0"/>
                        <a:pt x="95" y="1"/>
                        <a:pt x="92" y="0"/>
                      </a:cubicBezTo>
                      <a:cubicBezTo>
                        <a:pt x="91" y="0"/>
                        <a:pt x="91" y="0"/>
                        <a:pt x="91" y="0"/>
                      </a:cubicBezTo>
                      <a:cubicBezTo>
                        <a:pt x="86" y="0"/>
                        <a:pt x="86" y="0"/>
                        <a:pt x="86" y="0"/>
                      </a:cubicBezTo>
                      <a:cubicBezTo>
                        <a:pt x="85" y="0"/>
                        <a:pt x="85" y="0"/>
                        <a:pt x="85" y="0"/>
                      </a:cubicBezTo>
                      <a:cubicBezTo>
                        <a:pt x="82" y="1"/>
                        <a:pt x="80" y="4"/>
                        <a:pt x="80" y="7"/>
                      </a:cubicBezTo>
                      <a:cubicBezTo>
                        <a:pt x="83" y="30"/>
                        <a:pt x="83" y="30"/>
                        <a:pt x="83" y="30"/>
                      </a:cubicBezTo>
                      <a:cubicBezTo>
                        <a:pt x="83" y="30"/>
                        <a:pt x="83" y="30"/>
                        <a:pt x="83" y="30"/>
                      </a:cubicBezTo>
                      <a:cubicBezTo>
                        <a:pt x="83" y="38"/>
                        <a:pt x="86" y="44"/>
                        <a:pt x="86" y="49"/>
                      </a:cubicBezTo>
                      <a:cubicBezTo>
                        <a:pt x="86" y="50"/>
                        <a:pt x="86" y="50"/>
                        <a:pt x="86" y="50"/>
                      </a:cubicBezTo>
                      <a:cubicBezTo>
                        <a:pt x="87" y="62"/>
                        <a:pt x="87" y="62"/>
                        <a:pt x="87" y="62"/>
                      </a:cubicBezTo>
                      <a:cubicBezTo>
                        <a:pt x="87" y="68"/>
                        <a:pt x="52" y="81"/>
                        <a:pt x="46" y="84"/>
                      </a:cubicBezTo>
                      <a:cubicBezTo>
                        <a:pt x="39" y="87"/>
                        <a:pt x="31" y="89"/>
                        <a:pt x="23" y="92"/>
                      </a:cubicBezTo>
                      <a:cubicBezTo>
                        <a:pt x="20" y="94"/>
                        <a:pt x="0" y="96"/>
                        <a:pt x="0" y="99"/>
                      </a:cubicBezTo>
                      <a:cubicBezTo>
                        <a:pt x="0" y="101"/>
                        <a:pt x="9" y="108"/>
                        <a:pt x="11" y="108"/>
                      </a:cubicBezTo>
                      <a:cubicBezTo>
                        <a:pt x="13" y="108"/>
                        <a:pt x="13" y="108"/>
                        <a:pt x="13" y="108"/>
                      </a:cubicBezTo>
                      <a:cubicBezTo>
                        <a:pt x="14" y="108"/>
                        <a:pt x="14" y="108"/>
                        <a:pt x="14" y="108"/>
                      </a:cubicBezTo>
                      <a:cubicBezTo>
                        <a:pt x="20" y="105"/>
                        <a:pt x="24" y="103"/>
                        <a:pt x="30" y="100"/>
                      </a:cubicBezTo>
                      <a:cubicBezTo>
                        <a:pt x="34" y="98"/>
                        <a:pt x="41" y="93"/>
                        <a:pt x="45" y="93"/>
                      </a:cubicBezTo>
                      <a:cubicBezTo>
                        <a:pt x="46" y="93"/>
                        <a:pt x="46" y="93"/>
                        <a:pt x="47" y="92"/>
                      </a:cubicBezTo>
                      <a:cubicBezTo>
                        <a:pt x="49" y="94"/>
                        <a:pt x="52" y="96"/>
                        <a:pt x="51" y="101"/>
                      </a:cubicBezTo>
                      <a:cubicBezTo>
                        <a:pt x="51" y="109"/>
                        <a:pt x="51" y="109"/>
                        <a:pt x="51" y="109"/>
                      </a:cubicBezTo>
                      <a:cubicBezTo>
                        <a:pt x="51" y="110"/>
                        <a:pt x="51" y="110"/>
                        <a:pt x="51" y="110"/>
                      </a:cubicBezTo>
                      <a:cubicBezTo>
                        <a:pt x="50" y="118"/>
                        <a:pt x="50" y="118"/>
                        <a:pt x="50" y="118"/>
                      </a:cubicBezTo>
                      <a:cubicBezTo>
                        <a:pt x="50" y="119"/>
                        <a:pt x="50" y="119"/>
                        <a:pt x="50" y="120"/>
                      </a:cubicBezTo>
                      <a:cubicBezTo>
                        <a:pt x="51" y="123"/>
                        <a:pt x="51" y="123"/>
                        <a:pt x="54" y="125"/>
                      </a:cubicBezTo>
                      <a:cubicBezTo>
                        <a:pt x="56" y="125"/>
                        <a:pt x="56" y="125"/>
                        <a:pt x="56" y="125"/>
                      </a:cubicBezTo>
                      <a:cubicBezTo>
                        <a:pt x="59" y="125"/>
                        <a:pt x="60" y="121"/>
                        <a:pt x="62" y="119"/>
                      </a:cubicBezTo>
                      <a:cubicBezTo>
                        <a:pt x="62" y="118"/>
                        <a:pt x="62" y="118"/>
                        <a:pt x="62" y="118"/>
                      </a:cubicBezTo>
                      <a:cubicBezTo>
                        <a:pt x="62" y="113"/>
                        <a:pt x="62" y="113"/>
                        <a:pt x="62" y="113"/>
                      </a:cubicBezTo>
                      <a:cubicBezTo>
                        <a:pt x="63" y="110"/>
                        <a:pt x="68" y="106"/>
                        <a:pt x="71" y="106"/>
                      </a:cubicBezTo>
                      <a:cubicBezTo>
                        <a:pt x="75" y="106"/>
                        <a:pt x="77" y="109"/>
                        <a:pt x="78" y="111"/>
                      </a:cubicBezTo>
                      <a:cubicBezTo>
                        <a:pt x="78" y="112"/>
                        <a:pt x="78" y="112"/>
                        <a:pt x="78" y="112"/>
                      </a:cubicBezTo>
                      <a:cubicBezTo>
                        <a:pt x="78" y="113"/>
                        <a:pt x="78" y="113"/>
                        <a:pt x="78" y="113"/>
                      </a:cubicBezTo>
                      <a:cubicBezTo>
                        <a:pt x="78" y="115"/>
                        <a:pt x="78" y="115"/>
                        <a:pt x="79" y="116"/>
                      </a:cubicBezTo>
                      <a:cubicBezTo>
                        <a:pt x="78" y="117"/>
                        <a:pt x="78" y="117"/>
                        <a:pt x="78" y="118"/>
                      </a:cubicBezTo>
                      <a:cubicBezTo>
                        <a:pt x="78" y="119"/>
                        <a:pt x="78" y="119"/>
                        <a:pt x="78" y="119"/>
                      </a:cubicBezTo>
                      <a:cubicBezTo>
                        <a:pt x="72" y="130"/>
                        <a:pt x="57" y="140"/>
                        <a:pt x="46" y="147"/>
                      </a:cubicBezTo>
                      <a:cubicBezTo>
                        <a:pt x="44" y="148"/>
                        <a:pt x="40" y="151"/>
                        <a:pt x="37" y="152"/>
                      </a:cubicBezTo>
                      <a:cubicBezTo>
                        <a:pt x="35" y="153"/>
                        <a:pt x="29" y="157"/>
                        <a:pt x="28" y="158"/>
                      </a:cubicBezTo>
                      <a:cubicBezTo>
                        <a:pt x="25" y="161"/>
                        <a:pt x="12" y="165"/>
                        <a:pt x="6" y="165"/>
                      </a:cubicBezTo>
                      <a:cubicBezTo>
                        <a:pt x="4" y="165"/>
                        <a:pt x="2" y="168"/>
                        <a:pt x="1" y="170"/>
                      </a:cubicBezTo>
                      <a:cubicBezTo>
                        <a:pt x="4" y="171"/>
                        <a:pt x="4" y="173"/>
                        <a:pt x="7" y="175"/>
                      </a:cubicBezTo>
                      <a:cubicBezTo>
                        <a:pt x="10" y="176"/>
                        <a:pt x="12" y="176"/>
                        <a:pt x="14" y="178"/>
                      </a:cubicBezTo>
                      <a:cubicBezTo>
                        <a:pt x="18" y="179"/>
                        <a:pt x="18" y="179"/>
                        <a:pt x="18" y="179"/>
                      </a:cubicBezTo>
                      <a:cubicBezTo>
                        <a:pt x="20" y="179"/>
                        <a:pt x="18" y="179"/>
                        <a:pt x="20" y="179"/>
                      </a:cubicBezTo>
                      <a:cubicBezTo>
                        <a:pt x="21" y="179"/>
                        <a:pt x="21" y="179"/>
                        <a:pt x="21" y="179"/>
                      </a:cubicBezTo>
                      <a:cubicBezTo>
                        <a:pt x="22" y="179"/>
                        <a:pt x="22" y="179"/>
                        <a:pt x="22" y="179"/>
                      </a:cubicBezTo>
                      <a:cubicBezTo>
                        <a:pt x="26" y="177"/>
                        <a:pt x="30" y="175"/>
                        <a:pt x="33" y="173"/>
                      </a:cubicBezTo>
                      <a:cubicBezTo>
                        <a:pt x="35" y="171"/>
                        <a:pt x="36" y="170"/>
                        <a:pt x="38" y="169"/>
                      </a:cubicBezTo>
                      <a:cubicBezTo>
                        <a:pt x="39" y="168"/>
                        <a:pt x="43" y="166"/>
                        <a:pt x="43" y="166"/>
                      </a:cubicBezTo>
                      <a:cubicBezTo>
                        <a:pt x="49" y="160"/>
                        <a:pt x="55" y="156"/>
                        <a:pt x="61" y="150"/>
                      </a:cubicBezTo>
                      <a:cubicBezTo>
                        <a:pt x="64" y="148"/>
                        <a:pt x="67" y="145"/>
                        <a:pt x="70" y="143"/>
                      </a:cubicBezTo>
                      <a:cubicBezTo>
                        <a:pt x="73" y="140"/>
                        <a:pt x="76" y="137"/>
                        <a:pt x="79" y="135"/>
                      </a:cubicBezTo>
                      <a:cubicBezTo>
                        <a:pt x="82" y="132"/>
                        <a:pt x="85" y="130"/>
                        <a:pt x="87" y="127"/>
                      </a:cubicBezTo>
                      <a:cubicBezTo>
                        <a:pt x="90" y="124"/>
                        <a:pt x="91" y="119"/>
                        <a:pt x="96" y="119"/>
                      </a:cubicBezTo>
                      <a:cubicBezTo>
                        <a:pt x="98" y="119"/>
                        <a:pt x="100" y="126"/>
                        <a:pt x="100" y="128"/>
                      </a:cubicBezTo>
                      <a:cubicBezTo>
                        <a:pt x="100" y="132"/>
                        <a:pt x="105" y="145"/>
                        <a:pt x="106" y="149"/>
                      </a:cubicBezTo>
                      <a:cubicBezTo>
                        <a:pt x="108" y="155"/>
                        <a:pt x="111" y="165"/>
                        <a:pt x="118" y="165"/>
                      </a:cubicBezTo>
                      <a:cubicBezTo>
                        <a:pt x="119" y="163"/>
                        <a:pt x="125" y="161"/>
                        <a:pt x="125" y="152"/>
                      </a:cubicBezTo>
                      <a:cubicBezTo>
                        <a:pt x="125" y="143"/>
                        <a:pt x="120" y="120"/>
                        <a:pt x="117" y="116"/>
                      </a:cubicBezTo>
                      <a:cubicBezTo>
                        <a:pt x="117" y="118"/>
                        <a:pt x="116" y="118"/>
                        <a:pt x="116" y="120"/>
                      </a:cubicBezTo>
                      <a:cubicBezTo>
                        <a:pt x="116" y="123"/>
                        <a:pt x="115" y="121"/>
                        <a:pt x="115" y="124"/>
                      </a:cubicBezTo>
                      <a:cubicBezTo>
                        <a:pt x="115" y="125"/>
                        <a:pt x="115" y="125"/>
                        <a:pt x="115" y="125"/>
                      </a:cubicBezTo>
                      <a:cubicBezTo>
                        <a:pt x="115" y="126"/>
                        <a:pt x="114" y="129"/>
                        <a:pt x="112" y="129"/>
                      </a:cubicBezTo>
                      <a:cubicBezTo>
                        <a:pt x="109" y="129"/>
                        <a:pt x="109" y="129"/>
                        <a:pt x="109" y="129"/>
                      </a:cubicBezTo>
                      <a:cubicBezTo>
                        <a:pt x="105" y="129"/>
                        <a:pt x="102" y="110"/>
                        <a:pt x="100" y="105"/>
                      </a:cubicBezTo>
                      <a:cubicBezTo>
                        <a:pt x="98" y="101"/>
                        <a:pt x="98" y="97"/>
                        <a:pt x="97" y="92"/>
                      </a:cubicBezTo>
                      <a:cubicBezTo>
                        <a:pt x="96" y="87"/>
                        <a:pt x="94" y="86"/>
                        <a:pt x="94" y="79"/>
                      </a:cubicBezTo>
                      <a:cubicBezTo>
                        <a:pt x="94" y="76"/>
                        <a:pt x="94" y="76"/>
                        <a:pt x="94" y="76"/>
                      </a:cubicBezTo>
                      <a:cubicBezTo>
                        <a:pt x="94" y="65"/>
                        <a:pt x="110" y="67"/>
                        <a:pt x="110" y="61"/>
                      </a:cubicBezTo>
                      <a:cubicBezTo>
                        <a:pt x="110" y="60"/>
                        <a:pt x="110" y="60"/>
                        <a:pt x="110" y="60"/>
                      </a:cubicBezTo>
                      <a:cubicBezTo>
                        <a:pt x="110" y="58"/>
                        <a:pt x="109" y="57"/>
                        <a:pt x="108" y="57"/>
                      </a:cubicBezTo>
                      <a:cubicBezTo>
                        <a:pt x="105" y="57"/>
                        <a:pt x="105" y="57"/>
                        <a:pt x="105" y="57"/>
                      </a:cubicBezTo>
                      <a:cubicBezTo>
                        <a:pt x="104" y="57"/>
                        <a:pt x="104" y="57"/>
                        <a:pt x="104" y="57"/>
                      </a:cubicBezTo>
                      <a:cubicBezTo>
                        <a:pt x="103" y="58"/>
                        <a:pt x="102" y="59"/>
                        <a:pt x="101" y="59"/>
                      </a:cubicBezTo>
                      <a:cubicBezTo>
                        <a:pt x="99" y="60"/>
                        <a:pt x="99" y="59"/>
                        <a:pt x="97" y="60"/>
                      </a:cubicBezTo>
                      <a:cubicBezTo>
                        <a:pt x="95" y="59"/>
                        <a:pt x="91" y="56"/>
                        <a:pt x="91" y="54"/>
                      </a:cubicBezTo>
                      <a:cubicBezTo>
                        <a:pt x="91" y="41"/>
                        <a:pt x="91" y="41"/>
                        <a:pt x="91" y="41"/>
                      </a:cubicBezTo>
                      <a:lnTo>
                        <a:pt x="91" y="29"/>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49" name="íšlïďè"/>
                <p:cNvSpPr/>
                <p:nvPr/>
              </p:nvSpPr>
              <p:spPr bwMode="auto">
                <a:xfrm>
                  <a:off x="5478463" y="3581400"/>
                  <a:ext cx="46038" cy="76200"/>
                </a:xfrm>
                <a:custGeom>
                  <a:avLst/>
                  <a:gdLst>
                    <a:gd name="T0" fmla="*/ 14 w 14"/>
                    <a:gd name="T1" fmla="*/ 15 h 23"/>
                    <a:gd name="T2" fmla="*/ 10 w 14"/>
                    <a:gd name="T3" fmla="*/ 6 h 23"/>
                    <a:gd name="T4" fmla="*/ 3 w 14"/>
                    <a:gd name="T5" fmla="*/ 0 h 23"/>
                    <a:gd name="T6" fmla="*/ 0 w 14"/>
                    <a:gd name="T7" fmla="*/ 3 h 23"/>
                    <a:gd name="T8" fmla="*/ 5 w 14"/>
                    <a:gd name="T9" fmla="*/ 11 h 23"/>
                    <a:gd name="T10" fmla="*/ 5 w 14"/>
                    <a:gd name="T11" fmla="*/ 12 h 23"/>
                    <a:gd name="T12" fmla="*/ 5 w 14"/>
                    <a:gd name="T13" fmla="*/ 14 h 23"/>
                    <a:gd name="T14" fmla="*/ 5 w 14"/>
                    <a:gd name="T15" fmla="*/ 15 h 23"/>
                    <a:gd name="T16" fmla="*/ 2 w 14"/>
                    <a:gd name="T17" fmla="*/ 19 h 23"/>
                    <a:gd name="T18" fmla="*/ 2 w 14"/>
                    <a:gd name="T19" fmla="*/ 22 h 23"/>
                    <a:gd name="T20" fmla="*/ 5 w 14"/>
                    <a:gd name="T21" fmla="*/ 23 h 23"/>
                    <a:gd name="T22" fmla="*/ 6 w 14"/>
                    <a:gd name="T23" fmla="*/ 23 h 23"/>
                    <a:gd name="T24" fmla="*/ 11 w 14"/>
                    <a:gd name="T25" fmla="*/ 20 h 23"/>
                    <a:gd name="T26" fmla="*/ 14 w 14"/>
                    <a:gd name="T27" fmla="*/ 15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4" h="23">
                      <a:moveTo>
                        <a:pt x="14" y="15"/>
                      </a:moveTo>
                      <a:cubicBezTo>
                        <a:pt x="14" y="11"/>
                        <a:pt x="12" y="9"/>
                        <a:pt x="10" y="6"/>
                      </a:cubicBezTo>
                      <a:cubicBezTo>
                        <a:pt x="8" y="5"/>
                        <a:pt x="3" y="1"/>
                        <a:pt x="3" y="0"/>
                      </a:cubicBezTo>
                      <a:cubicBezTo>
                        <a:pt x="0" y="3"/>
                        <a:pt x="0" y="3"/>
                        <a:pt x="0" y="3"/>
                      </a:cubicBezTo>
                      <a:cubicBezTo>
                        <a:pt x="5" y="11"/>
                        <a:pt x="5" y="11"/>
                        <a:pt x="5" y="11"/>
                      </a:cubicBezTo>
                      <a:cubicBezTo>
                        <a:pt x="5" y="12"/>
                        <a:pt x="5" y="12"/>
                        <a:pt x="5" y="12"/>
                      </a:cubicBezTo>
                      <a:cubicBezTo>
                        <a:pt x="5" y="14"/>
                        <a:pt x="5" y="14"/>
                        <a:pt x="5" y="14"/>
                      </a:cubicBezTo>
                      <a:cubicBezTo>
                        <a:pt x="5" y="15"/>
                        <a:pt x="5" y="15"/>
                        <a:pt x="5" y="15"/>
                      </a:cubicBezTo>
                      <a:cubicBezTo>
                        <a:pt x="2" y="19"/>
                        <a:pt x="2" y="19"/>
                        <a:pt x="2" y="19"/>
                      </a:cubicBezTo>
                      <a:cubicBezTo>
                        <a:pt x="2" y="22"/>
                        <a:pt x="2" y="22"/>
                        <a:pt x="2" y="22"/>
                      </a:cubicBezTo>
                      <a:cubicBezTo>
                        <a:pt x="5" y="23"/>
                        <a:pt x="5" y="23"/>
                        <a:pt x="5" y="23"/>
                      </a:cubicBezTo>
                      <a:cubicBezTo>
                        <a:pt x="6" y="23"/>
                        <a:pt x="6" y="23"/>
                        <a:pt x="6" y="23"/>
                      </a:cubicBezTo>
                      <a:cubicBezTo>
                        <a:pt x="7" y="23"/>
                        <a:pt x="11" y="21"/>
                        <a:pt x="11" y="20"/>
                      </a:cubicBezTo>
                      <a:cubicBezTo>
                        <a:pt x="13" y="19"/>
                        <a:pt x="13" y="17"/>
                        <a:pt x="14" y="1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50" name="işḷîḑe"/>
                <p:cNvSpPr/>
                <p:nvPr/>
              </p:nvSpPr>
              <p:spPr bwMode="auto">
                <a:xfrm>
                  <a:off x="6310313" y="3136900"/>
                  <a:ext cx="406400" cy="554038"/>
                </a:xfrm>
                <a:custGeom>
                  <a:avLst/>
                  <a:gdLst>
                    <a:gd name="T0" fmla="*/ 101 w 123"/>
                    <a:gd name="T1" fmla="*/ 9 h 166"/>
                    <a:gd name="T2" fmla="*/ 96 w 123"/>
                    <a:gd name="T3" fmla="*/ 0 h 166"/>
                    <a:gd name="T4" fmla="*/ 76 w 123"/>
                    <a:gd name="T5" fmla="*/ 23 h 166"/>
                    <a:gd name="T6" fmla="*/ 66 w 123"/>
                    <a:gd name="T7" fmla="*/ 20 h 166"/>
                    <a:gd name="T8" fmla="*/ 69 w 123"/>
                    <a:gd name="T9" fmla="*/ 29 h 166"/>
                    <a:gd name="T10" fmla="*/ 64 w 123"/>
                    <a:gd name="T11" fmla="*/ 38 h 166"/>
                    <a:gd name="T12" fmla="*/ 71 w 123"/>
                    <a:gd name="T13" fmla="*/ 37 h 166"/>
                    <a:gd name="T14" fmla="*/ 78 w 123"/>
                    <a:gd name="T15" fmla="*/ 38 h 166"/>
                    <a:gd name="T16" fmla="*/ 104 w 123"/>
                    <a:gd name="T17" fmla="*/ 37 h 166"/>
                    <a:gd name="T18" fmla="*/ 97 w 123"/>
                    <a:gd name="T19" fmla="*/ 43 h 166"/>
                    <a:gd name="T20" fmla="*/ 85 w 123"/>
                    <a:gd name="T21" fmla="*/ 56 h 166"/>
                    <a:gd name="T22" fmla="*/ 78 w 123"/>
                    <a:gd name="T23" fmla="*/ 67 h 166"/>
                    <a:gd name="T24" fmla="*/ 72 w 123"/>
                    <a:gd name="T25" fmla="*/ 62 h 166"/>
                    <a:gd name="T26" fmla="*/ 72 w 123"/>
                    <a:gd name="T27" fmla="*/ 48 h 166"/>
                    <a:gd name="T28" fmla="*/ 63 w 123"/>
                    <a:gd name="T29" fmla="*/ 57 h 166"/>
                    <a:gd name="T30" fmla="*/ 56 w 123"/>
                    <a:gd name="T31" fmla="*/ 57 h 166"/>
                    <a:gd name="T32" fmla="*/ 61 w 123"/>
                    <a:gd name="T33" fmla="*/ 66 h 166"/>
                    <a:gd name="T34" fmla="*/ 59 w 123"/>
                    <a:gd name="T35" fmla="*/ 70 h 166"/>
                    <a:gd name="T36" fmla="*/ 68 w 123"/>
                    <a:gd name="T37" fmla="*/ 74 h 166"/>
                    <a:gd name="T38" fmla="*/ 68 w 123"/>
                    <a:gd name="T39" fmla="*/ 78 h 166"/>
                    <a:gd name="T40" fmla="*/ 40 w 123"/>
                    <a:gd name="T41" fmla="*/ 92 h 166"/>
                    <a:gd name="T42" fmla="*/ 24 w 123"/>
                    <a:gd name="T43" fmla="*/ 99 h 166"/>
                    <a:gd name="T44" fmla="*/ 3 w 123"/>
                    <a:gd name="T45" fmla="*/ 105 h 166"/>
                    <a:gd name="T46" fmla="*/ 2 w 123"/>
                    <a:gd name="T47" fmla="*/ 112 h 166"/>
                    <a:gd name="T48" fmla="*/ 14 w 123"/>
                    <a:gd name="T49" fmla="*/ 120 h 166"/>
                    <a:gd name="T50" fmla="*/ 32 w 123"/>
                    <a:gd name="T51" fmla="*/ 108 h 166"/>
                    <a:gd name="T52" fmla="*/ 55 w 123"/>
                    <a:gd name="T53" fmla="*/ 93 h 166"/>
                    <a:gd name="T54" fmla="*/ 63 w 123"/>
                    <a:gd name="T55" fmla="*/ 89 h 166"/>
                    <a:gd name="T56" fmla="*/ 82 w 123"/>
                    <a:gd name="T57" fmla="*/ 83 h 166"/>
                    <a:gd name="T58" fmla="*/ 82 w 123"/>
                    <a:gd name="T59" fmla="*/ 86 h 166"/>
                    <a:gd name="T60" fmla="*/ 74 w 123"/>
                    <a:gd name="T61" fmla="*/ 97 h 166"/>
                    <a:gd name="T62" fmla="*/ 61 w 123"/>
                    <a:gd name="T63" fmla="*/ 107 h 166"/>
                    <a:gd name="T64" fmla="*/ 64 w 123"/>
                    <a:gd name="T65" fmla="*/ 118 h 166"/>
                    <a:gd name="T66" fmla="*/ 55 w 123"/>
                    <a:gd name="T67" fmla="*/ 126 h 166"/>
                    <a:gd name="T68" fmla="*/ 40 w 123"/>
                    <a:gd name="T69" fmla="*/ 129 h 166"/>
                    <a:gd name="T70" fmla="*/ 30 w 123"/>
                    <a:gd name="T71" fmla="*/ 130 h 166"/>
                    <a:gd name="T72" fmla="*/ 35 w 123"/>
                    <a:gd name="T73" fmla="*/ 141 h 166"/>
                    <a:gd name="T74" fmla="*/ 38 w 123"/>
                    <a:gd name="T75" fmla="*/ 141 h 166"/>
                    <a:gd name="T76" fmla="*/ 56 w 123"/>
                    <a:gd name="T77" fmla="*/ 133 h 166"/>
                    <a:gd name="T78" fmla="*/ 63 w 123"/>
                    <a:gd name="T79" fmla="*/ 141 h 166"/>
                    <a:gd name="T80" fmla="*/ 56 w 123"/>
                    <a:gd name="T81" fmla="*/ 154 h 166"/>
                    <a:gd name="T82" fmla="*/ 53 w 123"/>
                    <a:gd name="T83" fmla="*/ 154 h 166"/>
                    <a:gd name="T84" fmla="*/ 49 w 123"/>
                    <a:gd name="T85" fmla="*/ 154 h 166"/>
                    <a:gd name="T86" fmla="*/ 46 w 123"/>
                    <a:gd name="T87" fmla="*/ 156 h 166"/>
                    <a:gd name="T88" fmla="*/ 56 w 123"/>
                    <a:gd name="T89" fmla="*/ 166 h 166"/>
                    <a:gd name="T90" fmla="*/ 71 w 123"/>
                    <a:gd name="T91" fmla="*/ 160 h 166"/>
                    <a:gd name="T92" fmla="*/ 75 w 123"/>
                    <a:gd name="T93" fmla="*/ 146 h 166"/>
                    <a:gd name="T94" fmla="*/ 80 w 123"/>
                    <a:gd name="T95" fmla="*/ 124 h 166"/>
                    <a:gd name="T96" fmla="*/ 94 w 123"/>
                    <a:gd name="T97" fmla="*/ 120 h 166"/>
                    <a:gd name="T98" fmla="*/ 81 w 123"/>
                    <a:gd name="T99" fmla="*/ 117 h 166"/>
                    <a:gd name="T100" fmla="*/ 72 w 123"/>
                    <a:gd name="T101" fmla="*/ 107 h 166"/>
                    <a:gd name="T102" fmla="*/ 78 w 123"/>
                    <a:gd name="T103" fmla="*/ 96 h 166"/>
                    <a:gd name="T104" fmla="*/ 92 w 123"/>
                    <a:gd name="T105" fmla="*/ 89 h 166"/>
                    <a:gd name="T106" fmla="*/ 102 w 123"/>
                    <a:gd name="T107" fmla="*/ 78 h 166"/>
                    <a:gd name="T108" fmla="*/ 95 w 123"/>
                    <a:gd name="T109" fmla="*/ 61 h 166"/>
                    <a:gd name="T110" fmla="*/ 109 w 123"/>
                    <a:gd name="T111" fmla="*/ 48 h 166"/>
                    <a:gd name="T112" fmla="*/ 116 w 123"/>
                    <a:gd name="T113" fmla="*/ 42 h 166"/>
                    <a:gd name="T114" fmla="*/ 121 w 123"/>
                    <a:gd name="T115" fmla="*/ 32 h 166"/>
                    <a:gd name="T116" fmla="*/ 116 w 123"/>
                    <a:gd name="T117" fmla="*/ 17 h 166"/>
                    <a:gd name="T118" fmla="*/ 104 w 123"/>
                    <a:gd name="T119" fmla="*/ 20 h 166"/>
                    <a:gd name="T120" fmla="*/ 93 w 123"/>
                    <a:gd name="T121" fmla="*/ 21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23" h="166">
                      <a:moveTo>
                        <a:pt x="93" y="21"/>
                      </a:moveTo>
                      <a:cubicBezTo>
                        <a:pt x="94" y="14"/>
                        <a:pt x="98" y="14"/>
                        <a:pt x="101" y="9"/>
                      </a:cubicBezTo>
                      <a:cubicBezTo>
                        <a:pt x="101" y="8"/>
                        <a:pt x="101" y="8"/>
                        <a:pt x="101" y="8"/>
                      </a:cubicBezTo>
                      <a:cubicBezTo>
                        <a:pt x="101" y="5"/>
                        <a:pt x="97" y="1"/>
                        <a:pt x="96" y="0"/>
                      </a:cubicBezTo>
                      <a:cubicBezTo>
                        <a:pt x="89" y="3"/>
                        <a:pt x="91" y="6"/>
                        <a:pt x="88" y="13"/>
                      </a:cubicBezTo>
                      <a:cubicBezTo>
                        <a:pt x="85" y="17"/>
                        <a:pt x="82" y="23"/>
                        <a:pt x="76" y="23"/>
                      </a:cubicBezTo>
                      <a:cubicBezTo>
                        <a:pt x="75" y="23"/>
                        <a:pt x="70" y="18"/>
                        <a:pt x="67" y="17"/>
                      </a:cubicBezTo>
                      <a:cubicBezTo>
                        <a:pt x="66" y="20"/>
                        <a:pt x="66" y="20"/>
                        <a:pt x="66" y="20"/>
                      </a:cubicBezTo>
                      <a:cubicBezTo>
                        <a:pt x="67" y="23"/>
                        <a:pt x="69" y="24"/>
                        <a:pt x="69" y="28"/>
                      </a:cubicBezTo>
                      <a:cubicBezTo>
                        <a:pt x="69" y="29"/>
                        <a:pt x="69" y="29"/>
                        <a:pt x="69" y="29"/>
                      </a:cubicBezTo>
                      <a:cubicBezTo>
                        <a:pt x="69" y="29"/>
                        <a:pt x="63" y="36"/>
                        <a:pt x="62" y="37"/>
                      </a:cubicBezTo>
                      <a:cubicBezTo>
                        <a:pt x="63" y="38"/>
                        <a:pt x="61" y="38"/>
                        <a:pt x="64" y="38"/>
                      </a:cubicBezTo>
                      <a:cubicBezTo>
                        <a:pt x="64" y="38"/>
                        <a:pt x="64" y="38"/>
                        <a:pt x="64" y="38"/>
                      </a:cubicBezTo>
                      <a:cubicBezTo>
                        <a:pt x="71" y="37"/>
                        <a:pt x="71" y="37"/>
                        <a:pt x="71" y="37"/>
                      </a:cubicBezTo>
                      <a:cubicBezTo>
                        <a:pt x="74" y="37"/>
                        <a:pt x="74" y="38"/>
                        <a:pt x="78" y="38"/>
                      </a:cubicBezTo>
                      <a:cubicBezTo>
                        <a:pt x="78" y="38"/>
                        <a:pt x="78" y="38"/>
                        <a:pt x="78" y="38"/>
                      </a:cubicBezTo>
                      <a:cubicBezTo>
                        <a:pt x="79" y="38"/>
                        <a:pt x="84" y="33"/>
                        <a:pt x="91" y="32"/>
                      </a:cubicBezTo>
                      <a:cubicBezTo>
                        <a:pt x="96" y="31"/>
                        <a:pt x="104" y="30"/>
                        <a:pt x="104" y="37"/>
                      </a:cubicBezTo>
                      <a:cubicBezTo>
                        <a:pt x="104" y="39"/>
                        <a:pt x="102" y="41"/>
                        <a:pt x="101" y="43"/>
                      </a:cubicBezTo>
                      <a:cubicBezTo>
                        <a:pt x="98" y="43"/>
                        <a:pt x="99" y="43"/>
                        <a:pt x="97" y="43"/>
                      </a:cubicBezTo>
                      <a:cubicBezTo>
                        <a:pt x="96" y="43"/>
                        <a:pt x="93" y="42"/>
                        <a:pt x="92" y="41"/>
                      </a:cubicBezTo>
                      <a:cubicBezTo>
                        <a:pt x="85" y="46"/>
                        <a:pt x="88" y="49"/>
                        <a:pt x="85" y="56"/>
                      </a:cubicBezTo>
                      <a:cubicBezTo>
                        <a:pt x="84" y="57"/>
                        <a:pt x="81" y="64"/>
                        <a:pt x="81" y="64"/>
                      </a:cubicBezTo>
                      <a:cubicBezTo>
                        <a:pt x="80" y="66"/>
                        <a:pt x="80" y="64"/>
                        <a:pt x="78" y="67"/>
                      </a:cubicBezTo>
                      <a:cubicBezTo>
                        <a:pt x="77" y="70"/>
                        <a:pt x="78" y="68"/>
                        <a:pt x="76" y="70"/>
                      </a:cubicBezTo>
                      <a:cubicBezTo>
                        <a:pt x="74" y="67"/>
                        <a:pt x="72" y="66"/>
                        <a:pt x="72" y="62"/>
                      </a:cubicBezTo>
                      <a:cubicBezTo>
                        <a:pt x="72" y="61"/>
                        <a:pt x="75" y="55"/>
                        <a:pt x="76" y="54"/>
                      </a:cubicBezTo>
                      <a:cubicBezTo>
                        <a:pt x="75" y="51"/>
                        <a:pt x="75" y="48"/>
                        <a:pt x="72" y="48"/>
                      </a:cubicBezTo>
                      <a:cubicBezTo>
                        <a:pt x="71" y="48"/>
                        <a:pt x="70" y="49"/>
                        <a:pt x="70" y="49"/>
                      </a:cubicBezTo>
                      <a:cubicBezTo>
                        <a:pt x="70" y="55"/>
                        <a:pt x="67" y="55"/>
                        <a:pt x="63" y="57"/>
                      </a:cubicBezTo>
                      <a:cubicBezTo>
                        <a:pt x="62" y="56"/>
                        <a:pt x="60" y="55"/>
                        <a:pt x="59" y="55"/>
                      </a:cubicBezTo>
                      <a:cubicBezTo>
                        <a:pt x="58" y="55"/>
                        <a:pt x="56" y="57"/>
                        <a:pt x="56" y="57"/>
                      </a:cubicBezTo>
                      <a:cubicBezTo>
                        <a:pt x="58" y="60"/>
                        <a:pt x="59" y="60"/>
                        <a:pt x="61" y="64"/>
                      </a:cubicBezTo>
                      <a:cubicBezTo>
                        <a:pt x="61" y="66"/>
                        <a:pt x="61" y="66"/>
                        <a:pt x="61" y="66"/>
                      </a:cubicBezTo>
                      <a:cubicBezTo>
                        <a:pt x="61" y="67"/>
                        <a:pt x="61" y="67"/>
                        <a:pt x="61" y="67"/>
                      </a:cubicBezTo>
                      <a:cubicBezTo>
                        <a:pt x="59" y="70"/>
                        <a:pt x="59" y="70"/>
                        <a:pt x="59" y="70"/>
                      </a:cubicBezTo>
                      <a:cubicBezTo>
                        <a:pt x="60" y="71"/>
                        <a:pt x="58" y="71"/>
                        <a:pt x="61" y="71"/>
                      </a:cubicBezTo>
                      <a:cubicBezTo>
                        <a:pt x="64" y="71"/>
                        <a:pt x="66" y="72"/>
                        <a:pt x="68" y="74"/>
                      </a:cubicBezTo>
                      <a:cubicBezTo>
                        <a:pt x="68" y="75"/>
                        <a:pt x="68" y="75"/>
                        <a:pt x="68" y="75"/>
                      </a:cubicBezTo>
                      <a:cubicBezTo>
                        <a:pt x="68" y="78"/>
                        <a:pt x="68" y="78"/>
                        <a:pt x="68" y="78"/>
                      </a:cubicBezTo>
                      <a:cubicBezTo>
                        <a:pt x="68" y="82"/>
                        <a:pt x="58" y="85"/>
                        <a:pt x="55" y="86"/>
                      </a:cubicBezTo>
                      <a:cubicBezTo>
                        <a:pt x="50" y="88"/>
                        <a:pt x="44" y="91"/>
                        <a:pt x="40" y="92"/>
                      </a:cubicBezTo>
                      <a:cubicBezTo>
                        <a:pt x="36" y="94"/>
                        <a:pt x="35" y="94"/>
                        <a:pt x="32" y="96"/>
                      </a:cubicBezTo>
                      <a:cubicBezTo>
                        <a:pt x="29" y="97"/>
                        <a:pt x="27" y="97"/>
                        <a:pt x="24" y="99"/>
                      </a:cubicBezTo>
                      <a:cubicBezTo>
                        <a:pt x="20" y="101"/>
                        <a:pt x="13" y="104"/>
                        <a:pt x="9" y="104"/>
                      </a:cubicBezTo>
                      <a:cubicBezTo>
                        <a:pt x="3" y="105"/>
                        <a:pt x="3" y="105"/>
                        <a:pt x="3" y="105"/>
                      </a:cubicBezTo>
                      <a:cubicBezTo>
                        <a:pt x="1" y="105"/>
                        <a:pt x="1" y="106"/>
                        <a:pt x="0" y="107"/>
                      </a:cubicBezTo>
                      <a:cubicBezTo>
                        <a:pt x="0" y="108"/>
                        <a:pt x="0" y="111"/>
                        <a:pt x="2" y="112"/>
                      </a:cubicBezTo>
                      <a:cubicBezTo>
                        <a:pt x="4" y="114"/>
                        <a:pt x="3" y="114"/>
                        <a:pt x="5" y="115"/>
                      </a:cubicBezTo>
                      <a:cubicBezTo>
                        <a:pt x="6" y="116"/>
                        <a:pt x="12" y="119"/>
                        <a:pt x="14" y="120"/>
                      </a:cubicBezTo>
                      <a:cubicBezTo>
                        <a:pt x="15" y="119"/>
                        <a:pt x="15" y="119"/>
                        <a:pt x="17" y="119"/>
                      </a:cubicBezTo>
                      <a:cubicBezTo>
                        <a:pt x="20" y="119"/>
                        <a:pt x="30" y="110"/>
                        <a:pt x="32" y="108"/>
                      </a:cubicBezTo>
                      <a:cubicBezTo>
                        <a:pt x="36" y="104"/>
                        <a:pt x="42" y="101"/>
                        <a:pt x="47" y="98"/>
                      </a:cubicBezTo>
                      <a:cubicBezTo>
                        <a:pt x="50" y="96"/>
                        <a:pt x="52" y="95"/>
                        <a:pt x="55" y="93"/>
                      </a:cubicBezTo>
                      <a:cubicBezTo>
                        <a:pt x="57" y="92"/>
                        <a:pt x="58" y="92"/>
                        <a:pt x="59" y="91"/>
                      </a:cubicBezTo>
                      <a:cubicBezTo>
                        <a:pt x="61" y="90"/>
                        <a:pt x="61" y="90"/>
                        <a:pt x="63" y="89"/>
                      </a:cubicBezTo>
                      <a:cubicBezTo>
                        <a:pt x="68" y="87"/>
                        <a:pt x="74" y="80"/>
                        <a:pt x="79" y="80"/>
                      </a:cubicBezTo>
                      <a:cubicBezTo>
                        <a:pt x="81" y="80"/>
                        <a:pt x="82" y="82"/>
                        <a:pt x="82" y="83"/>
                      </a:cubicBezTo>
                      <a:cubicBezTo>
                        <a:pt x="82" y="85"/>
                        <a:pt x="82" y="85"/>
                        <a:pt x="82" y="85"/>
                      </a:cubicBezTo>
                      <a:cubicBezTo>
                        <a:pt x="82" y="86"/>
                        <a:pt x="82" y="86"/>
                        <a:pt x="82" y="86"/>
                      </a:cubicBezTo>
                      <a:cubicBezTo>
                        <a:pt x="80" y="90"/>
                        <a:pt x="79" y="89"/>
                        <a:pt x="78" y="93"/>
                      </a:cubicBezTo>
                      <a:cubicBezTo>
                        <a:pt x="75" y="94"/>
                        <a:pt x="75" y="94"/>
                        <a:pt x="74" y="97"/>
                      </a:cubicBezTo>
                      <a:cubicBezTo>
                        <a:pt x="69" y="98"/>
                        <a:pt x="71" y="99"/>
                        <a:pt x="67" y="101"/>
                      </a:cubicBezTo>
                      <a:cubicBezTo>
                        <a:pt x="63" y="103"/>
                        <a:pt x="63" y="103"/>
                        <a:pt x="61" y="107"/>
                      </a:cubicBezTo>
                      <a:cubicBezTo>
                        <a:pt x="61" y="110"/>
                        <a:pt x="64" y="114"/>
                        <a:pt x="64" y="117"/>
                      </a:cubicBezTo>
                      <a:cubicBezTo>
                        <a:pt x="64" y="118"/>
                        <a:pt x="64" y="118"/>
                        <a:pt x="64" y="118"/>
                      </a:cubicBezTo>
                      <a:cubicBezTo>
                        <a:pt x="64" y="119"/>
                        <a:pt x="64" y="119"/>
                        <a:pt x="64" y="119"/>
                      </a:cubicBezTo>
                      <a:cubicBezTo>
                        <a:pt x="61" y="123"/>
                        <a:pt x="60" y="125"/>
                        <a:pt x="55" y="126"/>
                      </a:cubicBezTo>
                      <a:cubicBezTo>
                        <a:pt x="51" y="127"/>
                        <a:pt x="43" y="129"/>
                        <a:pt x="41" y="129"/>
                      </a:cubicBezTo>
                      <a:cubicBezTo>
                        <a:pt x="40" y="129"/>
                        <a:pt x="40" y="129"/>
                        <a:pt x="40" y="129"/>
                      </a:cubicBezTo>
                      <a:cubicBezTo>
                        <a:pt x="32" y="130"/>
                        <a:pt x="32" y="130"/>
                        <a:pt x="32" y="130"/>
                      </a:cubicBezTo>
                      <a:cubicBezTo>
                        <a:pt x="30" y="130"/>
                        <a:pt x="30" y="130"/>
                        <a:pt x="30" y="130"/>
                      </a:cubicBezTo>
                      <a:cubicBezTo>
                        <a:pt x="27" y="132"/>
                        <a:pt x="27" y="132"/>
                        <a:pt x="27" y="132"/>
                      </a:cubicBezTo>
                      <a:cubicBezTo>
                        <a:pt x="30" y="136"/>
                        <a:pt x="30" y="138"/>
                        <a:pt x="35" y="141"/>
                      </a:cubicBezTo>
                      <a:cubicBezTo>
                        <a:pt x="36" y="141"/>
                        <a:pt x="36" y="141"/>
                        <a:pt x="36" y="141"/>
                      </a:cubicBezTo>
                      <a:cubicBezTo>
                        <a:pt x="38" y="141"/>
                        <a:pt x="38" y="141"/>
                        <a:pt x="38" y="141"/>
                      </a:cubicBezTo>
                      <a:cubicBezTo>
                        <a:pt x="39" y="141"/>
                        <a:pt x="39" y="141"/>
                        <a:pt x="39" y="141"/>
                      </a:cubicBezTo>
                      <a:cubicBezTo>
                        <a:pt x="43" y="138"/>
                        <a:pt x="51" y="133"/>
                        <a:pt x="56" y="133"/>
                      </a:cubicBezTo>
                      <a:cubicBezTo>
                        <a:pt x="58" y="133"/>
                        <a:pt x="58" y="133"/>
                        <a:pt x="58" y="133"/>
                      </a:cubicBezTo>
                      <a:cubicBezTo>
                        <a:pt x="62" y="133"/>
                        <a:pt x="63" y="137"/>
                        <a:pt x="63" y="141"/>
                      </a:cubicBezTo>
                      <a:cubicBezTo>
                        <a:pt x="63" y="143"/>
                        <a:pt x="63" y="143"/>
                        <a:pt x="63" y="143"/>
                      </a:cubicBezTo>
                      <a:cubicBezTo>
                        <a:pt x="63" y="150"/>
                        <a:pt x="60" y="152"/>
                        <a:pt x="56" y="154"/>
                      </a:cubicBezTo>
                      <a:cubicBezTo>
                        <a:pt x="55" y="154"/>
                        <a:pt x="55" y="154"/>
                        <a:pt x="55" y="154"/>
                      </a:cubicBezTo>
                      <a:cubicBezTo>
                        <a:pt x="53" y="154"/>
                        <a:pt x="53" y="154"/>
                        <a:pt x="53" y="154"/>
                      </a:cubicBezTo>
                      <a:cubicBezTo>
                        <a:pt x="52" y="154"/>
                        <a:pt x="52" y="154"/>
                        <a:pt x="51" y="153"/>
                      </a:cubicBezTo>
                      <a:cubicBezTo>
                        <a:pt x="50" y="154"/>
                        <a:pt x="50" y="154"/>
                        <a:pt x="49" y="154"/>
                      </a:cubicBezTo>
                      <a:cubicBezTo>
                        <a:pt x="47" y="154"/>
                        <a:pt x="47" y="154"/>
                        <a:pt x="47" y="154"/>
                      </a:cubicBezTo>
                      <a:cubicBezTo>
                        <a:pt x="47" y="155"/>
                        <a:pt x="46" y="155"/>
                        <a:pt x="46" y="156"/>
                      </a:cubicBezTo>
                      <a:cubicBezTo>
                        <a:pt x="46" y="158"/>
                        <a:pt x="53" y="165"/>
                        <a:pt x="55" y="166"/>
                      </a:cubicBezTo>
                      <a:cubicBezTo>
                        <a:pt x="56" y="166"/>
                        <a:pt x="56" y="166"/>
                        <a:pt x="56" y="166"/>
                      </a:cubicBezTo>
                      <a:cubicBezTo>
                        <a:pt x="61" y="166"/>
                        <a:pt x="61" y="166"/>
                        <a:pt x="61" y="166"/>
                      </a:cubicBezTo>
                      <a:cubicBezTo>
                        <a:pt x="66" y="166"/>
                        <a:pt x="69" y="163"/>
                        <a:pt x="71" y="160"/>
                      </a:cubicBezTo>
                      <a:cubicBezTo>
                        <a:pt x="74" y="155"/>
                        <a:pt x="74" y="151"/>
                        <a:pt x="76" y="148"/>
                      </a:cubicBezTo>
                      <a:cubicBezTo>
                        <a:pt x="75" y="146"/>
                        <a:pt x="75" y="148"/>
                        <a:pt x="75" y="146"/>
                      </a:cubicBezTo>
                      <a:cubicBezTo>
                        <a:pt x="75" y="138"/>
                        <a:pt x="75" y="138"/>
                        <a:pt x="75" y="138"/>
                      </a:cubicBezTo>
                      <a:cubicBezTo>
                        <a:pt x="75" y="130"/>
                        <a:pt x="74" y="128"/>
                        <a:pt x="80" y="124"/>
                      </a:cubicBezTo>
                      <a:cubicBezTo>
                        <a:pt x="81" y="124"/>
                        <a:pt x="81" y="124"/>
                        <a:pt x="81" y="124"/>
                      </a:cubicBezTo>
                      <a:cubicBezTo>
                        <a:pt x="90" y="124"/>
                        <a:pt x="90" y="127"/>
                        <a:pt x="94" y="120"/>
                      </a:cubicBezTo>
                      <a:cubicBezTo>
                        <a:pt x="92" y="117"/>
                        <a:pt x="91" y="116"/>
                        <a:pt x="88" y="115"/>
                      </a:cubicBezTo>
                      <a:cubicBezTo>
                        <a:pt x="86" y="116"/>
                        <a:pt x="84" y="117"/>
                        <a:pt x="81" y="117"/>
                      </a:cubicBezTo>
                      <a:cubicBezTo>
                        <a:pt x="79" y="117"/>
                        <a:pt x="79" y="117"/>
                        <a:pt x="79" y="117"/>
                      </a:cubicBezTo>
                      <a:cubicBezTo>
                        <a:pt x="77" y="116"/>
                        <a:pt x="72" y="109"/>
                        <a:pt x="72" y="107"/>
                      </a:cubicBezTo>
                      <a:cubicBezTo>
                        <a:pt x="72" y="105"/>
                        <a:pt x="72" y="105"/>
                        <a:pt x="72" y="105"/>
                      </a:cubicBezTo>
                      <a:cubicBezTo>
                        <a:pt x="72" y="99"/>
                        <a:pt x="75" y="100"/>
                        <a:pt x="78" y="96"/>
                      </a:cubicBezTo>
                      <a:cubicBezTo>
                        <a:pt x="80" y="96"/>
                        <a:pt x="80" y="96"/>
                        <a:pt x="80" y="96"/>
                      </a:cubicBezTo>
                      <a:cubicBezTo>
                        <a:pt x="82" y="93"/>
                        <a:pt x="89" y="90"/>
                        <a:pt x="92" y="89"/>
                      </a:cubicBezTo>
                      <a:cubicBezTo>
                        <a:pt x="95" y="87"/>
                        <a:pt x="101" y="83"/>
                        <a:pt x="101" y="80"/>
                      </a:cubicBezTo>
                      <a:cubicBezTo>
                        <a:pt x="101" y="77"/>
                        <a:pt x="101" y="79"/>
                        <a:pt x="102" y="78"/>
                      </a:cubicBezTo>
                      <a:cubicBezTo>
                        <a:pt x="101" y="77"/>
                        <a:pt x="101" y="79"/>
                        <a:pt x="101" y="77"/>
                      </a:cubicBezTo>
                      <a:cubicBezTo>
                        <a:pt x="101" y="73"/>
                        <a:pt x="96" y="64"/>
                        <a:pt x="95" y="61"/>
                      </a:cubicBezTo>
                      <a:cubicBezTo>
                        <a:pt x="95" y="61"/>
                        <a:pt x="101" y="55"/>
                        <a:pt x="102" y="55"/>
                      </a:cubicBezTo>
                      <a:cubicBezTo>
                        <a:pt x="104" y="52"/>
                        <a:pt x="106" y="51"/>
                        <a:pt x="109" y="48"/>
                      </a:cubicBezTo>
                      <a:cubicBezTo>
                        <a:pt x="110" y="47"/>
                        <a:pt x="112" y="46"/>
                        <a:pt x="113" y="45"/>
                      </a:cubicBezTo>
                      <a:cubicBezTo>
                        <a:pt x="114" y="44"/>
                        <a:pt x="115" y="43"/>
                        <a:pt x="116" y="42"/>
                      </a:cubicBezTo>
                      <a:cubicBezTo>
                        <a:pt x="118" y="39"/>
                        <a:pt x="118" y="35"/>
                        <a:pt x="121" y="34"/>
                      </a:cubicBezTo>
                      <a:cubicBezTo>
                        <a:pt x="121" y="32"/>
                        <a:pt x="121" y="32"/>
                        <a:pt x="121" y="32"/>
                      </a:cubicBezTo>
                      <a:cubicBezTo>
                        <a:pt x="121" y="27"/>
                        <a:pt x="123" y="30"/>
                        <a:pt x="120" y="24"/>
                      </a:cubicBezTo>
                      <a:cubicBezTo>
                        <a:pt x="118" y="20"/>
                        <a:pt x="118" y="20"/>
                        <a:pt x="116" y="17"/>
                      </a:cubicBezTo>
                      <a:cubicBezTo>
                        <a:pt x="113" y="17"/>
                        <a:pt x="113" y="17"/>
                        <a:pt x="113" y="17"/>
                      </a:cubicBezTo>
                      <a:cubicBezTo>
                        <a:pt x="111" y="17"/>
                        <a:pt x="105" y="19"/>
                        <a:pt x="104" y="20"/>
                      </a:cubicBezTo>
                      <a:cubicBezTo>
                        <a:pt x="101" y="23"/>
                        <a:pt x="102" y="23"/>
                        <a:pt x="96" y="24"/>
                      </a:cubicBezTo>
                      <a:lnTo>
                        <a:pt x="93" y="2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51" name="íṥḻiďê"/>
                <p:cNvSpPr/>
                <p:nvPr/>
              </p:nvSpPr>
              <p:spPr bwMode="auto">
                <a:xfrm>
                  <a:off x="5159376" y="3357563"/>
                  <a:ext cx="117475" cy="366713"/>
                </a:xfrm>
                <a:custGeom>
                  <a:avLst/>
                  <a:gdLst>
                    <a:gd name="T0" fmla="*/ 23 w 36"/>
                    <a:gd name="T1" fmla="*/ 14 h 110"/>
                    <a:gd name="T2" fmla="*/ 23 w 36"/>
                    <a:gd name="T3" fmla="*/ 12 h 110"/>
                    <a:gd name="T4" fmla="*/ 18 w 36"/>
                    <a:gd name="T5" fmla="*/ 6 h 110"/>
                    <a:gd name="T6" fmla="*/ 13 w 36"/>
                    <a:gd name="T7" fmla="*/ 0 h 110"/>
                    <a:gd name="T8" fmla="*/ 11 w 36"/>
                    <a:gd name="T9" fmla="*/ 4 h 110"/>
                    <a:gd name="T10" fmla="*/ 13 w 36"/>
                    <a:gd name="T11" fmla="*/ 16 h 110"/>
                    <a:gd name="T12" fmla="*/ 12 w 36"/>
                    <a:gd name="T13" fmla="*/ 34 h 110"/>
                    <a:gd name="T14" fmla="*/ 7 w 36"/>
                    <a:gd name="T15" fmla="*/ 65 h 110"/>
                    <a:gd name="T16" fmla="*/ 3 w 36"/>
                    <a:gd name="T17" fmla="*/ 80 h 110"/>
                    <a:gd name="T18" fmla="*/ 0 w 36"/>
                    <a:gd name="T19" fmla="*/ 95 h 110"/>
                    <a:gd name="T20" fmla="*/ 0 w 36"/>
                    <a:gd name="T21" fmla="*/ 98 h 110"/>
                    <a:gd name="T22" fmla="*/ 0 w 36"/>
                    <a:gd name="T23" fmla="*/ 100 h 110"/>
                    <a:gd name="T24" fmla="*/ 4 w 36"/>
                    <a:gd name="T25" fmla="*/ 105 h 110"/>
                    <a:gd name="T26" fmla="*/ 9 w 36"/>
                    <a:gd name="T27" fmla="*/ 110 h 110"/>
                    <a:gd name="T28" fmla="*/ 15 w 36"/>
                    <a:gd name="T29" fmla="*/ 104 h 110"/>
                    <a:gd name="T30" fmla="*/ 18 w 36"/>
                    <a:gd name="T31" fmla="*/ 96 h 110"/>
                    <a:gd name="T32" fmla="*/ 18 w 36"/>
                    <a:gd name="T33" fmla="*/ 90 h 110"/>
                    <a:gd name="T34" fmla="*/ 21 w 36"/>
                    <a:gd name="T35" fmla="*/ 71 h 110"/>
                    <a:gd name="T36" fmla="*/ 25 w 36"/>
                    <a:gd name="T37" fmla="*/ 53 h 110"/>
                    <a:gd name="T38" fmla="*/ 30 w 36"/>
                    <a:gd name="T39" fmla="*/ 36 h 110"/>
                    <a:gd name="T40" fmla="*/ 35 w 36"/>
                    <a:gd name="T41" fmla="*/ 20 h 110"/>
                    <a:gd name="T42" fmla="*/ 33 w 36"/>
                    <a:gd name="T43" fmla="*/ 20 h 110"/>
                    <a:gd name="T44" fmla="*/ 30 w 36"/>
                    <a:gd name="T45" fmla="*/ 22 h 110"/>
                    <a:gd name="T46" fmla="*/ 23 w 36"/>
                    <a:gd name="T47" fmla="*/ 17 h 110"/>
                    <a:gd name="T48" fmla="*/ 23 w 36"/>
                    <a:gd name="T49" fmla="*/ 15 h 110"/>
                    <a:gd name="T50" fmla="*/ 23 w 36"/>
                    <a:gd name="T51" fmla="*/ 14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6" h="110">
                      <a:moveTo>
                        <a:pt x="23" y="14"/>
                      </a:moveTo>
                      <a:cubicBezTo>
                        <a:pt x="23" y="12"/>
                        <a:pt x="23" y="12"/>
                        <a:pt x="23" y="12"/>
                      </a:cubicBezTo>
                      <a:cubicBezTo>
                        <a:pt x="21" y="8"/>
                        <a:pt x="22" y="9"/>
                        <a:pt x="18" y="6"/>
                      </a:cubicBezTo>
                      <a:cubicBezTo>
                        <a:pt x="17" y="4"/>
                        <a:pt x="15" y="2"/>
                        <a:pt x="13" y="0"/>
                      </a:cubicBezTo>
                      <a:cubicBezTo>
                        <a:pt x="12" y="1"/>
                        <a:pt x="11" y="3"/>
                        <a:pt x="11" y="4"/>
                      </a:cubicBezTo>
                      <a:cubicBezTo>
                        <a:pt x="11" y="7"/>
                        <a:pt x="13" y="12"/>
                        <a:pt x="13" y="16"/>
                      </a:cubicBezTo>
                      <a:cubicBezTo>
                        <a:pt x="12" y="34"/>
                        <a:pt x="12" y="34"/>
                        <a:pt x="12" y="34"/>
                      </a:cubicBezTo>
                      <a:cubicBezTo>
                        <a:pt x="12" y="43"/>
                        <a:pt x="9" y="56"/>
                        <a:pt x="7" y="65"/>
                      </a:cubicBezTo>
                      <a:cubicBezTo>
                        <a:pt x="6" y="72"/>
                        <a:pt x="4" y="75"/>
                        <a:pt x="3" y="80"/>
                      </a:cubicBezTo>
                      <a:cubicBezTo>
                        <a:pt x="2" y="85"/>
                        <a:pt x="0" y="91"/>
                        <a:pt x="0" y="95"/>
                      </a:cubicBezTo>
                      <a:cubicBezTo>
                        <a:pt x="0" y="98"/>
                        <a:pt x="0" y="98"/>
                        <a:pt x="0" y="98"/>
                      </a:cubicBezTo>
                      <a:cubicBezTo>
                        <a:pt x="0" y="100"/>
                        <a:pt x="0" y="100"/>
                        <a:pt x="0" y="100"/>
                      </a:cubicBezTo>
                      <a:cubicBezTo>
                        <a:pt x="2" y="102"/>
                        <a:pt x="2" y="103"/>
                        <a:pt x="4" y="105"/>
                      </a:cubicBezTo>
                      <a:cubicBezTo>
                        <a:pt x="6" y="108"/>
                        <a:pt x="7" y="108"/>
                        <a:pt x="9" y="110"/>
                      </a:cubicBezTo>
                      <a:cubicBezTo>
                        <a:pt x="12" y="108"/>
                        <a:pt x="13" y="108"/>
                        <a:pt x="15" y="104"/>
                      </a:cubicBezTo>
                      <a:cubicBezTo>
                        <a:pt x="16" y="102"/>
                        <a:pt x="18" y="99"/>
                        <a:pt x="18" y="96"/>
                      </a:cubicBezTo>
                      <a:cubicBezTo>
                        <a:pt x="18" y="90"/>
                        <a:pt x="18" y="90"/>
                        <a:pt x="18" y="90"/>
                      </a:cubicBezTo>
                      <a:cubicBezTo>
                        <a:pt x="18" y="83"/>
                        <a:pt x="20" y="77"/>
                        <a:pt x="21" y="71"/>
                      </a:cubicBezTo>
                      <a:cubicBezTo>
                        <a:pt x="23" y="65"/>
                        <a:pt x="23" y="59"/>
                        <a:pt x="25" y="53"/>
                      </a:cubicBezTo>
                      <a:cubicBezTo>
                        <a:pt x="26" y="47"/>
                        <a:pt x="29" y="42"/>
                        <a:pt x="30" y="36"/>
                      </a:cubicBezTo>
                      <a:cubicBezTo>
                        <a:pt x="31" y="28"/>
                        <a:pt x="34" y="27"/>
                        <a:pt x="35" y="20"/>
                      </a:cubicBezTo>
                      <a:cubicBezTo>
                        <a:pt x="34" y="19"/>
                        <a:pt x="36" y="20"/>
                        <a:pt x="33" y="20"/>
                      </a:cubicBezTo>
                      <a:cubicBezTo>
                        <a:pt x="33" y="20"/>
                        <a:pt x="30" y="22"/>
                        <a:pt x="30" y="22"/>
                      </a:cubicBezTo>
                      <a:cubicBezTo>
                        <a:pt x="25" y="21"/>
                        <a:pt x="25" y="21"/>
                        <a:pt x="23" y="17"/>
                      </a:cubicBezTo>
                      <a:cubicBezTo>
                        <a:pt x="23" y="15"/>
                        <a:pt x="23" y="15"/>
                        <a:pt x="23" y="15"/>
                      </a:cubicBezTo>
                      <a:lnTo>
                        <a:pt x="23" y="14"/>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nvGrpSpPr>
              <p:cNvPr id="125" name="ïšľîḍê"/>
              <p:cNvGrpSpPr/>
              <p:nvPr/>
            </p:nvGrpSpPr>
            <p:grpSpPr>
              <a:xfrm>
                <a:off x="4412452" y="3781425"/>
                <a:ext cx="2312689" cy="166461"/>
                <a:chOff x="6986588" y="3521075"/>
                <a:chExt cx="1654176" cy="119063"/>
              </a:xfrm>
            </p:grpSpPr>
            <p:sp>
              <p:nvSpPr>
                <p:cNvPr id="126" name="îṩľîḑê"/>
                <p:cNvSpPr/>
                <p:nvPr/>
              </p:nvSpPr>
              <p:spPr bwMode="auto">
                <a:xfrm>
                  <a:off x="6986588" y="3521075"/>
                  <a:ext cx="155575" cy="119063"/>
                </a:xfrm>
                <a:custGeom>
                  <a:avLst/>
                  <a:gdLst>
                    <a:gd name="T0" fmla="*/ 84 w 98"/>
                    <a:gd name="T1" fmla="*/ 0 h 75"/>
                    <a:gd name="T2" fmla="*/ 59 w 98"/>
                    <a:gd name="T3" fmla="*/ 52 h 75"/>
                    <a:gd name="T4" fmla="*/ 57 w 98"/>
                    <a:gd name="T5" fmla="*/ 0 h 75"/>
                    <a:gd name="T6" fmla="*/ 40 w 98"/>
                    <a:gd name="T7" fmla="*/ 0 h 75"/>
                    <a:gd name="T8" fmla="*/ 15 w 98"/>
                    <a:gd name="T9" fmla="*/ 52 h 75"/>
                    <a:gd name="T10" fmla="*/ 15 w 98"/>
                    <a:gd name="T11" fmla="*/ 0 h 75"/>
                    <a:gd name="T12" fmla="*/ 0 w 98"/>
                    <a:gd name="T13" fmla="*/ 0 h 75"/>
                    <a:gd name="T14" fmla="*/ 2 w 98"/>
                    <a:gd name="T15" fmla="*/ 75 h 75"/>
                    <a:gd name="T16" fmla="*/ 19 w 98"/>
                    <a:gd name="T17" fmla="*/ 75 h 75"/>
                    <a:gd name="T18" fmla="*/ 44 w 98"/>
                    <a:gd name="T19" fmla="*/ 21 h 75"/>
                    <a:gd name="T20" fmla="*/ 46 w 98"/>
                    <a:gd name="T21" fmla="*/ 75 h 75"/>
                    <a:gd name="T22" fmla="*/ 63 w 98"/>
                    <a:gd name="T23" fmla="*/ 75 h 75"/>
                    <a:gd name="T24" fmla="*/ 98 w 98"/>
                    <a:gd name="T25" fmla="*/ 0 h 75"/>
                    <a:gd name="T26" fmla="*/ 84 w 98"/>
                    <a:gd name="T27"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98" h="75">
                      <a:moveTo>
                        <a:pt x="84" y="0"/>
                      </a:moveTo>
                      <a:lnTo>
                        <a:pt x="59" y="52"/>
                      </a:lnTo>
                      <a:lnTo>
                        <a:pt x="57" y="0"/>
                      </a:lnTo>
                      <a:lnTo>
                        <a:pt x="40" y="0"/>
                      </a:lnTo>
                      <a:lnTo>
                        <a:pt x="15" y="52"/>
                      </a:lnTo>
                      <a:lnTo>
                        <a:pt x="15" y="0"/>
                      </a:lnTo>
                      <a:lnTo>
                        <a:pt x="0" y="0"/>
                      </a:lnTo>
                      <a:lnTo>
                        <a:pt x="2" y="75"/>
                      </a:lnTo>
                      <a:lnTo>
                        <a:pt x="19" y="75"/>
                      </a:lnTo>
                      <a:lnTo>
                        <a:pt x="44" y="21"/>
                      </a:lnTo>
                      <a:lnTo>
                        <a:pt x="46" y="75"/>
                      </a:lnTo>
                      <a:lnTo>
                        <a:pt x="63" y="75"/>
                      </a:lnTo>
                      <a:lnTo>
                        <a:pt x="98" y="0"/>
                      </a:lnTo>
                      <a:lnTo>
                        <a:pt x="84"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27" name="îṩḷîde"/>
                <p:cNvSpPr/>
                <p:nvPr/>
              </p:nvSpPr>
              <p:spPr bwMode="auto">
                <a:xfrm>
                  <a:off x="7135813" y="3521075"/>
                  <a:ext cx="112713" cy="119063"/>
                </a:xfrm>
                <a:custGeom>
                  <a:avLst/>
                  <a:gdLst>
                    <a:gd name="T0" fmla="*/ 22 w 34"/>
                    <a:gd name="T1" fmla="*/ 20 h 36"/>
                    <a:gd name="T2" fmla="*/ 20 w 34"/>
                    <a:gd name="T3" fmla="*/ 26 h 36"/>
                    <a:gd name="T4" fmla="*/ 18 w 34"/>
                    <a:gd name="T5" fmla="*/ 29 h 36"/>
                    <a:gd name="T6" fmla="*/ 13 w 34"/>
                    <a:gd name="T7" fmla="*/ 30 h 36"/>
                    <a:gd name="T8" fmla="*/ 9 w 34"/>
                    <a:gd name="T9" fmla="*/ 29 h 36"/>
                    <a:gd name="T10" fmla="*/ 7 w 34"/>
                    <a:gd name="T11" fmla="*/ 25 h 36"/>
                    <a:gd name="T12" fmla="*/ 7 w 34"/>
                    <a:gd name="T13" fmla="*/ 24 h 36"/>
                    <a:gd name="T14" fmla="*/ 8 w 34"/>
                    <a:gd name="T15" fmla="*/ 19 h 36"/>
                    <a:gd name="T16" fmla="*/ 12 w 34"/>
                    <a:gd name="T17" fmla="*/ 0 h 36"/>
                    <a:gd name="T18" fmla="*/ 5 w 34"/>
                    <a:gd name="T19" fmla="*/ 0 h 36"/>
                    <a:gd name="T20" fmla="*/ 1 w 34"/>
                    <a:gd name="T21" fmla="*/ 19 h 36"/>
                    <a:gd name="T22" fmla="*/ 0 w 34"/>
                    <a:gd name="T23" fmla="*/ 23 h 36"/>
                    <a:gd name="T24" fmla="*/ 0 w 34"/>
                    <a:gd name="T25" fmla="*/ 25 h 36"/>
                    <a:gd name="T26" fmla="*/ 3 w 34"/>
                    <a:gd name="T27" fmla="*/ 33 h 36"/>
                    <a:gd name="T28" fmla="*/ 13 w 34"/>
                    <a:gd name="T29" fmla="*/ 36 h 36"/>
                    <a:gd name="T30" fmla="*/ 22 w 34"/>
                    <a:gd name="T31" fmla="*/ 34 h 36"/>
                    <a:gd name="T32" fmla="*/ 27 w 34"/>
                    <a:gd name="T33" fmla="*/ 29 h 36"/>
                    <a:gd name="T34" fmla="*/ 30 w 34"/>
                    <a:gd name="T35" fmla="*/ 20 h 36"/>
                    <a:gd name="T36" fmla="*/ 34 w 34"/>
                    <a:gd name="T37" fmla="*/ 0 h 36"/>
                    <a:gd name="T38" fmla="*/ 26 w 34"/>
                    <a:gd name="T39" fmla="*/ 0 h 36"/>
                    <a:gd name="T40" fmla="*/ 22 w 34"/>
                    <a:gd name="T41" fmla="*/ 2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4" h="36">
                      <a:moveTo>
                        <a:pt x="22" y="20"/>
                      </a:moveTo>
                      <a:cubicBezTo>
                        <a:pt x="22" y="23"/>
                        <a:pt x="21" y="25"/>
                        <a:pt x="20" y="26"/>
                      </a:cubicBezTo>
                      <a:cubicBezTo>
                        <a:pt x="20" y="28"/>
                        <a:pt x="19" y="29"/>
                        <a:pt x="18" y="29"/>
                      </a:cubicBezTo>
                      <a:cubicBezTo>
                        <a:pt x="17" y="30"/>
                        <a:pt x="15" y="30"/>
                        <a:pt x="13" y="30"/>
                      </a:cubicBezTo>
                      <a:cubicBezTo>
                        <a:pt x="11" y="30"/>
                        <a:pt x="10" y="30"/>
                        <a:pt x="9" y="29"/>
                      </a:cubicBezTo>
                      <a:cubicBezTo>
                        <a:pt x="8" y="28"/>
                        <a:pt x="7" y="27"/>
                        <a:pt x="7" y="25"/>
                      </a:cubicBezTo>
                      <a:cubicBezTo>
                        <a:pt x="7" y="25"/>
                        <a:pt x="7" y="25"/>
                        <a:pt x="7" y="24"/>
                      </a:cubicBezTo>
                      <a:cubicBezTo>
                        <a:pt x="8" y="19"/>
                        <a:pt x="8" y="19"/>
                        <a:pt x="8" y="19"/>
                      </a:cubicBezTo>
                      <a:cubicBezTo>
                        <a:pt x="12" y="0"/>
                        <a:pt x="12" y="0"/>
                        <a:pt x="12" y="0"/>
                      </a:cubicBezTo>
                      <a:cubicBezTo>
                        <a:pt x="5" y="0"/>
                        <a:pt x="5" y="0"/>
                        <a:pt x="5" y="0"/>
                      </a:cubicBezTo>
                      <a:cubicBezTo>
                        <a:pt x="1" y="19"/>
                        <a:pt x="1" y="19"/>
                        <a:pt x="1" y="19"/>
                      </a:cubicBezTo>
                      <a:cubicBezTo>
                        <a:pt x="1" y="21"/>
                        <a:pt x="0" y="23"/>
                        <a:pt x="0" y="23"/>
                      </a:cubicBezTo>
                      <a:cubicBezTo>
                        <a:pt x="0" y="24"/>
                        <a:pt x="0" y="25"/>
                        <a:pt x="0" y="25"/>
                      </a:cubicBezTo>
                      <a:cubicBezTo>
                        <a:pt x="0" y="29"/>
                        <a:pt x="1" y="31"/>
                        <a:pt x="3" y="33"/>
                      </a:cubicBezTo>
                      <a:cubicBezTo>
                        <a:pt x="6" y="35"/>
                        <a:pt x="9" y="36"/>
                        <a:pt x="13" y="36"/>
                      </a:cubicBezTo>
                      <a:cubicBezTo>
                        <a:pt x="16" y="36"/>
                        <a:pt x="19" y="36"/>
                        <a:pt x="22" y="34"/>
                      </a:cubicBezTo>
                      <a:cubicBezTo>
                        <a:pt x="24" y="33"/>
                        <a:pt x="25" y="31"/>
                        <a:pt x="27" y="29"/>
                      </a:cubicBezTo>
                      <a:cubicBezTo>
                        <a:pt x="28" y="27"/>
                        <a:pt x="29" y="24"/>
                        <a:pt x="30" y="20"/>
                      </a:cubicBezTo>
                      <a:cubicBezTo>
                        <a:pt x="34" y="0"/>
                        <a:pt x="34" y="0"/>
                        <a:pt x="34" y="0"/>
                      </a:cubicBezTo>
                      <a:cubicBezTo>
                        <a:pt x="26" y="0"/>
                        <a:pt x="26" y="0"/>
                        <a:pt x="26" y="0"/>
                      </a:cubicBezTo>
                      <a:lnTo>
                        <a:pt x="22" y="2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28" name="îṣḻîḑê"/>
                <p:cNvSpPr/>
                <p:nvPr/>
              </p:nvSpPr>
              <p:spPr bwMode="auto">
                <a:xfrm>
                  <a:off x="7248526" y="3521075"/>
                  <a:ext cx="114300" cy="119063"/>
                </a:xfrm>
                <a:custGeom>
                  <a:avLst/>
                  <a:gdLst>
                    <a:gd name="T0" fmla="*/ 58 w 72"/>
                    <a:gd name="T1" fmla="*/ 0 h 75"/>
                    <a:gd name="T2" fmla="*/ 52 w 72"/>
                    <a:gd name="T3" fmla="*/ 29 h 75"/>
                    <a:gd name="T4" fmla="*/ 22 w 72"/>
                    <a:gd name="T5" fmla="*/ 29 h 75"/>
                    <a:gd name="T6" fmla="*/ 29 w 72"/>
                    <a:gd name="T7" fmla="*/ 0 h 75"/>
                    <a:gd name="T8" fmla="*/ 14 w 72"/>
                    <a:gd name="T9" fmla="*/ 0 h 75"/>
                    <a:gd name="T10" fmla="*/ 0 w 72"/>
                    <a:gd name="T11" fmla="*/ 75 h 75"/>
                    <a:gd name="T12" fmla="*/ 14 w 72"/>
                    <a:gd name="T13" fmla="*/ 75 h 75"/>
                    <a:gd name="T14" fmla="*/ 20 w 72"/>
                    <a:gd name="T15" fmla="*/ 42 h 75"/>
                    <a:gd name="T16" fmla="*/ 50 w 72"/>
                    <a:gd name="T17" fmla="*/ 42 h 75"/>
                    <a:gd name="T18" fmla="*/ 43 w 72"/>
                    <a:gd name="T19" fmla="*/ 75 h 75"/>
                    <a:gd name="T20" fmla="*/ 58 w 72"/>
                    <a:gd name="T21" fmla="*/ 75 h 75"/>
                    <a:gd name="T22" fmla="*/ 72 w 72"/>
                    <a:gd name="T23" fmla="*/ 0 h 75"/>
                    <a:gd name="T24" fmla="*/ 58 w 72"/>
                    <a:gd name="T25"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2" h="75">
                      <a:moveTo>
                        <a:pt x="58" y="0"/>
                      </a:moveTo>
                      <a:lnTo>
                        <a:pt x="52" y="29"/>
                      </a:lnTo>
                      <a:lnTo>
                        <a:pt x="22" y="29"/>
                      </a:lnTo>
                      <a:lnTo>
                        <a:pt x="29" y="0"/>
                      </a:lnTo>
                      <a:lnTo>
                        <a:pt x="14" y="0"/>
                      </a:lnTo>
                      <a:lnTo>
                        <a:pt x="0" y="75"/>
                      </a:lnTo>
                      <a:lnTo>
                        <a:pt x="14" y="75"/>
                      </a:lnTo>
                      <a:lnTo>
                        <a:pt x="20" y="42"/>
                      </a:lnTo>
                      <a:lnTo>
                        <a:pt x="50" y="42"/>
                      </a:lnTo>
                      <a:lnTo>
                        <a:pt x="43" y="75"/>
                      </a:lnTo>
                      <a:lnTo>
                        <a:pt x="58" y="75"/>
                      </a:lnTo>
                      <a:lnTo>
                        <a:pt x="72" y="0"/>
                      </a:lnTo>
                      <a:lnTo>
                        <a:pt x="58"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29" name="ïṥlíḑê"/>
                <p:cNvSpPr/>
                <p:nvPr/>
              </p:nvSpPr>
              <p:spPr bwMode="auto">
                <a:xfrm>
                  <a:off x="7356476" y="3521075"/>
                  <a:ext cx="112713" cy="119063"/>
                </a:xfrm>
                <a:custGeom>
                  <a:avLst/>
                  <a:gdLst>
                    <a:gd name="T0" fmla="*/ 42 w 71"/>
                    <a:gd name="T1" fmla="*/ 0 h 75"/>
                    <a:gd name="T2" fmla="*/ 0 w 71"/>
                    <a:gd name="T3" fmla="*/ 75 h 75"/>
                    <a:gd name="T4" fmla="*/ 15 w 71"/>
                    <a:gd name="T5" fmla="*/ 75 h 75"/>
                    <a:gd name="T6" fmla="*/ 23 w 71"/>
                    <a:gd name="T7" fmla="*/ 59 h 75"/>
                    <a:gd name="T8" fmla="*/ 54 w 71"/>
                    <a:gd name="T9" fmla="*/ 59 h 75"/>
                    <a:gd name="T10" fmla="*/ 56 w 71"/>
                    <a:gd name="T11" fmla="*/ 75 h 75"/>
                    <a:gd name="T12" fmla="*/ 71 w 71"/>
                    <a:gd name="T13" fmla="*/ 75 h 75"/>
                    <a:gd name="T14" fmla="*/ 58 w 71"/>
                    <a:gd name="T15" fmla="*/ 0 h 75"/>
                    <a:gd name="T16" fmla="*/ 42 w 71"/>
                    <a:gd name="T17" fmla="*/ 0 h 75"/>
                    <a:gd name="T18" fmla="*/ 29 w 71"/>
                    <a:gd name="T19" fmla="*/ 46 h 75"/>
                    <a:gd name="T20" fmla="*/ 48 w 71"/>
                    <a:gd name="T21" fmla="*/ 17 h 75"/>
                    <a:gd name="T22" fmla="*/ 52 w 71"/>
                    <a:gd name="T23" fmla="*/ 46 h 75"/>
                    <a:gd name="T24" fmla="*/ 29 w 71"/>
                    <a:gd name="T25" fmla="*/ 4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75">
                      <a:moveTo>
                        <a:pt x="42" y="0"/>
                      </a:moveTo>
                      <a:lnTo>
                        <a:pt x="0" y="75"/>
                      </a:lnTo>
                      <a:lnTo>
                        <a:pt x="15" y="75"/>
                      </a:lnTo>
                      <a:lnTo>
                        <a:pt x="23" y="59"/>
                      </a:lnTo>
                      <a:lnTo>
                        <a:pt x="54" y="59"/>
                      </a:lnTo>
                      <a:lnTo>
                        <a:pt x="56" y="75"/>
                      </a:lnTo>
                      <a:lnTo>
                        <a:pt x="71" y="75"/>
                      </a:lnTo>
                      <a:lnTo>
                        <a:pt x="58" y="0"/>
                      </a:lnTo>
                      <a:lnTo>
                        <a:pt x="42" y="0"/>
                      </a:lnTo>
                      <a:close/>
                      <a:moveTo>
                        <a:pt x="29" y="46"/>
                      </a:moveTo>
                      <a:lnTo>
                        <a:pt x="48" y="17"/>
                      </a:lnTo>
                      <a:lnTo>
                        <a:pt x="52" y="46"/>
                      </a:lnTo>
                      <a:lnTo>
                        <a:pt x="29" y="46"/>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30" name="îş1íḋe"/>
                <p:cNvSpPr/>
                <p:nvPr/>
              </p:nvSpPr>
              <p:spPr bwMode="auto">
                <a:xfrm>
                  <a:off x="7481888" y="3521075"/>
                  <a:ext cx="119063" cy="119063"/>
                </a:xfrm>
                <a:custGeom>
                  <a:avLst/>
                  <a:gdLst>
                    <a:gd name="T0" fmla="*/ 50 w 75"/>
                    <a:gd name="T1" fmla="*/ 50 h 75"/>
                    <a:gd name="T2" fmla="*/ 31 w 75"/>
                    <a:gd name="T3" fmla="*/ 0 h 75"/>
                    <a:gd name="T4" fmla="*/ 17 w 75"/>
                    <a:gd name="T5" fmla="*/ 0 h 75"/>
                    <a:gd name="T6" fmla="*/ 0 w 75"/>
                    <a:gd name="T7" fmla="*/ 75 h 75"/>
                    <a:gd name="T8" fmla="*/ 15 w 75"/>
                    <a:gd name="T9" fmla="*/ 75 h 75"/>
                    <a:gd name="T10" fmla="*/ 25 w 75"/>
                    <a:gd name="T11" fmla="*/ 25 h 75"/>
                    <a:gd name="T12" fmla="*/ 46 w 75"/>
                    <a:gd name="T13" fmla="*/ 75 h 75"/>
                    <a:gd name="T14" fmla="*/ 58 w 75"/>
                    <a:gd name="T15" fmla="*/ 75 h 75"/>
                    <a:gd name="T16" fmla="*/ 75 w 75"/>
                    <a:gd name="T17" fmla="*/ 0 h 75"/>
                    <a:gd name="T18" fmla="*/ 61 w 75"/>
                    <a:gd name="T19" fmla="*/ 0 h 75"/>
                    <a:gd name="T20" fmla="*/ 50 w 75"/>
                    <a:gd name="T21" fmla="*/ 5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5" h="75">
                      <a:moveTo>
                        <a:pt x="50" y="50"/>
                      </a:moveTo>
                      <a:lnTo>
                        <a:pt x="31" y="0"/>
                      </a:lnTo>
                      <a:lnTo>
                        <a:pt x="17" y="0"/>
                      </a:lnTo>
                      <a:lnTo>
                        <a:pt x="0" y="75"/>
                      </a:lnTo>
                      <a:lnTo>
                        <a:pt x="15" y="75"/>
                      </a:lnTo>
                      <a:lnTo>
                        <a:pt x="25" y="25"/>
                      </a:lnTo>
                      <a:lnTo>
                        <a:pt x="46" y="75"/>
                      </a:lnTo>
                      <a:lnTo>
                        <a:pt x="58" y="75"/>
                      </a:lnTo>
                      <a:lnTo>
                        <a:pt x="75" y="0"/>
                      </a:lnTo>
                      <a:lnTo>
                        <a:pt x="61" y="0"/>
                      </a:lnTo>
                      <a:lnTo>
                        <a:pt x="50" y="5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31" name="îş1ïḋe"/>
                <p:cNvSpPr/>
                <p:nvPr/>
              </p:nvSpPr>
              <p:spPr bwMode="auto">
                <a:xfrm>
                  <a:off x="7653338" y="3521075"/>
                  <a:ext cx="112713" cy="119063"/>
                </a:xfrm>
                <a:custGeom>
                  <a:avLst/>
                  <a:gdLst>
                    <a:gd name="T0" fmla="*/ 22 w 34"/>
                    <a:gd name="T1" fmla="*/ 20 h 36"/>
                    <a:gd name="T2" fmla="*/ 20 w 34"/>
                    <a:gd name="T3" fmla="*/ 26 h 36"/>
                    <a:gd name="T4" fmla="*/ 18 w 34"/>
                    <a:gd name="T5" fmla="*/ 29 h 36"/>
                    <a:gd name="T6" fmla="*/ 13 w 34"/>
                    <a:gd name="T7" fmla="*/ 30 h 36"/>
                    <a:gd name="T8" fmla="*/ 9 w 34"/>
                    <a:gd name="T9" fmla="*/ 29 h 36"/>
                    <a:gd name="T10" fmla="*/ 7 w 34"/>
                    <a:gd name="T11" fmla="*/ 25 h 36"/>
                    <a:gd name="T12" fmla="*/ 7 w 34"/>
                    <a:gd name="T13" fmla="*/ 24 h 36"/>
                    <a:gd name="T14" fmla="*/ 8 w 34"/>
                    <a:gd name="T15" fmla="*/ 19 h 36"/>
                    <a:gd name="T16" fmla="*/ 12 w 34"/>
                    <a:gd name="T17" fmla="*/ 0 h 36"/>
                    <a:gd name="T18" fmla="*/ 5 w 34"/>
                    <a:gd name="T19" fmla="*/ 0 h 36"/>
                    <a:gd name="T20" fmla="*/ 1 w 34"/>
                    <a:gd name="T21" fmla="*/ 19 h 36"/>
                    <a:gd name="T22" fmla="*/ 0 w 34"/>
                    <a:gd name="T23" fmla="*/ 23 h 36"/>
                    <a:gd name="T24" fmla="*/ 0 w 34"/>
                    <a:gd name="T25" fmla="*/ 25 h 36"/>
                    <a:gd name="T26" fmla="*/ 3 w 34"/>
                    <a:gd name="T27" fmla="*/ 33 h 36"/>
                    <a:gd name="T28" fmla="*/ 13 w 34"/>
                    <a:gd name="T29" fmla="*/ 36 h 36"/>
                    <a:gd name="T30" fmla="*/ 22 w 34"/>
                    <a:gd name="T31" fmla="*/ 34 h 36"/>
                    <a:gd name="T32" fmla="*/ 27 w 34"/>
                    <a:gd name="T33" fmla="*/ 29 h 36"/>
                    <a:gd name="T34" fmla="*/ 30 w 34"/>
                    <a:gd name="T35" fmla="*/ 20 h 36"/>
                    <a:gd name="T36" fmla="*/ 34 w 34"/>
                    <a:gd name="T37" fmla="*/ 0 h 36"/>
                    <a:gd name="T38" fmla="*/ 26 w 34"/>
                    <a:gd name="T39" fmla="*/ 0 h 36"/>
                    <a:gd name="T40" fmla="*/ 22 w 34"/>
                    <a:gd name="T41" fmla="*/ 2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4" h="36">
                      <a:moveTo>
                        <a:pt x="22" y="20"/>
                      </a:moveTo>
                      <a:cubicBezTo>
                        <a:pt x="22" y="23"/>
                        <a:pt x="21" y="25"/>
                        <a:pt x="20" y="26"/>
                      </a:cubicBezTo>
                      <a:cubicBezTo>
                        <a:pt x="20" y="28"/>
                        <a:pt x="19" y="29"/>
                        <a:pt x="18" y="29"/>
                      </a:cubicBezTo>
                      <a:cubicBezTo>
                        <a:pt x="17" y="30"/>
                        <a:pt x="15" y="30"/>
                        <a:pt x="13" y="30"/>
                      </a:cubicBezTo>
                      <a:cubicBezTo>
                        <a:pt x="11" y="30"/>
                        <a:pt x="10" y="30"/>
                        <a:pt x="9" y="29"/>
                      </a:cubicBezTo>
                      <a:cubicBezTo>
                        <a:pt x="8" y="28"/>
                        <a:pt x="7" y="27"/>
                        <a:pt x="7" y="25"/>
                      </a:cubicBezTo>
                      <a:cubicBezTo>
                        <a:pt x="7" y="25"/>
                        <a:pt x="7" y="25"/>
                        <a:pt x="7" y="24"/>
                      </a:cubicBezTo>
                      <a:cubicBezTo>
                        <a:pt x="8" y="19"/>
                        <a:pt x="8" y="19"/>
                        <a:pt x="8" y="19"/>
                      </a:cubicBezTo>
                      <a:cubicBezTo>
                        <a:pt x="12" y="0"/>
                        <a:pt x="12" y="0"/>
                        <a:pt x="12" y="0"/>
                      </a:cubicBezTo>
                      <a:cubicBezTo>
                        <a:pt x="5" y="0"/>
                        <a:pt x="5" y="0"/>
                        <a:pt x="5" y="0"/>
                      </a:cubicBezTo>
                      <a:cubicBezTo>
                        <a:pt x="1" y="19"/>
                        <a:pt x="1" y="19"/>
                        <a:pt x="1" y="19"/>
                      </a:cubicBezTo>
                      <a:cubicBezTo>
                        <a:pt x="1" y="21"/>
                        <a:pt x="0" y="23"/>
                        <a:pt x="0" y="23"/>
                      </a:cubicBezTo>
                      <a:cubicBezTo>
                        <a:pt x="0" y="24"/>
                        <a:pt x="0" y="25"/>
                        <a:pt x="0" y="25"/>
                      </a:cubicBezTo>
                      <a:cubicBezTo>
                        <a:pt x="0" y="29"/>
                        <a:pt x="1" y="31"/>
                        <a:pt x="3" y="33"/>
                      </a:cubicBezTo>
                      <a:cubicBezTo>
                        <a:pt x="6" y="35"/>
                        <a:pt x="9" y="36"/>
                        <a:pt x="13" y="36"/>
                      </a:cubicBezTo>
                      <a:cubicBezTo>
                        <a:pt x="16" y="36"/>
                        <a:pt x="19" y="36"/>
                        <a:pt x="22" y="34"/>
                      </a:cubicBezTo>
                      <a:cubicBezTo>
                        <a:pt x="24" y="33"/>
                        <a:pt x="25" y="31"/>
                        <a:pt x="27" y="29"/>
                      </a:cubicBezTo>
                      <a:cubicBezTo>
                        <a:pt x="28" y="27"/>
                        <a:pt x="29" y="24"/>
                        <a:pt x="30" y="20"/>
                      </a:cubicBezTo>
                      <a:cubicBezTo>
                        <a:pt x="34" y="0"/>
                        <a:pt x="34" y="0"/>
                        <a:pt x="34" y="0"/>
                      </a:cubicBezTo>
                      <a:cubicBezTo>
                        <a:pt x="26" y="0"/>
                        <a:pt x="26" y="0"/>
                        <a:pt x="26" y="0"/>
                      </a:cubicBezTo>
                      <a:lnTo>
                        <a:pt x="22" y="2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32" name="íšlídè"/>
                <p:cNvSpPr/>
                <p:nvPr/>
              </p:nvSpPr>
              <p:spPr bwMode="auto">
                <a:xfrm>
                  <a:off x="7766051" y="3521075"/>
                  <a:ext cx="115888" cy="119063"/>
                </a:xfrm>
                <a:custGeom>
                  <a:avLst/>
                  <a:gdLst>
                    <a:gd name="T0" fmla="*/ 58 w 73"/>
                    <a:gd name="T1" fmla="*/ 0 h 75"/>
                    <a:gd name="T2" fmla="*/ 50 w 73"/>
                    <a:gd name="T3" fmla="*/ 50 h 75"/>
                    <a:gd name="T4" fmla="*/ 29 w 73"/>
                    <a:gd name="T5" fmla="*/ 0 h 75"/>
                    <a:gd name="T6" fmla="*/ 15 w 73"/>
                    <a:gd name="T7" fmla="*/ 0 h 75"/>
                    <a:gd name="T8" fmla="*/ 0 w 73"/>
                    <a:gd name="T9" fmla="*/ 75 h 75"/>
                    <a:gd name="T10" fmla="*/ 13 w 73"/>
                    <a:gd name="T11" fmla="*/ 75 h 75"/>
                    <a:gd name="T12" fmla="*/ 23 w 73"/>
                    <a:gd name="T13" fmla="*/ 25 h 75"/>
                    <a:gd name="T14" fmla="*/ 44 w 73"/>
                    <a:gd name="T15" fmla="*/ 75 h 75"/>
                    <a:gd name="T16" fmla="*/ 58 w 73"/>
                    <a:gd name="T17" fmla="*/ 75 h 75"/>
                    <a:gd name="T18" fmla="*/ 73 w 73"/>
                    <a:gd name="T19" fmla="*/ 0 h 75"/>
                    <a:gd name="T20" fmla="*/ 58 w 73"/>
                    <a:gd name="T21"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3" h="75">
                      <a:moveTo>
                        <a:pt x="58" y="0"/>
                      </a:moveTo>
                      <a:lnTo>
                        <a:pt x="50" y="50"/>
                      </a:lnTo>
                      <a:lnTo>
                        <a:pt x="29" y="0"/>
                      </a:lnTo>
                      <a:lnTo>
                        <a:pt x="15" y="0"/>
                      </a:lnTo>
                      <a:lnTo>
                        <a:pt x="0" y="75"/>
                      </a:lnTo>
                      <a:lnTo>
                        <a:pt x="13" y="75"/>
                      </a:lnTo>
                      <a:lnTo>
                        <a:pt x="23" y="25"/>
                      </a:lnTo>
                      <a:lnTo>
                        <a:pt x="44" y="75"/>
                      </a:lnTo>
                      <a:lnTo>
                        <a:pt x="58" y="75"/>
                      </a:lnTo>
                      <a:lnTo>
                        <a:pt x="73" y="0"/>
                      </a:lnTo>
                      <a:lnTo>
                        <a:pt x="58"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33" name="îṣḻîďe"/>
                <p:cNvSpPr/>
                <p:nvPr/>
              </p:nvSpPr>
              <p:spPr bwMode="auto">
                <a:xfrm>
                  <a:off x="7881938" y="3521075"/>
                  <a:ext cx="49213" cy="119063"/>
                </a:xfrm>
                <a:custGeom>
                  <a:avLst/>
                  <a:gdLst>
                    <a:gd name="T0" fmla="*/ 0 w 31"/>
                    <a:gd name="T1" fmla="*/ 75 h 75"/>
                    <a:gd name="T2" fmla="*/ 14 w 31"/>
                    <a:gd name="T3" fmla="*/ 75 h 75"/>
                    <a:gd name="T4" fmla="*/ 31 w 31"/>
                    <a:gd name="T5" fmla="*/ 0 h 75"/>
                    <a:gd name="T6" fmla="*/ 14 w 31"/>
                    <a:gd name="T7" fmla="*/ 0 h 75"/>
                    <a:gd name="T8" fmla="*/ 0 w 31"/>
                    <a:gd name="T9" fmla="*/ 75 h 75"/>
                  </a:gdLst>
                  <a:ahLst/>
                  <a:cxnLst>
                    <a:cxn ang="0">
                      <a:pos x="T0" y="T1"/>
                    </a:cxn>
                    <a:cxn ang="0">
                      <a:pos x="T2" y="T3"/>
                    </a:cxn>
                    <a:cxn ang="0">
                      <a:pos x="T4" y="T5"/>
                    </a:cxn>
                    <a:cxn ang="0">
                      <a:pos x="T6" y="T7"/>
                    </a:cxn>
                    <a:cxn ang="0">
                      <a:pos x="T8" y="T9"/>
                    </a:cxn>
                  </a:cxnLst>
                  <a:rect l="0" t="0" r="r" b="b"/>
                  <a:pathLst>
                    <a:path w="31" h="75">
                      <a:moveTo>
                        <a:pt x="0" y="75"/>
                      </a:moveTo>
                      <a:lnTo>
                        <a:pt x="14" y="75"/>
                      </a:lnTo>
                      <a:lnTo>
                        <a:pt x="31" y="0"/>
                      </a:lnTo>
                      <a:lnTo>
                        <a:pt x="14" y="0"/>
                      </a:lnTo>
                      <a:lnTo>
                        <a:pt x="0" y="75"/>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34" name="íŝḻiḋè"/>
                <p:cNvSpPr/>
                <p:nvPr/>
              </p:nvSpPr>
              <p:spPr bwMode="auto">
                <a:xfrm>
                  <a:off x="7940676" y="3521075"/>
                  <a:ext cx="109538" cy="119063"/>
                </a:xfrm>
                <a:custGeom>
                  <a:avLst/>
                  <a:gdLst>
                    <a:gd name="T0" fmla="*/ 54 w 69"/>
                    <a:gd name="T1" fmla="*/ 0 h 75"/>
                    <a:gd name="T2" fmla="*/ 23 w 69"/>
                    <a:gd name="T3" fmla="*/ 57 h 75"/>
                    <a:gd name="T4" fmla="*/ 15 w 69"/>
                    <a:gd name="T5" fmla="*/ 0 h 75"/>
                    <a:gd name="T6" fmla="*/ 0 w 69"/>
                    <a:gd name="T7" fmla="*/ 0 h 75"/>
                    <a:gd name="T8" fmla="*/ 13 w 69"/>
                    <a:gd name="T9" fmla="*/ 75 h 75"/>
                    <a:gd name="T10" fmla="*/ 29 w 69"/>
                    <a:gd name="T11" fmla="*/ 75 h 75"/>
                    <a:gd name="T12" fmla="*/ 69 w 69"/>
                    <a:gd name="T13" fmla="*/ 0 h 75"/>
                    <a:gd name="T14" fmla="*/ 54 w 69"/>
                    <a:gd name="T15" fmla="*/ 0 h 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9" h="75">
                      <a:moveTo>
                        <a:pt x="54" y="0"/>
                      </a:moveTo>
                      <a:lnTo>
                        <a:pt x="23" y="57"/>
                      </a:lnTo>
                      <a:lnTo>
                        <a:pt x="15" y="0"/>
                      </a:lnTo>
                      <a:lnTo>
                        <a:pt x="0" y="0"/>
                      </a:lnTo>
                      <a:lnTo>
                        <a:pt x="13" y="75"/>
                      </a:lnTo>
                      <a:lnTo>
                        <a:pt x="29" y="75"/>
                      </a:lnTo>
                      <a:lnTo>
                        <a:pt x="69" y="0"/>
                      </a:lnTo>
                      <a:lnTo>
                        <a:pt x="54"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35" name="î$ḷíďé"/>
                <p:cNvSpPr/>
                <p:nvPr/>
              </p:nvSpPr>
              <p:spPr bwMode="auto">
                <a:xfrm>
                  <a:off x="8037513" y="3521075"/>
                  <a:ext cx="111125" cy="119063"/>
                </a:xfrm>
                <a:custGeom>
                  <a:avLst/>
                  <a:gdLst>
                    <a:gd name="T0" fmla="*/ 68 w 70"/>
                    <a:gd name="T1" fmla="*/ 12 h 75"/>
                    <a:gd name="T2" fmla="*/ 70 w 70"/>
                    <a:gd name="T3" fmla="*/ 0 h 75"/>
                    <a:gd name="T4" fmla="*/ 16 w 70"/>
                    <a:gd name="T5" fmla="*/ 0 h 75"/>
                    <a:gd name="T6" fmla="*/ 0 w 70"/>
                    <a:gd name="T7" fmla="*/ 75 h 75"/>
                    <a:gd name="T8" fmla="*/ 58 w 70"/>
                    <a:gd name="T9" fmla="*/ 75 h 75"/>
                    <a:gd name="T10" fmla="*/ 60 w 70"/>
                    <a:gd name="T11" fmla="*/ 63 h 75"/>
                    <a:gd name="T12" fmla="*/ 16 w 70"/>
                    <a:gd name="T13" fmla="*/ 63 h 75"/>
                    <a:gd name="T14" fmla="*/ 22 w 70"/>
                    <a:gd name="T15" fmla="*/ 42 h 75"/>
                    <a:gd name="T16" fmla="*/ 60 w 70"/>
                    <a:gd name="T17" fmla="*/ 42 h 75"/>
                    <a:gd name="T18" fmla="*/ 62 w 70"/>
                    <a:gd name="T19" fmla="*/ 29 h 75"/>
                    <a:gd name="T20" fmla="*/ 24 w 70"/>
                    <a:gd name="T21" fmla="*/ 29 h 75"/>
                    <a:gd name="T22" fmla="*/ 29 w 70"/>
                    <a:gd name="T23" fmla="*/ 12 h 75"/>
                    <a:gd name="T24" fmla="*/ 68 w 70"/>
                    <a:gd name="T25" fmla="*/ 12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0" h="75">
                      <a:moveTo>
                        <a:pt x="68" y="12"/>
                      </a:moveTo>
                      <a:lnTo>
                        <a:pt x="70" y="0"/>
                      </a:lnTo>
                      <a:lnTo>
                        <a:pt x="16" y="0"/>
                      </a:lnTo>
                      <a:lnTo>
                        <a:pt x="0" y="75"/>
                      </a:lnTo>
                      <a:lnTo>
                        <a:pt x="58" y="75"/>
                      </a:lnTo>
                      <a:lnTo>
                        <a:pt x="60" y="63"/>
                      </a:lnTo>
                      <a:lnTo>
                        <a:pt x="16" y="63"/>
                      </a:lnTo>
                      <a:lnTo>
                        <a:pt x="22" y="42"/>
                      </a:lnTo>
                      <a:lnTo>
                        <a:pt x="60" y="42"/>
                      </a:lnTo>
                      <a:lnTo>
                        <a:pt x="62" y="29"/>
                      </a:lnTo>
                      <a:lnTo>
                        <a:pt x="24" y="29"/>
                      </a:lnTo>
                      <a:lnTo>
                        <a:pt x="29" y="12"/>
                      </a:lnTo>
                      <a:lnTo>
                        <a:pt x="68" y="12"/>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36" name="îṡlîďe"/>
                <p:cNvSpPr/>
                <p:nvPr/>
              </p:nvSpPr>
              <p:spPr bwMode="auto">
                <a:xfrm>
                  <a:off x="8145463" y="3521075"/>
                  <a:ext cx="115888" cy="119063"/>
                </a:xfrm>
                <a:custGeom>
                  <a:avLst/>
                  <a:gdLst>
                    <a:gd name="T0" fmla="*/ 30 w 35"/>
                    <a:gd name="T1" fmla="*/ 1 h 36"/>
                    <a:gd name="T2" fmla="*/ 24 w 35"/>
                    <a:gd name="T3" fmla="*/ 0 h 36"/>
                    <a:gd name="T4" fmla="*/ 8 w 35"/>
                    <a:gd name="T5" fmla="*/ 0 h 36"/>
                    <a:gd name="T6" fmla="*/ 0 w 35"/>
                    <a:gd name="T7" fmla="*/ 36 h 36"/>
                    <a:gd name="T8" fmla="*/ 8 w 35"/>
                    <a:gd name="T9" fmla="*/ 36 h 36"/>
                    <a:gd name="T10" fmla="*/ 11 w 35"/>
                    <a:gd name="T11" fmla="*/ 21 h 36"/>
                    <a:gd name="T12" fmla="*/ 14 w 35"/>
                    <a:gd name="T13" fmla="*/ 21 h 36"/>
                    <a:gd name="T14" fmla="*/ 17 w 35"/>
                    <a:gd name="T15" fmla="*/ 22 h 36"/>
                    <a:gd name="T16" fmla="*/ 21 w 35"/>
                    <a:gd name="T17" fmla="*/ 26 h 36"/>
                    <a:gd name="T18" fmla="*/ 24 w 35"/>
                    <a:gd name="T19" fmla="*/ 36 h 36"/>
                    <a:gd name="T20" fmla="*/ 32 w 35"/>
                    <a:gd name="T21" fmla="*/ 36 h 36"/>
                    <a:gd name="T22" fmla="*/ 27 w 35"/>
                    <a:gd name="T23" fmla="*/ 24 h 36"/>
                    <a:gd name="T24" fmla="*/ 24 w 35"/>
                    <a:gd name="T25" fmla="*/ 21 h 36"/>
                    <a:gd name="T26" fmla="*/ 32 w 35"/>
                    <a:gd name="T27" fmla="*/ 17 h 36"/>
                    <a:gd name="T28" fmla="*/ 35 w 35"/>
                    <a:gd name="T29" fmla="*/ 9 h 36"/>
                    <a:gd name="T30" fmla="*/ 34 w 35"/>
                    <a:gd name="T31" fmla="*/ 4 h 36"/>
                    <a:gd name="T32" fmla="*/ 30 w 35"/>
                    <a:gd name="T33" fmla="*/ 1 h 36"/>
                    <a:gd name="T34" fmla="*/ 27 w 35"/>
                    <a:gd name="T35" fmla="*/ 13 h 36"/>
                    <a:gd name="T36" fmla="*/ 24 w 35"/>
                    <a:gd name="T37" fmla="*/ 15 h 36"/>
                    <a:gd name="T38" fmla="*/ 16 w 35"/>
                    <a:gd name="T39" fmla="*/ 16 h 36"/>
                    <a:gd name="T40" fmla="*/ 12 w 35"/>
                    <a:gd name="T41" fmla="*/ 16 h 36"/>
                    <a:gd name="T42" fmla="*/ 14 w 35"/>
                    <a:gd name="T43" fmla="*/ 6 h 36"/>
                    <a:gd name="T44" fmla="*/ 22 w 35"/>
                    <a:gd name="T45" fmla="*/ 6 h 36"/>
                    <a:gd name="T46" fmla="*/ 26 w 35"/>
                    <a:gd name="T47" fmla="*/ 7 h 36"/>
                    <a:gd name="T48" fmla="*/ 28 w 35"/>
                    <a:gd name="T49" fmla="*/ 10 h 36"/>
                    <a:gd name="T50" fmla="*/ 27 w 35"/>
                    <a:gd name="T51" fmla="*/ 13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5" h="36">
                      <a:moveTo>
                        <a:pt x="30" y="1"/>
                      </a:moveTo>
                      <a:cubicBezTo>
                        <a:pt x="28" y="0"/>
                        <a:pt x="26" y="0"/>
                        <a:pt x="24" y="0"/>
                      </a:cubicBezTo>
                      <a:cubicBezTo>
                        <a:pt x="8" y="0"/>
                        <a:pt x="8" y="0"/>
                        <a:pt x="8" y="0"/>
                      </a:cubicBezTo>
                      <a:cubicBezTo>
                        <a:pt x="0" y="36"/>
                        <a:pt x="0" y="36"/>
                        <a:pt x="0" y="36"/>
                      </a:cubicBezTo>
                      <a:cubicBezTo>
                        <a:pt x="8" y="36"/>
                        <a:pt x="8" y="36"/>
                        <a:pt x="8" y="36"/>
                      </a:cubicBezTo>
                      <a:cubicBezTo>
                        <a:pt x="11" y="21"/>
                        <a:pt x="11" y="21"/>
                        <a:pt x="11" y="21"/>
                      </a:cubicBezTo>
                      <a:cubicBezTo>
                        <a:pt x="14" y="21"/>
                        <a:pt x="14" y="21"/>
                        <a:pt x="14" y="21"/>
                      </a:cubicBezTo>
                      <a:cubicBezTo>
                        <a:pt x="15" y="21"/>
                        <a:pt x="17" y="21"/>
                        <a:pt x="17" y="22"/>
                      </a:cubicBezTo>
                      <a:cubicBezTo>
                        <a:pt x="18" y="22"/>
                        <a:pt x="20" y="24"/>
                        <a:pt x="21" y="26"/>
                      </a:cubicBezTo>
                      <a:cubicBezTo>
                        <a:pt x="22" y="31"/>
                        <a:pt x="24" y="34"/>
                        <a:pt x="24" y="36"/>
                      </a:cubicBezTo>
                      <a:cubicBezTo>
                        <a:pt x="32" y="36"/>
                        <a:pt x="32" y="36"/>
                        <a:pt x="32" y="36"/>
                      </a:cubicBezTo>
                      <a:cubicBezTo>
                        <a:pt x="30" y="31"/>
                        <a:pt x="28" y="27"/>
                        <a:pt x="27" y="24"/>
                      </a:cubicBezTo>
                      <a:cubicBezTo>
                        <a:pt x="26" y="23"/>
                        <a:pt x="25" y="21"/>
                        <a:pt x="24" y="21"/>
                      </a:cubicBezTo>
                      <a:cubicBezTo>
                        <a:pt x="28" y="20"/>
                        <a:pt x="30" y="19"/>
                        <a:pt x="32" y="17"/>
                      </a:cubicBezTo>
                      <a:cubicBezTo>
                        <a:pt x="34" y="15"/>
                        <a:pt x="35" y="13"/>
                        <a:pt x="35" y="9"/>
                      </a:cubicBezTo>
                      <a:cubicBezTo>
                        <a:pt x="35" y="7"/>
                        <a:pt x="34" y="6"/>
                        <a:pt x="34" y="4"/>
                      </a:cubicBezTo>
                      <a:cubicBezTo>
                        <a:pt x="33" y="3"/>
                        <a:pt x="31" y="2"/>
                        <a:pt x="30" y="1"/>
                      </a:cubicBezTo>
                      <a:close/>
                      <a:moveTo>
                        <a:pt x="27" y="13"/>
                      </a:moveTo>
                      <a:cubicBezTo>
                        <a:pt x="26" y="14"/>
                        <a:pt x="25" y="14"/>
                        <a:pt x="24" y="15"/>
                      </a:cubicBezTo>
                      <a:cubicBezTo>
                        <a:pt x="22" y="15"/>
                        <a:pt x="20" y="16"/>
                        <a:pt x="16" y="16"/>
                      </a:cubicBezTo>
                      <a:cubicBezTo>
                        <a:pt x="12" y="16"/>
                        <a:pt x="12" y="16"/>
                        <a:pt x="12" y="16"/>
                      </a:cubicBezTo>
                      <a:cubicBezTo>
                        <a:pt x="14" y="6"/>
                        <a:pt x="14" y="6"/>
                        <a:pt x="14" y="6"/>
                      </a:cubicBezTo>
                      <a:cubicBezTo>
                        <a:pt x="22" y="6"/>
                        <a:pt x="22" y="6"/>
                        <a:pt x="22" y="6"/>
                      </a:cubicBezTo>
                      <a:cubicBezTo>
                        <a:pt x="24" y="6"/>
                        <a:pt x="25" y="6"/>
                        <a:pt x="26" y="7"/>
                      </a:cubicBezTo>
                      <a:cubicBezTo>
                        <a:pt x="27" y="7"/>
                        <a:pt x="28" y="8"/>
                        <a:pt x="28" y="10"/>
                      </a:cubicBezTo>
                      <a:cubicBezTo>
                        <a:pt x="28" y="11"/>
                        <a:pt x="27" y="12"/>
                        <a:pt x="27" y="13"/>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37" name="ïşľîḍé"/>
                <p:cNvSpPr/>
                <p:nvPr/>
              </p:nvSpPr>
              <p:spPr bwMode="auto">
                <a:xfrm>
                  <a:off x="8267701" y="3521075"/>
                  <a:ext cx="98425" cy="119063"/>
                </a:xfrm>
                <a:custGeom>
                  <a:avLst/>
                  <a:gdLst>
                    <a:gd name="T0" fmla="*/ 17 w 30"/>
                    <a:gd name="T1" fmla="*/ 5 h 36"/>
                    <a:gd name="T2" fmla="*/ 22 w 30"/>
                    <a:gd name="T3" fmla="*/ 7 h 36"/>
                    <a:gd name="T4" fmla="*/ 23 w 30"/>
                    <a:gd name="T5" fmla="*/ 11 h 36"/>
                    <a:gd name="T6" fmla="*/ 30 w 30"/>
                    <a:gd name="T7" fmla="*/ 10 h 36"/>
                    <a:gd name="T8" fmla="*/ 27 w 30"/>
                    <a:gd name="T9" fmla="*/ 3 h 36"/>
                    <a:gd name="T10" fmla="*/ 17 w 30"/>
                    <a:gd name="T11" fmla="*/ 0 h 36"/>
                    <a:gd name="T12" fmla="*/ 8 w 30"/>
                    <a:gd name="T13" fmla="*/ 3 h 36"/>
                    <a:gd name="T14" fmla="*/ 4 w 30"/>
                    <a:gd name="T15" fmla="*/ 10 h 36"/>
                    <a:gd name="T16" fmla="*/ 6 w 30"/>
                    <a:gd name="T17" fmla="*/ 14 h 36"/>
                    <a:gd name="T18" fmla="*/ 8 w 30"/>
                    <a:gd name="T19" fmla="*/ 18 h 36"/>
                    <a:gd name="T20" fmla="*/ 15 w 30"/>
                    <a:gd name="T21" fmla="*/ 21 h 36"/>
                    <a:gd name="T22" fmla="*/ 20 w 30"/>
                    <a:gd name="T23" fmla="*/ 23 h 36"/>
                    <a:gd name="T24" fmla="*/ 21 w 30"/>
                    <a:gd name="T25" fmla="*/ 26 h 36"/>
                    <a:gd name="T26" fmla="*/ 19 w 30"/>
                    <a:gd name="T27" fmla="*/ 29 h 36"/>
                    <a:gd name="T28" fmla="*/ 14 w 30"/>
                    <a:gd name="T29" fmla="*/ 30 h 36"/>
                    <a:gd name="T30" fmla="*/ 8 w 30"/>
                    <a:gd name="T31" fmla="*/ 28 h 36"/>
                    <a:gd name="T32" fmla="*/ 7 w 30"/>
                    <a:gd name="T33" fmla="*/ 24 h 36"/>
                    <a:gd name="T34" fmla="*/ 0 w 30"/>
                    <a:gd name="T35" fmla="*/ 24 h 36"/>
                    <a:gd name="T36" fmla="*/ 1 w 30"/>
                    <a:gd name="T37" fmla="*/ 30 h 36"/>
                    <a:gd name="T38" fmla="*/ 6 w 30"/>
                    <a:gd name="T39" fmla="*/ 35 h 36"/>
                    <a:gd name="T40" fmla="*/ 14 w 30"/>
                    <a:gd name="T41" fmla="*/ 36 h 36"/>
                    <a:gd name="T42" fmla="*/ 24 w 30"/>
                    <a:gd name="T43" fmla="*/ 33 h 36"/>
                    <a:gd name="T44" fmla="*/ 28 w 30"/>
                    <a:gd name="T45" fmla="*/ 25 h 36"/>
                    <a:gd name="T46" fmla="*/ 26 w 30"/>
                    <a:gd name="T47" fmla="*/ 19 h 36"/>
                    <a:gd name="T48" fmla="*/ 18 w 30"/>
                    <a:gd name="T49" fmla="*/ 14 h 36"/>
                    <a:gd name="T50" fmla="*/ 13 w 30"/>
                    <a:gd name="T51" fmla="*/ 12 h 36"/>
                    <a:gd name="T52" fmla="*/ 11 w 30"/>
                    <a:gd name="T53" fmla="*/ 9 h 36"/>
                    <a:gd name="T54" fmla="*/ 13 w 30"/>
                    <a:gd name="T55" fmla="*/ 6 h 36"/>
                    <a:gd name="T56" fmla="*/ 17 w 30"/>
                    <a:gd name="T57" fmla="*/ 5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0" h="36">
                      <a:moveTo>
                        <a:pt x="17" y="5"/>
                      </a:moveTo>
                      <a:cubicBezTo>
                        <a:pt x="19" y="5"/>
                        <a:pt x="21" y="6"/>
                        <a:pt x="22" y="7"/>
                      </a:cubicBezTo>
                      <a:cubicBezTo>
                        <a:pt x="23" y="8"/>
                        <a:pt x="23" y="9"/>
                        <a:pt x="23" y="11"/>
                      </a:cubicBezTo>
                      <a:cubicBezTo>
                        <a:pt x="30" y="10"/>
                        <a:pt x="30" y="10"/>
                        <a:pt x="30" y="10"/>
                      </a:cubicBezTo>
                      <a:cubicBezTo>
                        <a:pt x="30" y="7"/>
                        <a:pt x="29" y="4"/>
                        <a:pt x="27" y="3"/>
                      </a:cubicBezTo>
                      <a:cubicBezTo>
                        <a:pt x="24" y="1"/>
                        <a:pt x="21" y="0"/>
                        <a:pt x="17" y="0"/>
                      </a:cubicBezTo>
                      <a:cubicBezTo>
                        <a:pt x="13" y="0"/>
                        <a:pt x="10" y="1"/>
                        <a:pt x="8" y="3"/>
                      </a:cubicBezTo>
                      <a:cubicBezTo>
                        <a:pt x="5" y="5"/>
                        <a:pt x="4" y="7"/>
                        <a:pt x="4" y="10"/>
                      </a:cubicBezTo>
                      <a:cubicBezTo>
                        <a:pt x="4" y="12"/>
                        <a:pt x="5" y="13"/>
                        <a:pt x="6" y="14"/>
                      </a:cubicBezTo>
                      <a:cubicBezTo>
                        <a:pt x="6" y="16"/>
                        <a:pt x="7" y="17"/>
                        <a:pt x="8" y="18"/>
                      </a:cubicBezTo>
                      <a:cubicBezTo>
                        <a:pt x="10" y="18"/>
                        <a:pt x="12" y="19"/>
                        <a:pt x="15" y="21"/>
                      </a:cubicBezTo>
                      <a:cubicBezTo>
                        <a:pt x="17" y="22"/>
                        <a:pt x="19" y="23"/>
                        <a:pt x="20" y="23"/>
                      </a:cubicBezTo>
                      <a:cubicBezTo>
                        <a:pt x="20" y="24"/>
                        <a:pt x="21" y="25"/>
                        <a:pt x="21" y="26"/>
                      </a:cubicBezTo>
                      <a:cubicBezTo>
                        <a:pt x="21" y="27"/>
                        <a:pt x="20" y="28"/>
                        <a:pt x="19" y="29"/>
                      </a:cubicBezTo>
                      <a:cubicBezTo>
                        <a:pt x="18" y="30"/>
                        <a:pt x="16" y="30"/>
                        <a:pt x="14" y="30"/>
                      </a:cubicBezTo>
                      <a:cubicBezTo>
                        <a:pt x="11" y="30"/>
                        <a:pt x="9" y="30"/>
                        <a:pt x="8" y="28"/>
                      </a:cubicBezTo>
                      <a:cubicBezTo>
                        <a:pt x="8" y="28"/>
                        <a:pt x="7" y="26"/>
                        <a:pt x="7" y="24"/>
                      </a:cubicBezTo>
                      <a:cubicBezTo>
                        <a:pt x="0" y="24"/>
                        <a:pt x="0" y="24"/>
                        <a:pt x="0" y="24"/>
                      </a:cubicBezTo>
                      <a:cubicBezTo>
                        <a:pt x="0" y="27"/>
                        <a:pt x="0" y="29"/>
                        <a:pt x="1" y="30"/>
                      </a:cubicBezTo>
                      <a:cubicBezTo>
                        <a:pt x="2" y="32"/>
                        <a:pt x="4" y="34"/>
                        <a:pt x="6" y="35"/>
                      </a:cubicBezTo>
                      <a:cubicBezTo>
                        <a:pt x="8" y="36"/>
                        <a:pt x="11" y="36"/>
                        <a:pt x="14" y="36"/>
                      </a:cubicBezTo>
                      <a:cubicBezTo>
                        <a:pt x="18" y="36"/>
                        <a:pt x="22" y="35"/>
                        <a:pt x="24" y="33"/>
                      </a:cubicBezTo>
                      <a:cubicBezTo>
                        <a:pt x="27" y="31"/>
                        <a:pt x="28" y="28"/>
                        <a:pt x="28" y="25"/>
                      </a:cubicBezTo>
                      <a:cubicBezTo>
                        <a:pt x="28" y="22"/>
                        <a:pt x="27" y="20"/>
                        <a:pt x="26" y="19"/>
                      </a:cubicBezTo>
                      <a:cubicBezTo>
                        <a:pt x="25" y="18"/>
                        <a:pt x="22" y="16"/>
                        <a:pt x="18" y="14"/>
                      </a:cubicBezTo>
                      <a:cubicBezTo>
                        <a:pt x="15" y="13"/>
                        <a:pt x="13" y="12"/>
                        <a:pt x="13" y="12"/>
                      </a:cubicBezTo>
                      <a:cubicBezTo>
                        <a:pt x="12" y="11"/>
                        <a:pt x="11" y="10"/>
                        <a:pt x="11" y="9"/>
                      </a:cubicBezTo>
                      <a:cubicBezTo>
                        <a:pt x="11" y="8"/>
                        <a:pt x="12" y="7"/>
                        <a:pt x="13" y="6"/>
                      </a:cubicBezTo>
                      <a:cubicBezTo>
                        <a:pt x="14" y="6"/>
                        <a:pt x="15" y="5"/>
                        <a:pt x="17" y="5"/>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38" name="îṩľîďe"/>
                <p:cNvSpPr/>
                <p:nvPr/>
              </p:nvSpPr>
              <p:spPr bwMode="auto">
                <a:xfrm>
                  <a:off x="8374063" y="3521075"/>
                  <a:ext cx="46038" cy="119063"/>
                </a:xfrm>
                <a:custGeom>
                  <a:avLst/>
                  <a:gdLst>
                    <a:gd name="T0" fmla="*/ 0 w 29"/>
                    <a:gd name="T1" fmla="*/ 75 h 75"/>
                    <a:gd name="T2" fmla="*/ 14 w 29"/>
                    <a:gd name="T3" fmla="*/ 75 h 75"/>
                    <a:gd name="T4" fmla="*/ 29 w 29"/>
                    <a:gd name="T5" fmla="*/ 0 h 75"/>
                    <a:gd name="T6" fmla="*/ 14 w 29"/>
                    <a:gd name="T7" fmla="*/ 0 h 75"/>
                    <a:gd name="T8" fmla="*/ 0 w 29"/>
                    <a:gd name="T9" fmla="*/ 75 h 75"/>
                  </a:gdLst>
                  <a:ahLst/>
                  <a:cxnLst>
                    <a:cxn ang="0">
                      <a:pos x="T0" y="T1"/>
                    </a:cxn>
                    <a:cxn ang="0">
                      <a:pos x="T2" y="T3"/>
                    </a:cxn>
                    <a:cxn ang="0">
                      <a:pos x="T4" y="T5"/>
                    </a:cxn>
                    <a:cxn ang="0">
                      <a:pos x="T6" y="T7"/>
                    </a:cxn>
                    <a:cxn ang="0">
                      <a:pos x="T8" y="T9"/>
                    </a:cxn>
                  </a:cxnLst>
                  <a:rect l="0" t="0" r="r" b="b"/>
                  <a:pathLst>
                    <a:path w="29" h="75">
                      <a:moveTo>
                        <a:pt x="0" y="75"/>
                      </a:moveTo>
                      <a:lnTo>
                        <a:pt x="14" y="75"/>
                      </a:lnTo>
                      <a:lnTo>
                        <a:pt x="29" y="0"/>
                      </a:lnTo>
                      <a:lnTo>
                        <a:pt x="14" y="0"/>
                      </a:lnTo>
                      <a:lnTo>
                        <a:pt x="0" y="75"/>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39" name="iS1idè"/>
                <p:cNvSpPr/>
                <p:nvPr/>
              </p:nvSpPr>
              <p:spPr bwMode="auto">
                <a:xfrm>
                  <a:off x="8432801" y="3521075"/>
                  <a:ext cx="95250" cy="119063"/>
                </a:xfrm>
                <a:custGeom>
                  <a:avLst/>
                  <a:gdLst>
                    <a:gd name="T0" fmla="*/ 0 w 60"/>
                    <a:gd name="T1" fmla="*/ 12 h 75"/>
                    <a:gd name="T2" fmla="*/ 21 w 60"/>
                    <a:gd name="T3" fmla="*/ 12 h 75"/>
                    <a:gd name="T4" fmla="*/ 8 w 60"/>
                    <a:gd name="T5" fmla="*/ 75 h 75"/>
                    <a:gd name="T6" fmla="*/ 23 w 60"/>
                    <a:gd name="T7" fmla="*/ 75 h 75"/>
                    <a:gd name="T8" fmla="*/ 35 w 60"/>
                    <a:gd name="T9" fmla="*/ 12 h 75"/>
                    <a:gd name="T10" fmla="*/ 58 w 60"/>
                    <a:gd name="T11" fmla="*/ 12 h 75"/>
                    <a:gd name="T12" fmla="*/ 60 w 60"/>
                    <a:gd name="T13" fmla="*/ 0 h 75"/>
                    <a:gd name="T14" fmla="*/ 2 w 60"/>
                    <a:gd name="T15" fmla="*/ 0 h 75"/>
                    <a:gd name="T16" fmla="*/ 0 w 60"/>
                    <a:gd name="T17" fmla="*/ 12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0" h="75">
                      <a:moveTo>
                        <a:pt x="0" y="12"/>
                      </a:moveTo>
                      <a:lnTo>
                        <a:pt x="21" y="12"/>
                      </a:lnTo>
                      <a:lnTo>
                        <a:pt x="8" y="75"/>
                      </a:lnTo>
                      <a:lnTo>
                        <a:pt x="23" y="75"/>
                      </a:lnTo>
                      <a:lnTo>
                        <a:pt x="35" y="12"/>
                      </a:lnTo>
                      <a:lnTo>
                        <a:pt x="58" y="12"/>
                      </a:lnTo>
                      <a:lnTo>
                        <a:pt x="60" y="0"/>
                      </a:lnTo>
                      <a:lnTo>
                        <a:pt x="2" y="0"/>
                      </a:lnTo>
                      <a:lnTo>
                        <a:pt x="0" y="12"/>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40" name="iṣḷîḋe"/>
                <p:cNvSpPr/>
                <p:nvPr/>
              </p:nvSpPr>
              <p:spPr bwMode="auto">
                <a:xfrm>
                  <a:off x="8531226" y="3521075"/>
                  <a:ext cx="109538" cy="119063"/>
                </a:xfrm>
                <a:custGeom>
                  <a:avLst/>
                  <a:gdLst>
                    <a:gd name="T0" fmla="*/ 25 w 33"/>
                    <a:gd name="T1" fmla="*/ 0 h 36"/>
                    <a:gd name="T2" fmla="*/ 19 w 33"/>
                    <a:gd name="T3" fmla="*/ 7 h 36"/>
                    <a:gd name="T4" fmla="*/ 16 w 33"/>
                    <a:gd name="T5" fmla="*/ 12 h 36"/>
                    <a:gd name="T6" fmla="*/ 14 w 33"/>
                    <a:gd name="T7" fmla="*/ 15 h 36"/>
                    <a:gd name="T8" fmla="*/ 12 w 33"/>
                    <a:gd name="T9" fmla="*/ 10 h 36"/>
                    <a:gd name="T10" fmla="*/ 8 w 33"/>
                    <a:gd name="T11" fmla="*/ 0 h 36"/>
                    <a:gd name="T12" fmla="*/ 0 w 33"/>
                    <a:gd name="T13" fmla="*/ 0 h 36"/>
                    <a:gd name="T14" fmla="*/ 10 w 33"/>
                    <a:gd name="T15" fmla="*/ 22 h 36"/>
                    <a:gd name="T16" fmla="*/ 7 w 33"/>
                    <a:gd name="T17" fmla="*/ 36 h 36"/>
                    <a:gd name="T18" fmla="*/ 14 w 33"/>
                    <a:gd name="T19" fmla="*/ 36 h 36"/>
                    <a:gd name="T20" fmla="*/ 17 w 33"/>
                    <a:gd name="T21" fmla="*/ 23 h 36"/>
                    <a:gd name="T22" fmla="*/ 33 w 33"/>
                    <a:gd name="T23" fmla="*/ 0 h 36"/>
                    <a:gd name="T24" fmla="*/ 25 w 33"/>
                    <a:gd name="T25" fmla="*/ 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3" h="36">
                      <a:moveTo>
                        <a:pt x="25" y="0"/>
                      </a:moveTo>
                      <a:cubicBezTo>
                        <a:pt x="19" y="7"/>
                        <a:pt x="19" y="7"/>
                        <a:pt x="19" y="7"/>
                      </a:cubicBezTo>
                      <a:cubicBezTo>
                        <a:pt x="16" y="12"/>
                        <a:pt x="16" y="12"/>
                        <a:pt x="16" y="12"/>
                      </a:cubicBezTo>
                      <a:cubicBezTo>
                        <a:pt x="15" y="13"/>
                        <a:pt x="15" y="14"/>
                        <a:pt x="14" y="15"/>
                      </a:cubicBezTo>
                      <a:cubicBezTo>
                        <a:pt x="14" y="14"/>
                        <a:pt x="13" y="13"/>
                        <a:pt x="12" y="10"/>
                      </a:cubicBezTo>
                      <a:cubicBezTo>
                        <a:pt x="8" y="0"/>
                        <a:pt x="8" y="0"/>
                        <a:pt x="8" y="0"/>
                      </a:cubicBezTo>
                      <a:cubicBezTo>
                        <a:pt x="0" y="0"/>
                        <a:pt x="0" y="0"/>
                        <a:pt x="0" y="0"/>
                      </a:cubicBezTo>
                      <a:cubicBezTo>
                        <a:pt x="10" y="22"/>
                        <a:pt x="10" y="22"/>
                        <a:pt x="10" y="22"/>
                      </a:cubicBezTo>
                      <a:cubicBezTo>
                        <a:pt x="7" y="36"/>
                        <a:pt x="7" y="36"/>
                        <a:pt x="7" y="36"/>
                      </a:cubicBezTo>
                      <a:cubicBezTo>
                        <a:pt x="14" y="36"/>
                        <a:pt x="14" y="36"/>
                        <a:pt x="14" y="36"/>
                      </a:cubicBezTo>
                      <a:cubicBezTo>
                        <a:pt x="17" y="23"/>
                        <a:pt x="17" y="23"/>
                        <a:pt x="17" y="23"/>
                      </a:cubicBezTo>
                      <a:cubicBezTo>
                        <a:pt x="33" y="0"/>
                        <a:pt x="33" y="0"/>
                        <a:pt x="33" y="0"/>
                      </a:cubicBezTo>
                      <a:lnTo>
                        <a:pt x="25"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grpSp>
      <p:sp>
        <p:nvSpPr>
          <p:cNvPr id="116" name="图片占位符 115"/>
          <p:cNvSpPr>
            <a:spLocks noGrp="1"/>
          </p:cNvSpPr>
          <p:nvPr>
            <p:ph type="pic" sz="quarter" idx="15"/>
          </p:nvPr>
        </p:nvSpPr>
        <p:spPr>
          <a:xfrm>
            <a:off x="7916864" y="0"/>
            <a:ext cx="4097163" cy="6858000"/>
          </a:xfrm>
          <a:custGeom>
            <a:avLst/>
            <a:gdLst>
              <a:gd name="connsiteX0" fmla="*/ 533952 w 4167120"/>
              <a:gd name="connsiteY0" fmla="*/ 0 h 6858000"/>
              <a:gd name="connsiteX1" fmla="*/ 4167120 w 4167120"/>
              <a:gd name="connsiteY1" fmla="*/ 0 h 6858000"/>
              <a:gd name="connsiteX2" fmla="*/ 4167120 w 4167120"/>
              <a:gd name="connsiteY2" fmla="*/ 6858000 h 6858000"/>
              <a:gd name="connsiteX3" fmla="*/ 427599 w 4167120"/>
              <a:gd name="connsiteY3" fmla="*/ 6858000 h 6858000"/>
              <a:gd name="connsiteX4" fmla="*/ 322189 w 4167120"/>
              <a:gd name="connsiteY4" fmla="*/ 6466939 h 6858000"/>
              <a:gd name="connsiteX5" fmla="*/ 0 w 4167120"/>
              <a:gd name="connsiteY5" fmla="*/ 3599121 h 6858000"/>
              <a:gd name="connsiteX6" fmla="*/ 455902 w 4167120"/>
              <a:gd name="connsiteY6" fmla="*/ 23524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120" h="6858000">
                <a:moveTo>
                  <a:pt x="533952" y="0"/>
                </a:moveTo>
                <a:lnTo>
                  <a:pt x="4167120" y="0"/>
                </a:lnTo>
                <a:lnTo>
                  <a:pt x="4167120" y="6858000"/>
                </a:lnTo>
                <a:lnTo>
                  <a:pt x="427599" y="6858000"/>
                </a:lnTo>
                <a:lnTo>
                  <a:pt x="322189" y="6466939"/>
                </a:lnTo>
                <a:cubicBezTo>
                  <a:pt x="116715" y="5614442"/>
                  <a:pt x="0" y="4637502"/>
                  <a:pt x="0" y="3599121"/>
                </a:cubicBezTo>
                <a:cubicBezTo>
                  <a:pt x="0" y="2353065"/>
                  <a:pt x="168069" y="1195481"/>
                  <a:pt x="455902" y="235243"/>
                </a:cubicBezTo>
                <a:close/>
              </a:path>
            </a:pathLst>
          </a:custGeom>
        </p:spPr>
        <p:txBody>
          <a:bodyPr wrap="square">
            <a:noAutofit/>
          </a:bodyPr>
          <a:lstStyle/>
          <a:p>
            <a:endParaRPr kumimoji="1" lang="zh-CN" altLang="en-US"/>
          </a:p>
        </p:txBody>
      </p:sp>
      <p:sp>
        <p:nvSpPr>
          <p:cNvPr id="230" name="任意形状 229"/>
          <p:cNvSpPr/>
          <p:nvPr userDrawn="1"/>
        </p:nvSpPr>
        <p:spPr>
          <a:xfrm>
            <a:off x="7812540" y="-86497"/>
            <a:ext cx="4270127" cy="7027086"/>
          </a:xfrm>
          <a:custGeom>
            <a:avLst/>
            <a:gdLst>
              <a:gd name="connsiteX0" fmla="*/ 533952 w 4167120"/>
              <a:gd name="connsiteY0" fmla="*/ 0 h 6858000"/>
              <a:gd name="connsiteX1" fmla="*/ 4167120 w 4167120"/>
              <a:gd name="connsiteY1" fmla="*/ 0 h 6858000"/>
              <a:gd name="connsiteX2" fmla="*/ 4167120 w 4167120"/>
              <a:gd name="connsiteY2" fmla="*/ 6858000 h 6858000"/>
              <a:gd name="connsiteX3" fmla="*/ 427599 w 4167120"/>
              <a:gd name="connsiteY3" fmla="*/ 6858000 h 6858000"/>
              <a:gd name="connsiteX4" fmla="*/ 322189 w 4167120"/>
              <a:gd name="connsiteY4" fmla="*/ 6466939 h 6858000"/>
              <a:gd name="connsiteX5" fmla="*/ 0 w 4167120"/>
              <a:gd name="connsiteY5" fmla="*/ 3599121 h 6858000"/>
              <a:gd name="connsiteX6" fmla="*/ 455902 w 4167120"/>
              <a:gd name="connsiteY6" fmla="*/ 23524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120" h="6858000">
                <a:moveTo>
                  <a:pt x="533952" y="0"/>
                </a:moveTo>
                <a:lnTo>
                  <a:pt x="4167120" y="0"/>
                </a:lnTo>
                <a:lnTo>
                  <a:pt x="4167120" y="6858000"/>
                </a:lnTo>
                <a:lnTo>
                  <a:pt x="427599" y="6858000"/>
                </a:lnTo>
                <a:lnTo>
                  <a:pt x="322189" y="6466939"/>
                </a:lnTo>
                <a:cubicBezTo>
                  <a:pt x="116715" y="5614442"/>
                  <a:pt x="0" y="4637502"/>
                  <a:pt x="0" y="3599121"/>
                </a:cubicBezTo>
                <a:cubicBezTo>
                  <a:pt x="0" y="2353065"/>
                  <a:pt x="168069" y="1195481"/>
                  <a:pt x="455902" y="235243"/>
                </a:cubicBezTo>
                <a:close/>
              </a:path>
            </a:pathLst>
          </a:cu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Autofit/>
          </a:bodyPr>
          <a:lstStyle/>
          <a:p>
            <a:pPr algn="l">
              <a:lnSpc>
                <a:spcPct val="130000"/>
              </a:lnSpc>
            </a:pPr>
            <a:endParaRPr kumimoji="1" lang="zh-CN" altLang="en-US" sz="2000" dirty="0">
              <a:solidFill>
                <a:schemeClr val="tx1">
                  <a:lumMod val="75000"/>
                  <a:lumOff val="25000"/>
                </a:schemeClr>
              </a:solidFill>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目录页">
    <p:spTree>
      <p:nvGrpSpPr>
        <p:cNvPr id="1" name=""/>
        <p:cNvGrpSpPr/>
        <p:nvPr/>
      </p:nvGrpSpPr>
      <p:grpSpPr>
        <a:xfrm>
          <a:off x="0" y="0"/>
          <a:ext cx="0" cy="0"/>
          <a:chOff x="0" y="0"/>
          <a:chExt cx="0" cy="0"/>
        </a:xfrm>
      </p:grpSpPr>
      <p:pic>
        <p:nvPicPr>
          <p:cNvPr id="31" name="图片 30"/>
          <p:cNvPicPr>
            <a:picLocks noChangeAspect="1"/>
          </p:cNvPicPr>
          <p:nvPr userDrawn="1"/>
        </p:nvPicPr>
        <p:blipFill>
          <a:blip r:embed="rId2">
            <a:alphaModFix amt="3000"/>
            <a:lum contrast="100000"/>
          </a:blip>
          <a:stretch>
            <a:fillRect/>
          </a:stretch>
        </p:blipFill>
        <p:spPr>
          <a:xfrm>
            <a:off x="6782813" y="-271201"/>
            <a:ext cx="7356956" cy="7400402"/>
          </a:xfrm>
          <a:prstGeom prst="rect">
            <a:avLst/>
          </a:prstGeom>
        </p:spPr>
      </p:pic>
      <p:sp>
        <p:nvSpPr>
          <p:cNvPr id="8" name="矩形 7"/>
          <p:cNvSpPr/>
          <p:nvPr userDrawn="1"/>
        </p:nvSpPr>
        <p:spPr>
          <a:xfrm>
            <a:off x="-12646" y="0"/>
            <a:ext cx="177972"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9" name="图片占位符 8"/>
          <p:cNvSpPr>
            <a:spLocks noGrp="1"/>
          </p:cNvSpPr>
          <p:nvPr>
            <p:ph type="pic" sz="quarter" idx="15"/>
          </p:nvPr>
        </p:nvSpPr>
        <p:spPr>
          <a:xfrm flipH="1">
            <a:off x="170624" y="0"/>
            <a:ext cx="4097163" cy="6858000"/>
          </a:xfrm>
          <a:custGeom>
            <a:avLst/>
            <a:gdLst>
              <a:gd name="connsiteX0" fmla="*/ 533952 w 4167120"/>
              <a:gd name="connsiteY0" fmla="*/ 0 h 6858000"/>
              <a:gd name="connsiteX1" fmla="*/ 4167120 w 4167120"/>
              <a:gd name="connsiteY1" fmla="*/ 0 h 6858000"/>
              <a:gd name="connsiteX2" fmla="*/ 4167120 w 4167120"/>
              <a:gd name="connsiteY2" fmla="*/ 6858000 h 6858000"/>
              <a:gd name="connsiteX3" fmla="*/ 427599 w 4167120"/>
              <a:gd name="connsiteY3" fmla="*/ 6858000 h 6858000"/>
              <a:gd name="connsiteX4" fmla="*/ 322189 w 4167120"/>
              <a:gd name="connsiteY4" fmla="*/ 6466939 h 6858000"/>
              <a:gd name="connsiteX5" fmla="*/ 0 w 4167120"/>
              <a:gd name="connsiteY5" fmla="*/ 3599121 h 6858000"/>
              <a:gd name="connsiteX6" fmla="*/ 455902 w 4167120"/>
              <a:gd name="connsiteY6" fmla="*/ 23524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120" h="6858000">
                <a:moveTo>
                  <a:pt x="533952" y="0"/>
                </a:moveTo>
                <a:lnTo>
                  <a:pt x="4167120" y="0"/>
                </a:lnTo>
                <a:lnTo>
                  <a:pt x="4167120" y="6858000"/>
                </a:lnTo>
                <a:lnTo>
                  <a:pt x="427599" y="6858000"/>
                </a:lnTo>
                <a:lnTo>
                  <a:pt x="322189" y="6466939"/>
                </a:lnTo>
                <a:cubicBezTo>
                  <a:pt x="116715" y="5614442"/>
                  <a:pt x="0" y="4637502"/>
                  <a:pt x="0" y="3599121"/>
                </a:cubicBezTo>
                <a:cubicBezTo>
                  <a:pt x="0" y="2353065"/>
                  <a:pt x="168069" y="1195481"/>
                  <a:pt x="455902" y="235243"/>
                </a:cubicBezTo>
                <a:close/>
              </a:path>
            </a:pathLst>
          </a:custGeom>
        </p:spPr>
        <p:txBody>
          <a:bodyPr wrap="square">
            <a:noAutofit/>
          </a:bodyPr>
          <a:lstStyle/>
          <a:p>
            <a:endParaRPr kumimoji="1" lang="zh-CN" altLang="en-US"/>
          </a:p>
        </p:txBody>
      </p:sp>
      <p:sp>
        <p:nvSpPr>
          <p:cNvPr id="10" name="任意形状 9"/>
          <p:cNvSpPr/>
          <p:nvPr userDrawn="1"/>
        </p:nvSpPr>
        <p:spPr>
          <a:xfrm flipH="1">
            <a:off x="33862" y="-98854"/>
            <a:ext cx="4332705" cy="7039443"/>
          </a:xfrm>
          <a:custGeom>
            <a:avLst/>
            <a:gdLst>
              <a:gd name="connsiteX0" fmla="*/ 533952 w 4167120"/>
              <a:gd name="connsiteY0" fmla="*/ 0 h 6858000"/>
              <a:gd name="connsiteX1" fmla="*/ 4167120 w 4167120"/>
              <a:gd name="connsiteY1" fmla="*/ 0 h 6858000"/>
              <a:gd name="connsiteX2" fmla="*/ 4167120 w 4167120"/>
              <a:gd name="connsiteY2" fmla="*/ 6858000 h 6858000"/>
              <a:gd name="connsiteX3" fmla="*/ 427599 w 4167120"/>
              <a:gd name="connsiteY3" fmla="*/ 6858000 h 6858000"/>
              <a:gd name="connsiteX4" fmla="*/ 322189 w 4167120"/>
              <a:gd name="connsiteY4" fmla="*/ 6466939 h 6858000"/>
              <a:gd name="connsiteX5" fmla="*/ 0 w 4167120"/>
              <a:gd name="connsiteY5" fmla="*/ 3599121 h 6858000"/>
              <a:gd name="connsiteX6" fmla="*/ 455902 w 4167120"/>
              <a:gd name="connsiteY6" fmla="*/ 23524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120" h="6858000">
                <a:moveTo>
                  <a:pt x="533952" y="0"/>
                </a:moveTo>
                <a:lnTo>
                  <a:pt x="4167120" y="0"/>
                </a:lnTo>
                <a:lnTo>
                  <a:pt x="4167120" y="6858000"/>
                </a:lnTo>
                <a:lnTo>
                  <a:pt x="427599" y="6858000"/>
                </a:lnTo>
                <a:lnTo>
                  <a:pt x="322189" y="6466939"/>
                </a:lnTo>
                <a:cubicBezTo>
                  <a:pt x="116715" y="5614442"/>
                  <a:pt x="0" y="4637502"/>
                  <a:pt x="0" y="3599121"/>
                </a:cubicBezTo>
                <a:cubicBezTo>
                  <a:pt x="0" y="2353065"/>
                  <a:pt x="168069" y="1195481"/>
                  <a:pt x="455902" y="235243"/>
                </a:cubicBezTo>
                <a:close/>
              </a:path>
            </a:pathLst>
          </a:cu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Autofit/>
          </a:bodyPr>
          <a:lstStyle/>
          <a:p>
            <a:pPr algn="l">
              <a:lnSpc>
                <a:spcPct val="130000"/>
              </a:lnSpc>
            </a:pPr>
            <a:endParaRPr kumimoji="1" lang="zh-CN" altLang="en-US" sz="2000" dirty="0">
              <a:solidFill>
                <a:schemeClr val="tx1">
                  <a:lumMod val="75000"/>
                  <a:lumOff val="25000"/>
                </a:schemeClr>
              </a:solidFill>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转场页">
    <p:spTree>
      <p:nvGrpSpPr>
        <p:cNvPr id="1" name=""/>
        <p:cNvGrpSpPr/>
        <p:nvPr/>
      </p:nvGrpSpPr>
      <p:grpSpPr>
        <a:xfrm>
          <a:off x="0" y="0"/>
          <a:ext cx="0" cy="0"/>
          <a:chOff x="0" y="0"/>
          <a:chExt cx="0" cy="0"/>
        </a:xfrm>
      </p:grpSpPr>
      <p:pic>
        <p:nvPicPr>
          <p:cNvPr id="5" name="图片 4"/>
          <p:cNvPicPr>
            <a:picLocks noChangeAspect="1"/>
          </p:cNvPicPr>
          <p:nvPr userDrawn="1"/>
        </p:nvPicPr>
        <p:blipFill>
          <a:blip r:embed="rId2">
            <a:alphaModFix amt="3000"/>
            <a:lum contrast="100000"/>
          </a:blip>
          <a:stretch>
            <a:fillRect/>
          </a:stretch>
        </p:blipFill>
        <p:spPr>
          <a:xfrm>
            <a:off x="8505934" y="-278834"/>
            <a:ext cx="7372131" cy="7415667"/>
          </a:xfrm>
          <a:prstGeom prst="rect">
            <a:avLst/>
          </a:prstGeom>
        </p:spPr>
      </p:pic>
      <p:pic>
        <p:nvPicPr>
          <p:cNvPr id="6" name="图片 5"/>
          <p:cNvPicPr>
            <a:picLocks noChangeAspect="1"/>
          </p:cNvPicPr>
          <p:nvPr userDrawn="1"/>
        </p:nvPicPr>
        <p:blipFill>
          <a:blip r:embed="rId2">
            <a:alphaModFix amt="3000"/>
            <a:lum contrast="100000"/>
          </a:blip>
          <a:stretch>
            <a:fillRect/>
          </a:stretch>
        </p:blipFill>
        <p:spPr>
          <a:xfrm>
            <a:off x="-3686066" y="-278834"/>
            <a:ext cx="7372131" cy="7415667"/>
          </a:xfrm>
          <a:prstGeom prst="rect">
            <a:avLst/>
          </a:prstGeom>
        </p:spPr>
      </p:pic>
      <p:grpSp>
        <p:nvGrpSpPr>
          <p:cNvPr id="7" name="íşḷïḑe"/>
          <p:cNvGrpSpPr/>
          <p:nvPr userDrawn="1"/>
        </p:nvGrpSpPr>
        <p:grpSpPr>
          <a:xfrm>
            <a:off x="10318826" y="6251198"/>
            <a:ext cx="1054401" cy="383497"/>
            <a:chOff x="4412452" y="3106738"/>
            <a:chExt cx="2312689" cy="841148"/>
          </a:xfrm>
        </p:grpSpPr>
        <p:grpSp>
          <p:nvGrpSpPr>
            <p:cNvPr id="8" name="îṥľíḑé"/>
            <p:cNvGrpSpPr/>
            <p:nvPr/>
          </p:nvGrpSpPr>
          <p:grpSpPr>
            <a:xfrm>
              <a:off x="4422776" y="3106738"/>
              <a:ext cx="2293937" cy="617538"/>
              <a:chOff x="4422776" y="3106738"/>
              <a:chExt cx="2293937" cy="617538"/>
            </a:xfrm>
          </p:grpSpPr>
          <p:sp>
            <p:nvSpPr>
              <p:cNvPr id="25" name="išḻiḑé"/>
              <p:cNvSpPr/>
              <p:nvPr/>
            </p:nvSpPr>
            <p:spPr bwMode="auto">
              <a:xfrm>
                <a:off x="4811713" y="3200400"/>
                <a:ext cx="49213" cy="100013"/>
              </a:xfrm>
              <a:custGeom>
                <a:avLst/>
                <a:gdLst>
                  <a:gd name="T0" fmla="*/ 0 w 15"/>
                  <a:gd name="T1" fmla="*/ 1 h 30"/>
                  <a:gd name="T2" fmla="*/ 1 w 15"/>
                  <a:gd name="T3" fmla="*/ 12 h 30"/>
                  <a:gd name="T4" fmla="*/ 0 w 15"/>
                  <a:gd name="T5" fmla="*/ 21 h 30"/>
                  <a:gd name="T6" fmla="*/ 2 w 15"/>
                  <a:gd name="T7" fmla="*/ 28 h 30"/>
                  <a:gd name="T8" fmla="*/ 7 w 15"/>
                  <a:gd name="T9" fmla="*/ 30 h 30"/>
                  <a:gd name="T10" fmla="*/ 12 w 15"/>
                  <a:gd name="T11" fmla="*/ 26 h 30"/>
                  <a:gd name="T12" fmla="*/ 15 w 15"/>
                  <a:gd name="T13" fmla="*/ 18 h 30"/>
                  <a:gd name="T14" fmla="*/ 3 w 15"/>
                  <a:gd name="T15" fmla="*/ 0 h 30"/>
                  <a:gd name="T16" fmla="*/ 0 w 15"/>
                  <a:gd name="T17" fmla="*/ 1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5" h="30">
                    <a:moveTo>
                      <a:pt x="0" y="1"/>
                    </a:moveTo>
                    <a:cubicBezTo>
                      <a:pt x="1" y="12"/>
                      <a:pt x="1" y="12"/>
                      <a:pt x="1" y="12"/>
                    </a:cubicBezTo>
                    <a:cubicBezTo>
                      <a:pt x="1" y="13"/>
                      <a:pt x="0" y="18"/>
                      <a:pt x="0" y="21"/>
                    </a:cubicBezTo>
                    <a:cubicBezTo>
                      <a:pt x="0" y="24"/>
                      <a:pt x="2" y="25"/>
                      <a:pt x="2" y="28"/>
                    </a:cubicBezTo>
                    <a:cubicBezTo>
                      <a:pt x="7" y="30"/>
                      <a:pt x="7" y="30"/>
                      <a:pt x="7" y="30"/>
                    </a:cubicBezTo>
                    <a:cubicBezTo>
                      <a:pt x="9" y="27"/>
                      <a:pt x="10" y="29"/>
                      <a:pt x="12" y="26"/>
                    </a:cubicBezTo>
                    <a:cubicBezTo>
                      <a:pt x="14" y="23"/>
                      <a:pt x="14" y="21"/>
                      <a:pt x="15" y="18"/>
                    </a:cubicBezTo>
                    <a:cubicBezTo>
                      <a:pt x="12" y="7"/>
                      <a:pt x="13" y="5"/>
                      <a:pt x="3" y="0"/>
                    </a:cubicBezTo>
                    <a:lnTo>
                      <a:pt x="0" y="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 name="íṥľíďè"/>
              <p:cNvSpPr/>
              <p:nvPr/>
            </p:nvSpPr>
            <p:spPr bwMode="auto">
              <a:xfrm>
                <a:off x="5221288" y="3184525"/>
                <a:ext cx="36513" cy="122238"/>
              </a:xfrm>
              <a:custGeom>
                <a:avLst/>
                <a:gdLst>
                  <a:gd name="T0" fmla="*/ 0 w 11"/>
                  <a:gd name="T1" fmla="*/ 3 h 37"/>
                  <a:gd name="T2" fmla="*/ 2 w 11"/>
                  <a:gd name="T3" fmla="*/ 14 h 37"/>
                  <a:gd name="T4" fmla="*/ 0 w 11"/>
                  <a:gd name="T5" fmla="*/ 33 h 37"/>
                  <a:gd name="T6" fmla="*/ 0 w 11"/>
                  <a:gd name="T7" fmla="*/ 36 h 37"/>
                  <a:gd name="T8" fmla="*/ 2 w 11"/>
                  <a:gd name="T9" fmla="*/ 37 h 37"/>
                  <a:gd name="T10" fmla="*/ 8 w 11"/>
                  <a:gd name="T11" fmla="*/ 27 h 37"/>
                  <a:gd name="T12" fmla="*/ 11 w 11"/>
                  <a:gd name="T13" fmla="*/ 17 h 37"/>
                  <a:gd name="T14" fmla="*/ 11 w 11"/>
                  <a:gd name="T15" fmla="*/ 15 h 37"/>
                  <a:gd name="T16" fmla="*/ 7 w 11"/>
                  <a:gd name="T17" fmla="*/ 2 h 37"/>
                  <a:gd name="T18" fmla="*/ 2 w 11"/>
                  <a:gd name="T19" fmla="*/ 0 h 37"/>
                  <a:gd name="T20" fmla="*/ 0 w 11"/>
                  <a:gd name="T21" fmla="*/ 3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1" h="37">
                    <a:moveTo>
                      <a:pt x="0" y="3"/>
                    </a:moveTo>
                    <a:cubicBezTo>
                      <a:pt x="2" y="14"/>
                      <a:pt x="2" y="14"/>
                      <a:pt x="2" y="14"/>
                    </a:cubicBezTo>
                    <a:cubicBezTo>
                      <a:pt x="2" y="19"/>
                      <a:pt x="0" y="27"/>
                      <a:pt x="0" y="33"/>
                    </a:cubicBezTo>
                    <a:cubicBezTo>
                      <a:pt x="0" y="36"/>
                      <a:pt x="0" y="36"/>
                      <a:pt x="0" y="36"/>
                    </a:cubicBezTo>
                    <a:cubicBezTo>
                      <a:pt x="2" y="36"/>
                      <a:pt x="1" y="37"/>
                      <a:pt x="2" y="37"/>
                    </a:cubicBezTo>
                    <a:cubicBezTo>
                      <a:pt x="3" y="37"/>
                      <a:pt x="7" y="28"/>
                      <a:pt x="8" y="27"/>
                    </a:cubicBezTo>
                    <a:cubicBezTo>
                      <a:pt x="9" y="24"/>
                      <a:pt x="11" y="21"/>
                      <a:pt x="11" y="17"/>
                    </a:cubicBezTo>
                    <a:cubicBezTo>
                      <a:pt x="11" y="15"/>
                      <a:pt x="11" y="15"/>
                      <a:pt x="11" y="15"/>
                    </a:cubicBezTo>
                    <a:cubicBezTo>
                      <a:pt x="11" y="7"/>
                      <a:pt x="8" y="7"/>
                      <a:pt x="7" y="2"/>
                    </a:cubicBezTo>
                    <a:cubicBezTo>
                      <a:pt x="2" y="0"/>
                      <a:pt x="2" y="0"/>
                      <a:pt x="2" y="0"/>
                    </a:cubicBezTo>
                    <a:cubicBezTo>
                      <a:pt x="2" y="1"/>
                      <a:pt x="0" y="1"/>
                      <a:pt x="0" y="3"/>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 name="íś1iḑe"/>
              <p:cNvSpPr/>
              <p:nvPr/>
            </p:nvSpPr>
            <p:spPr bwMode="auto">
              <a:xfrm>
                <a:off x="4554538" y="3251200"/>
                <a:ext cx="119063" cy="58738"/>
              </a:xfrm>
              <a:custGeom>
                <a:avLst/>
                <a:gdLst>
                  <a:gd name="T0" fmla="*/ 0 w 36"/>
                  <a:gd name="T1" fmla="*/ 15 h 18"/>
                  <a:gd name="T2" fmla="*/ 2 w 36"/>
                  <a:gd name="T3" fmla="*/ 16 h 18"/>
                  <a:gd name="T4" fmla="*/ 13 w 36"/>
                  <a:gd name="T5" fmla="*/ 18 h 18"/>
                  <a:gd name="T6" fmla="*/ 16 w 36"/>
                  <a:gd name="T7" fmla="*/ 18 h 18"/>
                  <a:gd name="T8" fmla="*/ 22 w 36"/>
                  <a:gd name="T9" fmla="*/ 17 h 18"/>
                  <a:gd name="T10" fmla="*/ 23 w 36"/>
                  <a:gd name="T11" fmla="*/ 17 h 18"/>
                  <a:gd name="T12" fmla="*/ 30 w 36"/>
                  <a:gd name="T13" fmla="*/ 13 h 18"/>
                  <a:gd name="T14" fmla="*/ 36 w 36"/>
                  <a:gd name="T15" fmla="*/ 8 h 18"/>
                  <a:gd name="T16" fmla="*/ 36 w 36"/>
                  <a:gd name="T17" fmla="*/ 7 h 18"/>
                  <a:gd name="T18" fmla="*/ 36 w 36"/>
                  <a:gd name="T19" fmla="*/ 4 h 18"/>
                  <a:gd name="T20" fmla="*/ 32 w 36"/>
                  <a:gd name="T21" fmla="*/ 0 h 18"/>
                  <a:gd name="T22" fmla="*/ 24 w 36"/>
                  <a:gd name="T23" fmla="*/ 3 h 18"/>
                  <a:gd name="T24" fmla="*/ 16 w 36"/>
                  <a:gd name="T25" fmla="*/ 7 h 18"/>
                  <a:gd name="T26" fmla="*/ 0 w 36"/>
                  <a:gd name="T27" fmla="*/ 15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6" h="18">
                    <a:moveTo>
                      <a:pt x="0" y="15"/>
                    </a:moveTo>
                    <a:cubicBezTo>
                      <a:pt x="1" y="16"/>
                      <a:pt x="1" y="16"/>
                      <a:pt x="2" y="16"/>
                    </a:cubicBezTo>
                    <a:cubicBezTo>
                      <a:pt x="6" y="16"/>
                      <a:pt x="9" y="18"/>
                      <a:pt x="13" y="18"/>
                    </a:cubicBezTo>
                    <a:cubicBezTo>
                      <a:pt x="16" y="18"/>
                      <a:pt x="16" y="18"/>
                      <a:pt x="16" y="18"/>
                    </a:cubicBezTo>
                    <a:cubicBezTo>
                      <a:pt x="22" y="17"/>
                      <a:pt x="22" y="17"/>
                      <a:pt x="22" y="17"/>
                    </a:cubicBezTo>
                    <a:cubicBezTo>
                      <a:pt x="23" y="17"/>
                      <a:pt x="23" y="17"/>
                      <a:pt x="23" y="17"/>
                    </a:cubicBezTo>
                    <a:cubicBezTo>
                      <a:pt x="26" y="16"/>
                      <a:pt x="28" y="14"/>
                      <a:pt x="30" y="13"/>
                    </a:cubicBezTo>
                    <a:cubicBezTo>
                      <a:pt x="34" y="11"/>
                      <a:pt x="33" y="10"/>
                      <a:pt x="36" y="8"/>
                    </a:cubicBezTo>
                    <a:cubicBezTo>
                      <a:pt x="36" y="7"/>
                      <a:pt x="36" y="7"/>
                      <a:pt x="36" y="7"/>
                    </a:cubicBezTo>
                    <a:cubicBezTo>
                      <a:pt x="36" y="4"/>
                      <a:pt x="36" y="4"/>
                      <a:pt x="36" y="4"/>
                    </a:cubicBezTo>
                    <a:cubicBezTo>
                      <a:pt x="36" y="1"/>
                      <a:pt x="33" y="2"/>
                      <a:pt x="32" y="0"/>
                    </a:cubicBezTo>
                    <a:cubicBezTo>
                      <a:pt x="29" y="1"/>
                      <a:pt x="27" y="1"/>
                      <a:pt x="24" y="3"/>
                    </a:cubicBezTo>
                    <a:cubicBezTo>
                      <a:pt x="21" y="4"/>
                      <a:pt x="19" y="6"/>
                      <a:pt x="16" y="7"/>
                    </a:cubicBezTo>
                    <a:cubicBezTo>
                      <a:pt x="11" y="11"/>
                      <a:pt x="4" y="10"/>
                      <a:pt x="0" y="1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8" name="iṩ1iḋè"/>
              <p:cNvSpPr/>
              <p:nvPr/>
            </p:nvSpPr>
            <p:spPr bwMode="auto">
              <a:xfrm>
                <a:off x="6359526" y="3263900"/>
                <a:ext cx="93663" cy="139700"/>
              </a:xfrm>
              <a:custGeom>
                <a:avLst/>
                <a:gdLst>
                  <a:gd name="T0" fmla="*/ 15 w 28"/>
                  <a:gd name="T1" fmla="*/ 1 h 42"/>
                  <a:gd name="T2" fmla="*/ 6 w 28"/>
                  <a:gd name="T3" fmla="*/ 11 h 42"/>
                  <a:gd name="T4" fmla="*/ 6 w 28"/>
                  <a:gd name="T5" fmla="*/ 13 h 42"/>
                  <a:gd name="T6" fmla="*/ 5 w 28"/>
                  <a:gd name="T7" fmla="*/ 16 h 42"/>
                  <a:gd name="T8" fmla="*/ 6 w 28"/>
                  <a:gd name="T9" fmla="*/ 20 h 42"/>
                  <a:gd name="T10" fmla="*/ 6 w 28"/>
                  <a:gd name="T11" fmla="*/ 21 h 42"/>
                  <a:gd name="T12" fmla="*/ 0 w 28"/>
                  <a:gd name="T13" fmla="*/ 38 h 42"/>
                  <a:gd name="T14" fmla="*/ 0 w 28"/>
                  <a:gd name="T15" fmla="*/ 41 h 42"/>
                  <a:gd name="T16" fmla="*/ 3 w 28"/>
                  <a:gd name="T17" fmla="*/ 42 h 42"/>
                  <a:gd name="T18" fmla="*/ 9 w 28"/>
                  <a:gd name="T19" fmla="*/ 32 h 42"/>
                  <a:gd name="T20" fmla="*/ 12 w 28"/>
                  <a:gd name="T21" fmla="*/ 26 h 42"/>
                  <a:gd name="T22" fmla="*/ 14 w 28"/>
                  <a:gd name="T23" fmla="*/ 26 h 42"/>
                  <a:gd name="T24" fmla="*/ 20 w 28"/>
                  <a:gd name="T25" fmla="*/ 26 h 42"/>
                  <a:gd name="T26" fmla="*/ 28 w 28"/>
                  <a:gd name="T27" fmla="*/ 14 h 42"/>
                  <a:gd name="T28" fmla="*/ 28 w 28"/>
                  <a:gd name="T29" fmla="*/ 6 h 42"/>
                  <a:gd name="T30" fmla="*/ 28 w 28"/>
                  <a:gd name="T31" fmla="*/ 5 h 42"/>
                  <a:gd name="T32" fmla="*/ 27 w 28"/>
                  <a:gd name="T33" fmla="*/ 3 h 42"/>
                  <a:gd name="T34" fmla="*/ 26 w 28"/>
                  <a:gd name="T35" fmla="*/ 3 h 42"/>
                  <a:gd name="T36" fmla="*/ 24 w 28"/>
                  <a:gd name="T37" fmla="*/ 3 h 42"/>
                  <a:gd name="T38" fmla="*/ 23 w 28"/>
                  <a:gd name="T39" fmla="*/ 3 h 42"/>
                  <a:gd name="T40" fmla="*/ 20 w 28"/>
                  <a:gd name="T41" fmla="*/ 0 h 42"/>
                  <a:gd name="T42" fmla="*/ 15 w 28"/>
                  <a:gd name="T43" fmla="*/ 1 h 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 h="42">
                    <a:moveTo>
                      <a:pt x="15" y="1"/>
                    </a:moveTo>
                    <a:cubicBezTo>
                      <a:pt x="15" y="10"/>
                      <a:pt x="8" y="6"/>
                      <a:pt x="6" y="11"/>
                    </a:cubicBezTo>
                    <a:cubicBezTo>
                      <a:pt x="6" y="13"/>
                      <a:pt x="6" y="13"/>
                      <a:pt x="6" y="13"/>
                    </a:cubicBezTo>
                    <a:cubicBezTo>
                      <a:pt x="6" y="14"/>
                      <a:pt x="5" y="14"/>
                      <a:pt x="5" y="16"/>
                    </a:cubicBezTo>
                    <a:cubicBezTo>
                      <a:pt x="6" y="20"/>
                      <a:pt x="6" y="20"/>
                      <a:pt x="6" y="20"/>
                    </a:cubicBezTo>
                    <a:cubicBezTo>
                      <a:pt x="6" y="21"/>
                      <a:pt x="6" y="21"/>
                      <a:pt x="6" y="21"/>
                    </a:cubicBezTo>
                    <a:cubicBezTo>
                      <a:pt x="6" y="29"/>
                      <a:pt x="0" y="31"/>
                      <a:pt x="0" y="38"/>
                    </a:cubicBezTo>
                    <a:cubicBezTo>
                      <a:pt x="0" y="41"/>
                      <a:pt x="0" y="41"/>
                      <a:pt x="0" y="41"/>
                    </a:cubicBezTo>
                    <a:cubicBezTo>
                      <a:pt x="2" y="42"/>
                      <a:pt x="2" y="42"/>
                      <a:pt x="3" y="42"/>
                    </a:cubicBezTo>
                    <a:cubicBezTo>
                      <a:pt x="7" y="42"/>
                      <a:pt x="9" y="36"/>
                      <a:pt x="9" y="32"/>
                    </a:cubicBezTo>
                    <a:cubicBezTo>
                      <a:pt x="9" y="29"/>
                      <a:pt x="10" y="26"/>
                      <a:pt x="12" y="26"/>
                    </a:cubicBezTo>
                    <a:cubicBezTo>
                      <a:pt x="14" y="26"/>
                      <a:pt x="14" y="26"/>
                      <a:pt x="14" y="26"/>
                    </a:cubicBezTo>
                    <a:cubicBezTo>
                      <a:pt x="20" y="26"/>
                      <a:pt x="20" y="26"/>
                      <a:pt x="20" y="26"/>
                    </a:cubicBezTo>
                    <a:cubicBezTo>
                      <a:pt x="24" y="24"/>
                      <a:pt x="28" y="21"/>
                      <a:pt x="28" y="14"/>
                    </a:cubicBezTo>
                    <a:cubicBezTo>
                      <a:pt x="28" y="6"/>
                      <a:pt x="28" y="6"/>
                      <a:pt x="28" y="6"/>
                    </a:cubicBezTo>
                    <a:cubicBezTo>
                      <a:pt x="28" y="5"/>
                      <a:pt x="28" y="5"/>
                      <a:pt x="28" y="5"/>
                    </a:cubicBezTo>
                    <a:cubicBezTo>
                      <a:pt x="27" y="3"/>
                      <a:pt x="27" y="3"/>
                      <a:pt x="27" y="3"/>
                    </a:cubicBezTo>
                    <a:cubicBezTo>
                      <a:pt x="26" y="3"/>
                      <a:pt x="26" y="3"/>
                      <a:pt x="26" y="3"/>
                    </a:cubicBezTo>
                    <a:cubicBezTo>
                      <a:pt x="24" y="3"/>
                      <a:pt x="24" y="3"/>
                      <a:pt x="24" y="3"/>
                    </a:cubicBezTo>
                    <a:cubicBezTo>
                      <a:pt x="23" y="3"/>
                      <a:pt x="23" y="3"/>
                      <a:pt x="23" y="3"/>
                    </a:cubicBezTo>
                    <a:cubicBezTo>
                      <a:pt x="20" y="0"/>
                      <a:pt x="20" y="0"/>
                      <a:pt x="20" y="0"/>
                    </a:cubicBezTo>
                    <a:lnTo>
                      <a:pt x="15" y="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9" name="íṩlïḓè"/>
              <p:cNvSpPr/>
              <p:nvPr/>
            </p:nvSpPr>
            <p:spPr bwMode="auto">
              <a:xfrm>
                <a:off x="5826126" y="3273425"/>
                <a:ext cx="223838" cy="293688"/>
              </a:xfrm>
              <a:custGeom>
                <a:avLst/>
                <a:gdLst>
                  <a:gd name="T0" fmla="*/ 38 w 68"/>
                  <a:gd name="T1" fmla="*/ 16 h 88"/>
                  <a:gd name="T2" fmla="*/ 40 w 68"/>
                  <a:gd name="T3" fmla="*/ 5 h 88"/>
                  <a:gd name="T4" fmla="*/ 36 w 68"/>
                  <a:gd name="T5" fmla="*/ 1 h 88"/>
                  <a:gd name="T6" fmla="*/ 36 w 68"/>
                  <a:gd name="T7" fmla="*/ 1 h 88"/>
                  <a:gd name="T8" fmla="*/ 33 w 68"/>
                  <a:gd name="T9" fmla="*/ 0 h 88"/>
                  <a:gd name="T10" fmla="*/ 24 w 68"/>
                  <a:gd name="T11" fmla="*/ 7 h 88"/>
                  <a:gd name="T12" fmla="*/ 24 w 68"/>
                  <a:gd name="T13" fmla="*/ 8 h 88"/>
                  <a:gd name="T14" fmla="*/ 26 w 68"/>
                  <a:gd name="T15" fmla="*/ 18 h 88"/>
                  <a:gd name="T16" fmla="*/ 27 w 68"/>
                  <a:gd name="T17" fmla="*/ 28 h 88"/>
                  <a:gd name="T18" fmla="*/ 27 w 68"/>
                  <a:gd name="T19" fmla="*/ 39 h 88"/>
                  <a:gd name="T20" fmla="*/ 16 w 68"/>
                  <a:gd name="T21" fmla="*/ 48 h 88"/>
                  <a:gd name="T22" fmla="*/ 7 w 68"/>
                  <a:gd name="T23" fmla="*/ 49 h 88"/>
                  <a:gd name="T24" fmla="*/ 5 w 68"/>
                  <a:gd name="T25" fmla="*/ 49 h 88"/>
                  <a:gd name="T26" fmla="*/ 4 w 68"/>
                  <a:gd name="T27" fmla="*/ 49 h 88"/>
                  <a:gd name="T28" fmla="*/ 0 w 68"/>
                  <a:gd name="T29" fmla="*/ 54 h 88"/>
                  <a:gd name="T30" fmla="*/ 5 w 68"/>
                  <a:gd name="T31" fmla="*/ 60 h 88"/>
                  <a:gd name="T32" fmla="*/ 11 w 68"/>
                  <a:gd name="T33" fmla="*/ 60 h 88"/>
                  <a:gd name="T34" fmla="*/ 13 w 68"/>
                  <a:gd name="T35" fmla="*/ 59 h 88"/>
                  <a:gd name="T36" fmla="*/ 20 w 68"/>
                  <a:gd name="T37" fmla="*/ 66 h 88"/>
                  <a:gd name="T38" fmla="*/ 17 w 68"/>
                  <a:gd name="T39" fmla="*/ 72 h 88"/>
                  <a:gd name="T40" fmla="*/ 13 w 68"/>
                  <a:gd name="T41" fmla="*/ 76 h 88"/>
                  <a:gd name="T42" fmla="*/ 2 w 68"/>
                  <a:gd name="T43" fmla="*/ 82 h 88"/>
                  <a:gd name="T44" fmla="*/ 2 w 68"/>
                  <a:gd name="T45" fmla="*/ 83 h 88"/>
                  <a:gd name="T46" fmla="*/ 2 w 68"/>
                  <a:gd name="T47" fmla="*/ 87 h 88"/>
                  <a:gd name="T48" fmla="*/ 4 w 68"/>
                  <a:gd name="T49" fmla="*/ 88 h 88"/>
                  <a:gd name="T50" fmla="*/ 25 w 68"/>
                  <a:gd name="T51" fmla="*/ 77 h 88"/>
                  <a:gd name="T52" fmla="*/ 31 w 68"/>
                  <a:gd name="T53" fmla="*/ 69 h 88"/>
                  <a:gd name="T54" fmla="*/ 40 w 68"/>
                  <a:gd name="T55" fmla="*/ 63 h 88"/>
                  <a:gd name="T56" fmla="*/ 52 w 68"/>
                  <a:gd name="T57" fmla="*/ 70 h 88"/>
                  <a:gd name="T58" fmla="*/ 48 w 68"/>
                  <a:gd name="T59" fmla="*/ 79 h 88"/>
                  <a:gd name="T60" fmla="*/ 59 w 68"/>
                  <a:gd name="T61" fmla="*/ 81 h 88"/>
                  <a:gd name="T62" fmla="*/ 68 w 68"/>
                  <a:gd name="T63" fmla="*/ 71 h 88"/>
                  <a:gd name="T64" fmla="*/ 59 w 68"/>
                  <a:gd name="T65" fmla="*/ 62 h 88"/>
                  <a:gd name="T66" fmla="*/ 44 w 68"/>
                  <a:gd name="T67" fmla="*/ 60 h 88"/>
                  <a:gd name="T68" fmla="*/ 42 w 68"/>
                  <a:gd name="T69" fmla="*/ 60 h 88"/>
                  <a:gd name="T70" fmla="*/ 36 w 68"/>
                  <a:gd name="T71" fmla="*/ 53 h 88"/>
                  <a:gd name="T72" fmla="*/ 48 w 68"/>
                  <a:gd name="T73" fmla="*/ 42 h 88"/>
                  <a:gd name="T74" fmla="*/ 59 w 68"/>
                  <a:gd name="T75" fmla="*/ 32 h 88"/>
                  <a:gd name="T76" fmla="*/ 59 w 68"/>
                  <a:gd name="T77" fmla="*/ 30 h 88"/>
                  <a:gd name="T78" fmla="*/ 59 w 68"/>
                  <a:gd name="T79" fmla="*/ 29 h 88"/>
                  <a:gd name="T80" fmla="*/ 54 w 68"/>
                  <a:gd name="T81" fmla="*/ 26 h 88"/>
                  <a:gd name="T82" fmla="*/ 51 w 68"/>
                  <a:gd name="T83" fmla="*/ 27 h 88"/>
                  <a:gd name="T84" fmla="*/ 50 w 68"/>
                  <a:gd name="T85" fmla="*/ 27 h 88"/>
                  <a:gd name="T86" fmla="*/ 41 w 68"/>
                  <a:gd name="T87" fmla="*/ 33 h 88"/>
                  <a:gd name="T88" fmla="*/ 38 w 68"/>
                  <a:gd name="T89" fmla="*/ 28 h 88"/>
                  <a:gd name="T90" fmla="*/ 38 w 68"/>
                  <a:gd name="T91" fmla="*/ 27 h 88"/>
                  <a:gd name="T92" fmla="*/ 38 w 68"/>
                  <a:gd name="T93" fmla="*/ 16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68" h="88">
                    <a:moveTo>
                      <a:pt x="38" y="16"/>
                    </a:moveTo>
                    <a:cubicBezTo>
                      <a:pt x="39" y="11"/>
                      <a:pt x="40" y="9"/>
                      <a:pt x="40" y="5"/>
                    </a:cubicBezTo>
                    <a:cubicBezTo>
                      <a:pt x="40" y="3"/>
                      <a:pt x="38" y="1"/>
                      <a:pt x="36" y="1"/>
                    </a:cubicBezTo>
                    <a:cubicBezTo>
                      <a:pt x="36" y="1"/>
                      <a:pt x="36" y="1"/>
                      <a:pt x="36" y="1"/>
                    </a:cubicBezTo>
                    <a:cubicBezTo>
                      <a:pt x="34" y="1"/>
                      <a:pt x="34" y="1"/>
                      <a:pt x="33" y="0"/>
                    </a:cubicBezTo>
                    <a:cubicBezTo>
                      <a:pt x="28" y="3"/>
                      <a:pt x="28" y="1"/>
                      <a:pt x="24" y="7"/>
                    </a:cubicBezTo>
                    <a:cubicBezTo>
                      <a:pt x="24" y="8"/>
                      <a:pt x="24" y="8"/>
                      <a:pt x="24" y="8"/>
                    </a:cubicBezTo>
                    <a:cubicBezTo>
                      <a:pt x="24" y="12"/>
                      <a:pt x="26" y="14"/>
                      <a:pt x="26" y="18"/>
                    </a:cubicBezTo>
                    <a:cubicBezTo>
                      <a:pt x="27" y="28"/>
                      <a:pt x="27" y="28"/>
                      <a:pt x="27" y="28"/>
                    </a:cubicBezTo>
                    <a:cubicBezTo>
                      <a:pt x="27" y="39"/>
                      <a:pt x="27" y="39"/>
                      <a:pt x="27" y="39"/>
                    </a:cubicBezTo>
                    <a:cubicBezTo>
                      <a:pt x="28" y="45"/>
                      <a:pt x="22" y="48"/>
                      <a:pt x="16" y="48"/>
                    </a:cubicBezTo>
                    <a:cubicBezTo>
                      <a:pt x="7" y="49"/>
                      <a:pt x="7" y="49"/>
                      <a:pt x="7" y="49"/>
                    </a:cubicBezTo>
                    <a:cubicBezTo>
                      <a:pt x="5" y="49"/>
                      <a:pt x="5" y="49"/>
                      <a:pt x="5" y="49"/>
                    </a:cubicBezTo>
                    <a:cubicBezTo>
                      <a:pt x="4" y="49"/>
                      <a:pt x="4" y="49"/>
                      <a:pt x="4" y="49"/>
                    </a:cubicBezTo>
                    <a:cubicBezTo>
                      <a:pt x="2" y="50"/>
                      <a:pt x="0" y="51"/>
                      <a:pt x="0" y="54"/>
                    </a:cubicBezTo>
                    <a:cubicBezTo>
                      <a:pt x="0" y="56"/>
                      <a:pt x="3" y="60"/>
                      <a:pt x="5" y="60"/>
                    </a:cubicBezTo>
                    <a:cubicBezTo>
                      <a:pt x="11" y="60"/>
                      <a:pt x="11" y="60"/>
                      <a:pt x="11" y="60"/>
                    </a:cubicBezTo>
                    <a:cubicBezTo>
                      <a:pt x="12" y="60"/>
                      <a:pt x="12" y="60"/>
                      <a:pt x="13" y="59"/>
                    </a:cubicBezTo>
                    <a:cubicBezTo>
                      <a:pt x="17" y="62"/>
                      <a:pt x="17" y="60"/>
                      <a:pt x="20" y="66"/>
                    </a:cubicBezTo>
                    <a:cubicBezTo>
                      <a:pt x="18" y="69"/>
                      <a:pt x="20" y="68"/>
                      <a:pt x="17" y="72"/>
                    </a:cubicBezTo>
                    <a:cubicBezTo>
                      <a:pt x="15" y="73"/>
                      <a:pt x="15" y="75"/>
                      <a:pt x="13" y="76"/>
                    </a:cubicBezTo>
                    <a:cubicBezTo>
                      <a:pt x="8" y="79"/>
                      <a:pt x="7" y="80"/>
                      <a:pt x="2" y="82"/>
                    </a:cubicBezTo>
                    <a:cubicBezTo>
                      <a:pt x="2" y="83"/>
                      <a:pt x="2" y="83"/>
                      <a:pt x="2" y="83"/>
                    </a:cubicBezTo>
                    <a:cubicBezTo>
                      <a:pt x="2" y="87"/>
                      <a:pt x="2" y="87"/>
                      <a:pt x="2" y="87"/>
                    </a:cubicBezTo>
                    <a:cubicBezTo>
                      <a:pt x="4" y="87"/>
                      <a:pt x="3" y="88"/>
                      <a:pt x="4" y="88"/>
                    </a:cubicBezTo>
                    <a:cubicBezTo>
                      <a:pt x="13" y="88"/>
                      <a:pt x="20" y="82"/>
                      <a:pt x="25" y="77"/>
                    </a:cubicBezTo>
                    <a:cubicBezTo>
                      <a:pt x="26" y="76"/>
                      <a:pt x="30" y="71"/>
                      <a:pt x="31" y="69"/>
                    </a:cubicBezTo>
                    <a:cubicBezTo>
                      <a:pt x="33" y="65"/>
                      <a:pt x="35" y="63"/>
                      <a:pt x="40" y="63"/>
                    </a:cubicBezTo>
                    <a:cubicBezTo>
                      <a:pt x="45" y="63"/>
                      <a:pt x="49" y="67"/>
                      <a:pt x="52" y="70"/>
                    </a:cubicBezTo>
                    <a:cubicBezTo>
                      <a:pt x="48" y="79"/>
                      <a:pt x="48" y="79"/>
                      <a:pt x="48" y="79"/>
                    </a:cubicBezTo>
                    <a:cubicBezTo>
                      <a:pt x="50" y="79"/>
                      <a:pt x="58" y="81"/>
                      <a:pt x="59" y="81"/>
                    </a:cubicBezTo>
                    <a:cubicBezTo>
                      <a:pt x="65" y="81"/>
                      <a:pt x="67" y="76"/>
                      <a:pt x="68" y="71"/>
                    </a:cubicBezTo>
                    <a:cubicBezTo>
                      <a:pt x="67" y="65"/>
                      <a:pt x="63" y="64"/>
                      <a:pt x="59" y="62"/>
                    </a:cubicBezTo>
                    <a:cubicBezTo>
                      <a:pt x="53" y="59"/>
                      <a:pt x="51" y="60"/>
                      <a:pt x="44" y="60"/>
                    </a:cubicBezTo>
                    <a:cubicBezTo>
                      <a:pt x="43" y="60"/>
                      <a:pt x="43" y="60"/>
                      <a:pt x="42" y="60"/>
                    </a:cubicBezTo>
                    <a:cubicBezTo>
                      <a:pt x="40" y="59"/>
                      <a:pt x="36" y="56"/>
                      <a:pt x="36" y="53"/>
                    </a:cubicBezTo>
                    <a:cubicBezTo>
                      <a:pt x="36" y="51"/>
                      <a:pt x="45" y="44"/>
                      <a:pt x="48" y="42"/>
                    </a:cubicBezTo>
                    <a:cubicBezTo>
                      <a:pt x="50" y="41"/>
                      <a:pt x="59" y="34"/>
                      <a:pt x="59" y="32"/>
                    </a:cubicBezTo>
                    <a:cubicBezTo>
                      <a:pt x="59" y="30"/>
                      <a:pt x="59" y="30"/>
                      <a:pt x="59" y="30"/>
                    </a:cubicBezTo>
                    <a:cubicBezTo>
                      <a:pt x="59" y="29"/>
                      <a:pt x="59" y="29"/>
                      <a:pt x="59" y="29"/>
                    </a:cubicBezTo>
                    <a:cubicBezTo>
                      <a:pt x="54" y="26"/>
                      <a:pt x="54" y="26"/>
                      <a:pt x="54" y="26"/>
                    </a:cubicBezTo>
                    <a:cubicBezTo>
                      <a:pt x="53" y="27"/>
                      <a:pt x="53" y="27"/>
                      <a:pt x="51" y="27"/>
                    </a:cubicBezTo>
                    <a:cubicBezTo>
                      <a:pt x="50" y="27"/>
                      <a:pt x="50" y="27"/>
                      <a:pt x="50" y="27"/>
                    </a:cubicBezTo>
                    <a:cubicBezTo>
                      <a:pt x="46" y="32"/>
                      <a:pt x="46" y="30"/>
                      <a:pt x="41" y="33"/>
                    </a:cubicBezTo>
                    <a:cubicBezTo>
                      <a:pt x="40" y="31"/>
                      <a:pt x="39" y="30"/>
                      <a:pt x="38" y="28"/>
                    </a:cubicBezTo>
                    <a:cubicBezTo>
                      <a:pt x="38" y="27"/>
                      <a:pt x="38" y="27"/>
                      <a:pt x="38" y="27"/>
                    </a:cubicBezTo>
                    <a:lnTo>
                      <a:pt x="38" y="16"/>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 name="ísḷïďè"/>
              <p:cNvSpPr/>
              <p:nvPr/>
            </p:nvSpPr>
            <p:spPr bwMode="auto">
              <a:xfrm>
                <a:off x="4518026" y="3506788"/>
                <a:ext cx="53975" cy="71438"/>
              </a:xfrm>
              <a:custGeom>
                <a:avLst/>
                <a:gdLst>
                  <a:gd name="T0" fmla="*/ 14 w 16"/>
                  <a:gd name="T1" fmla="*/ 17 h 21"/>
                  <a:gd name="T2" fmla="*/ 16 w 16"/>
                  <a:gd name="T3" fmla="*/ 12 h 21"/>
                  <a:gd name="T4" fmla="*/ 11 w 16"/>
                  <a:gd name="T5" fmla="*/ 5 h 21"/>
                  <a:gd name="T6" fmla="*/ 5 w 16"/>
                  <a:gd name="T7" fmla="*/ 0 h 21"/>
                  <a:gd name="T8" fmla="*/ 2 w 16"/>
                  <a:gd name="T9" fmla="*/ 4 h 21"/>
                  <a:gd name="T10" fmla="*/ 2 w 16"/>
                  <a:gd name="T11" fmla="*/ 5 h 21"/>
                  <a:gd name="T12" fmla="*/ 2 w 16"/>
                  <a:gd name="T13" fmla="*/ 8 h 21"/>
                  <a:gd name="T14" fmla="*/ 2 w 16"/>
                  <a:gd name="T15" fmla="*/ 9 h 21"/>
                  <a:gd name="T16" fmla="*/ 0 w 16"/>
                  <a:gd name="T17" fmla="*/ 17 h 21"/>
                  <a:gd name="T18" fmla="*/ 3 w 16"/>
                  <a:gd name="T19" fmla="*/ 21 h 21"/>
                  <a:gd name="T20" fmla="*/ 4 w 16"/>
                  <a:gd name="T21" fmla="*/ 21 h 21"/>
                  <a:gd name="T22" fmla="*/ 5 w 16"/>
                  <a:gd name="T23" fmla="*/ 21 h 21"/>
                  <a:gd name="T24" fmla="*/ 14 w 16"/>
                  <a:gd name="T25" fmla="*/ 17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1">
                    <a:moveTo>
                      <a:pt x="14" y="17"/>
                    </a:moveTo>
                    <a:cubicBezTo>
                      <a:pt x="14" y="15"/>
                      <a:pt x="16" y="13"/>
                      <a:pt x="16" y="12"/>
                    </a:cubicBezTo>
                    <a:cubicBezTo>
                      <a:pt x="16" y="11"/>
                      <a:pt x="12" y="7"/>
                      <a:pt x="11" y="5"/>
                    </a:cubicBezTo>
                    <a:cubicBezTo>
                      <a:pt x="11" y="3"/>
                      <a:pt x="8" y="0"/>
                      <a:pt x="5" y="0"/>
                    </a:cubicBezTo>
                    <a:cubicBezTo>
                      <a:pt x="4" y="0"/>
                      <a:pt x="3" y="3"/>
                      <a:pt x="2" y="4"/>
                    </a:cubicBezTo>
                    <a:cubicBezTo>
                      <a:pt x="2" y="5"/>
                      <a:pt x="2" y="5"/>
                      <a:pt x="2" y="5"/>
                    </a:cubicBezTo>
                    <a:cubicBezTo>
                      <a:pt x="2" y="8"/>
                      <a:pt x="2" y="8"/>
                      <a:pt x="2" y="8"/>
                    </a:cubicBezTo>
                    <a:cubicBezTo>
                      <a:pt x="2" y="9"/>
                      <a:pt x="2" y="9"/>
                      <a:pt x="2" y="9"/>
                    </a:cubicBezTo>
                    <a:cubicBezTo>
                      <a:pt x="1" y="11"/>
                      <a:pt x="0" y="14"/>
                      <a:pt x="0" y="17"/>
                    </a:cubicBezTo>
                    <a:cubicBezTo>
                      <a:pt x="0" y="19"/>
                      <a:pt x="1" y="20"/>
                      <a:pt x="3" y="21"/>
                    </a:cubicBezTo>
                    <a:cubicBezTo>
                      <a:pt x="4" y="21"/>
                      <a:pt x="4" y="21"/>
                      <a:pt x="4" y="21"/>
                    </a:cubicBezTo>
                    <a:cubicBezTo>
                      <a:pt x="5" y="21"/>
                      <a:pt x="5" y="21"/>
                      <a:pt x="5" y="21"/>
                    </a:cubicBezTo>
                    <a:cubicBezTo>
                      <a:pt x="7" y="21"/>
                      <a:pt x="11" y="17"/>
                      <a:pt x="14" y="17"/>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1" name="îṧļîḓé"/>
              <p:cNvSpPr/>
              <p:nvPr/>
            </p:nvSpPr>
            <p:spPr bwMode="auto">
              <a:xfrm>
                <a:off x="5319713" y="3133725"/>
                <a:ext cx="222250" cy="500063"/>
              </a:xfrm>
              <a:custGeom>
                <a:avLst/>
                <a:gdLst>
                  <a:gd name="T0" fmla="*/ 47 w 67"/>
                  <a:gd name="T1" fmla="*/ 96 h 150"/>
                  <a:gd name="T2" fmla="*/ 51 w 67"/>
                  <a:gd name="T3" fmla="*/ 96 h 150"/>
                  <a:gd name="T4" fmla="*/ 46 w 67"/>
                  <a:gd name="T5" fmla="*/ 114 h 150"/>
                  <a:gd name="T6" fmla="*/ 42 w 67"/>
                  <a:gd name="T7" fmla="*/ 113 h 150"/>
                  <a:gd name="T8" fmla="*/ 39 w 67"/>
                  <a:gd name="T9" fmla="*/ 108 h 150"/>
                  <a:gd name="T10" fmla="*/ 21 w 67"/>
                  <a:gd name="T11" fmla="*/ 78 h 150"/>
                  <a:gd name="T12" fmla="*/ 29 w 67"/>
                  <a:gd name="T13" fmla="*/ 73 h 150"/>
                  <a:gd name="T14" fmla="*/ 32 w 67"/>
                  <a:gd name="T15" fmla="*/ 74 h 150"/>
                  <a:gd name="T16" fmla="*/ 32 w 67"/>
                  <a:gd name="T17" fmla="*/ 77 h 150"/>
                  <a:gd name="T18" fmla="*/ 32 w 67"/>
                  <a:gd name="T19" fmla="*/ 79 h 150"/>
                  <a:gd name="T20" fmla="*/ 21 w 67"/>
                  <a:gd name="T21" fmla="*/ 78 h 150"/>
                  <a:gd name="T22" fmla="*/ 53 w 67"/>
                  <a:gd name="T23" fmla="*/ 118 h 150"/>
                  <a:gd name="T24" fmla="*/ 66 w 67"/>
                  <a:gd name="T25" fmla="*/ 108 h 150"/>
                  <a:gd name="T26" fmla="*/ 60 w 67"/>
                  <a:gd name="T27" fmla="*/ 98 h 150"/>
                  <a:gd name="T28" fmla="*/ 51 w 67"/>
                  <a:gd name="T29" fmla="*/ 82 h 150"/>
                  <a:gd name="T30" fmla="*/ 47 w 67"/>
                  <a:gd name="T31" fmla="*/ 71 h 150"/>
                  <a:gd name="T32" fmla="*/ 60 w 67"/>
                  <a:gd name="T33" fmla="*/ 58 h 150"/>
                  <a:gd name="T34" fmla="*/ 53 w 67"/>
                  <a:gd name="T35" fmla="*/ 52 h 150"/>
                  <a:gd name="T36" fmla="*/ 44 w 67"/>
                  <a:gd name="T37" fmla="*/ 50 h 150"/>
                  <a:gd name="T38" fmla="*/ 48 w 67"/>
                  <a:gd name="T39" fmla="*/ 38 h 150"/>
                  <a:gd name="T40" fmla="*/ 66 w 67"/>
                  <a:gd name="T41" fmla="*/ 17 h 150"/>
                  <a:gd name="T42" fmla="*/ 66 w 67"/>
                  <a:gd name="T43" fmla="*/ 13 h 150"/>
                  <a:gd name="T44" fmla="*/ 56 w 67"/>
                  <a:gd name="T45" fmla="*/ 1 h 150"/>
                  <a:gd name="T46" fmla="*/ 55 w 67"/>
                  <a:gd name="T47" fmla="*/ 7 h 150"/>
                  <a:gd name="T48" fmla="*/ 50 w 67"/>
                  <a:gd name="T49" fmla="*/ 18 h 150"/>
                  <a:gd name="T50" fmla="*/ 42 w 67"/>
                  <a:gd name="T51" fmla="*/ 15 h 150"/>
                  <a:gd name="T52" fmla="*/ 40 w 67"/>
                  <a:gd name="T53" fmla="*/ 15 h 150"/>
                  <a:gd name="T54" fmla="*/ 41 w 67"/>
                  <a:gd name="T55" fmla="*/ 26 h 150"/>
                  <a:gd name="T56" fmla="*/ 41 w 67"/>
                  <a:gd name="T57" fmla="*/ 30 h 150"/>
                  <a:gd name="T58" fmla="*/ 37 w 67"/>
                  <a:gd name="T59" fmla="*/ 33 h 150"/>
                  <a:gd name="T60" fmla="*/ 30 w 67"/>
                  <a:gd name="T61" fmla="*/ 29 h 150"/>
                  <a:gd name="T62" fmla="*/ 9 w 67"/>
                  <a:gd name="T63" fmla="*/ 50 h 150"/>
                  <a:gd name="T64" fmla="*/ 4 w 67"/>
                  <a:gd name="T65" fmla="*/ 59 h 150"/>
                  <a:gd name="T66" fmla="*/ 23 w 67"/>
                  <a:gd name="T67" fmla="*/ 51 h 150"/>
                  <a:gd name="T68" fmla="*/ 30 w 67"/>
                  <a:gd name="T69" fmla="*/ 58 h 150"/>
                  <a:gd name="T70" fmla="*/ 26 w 67"/>
                  <a:gd name="T71" fmla="*/ 65 h 150"/>
                  <a:gd name="T72" fmla="*/ 19 w 67"/>
                  <a:gd name="T73" fmla="*/ 64 h 150"/>
                  <a:gd name="T74" fmla="*/ 16 w 67"/>
                  <a:gd name="T75" fmla="*/ 67 h 150"/>
                  <a:gd name="T76" fmla="*/ 16 w 67"/>
                  <a:gd name="T77" fmla="*/ 72 h 150"/>
                  <a:gd name="T78" fmla="*/ 3 w 67"/>
                  <a:gd name="T79" fmla="*/ 105 h 150"/>
                  <a:gd name="T80" fmla="*/ 6 w 67"/>
                  <a:gd name="T81" fmla="*/ 110 h 150"/>
                  <a:gd name="T82" fmla="*/ 9 w 67"/>
                  <a:gd name="T83" fmla="*/ 111 h 150"/>
                  <a:gd name="T84" fmla="*/ 24 w 67"/>
                  <a:gd name="T85" fmla="*/ 89 h 150"/>
                  <a:gd name="T86" fmla="*/ 32 w 67"/>
                  <a:gd name="T87" fmla="*/ 93 h 150"/>
                  <a:gd name="T88" fmla="*/ 32 w 67"/>
                  <a:gd name="T89" fmla="*/ 96 h 150"/>
                  <a:gd name="T90" fmla="*/ 29 w 67"/>
                  <a:gd name="T91" fmla="*/ 113 h 150"/>
                  <a:gd name="T92" fmla="*/ 29 w 67"/>
                  <a:gd name="T93" fmla="*/ 115 h 150"/>
                  <a:gd name="T94" fmla="*/ 22 w 67"/>
                  <a:gd name="T95" fmla="*/ 122 h 150"/>
                  <a:gd name="T96" fmla="*/ 10 w 67"/>
                  <a:gd name="T97" fmla="*/ 124 h 150"/>
                  <a:gd name="T98" fmla="*/ 15 w 67"/>
                  <a:gd name="T99" fmla="*/ 144 h 150"/>
                  <a:gd name="T100" fmla="*/ 17 w 67"/>
                  <a:gd name="T101" fmla="*/ 150 h 150"/>
                  <a:gd name="T102" fmla="*/ 38 w 67"/>
                  <a:gd name="T103" fmla="*/ 125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67" h="150">
                    <a:moveTo>
                      <a:pt x="39" y="107"/>
                    </a:moveTo>
                    <a:cubicBezTo>
                      <a:pt x="39" y="103"/>
                      <a:pt x="44" y="96"/>
                      <a:pt x="47" y="96"/>
                    </a:cubicBezTo>
                    <a:cubicBezTo>
                      <a:pt x="50" y="96"/>
                      <a:pt x="50" y="96"/>
                      <a:pt x="50" y="96"/>
                    </a:cubicBezTo>
                    <a:cubicBezTo>
                      <a:pt x="51" y="96"/>
                      <a:pt x="51" y="96"/>
                      <a:pt x="51" y="96"/>
                    </a:cubicBezTo>
                    <a:cubicBezTo>
                      <a:pt x="53" y="98"/>
                      <a:pt x="55" y="101"/>
                      <a:pt x="55" y="104"/>
                    </a:cubicBezTo>
                    <a:cubicBezTo>
                      <a:pt x="55" y="108"/>
                      <a:pt x="49" y="112"/>
                      <a:pt x="46" y="114"/>
                    </a:cubicBezTo>
                    <a:cubicBezTo>
                      <a:pt x="45" y="114"/>
                      <a:pt x="45" y="113"/>
                      <a:pt x="43" y="113"/>
                    </a:cubicBezTo>
                    <a:cubicBezTo>
                      <a:pt x="42" y="113"/>
                      <a:pt x="42" y="113"/>
                      <a:pt x="42" y="113"/>
                    </a:cubicBezTo>
                    <a:cubicBezTo>
                      <a:pt x="39" y="109"/>
                      <a:pt x="39" y="109"/>
                      <a:pt x="39" y="109"/>
                    </a:cubicBezTo>
                    <a:cubicBezTo>
                      <a:pt x="39" y="108"/>
                      <a:pt x="39" y="108"/>
                      <a:pt x="39" y="108"/>
                    </a:cubicBezTo>
                    <a:cubicBezTo>
                      <a:pt x="39" y="107"/>
                      <a:pt x="39" y="107"/>
                      <a:pt x="39" y="107"/>
                    </a:cubicBezTo>
                    <a:close/>
                    <a:moveTo>
                      <a:pt x="21" y="78"/>
                    </a:moveTo>
                    <a:cubicBezTo>
                      <a:pt x="21" y="77"/>
                      <a:pt x="25" y="73"/>
                      <a:pt x="26" y="73"/>
                    </a:cubicBezTo>
                    <a:cubicBezTo>
                      <a:pt x="27" y="73"/>
                      <a:pt x="27" y="73"/>
                      <a:pt x="29" y="73"/>
                    </a:cubicBezTo>
                    <a:cubicBezTo>
                      <a:pt x="30" y="73"/>
                      <a:pt x="30" y="73"/>
                      <a:pt x="30" y="73"/>
                    </a:cubicBezTo>
                    <a:cubicBezTo>
                      <a:pt x="32" y="74"/>
                      <a:pt x="32" y="74"/>
                      <a:pt x="32" y="74"/>
                    </a:cubicBezTo>
                    <a:cubicBezTo>
                      <a:pt x="32" y="76"/>
                      <a:pt x="32" y="76"/>
                      <a:pt x="32" y="76"/>
                    </a:cubicBezTo>
                    <a:cubicBezTo>
                      <a:pt x="32" y="77"/>
                      <a:pt x="32" y="77"/>
                      <a:pt x="32" y="77"/>
                    </a:cubicBezTo>
                    <a:cubicBezTo>
                      <a:pt x="32" y="78"/>
                      <a:pt x="32" y="78"/>
                      <a:pt x="32" y="78"/>
                    </a:cubicBezTo>
                    <a:cubicBezTo>
                      <a:pt x="32" y="79"/>
                      <a:pt x="32" y="79"/>
                      <a:pt x="32" y="79"/>
                    </a:cubicBezTo>
                    <a:cubicBezTo>
                      <a:pt x="31" y="82"/>
                      <a:pt x="29" y="83"/>
                      <a:pt x="25" y="83"/>
                    </a:cubicBezTo>
                    <a:cubicBezTo>
                      <a:pt x="23" y="83"/>
                      <a:pt x="21" y="81"/>
                      <a:pt x="21" y="78"/>
                    </a:cubicBezTo>
                    <a:close/>
                    <a:moveTo>
                      <a:pt x="38" y="125"/>
                    </a:moveTo>
                    <a:cubicBezTo>
                      <a:pt x="43" y="122"/>
                      <a:pt x="47" y="120"/>
                      <a:pt x="53" y="118"/>
                    </a:cubicBezTo>
                    <a:cubicBezTo>
                      <a:pt x="57" y="116"/>
                      <a:pt x="57" y="116"/>
                      <a:pt x="60" y="114"/>
                    </a:cubicBezTo>
                    <a:cubicBezTo>
                      <a:pt x="64" y="111"/>
                      <a:pt x="63" y="110"/>
                      <a:pt x="66" y="108"/>
                    </a:cubicBezTo>
                    <a:cubicBezTo>
                      <a:pt x="67" y="104"/>
                      <a:pt x="67" y="104"/>
                      <a:pt x="67" y="104"/>
                    </a:cubicBezTo>
                    <a:cubicBezTo>
                      <a:pt x="64" y="100"/>
                      <a:pt x="64" y="101"/>
                      <a:pt x="60" y="98"/>
                    </a:cubicBezTo>
                    <a:cubicBezTo>
                      <a:pt x="58" y="96"/>
                      <a:pt x="55" y="95"/>
                      <a:pt x="54" y="92"/>
                    </a:cubicBezTo>
                    <a:cubicBezTo>
                      <a:pt x="53" y="88"/>
                      <a:pt x="53" y="84"/>
                      <a:pt x="51" y="82"/>
                    </a:cubicBezTo>
                    <a:cubicBezTo>
                      <a:pt x="49" y="79"/>
                      <a:pt x="47" y="77"/>
                      <a:pt x="47" y="73"/>
                    </a:cubicBezTo>
                    <a:cubicBezTo>
                      <a:pt x="47" y="72"/>
                      <a:pt x="47" y="72"/>
                      <a:pt x="47" y="71"/>
                    </a:cubicBezTo>
                    <a:cubicBezTo>
                      <a:pt x="49" y="67"/>
                      <a:pt x="47" y="67"/>
                      <a:pt x="53" y="64"/>
                    </a:cubicBezTo>
                    <a:cubicBezTo>
                      <a:pt x="55" y="64"/>
                      <a:pt x="60" y="60"/>
                      <a:pt x="60" y="58"/>
                    </a:cubicBezTo>
                    <a:cubicBezTo>
                      <a:pt x="60" y="55"/>
                      <a:pt x="60" y="55"/>
                      <a:pt x="60" y="55"/>
                    </a:cubicBezTo>
                    <a:cubicBezTo>
                      <a:pt x="60" y="53"/>
                      <a:pt x="56" y="51"/>
                      <a:pt x="53" y="52"/>
                    </a:cubicBezTo>
                    <a:cubicBezTo>
                      <a:pt x="47" y="52"/>
                      <a:pt x="47" y="52"/>
                      <a:pt x="47" y="52"/>
                    </a:cubicBezTo>
                    <a:cubicBezTo>
                      <a:pt x="46" y="52"/>
                      <a:pt x="45" y="51"/>
                      <a:pt x="44" y="50"/>
                    </a:cubicBezTo>
                    <a:cubicBezTo>
                      <a:pt x="44" y="47"/>
                      <a:pt x="44" y="47"/>
                      <a:pt x="44" y="47"/>
                    </a:cubicBezTo>
                    <a:cubicBezTo>
                      <a:pt x="44" y="44"/>
                      <a:pt x="47" y="41"/>
                      <a:pt x="48" y="38"/>
                    </a:cubicBezTo>
                    <a:cubicBezTo>
                      <a:pt x="49" y="34"/>
                      <a:pt x="50" y="33"/>
                      <a:pt x="53" y="30"/>
                    </a:cubicBezTo>
                    <a:cubicBezTo>
                      <a:pt x="56" y="27"/>
                      <a:pt x="66" y="22"/>
                      <a:pt x="66" y="17"/>
                    </a:cubicBezTo>
                    <a:cubicBezTo>
                      <a:pt x="66" y="14"/>
                      <a:pt x="66" y="14"/>
                      <a:pt x="66" y="14"/>
                    </a:cubicBezTo>
                    <a:cubicBezTo>
                      <a:pt x="66" y="13"/>
                      <a:pt x="66" y="13"/>
                      <a:pt x="66" y="13"/>
                    </a:cubicBezTo>
                    <a:cubicBezTo>
                      <a:pt x="65" y="10"/>
                      <a:pt x="62" y="0"/>
                      <a:pt x="58" y="0"/>
                    </a:cubicBezTo>
                    <a:cubicBezTo>
                      <a:pt x="57" y="0"/>
                      <a:pt x="57" y="0"/>
                      <a:pt x="56" y="1"/>
                    </a:cubicBezTo>
                    <a:cubicBezTo>
                      <a:pt x="56" y="3"/>
                      <a:pt x="55" y="3"/>
                      <a:pt x="55" y="5"/>
                    </a:cubicBezTo>
                    <a:cubicBezTo>
                      <a:pt x="55" y="7"/>
                      <a:pt x="55" y="7"/>
                      <a:pt x="55" y="7"/>
                    </a:cubicBezTo>
                    <a:cubicBezTo>
                      <a:pt x="55" y="11"/>
                      <a:pt x="53" y="15"/>
                      <a:pt x="51" y="18"/>
                    </a:cubicBezTo>
                    <a:cubicBezTo>
                      <a:pt x="50" y="18"/>
                      <a:pt x="50" y="18"/>
                      <a:pt x="50" y="18"/>
                    </a:cubicBezTo>
                    <a:cubicBezTo>
                      <a:pt x="48" y="18"/>
                      <a:pt x="48" y="18"/>
                      <a:pt x="47" y="19"/>
                    </a:cubicBezTo>
                    <a:cubicBezTo>
                      <a:pt x="42" y="15"/>
                      <a:pt x="42" y="15"/>
                      <a:pt x="42" y="15"/>
                    </a:cubicBezTo>
                    <a:cubicBezTo>
                      <a:pt x="41" y="15"/>
                      <a:pt x="41" y="15"/>
                      <a:pt x="41" y="15"/>
                    </a:cubicBezTo>
                    <a:cubicBezTo>
                      <a:pt x="40" y="15"/>
                      <a:pt x="40" y="15"/>
                      <a:pt x="40" y="15"/>
                    </a:cubicBezTo>
                    <a:cubicBezTo>
                      <a:pt x="39" y="15"/>
                      <a:pt x="38" y="16"/>
                      <a:pt x="38" y="17"/>
                    </a:cubicBezTo>
                    <a:cubicBezTo>
                      <a:pt x="38" y="19"/>
                      <a:pt x="41" y="22"/>
                      <a:pt x="41" y="26"/>
                    </a:cubicBezTo>
                    <a:cubicBezTo>
                      <a:pt x="41" y="29"/>
                      <a:pt x="41" y="29"/>
                      <a:pt x="41" y="29"/>
                    </a:cubicBezTo>
                    <a:cubicBezTo>
                      <a:pt x="41" y="30"/>
                      <a:pt x="41" y="30"/>
                      <a:pt x="41" y="30"/>
                    </a:cubicBezTo>
                    <a:cubicBezTo>
                      <a:pt x="38" y="33"/>
                      <a:pt x="38" y="33"/>
                      <a:pt x="38" y="33"/>
                    </a:cubicBezTo>
                    <a:cubicBezTo>
                      <a:pt x="37" y="33"/>
                      <a:pt x="37" y="33"/>
                      <a:pt x="37" y="33"/>
                    </a:cubicBezTo>
                    <a:cubicBezTo>
                      <a:pt x="35" y="33"/>
                      <a:pt x="35" y="34"/>
                      <a:pt x="34" y="34"/>
                    </a:cubicBezTo>
                    <a:cubicBezTo>
                      <a:pt x="32" y="33"/>
                      <a:pt x="31" y="31"/>
                      <a:pt x="30" y="29"/>
                    </a:cubicBezTo>
                    <a:cubicBezTo>
                      <a:pt x="24" y="29"/>
                      <a:pt x="30" y="41"/>
                      <a:pt x="19" y="45"/>
                    </a:cubicBezTo>
                    <a:cubicBezTo>
                      <a:pt x="16" y="46"/>
                      <a:pt x="12" y="48"/>
                      <a:pt x="9" y="50"/>
                    </a:cubicBezTo>
                    <a:cubicBezTo>
                      <a:pt x="6" y="51"/>
                      <a:pt x="1" y="53"/>
                      <a:pt x="0" y="55"/>
                    </a:cubicBezTo>
                    <a:cubicBezTo>
                      <a:pt x="1" y="58"/>
                      <a:pt x="1" y="57"/>
                      <a:pt x="4" y="59"/>
                    </a:cubicBezTo>
                    <a:cubicBezTo>
                      <a:pt x="6" y="59"/>
                      <a:pt x="6" y="59"/>
                      <a:pt x="6" y="59"/>
                    </a:cubicBezTo>
                    <a:cubicBezTo>
                      <a:pt x="10" y="59"/>
                      <a:pt x="20" y="51"/>
                      <a:pt x="23" y="51"/>
                    </a:cubicBezTo>
                    <a:cubicBezTo>
                      <a:pt x="25" y="51"/>
                      <a:pt x="24" y="51"/>
                      <a:pt x="27" y="52"/>
                    </a:cubicBezTo>
                    <a:cubicBezTo>
                      <a:pt x="29" y="54"/>
                      <a:pt x="29" y="55"/>
                      <a:pt x="30" y="58"/>
                    </a:cubicBezTo>
                    <a:cubicBezTo>
                      <a:pt x="30" y="59"/>
                      <a:pt x="30" y="59"/>
                      <a:pt x="30" y="59"/>
                    </a:cubicBezTo>
                    <a:cubicBezTo>
                      <a:pt x="30" y="62"/>
                      <a:pt x="28" y="64"/>
                      <a:pt x="26" y="65"/>
                    </a:cubicBezTo>
                    <a:cubicBezTo>
                      <a:pt x="21" y="64"/>
                      <a:pt x="21" y="64"/>
                      <a:pt x="21" y="64"/>
                    </a:cubicBezTo>
                    <a:cubicBezTo>
                      <a:pt x="20" y="64"/>
                      <a:pt x="20" y="64"/>
                      <a:pt x="19" y="64"/>
                    </a:cubicBezTo>
                    <a:cubicBezTo>
                      <a:pt x="18" y="64"/>
                      <a:pt x="18" y="64"/>
                      <a:pt x="18" y="64"/>
                    </a:cubicBezTo>
                    <a:cubicBezTo>
                      <a:pt x="16" y="67"/>
                      <a:pt x="16" y="67"/>
                      <a:pt x="16" y="67"/>
                    </a:cubicBezTo>
                    <a:cubicBezTo>
                      <a:pt x="16" y="68"/>
                      <a:pt x="16" y="68"/>
                      <a:pt x="16" y="68"/>
                    </a:cubicBezTo>
                    <a:cubicBezTo>
                      <a:pt x="16" y="72"/>
                      <a:pt x="16" y="72"/>
                      <a:pt x="16" y="72"/>
                    </a:cubicBezTo>
                    <a:cubicBezTo>
                      <a:pt x="16" y="78"/>
                      <a:pt x="13" y="85"/>
                      <a:pt x="11" y="90"/>
                    </a:cubicBezTo>
                    <a:cubicBezTo>
                      <a:pt x="9" y="94"/>
                      <a:pt x="3" y="100"/>
                      <a:pt x="3" y="105"/>
                    </a:cubicBezTo>
                    <a:cubicBezTo>
                      <a:pt x="3" y="106"/>
                      <a:pt x="4" y="109"/>
                      <a:pt x="5" y="110"/>
                    </a:cubicBezTo>
                    <a:cubicBezTo>
                      <a:pt x="6" y="110"/>
                      <a:pt x="6" y="110"/>
                      <a:pt x="6" y="110"/>
                    </a:cubicBezTo>
                    <a:cubicBezTo>
                      <a:pt x="7" y="110"/>
                      <a:pt x="7" y="110"/>
                      <a:pt x="7" y="110"/>
                    </a:cubicBezTo>
                    <a:cubicBezTo>
                      <a:pt x="9" y="110"/>
                      <a:pt x="8" y="110"/>
                      <a:pt x="9" y="111"/>
                    </a:cubicBezTo>
                    <a:cubicBezTo>
                      <a:pt x="11" y="109"/>
                      <a:pt x="15" y="101"/>
                      <a:pt x="15" y="98"/>
                    </a:cubicBezTo>
                    <a:cubicBezTo>
                      <a:pt x="17" y="94"/>
                      <a:pt x="20" y="89"/>
                      <a:pt x="24" y="89"/>
                    </a:cubicBezTo>
                    <a:cubicBezTo>
                      <a:pt x="25" y="89"/>
                      <a:pt x="25" y="89"/>
                      <a:pt x="26" y="88"/>
                    </a:cubicBezTo>
                    <a:cubicBezTo>
                      <a:pt x="28" y="90"/>
                      <a:pt x="32" y="90"/>
                      <a:pt x="32" y="93"/>
                    </a:cubicBezTo>
                    <a:cubicBezTo>
                      <a:pt x="32" y="94"/>
                      <a:pt x="32" y="94"/>
                      <a:pt x="32" y="94"/>
                    </a:cubicBezTo>
                    <a:cubicBezTo>
                      <a:pt x="32" y="96"/>
                      <a:pt x="32" y="96"/>
                      <a:pt x="32" y="96"/>
                    </a:cubicBezTo>
                    <a:cubicBezTo>
                      <a:pt x="28" y="102"/>
                      <a:pt x="25" y="101"/>
                      <a:pt x="23" y="104"/>
                    </a:cubicBezTo>
                    <a:cubicBezTo>
                      <a:pt x="26" y="109"/>
                      <a:pt x="27" y="108"/>
                      <a:pt x="29" y="113"/>
                    </a:cubicBezTo>
                    <a:cubicBezTo>
                      <a:pt x="29" y="114"/>
                      <a:pt x="29" y="114"/>
                      <a:pt x="29" y="114"/>
                    </a:cubicBezTo>
                    <a:cubicBezTo>
                      <a:pt x="29" y="115"/>
                      <a:pt x="29" y="115"/>
                      <a:pt x="29" y="115"/>
                    </a:cubicBezTo>
                    <a:cubicBezTo>
                      <a:pt x="29" y="116"/>
                      <a:pt x="29" y="116"/>
                      <a:pt x="29" y="116"/>
                    </a:cubicBezTo>
                    <a:cubicBezTo>
                      <a:pt x="28" y="119"/>
                      <a:pt x="26" y="123"/>
                      <a:pt x="22" y="122"/>
                    </a:cubicBezTo>
                    <a:cubicBezTo>
                      <a:pt x="15" y="122"/>
                      <a:pt x="15" y="122"/>
                      <a:pt x="15" y="122"/>
                    </a:cubicBezTo>
                    <a:cubicBezTo>
                      <a:pt x="14" y="122"/>
                      <a:pt x="11" y="124"/>
                      <a:pt x="10" y="124"/>
                    </a:cubicBezTo>
                    <a:cubicBezTo>
                      <a:pt x="13" y="127"/>
                      <a:pt x="23" y="129"/>
                      <a:pt x="23" y="133"/>
                    </a:cubicBezTo>
                    <a:cubicBezTo>
                      <a:pt x="23" y="137"/>
                      <a:pt x="18" y="142"/>
                      <a:pt x="15" y="144"/>
                    </a:cubicBezTo>
                    <a:cubicBezTo>
                      <a:pt x="15" y="150"/>
                      <a:pt x="15" y="150"/>
                      <a:pt x="15" y="150"/>
                    </a:cubicBezTo>
                    <a:cubicBezTo>
                      <a:pt x="17" y="150"/>
                      <a:pt x="17" y="150"/>
                      <a:pt x="17" y="150"/>
                    </a:cubicBezTo>
                    <a:cubicBezTo>
                      <a:pt x="20" y="150"/>
                      <a:pt x="27" y="141"/>
                      <a:pt x="29" y="139"/>
                    </a:cubicBezTo>
                    <a:cubicBezTo>
                      <a:pt x="33" y="135"/>
                      <a:pt x="34" y="129"/>
                      <a:pt x="38" y="12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 name="iSļïḑé"/>
              <p:cNvSpPr/>
              <p:nvPr/>
            </p:nvSpPr>
            <p:spPr bwMode="auto">
              <a:xfrm>
                <a:off x="4422776" y="3106738"/>
                <a:ext cx="412750" cy="596900"/>
              </a:xfrm>
              <a:custGeom>
                <a:avLst/>
                <a:gdLst>
                  <a:gd name="T0" fmla="*/ 63 w 125"/>
                  <a:gd name="T1" fmla="*/ 83 h 179"/>
                  <a:gd name="T2" fmla="*/ 69 w 125"/>
                  <a:gd name="T3" fmla="*/ 84 h 179"/>
                  <a:gd name="T4" fmla="*/ 71 w 125"/>
                  <a:gd name="T5" fmla="*/ 95 h 179"/>
                  <a:gd name="T6" fmla="*/ 56 w 125"/>
                  <a:gd name="T7" fmla="*/ 91 h 179"/>
                  <a:gd name="T8" fmla="*/ 77 w 125"/>
                  <a:gd name="T9" fmla="*/ 77 h 179"/>
                  <a:gd name="T10" fmla="*/ 90 w 125"/>
                  <a:gd name="T11" fmla="*/ 82 h 179"/>
                  <a:gd name="T12" fmla="*/ 93 w 125"/>
                  <a:gd name="T13" fmla="*/ 96 h 179"/>
                  <a:gd name="T14" fmla="*/ 88 w 125"/>
                  <a:gd name="T15" fmla="*/ 106 h 179"/>
                  <a:gd name="T16" fmla="*/ 75 w 125"/>
                  <a:gd name="T17" fmla="*/ 89 h 179"/>
                  <a:gd name="T18" fmla="*/ 91 w 125"/>
                  <a:gd name="T19" fmla="*/ 29 h 179"/>
                  <a:gd name="T20" fmla="*/ 95 w 125"/>
                  <a:gd name="T21" fmla="*/ 4 h 179"/>
                  <a:gd name="T22" fmla="*/ 92 w 125"/>
                  <a:gd name="T23" fmla="*/ 0 h 179"/>
                  <a:gd name="T24" fmla="*/ 86 w 125"/>
                  <a:gd name="T25" fmla="*/ 0 h 179"/>
                  <a:gd name="T26" fmla="*/ 80 w 125"/>
                  <a:gd name="T27" fmla="*/ 7 h 179"/>
                  <a:gd name="T28" fmla="*/ 83 w 125"/>
                  <a:gd name="T29" fmla="*/ 30 h 179"/>
                  <a:gd name="T30" fmla="*/ 86 w 125"/>
                  <a:gd name="T31" fmla="*/ 50 h 179"/>
                  <a:gd name="T32" fmla="*/ 46 w 125"/>
                  <a:gd name="T33" fmla="*/ 84 h 179"/>
                  <a:gd name="T34" fmla="*/ 0 w 125"/>
                  <a:gd name="T35" fmla="*/ 99 h 179"/>
                  <a:gd name="T36" fmla="*/ 13 w 125"/>
                  <a:gd name="T37" fmla="*/ 108 h 179"/>
                  <a:gd name="T38" fmla="*/ 30 w 125"/>
                  <a:gd name="T39" fmla="*/ 100 h 179"/>
                  <a:gd name="T40" fmla="*/ 47 w 125"/>
                  <a:gd name="T41" fmla="*/ 92 h 179"/>
                  <a:gd name="T42" fmla="*/ 51 w 125"/>
                  <a:gd name="T43" fmla="*/ 109 h 179"/>
                  <a:gd name="T44" fmla="*/ 50 w 125"/>
                  <a:gd name="T45" fmla="*/ 118 h 179"/>
                  <a:gd name="T46" fmla="*/ 54 w 125"/>
                  <a:gd name="T47" fmla="*/ 125 h 179"/>
                  <a:gd name="T48" fmla="*/ 62 w 125"/>
                  <a:gd name="T49" fmla="*/ 119 h 179"/>
                  <a:gd name="T50" fmla="*/ 62 w 125"/>
                  <a:gd name="T51" fmla="*/ 113 h 179"/>
                  <a:gd name="T52" fmla="*/ 78 w 125"/>
                  <a:gd name="T53" fmla="*/ 111 h 179"/>
                  <a:gd name="T54" fmla="*/ 78 w 125"/>
                  <a:gd name="T55" fmla="*/ 113 h 179"/>
                  <a:gd name="T56" fmla="*/ 78 w 125"/>
                  <a:gd name="T57" fmla="*/ 118 h 179"/>
                  <a:gd name="T58" fmla="*/ 46 w 125"/>
                  <a:gd name="T59" fmla="*/ 147 h 179"/>
                  <a:gd name="T60" fmla="*/ 28 w 125"/>
                  <a:gd name="T61" fmla="*/ 158 h 179"/>
                  <a:gd name="T62" fmla="*/ 1 w 125"/>
                  <a:gd name="T63" fmla="*/ 170 h 179"/>
                  <a:gd name="T64" fmla="*/ 14 w 125"/>
                  <a:gd name="T65" fmla="*/ 178 h 179"/>
                  <a:gd name="T66" fmla="*/ 20 w 125"/>
                  <a:gd name="T67" fmla="*/ 179 h 179"/>
                  <a:gd name="T68" fmla="*/ 22 w 125"/>
                  <a:gd name="T69" fmla="*/ 179 h 179"/>
                  <a:gd name="T70" fmla="*/ 38 w 125"/>
                  <a:gd name="T71" fmla="*/ 169 h 179"/>
                  <a:gd name="T72" fmla="*/ 61 w 125"/>
                  <a:gd name="T73" fmla="*/ 150 h 179"/>
                  <a:gd name="T74" fmla="*/ 79 w 125"/>
                  <a:gd name="T75" fmla="*/ 135 h 179"/>
                  <a:gd name="T76" fmla="*/ 96 w 125"/>
                  <a:gd name="T77" fmla="*/ 119 h 179"/>
                  <a:gd name="T78" fmla="*/ 106 w 125"/>
                  <a:gd name="T79" fmla="*/ 149 h 179"/>
                  <a:gd name="T80" fmla="*/ 125 w 125"/>
                  <a:gd name="T81" fmla="*/ 152 h 179"/>
                  <a:gd name="T82" fmla="*/ 116 w 125"/>
                  <a:gd name="T83" fmla="*/ 120 h 179"/>
                  <a:gd name="T84" fmla="*/ 115 w 125"/>
                  <a:gd name="T85" fmla="*/ 125 h 179"/>
                  <a:gd name="T86" fmla="*/ 109 w 125"/>
                  <a:gd name="T87" fmla="*/ 129 h 179"/>
                  <a:gd name="T88" fmla="*/ 97 w 125"/>
                  <a:gd name="T89" fmla="*/ 92 h 179"/>
                  <a:gd name="T90" fmla="*/ 94 w 125"/>
                  <a:gd name="T91" fmla="*/ 76 h 179"/>
                  <a:gd name="T92" fmla="*/ 110 w 125"/>
                  <a:gd name="T93" fmla="*/ 60 h 179"/>
                  <a:gd name="T94" fmla="*/ 105 w 125"/>
                  <a:gd name="T95" fmla="*/ 57 h 179"/>
                  <a:gd name="T96" fmla="*/ 101 w 125"/>
                  <a:gd name="T97" fmla="*/ 59 h 179"/>
                  <a:gd name="T98" fmla="*/ 91 w 125"/>
                  <a:gd name="T99" fmla="*/ 54 h 179"/>
                  <a:gd name="T100" fmla="*/ 91 w 125"/>
                  <a:gd name="T101" fmla="*/ 29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25" h="179">
                    <a:moveTo>
                      <a:pt x="56" y="91"/>
                    </a:moveTo>
                    <a:cubicBezTo>
                      <a:pt x="56" y="87"/>
                      <a:pt x="60" y="85"/>
                      <a:pt x="63" y="83"/>
                    </a:cubicBezTo>
                    <a:cubicBezTo>
                      <a:pt x="64" y="83"/>
                      <a:pt x="64" y="83"/>
                      <a:pt x="64" y="83"/>
                    </a:cubicBezTo>
                    <a:cubicBezTo>
                      <a:pt x="67" y="83"/>
                      <a:pt x="67" y="84"/>
                      <a:pt x="69" y="84"/>
                    </a:cubicBezTo>
                    <a:cubicBezTo>
                      <a:pt x="71" y="94"/>
                      <a:pt x="71" y="94"/>
                      <a:pt x="71" y="94"/>
                    </a:cubicBezTo>
                    <a:cubicBezTo>
                      <a:pt x="71" y="95"/>
                      <a:pt x="71" y="95"/>
                      <a:pt x="71" y="95"/>
                    </a:cubicBezTo>
                    <a:cubicBezTo>
                      <a:pt x="68" y="100"/>
                      <a:pt x="68" y="99"/>
                      <a:pt x="63" y="101"/>
                    </a:cubicBezTo>
                    <a:cubicBezTo>
                      <a:pt x="61" y="99"/>
                      <a:pt x="56" y="95"/>
                      <a:pt x="56" y="91"/>
                    </a:cubicBezTo>
                    <a:close/>
                    <a:moveTo>
                      <a:pt x="72" y="83"/>
                    </a:moveTo>
                    <a:cubicBezTo>
                      <a:pt x="74" y="79"/>
                      <a:pt x="73" y="79"/>
                      <a:pt x="77" y="77"/>
                    </a:cubicBezTo>
                    <a:cubicBezTo>
                      <a:pt x="79" y="75"/>
                      <a:pt x="82" y="75"/>
                      <a:pt x="83" y="73"/>
                    </a:cubicBezTo>
                    <a:cubicBezTo>
                      <a:pt x="88" y="76"/>
                      <a:pt x="89" y="76"/>
                      <a:pt x="90" y="82"/>
                    </a:cubicBezTo>
                    <a:cubicBezTo>
                      <a:pt x="92" y="95"/>
                      <a:pt x="92" y="95"/>
                      <a:pt x="92" y="95"/>
                    </a:cubicBezTo>
                    <a:cubicBezTo>
                      <a:pt x="93" y="96"/>
                      <a:pt x="93" y="96"/>
                      <a:pt x="93" y="96"/>
                    </a:cubicBezTo>
                    <a:cubicBezTo>
                      <a:pt x="94" y="99"/>
                      <a:pt x="94" y="99"/>
                      <a:pt x="94" y="99"/>
                    </a:cubicBezTo>
                    <a:cubicBezTo>
                      <a:pt x="91" y="105"/>
                      <a:pt x="93" y="103"/>
                      <a:pt x="88" y="106"/>
                    </a:cubicBezTo>
                    <a:cubicBezTo>
                      <a:pt x="83" y="101"/>
                      <a:pt x="82" y="101"/>
                      <a:pt x="79" y="95"/>
                    </a:cubicBezTo>
                    <a:cubicBezTo>
                      <a:pt x="77" y="93"/>
                      <a:pt x="77" y="91"/>
                      <a:pt x="75" y="89"/>
                    </a:cubicBezTo>
                    <a:cubicBezTo>
                      <a:pt x="73" y="87"/>
                      <a:pt x="73" y="86"/>
                      <a:pt x="72" y="83"/>
                    </a:cubicBezTo>
                    <a:close/>
                    <a:moveTo>
                      <a:pt x="91" y="29"/>
                    </a:moveTo>
                    <a:cubicBezTo>
                      <a:pt x="91" y="22"/>
                      <a:pt x="95" y="12"/>
                      <a:pt x="95" y="4"/>
                    </a:cubicBezTo>
                    <a:cubicBezTo>
                      <a:pt x="95" y="4"/>
                      <a:pt x="95" y="4"/>
                      <a:pt x="95" y="4"/>
                    </a:cubicBezTo>
                    <a:cubicBezTo>
                      <a:pt x="95" y="3"/>
                      <a:pt x="95" y="3"/>
                      <a:pt x="95" y="3"/>
                    </a:cubicBezTo>
                    <a:cubicBezTo>
                      <a:pt x="93" y="0"/>
                      <a:pt x="95" y="1"/>
                      <a:pt x="92" y="0"/>
                    </a:cubicBezTo>
                    <a:cubicBezTo>
                      <a:pt x="91" y="0"/>
                      <a:pt x="91" y="0"/>
                      <a:pt x="91" y="0"/>
                    </a:cubicBezTo>
                    <a:cubicBezTo>
                      <a:pt x="86" y="0"/>
                      <a:pt x="86" y="0"/>
                      <a:pt x="86" y="0"/>
                    </a:cubicBezTo>
                    <a:cubicBezTo>
                      <a:pt x="85" y="0"/>
                      <a:pt x="85" y="0"/>
                      <a:pt x="85" y="0"/>
                    </a:cubicBezTo>
                    <a:cubicBezTo>
                      <a:pt x="82" y="1"/>
                      <a:pt x="80" y="4"/>
                      <a:pt x="80" y="7"/>
                    </a:cubicBezTo>
                    <a:cubicBezTo>
                      <a:pt x="83" y="30"/>
                      <a:pt x="83" y="30"/>
                      <a:pt x="83" y="30"/>
                    </a:cubicBezTo>
                    <a:cubicBezTo>
                      <a:pt x="83" y="30"/>
                      <a:pt x="83" y="30"/>
                      <a:pt x="83" y="30"/>
                    </a:cubicBezTo>
                    <a:cubicBezTo>
                      <a:pt x="83" y="38"/>
                      <a:pt x="86" y="44"/>
                      <a:pt x="86" y="49"/>
                    </a:cubicBezTo>
                    <a:cubicBezTo>
                      <a:pt x="86" y="50"/>
                      <a:pt x="86" y="50"/>
                      <a:pt x="86" y="50"/>
                    </a:cubicBezTo>
                    <a:cubicBezTo>
                      <a:pt x="87" y="62"/>
                      <a:pt x="87" y="62"/>
                      <a:pt x="87" y="62"/>
                    </a:cubicBezTo>
                    <a:cubicBezTo>
                      <a:pt x="87" y="68"/>
                      <a:pt x="52" y="81"/>
                      <a:pt x="46" y="84"/>
                    </a:cubicBezTo>
                    <a:cubicBezTo>
                      <a:pt x="39" y="87"/>
                      <a:pt x="31" y="89"/>
                      <a:pt x="23" y="92"/>
                    </a:cubicBezTo>
                    <a:cubicBezTo>
                      <a:pt x="20" y="94"/>
                      <a:pt x="0" y="96"/>
                      <a:pt x="0" y="99"/>
                    </a:cubicBezTo>
                    <a:cubicBezTo>
                      <a:pt x="0" y="101"/>
                      <a:pt x="9" y="108"/>
                      <a:pt x="11" y="108"/>
                    </a:cubicBezTo>
                    <a:cubicBezTo>
                      <a:pt x="13" y="108"/>
                      <a:pt x="13" y="108"/>
                      <a:pt x="13" y="108"/>
                    </a:cubicBezTo>
                    <a:cubicBezTo>
                      <a:pt x="14" y="108"/>
                      <a:pt x="14" y="108"/>
                      <a:pt x="14" y="108"/>
                    </a:cubicBezTo>
                    <a:cubicBezTo>
                      <a:pt x="20" y="105"/>
                      <a:pt x="24" y="103"/>
                      <a:pt x="30" y="100"/>
                    </a:cubicBezTo>
                    <a:cubicBezTo>
                      <a:pt x="34" y="98"/>
                      <a:pt x="41" y="93"/>
                      <a:pt x="45" y="93"/>
                    </a:cubicBezTo>
                    <a:cubicBezTo>
                      <a:pt x="46" y="93"/>
                      <a:pt x="46" y="93"/>
                      <a:pt x="47" y="92"/>
                    </a:cubicBezTo>
                    <a:cubicBezTo>
                      <a:pt x="49" y="94"/>
                      <a:pt x="52" y="96"/>
                      <a:pt x="51" y="101"/>
                    </a:cubicBezTo>
                    <a:cubicBezTo>
                      <a:pt x="51" y="109"/>
                      <a:pt x="51" y="109"/>
                      <a:pt x="51" y="109"/>
                    </a:cubicBezTo>
                    <a:cubicBezTo>
                      <a:pt x="51" y="110"/>
                      <a:pt x="51" y="110"/>
                      <a:pt x="51" y="110"/>
                    </a:cubicBezTo>
                    <a:cubicBezTo>
                      <a:pt x="50" y="118"/>
                      <a:pt x="50" y="118"/>
                      <a:pt x="50" y="118"/>
                    </a:cubicBezTo>
                    <a:cubicBezTo>
                      <a:pt x="50" y="119"/>
                      <a:pt x="50" y="119"/>
                      <a:pt x="50" y="120"/>
                    </a:cubicBezTo>
                    <a:cubicBezTo>
                      <a:pt x="51" y="123"/>
                      <a:pt x="51" y="123"/>
                      <a:pt x="54" y="125"/>
                    </a:cubicBezTo>
                    <a:cubicBezTo>
                      <a:pt x="56" y="125"/>
                      <a:pt x="56" y="125"/>
                      <a:pt x="56" y="125"/>
                    </a:cubicBezTo>
                    <a:cubicBezTo>
                      <a:pt x="59" y="125"/>
                      <a:pt x="60" y="121"/>
                      <a:pt x="62" y="119"/>
                    </a:cubicBezTo>
                    <a:cubicBezTo>
                      <a:pt x="62" y="118"/>
                      <a:pt x="62" y="118"/>
                      <a:pt x="62" y="118"/>
                    </a:cubicBezTo>
                    <a:cubicBezTo>
                      <a:pt x="62" y="113"/>
                      <a:pt x="62" y="113"/>
                      <a:pt x="62" y="113"/>
                    </a:cubicBezTo>
                    <a:cubicBezTo>
                      <a:pt x="63" y="110"/>
                      <a:pt x="68" y="106"/>
                      <a:pt x="71" y="106"/>
                    </a:cubicBezTo>
                    <a:cubicBezTo>
                      <a:pt x="75" y="106"/>
                      <a:pt x="77" y="109"/>
                      <a:pt x="78" y="111"/>
                    </a:cubicBezTo>
                    <a:cubicBezTo>
                      <a:pt x="78" y="112"/>
                      <a:pt x="78" y="112"/>
                      <a:pt x="78" y="112"/>
                    </a:cubicBezTo>
                    <a:cubicBezTo>
                      <a:pt x="78" y="113"/>
                      <a:pt x="78" y="113"/>
                      <a:pt x="78" y="113"/>
                    </a:cubicBezTo>
                    <a:cubicBezTo>
                      <a:pt x="78" y="115"/>
                      <a:pt x="78" y="115"/>
                      <a:pt x="79" y="116"/>
                    </a:cubicBezTo>
                    <a:cubicBezTo>
                      <a:pt x="78" y="117"/>
                      <a:pt x="78" y="117"/>
                      <a:pt x="78" y="118"/>
                    </a:cubicBezTo>
                    <a:cubicBezTo>
                      <a:pt x="78" y="119"/>
                      <a:pt x="78" y="119"/>
                      <a:pt x="78" y="119"/>
                    </a:cubicBezTo>
                    <a:cubicBezTo>
                      <a:pt x="72" y="130"/>
                      <a:pt x="57" y="140"/>
                      <a:pt x="46" y="147"/>
                    </a:cubicBezTo>
                    <a:cubicBezTo>
                      <a:pt x="44" y="148"/>
                      <a:pt x="40" y="151"/>
                      <a:pt x="37" y="152"/>
                    </a:cubicBezTo>
                    <a:cubicBezTo>
                      <a:pt x="35" y="153"/>
                      <a:pt x="29" y="157"/>
                      <a:pt x="28" y="158"/>
                    </a:cubicBezTo>
                    <a:cubicBezTo>
                      <a:pt x="25" y="161"/>
                      <a:pt x="12" y="165"/>
                      <a:pt x="6" y="165"/>
                    </a:cubicBezTo>
                    <a:cubicBezTo>
                      <a:pt x="4" y="165"/>
                      <a:pt x="2" y="168"/>
                      <a:pt x="1" y="170"/>
                    </a:cubicBezTo>
                    <a:cubicBezTo>
                      <a:pt x="4" y="171"/>
                      <a:pt x="4" y="173"/>
                      <a:pt x="7" y="175"/>
                    </a:cubicBezTo>
                    <a:cubicBezTo>
                      <a:pt x="10" y="176"/>
                      <a:pt x="12" y="176"/>
                      <a:pt x="14" y="178"/>
                    </a:cubicBezTo>
                    <a:cubicBezTo>
                      <a:pt x="18" y="179"/>
                      <a:pt x="18" y="179"/>
                      <a:pt x="18" y="179"/>
                    </a:cubicBezTo>
                    <a:cubicBezTo>
                      <a:pt x="20" y="179"/>
                      <a:pt x="18" y="179"/>
                      <a:pt x="20" y="179"/>
                    </a:cubicBezTo>
                    <a:cubicBezTo>
                      <a:pt x="21" y="179"/>
                      <a:pt x="21" y="179"/>
                      <a:pt x="21" y="179"/>
                    </a:cubicBezTo>
                    <a:cubicBezTo>
                      <a:pt x="22" y="179"/>
                      <a:pt x="22" y="179"/>
                      <a:pt x="22" y="179"/>
                    </a:cubicBezTo>
                    <a:cubicBezTo>
                      <a:pt x="26" y="177"/>
                      <a:pt x="30" y="175"/>
                      <a:pt x="33" y="173"/>
                    </a:cubicBezTo>
                    <a:cubicBezTo>
                      <a:pt x="35" y="171"/>
                      <a:pt x="36" y="170"/>
                      <a:pt x="38" y="169"/>
                    </a:cubicBezTo>
                    <a:cubicBezTo>
                      <a:pt x="39" y="168"/>
                      <a:pt x="43" y="166"/>
                      <a:pt x="43" y="166"/>
                    </a:cubicBezTo>
                    <a:cubicBezTo>
                      <a:pt x="49" y="160"/>
                      <a:pt x="55" y="156"/>
                      <a:pt x="61" y="150"/>
                    </a:cubicBezTo>
                    <a:cubicBezTo>
                      <a:pt x="64" y="148"/>
                      <a:pt x="67" y="145"/>
                      <a:pt x="70" y="143"/>
                    </a:cubicBezTo>
                    <a:cubicBezTo>
                      <a:pt x="73" y="140"/>
                      <a:pt x="76" y="137"/>
                      <a:pt x="79" y="135"/>
                    </a:cubicBezTo>
                    <a:cubicBezTo>
                      <a:pt x="82" y="132"/>
                      <a:pt x="85" y="130"/>
                      <a:pt x="87" y="127"/>
                    </a:cubicBezTo>
                    <a:cubicBezTo>
                      <a:pt x="90" y="124"/>
                      <a:pt x="91" y="119"/>
                      <a:pt x="96" y="119"/>
                    </a:cubicBezTo>
                    <a:cubicBezTo>
                      <a:pt x="98" y="119"/>
                      <a:pt x="100" y="126"/>
                      <a:pt x="100" y="128"/>
                    </a:cubicBezTo>
                    <a:cubicBezTo>
                      <a:pt x="100" y="132"/>
                      <a:pt x="105" y="145"/>
                      <a:pt x="106" y="149"/>
                    </a:cubicBezTo>
                    <a:cubicBezTo>
                      <a:pt x="108" y="155"/>
                      <a:pt x="111" y="165"/>
                      <a:pt x="118" y="165"/>
                    </a:cubicBezTo>
                    <a:cubicBezTo>
                      <a:pt x="119" y="163"/>
                      <a:pt x="125" y="161"/>
                      <a:pt x="125" y="152"/>
                    </a:cubicBezTo>
                    <a:cubicBezTo>
                      <a:pt x="125" y="143"/>
                      <a:pt x="120" y="120"/>
                      <a:pt x="117" y="116"/>
                    </a:cubicBezTo>
                    <a:cubicBezTo>
                      <a:pt x="117" y="118"/>
                      <a:pt x="116" y="118"/>
                      <a:pt x="116" y="120"/>
                    </a:cubicBezTo>
                    <a:cubicBezTo>
                      <a:pt x="116" y="123"/>
                      <a:pt x="115" y="121"/>
                      <a:pt x="115" y="124"/>
                    </a:cubicBezTo>
                    <a:cubicBezTo>
                      <a:pt x="115" y="125"/>
                      <a:pt x="115" y="125"/>
                      <a:pt x="115" y="125"/>
                    </a:cubicBezTo>
                    <a:cubicBezTo>
                      <a:pt x="115" y="126"/>
                      <a:pt x="114" y="129"/>
                      <a:pt x="112" y="129"/>
                    </a:cubicBezTo>
                    <a:cubicBezTo>
                      <a:pt x="109" y="129"/>
                      <a:pt x="109" y="129"/>
                      <a:pt x="109" y="129"/>
                    </a:cubicBezTo>
                    <a:cubicBezTo>
                      <a:pt x="105" y="129"/>
                      <a:pt x="102" y="110"/>
                      <a:pt x="100" y="105"/>
                    </a:cubicBezTo>
                    <a:cubicBezTo>
                      <a:pt x="98" y="101"/>
                      <a:pt x="98" y="97"/>
                      <a:pt x="97" y="92"/>
                    </a:cubicBezTo>
                    <a:cubicBezTo>
                      <a:pt x="96" y="87"/>
                      <a:pt x="94" y="86"/>
                      <a:pt x="94" y="79"/>
                    </a:cubicBezTo>
                    <a:cubicBezTo>
                      <a:pt x="94" y="76"/>
                      <a:pt x="94" y="76"/>
                      <a:pt x="94" y="76"/>
                    </a:cubicBezTo>
                    <a:cubicBezTo>
                      <a:pt x="94" y="65"/>
                      <a:pt x="110" y="67"/>
                      <a:pt x="110" y="61"/>
                    </a:cubicBezTo>
                    <a:cubicBezTo>
                      <a:pt x="110" y="60"/>
                      <a:pt x="110" y="60"/>
                      <a:pt x="110" y="60"/>
                    </a:cubicBezTo>
                    <a:cubicBezTo>
                      <a:pt x="110" y="58"/>
                      <a:pt x="109" y="57"/>
                      <a:pt x="108" y="57"/>
                    </a:cubicBezTo>
                    <a:cubicBezTo>
                      <a:pt x="105" y="57"/>
                      <a:pt x="105" y="57"/>
                      <a:pt x="105" y="57"/>
                    </a:cubicBezTo>
                    <a:cubicBezTo>
                      <a:pt x="104" y="57"/>
                      <a:pt x="104" y="57"/>
                      <a:pt x="104" y="57"/>
                    </a:cubicBezTo>
                    <a:cubicBezTo>
                      <a:pt x="103" y="58"/>
                      <a:pt x="102" y="59"/>
                      <a:pt x="101" y="59"/>
                    </a:cubicBezTo>
                    <a:cubicBezTo>
                      <a:pt x="99" y="60"/>
                      <a:pt x="99" y="59"/>
                      <a:pt x="97" y="60"/>
                    </a:cubicBezTo>
                    <a:cubicBezTo>
                      <a:pt x="95" y="59"/>
                      <a:pt x="91" y="56"/>
                      <a:pt x="91" y="54"/>
                    </a:cubicBezTo>
                    <a:cubicBezTo>
                      <a:pt x="91" y="41"/>
                      <a:pt x="91" y="41"/>
                      <a:pt x="91" y="41"/>
                    </a:cubicBezTo>
                    <a:lnTo>
                      <a:pt x="91" y="29"/>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 name="íšlïďè"/>
              <p:cNvSpPr/>
              <p:nvPr/>
            </p:nvSpPr>
            <p:spPr bwMode="auto">
              <a:xfrm>
                <a:off x="5478463" y="3581400"/>
                <a:ext cx="46038" cy="76200"/>
              </a:xfrm>
              <a:custGeom>
                <a:avLst/>
                <a:gdLst>
                  <a:gd name="T0" fmla="*/ 14 w 14"/>
                  <a:gd name="T1" fmla="*/ 15 h 23"/>
                  <a:gd name="T2" fmla="*/ 10 w 14"/>
                  <a:gd name="T3" fmla="*/ 6 h 23"/>
                  <a:gd name="T4" fmla="*/ 3 w 14"/>
                  <a:gd name="T5" fmla="*/ 0 h 23"/>
                  <a:gd name="T6" fmla="*/ 0 w 14"/>
                  <a:gd name="T7" fmla="*/ 3 h 23"/>
                  <a:gd name="T8" fmla="*/ 5 w 14"/>
                  <a:gd name="T9" fmla="*/ 11 h 23"/>
                  <a:gd name="T10" fmla="*/ 5 w 14"/>
                  <a:gd name="T11" fmla="*/ 12 h 23"/>
                  <a:gd name="T12" fmla="*/ 5 w 14"/>
                  <a:gd name="T13" fmla="*/ 14 h 23"/>
                  <a:gd name="T14" fmla="*/ 5 w 14"/>
                  <a:gd name="T15" fmla="*/ 15 h 23"/>
                  <a:gd name="T16" fmla="*/ 2 w 14"/>
                  <a:gd name="T17" fmla="*/ 19 h 23"/>
                  <a:gd name="T18" fmla="*/ 2 w 14"/>
                  <a:gd name="T19" fmla="*/ 22 h 23"/>
                  <a:gd name="T20" fmla="*/ 5 w 14"/>
                  <a:gd name="T21" fmla="*/ 23 h 23"/>
                  <a:gd name="T22" fmla="*/ 6 w 14"/>
                  <a:gd name="T23" fmla="*/ 23 h 23"/>
                  <a:gd name="T24" fmla="*/ 11 w 14"/>
                  <a:gd name="T25" fmla="*/ 20 h 23"/>
                  <a:gd name="T26" fmla="*/ 14 w 14"/>
                  <a:gd name="T27" fmla="*/ 15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4" h="23">
                    <a:moveTo>
                      <a:pt x="14" y="15"/>
                    </a:moveTo>
                    <a:cubicBezTo>
                      <a:pt x="14" y="11"/>
                      <a:pt x="12" y="9"/>
                      <a:pt x="10" y="6"/>
                    </a:cubicBezTo>
                    <a:cubicBezTo>
                      <a:pt x="8" y="5"/>
                      <a:pt x="3" y="1"/>
                      <a:pt x="3" y="0"/>
                    </a:cubicBezTo>
                    <a:cubicBezTo>
                      <a:pt x="0" y="3"/>
                      <a:pt x="0" y="3"/>
                      <a:pt x="0" y="3"/>
                    </a:cubicBezTo>
                    <a:cubicBezTo>
                      <a:pt x="5" y="11"/>
                      <a:pt x="5" y="11"/>
                      <a:pt x="5" y="11"/>
                    </a:cubicBezTo>
                    <a:cubicBezTo>
                      <a:pt x="5" y="12"/>
                      <a:pt x="5" y="12"/>
                      <a:pt x="5" y="12"/>
                    </a:cubicBezTo>
                    <a:cubicBezTo>
                      <a:pt x="5" y="14"/>
                      <a:pt x="5" y="14"/>
                      <a:pt x="5" y="14"/>
                    </a:cubicBezTo>
                    <a:cubicBezTo>
                      <a:pt x="5" y="15"/>
                      <a:pt x="5" y="15"/>
                      <a:pt x="5" y="15"/>
                    </a:cubicBezTo>
                    <a:cubicBezTo>
                      <a:pt x="2" y="19"/>
                      <a:pt x="2" y="19"/>
                      <a:pt x="2" y="19"/>
                    </a:cubicBezTo>
                    <a:cubicBezTo>
                      <a:pt x="2" y="22"/>
                      <a:pt x="2" y="22"/>
                      <a:pt x="2" y="22"/>
                    </a:cubicBezTo>
                    <a:cubicBezTo>
                      <a:pt x="5" y="23"/>
                      <a:pt x="5" y="23"/>
                      <a:pt x="5" y="23"/>
                    </a:cubicBezTo>
                    <a:cubicBezTo>
                      <a:pt x="6" y="23"/>
                      <a:pt x="6" y="23"/>
                      <a:pt x="6" y="23"/>
                    </a:cubicBezTo>
                    <a:cubicBezTo>
                      <a:pt x="7" y="23"/>
                      <a:pt x="11" y="21"/>
                      <a:pt x="11" y="20"/>
                    </a:cubicBezTo>
                    <a:cubicBezTo>
                      <a:pt x="13" y="19"/>
                      <a:pt x="13" y="17"/>
                      <a:pt x="14" y="1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4" name="işḷîḑe"/>
              <p:cNvSpPr/>
              <p:nvPr/>
            </p:nvSpPr>
            <p:spPr bwMode="auto">
              <a:xfrm>
                <a:off x="6310313" y="3136900"/>
                <a:ext cx="406400" cy="554038"/>
              </a:xfrm>
              <a:custGeom>
                <a:avLst/>
                <a:gdLst>
                  <a:gd name="T0" fmla="*/ 101 w 123"/>
                  <a:gd name="T1" fmla="*/ 9 h 166"/>
                  <a:gd name="T2" fmla="*/ 96 w 123"/>
                  <a:gd name="T3" fmla="*/ 0 h 166"/>
                  <a:gd name="T4" fmla="*/ 76 w 123"/>
                  <a:gd name="T5" fmla="*/ 23 h 166"/>
                  <a:gd name="T6" fmla="*/ 66 w 123"/>
                  <a:gd name="T7" fmla="*/ 20 h 166"/>
                  <a:gd name="T8" fmla="*/ 69 w 123"/>
                  <a:gd name="T9" fmla="*/ 29 h 166"/>
                  <a:gd name="T10" fmla="*/ 64 w 123"/>
                  <a:gd name="T11" fmla="*/ 38 h 166"/>
                  <a:gd name="T12" fmla="*/ 71 w 123"/>
                  <a:gd name="T13" fmla="*/ 37 h 166"/>
                  <a:gd name="T14" fmla="*/ 78 w 123"/>
                  <a:gd name="T15" fmla="*/ 38 h 166"/>
                  <a:gd name="T16" fmla="*/ 104 w 123"/>
                  <a:gd name="T17" fmla="*/ 37 h 166"/>
                  <a:gd name="T18" fmla="*/ 97 w 123"/>
                  <a:gd name="T19" fmla="*/ 43 h 166"/>
                  <a:gd name="T20" fmla="*/ 85 w 123"/>
                  <a:gd name="T21" fmla="*/ 56 h 166"/>
                  <a:gd name="T22" fmla="*/ 78 w 123"/>
                  <a:gd name="T23" fmla="*/ 67 h 166"/>
                  <a:gd name="T24" fmla="*/ 72 w 123"/>
                  <a:gd name="T25" fmla="*/ 62 h 166"/>
                  <a:gd name="T26" fmla="*/ 72 w 123"/>
                  <a:gd name="T27" fmla="*/ 48 h 166"/>
                  <a:gd name="T28" fmla="*/ 63 w 123"/>
                  <a:gd name="T29" fmla="*/ 57 h 166"/>
                  <a:gd name="T30" fmla="*/ 56 w 123"/>
                  <a:gd name="T31" fmla="*/ 57 h 166"/>
                  <a:gd name="T32" fmla="*/ 61 w 123"/>
                  <a:gd name="T33" fmla="*/ 66 h 166"/>
                  <a:gd name="T34" fmla="*/ 59 w 123"/>
                  <a:gd name="T35" fmla="*/ 70 h 166"/>
                  <a:gd name="T36" fmla="*/ 68 w 123"/>
                  <a:gd name="T37" fmla="*/ 74 h 166"/>
                  <a:gd name="T38" fmla="*/ 68 w 123"/>
                  <a:gd name="T39" fmla="*/ 78 h 166"/>
                  <a:gd name="T40" fmla="*/ 40 w 123"/>
                  <a:gd name="T41" fmla="*/ 92 h 166"/>
                  <a:gd name="T42" fmla="*/ 24 w 123"/>
                  <a:gd name="T43" fmla="*/ 99 h 166"/>
                  <a:gd name="T44" fmla="*/ 3 w 123"/>
                  <a:gd name="T45" fmla="*/ 105 h 166"/>
                  <a:gd name="T46" fmla="*/ 2 w 123"/>
                  <a:gd name="T47" fmla="*/ 112 h 166"/>
                  <a:gd name="T48" fmla="*/ 14 w 123"/>
                  <a:gd name="T49" fmla="*/ 120 h 166"/>
                  <a:gd name="T50" fmla="*/ 32 w 123"/>
                  <a:gd name="T51" fmla="*/ 108 h 166"/>
                  <a:gd name="T52" fmla="*/ 55 w 123"/>
                  <a:gd name="T53" fmla="*/ 93 h 166"/>
                  <a:gd name="T54" fmla="*/ 63 w 123"/>
                  <a:gd name="T55" fmla="*/ 89 h 166"/>
                  <a:gd name="T56" fmla="*/ 82 w 123"/>
                  <a:gd name="T57" fmla="*/ 83 h 166"/>
                  <a:gd name="T58" fmla="*/ 82 w 123"/>
                  <a:gd name="T59" fmla="*/ 86 h 166"/>
                  <a:gd name="T60" fmla="*/ 74 w 123"/>
                  <a:gd name="T61" fmla="*/ 97 h 166"/>
                  <a:gd name="T62" fmla="*/ 61 w 123"/>
                  <a:gd name="T63" fmla="*/ 107 h 166"/>
                  <a:gd name="T64" fmla="*/ 64 w 123"/>
                  <a:gd name="T65" fmla="*/ 118 h 166"/>
                  <a:gd name="T66" fmla="*/ 55 w 123"/>
                  <a:gd name="T67" fmla="*/ 126 h 166"/>
                  <a:gd name="T68" fmla="*/ 40 w 123"/>
                  <a:gd name="T69" fmla="*/ 129 h 166"/>
                  <a:gd name="T70" fmla="*/ 30 w 123"/>
                  <a:gd name="T71" fmla="*/ 130 h 166"/>
                  <a:gd name="T72" fmla="*/ 35 w 123"/>
                  <a:gd name="T73" fmla="*/ 141 h 166"/>
                  <a:gd name="T74" fmla="*/ 38 w 123"/>
                  <a:gd name="T75" fmla="*/ 141 h 166"/>
                  <a:gd name="T76" fmla="*/ 56 w 123"/>
                  <a:gd name="T77" fmla="*/ 133 h 166"/>
                  <a:gd name="T78" fmla="*/ 63 w 123"/>
                  <a:gd name="T79" fmla="*/ 141 h 166"/>
                  <a:gd name="T80" fmla="*/ 56 w 123"/>
                  <a:gd name="T81" fmla="*/ 154 h 166"/>
                  <a:gd name="T82" fmla="*/ 53 w 123"/>
                  <a:gd name="T83" fmla="*/ 154 h 166"/>
                  <a:gd name="T84" fmla="*/ 49 w 123"/>
                  <a:gd name="T85" fmla="*/ 154 h 166"/>
                  <a:gd name="T86" fmla="*/ 46 w 123"/>
                  <a:gd name="T87" fmla="*/ 156 h 166"/>
                  <a:gd name="T88" fmla="*/ 56 w 123"/>
                  <a:gd name="T89" fmla="*/ 166 h 166"/>
                  <a:gd name="T90" fmla="*/ 71 w 123"/>
                  <a:gd name="T91" fmla="*/ 160 h 166"/>
                  <a:gd name="T92" fmla="*/ 75 w 123"/>
                  <a:gd name="T93" fmla="*/ 146 h 166"/>
                  <a:gd name="T94" fmla="*/ 80 w 123"/>
                  <a:gd name="T95" fmla="*/ 124 h 166"/>
                  <a:gd name="T96" fmla="*/ 94 w 123"/>
                  <a:gd name="T97" fmla="*/ 120 h 166"/>
                  <a:gd name="T98" fmla="*/ 81 w 123"/>
                  <a:gd name="T99" fmla="*/ 117 h 166"/>
                  <a:gd name="T100" fmla="*/ 72 w 123"/>
                  <a:gd name="T101" fmla="*/ 107 h 166"/>
                  <a:gd name="T102" fmla="*/ 78 w 123"/>
                  <a:gd name="T103" fmla="*/ 96 h 166"/>
                  <a:gd name="T104" fmla="*/ 92 w 123"/>
                  <a:gd name="T105" fmla="*/ 89 h 166"/>
                  <a:gd name="T106" fmla="*/ 102 w 123"/>
                  <a:gd name="T107" fmla="*/ 78 h 166"/>
                  <a:gd name="T108" fmla="*/ 95 w 123"/>
                  <a:gd name="T109" fmla="*/ 61 h 166"/>
                  <a:gd name="T110" fmla="*/ 109 w 123"/>
                  <a:gd name="T111" fmla="*/ 48 h 166"/>
                  <a:gd name="T112" fmla="*/ 116 w 123"/>
                  <a:gd name="T113" fmla="*/ 42 h 166"/>
                  <a:gd name="T114" fmla="*/ 121 w 123"/>
                  <a:gd name="T115" fmla="*/ 32 h 166"/>
                  <a:gd name="T116" fmla="*/ 116 w 123"/>
                  <a:gd name="T117" fmla="*/ 17 h 166"/>
                  <a:gd name="T118" fmla="*/ 104 w 123"/>
                  <a:gd name="T119" fmla="*/ 20 h 166"/>
                  <a:gd name="T120" fmla="*/ 93 w 123"/>
                  <a:gd name="T121" fmla="*/ 21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23" h="166">
                    <a:moveTo>
                      <a:pt x="93" y="21"/>
                    </a:moveTo>
                    <a:cubicBezTo>
                      <a:pt x="94" y="14"/>
                      <a:pt x="98" y="14"/>
                      <a:pt x="101" y="9"/>
                    </a:cubicBezTo>
                    <a:cubicBezTo>
                      <a:pt x="101" y="8"/>
                      <a:pt x="101" y="8"/>
                      <a:pt x="101" y="8"/>
                    </a:cubicBezTo>
                    <a:cubicBezTo>
                      <a:pt x="101" y="5"/>
                      <a:pt x="97" y="1"/>
                      <a:pt x="96" y="0"/>
                    </a:cubicBezTo>
                    <a:cubicBezTo>
                      <a:pt x="89" y="3"/>
                      <a:pt x="91" y="6"/>
                      <a:pt x="88" y="13"/>
                    </a:cubicBezTo>
                    <a:cubicBezTo>
                      <a:pt x="85" y="17"/>
                      <a:pt x="82" y="23"/>
                      <a:pt x="76" y="23"/>
                    </a:cubicBezTo>
                    <a:cubicBezTo>
                      <a:pt x="75" y="23"/>
                      <a:pt x="70" y="18"/>
                      <a:pt x="67" y="17"/>
                    </a:cubicBezTo>
                    <a:cubicBezTo>
                      <a:pt x="66" y="20"/>
                      <a:pt x="66" y="20"/>
                      <a:pt x="66" y="20"/>
                    </a:cubicBezTo>
                    <a:cubicBezTo>
                      <a:pt x="67" y="23"/>
                      <a:pt x="69" y="24"/>
                      <a:pt x="69" y="28"/>
                    </a:cubicBezTo>
                    <a:cubicBezTo>
                      <a:pt x="69" y="29"/>
                      <a:pt x="69" y="29"/>
                      <a:pt x="69" y="29"/>
                    </a:cubicBezTo>
                    <a:cubicBezTo>
                      <a:pt x="69" y="29"/>
                      <a:pt x="63" y="36"/>
                      <a:pt x="62" y="37"/>
                    </a:cubicBezTo>
                    <a:cubicBezTo>
                      <a:pt x="63" y="38"/>
                      <a:pt x="61" y="38"/>
                      <a:pt x="64" y="38"/>
                    </a:cubicBezTo>
                    <a:cubicBezTo>
                      <a:pt x="64" y="38"/>
                      <a:pt x="64" y="38"/>
                      <a:pt x="64" y="38"/>
                    </a:cubicBezTo>
                    <a:cubicBezTo>
                      <a:pt x="71" y="37"/>
                      <a:pt x="71" y="37"/>
                      <a:pt x="71" y="37"/>
                    </a:cubicBezTo>
                    <a:cubicBezTo>
                      <a:pt x="74" y="37"/>
                      <a:pt x="74" y="38"/>
                      <a:pt x="78" y="38"/>
                    </a:cubicBezTo>
                    <a:cubicBezTo>
                      <a:pt x="78" y="38"/>
                      <a:pt x="78" y="38"/>
                      <a:pt x="78" y="38"/>
                    </a:cubicBezTo>
                    <a:cubicBezTo>
                      <a:pt x="79" y="38"/>
                      <a:pt x="84" y="33"/>
                      <a:pt x="91" y="32"/>
                    </a:cubicBezTo>
                    <a:cubicBezTo>
                      <a:pt x="96" y="31"/>
                      <a:pt x="104" y="30"/>
                      <a:pt x="104" y="37"/>
                    </a:cubicBezTo>
                    <a:cubicBezTo>
                      <a:pt x="104" y="39"/>
                      <a:pt x="102" y="41"/>
                      <a:pt x="101" y="43"/>
                    </a:cubicBezTo>
                    <a:cubicBezTo>
                      <a:pt x="98" y="43"/>
                      <a:pt x="99" y="43"/>
                      <a:pt x="97" y="43"/>
                    </a:cubicBezTo>
                    <a:cubicBezTo>
                      <a:pt x="96" y="43"/>
                      <a:pt x="93" y="42"/>
                      <a:pt x="92" y="41"/>
                    </a:cubicBezTo>
                    <a:cubicBezTo>
                      <a:pt x="85" y="46"/>
                      <a:pt x="88" y="49"/>
                      <a:pt x="85" y="56"/>
                    </a:cubicBezTo>
                    <a:cubicBezTo>
                      <a:pt x="84" y="57"/>
                      <a:pt x="81" y="64"/>
                      <a:pt x="81" y="64"/>
                    </a:cubicBezTo>
                    <a:cubicBezTo>
                      <a:pt x="80" y="66"/>
                      <a:pt x="80" y="64"/>
                      <a:pt x="78" y="67"/>
                    </a:cubicBezTo>
                    <a:cubicBezTo>
                      <a:pt x="77" y="70"/>
                      <a:pt x="78" y="68"/>
                      <a:pt x="76" y="70"/>
                    </a:cubicBezTo>
                    <a:cubicBezTo>
                      <a:pt x="74" y="67"/>
                      <a:pt x="72" y="66"/>
                      <a:pt x="72" y="62"/>
                    </a:cubicBezTo>
                    <a:cubicBezTo>
                      <a:pt x="72" y="61"/>
                      <a:pt x="75" y="55"/>
                      <a:pt x="76" y="54"/>
                    </a:cubicBezTo>
                    <a:cubicBezTo>
                      <a:pt x="75" y="51"/>
                      <a:pt x="75" y="48"/>
                      <a:pt x="72" y="48"/>
                    </a:cubicBezTo>
                    <a:cubicBezTo>
                      <a:pt x="71" y="48"/>
                      <a:pt x="70" y="49"/>
                      <a:pt x="70" y="49"/>
                    </a:cubicBezTo>
                    <a:cubicBezTo>
                      <a:pt x="70" y="55"/>
                      <a:pt x="67" y="55"/>
                      <a:pt x="63" y="57"/>
                    </a:cubicBezTo>
                    <a:cubicBezTo>
                      <a:pt x="62" y="56"/>
                      <a:pt x="60" y="55"/>
                      <a:pt x="59" y="55"/>
                    </a:cubicBezTo>
                    <a:cubicBezTo>
                      <a:pt x="58" y="55"/>
                      <a:pt x="56" y="57"/>
                      <a:pt x="56" y="57"/>
                    </a:cubicBezTo>
                    <a:cubicBezTo>
                      <a:pt x="58" y="60"/>
                      <a:pt x="59" y="60"/>
                      <a:pt x="61" y="64"/>
                    </a:cubicBezTo>
                    <a:cubicBezTo>
                      <a:pt x="61" y="66"/>
                      <a:pt x="61" y="66"/>
                      <a:pt x="61" y="66"/>
                    </a:cubicBezTo>
                    <a:cubicBezTo>
                      <a:pt x="61" y="67"/>
                      <a:pt x="61" y="67"/>
                      <a:pt x="61" y="67"/>
                    </a:cubicBezTo>
                    <a:cubicBezTo>
                      <a:pt x="59" y="70"/>
                      <a:pt x="59" y="70"/>
                      <a:pt x="59" y="70"/>
                    </a:cubicBezTo>
                    <a:cubicBezTo>
                      <a:pt x="60" y="71"/>
                      <a:pt x="58" y="71"/>
                      <a:pt x="61" y="71"/>
                    </a:cubicBezTo>
                    <a:cubicBezTo>
                      <a:pt x="64" y="71"/>
                      <a:pt x="66" y="72"/>
                      <a:pt x="68" y="74"/>
                    </a:cubicBezTo>
                    <a:cubicBezTo>
                      <a:pt x="68" y="75"/>
                      <a:pt x="68" y="75"/>
                      <a:pt x="68" y="75"/>
                    </a:cubicBezTo>
                    <a:cubicBezTo>
                      <a:pt x="68" y="78"/>
                      <a:pt x="68" y="78"/>
                      <a:pt x="68" y="78"/>
                    </a:cubicBezTo>
                    <a:cubicBezTo>
                      <a:pt x="68" y="82"/>
                      <a:pt x="58" y="85"/>
                      <a:pt x="55" y="86"/>
                    </a:cubicBezTo>
                    <a:cubicBezTo>
                      <a:pt x="50" y="88"/>
                      <a:pt x="44" y="91"/>
                      <a:pt x="40" y="92"/>
                    </a:cubicBezTo>
                    <a:cubicBezTo>
                      <a:pt x="36" y="94"/>
                      <a:pt x="35" y="94"/>
                      <a:pt x="32" y="96"/>
                    </a:cubicBezTo>
                    <a:cubicBezTo>
                      <a:pt x="29" y="97"/>
                      <a:pt x="27" y="97"/>
                      <a:pt x="24" y="99"/>
                    </a:cubicBezTo>
                    <a:cubicBezTo>
                      <a:pt x="20" y="101"/>
                      <a:pt x="13" y="104"/>
                      <a:pt x="9" y="104"/>
                    </a:cubicBezTo>
                    <a:cubicBezTo>
                      <a:pt x="3" y="105"/>
                      <a:pt x="3" y="105"/>
                      <a:pt x="3" y="105"/>
                    </a:cubicBezTo>
                    <a:cubicBezTo>
                      <a:pt x="1" y="105"/>
                      <a:pt x="1" y="106"/>
                      <a:pt x="0" y="107"/>
                    </a:cubicBezTo>
                    <a:cubicBezTo>
                      <a:pt x="0" y="108"/>
                      <a:pt x="0" y="111"/>
                      <a:pt x="2" y="112"/>
                    </a:cubicBezTo>
                    <a:cubicBezTo>
                      <a:pt x="4" y="114"/>
                      <a:pt x="3" y="114"/>
                      <a:pt x="5" y="115"/>
                    </a:cubicBezTo>
                    <a:cubicBezTo>
                      <a:pt x="6" y="116"/>
                      <a:pt x="12" y="119"/>
                      <a:pt x="14" y="120"/>
                    </a:cubicBezTo>
                    <a:cubicBezTo>
                      <a:pt x="15" y="119"/>
                      <a:pt x="15" y="119"/>
                      <a:pt x="17" y="119"/>
                    </a:cubicBezTo>
                    <a:cubicBezTo>
                      <a:pt x="20" y="119"/>
                      <a:pt x="30" y="110"/>
                      <a:pt x="32" y="108"/>
                    </a:cubicBezTo>
                    <a:cubicBezTo>
                      <a:pt x="36" y="104"/>
                      <a:pt x="42" y="101"/>
                      <a:pt x="47" y="98"/>
                    </a:cubicBezTo>
                    <a:cubicBezTo>
                      <a:pt x="50" y="96"/>
                      <a:pt x="52" y="95"/>
                      <a:pt x="55" y="93"/>
                    </a:cubicBezTo>
                    <a:cubicBezTo>
                      <a:pt x="57" y="92"/>
                      <a:pt x="58" y="92"/>
                      <a:pt x="59" y="91"/>
                    </a:cubicBezTo>
                    <a:cubicBezTo>
                      <a:pt x="61" y="90"/>
                      <a:pt x="61" y="90"/>
                      <a:pt x="63" y="89"/>
                    </a:cubicBezTo>
                    <a:cubicBezTo>
                      <a:pt x="68" y="87"/>
                      <a:pt x="74" y="80"/>
                      <a:pt x="79" y="80"/>
                    </a:cubicBezTo>
                    <a:cubicBezTo>
                      <a:pt x="81" y="80"/>
                      <a:pt x="82" y="82"/>
                      <a:pt x="82" y="83"/>
                    </a:cubicBezTo>
                    <a:cubicBezTo>
                      <a:pt x="82" y="85"/>
                      <a:pt x="82" y="85"/>
                      <a:pt x="82" y="85"/>
                    </a:cubicBezTo>
                    <a:cubicBezTo>
                      <a:pt x="82" y="86"/>
                      <a:pt x="82" y="86"/>
                      <a:pt x="82" y="86"/>
                    </a:cubicBezTo>
                    <a:cubicBezTo>
                      <a:pt x="80" y="90"/>
                      <a:pt x="79" y="89"/>
                      <a:pt x="78" y="93"/>
                    </a:cubicBezTo>
                    <a:cubicBezTo>
                      <a:pt x="75" y="94"/>
                      <a:pt x="75" y="94"/>
                      <a:pt x="74" y="97"/>
                    </a:cubicBezTo>
                    <a:cubicBezTo>
                      <a:pt x="69" y="98"/>
                      <a:pt x="71" y="99"/>
                      <a:pt x="67" y="101"/>
                    </a:cubicBezTo>
                    <a:cubicBezTo>
                      <a:pt x="63" y="103"/>
                      <a:pt x="63" y="103"/>
                      <a:pt x="61" y="107"/>
                    </a:cubicBezTo>
                    <a:cubicBezTo>
                      <a:pt x="61" y="110"/>
                      <a:pt x="64" y="114"/>
                      <a:pt x="64" y="117"/>
                    </a:cubicBezTo>
                    <a:cubicBezTo>
                      <a:pt x="64" y="118"/>
                      <a:pt x="64" y="118"/>
                      <a:pt x="64" y="118"/>
                    </a:cubicBezTo>
                    <a:cubicBezTo>
                      <a:pt x="64" y="119"/>
                      <a:pt x="64" y="119"/>
                      <a:pt x="64" y="119"/>
                    </a:cubicBezTo>
                    <a:cubicBezTo>
                      <a:pt x="61" y="123"/>
                      <a:pt x="60" y="125"/>
                      <a:pt x="55" y="126"/>
                    </a:cubicBezTo>
                    <a:cubicBezTo>
                      <a:pt x="51" y="127"/>
                      <a:pt x="43" y="129"/>
                      <a:pt x="41" y="129"/>
                    </a:cubicBezTo>
                    <a:cubicBezTo>
                      <a:pt x="40" y="129"/>
                      <a:pt x="40" y="129"/>
                      <a:pt x="40" y="129"/>
                    </a:cubicBezTo>
                    <a:cubicBezTo>
                      <a:pt x="32" y="130"/>
                      <a:pt x="32" y="130"/>
                      <a:pt x="32" y="130"/>
                    </a:cubicBezTo>
                    <a:cubicBezTo>
                      <a:pt x="30" y="130"/>
                      <a:pt x="30" y="130"/>
                      <a:pt x="30" y="130"/>
                    </a:cubicBezTo>
                    <a:cubicBezTo>
                      <a:pt x="27" y="132"/>
                      <a:pt x="27" y="132"/>
                      <a:pt x="27" y="132"/>
                    </a:cubicBezTo>
                    <a:cubicBezTo>
                      <a:pt x="30" y="136"/>
                      <a:pt x="30" y="138"/>
                      <a:pt x="35" y="141"/>
                    </a:cubicBezTo>
                    <a:cubicBezTo>
                      <a:pt x="36" y="141"/>
                      <a:pt x="36" y="141"/>
                      <a:pt x="36" y="141"/>
                    </a:cubicBezTo>
                    <a:cubicBezTo>
                      <a:pt x="38" y="141"/>
                      <a:pt x="38" y="141"/>
                      <a:pt x="38" y="141"/>
                    </a:cubicBezTo>
                    <a:cubicBezTo>
                      <a:pt x="39" y="141"/>
                      <a:pt x="39" y="141"/>
                      <a:pt x="39" y="141"/>
                    </a:cubicBezTo>
                    <a:cubicBezTo>
                      <a:pt x="43" y="138"/>
                      <a:pt x="51" y="133"/>
                      <a:pt x="56" y="133"/>
                    </a:cubicBezTo>
                    <a:cubicBezTo>
                      <a:pt x="58" y="133"/>
                      <a:pt x="58" y="133"/>
                      <a:pt x="58" y="133"/>
                    </a:cubicBezTo>
                    <a:cubicBezTo>
                      <a:pt x="62" y="133"/>
                      <a:pt x="63" y="137"/>
                      <a:pt x="63" y="141"/>
                    </a:cubicBezTo>
                    <a:cubicBezTo>
                      <a:pt x="63" y="143"/>
                      <a:pt x="63" y="143"/>
                      <a:pt x="63" y="143"/>
                    </a:cubicBezTo>
                    <a:cubicBezTo>
                      <a:pt x="63" y="150"/>
                      <a:pt x="60" y="152"/>
                      <a:pt x="56" y="154"/>
                    </a:cubicBezTo>
                    <a:cubicBezTo>
                      <a:pt x="55" y="154"/>
                      <a:pt x="55" y="154"/>
                      <a:pt x="55" y="154"/>
                    </a:cubicBezTo>
                    <a:cubicBezTo>
                      <a:pt x="53" y="154"/>
                      <a:pt x="53" y="154"/>
                      <a:pt x="53" y="154"/>
                    </a:cubicBezTo>
                    <a:cubicBezTo>
                      <a:pt x="52" y="154"/>
                      <a:pt x="52" y="154"/>
                      <a:pt x="51" y="153"/>
                    </a:cubicBezTo>
                    <a:cubicBezTo>
                      <a:pt x="50" y="154"/>
                      <a:pt x="50" y="154"/>
                      <a:pt x="49" y="154"/>
                    </a:cubicBezTo>
                    <a:cubicBezTo>
                      <a:pt x="47" y="154"/>
                      <a:pt x="47" y="154"/>
                      <a:pt x="47" y="154"/>
                    </a:cubicBezTo>
                    <a:cubicBezTo>
                      <a:pt x="47" y="155"/>
                      <a:pt x="46" y="155"/>
                      <a:pt x="46" y="156"/>
                    </a:cubicBezTo>
                    <a:cubicBezTo>
                      <a:pt x="46" y="158"/>
                      <a:pt x="53" y="165"/>
                      <a:pt x="55" y="166"/>
                    </a:cubicBezTo>
                    <a:cubicBezTo>
                      <a:pt x="56" y="166"/>
                      <a:pt x="56" y="166"/>
                      <a:pt x="56" y="166"/>
                    </a:cubicBezTo>
                    <a:cubicBezTo>
                      <a:pt x="61" y="166"/>
                      <a:pt x="61" y="166"/>
                      <a:pt x="61" y="166"/>
                    </a:cubicBezTo>
                    <a:cubicBezTo>
                      <a:pt x="66" y="166"/>
                      <a:pt x="69" y="163"/>
                      <a:pt x="71" y="160"/>
                    </a:cubicBezTo>
                    <a:cubicBezTo>
                      <a:pt x="74" y="155"/>
                      <a:pt x="74" y="151"/>
                      <a:pt x="76" y="148"/>
                    </a:cubicBezTo>
                    <a:cubicBezTo>
                      <a:pt x="75" y="146"/>
                      <a:pt x="75" y="148"/>
                      <a:pt x="75" y="146"/>
                    </a:cubicBezTo>
                    <a:cubicBezTo>
                      <a:pt x="75" y="138"/>
                      <a:pt x="75" y="138"/>
                      <a:pt x="75" y="138"/>
                    </a:cubicBezTo>
                    <a:cubicBezTo>
                      <a:pt x="75" y="130"/>
                      <a:pt x="74" y="128"/>
                      <a:pt x="80" y="124"/>
                    </a:cubicBezTo>
                    <a:cubicBezTo>
                      <a:pt x="81" y="124"/>
                      <a:pt x="81" y="124"/>
                      <a:pt x="81" y="124"/>
                    </a:cubicBezTo>
                    <a:cubicBezTo>
                      <a:pt x="90" y="124"/>
                      <a:pt x="90" y="127"/>
                      <a:pt x="94" y="120"/>
                    </a:cubicBezTo>
                    <a:cubicBezTo>
                      <a:pt x="92" y="117"/>
                      <a:pt x="91" y="116"/>
                      <a:pt x="88" y="115"/>
                    </a:cubicBezTo>
                    <a:cubicBezTo>
                      <a:pt x="86" y="116"/>
                      <a:pt x="84" y="117"/>
                      <a:pt x="81" y="117"/>
                    </a:cubicBezTo>
                    <a:cubicBezTo>
                      <a:pt x="79" y="117"/>
                      <a:pt x="79" y="117"/>
                      <a:pt x="79" y="117"/>
                    </a:cubicBezTo>
                    <a:cubicBezTo>
                      <a:pt x="77" y="116"/>
                      <a:pt x="72" y="109"/>
                      <a:pt x="72" y="107"/>
                    </a:cubicBezTo>
                    <a:cubicBezTo>
                      <a:pt x="72" y="105"/>
                      <a:pt x="72" y="105"/>
                      <a:pt x="72" y="105"/>
                    </a:cubicBezTo>
                    <a:cubicBezTo>
                      <a:pt x="72" y="99"/>
                      <a:pt x="75" y="100"/>
                      <a:pt x="78" y="96"/>
                    </a:cubicBezTo>
                    <a:cubicBezTo>
                      <a:pt x="80" y="96"/>
                      <a:pt x="80" y="96"/>
                      <a:pt x="80" y="96"/>
                    </a:cubicBezTo>
                    <a:cubicBezTo>
                      <a:pt x="82" y="93"/>
                      <a:pt x="89" y="90"/>
                      <a:pt x="92" y="89"/>
                    </a:cubicBezTo>
                    <a:cubicBezTo>
                      <a:pt x="95" y="87"/>
                      <a:pt x="101" y="83"/>
                      <a:pt x="101" y="80"/>
                    </a:cubicBezTo>
                    <a:cubicBezTo>
                      <a:pt x="101" y="77"/>
                      <a:pt x="101" y="79"/>
                      <a:pt x="102" y="78"/>
                    </a:cubicBezTo>
                    <a:cubicBezTo>
                      <a:pt x="101" y="77"/>
                      <a:pt x="101" y="79"/>
                      <a:pt x="101" y="77"/>
                    </a:cubicBezTo>
                    <a:cubicBezTo>
                      <a:pt x="101" y="73"/>
                      <a:pt x="96" y="64"/>
                      <a:pt x="95" y="61"/>
                    </a:cubicBezTo>
                    <a:cubicBezTo>
                      <a:pt x="95" y="61"/>
                      <a:pt x="101" y="55"/>
                      <a:pt x="102" y="55"/>
                    </a:cubicBezTo>
                    <a:cubicBezTo>
                      <a:pt x="104" y="52"/>
                      <a:pt x="106" y="51"/>
                      <a:pt x="109" y="48"/>
                    </a:cubicBezTo>
                    <a:cubicBezTo>
                      <a:pt x="110" y="47"/>
                      <a:pt x="112" y="46"/>
                      <a:pt x="113" y="45"/>
                    </a:cubicBezTo>
                    <a:cubicBezTo>
                      <a:pt x="114" y="44"/>
                      <a:pt x="115" y="43"/>
                      <a:pt x="116" y="42"/>
                    </a:cubicBezTo>
                    <a:cubicBezTo>
                      <a:pt x="118" y="39"/>
                      <a:pt x="118" y="35"/>
                      <a:pt x="121" y="34"/>
                    </a:cubicBezTo>
                    <a:cubicBezTo>
                      <a:pt x="121" y="32"/>
                      <a:pt x="121" y="32"/>
                      <a:pt x="121" y="32"/>
                    </a:cubicBezTo>
                    <a:cubicBezTo>
                      <a:pt x="121" y="27"/>
                      <a:pt x="123" y="30"/>
                      <a:pt x="120" y="24"/>
                    </a:cubicBezTo>
                    <a:cubicBezTo>
                      <a:pt x="118" y="20"/>
                      <a:pt x="118" y="20"/>
                      <a:pt x="116" y="17"/>
                    </a:cubicBezTo>
                    <a:cubicBezTo>
                      <a:pt x="113" y="17"/>
                      <a:pt x="113" y="17"/>
                      <a:pt x="113" y="17"/>
                    </a:cubicBezTo>
                    <a:cubicBezTo>
                      <a:pt x="111" y="17"/>
                      <a:pt x="105" y="19"/>
                      <a:pt x="104" y="20"/>
                    </a:cubicBezTo>
                    <a:cubicBezTo>
                      <a:pt x="101" y="23"/>
                      <a:pt x="102" y="23"/>
                      <a:pt x="96" y="24"/>
                    </a:cubicBezTo>
                    <a:lnTo>
                      <a:pt x="93" y="2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5" name="íṥḻiďê"/>
              <p:cNvSpPr/>
              <p:nvPr/>
            </p:nvSpPr>
            <p:spPr bwMode="auto">
              <a:xfrm>
                <a:off x="5159376" y="3357563"/>
                <a:ext cx="117475" cy="366713"/>
              </a:xfrm>
              <a:custGeom>
                <a:avLst/>
                <a:gdLst>
                  <a:gd name="T0" fmla="*/ 23 w 36"/>
                  <a:gd name="T1" fmla="*/ 14 h 110"/>
                  <a:gd name="T2" fmla="*/ 23 w 36"/>
                  <a:gd name="T3" fmla="*/ 12 h 110"/>
                  <a:gd name="T4" fmla="*/ 18 w 36"/>
                  <a:gd name="T5" fmla="*/ 6 h 110"/>
                  <a:gd name="T6" fmla="*/ 13 w 36"/>
                  <a:gd name="T7" fmla="*/ 0 h 110"/>
                  <a:gd name="T8" fmla="*/ 11 w 36"/>
                  <a:gd name="T9" fmla="*/ 4 h 110"/>
                  <a:gd name="T10" fmla="*/ 13 w 36"/>
                  <a:gd name="T11" fmla="*/ 16 h 110"/>
                  <a:gd name="T12" fmla="*/ 12 w 36"/>
                  <a:gd name="T13" fmla="*/ 34 h 110"/>
                  <a:gd name="T14" fmla="*/ 7 w 36"/>
                  <a:gd name="T15" fmla="*/ 65 h 110"/>
                  <a:gd name="T16" fmla="*/ 3 w 36"/>
                  <a:gd name="T17" fmla="*/ 80 h 110"/>
                  <a:gd name="T18" fmla="*/ 0 w 36"/>
                  <a:gd name="T19" fmla="*/ 95 h 110"/>
                  <a:gd name="T20" fmla="*/ 0 w 36"/>
                  <a:gd name="T21" fmla="*/ 98 h 110"/>
                  <a:gd name="T22" fmla="*/ 0 w 36"/>
                  <a:gd name="T23" fmla="*/ 100 h 110"/>
                  <a:gd name="T24" fmla="*/ 4 w 36"/>
                  <a:gd name="T25" fmla="*/ 105 h 110"/>
                  <a:gd name="T26" fmla="*/ 9 w 36"/>
                  <a:gd name="T27" fmla="*/ 110 h 110"/>
                  <a:gd name="T28" fmla="*/ 15 w 36"/>
                  <a:gd name="T29" fmla="*/ 104 h 110"/>
                  <a:gd name="T30" fmla="*/ 18 w 36"/>
                  <a:gd name="T31" fmla="*/ 96 h 110"/>
                  <a:gd name="T32" fmla="*/ 18 w 36"/>
                  <a:gd name="T33" fmla="*/ 90 h 110"/>
                  <a:gd name="T34" fmla="*/ 21 w 36"/>
                  <a:gd name="T35" fmla="*/ 71 h 110"/>
                  <a:gd name="T36" fmla="*/ 25 w 36"/>
                  <a:gd name="T37" fmla="*/ 53 h 110"/>
                  <a:gd name="T38" fmla="*/ 30 w 36"/>
                  <a:gd name="T39" fmla="*/ 36 h 110"/>
                  <a:gd name="T40" fmla="*/ 35 w 36"/>
                  <a:gd name="T41" fmla="*/ 20 h 110"/>
                  <a:gd name="T42" fmla="*/ 33 w 36"/>
                  <a:gd name="T43" fmla="*/ 20 h 110"/>
                  <a:gd name="T44" fmla="*/ 30 w 36"/>
                  <a:gd name="T45" fmla="*/ 22 h 110"/>
                  <a:gd name="T46" fmla="*/ 23 w 36"/>
                  <a:gd name="T47" fmla="*/ 17 h 110"/>
                  <a:gd name="T48" fmla="*/ 23 w 36"/>
                  <a:gd name="T49" fmla="*/ 15 h 110"/>
                  <a:gd name="T50" fmla="*/ 23 w 36"/>
                  <a:gd name="T51" fmla="*/ 14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6" h="110">
                    <a:moveTo>
                      <a:pt x="23" y="14"/>
                    </a:moveTo>
                    <a:cubicBezTo>
                      <a:pt x="23" y="12"/>
                      <a:pt x="23" y="12"/>
                      <a:pt x="23" y="12"/>
                    </a:cubicBezTo>
                    <a:cubicBezTo>
                      <a:pt x="21" y="8"/>
                      <a:pt x="22" y="9"/>
                      <a:pt x="18" y="6"/>
                    </a:cubicBezTo>
                    <a:cubicBezTo>
                      <a:pt x="17" y="4"/>
                      <a:pt x="15" y="2"/>
                      <a:pt x="13" y="0"/>
                    </a:cubicBezTo>
                    <a:cubicBezTo>
                      <a:pt x="12" y="1"/>
                      <a:pt x="11" y="3"/>
                      <a:pt x="11" y="4"/>
                    </a:cubicBezTo>
                    <a:cubicBezTo>
                      <a:pt x="11" y="7"/>
                      <a:pt x="13" y="12"/>
                      <a:pt x="13" y="16"/>
                    </a:cubicBezTo>
                    <a:cubicBezTo>
                      <a:pt x="12" y="34"/>
                      <a:pt x="12" y="34"/>
                      <a:pt x="12" y="34"/>
                    </a:cubicBezTo>
                    <a:cubicBezTo>
                      <a:pt x="12" y="43"/>
                      <a:pt x="9" y="56"/>
                      <a:pt x="7" y="65"/>
                    </a:cubicBezTo>
                    <a:cubicBezTo>
                      <a:pt x="6" y="72"/>
                      <a:pt x="4" y="75"/>
                      <a:pt x="3" y="80"/>
                    </a:cubicBezTo>
                    <a:cubicBezTo>
                      <a:pt x="2" y="85"/>
                      <a:pt x="0" y="91"/>
                      <a:pt x="0" y="95"/>
                    </a:cubicBezTo>
                    <a:cubicBezTo>
                      <a:pt x="0" y="98"/>
                      <a:pt x="0" y="98"/>
                      <a:pt x="0" y="98"/>
                    </a:cubicBezTo>
                    <a:cubicBezTo>
                      <a:pt x="0" y="100"/>
                      <a:pt x="0" y="100"/>
                      <a:pt x="0" y="100"/>
                    </a:cubicBezTo>
                    <a:cubicBezTo>
                      <a:pt x="2" y="102"/>
                      <a:pt x="2" y="103"/>
                      <a:pt x="4" y="105"/>
                    </a:cubicBezTo>
                    <a:cubicBezTo>
                      <a:pt x="6" y="108"/>
                      <a:pt x="7" y="108"/>
                      <a:pt x="9" y="110"/>
                    </a:cubicBezTo>
                    <a:cubicBezTo>
                      <a:pt x="12" y="108"/>
                      <a:pt x="13" y="108"/>
                      <a:pt x="15" y="104"/>
                    </a:cubicBezTo>
                    <a:cubicBezTo>
                      <a:pt x="16" y="102"/>
                      <a:pt x="18" y="99"/>
                      <a:pt x="18" y="96"/>
                    </a:cubicBezTo>
                    <a:cubicBezTo>
                      <a:pt x="18" y="90"/>
                      <a:pt x="18" y="90"/>
                      <a:pt x="18" y="90"/>
                    </a:cubicBezTo>
                    <a:cubicBezTo>
                      <a:pt x="18" y="83"/>
                      <a:pt x="20" y="77"/>
                      <a:pt x="21" y="71"/>
                    </a:cubicBezTo>
                    <a:cubicBezTo>
                      <a:pt x="23" y="65"/>
                      <a:pt x="23" y="59"/>
                      <a:pt x="25" y="53"/>
                    </a:cubicBezTo>
                    <a:cubicBezTo>
                      <a:pt x="26" y="47"/>
                      <a:pt x="29" y="42"/>
                      <a:pt x="30" y="36"/>
                    </a:cubicBezTo>
                    <a:cubicBezTo>
                      <a:pt x="31" y="28"/>
                      <a:pt x="34" y="27"/>
                      <a:pt x="35" y="20"/>
                    </a:cubicBezTo>
                    <a:cubicBezTo>
                      <a:pt x="34" y="19"/>
                      <a:pt x="36" y="20"/>
                      <a:pt x="33" y="20"/>
                    </a:cubicBezTo>
                    <a:cubicBezTo>
                      <a:pt x="33" y="20"/>
                      <a:pt x="30" y="22"/>
                      <a:pt x="30" y="22"/>
                    </a:cubicBezTo>
                    <a:cubicBezTo>
                      <a:pt x="25" y="21"/>
                      <a:pt x="25" y="21"/>
                      <a:pt x="23" y="17"/>
                    </a:cubicBezTo>
                    <a:cubicBezTo>
                      <a:pt x="23" y="15"/>
                      <a:pt x="23" y="15"/>
                      <a:pt x="23" y="15"/>
                    </a:cubicBezTo>
                    <a:lnTo>
                      <a:pt x="23" y="14"/>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nvGrpSpPr>
            <p:cNvPr id="9" name="ïšľîḍê"/>
            <p:cNvGrpSpPr/>
            <p:nvPr/>
          </p:nvGrpSpPr>
          <p:grpSpPr>
            <a:xfrm>
              <a:off x="4412452" y="3781425"/>
              <a:ext cx="2312689" cy="166461"/>
              <a:chOff x="6986588" y="3521075"/>
              <a:chExt cx="1654176" cy="119063"/>
            </a:xfrm>
          </p:grpSpPr>
          <p:sp>
            <p:nvSpPr>
              <p:cNvPr id="10" name="îṩľîḑê"/>
              <p:cNvSpPr/>
              <p:nvPr/>
            </p:nvSpPr>
            <p:spPr bwMode="auto">
              <a:xfrm>
                <a:off x="6986588" y="3521075"/>
                <a:ext cx="155575" cy="119063"/>
              </a:xfrm>
              <a:custGeom>
                <a:avLst/>
                <a:gdLst>
                  <a:gd name="T0" fmla="*/ 84 w 98"/>
                  <a:gd name="T1" fmla="*/ 0 h 75"/>
                  <a:gd name="T2" fmla="*/ 59 w 98"/>
                  <a:gd name="T3" fmla="*/ 52 h 75"/>
                  <a:gd name="T4" fmla="*/ 57 w 98"/>
                  <a:gd name="T5" fmla="*/ 0 h 75"/>
                  <a:gd name="T6" fmla="*/ 40 w 98"/>
                  <a:gd name="T7" fmla="*/ 0 h 75"/>
                  <a:gd name="T8" fmla="*/ 15 w 98"/>
                  <a:gd name="T9" fmla="*/ 52 h 75"/>
                  <a:gd name="T10" fmla="*/ 15 w 98"/>
                  <a:gd name="T11" fmla="*/ 0 h 75"/>
                  <a:gd name="T12" fmla="*/ 0 w 98"/>
                  <a:gd name="T13" fmla="*/ 0 h 75"/>
                  <a:gd name="T14" fmla="*/ 2 w 98"/>
                  <a:gd name="T15" fmla="*/ 75 h 75"/>
                  <a:gd name="T16" fmla="*/ 19 w 98"/>
                  <a:gd name="T17" fmla="*/ 75 h 75"/>
                  <a:gd name="T18" fmla="*/ 44 w 98"/>
                  <a:gd name="T19" fmla="*/ 21 h 75"/>
                  <a:gd name="T20" fmla="*/ 46 w 98"/>
                  <a:gd name="T21" fmla="*/ 75 h 75"/>
                  <a:gd name="T22" fmla="*/ 63 w 98"/>
                  <a:gd name="T23" fmla="*/ 75 h 75"/>
                  <a:gd name="T24" fmla="*/ 98 w 98"/>
                  <a:gd name="T25" fmla="*/ 0 h 75"/>
                  <a:gd name="T26" fmla="*/ 84 w 98"/>
                  <a:gd name="T27"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98" h="75">
                    <a:moveTo>
                      <a:pt x="84" y="0"/>
                    </a:moveTo>
                    <a:lnTo>
                      <a:pt x="59" y="52"/>
                    </a:lnTo>
                    <a:lnTo>
                      <a:pt x="57" y="0"/>
                    </a:lnTo>
                    <a:lnTo>
                      <a:pt x="40" y="0"/>
                    </a:lnTo>
                    <a:lnTo>
                      <a:pt x="15" y="52"/>
                    </a:lnTo>
                    <a:lnTo>
                      <a:pt x="15" y="0"/>
                    </a:lnTo>
                    <a:lnTo>
                      <a:pt x="0" y="0"/>
                    </a:lnTo>
                    <a:lnTo>
                      <a:pt x="2" y="75"/>
                    </a:lnTo>
                    <a:lnTo>
                      <a:pt x="19" y="75"/>
                    </a:lnTo>
                    <a:lnTo>
                      <a:pt x="44" y="21"/>
                    </a:lnTo>
                    <a:lnTo>
                      <a:pt x="46" y="75"/>
                    </a:lnTo>
                    <a:lnTo>
                      <a:pt x="63" y="75"/>
                    </a:lnTo>
                    <a:lnTo>
                      <a:pt x="98" y="0"/>
                    </a:lnTo>
                    <a:lnTo>
                      <a:pt x="84"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1" name="îṩḷîde"/>
              <p:cNvSpPr/>
              <p:nvPr/>
            </p:nvSpPr>
            <p:spPr bwMode="auto">
              <a:xfrm>
                <a:off x="7135813" y="3521075"/>
                <a:ext cx="112713" cy="119063"/>
              </a:xfrm>
              <a:custGeom>
                <a:avLst/>
                <a:gdLst>
                  <a:gd name="T0" fmla="*/ 22 w 34"/>
                  <a:gd name="T1" fmla="*/ 20 h 36"/>
                  <a:gd name="T2" fmla="*/ 20 w 34"/>
                  <a:gd name="T3" fmla="*/ 26 h 36"/>
                  <a:gd name="T4" fmla="*/ 18 w 34"/>
                  <a:gd name="T5" fmla="*/ 29 h 36"/>
                  <a:gd name="T6" fmla="*/ 13 w 34"/>
                  <a:gd name="T7" fmla="*/ 30 h 36"/>
                  <a:gd name="T8" fmla="*/ 9 w 34"/>
                  <a:gd name="T9" fmla="*/ 29 h 36"/>
                  <a:gd name="T10" fmla="*/ 7 w 34"/>
                  <a:gd name="T11" fmla="*/ 25 h 36"/>
                  <a:gd name="T12" fmla="*/ 7 w 34"/>
                  <a:gd name="T13" fmla="*/ 24 h 36"/>
                  <a:gd name="T14" fmla="*/ 8 w 34"/>
                  <a:gd name="T15" fmla="*/ 19 h 36"/>
                  <a:gd name="T16" fmla="*/ 12 w 34"/>
                  <a:gd name="T17" fmla="*/ 0 h 36"/>
                  <a:gd name="T18" fmla="*/ 5 w 34"/>
                  <a:gd name="T19" fmla="*/ 0 h 36"/>
                  <a:gd name="T20" fmla="*/ 1 w 34"/>
                  <a:gd name="T21" fmla="*/ 19 h 36"/>
                  <a:gd name="T22" fmla="*/ 0 w 34"/>
                  <a:gd name="T23" fmla="*/ 23 h 36"/>
                  <a:gd name="T24" fmla="*/ 0 w 34"/>
                  <a:gd name="T25" fmla="*/ 25 h 36"/>
                  <a:gd name="T26" fmla="*/ 3 w 34"/>
                  <a:gd name="T27" fmla="*/ 33 h 36"/>
                  <a:gd name="T28" fmla="*/ 13 w 34"/>
                  <a:gd name="T29" fmla="*/ 36 h 36"/>
                  <a:gd name="T30" fmla="*/ 22 w 34"/>
                  <a:gd name="T31" fmla="*/ 34 h 36"/>
                  <a:gd name="T32" fmla="*/ 27 w 34"/>
                  <a:gd name="T33" fmla="*/ 29 h 36"/>
                  <a:gd name="T34" fmla="*/ 30 w 34"/>
                  <a:gd name="T35" fmla="*/ 20 h 36"/>
                  <a:gd name="T36" fmla="*/ 34 w 34"/>
                  <a:gd name="T37" fmla="*/ 0 h 36"/>
                  <a:gd name="T38" fmla="*/ 26 w 34"/>
                  <a:gd name="T39" fmla="*/ 0 h 36"/>
                  <a:gd name="T40" fmla="*/ 22 w 34"/>
                  <a:gd name="T41" fmla="*/ 2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4" h="36">
                    <a:moveTo>
                      <a:pt x="22" y="20"/>
                    </a:moveTo>
                    <a:cubicBezTo>
                      <a:pt x="22" y="23"/>
                      <a:pt x="21" y="25"/>
                      <a:pt x="20" y="26"/>
                    </a:cubicBezTo>
                    <a:cubicBezTo>
                      <a:pt x="20" y="28"/>
                      <a:pt x="19" y="29"/>
                      <a:pt x="18" y="29"/>
                    </a:cubicBezTo>
                    <a:cubicBezTo>
                      <a:pt x="17" y="30"/>
                      <a:pt x="15" y="30"/>
                      <a:pt x="13" y="30"/>
                    </a:cubicBezTo>
                    <a:cubicBezTo>
                      <a:pt x="11" y="30"/>
                      <a:pt x="10" y="30"/>
                      <a:pt x="9" y="29"/>
                    </a:cubicBezTo>
                    <a:cubicBezTo>
                      <a:pt x="8" y="28"/>
                      <a:pt x="7" y="27"/>
                      <a:pt x="7" y="25"/>
                    </a:cubicBezTo>
                    <a:cubicBezTo>
                      <a:pt x="7" y="25"/>
                      <a:pt x="7" y="25"/>
                      <a:pt x="7" y="24"/>
                    </a:cubicBezTo>
                    <a:cubicBezTo>
                      <a:pt x="8" y="19"/>
                      <a:pt x="8" y="19"/>
                      <a:pt x="8" y="19"/>
                    </a:cubicBezTo>
                    <a:cubicBezTo>
                      <a:pt x="12" y="0"/>
                      <a:pt x="12" y="0"/>
                      <a:pt x="12" y="0"/>
                    </a:cubicBezTo>
                    <a:cubicBezTo>
                      <a:pt x="5" y="0"/>
                      <a:pt x="5" y="0"/>
                      <a:pt x="5" y="0"/>
                    </a:cubicBezTo>
                    <a:cubicBezTo>
                      <a:pt x="1" y="19"/>
                      <a:pt x="1" y="19"/>
                      <a:pt x="1" y="19"/>
                    </a:cubicBezTo>
                    <a:cubicBezTo>
                      <a:pt x="1" y="21"/>
                      <a:pt x="0" y="23"/>
                      <a:pt x="0" y="23"/>
                    </a:cubicBezTo>
                    <a:cubicBezTo>
                      <a:pt x="0" y="24"/>
                      <a:pt x="0" y="25"/>
                      <a:pt x="0" y="25"/>
                    </a:cubicBezTo>
                    <a:cubicBezTo>
                      <a:pt x="0" y="29"/>
                      <a:pt x="1" y="31"/>
                      <a:pt x="3" y="33"/>
                    </a:cubicBezTo>
                    <a:cubicBezTo>
                      <a:pt x="6" y="35"/>
                      <a:pt x="9" y="36"/>
                      <a:pt x="13" y="36"/>
                    </a:cubicBezTo>
                    <a:cubicBezTo>
                      <a:pt x="16" y="36"/>
                      <a:pt x="19" y="36"/>
                      <a:pt x="22" y="34"/>
                    </a:cubicBezTo>
                    <a:cubicBezTo>
                      <a:pt x="24" y="33"/>
                      <a:pt x="25" y="31"/>
                      <a:pt x="27" y="29"/>
                    </a:cubicBezTo>
                    <a:cubicBezTo>
                      <a:pt x="28" y="27"/>
                      <a:pt x="29" y="24"/>
                      <a:pt x="30" y="20"/>
                    </a:cubicBezTo>
                    <a:cubicBezTo>
                      <a:pt x="34" y="0"/>
                      <a:pt x="34" y="0"/>
                      <a:pt x="34" y="0"/>
                    </a:cubicBezTo>
                    <a:cubicBezTo>
                      <a:pt x="26" y="0"/>
                      <a:pt x="26" y="0"/>
                      <a:pt x="26" y="0"/>
                    </a:cubicBezTo>
                    <a:lnTo>
                      <a:pt x="22" y="2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2" name="îṣḻîḑê"/>
              <p:cNvSpPr/>
              <p:nvPr/>
            </p:nvSpPr>
            <p:spPr bwMode="auto">
              <a:xfrm>
                <a:off x="7248526" y="3521075"/>
                <a:ext cx="114300" cy="119063"/>
              </a:xfrm>
              <a:custGeom>
                <a:avLst/>
                <a:gdLst>
                  <a:gd name="T0" fmla="*/ 58 w 72"/>
                  <a:gd name="T1" fmla="*/ 0 h 75"/>
                  <a:gd name="T2" fmla="*/ 52 w 72"/>
                  <a:gd name="T3" fmla="*/ 29 h 75"/>
                  <a:gd name="T4" fmla="*/ 22 w 72"/>
                  <a:gd name="T5" fmla="*/ 29 h 75"/>
                  <a:gd name="T6" fmla="*/ 29 w 72"/>
                  <a:gd name="T7" fmla="*/ 0 h 75"/>
                  <a:gd name="T8" fmla="*/ 14 w 72"/>
                  <a:gd name="T9" fmla="*/ 0 h 75"/>
                  <a:gd name="T10" fmla="*/ 0 w 72"/>
                  <a:gd name="T11" fmla="*/ 75 h 75"/>
                  <a:gd name="T12" fmla="*/ 14 w 72"/>
                  <a:gd name="T13" fmla="*/ 75 h 75"/>
                  <a:gd name="T14" fmla="*/ 20 w 72"/>
                  <a:gd name="T15" fmla="*/ 42 h 75"/>
                  <a:gd name="T16" fmla="*/ 50 w 72"/>
                  <a:gd name="T17" fmla="*/ 42 h 75"/>
                  <a:gd name="T18" fmla="*/ 43 w 72"/>
                  <a:gd name="T19" fmla="*/ 75 h 75"/>
                  <a:gd name="T20" fmla="*/ 58 w 72"/>
                  <a:gd name="T21" fmla="*/ 75 h 75"/>
                  <a:gd name="T22" fmla="*/ 72 w 72"/>
                  <a:gd name="T23" fmla="*/ 0 h 75"/>
                  <a:gd name="T24" fmla="*/ 58 w 72"/>
                  <a:gd name="T25"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2" h="75">
                    <a:moveTo>
                      <a:pt x="58" y="0"/>
                    </a:moveTo>
                    <a:lnTo>
                      <a:pt x="52" y="29"/>
                    </a:lnTo>
                    <a:lnTo>
                      <a:pt x="22" y="29"/>
                    </a:lnTo>
                    <a:lnTo>
                      <a:pt x="29" y="0"/>
                    </a:lnTo>
                    <a:lnTo>
                      <a:pt x="14" y="0"/>
                    </a:lnTo>
                    <a:lnTo>
                      <a:pt x="0" y="75"/>
                    </a:lnTo>
                    <a:lnTo>
                      <a:pt x="14" y="75"/>
                    </a:lnTo>
                    <a:lnTo>
                      <a:pt x="20" y="42"/>
                    </a:lnTo>
                    <a:lnTo>
                      <a:pt x="50" y="42"/>
                    </a:lnTo>
                    <a:lnTo>
                      <a:pt x="43" y="75"/>
                    </a:lnTo>
                    <a:lnTo>
                      <a:pt x="58" y="75"/>
                    </a:lnTo>
                    <a:lnTo>
                      <a:pt x="72" y="0"/>
                    </a:lnTo>
                    <a:lnTo>
                      <a:pt x="58"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3" name="ïṥlíḑê"/>
              <p:cNvSpPr/>
              <p:nvPr/>
            </p:nvSpPr>
            <p:spPr bwMode="auto">
              <a:xfrm>
                <a:off x="7356476" y="3521075"/>
                <a:ext cx="112713" cy="119063"/>
              </a:xfrm>
              <a:custGeom>
                <a:avLst/>
                <a:gdLst>
                  <a:gd name="T0" fmla="*/ 42 w 71"/>
                  <a:gd name="T1" fmla="*/ 0 h 75"/>
                  <a:gd name="T2" fmla="*/ 0 w 71"/>
                  <a:gd name="T3" fmla="*/ 75 h 75"/>
                  <a:gd name="T4" fmla="*/ 15 w 71"/>
                  <a:gd name="T5" fmla="*/ 75 h 75"/>
                  <a:gd name="T6" fmla="*/ 23 w 71"/>
                  <a:gd name="T7" fmla="*/ 59 h 75"/>
                  <a:gd name="T8" fmla="*/ 54 w 71"/>
                  <a:gd name="T9" fmla="*/ 59 h 75"/>
                  <a:gd name="T10" fmla="*/ 56 w 71"/>
                  <a:gd name="T11" fmla="*/ 75 h 75"/>
                  <a:gd name="T12" fmla="*/ 71 w 71"/>
                  <a:gd name="T13" fmla="*/ 75 h 75"/>
                  <a:gd name="T14" fmla="*/ 58 w 71"/>
                  <a:gd name="T15" fmla="*/ 0 h 75"/>
                  <a:gd name="T16" fmla="*/ 42 w 71"/>
                  <a:gd name="T17" fmla="*/ 0 h 75"/>
                  <a:gd name="T18" fmla="*/ 29 w 71"/>
                  <a:gd name="T19" fmla="*/ 46 h 75"/>
                  <a:gd name="T20" fmla="*/ 48 w 71"/>
                  <a:gd name="T21" fmla="*/ 17 h 75"/>
                  <a:gd name="T22" fmla="*/ 52 w 71"/>
                  <a:gd name="T23" fmla="*/ 46 h 75"/>
                  <a:gd name="T24" fmla="*/ 29 w 71"/>
                  <a:gd name="T25" fmla="*/ 4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75">
                    <a:moveTo>
                      <a:pt x="42" y="0"/>
                    </a:moveTo>
                    <a:lnTo>
                      <a:pt x="0" y="75"/>
                    </a:lnTo>
                    <a:lnTo>
                      <a:pt x="15" y="75"/>
                    </a:lnTo>
                    <a:lnTo>
                      <a:pt x="23" y="59"/>
                    </a:lnTo>
                    <a:lnTo>
                      <a:pt x="54" y="59"/>
                    </a:lnTo>
                    <a:lnTo>
                      <a:pt x="56" y="75"/>
                    </a:lnTo>
                    <a:lnTo>
                      <a:pt x="71" y="75"/>
                    </a:lnTo>
                    <a:lnTo>
                      <a:pt x="58" y="0"/>
                    </a:lnTo>
                    <a:lnTo>
                      <a:pt x="42" y="0"/>
                    </a:lnTo>
                    <a:close/>
                    <a:moveTo>
                      <a:pt x="29" y="46"/>
                    </a:moveTo>
                    <a:lnTo>
                      <a:pt x="48" y="17"/>
                    </a:lnTo>
                    <a:lnTo>
                      <a:pt x="52" y="46"/>
                    </a:lnTo>
                    <a:lnTo>
                      <a:pt x="29" y="46"/>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4" name="îş1íḋe"/>
              <p:cNvSpPr/>
              <p:nvPr/>
            </p:nvSpPr>
            <p:spPr bwMode="auto">
              <a:xfrm>
                <a:off x="7481888" y="3521075"/>
                <a:ext cx="119063" cy="119063"/>
              </a:xfrm>
              <a:custGeom>
                <a:avLst/>
                <a:gdLst>
                  <a:gd name="T0" fmla="*/ 50 w 75"/>
                  <a:gd name="T1" fmla="*/ 50 h 75"/>
                  <a:gd name="T2" fmla="*/ 31 w 75"/>
                  <a:gd name="T3" fmla="*/ 0 h 75"/>
                  <a:gd name="T4" fmla="*/ 17 w 75"/>
                  <a:gd name="T5" fmla="*/ 0 h 75"/>
                  <a:gd name="T6" fmla="*/ 0 w 75"/>
                  <a:gd name="T7" fmla="*/ 75 h 75"/>
                  <a:gd name="T8" fmla="*/ 15 w 75"/>
                  <a:gd name="T9" fmla="*/ 75 h 75"/>
                  <a:gd name="T10" fmla="*/ 25 w 75"/>
                  <a:gd name="T11" fmla="*/ 25 h 75"/>
                  <a:gd name="T12" fmla="*/ 46 w 75"/>
                  <a:gd name="T13" fmla="*/ 75 h 75"/>
                  <a:gd name="T14" fmla="*/ 58 w 75"/>
                  <a:gd name="T15" fmla="*/ 75 h 75"/>
                  <a:gd name="T16" fmla="*/ 75 w 75"/>
                  <a:gd name="T17" fmla="*/ 0 h 75"/>
                  <a:gd name="T18" fmla="*/ 61 w 75"/>
                  <a:gd name="T19" fmla="*/ 0 h 75"/>
                  <a:gd name="T20" fmla="*/ 50 w 75"/>
                  <a:gd name="T21" fmla="*/ 5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5" h="75">
                    <a:moveTo>
                      <a:pt x="50" y="50"/>
                    </a:moveTo>
                    <a:lnTo>
                      <a:pt x="31" y="0"/>
                    </a:lnTo>
                    <a:lnTo>
                      <a:pt x="17" y="0"/>
                    </a:lnTo>
                    <a:lnTo>
                      <a:pt x="0" y="75"/>
                    </a:lnTo>
                    <a:lnTo>
                      <a:pt x="15" y="75"/>
                    </a:lnTo>
                    <a:lnTo>
                      <a:pt x="25" y="25"/>
                    </a:lnTo>
                    <a:lnTo>
                      <a:pt x="46" y="75"/>
                    </a:lnTo>
                    <a:lnTo>
                      <a:pt x="58" y="75"/>
                    </a:lnTo>
                    <a:lnTo>
                      <a:pt x="75" y="0"/>
                    </a:lnTo>
                    <a:lnTo>
                      <a:pt x="61" y="0"/>
                    </a:lnTo>
                    <a:lnTo>
                      <a:pt x="50" y="5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5" name="îş1ïḋe"/>
              <p:cNvSpPr/>
              <p:nvPr/>
            </p:nvSpPr>
            <p:spPr bwMode="auto">
              <a:xfrm>
                <a:off x="7653338" y="3521075"/>
                <a:ext cx="112713" cy="119063"/>
              </a:xfrm>
              <a:custGeom>
                <a:avLst/>
                <a:gdLst>
                  <a:gd name="T0" fmla="*/ 22 w 34"/>
                  <a:gd name="T1" fmla="*/ 20 h 36"/>
                  <a:gd name="T2" fmla="*/ 20 w 34"/>
                  <a:gd name="T3" fmla="*/ 26 h 36"/>
                  <a:gd name="T4" fmla="*/ 18 w 34"/>
                  <a:gd name="T5" fmla="*/ 29 h 36"/>
                  <a:gd name="T6" fmla="*/ 13 w 34"/>
                  <a:gd name="T7" fmla="*/ 30 h 36"/>
                  <a:gd name="T8" fmla="*/ 9 w 34"/>
                  <a:gd name="T9" fmla="*/ 29 h 36"/>
                  <a:gd name="T10" fmla="*/ 7 w 34"/>
                  <a:gd name="T11" fmla="*/ 25 h 36"/>
                  <a:gd name="T12" fmla="*/ 7 w 34"/>
                  <a:gd name="T13" fmla="*/ 24 h 36"/>
                  <a:gd name="T14" fmla="*/ 8 w 34"/>
                  <a:gd name="T15" fmla="*/ 19 h 36"/>
                  <a:gd name="T16" fmla="*/ 12 w 34"/>
                  <a:gd name="T17" fmla="*/ 0 h 36"/>
                  <a:gd name="T18" fmla="*/ 5 w 34"/>
                  <a:gd name="T19" fmla="*/ 0 h 36"/>
                  <a:gd name="T20" fmla="*/ 1 w 34"/>
                  <a:gd name="T21" fmla="*/ 19 h 36"/>
                  <a:gd name="T22" fmla="*/ 0 w 34"/>
                  <a:gd name="T23" fmla="*/ 23 h 36"/>
                  <a:gd name="T24" fmla="*/ 0 w 34"/>
                  <a:gd name="T25" fmla="*/ 25 h 36"/>
                  <a:gd name="T26" fmla="*/ 3 w 34"/>
                  <a:gd name="T27" fmla="*/ 33 h 36"/>
                  <a:gd name="T28" fmla="*/ 13 w 34"/>
                  <a:gd name="T29" fmla="*/ 36 h 36"/>
                  <a:gd name="T30" fmla="*/ 22 w 34"/>
                  <a:gd name="T31" fmla="*/ 34 h 36"/>
                  <a:gd name="T32" fmla="*/ 27 w 34"/>
                  <a:gd name="T33" fmla="*/ 29 h 36"/>
                  <a:gd name="T34" fmla="*/ 30 w 34"/>
                  <a:gd name="T35" fmla="*/ 20 h 36"/>
                  <a:gd name="T36" fmla="*/ 34 w 34"/>
                  <a:gd name="T37" fmla="*/ 0 h 36"/>
                  <a:gd name="T38" fmla="*/ 26 w 34"/>
                  <a:gd name="T39" fmla="*/ 0 h 36"/>
                  <a:gd name="T40" fmla="*/ 22 w 34"/>
                  <a:gd name="T41" fmla="*/ 2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4" h="36">
                    <a:moveTo>
                      <a:pt x="22" y="20"/>
                    </a:moveTo>
                    <a:cubicBezTo>
                      <a:pt x="22" y="23"/>
                      <a:pt x="21" y="25"/>
                      <a:pt x="20" y="26"/>
                    </a:cubicBezTo>
                    <a:cubicBezTo>
                      <a:pt x="20" y="28"/>
                      <a:pt x="19" y="29"/>
                      <a:pt x="18" y="29"/>
                    </a:cubicBezTo>
                    <a:cubicBezTo>
                      <a:pt x="17" y="30"/>
                      <a:pt x="15" y="30"/>
                      <a:pt x="13" y="30"/>
                    </a:cubicBezTo>
                    <a:cubicBezTo>
                      <a:pt x="11" y="30"/>
                      <a:pt x="10" y="30"/>
                      <a:pt x="9" y="29"/>
                    </a:cubicBezTo>
                    <a:cubicBezTo>
                      <a:pt x="8" y="28"/>
                      <a:pt x="7" y="27"/>
                      <a:pt x="7" y="25"/>
                    </a:cubicBezTo>
                    <a:cubicBezTo>
                      <a:pt x="7" y="25"/>
                      <a:pt x="7" y="25"/>
                      <a:pt x="7" y="24"/>
                    </a:cubicBezTo>
                    <a:cubicBezTo>
                      <a:pt x="8" y="19"/>
                      <a:pt x="8" y="19"/>
                      <a:pt x="8" y="19"/>
                    </a:cubicBezTo>
                    <a:cubicBezTo>
                      <a:pt x="12" y="0"/>
                      <a:pt x="12" y="0"/>
                      <a:pt x="12" y="0"/>
                    </a:cubicBezTo>
                    <a:cubicBezTo>
                      <a:pt x="5" y="0"/>
                      <a:pt x="5" y="0"/>
                      <a:pt x="5" y="0"/>
                    </a:cubicBezTo>
                    <a:cubicBezTo>
                      <a:pt x="1" y="19"/>
                      <a:pt x="1" y="19"/>
                      <a:pt x="1" y="19"/>
                    </a:cubicBezTo>
                    <a:cubicBezTo>
                      <a:pt x="1" y="21"/>
                      <a:pt x="0" y="23"/>
                      <a:pt x="0" y="23"/>
                    </a:cubicBezTo>
                    <a:cubicBezTo>
                      <a:pt x="0" y="24"/>
                      <a:pt x="0" y="25"/>
                      <a:pt x="0" y="25"/>
                    </a:cubicBezTo>
                    <a:cubicBezTo>
                      <a:pt x="0" y="29"/>
                      <a:pt x="1" y="31"/>
                      <a:pt x="3" y="33"/>
                    </a:cubicBezTo>
                    <a:cubicBezTo>
                      <a:pt x="6" y="35"/>
                      <a:pt x="9" y="36"/>
                      <a:pt x="13" y="36"/>
                    </a:cubicBezTo>
                    <a:cubicBezTo>
                      <a:pt x="16" y="36"/>
                      <a:pt x="19" y="36"/>
                      <a:pt x="22" y="34"/>
                    </a:cubicBezTo>
                    <a:cubicBezTo>
                      <a:pt x="24" y="33"/>
                      <a:pt x="25" y="31"/>
                      <a:pt x="27" y="29"/>
                    </a:cubicBezTo>
                    <a:cubicBezTo>
                      <a:pt x="28" y="27"/>
                      <a:pt x="29" y="24"/>
                      <a:pt x="30" y="20"/>
                    </a:cubicBezTo>
                    <a:cubicBezTo>
                      <a:pt x="34" y="0"/>
                      <a:pt x="34" y="0"/>
                      <a:pt x="34" y="0"/>
                    </a:cubicBezTo>
                    <a:cubicBezTo>
                      <a:pt x="26" y="0"/>
                      <a:pt x="26" y="0"/>
                      <a:pt x="26" y="0"/>
                    </a:cubicBezTo>
                    <a:lnTo>
                      <a:pt x="22" y="2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6" name="íšlídè"/>
              <p:cNvSpPr/>
              <p:nvPr/>
            </p:nvSpPr>
            <p:spPr bwMode="auto">
              <a:xfrm>
                <a:off x="7766051" y="3521075"/>
                <a:ext cx="115888" cy="119063"/>
              </a:xfrm>
              <a:custGeom>
                <a:avLst/>
                <a:gdLst>
                  <a:gd name="T0" fmla="*/ 58 w 73"/>
                  <a:gd name="T1" fmla="*/ 0 h 75"/>
                  <a:gd name="T2" fmla="*/ 50 w 73"/>
                  <a:gd name="T3" fmla="*/ 50 h 75"/>
                  <a:gd name="T4" fmla="*/ 29 w 73"/>
                  <a:gd name="T5" fmla="*/ 0 h 75"/>
                  <a:gd name="T6" fmla="*/ 15 w 73"/>
                  <a:gd name="T7" fmla="*/ 0 h 75"/>
                  <a:gd name="T8" fmla="*/ 0 w 73"/>
                  <a:gd name="T9" fmla="*/ 75 h 75"/>
                  <a:gd name="T10" fmla="*/ 13 w 73"/>
                  <a:gd name="T11" fmla="*/ 75 h 75"/>
                  <a:gd name="T12" fmla="*/ 23 w 73"/>
                  <a:gd name="T13" fmla="*/ 25 h 75"/>
                  <a:gd name="T14" fmla="*/ 44 w 73"/>
                  <a:gd name="T15" fmla="*/ 75 h 75"/>
                  <a:gd name="T16" fmla="*/ 58 w 73"/>
                  <a:gd name="T17" fmla="*/ 75 h 75"/>
                  <a:gd name="T18" fmla="*/ 73 w 73"/>
                  <a:gd name="T19" fmla="*/ 0 h 75"/>
                  <a:gd name="T20" fmla="*/ 58 w 73"/>
                  <a:gd name="T21"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3" h="75">
                    <a:moveTo>
                      <a:pt x="58" y="0"/>
                    </a:moveTo>
                    <a:lnTo>
                      <a:pt x="50" y="50"/>
                    </a:lnTo>
                    <a:lnTo>
                      <a:pt x="29" y="0"/>
                    </a:lnTo>
                    <a:lnTo>
                      <a:pt x="15" y="0"/>
                    </a:lnTo>
                    <a:lnTo>
                      <a:pt x="0" y="75"/>
                    </a:lnTo>
                    <a:lnTo>
                      <a:pt x="13" y="75"/>
                    </a:lnTo>
                    <a:lnTo>
                      <a:pt x="23" y="25"/>
                    </a:lnTo>
                    <a:lnTo>
                      <a:pt x="44" y="75"/>
                    </a:lnTo>
                    <a:lnTo>
                      <a:pt x="58" y="75"/>
                    </a:lnTo>
                    <a:lnTo>
                      <a:pt x="73" y="0"/>
                    </a:lnTo>
                    <a:lnTo>
                      <a:pt x="58"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7" name="îṣḻîďe"/>
              <p:cNvSpPr/>
              <p:nvPr/>
            </p:nvSpPr>
            <p:spPr bwMode="auto">
              <a:xfrm>
                <a:off x="7881938" y="3521075"/>
                <a:ext cx="49213" cy="119063"/>
              </a:xfrm>
              <a:custGeom>
                <a:avLst/>
                <a:gdLst>
                  <a:gd name="T0" fmla="*/ 0 w 31"/>
                  <a:gd name="T1" fmla="*/ 75 h 75"/>
                  <a:gd name="T2" fmla="*/ 14 w 31"/>
                  <a:gd name="T3" fmla="*/ 75 h 75"/>
                  <a:gd name="T4" fmla="*/ 31 w 31"/>
                  <a:gd name="T5" fmla="*/ 0 h 75"/>
                  <a:gd name="T6" fmla="*/ 14 w 31"/>
                  <a:gd name="T7" fmla="*/ 0 h 75"/>
                  <a:gd name="T8" fmla="*/ 0 w 31"/>
                  <a:gd name="T9" fmla="*/ 75 h 75"/>
                </a:gdLst>
                <a:ahLst/>
                <a:cxnLst>
                  <a:cxn ang="0">
                    <a:pos x="T0" y="T1"/>
                  </a:cxn>
                  <a:cxn ang="0">
                    <a:pos x="T2" y="T3"/>
                  </a:cxn>
                  <a:cxn ang="0">
                    <a:pos x="T4" y="T5"/>
                  </a:cxn>
                  <a:cxn ang="0">
                    <a:pos x="T6" y="T7"/>
                  </a:cxn>
                  <a:cxn ang="0">
                    <a:pos x="T8" y="T9"/>
                  </a:cxn>
                </a:cxnLst>
                <a:rect l="0" t="0" r="r" b="b"/>
                <a:pathLst>
                  <a:path w="31" h="75">
                    <a:moveTo>
                      <a:pt x="0" y="75"/>
                    </a:moveTo>
                    <a:lnTo>
                      <a:pt x="14" y="75"/>
                    </a:lnTo>
                    <a:lnTo>
                      <a:pt x="31" y="0"/>
                    </a:lnTo>
                    <a:lnTo>
                      <a:pt x="14" y="0"/>
                    </a:lnTo>
                    <a:lnTo>
                      <a:pt x="0" y="75"/>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8" name="íŝḻiḋè"/>
              <p:cNvSpPr/>
              <p:nvPr/>
            </p:nvSpPr>
            <p:spPr bwMode="auto">
              <a:xfrm>
                <a:off x="7940676" y="3521075"/>
                <a:ext cx="109538" cy="119063"/>
              </a:xfrm>
              <a:custGeom>
                <a:avLst/>
                <a:gdLst>
                  <a:gd name="T0" fmla="*/ 54 w 69"/>
                  <a:gd name="T1" fmla="*/ 0 h 75"/>
                  <a:gd name="T2" fmla="*/ 23 w 69"/>
                  <a:gd name="T3" fmla="*/ 57 h 75"/>
                  <a:gd name="T4" fmla="*/ 15 w 69"/>
                  <a:gd name="T5" fmla="*/ 0 h 75"/>
                  <a:gd name="T6" fmla="*/ 0 w 69"/>
                  <a:gd name="T7" fmla="*/ 0 h 75"/>
                  <a:gd name="T8" fmla="*/ 13 w 69"/>
                  <a:gd name="T9" fmla="*/ 75 h 75"/>
                  <a:gd name="T10" fmla="*/ 29 w 69"/>
                  <a:gd name="T11" fmla="*/ 75 h 75"/>
                  <a:gd name="T12" fmla="*/ 69 w 69"/>
                  <a:gd name="T13" fmla="*/ 0 h 75"/>
                  <a:gd name="T14" fmla="*/ 54 w 69"/>
                  <a:gd name="T15" fmla="*/ 0 h 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9" h="75">
                    <a:moveTo>
                      <a:pt x="54" y="0"/>
                    </a:moveTo>
                    <a:lnTo>
                      <a:pt x="23" y="57"/>
                    </a:lnTo>
                    <a:lnTo>
                      <a:pt x="15" y="0"/>
                    </a:lnTo>
                    <a:lnTo>
                      <a:pt x="0" y="0"/>
                    </a:lnTo>
                    <a:lnTo>
                      <a:pt x="13" y="75"/>
                    </a:lnTo>
                    <a:lnTo>
                      <a:pt x="29" y="75"/>
                    </a:lnTo>
                    <a:lnTo>
                      <a:pt x="69" y="0"/>
                    </a:lnTo>
                    <a:lnTo>
                      <a:pt x="54"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9" name="î$ḷíďé"/>
              <p:cNvSpPr/>
              <p:nvPr/>
            </p:nvSpPr>
            <p:spPr bwMode="auto">
              <a:xfrm>
                <a:off x="8037513" y="3521075"/>
                <a:ext cx="111125" cy="119063"/>
              </a:xfrm>
              <a:custGeom>
                <a:avLst/>
                <a:gdLst>
                  <a:gd name="T0" fmla="*/ 68 w 70"/>
                  <a:gd name="T1" fmla="*/ 12 h 75"/>
                  <a:gd name="T2" fmla="*/ 70 w 70"/>
                  <a:gd name="T3" fmla="*/ 0 h 75"/>
                  <a:gd name="T4" fmla="*/ 16 w 70"/>
                  <a:gd name="T5" fmla="*/ 0 h 75"/>
                  <a:gd name="T6" fmla="*/ 0 w 70"/>
                  <a:gd name="T7" fmla="*/ 75 h 75"/>
                  <a:gd name="T8" fmla="*/ 58 w 70"/>
                  <a:gd name="T9" fmla="*/ 75 h 75"/>
                  <a:gd name="T10" fmla="*/ 60 w 70"/>
                  <a:gd name="T11" fmla="*/ 63 h 75"/>
                  <a:gd name="T12" fmla="*/ 16 w 70"/>
                  <a:gd name="T13" fmla="*/ 63 h 75"/>
                  <a:gd name="T14" fmla="*/ 22 w 70"/>
                  <a:gd name="T15" fmla="*/ 42 h 75"/>
                  <a:gd name="T16" fmla="*/ 60 w 70"/>
                  <a:gd name="T17" fmla="*/ 42 h 75"/>
                  <a:gd name="T18" fmla="*/ 62 w 70"/>
                  <a:gd name="T19" fmla="*/ 29 h 75"/>
                  <a:gd name="T20" fmla="*/ 24 w 70"/>
                  <a:gd name="T21" fmla="*/ 29 h 75"/>
                  <a:gd name="T22" fmla="*/ 29 w 70"/>
                  <a:gd name="T23" fmla="*/ 12 h 75"/>
                  <a:gd name="T24" fmla="*/ 68 w 70"/>
                  <a:gd name="T25" fmla="*/ 12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0" h="75">
                    <a:moveTo>
                      <a:pt x="68" y="12"/>
                    </a:moveTo>
                    <a:lnTo>
                      <a:pt x="70" y="0"/>
                    </a:lnTo>
                    <a:lnTo>
                      <a:pt x="16" y="0"/>
                    </a:lnTo>
                    <a:lnTo>
                      <a:pt x="0" y="75"/>
                    </a:lnTo>
                    <a:lnTo>
                      <a:pt x="58" y="75"/>
                    </a:lnTo>
                    <a:lnTo>
                      <a:pt x="60" y="63"/>
                    </a:lnTo>
                    <a:lnTo>
                      <a:pt x="16" y="63"/>
                    </a:lnTo>
                    <a:lnTo>
                      <a:pt x="22" y="42"/>
                    </a:lnTo>
                    <a:lnTo>
                      <a:pt x="60" y="42"/>
                    </a:lnTo>
                    <a:lnTo>
                      <a:pt x="62" y="29"/>
                    </a:lnTo>
                    <a:lnTo>
                      <a:pt x="24" y="29"/>
                    </a:lnTo>
                    <a:lnTo>
                      <a:pt x="29" y="12"/>
                    </a:lnTo>
                    <a:lnTo>
                      <a:pt x="68" y="12"/>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0" name="îṡlîďe"/>
              <p:cNvSpPr/>
              <p:nvPr/>
            </p:nvSpPr>
            <p:spPr bwMode="auto">
              <a:xfrm>
                <a:off x="8145463" y="3521075"/>
                <a:ext cx="115888" cy="119063"/>
              </a:xfrm>
              <a:custGeom>
                <a:avLst/>
                <a:gdLst>
                  <a:gd name="T0" fmla="*/ 30 w 35"/>
                  <a:gd name="T1" fmla="*/ 1 h 36"/>
                  <a:gd name="T2" fmla="*/ 24 w 35"/>
                  <a:gd name="T3" fmla="*/ 0 h 36"/>
                  <a:gd name="T4" fmla="*/ 8 w 35"/>
                  <a:gd name="T5" fmla="*/ 0 h 36"/>
                  <a:gd name="T6" fmla="*/ 0 w 35"/>
                  <a:gd name="T7" fmla="*/ 36 h 36"/>
                  <a:gd name="T8" fmla="*/ 8 w 35"/>
                  <a:gd name="T9" fmla="*/ 36 h 36"/>
                  <a:gd name="T10" fmla="*/ 11 w 35"/>
                  <a:gd name="T11" fmla="*/ 21 h 36"/>
                  <a:gd name="T12" fmla="*/ 14 w 35"/>
                  <a:gd name="T13" fmla="*/ 21 h 36"/>
                  <a:gd name="T14" fmla="*/ 17 w 35"/>
                  <a:gd name="T15" fmla="*/ 22 h 36"/>
                  <a:gd name="T16" fmla="*/ 21 w 35"/>
                  <a:gd name="T17" fmla="*/ 26 h 36"/>
                  <a:gd name="T18" fmla="*/ 24 w 35"/>
                  <a:gd name="T19" fmla="*/ 36 h 36"/>
                  <a:gd name="T20" fmla="*/ 32 w 35"/>
                  <a:gd name="T21" fmla="*/ 36 h 36"/>
                  <a:gd name="T22" fmla="*/ 27 w 35"/>
                  <a:gd name="T23" fmla="*/ 24 h 36"/>
                  <a:gd name="T24" fmla="*/ 24 w 35"/>
                  <a:gd name="T25" fmla="*/ 21 h 36"/>
                  <a:gd name="T26" fmla="*/ 32 w 35"/>
                  <a:gd name="T27" fmla="*/ 17 h 36"/>
                  <a:gd name="T28" fmla="*/ 35 w 35"/>
                  <a:gd name="T29" fmla="*/ 9 h 36"/>
                  <a:gd name="T30" fmla="*/ 34 w 35"/>
                  <a:gd name="T31" fmla="*/ 4 h 36"/>
                  <a:gd name="T32" fmla="*/ 30 w 35"/>
                  <a:gd name="T33" fmla="*/ 1 h 36"/>
                  <a:gd name="T34" fmla="*/ 27 w 35"/>
                  <a:gd name="T35" fmla="*/ 13 h 36"/>
                  <a:gd name="T36" fmla="*/ 24 w 35"/>
                  <a:gd name="T37" fmla="*/ 15 h 36"/>
                  <a:gd name="T38" fmla="*/ 16 w 35"/>
                  <a:gd name="T39" fmla="*/ 16 h 36"/>
                  <a:gd name="T40" fmla="*/ 12 w 35"/>
                  <a:gd name="T41" fmla="*/ 16 h 36"/>
                  <a:gd name="T42" fmla="*/ 14 w 35"/>
                  <a:gd name="T43" fmla="*/ 6 h 36"/>
                  <a:gd name="T44" fmla="*/ 22 w 35"/>
                  <a:gd name="T45" fmla="*/ 6 h 36"/>
                  <a:gd name="T46" fmla="*/ 26 w 35"/>
                  <a:gd name="T47" fmla="*/ 7 h 36"/>
                  <a:gd name="T48" fmla="*/ 28 w 35"/>
                  <a:gd name="T49" fmla="*/ 10 h 36"/>
                  <a:gd name="T50" fmla="*/ 27 w 35"/>
                  <a:gd name="T51" fmla="*/ 13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5" h="36">
                    <a:moveTo>
                      <a:pt x="30" y="1"/>
                    </a:moveTo>
                    <a:cubicBezTo>
                      <a:pt x="28" y="0"/>
                      <a:pt x="26" y="0"/>
                      <a:pt x="24" y="0"/>
                    </a:cubicBezTo>
                    <a:cubicBezTo>
                      <a:pt x="8" y="0"/>
                      <a:pt x="8" y="0"/>
                      <a:pt x="8" y="0"/>
                    </a:cubicBezTo>
                    <a:cubicBezTo>
                      <a:pt x="0" y="36"/>
                      <a:pt x="0" y="36"/>
                      <a:pt x="0" y="36"/>
                    </a:cubicBezTo>
                    <a:cubicBezTo>
                      <a:pt x="8" y="36"/>
                      <a:pt x="8" y="36"/>
                      <a:pt x="8" y="36"/>
                    </a:cubicBezTo>
                    <a:cubicBezTo>
                      <a:pt x="11" y="21"/>
                      <a:pt x="11" y="21"/>
                      <a:pt x="11" y="21"/>
                    </a:cubicBezTo>
                    <a:cubicBezTo>
                      <a:pt x="14" y="21"/>
                      <a:pt x="14" y="21"/>
                      <a:pt x="14" y="21"/>
                    </a:cubicBezTo>
                    <a:cubicBezTo>
                      <a:pt x="15" y="21"/>
                      <a:pt x="17" y="21"/>
                      <a:pt x="17" y="22"/>
                    </a:cubicBezTo>
                    <a:cubicBezTo>
                      <a:pt x="18" y="22"/>
                      <a:pt x="20" y="24"/>
                      <a:pt x="21" y="26"/>
                    </a:cubicBezTo>
                    <a:cubicBezTo>
                      <a:pt x="22" y="31"/>
                      <a:pt x="24" y="34"/>
                      <a:pt x="24" y="36"/>
                    </a:cubicBezTo>
                    <a:cubicBezTo>
                      <a:pt x="32" y="36"/>
                      <a:pt x="32" y="36"/>
                      <a:pt x="32" y="36"/>
                    </a:cubicBezTo>
                    <a:cubicBezTo>
                      <a:pt x="30" y="31"/>
                      <a:pt x="28" y="27"/>
                      <a:pt x="27" y="24"/>
                    </a:cubicBezTo>
                    <a:cubicBezTo>
                      <a:pt x="26" y="23"/>
                      <a:pt x="25" y="21"/>
                      <a:pt x="24" y="21"/>
                    </a:cubicBezTo>
                    <a:cubicBezTo>
                      <a:pt x="28" y="20"/>
                      <a:pt x="30" y="19"/>
                      <a:pt x="32" y="17"/>
                    </a:cubicBezTo>
                    <a:cubicBezTo>
                      <a:pt x="34" y="15"/>
                      <a:pt x="35" y="13"/>
                      <a:pt x="35" y="9"/>
                    </a:cubicBezTo>
                    <a:cubicBezTo>
                      <a:pt x="35" y="7"/>
                      <a:pt x="34" y="6"/>
                      <a:pt x="34" y="4"/>
                    </a:cubicBezTo>
                    <a:cubicBezTo>
                      <a:pt x="33" y="3"/>
                      <a:pt x="31" y="2"/>
                      <a:pt x="30" y="1"/>
                    </a:cubicBezTo>
                    <a:close/>
                    <a:moveTo>
                      <a:pt x="27" y="13"/>
                    </a:moveTo>
                    <a:cubicBezTo>
                      <a:pt x="26" y="14"/>
                      <a:pt x="25" y="14"/>
                      <a:pt x="24" y="15"/>
                    </a:cubicBezTo>
                    <a:cubicBezTo>
                      <a:pt x="22" y="15"/>
                      <a:pt x="20" y="16"/>
                      <a:pt x="16" y="16"/>
                    </a:cubicBezTo>
                    <a:cubicBezTo>
                      <a:pt x="12" y="16"/>
                      <a:pt x="12" y="16"/>
                      <a:pt x="12" y="16"/>
                    </a:cubicBezTo>
                    <a:cubicBezTo>
                      <a:pt x="14" y="6"/>
                      <a:pt x="14" y="6"/>
                      <a:pt x="14" y="6"/>
                    </a:cubicBezTo>
                    <a:cubicBezTo>
                      <a:pt x="22" y="6"/>
                      <a:pt x="22" y="6"/>
                      <a:pt x="22" y="6"/>
                    </a:cubicBezTo>
                    <a:cubicBezTo>
                      <a:pt x="24" y="6"/>
                      <a:pt x="25" y="6"/>
                      <a:pt x="26" y="7"/>
                    </a:cubicBezTo>
                    <a:cubicBezTo>
                      <a:pt x="27" y="7"/>
                      <a:pt x="28" y="8"/>
                      <a:pt x="28" y="10"/>
                    </a:cubicBezTo>
                    <a:cubicBezTo>
                      <a:pt x="28" y="11"/>
                      <a:pt x="27" y="12"/>
                      <a:pt x="27" y="13"/>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1" name="ïşľîḍé"/>
              <p:cNvSpPr/>
              <p:nvPr/>
            </p:nvSpPr>
            <p:spPr bwMode="auto">
              <a:xfrm>
                <a:off x="8267701" y="3521075"/>
                <a:ext cx="98425" cy="119063"/>
              </a:xfrm>
              <a:custGeom>
                <a:avLst/>
                <a:gdLst>
                  <a:gd name="T0" fmla="*/ 17 w 30"/>
                  <a:gd name="T1" fmla="*/ 5 h 36"/>
                  <a:gd name="T2" fmla="*/ 22 w 30"/>
                  <a:gd name="T3" fmla="*/ 7 h 36"/>
                  <a:gd name="T4" fmla="*/ 23 w 30"/>
                  <a:gd name="T5" fmla="*/ 11 h 36"/>
                  <a:gd name="T6" fmla="*/ 30 w 30"/>
                  <a:gd name="T7" fmla="*/ 10 h 36"/>
                  <a:gd name="T8" fmla="*/ 27 w 30"/>
                  <a:gd name="T9" fmla="*/ 3 h 36"/>
                  <a:gd name="T10" fmla="*/ 17 w 30"/>
                  <a:gd name="T11" fmla="*/ 0 h 36"/>
                  <a:gd name="T12" fmla="*/ 8 w 30"/>
                  <a:gd name="T13" fmla="*/ 3 h 36"/>
                  <a:gd name="T14" fmla="*/ 4 w 30"/>
                  <a:gd name="T15" fmla="*/ 10 h 36"/>
                  <a:gd name="T16" fmla="*/ 6 w 30"/>
                  <a:gd name="T17" fmla="*/ 14 h 36"/>
                  <a:gd name="T18" fmla="*/ 8 w 30"/>
                  <a:gd name="T19" fmla="*/ 18 h 36"/>
                  <a:gd name="T20" fmla="*/ 15 w 30"/>
                  <a:gd name="T21" fmla="*/ 21 h 36"/>
                  <a:gd name="T22" fmla="*/ 20 w 30"/>
                  <a:gd name="T23" fmla="*/ 23 h 36"/>
                  <a:gd name="T24" fmla="*/ 21 w 30"/>
                  <a:gd name="T25" fmla="*/ 26 h 36"/>
                  <a:gd name="T26" fmla="*/ 19 w 30"/>
                  <a:gd name="T27" fmla="*/ 29 h 36"/>
                  <a:gd name="T28" fmla="*/ 14 w 30"/>
                  <a:gd name="T29" fmla="*/ 30 h 36"/>
                  <a:gd name="T30" fmla="*/ 8 w 30"/>
                  <a:gd name="T31" fmla="*/ 28 h 36"/>
                  <a:gd name="T32" fmla="*/ 7 w 30"/>
                  <a:gd name="T33" fmla="*/ 24 h 36"/>
                  <a:gd name="T34" fmla="*/ 0 w 30"/>
                  <a:gd name="T35" fmla="*/ 24 h 36"/>
                  <a:gd name="T36" fmla="*/ 1 w 30"/>
                  <a:gd name="T37" fmla="*/ 30 h 36"/>
                  <a:gd name="T38" fmla="*/ 6 w 30"/>
                  <a:gd name="T39" fmla="*/ 35 h 36"/>
                  <a:gd name="T40" fmla="*/ 14 w 30"/>
                  <a:gd name="T41" fmla="*/ 36 h 36"/>
                  <a:gd name="T42" fmla="*/ 24 w 30"/>
                  <a:gd name="T43" fmla="*/ 33 h 36"/>
                  <a:gd name="T44" fmla="*/ 28 w 30"/>
                  <a:gd name="T45" fmla="*/ 25 h 36"/>
                  <a:gd name="T46" fmla="*/ 26 w 30"/>
                  <a:gd name="T47" fmla="*/ 19 h 36"/>
                  <a:gd name="T48" fmla="*/ 18 w 30"/>
                  <a:gd name="T49" fmla="*/ 14 h 36"/>
                  <a:gd name="T50" fmla="*/ 13 w 30"/>
                  <a:gd name="T51" fmla="*/ 12 h 36"/>
                  <a:gd name="T52" fmla="*/ 11 w 30"/>
                  <a:gd name="T53" fmla="*/ 9 h 36"/>
                  <a:gd name="T54" fmla="*/ 13 w 30"/>
                  <a:gd name="T55" fmla="*/ 6 h 36"/>
                  <a:gd name="T56" fmla="*/ 17 w 30"/>
                  <a:gd name="T57" fmla="*/ 5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0" h="36">
                    <a:moveTo>
                      <a:pt x="17" y="5"/>
                    </a:moveTo>
                    <a:cubicBezTo>
                      <a:pt x="19" y="5"/>
                      <a:pt x="21" y="6"/>
                      <a:pt x="22" y="7"/>
                    </a:cubicBezTo>
                    <a:cubicBezTo>
                      <a:pt x="23" y="8"/>
                      <a:pt x="23" y="9"/>
                      <a:pt x="23" y="11"/>
                    </a:cubicBezTo>
                    <a:cubicBezTo>
                      <a:pt x="30" y="10"/>
                      <a:pt x="30" y="10"/>
                      <a:pt x="30" y="10"/>
                    </a:cubicBezTo>
                    <a:cubicBezTo>
                      <a:pt x="30" y="7"/>
                      <a:pt x="29" y="4"/>
                      <a:pt x="27" y="3"/>
                    </a:cubicBezTo>
                    <a:cubicBezTo>
                      <a:pt x="24" y="1"/>
                      <a:pt x="21" y="0"/>
                      <a:pt x="17" y="0"/>
                    </a:cubicBezTo>
                    <a:cubicBezTo>
                      <a:pt x="13" y="0"/>
                      <a:pt x="10" y="1"/>
                      <a:pt x="8" y="3"/>
                    </a:cubicBezTo>
                    <a:cubicBezTo>
                      <a:pt x="5" y="5"/>
                      <a:pt x="4" y="7"/>
                      <a:pt x="4" y="10"/>
                    </a:cubicBezTo>
                    <a:cubicBezTo>
                      <a:pt x="4" y="12"/>
                      <a:pt x="5" y="13"/>
                      <a:pt x="6" y="14"/>
                    </a:cubicBezTo>
                    <a:cubicBezTo>
                      <a:pt x="6" y="16"/>
                      <a:pt x="7" y="17"/>
                      <a:pt x="8" y="18"/>
                    </a:cubicBezTo>
                    <a:cubicBezTo>
                      <a:pt x="10" y="18"/>
                      <a:pt x="12" y="19"/>
                      <a:pt x="15" y="21"/>
                    </a:cubicBezTo>
                    <a:cubicBezTo>
                      <a:pt x="17" y="22"/>
                      <a:pt x="19" y="23"/>
                      <a:pt x="20" y="23"/>
                    </a:cubicBezTo>
                    <a:cubicBezTo>
                      <a:pt x="20" y="24"/>
                      <a:pt x="21" y="25"/>
                      <a:pt x="21" y="26"/>
                    </a:cubicBezTo>
                    <a:cubicBezTo>
                      <a:pt x="21" y="27"/>
                      <a:pt x="20" y="28"/>
                      <a:pt x="19" y="29"/>
                    </a:cubicBezTo>
                    <a:cubicBezTo>
                      <a:pt x="18" y="30"/>
                      <a:pt x="16" y="30"/>
                      <a:pt x="14" y="30"/>
                    </a:cubicBezTo>
                    <a:cubicBezTo>
                      <a:pt x="11" y="30"/>
                      <a:pt x="9" y="30"/>
                      <a:pt x="8" y="28"/>
                    </a:cubicBezTo>
                    <a:cubicBezTo>
                      <a:pt x="8" y="28"/>
                      <a:pt x="7" y="26"/>
                      <a:pt x="7" y="24"/>
                    </a:cubicBezTo>
                    <a:cubicBezTo>
                      <a:pt x="0" y="24"/>
                      <a:pt x="0" y="24"/>
                      <a:pt x="0" y="24"/>
                    </a:cubicBezTo>
                    <a:cubicBezTo>
                      <a:pt x="0" y="27"/>
                      <a:pt x="0" y="29"/>
                      <a:pt x="1" y="30"/>
                    </a:cubicBezTo>
                    <a:cubicBezTo>
                      <a:pt x="2" y="32"/>
                      <a:pt x="4" y="34"/>
                      <a:pt x="6" y="35"/>
                    </a:cubicBezTo>
                    <a:cubicBezTo>
                      <a:pt x="8" y="36"/>
                      <a:pt x="11" y="36"/>
                      <a:pt x="14" y="36"/>
                    </a:cubicBezTo>
                    <a:cubicBezTo>
                      <a:pt x="18" y="36"/>
                      <a:pt x="22" y="35"/>
                      <a:pt x="24" y="33"/>
                    </a:cubicBezTo>
                    <a:cubicBezTo>
                      <a:pt x="27" y="31"/>
                      <a:pt x="28" y="28"/>
                      <a:pt x="28" y="25"/>
                    </a:cubicBezTo>
                    <a:cubicBezTo>
                      <a:pt x="28" y="22"/>
                      <a:pt x="27" y="20"/>
                      <a:pt x="26" y="19"/>
                    </a:cubicBezTo>
                    <a:cubicBezTo>
                      <a:pt x="25" y="18"/>
                      <a:pt x="22" y="16"/>
                      <a:pt x="18" y="14"/>
                    </a:cubicBezTo>
                    <a:cubicBezTo>
                      <a:pt x="15" y="13"/>
                      <a:pt x="13" y="12"/>
                      <a:pt x="13" y="12"/>
                    </a:cubicBezTo>
                    <a:cubicBezTo>
                      <a:pt x="12" y="11"/>
                      <a:pt x="11" y="10"/>
                      <a:pt x="11" y="9"/>
                    </a:cubicBezTo>
                    <a:cubicBezTo>
                      <a:pt x="11" y="8"/>
                      <a:pt x="12" y="7"/>
                      <a:pt x="13" y="6"/>
                    </a:cubicBezTo>
                    <a:cubicBezTo>
                      <a:pt x="14" y="6"/>
                      <a:pt x="15" y="5"/>
                      <a:pt x="17" y="5"/>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2" name="îṩľîďe"/>
              <p:cNvSpPr/>
              <p:nvPr/>
            </p:nvSpPr>
            <p:spPr bwMode="auto">
              <a:xfrm>
                <a:off x="8374063" y="3521075"/>
                <a:ext cx="46038" cy="119063"/>
              </a:xfrm>
              <a:custGeom>
                <a:avLst/>
                <a:gdLst>
                  <a:gd name="T0" fmla="*/ 0 w 29"/>
                  <a:gd name="T1" fmla="*/ 75 h 75"/>
                  <a:gd name="T2" fmla="*/ 14 w 29"/>
                  <a:gd name="T3" fmla="*/ 75 h 75"/>
                  <a:gd name="T4" fmla="*/ 29 w 29"/>
                  <a:gd name="T5" fmla="*/ 0 h 75"/>
                  <a:gd name="T6" fmla="*/ 14 w 29"/>
                  <a:gd name="T7" fmla="*/ 0 h 75"/>
                  <a:gd name="T8" fmla="*/ 0 w 29"/>
                  <a:gd name="T9" fmla="*/ 75 h 75"/>
                </a:gdLst>
                <a:ahLst/>
                <a:cxnLst>
                  <a:cxn ang="0">
                    <a:pos x="T0" y="T1"/>
                  </a:cxn>
                  <a:cxn ang="0">
                    <a:pos x="T2" y="T3"/>
                  </a:cxn>
                  <a:cxn ang="0">
                    <a:pos x="T4" y="T5"/>
                  </a:cxn>
                  <a:cxn ang="0">
                    <a:pos x="T6" y="T7"/>
                  </a:cxn>
                  <a:cxn ang="0">
                    <a:pos x="T8" y="T9"/>
                  </a:cxn>
                </a:cxnLst>
                <a:rect l="0" t="0" r="r" b="b"/>
                <a:pathLst>
                  <a:path w="29" h="75">
                    <a:moveTo>
                      <a:pt x="0" y="75"/>
                    </a:moveTo>
                    <a:lnTo>
                      <a:pt x="14" y="75"/>
                    </a:lnTo>
                    <a:lnTo>
                      <a:pt x="29" y="0"/>
                    </a:lnTo>
                    <a:lnTo>
                      <a:pt x="14" y="0"/>
                    </a:lnTo>
                    <a:lnTo>
                      <a:pt x="0" y="75"/>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3" name="iS1idè"/>
              <p:cNvSpPr/>
              <p:nvPr/>
            </p:nvSpPr>
            <p:spPr bwMode="auto">
              <a:xfrm>
                <a:off x="8432801" y="3521075"/>
                <a:ext cx="95250" cy="119063"/>
              </a:xfrm>
              <a:custGeom>
                <a:avLst/>
                <a:gdLst>
                  <a:gd name="T0" fmla="*/ 0 w 60"/>
                  <a:gd name="T1" fmla="*/ 12 h 75"/>
                  <a:gd name="T2" fmla="*/ 21 w 60"/>
                  <a:gd name="T3" fmla="*/ 12 h 75"/>
                  <a:gd name="T4" fmla="*/ 8 w 60"/>
                  <a:gd name="T5" fmla="*/ 75 h 75"/>
                  <a:gd name="T6" fmla="*/ 23 w 60"/>
                  <a:gd name="T7" fmla="*/ 75 h 75"/>
                  <a:gd name="T8" fmla="*/ 35 w 60"/>
                  <a:gd name="T9" fmla="*/ 12 h 75"/>
                  <a:gd name="T10" fmla="*/ 58 w 60"/>
                  <a:gd name="T11" fmla="*/ 12 h 75"/>
                  <a:gd name="T12" fmla="*/ 60 w 60"/>
                  <a:gd name="T13" fmla="*/ 0 h 75"/>
                  <a:gd name="T14" fmla="*/ 2 w 60"/>
                  <a:gd name="T15" fmla="*/ 0 h 75"/>
                  <a:gd name="T16" fmla="*/ 0 w 60"/>
                  <a:gd name="T17" fmla="*/ 12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0" h="75">
                    <a:moveTo>
                      <a:pt x="0" y="12"/>
                    </a:moveTo>
                    <a:lnTo>
                      <a:pt x="21" y="12"/>
                    </a:lnTo>
                    <a:lnTo>
                      <a:pt x="8" y="75"/>
                    </a:lnTo>
                    <a:lnTo>
                      <a:pt x="23" y="75"/>
                    </a:lnTo>
                    <a:lnTo>
                      <a:pt x="35" y="12"/>
                    </a:lnTo>
                    <a:lnTo>
                      <a:pt x="58" y="12"/>
                    </a:lnTo>
                    <a:lnTo>
                      <a:pt x="60" y="0"/>
                    </a:lnTo>
                    <a:lnTo>
                      <a:pt x="2" y="0"/>
                    </a:lnTo>
                    <a:lnTo>
                      <a:pt x="0" y="12"/>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4" name="iṣḷîḋe"/>
              <p:cNvSpPr/>
              <p:nvPr/>
            </p:nvSpPr>
            <p:spPr bwMode="auto">
              <a:xfrm>
                <a:off x="8531226" y="3521075"/>
                <a:ext cx="109538" cy="119063"/>
              </a:xfrm>
              <a:custGeom>
                <a:avLst/>
                <a:gdLst>
                  <a:gd name="T0" fmla="*/ 25 w 33"/>
                  <a:gd name="T1" fmla="*/ 0 h 36"/>
                  <a:gd name="T2" fmla="*/ 19 w 33"/>
                  <a:gd name="T3" fmla="*/ 7 h 36"/>
                  <a:gd name="T4" fmla="*/ 16 w 33"/>
                  <a:gd name="T5" fmla="*/ 12 h 36"/>
                  <a:gd name="T6" fmla="*/ 14 w 33"/>
                  <a:gd name="T7" fmla="*/ 15 h 36"/>
                  <a:gd name="T8" fmla="*/ 12 w 33"/>
                  <a:gd name="T9" fmla="*/ 10 h 36"/>
                  <a:gd name="T10" fmla="*/ 8 w 33"/>
                  <a:gd name="T11" fmla="*/ 0 h 36"/>
                  <a:gd name="T12" fmla="*/ 0 w 33"/>
                  <a:gd name="T13" fmla="*/ 0 h 36"/>
                  <a:gd name="T14" fmla="*/ 10 w 33"/>
                  <a:gd name="T15" fmla="*/ 22 h 36"/>
                  <a:gd name="T16" fmla="*/ 7 w 33"/>
                  <a:gd name="T17" fmla="*/ 36 h 36"/>
                  <a:gd name="T18" fmla="*/ 14 w 33"/>
                  <a:gd name="T19" fmla="*/ 36 h 36"/>
                  <a:gd name="T20" fmla="*/ 17 w 33"/>
                  <a:gd name="T21" fmla="*/ 23 h 36"/>
                  <a:gd name="T22" fmla="*/ 33 w 33"/>
                  <a:gd name="T23" fmla="*/ 0 h 36"/>
                  <a:gd name="T24" fmla="*/ 25 w 33"/>
                  <a:gd name="T25" fmla="*/ 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3" h="36">
                    <a:moveTo>
                      <a:pt x="25" y="0"/>
                    </a:moveTo>
                    <a:cubicBezTo>
                      <a:pt x="19" y="7"/>
                      <a:pt x="19" y="7"/>
                      <a:pt x="19" y="7"/>
                    </a:cubicBezTo>
                    <a:cubicBezTo>
                      <a:pt x="16" y="12"/>
                      <a:pt x="16" y="12"/>
                      <a:pt x="16" y="12"/>
                    </a:cubicBezTo>
                    <a:cubicBezTo>
                      <a:pt x="15" y="13"/>
                      <a:pt x="15" y="14"/>
                      <a:pt x="14" y="15"/>
                    </a:cubicBezTo>
                    <a:cubicBezTo>
                      <a:pt x="14" y="14"/>
                      <a:pt x="13" y="13"/>
                      <a:pt x="12" y="10"/>
                    </a:cubicBezTo>
                    <a:cubicBezTo>
                      <a:pt x="8" y="0"/>
                      <a:pt x="8" y="0"/>
                      <a:pt x="8" y="0"/>
                    </a:cubicBezTo>
                    <a:cubicBezTo>
                      <a:pt x="0" y="0"/>
                      <a:pt x="0" y="0"/>
                      <a:pt x="0" y="0"/>
                    </a:cubicBezTo>
                    <a:cubicBezTo>
                      <a:pt x="10" y="22"/>
                      <a:pt x="10" y="22"/>
                      <a:pt x="10" y="22"/>
                    </a:cubicBezTo>
                    <a:cubicBezTo>
                      <a:pt x="7" y="36"/>
                      <a:pt x="7" y="36"/>
                      <a:pt x="7" y="36"/>
                    </a:cubicBezTo>
                    <a:cubicBezTo>
                      <a:pt x="14" y="36"/>
                      <a:pt x="14" y="36"/>
                      <a:pt x="14" y="36"/>
                    </a:cubicBezTo>
                    <a:cubicBezTo>
                      <a:pt x="17" y="23"/>
                      <a:pt x="17" y="23"/>
                      <a:pt x="17" y="23"/>
                    </a:cubicBezTo>
                    <a:cubicBezTo>
                      <a:pt x="33" y="0"/>
                      <a:pt x="33" y="0"/>
                      <a:pt x="33" y="0"/>
                    </a:cubicBezTo>
                    <a:lnTo>
                      <a:pt x="25"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标题结尾版式1">
    <p:spTree>
      <p:nvGrpSpPr>
        <p:cNvPr id="1" name=""/>
        <p:cNvGrpSpPr/>
        <p:nvPr/>
      </p:nvGrpSpPr>
      <p:grpSpPr>
        <a:xfrm>
          <a:off x="0" y="0"/>
          <a:ext cx="0" cy="0"/>
          <a:chOff x="0" y="0"/>
          <a:chExt cx="0" cy="0"/>
        </a:xfrm>
      </p:grpSpPr>
      <p:sp>
        <p:nvSpPr>
          <p:cNvPr id="6" name="副标题 2"/>
          <p:cNvSpPr>
            <a:spLocks noGrp="1"/>
          </p:cNvSpPr>
          <p:nvPr>
            <p:ph type="subTitle" idx="1"/>
          </p:nvPr>
        </p:nvSpPr>
        <p:spPr>
          <a:xfrm>
            <a:off x="803275" y="3658405"/>
            <a:ext cx="5292725" cy="508452"/>
          </a:xfrm>
          <a:prstGeom prst="rect">
            <a:avLst/>
          </a:prstGeom>
        </p:spPr>
        <p:txBody>
          <a:bodyPr lIns="0">
            <a:normAutofit/>
          </a:bodyPr>
          <a:lstStyle>
            <a:lvl1pPr marL="0" indent="0" algn="dist">
              <a:lnSpc>
                <a:spcPct val="120000"/>
              </a:lnSpc>
              <a:buNone/>
              <a:defRPr sz="18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单击此处编辑母版副标题样式</a:t>
            </a:r>
          </a:p>
        </p:txBody>
      </p:sp>
      <p:sp>
        <p:nvSpPr>
          <p:cNvPr id="112" name="文本占位符 111"/>
          <p:cNvSpPr>
            <a:spLocks noGrp="1"/>
          </p:cNvSpPr>
          <p:nvPr>
            <p:ph type="body" sz="quarter" idx="14"/>
          </p:nvPr>
        </p:nvSpPr>
        <p:spPr>
          <a:xfrm>
            <a:off x="803275" y="1130300"/>
            <a:ext cx="5292726" cy="2501900"/>
          </a:xfrm>
          <a:prstGeom prst="rect">
            <a:avLst/>
          </a:prstGeom>
        </p:spPr>
        <p:txBody>
          <a:bodyPr anchor="b" anchorCtr="0">
            <a:normAutofit/>
          </a:bodyPr>
          <a:lstStyle>
            <a:lvl1pPr marL="0" indent="0" algn="dist">
              <a:buNone/>
              <a:defRPr sz="4400" b="1">
                <a:solidFill>
                  <a:schemeClr val="accent2"/>
                </a:solidFill>
              </a:defRPr>
            </a:lvl1pPr>
          </a:lstStyle>
          <a:p>
            <a:pPr lvl="0"/>
            <a:r>
              <a:rPr kumimoji="1" lang="zh-CN" altLang="en-US" dirty="0"/>
              <a:t>单击此处编辑母版文本样式</a:t>
            </a:r>
          </a:p>
        </p:txBody>
      </p:sp>
      <p:sp>
        <p:nvSpPr>
          <p:cNvPr id="113" name="日期占位符 3"/>
          <p:cNvSpPr txBox="1"/>
          <p:nvPr userDrawn="1"/>
        </p:nvSpPr>
        <p:spPr>
          <a:xfrm>
            <a:off x="803274" y="6235699"/>
            <a:ext cx="2921000" cy="365125"/>
          </a:xfrm>
          <a:prstGeom prst="rect">
            <a:avLst/>
          </a:prstGeom>
        </p:spPr>
        <p:txBody>
          <a:bodyPr vert="horz" lIns="0" tIns="45720" rIns="91440" bIns="45720" rtlCol="0" anchor="ctr"/>
          <a:lstStyle>
            <a:defPPr>
              <a:defRPr lang="zh-CN"/>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dirty="0"/>
              <a:t>自强、弘毅、求是、拓新</a:t>
            </a:r>
          </a:p>
        </p:txBody>
      </p:sp>
      <p:grpSp>
        <p:nvGrpSpPr>
          <p:cNvPr id="115" name="组合 114"/>
          <p:cNvGrpSpPr/>
          <p:nvPr userDrawn="1"/>
        </p:nvGrpSpPr>
        <p:grpSpPr>
          <a:xfrm>
            <a:off x="817123" y="468793"/>
            <a:ext cx="1480571" cy="458860"/>
            <a:chOff x="2558030" y="228446"/>
            <a:chExt cx="6774643" cy="2099603"/>
          </a:xfrm>
        </p:grpSpPr>
        <p:grpSp>
          <p:nvGrpSpPr>
            <p:cNvPr id="116" name="íšḻîďê"/>
            <p:cNvGrpSpPr/>
            <p:nvPr userDrawn="1"/>
          </p:nvGrpSpPr>
          <p:grpSpPr>
            <a:xfrm>
              <a:off x="2558030" y="228446"/>
              <a:ext cx="2085857" cy="2099603"/>
              <a:chOff x="3551238" y="3067050"/>
              <a:chExt cx="722313" cy="727075"/>
            </a:xfrm>
          </p:grpSpPr>
          <p:sp>
            <p:nvSpPr>
              <p:cNvPr id="146" name="ïş1íḍê"/>
              <p:cNvSpPr/>
              <p:nvPr/>
            </p:nvSpPr>
            <p:spPr bwMode="auto">
              <a:xfrm>
                <a:off x="3575051" y="3087688"/>
                <a:ext cx="673100" cy="679450"/>
              </a:xfrm>
              <a:custGeom>
                <a:avLst/>
                <a:gdLst>
                  <a:gd name="T0" fmla="*/ 102 w 204"/>
                  <a:gd name="T1" fmla="*/ 0 h 204"/>
                  <a:gd name="T2" fmla="*/ 204 w 204"/>
                  <a:gd name="T3" fmla="*/ 102 h 204"/>
                  <a:gd name="T4" fmla="*/ 102 w 204"/>
                  <a:gd name="T5" fmla="*/ 204 h 204"/>
                  <a:gd name="T6" fmla="*/ 0 w 204"/>
                  <a:gd name="T7" fmla="*/ 102 h 204"/>
                  <a:gd name="T8" fmla="*/ 102 w 204"/>
                  <a:gd name="T9" fmla="*/ 0 h 204"/>
                  <a:gd name="T10" fmla="*/ 102 w 204"/>
                  <a:gd name="T11" fmla="*/ 25 h 204"/>
                  <a:gd name="T12" fmla="*/ 24 w 204"/>
                  <a:gd name="T13" fmla="*/ 103 h 204"/>
                  <a:gd name="T14" fmla="*/ 102 w 204"/>
                  <a:gd name="T15" fmla="*/ 181 h 204"/>
                  <a:gd name="T16" fmla="*/ 180 w 204"/>
                  <a:gd name="T17" fmla="*/ 103 h 204"/>
                  <a:gd name="T18" fmla="*/ 102 w 204"/>
                  <a:gd name="T19" fmla="*/ 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04" h="204">
                    <a:moveTo>
                      <a:pt x="102" y="0"/>
                    </a:moveTo>
                    <a:cubicBezTo>
                      <a:pt x="159" y="0"/>
                      <a:pt x="204" y="46"/>
                      <a:pt x="204" y="102"/>
                    </a:cubicBezTo>
                    <a:cubicBezTo>
                      <a:pt x="204" y="158"/>
                      <a:pt x="159" y="204"/>
                      <a:pt x="102" y="204"/>
                    </a:cubicBezTo>
                    <a:cubicBezTo>
                      <a:pt x="46" y="204"/>
                      <a:pt x="0" y="158"/>
                      <a:pt x="0" y="102"/>
                    </a:cubicBezTo>
                    <a:cubicBezTo>
                      <a:pt x="0" y="46"/>
                      <a:pt x="46" y="0"/>
                      <a:pt x="102" y="0"/>
                    </a:cubicBezTo>
                    <a:close/>
                    <a:moveTo>
                      <a:pt x="102" y="25"/>
                    </a:moveTo>
                    <a:cubicBezTo>
                      <a:pt x="59" y="25"/>
                      <a:pt x="24" y="60"/>
                      <a:pt x="24" y="103"/>
                    </a:cubicBezTo>
                    <a:cubicBezTo>
                      <a:pt x="24" y="146"/>
                      <a:pt x="59" y="181"/>
                      <a:pt x="102" y="181"/>
                    </a:cubicBezTo>
                    <a:cubicBezTo>
                      <a:pt x="145" y="181"/>
                      <a:pt x="180" y="146"/>
                      <a:pt x="180" y="103"/>
                    </a:cubicBezTo>
                    <a:cubicBezTo>
                      <a:pt x="180" y="60"/>
                      <a:pt x="145" y="25"/>
                      <a:pt x="102" y="25"/>
                    </a:cubicBezTo>
                    <a:close/>
                  </a:path>
                </a:pathLst>
              </a:custGeom>
              <a:solidFill>
                <a:srgbClr val="00523A"/>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47" name="íšḻïḍè"/>
              <p:cNvSpPr/>
              <p:nvPr/>
            </p:nvSpPr>
            <p:spPr bwMode="auto">
              <a:xfrm>
                <a:off x="3621088" y="3103563"/>
                <a:ext cx="584200" cy="203200"/>
              </a:xfrm>
              <a:custGeom>
                <a:avLst/>
                <a:gdLst>
                  <a:gd name="T0" fmla="*/ 8 w 177"/>
                  <a:gd name="T1" fmla="*/ 53 h 61"/>
                  <a:gd name="T2" fmla="*/ 0 w 177"/>
                  <a:gd name="T3" fmla="*/ 56 h 61"/>
                  <a:gd name="T4" fmla="*/ 5 w 177"/>
                  <a:gd name="T5" fmla="*/ 52 h 61"/>
                  <a:gd name="T6" fmla="*/ 4 w 177"/>
                  <a:gd name="T7" fmla="*/ 50 h 61"/>
                  <a:gd name="T8" fmla="*/ 5 w 177"/>
                  <a:gd name="T9" fmla="*/ 48 h 61"/>
                  <a:gd name="T10" fmla="*/ 10 w 177"/>
                  <a:gd name="T11" fmla="*/ 41 h 61"/>
                  <a:gd name="T12" fmla="*/ 17 w 177"/>
                  <a:gd name="T13" fmla="*/ 50 h 61"/>
                  <a:gd name="T14" fmla="*/ 14 w 177"/>
                  <a:gd name="T15" fmla="*/ 35 h 61"/>
                  <a:gd name="T16" fmla="*/ 23 w 177"/>
                  <a:gd name="T17" fmla="*/ 46 h 61"/>
                  <a:gd name="T18" fmla="*/ 31 w 177"/>
                  <a:gd name="T19" fmla="*/ 38 h 61"/>
                  <a:gd name="T20" fmla="*/ 29 w 177"/>
                  <a:gd name="T21" fmla="*/ 40 h 61"/>
                  <a:gd name="T22" fmla="*/ 18 w 177"/>
                  <a:gd name="T23" fmla="*/ 32 h 61"/>
                  <a:gd name="T24" fmla="*/ 19 w 177"/>
                  <a:gd name="T25" fmla="*/ 30 h 61"/>
                  <a:gd name="T26" fmla="*/ 21 w 177"/>
                  <a:gd name="T27" fmla="*/ 27 h 61"/>
                  <a:gd name="T28" fmla="*/ 41 w 177"/>
                  <a:gd name="T29" fmla="*/ 29 h 61"/>
                  <a:gd name="T30" fmla="*/ 43 w 177"/>
                  <a:gd name="T31" fmla="*/ 29 h 61"/>
                  <a:gd name="T32" fmla="*/ 35 w 177"/>
                  <a:gd name="T33" fmla="*/ 35 h 61"/>
                  <a:gd name="T34" fmla="*/ 31 w 177"/>
                  <a:gd name="T35" fmla="*/ 21 h 61"/>
                  <a:gd name="T36" fmla="*/ 46 w 177"/>
                  <a:gd name="T37" fmla="*/ 11 h 61"/>
                  <a:gd name="T38" fmla="*/ 47 w 177"/>
                  <a:gd name="T39" fmla="*/ 11 h 61"/>
                  <a:gd name="T40" fmla="*/ 47 w 177"/>
                  <a:gd name="T41" fmla="*/ 26 h 61"/>
                  <a:gd name="T42" fmla="*/ 39 w 177"/>
                  <a:gd name="T43" fmla="*/ 15 h 61"/>
                  <a:gd name="T44" fmla="*/ 72 w 177"/>
                  <a:gd name="T45" fmla="*/ 16 h 61"/>
                  <a:gd name="T46" fmla="*/ 71 w 177"/>
                  <a:gd name="T47" fmla="*/ 2 h 61"/>
                  <a:gd name="T48" fmla="*/ 65 w 177"/>
                  <a:gd name="T49" fmla="*/ 15 h 61"/>
                  <a:gd name="T50" fmla="*/ 64 w 177"/>
                  <a:gd name="T51" fmla="*/ 4 h 61"/>
                  <a:gd name="T52" fmla="*/ 84 w 177"/>
                  <a:gd name="T53" fmla="*/ 1 h 61"/>
                  <a:gd name="T54" fmla="*/ 84 w 177"/>
                  <a:gd name="T55" fmla="*/ 1 h 61"/>
                  <a:gd name="T56" fmla="*/ 78 w 177"/>
                  <a:gd name="T57" fmla="*/ 16 h 61"/>
                  <a:gd name="T58" fmla="*/ 77 w 177"/>
                  <a:gd name="T59" fmla="*/ 15 h 61"/>
                  <a:gd name="T60" fmla="*/ 90 w 177"/>
                  <a:gd name="T61" fmla="*/ 1 h 61"/>
                  <a:gd name="T62" fmla="*/ 94 w 177"/>
                  <a:gd name="T63" fmla="*/ 15 h 61"/>
                  <a:gd name="T64" fmla="*/ 92 w 177"/>
                  <a:gd name="T65" fmla="*/ 15 h 61"/>
                  <a:gd name="T66" fmla="*/ 113 w 177"/>
                  <a:gd name="T67" fmla="*/ 3 h 61"/>
                  <a:gd name="T68" fmla="*/ 102 w 177"/>
                  <a:gd name="T69" fmla="*/ 2 h 61"/>
                  <a:gd name="T70" fmla="*/ 105 w 177"/>
                  <a:gd name="T71" fmla="*/ 14 h 61"/>
                  <a:gd name="T72" fmla="*/ 117 w 177"/>
                  <a:gd name="T73" fmla="*/ 5 h 61"/>
                  <a:gd name="T74" fmla="*/ 122 w 177"/>
                  <a:gd name="T75" fmla="*/ 19 h 61"/>
                  <a:gd name="T76" fmla="*/ 119 w 177"/>
                  <a:gd name="T77" fmla="*/ 13 h 61"/>
                  <a:gd name="T78" fmla="*/ 121 w 177"/>
                  <a:gd name="T79" fmla="*/ 12 h 61"/>
                  <a:gd name="T80" fmla="*/ 124 w 177"/>
                  <a:gd name="T81" fmla="*/ 10 h 61"/>
                  <a:gd name="T82" fmla="*/ 131 w 177"/>
                  <a:gd name="T83" fmla="*/ 26 h 61"/>
                  <a:gd name="T84" fmla="*/ 126 w 177"/>
                  <a:gd name="T85" fmla="*/ 23 h 61"/>
                  <a:gd name="T86" fmla="*/ 124 w 177"/>
                  <a:gd name="T87" fmla="*/ 23 h 61"/>
                  <a:gd name="T88" fmla="*/ 137 w 177"/>
                  <a:gd name="T89" fmla="*/ 14 h 61"/>
                  <a:gd name="T90" fmla="*/ 133 w 177"/>
                  <a:gd name="T91" fmla="*/ 11 h 61"/>
                  <a:gd name="T92" fmla="*/ 137 w 177"/>
                  <a:gd name="T93" fmla="*/ 32 h 61"/>
                  <a:gd name="T94" fmla="*/ 137 w 177"/>
                  <a:gd name="T95" fmla="*/ 32 h 61"/>
                  <a:gd name="T96" fmla="*/ 145 w 177"/>
                  <a:gd name="T97" fmla="*/ 19 h 61"/>
                  <a:gd name="T98" fmla="*/ 146 w 177"/>
                  <a:gd name="T99" fmla="*/ 19 h 61"/>
                  <a:gd name="T100" fmla="*/ 159 w 177"/>
                  <a:gd name="T101" fmla="*/ 31 h 61"/>
                  <a:gd name="T102" fmla="*/ 149 w 177"/>
                  <a:gd name="T103" fmla="*/ 42 h 61"/>
                  <a:gd name="T104" fmla="*/ 155 w 177"/>
                  <a:gd name="T105" fmla="*/ 27 h 61"/>
                  <a:gd name="T106" fmla="*/ 166 w 177"/>
                  <a:gd name="T107" fmla="*/ 40 h 61"/>
                  <a:gd name="T108" fmla="*/ 160 w 177"/>
                  <a:gd name="T109" fmla="*/ 37 h 61"/>
                  <a:gd name="T110" fmla="*/ 153 w 177"/>
                  <a:gd name="T111" fmla="*/ 46 h 61"/>
                  <a:gd name="T112" fmla="*/ 177 w 177"/>
                  <a:gd name="T113" fmla="*/ 55 h 61"/>
                  <a:gd name="T114" fmla="*/ 162 w 177"/>
                  <a:gd name="T115" fmla="*/ 60 h 61"/>
                  <a:gd name="T116" fmla="*/ 165 w 177"/>
                  <a:gd name="T117" fmla="*/ 55 h 61"/>
                  <a:gd name="T118" fmla="*/ 173 w 177"/>
                  <a:gd name="T119" fmla="*/ 49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77" h="61">
                    <a:moveTo>
                      <a:pt x="6" y="46"/>
                    </a:moveTo>
                    <a:cubicBezTo>
                      <a:pt x="6" y="46"/>
                      <a:pt x="6" y="46"/>
                      <a:pt x="6" y="46"/>
                    </a:cubicBezTo>
                    <a:cubicBezTo>
                      <a:pt x="6" y="46"/>
                      <a:pt x="6" y="46"/>
                      <a:pt x="6" y="46"/>
                    </a:cubicBezTo>
                    <a:cubicBezTo>
                      <a:pt x="6" y="46"/>
                      <a:pt x="6" y="47"/>
                      <a:pt x="6" y="47"/>
                    </a:cubicBezTo>
                    <a:cubicBezTo>
                      <a:pt x="6" y="47"/>
                      <a:pt x="6" y="47"/>
                      <a:pt x="6" y="47"/>
                    </a:cubicBezTo>
                    <a:cubicBezTo>
                      <a:pt x="17" y="57"/>
                      <a:pt x="17" y="57"/>
                      <a:pt x="17" y="57"/>
                    </a:cubicBezTo>
                    <a:cubicBezTo>
                      <a:pt x="17" y="57"/>
                      <a:pt x="17" y="57"/>
                      <a:pt x="17" y="57"/>
                    </a:cubicBezTo>
                    <a:cubicBezTo>
                      <a:pt x="8" y="53"/>
                      <a:pt x="8" y="53"/>
                      <a:pt x="8" y="53"/>
                    </a:cubicBezTo>
                    <a:cubicBezTo>
                      <a:pt x="8" y="54"/>
                      <a:pt x="8" y="54"/>
                      <a:pt x="8" y="54"/>
                    </a:cubicBezTo>
                    <a:cubicBezTo>
                      <a:pt x="15" y="60"/>
                      <a:pt x="15" y="60"/>
                      <a:pt x="15" y="60"/>
                    </a:cubicBezTo>
                    <a:cubicBezTo>
                      <a:pt x="15" y="61"/>
                      <a:pt x="15" y="61"/>
                      <a:pt x="15" y="61"/>
                    </a:cubicBezTo>
                    <a:cubicBezTo>
                      <a:pt x="1" y="55"/>
                      <a:pt x="1" y="55"/>
                      <a:pt x="1" y="55"/>
                    </a:cubicBezTo>
                    <a:cubicBezTo>
                      <a:pt x="1" y="55"/>
                      <a:pt x="1" y="55"/>
                      <a:pt x="1" y="55"/>
                    </a:cubicBezTo>
                    <a:cubicBezTo>
                      <a:pt x="1" y="55"/>
                      <a:pt x="1" y="55"/>
                      <a:pt x="1" y="55"/>
                    </a:cubicBezTo>
                    <a:cubicBezTo>
                      <a:pt x="0" y="56"/>
                      <a:pt x="0" y="56"/>
                      <a:pt x="0" y="56"/>
                    </a:cubicBezTo>
                    <a:cubicBezTo>
                      <a:pt x="0" y="56"/>
                      <a:pt x="0" y="56"/>
                      <a:pt x="0" y="56"/>
                    </a:cubicBezTo>
                    <a:cubicBezTo>
                      <a:pt x="2" y="53"/>
                      <a:pt x="2" y="53"/>
                      <a:pt x="2" y="53"/>
                    </a:cubicBezTo>
                    <a:cubicBezTo>
                      <a:pt x="2" y="53"/>
                      <a:pt x="2" y="53"/>
                      <a:pt x="2" y="53"/>
                    </a:cubicBezTo>
                    <a:cubicBezTo>
                      <a:pt x="2" y="53"/>
                      <a:pt x="2" y="53"/>
                      <a:pt x="2" y="53"/>
                    </a:cubicBezTo>
                    <a:cubicBezTo>
                      <a:pt x="2" y="53"/>
                      <a:pt x="2" y="54"/>
                      <a:pt x="2" y="54"/>
                    </a:cubicBezTo>
                    <a:cubicBezTo>
                      <a:pt x="2" y="54"/>
                      <a:pt x="2" y="54"/>
                      <a:pt x="2" y="54"/>
                    </a:cubicBezTo>
                    <a:cubicBezTo>
                      <a:pt x="11" y="58"/>
                      <a:pt x="11" y="58"/>
                      <a:pt x="11" y="58"/>
                    </a:cubicBezTo>
                    <a:cubicBezTo>
                      <a:pt x="12" y="58"/>
                      <a:pt x="12" y="58"/>
                      <a:pt x="12" y="58"/>
                    </a:cubicBezTo>
                    <a:cubicBezTo>
                      <a:pt x="5" y="52"/>
                      <a:pt x="5" y="52"/>
                      <a:pt x="5" y="52"/>
                    </a:cubicBezTo>
                    <a:cubicBezTo>
                      <a:pt x="4" y="52"/>
                      <a:pt x="4" y="52"/>
                      <a:pt x="4" y="52"/>
                    </a:cubicBezTo>
                    <a:cubicBezTo>
                      <a:pt x="3" y="52"/>
                      <a:pt x="3" y="52"/>
                      <a:pt x="3" y="52"/>
                    </a:cubicBezTo>
                    <a:cubicBezTo>
                      <a:pt x="3" y="52"/>
                      <a:pt x="3" y="52"/>
                      <a:pt x="3" y="52"/>
                    </a:cubicBezTo>
                    <a:cubicBezTo>
                      <a:pt x="3" y="52"/>
                      <a:pt x="3" y="52"/>
                      <a:pt x="3" y="52"/>
                    </a:cubicBezTo>
                    <a:cubicBezTo>
                      <a:pt x="2" y="52"/>
                      <a:pt x="2" y="52"/>
                      <a:pt x="2" y="52"/>
                    </a:cubicBezTo>
                    <a:cubicBezTo>
                      <a:pt x="4" y="49"/>
                      <a:pt x="4" y="49"/>
                      <a:pt x="4" y="49"/>
                    </a:cubicBezTo>
                    <a:cubicBezTo>
                      <a:pt x="4" y="49"/>
                      <a:pt x="4" y="49"/>
                      <a:pt x="4" y="49"/>
                    </a:cubicBezTo>
                    <a:cubicBezTo>
                      <a:pt x="4" y="50"/>
                      <a:pt x="4" y="50"/>
                      <a:pt x="4" y="50"/>
                    </a:cubicBezTo>
                    <a:cubicBezTo>
                      <a:pt x="4" y="50"/>
                      <a:pt x="4" y="50"/>
                      <a:pt x="4" y="50"/>
                    </a:cubicBezTo>
                    <a:cubicBezTo>
                      <a:pt x="4" y="50"/>
                      <a:pt x="4" y="50"/>
                      <a:pt x="4" y="51"/>
                    </a:cubicBezTo>
                    <a:cubicBezTo>
                      <a:pt x="13" y="54"/>
                      <a:pt x="13" y="54"/>
                      <a:pt x="13" y="54"/>
                    </a:cubicBezTo>
                    <a:cubicBezTo>
                      <a:pt x="13" y="54"/>
                      <a:pt x="13" y="54"/>
                      <a:pt x="13" y="54"/>
                    </a:cubicBezTo>
                    <a:cubicBezTo>
                      <a:pt x="6" y="48"/>
                      <a:pt x="6" y="48"/>
                      <a:pt x="6" y="48"/>
                    </a:cubicBezTo>
                    <a:cubicBezTo>
                      <a:pt x="6" y="48"/>
                      <a:pt x="6" y="48"/>
                      <a:pt x="5" y="48"/>
                    </a:cubicBezTo>
                    <a:cubicBezTo>
                      <a:pt x="5" y="48"/>
                      <a:pt x="5" y="48"/>
                      <a:pt x="5" y="48"/>
                    </a:cubicBezTo>
                    <a:cubicBezTo>
                      <a:pt x="5" y="48"/>
                      <a:pt x="5" y="48"/>
                      <a:pt x="5" y="48"/>
                    </a:cubicBezTo>
                    <a:cubicBezTo>
                      <a:pt x="4" y="48"/>
                      <a:pt x="4" y="48"/>
                      <a:pt x="4" y="48"/>
                    </a:cubicBezTo>
                    <a:cubicBezTo>
                      <a:pt x="6" y="46"/>
                      <a:pt x="6" y="46"/>
                      <a:pt x="6" y="46"/>
                    </a:cubicBezTo>
                    <a:close/>
                    <a:moveTo>
                      <a:pt x="22" y="48"/>
                    </a:moveTo>
                    <a:cubicBezTo>
                      <a:pt x="22" y="49"/>
                      <a:pt x="21" y="49"/>
                      <a:pt x="21" y="49"/>
                    </a:cubicBezTo>
                    <a:cubicBezTo>
                      <a:pt x="20" y="50"/>
                      <a:pt x="19" y="49"/>
                      <a:pt x="18" y="48"/>
                    </a:cubicBezTo>
                    <a:cubicBezTo>
                      <a:pt x="10" y="42"/>
                      <a:pt x="10" y="42"/>
                      <a:pt x="10" y="42"/>
                    </a:cubicBezTo>
                    <a:cubicBezTo>
                      <a:pt x="10" y="42"/>
                      <a:pt x="10" y="41"/>
                      <a:pt x="10" y="41"/>
                    </a:cubicBezTo>
                    <a:cubicBezTo>
                      <a:pt x="10" y="41"/>
                      <a:pt x="10" y="41"/>
                      <a:pt x="10" y="41"/>
                    </a:cubicBezTo>
                    <a:cubicBezTo>
                      <a:pt x="10" y="40"/>
                      <a:pt x="10" y="40"/>
                      <a:pt x="10" y="40"/>
                    </a:cubicBezTo>
                    <a:cubicBezTo>
                      <a:pt x="10" y="40"/>
                      <a:pt x="10" y="40"/>
                      <a:pt x="10" y="40"/>
                    </a:cubicBezTo>
                    <a:cubicBezTo>
                      <a:pt x="7" y="43"/>
                      <a:pt x="7" y="43"/>
                      <a:pt x="7" y="43"/>
                    </a:cubicBezTo>
                    <a:cubicBezTo>
                      <a:pt x="8" y="43"/>
                      <a:pt x="8" y="43"/>
                      <a:pt x="8" y="43"/>
                    </a:cubicBezTo>
                    <a:cubicBezTo>
                      <a:pt x="8" y="43"/>
                      <a:pt x="8" y="43"/>
                      <a:pt x="8" y="43"/>
                    </a:cubicBezTo>
                    <a:cubicBezTo>
                      <a:pt x="8" y="43"/>
                      <a:pt x="8" y="43"/>
                      <a:pt x="8" y="43"/>
                    </a:cubicBezTo>
                    <a:cubicBezTo>
                      <a:pt x="9" y="43"/>
                      <a:pt x="9" y="43"/>
                      <a:pt x="9" y="43"/>
                    </a:cubicBezTo>
                    <a:cubicBezTo>
                      <a:pt x="17" y="50"/>
                      <a:pt x="17" y="50"/>
                      <a:pt x="17" y="50"/>
                    </a:cubicBezTo>
                    <a:cubicBezTo>
                      <a:pt x="18" y="50"/>
                      <a:pt x="19" y="51"/>
                      <a:pt x="20" y="50"/>
                    </a:cubicBezTo>
                    <a:cubicBezTo>
                      <a:pt x="21" y="50"/>
                      <a:pt x="22" y="50"/>
                      <a:pt x="23" y="49"/>
                    </a:cubicBezTo>
                    <a:cubicBezTo>
                      <a:pt x="24" y="48"/>
                      <a:pt x="24" y="47"/>
                      <a:pt x="24" y="46"/>
                    </a:cubicBezTo>
                    <a:cubicBezTo>
                      <a:pt x="24" y="45"/>
                      <a:pt x="23" y="44"/>
                      <a:pt x="22" y="43"/>
                    </a:cubicBezTo>
                    <a:cubicBezTo>
                      <a:pt x="14" y="36"/>
                      <a:pt x="14" y="36"/>
                      <a:pt x="14" y="36"/>
                    </a:cubicBezTo>
                    <a:cubicBezTo>
                      <a:pt x="14" y="36"/>
                      <a:pt x="14" y="36"/>
                      <a:pt x="14" y="36"/>
                    </a:cubicBezTo>
                    <a:cubicBezTo>
                      <a:pt x="14" y="36"/>
                      <a:pt x="14" y="36"/>
                      <a:pt x="14" y="35"/>
                    </a:cubicBezTo>
                    <a:cubicBezTo>
                      <a:pt x="14" y="35"/>
                      <a:pt x="14" y="35"/>
                      <a:pt x="14" y="35"/>
                    </a:cubicBezTo>
                    <a:cubicBezTo>
                      <a:pt x="14" y="35"/>
                      <a:pt x="14" y="35"/>
                      <a:pt x="14" y="35"/>
                    </a:cubicBezTo>
                    <a:cubicBezTo>
                      <a:pt x="12" y="37"/>
                      <a:pt x="12" y="37"/>
                      <a:pt x="12" y="37"/>
                    </a:cubicBezTo>
                    <a:cubicBezTo>
                      <a:pt x="12" y="38"/>
                      <a:pt x="12" y="38"/>
                      <a:pt x="12" y="38"/>
                    </a:cubicBezTo>
                    <a:cubicBezTo>
                      <a:pt x="13" y="37"/>
                      <a:pt x="13" y="37"/>
                      <a:pt x="13" y="37"/>
                    </a:cubicBezTo>
                    <a:cubicBezTo>
                      <a:pt x="13" y="37"/>
                      <a:pt x="13" y="37"/>
                      <a:pt x="13" y="37"/>
                    </a:cubicBezTo>
                    <a:cubicBezTo>
                      <a:pt x="13" y="37"/>
                      <a:pt x="14" y="37"/>
                      <a:pt x="14" y="37"/>
                    </a:cubicBezTo>
                    <a:cubicBezTo>
                      <a:pt x="22" y="44"/>
                      <a:pt x="22" y="44"/>
                      <a:pt x="22" y="44"/>
                    </a:cubicBezTo>
                    <a:cubicBezTo>
                      <a:pt x="23" y="44"/>
                      <a:pt x="23" y="45"/>
                      <a:pt x="23" y="46"/>
                    </a:cubicBezTo>
                    <a:cubicBezTo>
                      <a:pt x="23" y="47"/>
                      <a:pt x="23" y="47"/>
                      <a:pt x="22" y="48"/>
                    </a:cubicBezTo>
                    <a:close/>
                    <a:moveTo>
                      <a:pt x="33" y="36"/>
                    </a:moveTo>
                    <a:cubicBezTo>
                      <a:pt x="33" y="36"/>
                      <a:pt x="33" y="36"/>
                      <a:pt x="33" y="36"/>
                    </a:cubicBezTo>
                    <a:cubicBezTo>
                      <a:pt x="33" y="36"/>
                      <a:pt x="34" y="36"/>
                      <a:pt x="34" y="36"/>
                    </a:cubicBezTo>
                    <a:cubicBezTo>
                      <a:pt x="34" y="35"/>
                      <a:pt x="34" y="35"/>
                      <a:pt x="34" y="35"/>
                    </a:cubicBezTo>
                    <a:cubicBezTo>
                      <a:pt x="35" y="36"/>
                      <a:pt x="35" y="36"/>
                      <a:pt x="35" y="36"/>
                    </a:cubicBezTo>
                    <a:cubicBezTo>
                      <a:pt x="32" y="39"/>
                      <a:pt x="32" y="39"/>
                      <a:pt x="32" y="39"/>
                    </a:cubicBezTo>
                    <a:cubicBezTo>
                      <a:pt x="31" y="38"/>
                      <a:pt x="31" y="38"/>
                      <a:pt x="31" y="38"/>
                    </a:cubicBezTo>
                    <a:cubicBezTo>
                      <a:pt x="32" y="38"/>
                      <a:pt x="32" y="38"/>
                      <a:pt x="32" y="38"/>
                    </a:cubicBezTo>
                    <a:cubicBezTo>
                      <a:pt x="32" y="38"/>
                      <a:pt x="32" y="37"/>
                      <a:pt x="32" y="37"/>
                    </a:cubicBezTo>
                    <a:cubicBezTo>
                      <a:pt x="32" y="37"/>
                      <a:pt x="32" y="37"/>
                      <a:pt x="32" y="37"/>
                    </a:cubicBezTo>
                    <a:cubicBezTo>
                      <a:pt x="27" y="32"/>
                      <a:pt x="27" y="32"/>
                      <a:pt x="27" y="32"/>
                    </a:cubicBezTo>
                    <a:cubicBezTo>
                      <a:pt x="23" y="36"/>
                      <a:pt x="23" y="36"/>
                      <a:pt x="23" y="36"/>
                    </a:cubicBezTo>
                    <a:cubicBezTo>
                      <a:pt x="28" y="40"/>
                      <a:pt x="28" y="40"/>
                      <a:pt x="28" y="40"/>
                    </a:cubicBezTo>
                    <a:cubicBezTo>
                      <a:pt x="28" y="41"/>
                      <a:pt x="28" y="41"/>
                      <a:pt x="28" y="41"/>
                    </a:cubicBezTo>
                    <a:cubicBezTo>
                      <a:pt x="28" y="41"/>
                      <a:pt x="29" y="41"/>
                      <a:pt x="29" y="40"/>
                    </a:cubicBezTo>
                    <a:cubicBezTo>
                      <a:pt x="29" y="40"/>
                      <a:pt x="29" y="40"/>
                      <a:pt x="29" y="40"/>
                    </a:cubicBezTo>
                    <a:cubicBezTo>
                      <a:pt x="30" y="41"/>
                      <a:pt x="30" y="41"/>
                      <a:pt x="30" y="41"/>
                    </a:cubicBezTo>
                    <a:cubicBezTo>
                      <a:pt x="27" y="43"/>
                      <a:pt x="27" y="43"/>
                      <a:pt x="27" y="43"/>
                    </a:cubicBezTo>
                    <a:cubicBezTo>
                      <a:pt x="26" y="43"/>
                      <a:pt x="26" y="43"/>
                      <a:pt x="26" y="43"/>
                    </a:cubicBezTo>
                    <a:cubicBezTo>
                      <a:pt x="27" y="43"/>
                      <a:pt x="27" y="43"/>
                      <a:pt x="27" y="43"/>
                    </a:cubicBezTo>
                    <a:cubicBezTo>
                      <a:pt x="27" y="42"/>
                      <a:pt x="27" y="42"/>
                      <a:pt x="27" y="42"/>
                    </a:cubicBezTo>
                    <a:cubicBezTo>
                      <a:pt x="27" y="42"/>
                      <a:pt x="27" y="42"/>
                      <a:pt x="27" y="41"/>
                    </a:cubicBezTo>
                    <a:cubicBezTo>
                      <a:pt x="18" y="32"/>
                      <a:pt x="18" y="32"/>
                      <a:pt x="18" y="32"/>
                    </a:cubicBezTo>
                    <a:cubicBezTo>
                      <a:pt x="18" y="32"/>
                      <a:pt x="17" y="32"/>
                      <a:pt x="17" y="32"/>
                    </a:cubicBezTo>
                    <a:cubicBezTo>
                      <a:pt x="17" y="32"/>
                      <a:pt x="17" y="32"/>
                      <a:pt x="17" y="32"/>
                    </a:cubicBezTo>
                    <a:cubicBezTo>
                      <a:pt x="16" y="32"/>
                      <a:pt x="16" y="32"/>
                      <a:pt x="16" y="32"/>
                    </a:cubicBezTo>
                    <a:cubicBezTo>
                      <a:pt x="16" y="32"/>
                      <a:pt x="16" y="32"/>
                      <a:pt x="16" y="32"/>
                    </a:cubicBezTo>
                    <a:cubicBezTo>
                      <a:pt x="19" y="29"/>
                      <a:pt x="19" y="29"/>
                      <a:pt x="19" y="29"/>
                    </a:cubicBezTo>
                    <a:cubicBezTo>
                      <a:pt x="19" y="29"/>
                      <a:pt x="19" y="29"/>
                      <a:pt x="19" y="29"/>
                    </a:cubicBezTo>
                    <a:cubicBezTo>
                      <a:pt x="19" y="30"/>
                      <a:pt x="19" y="30"/>
                      <a:pt x="19" y="30"/>
                    </a:cubicBezTo>
                    <a:cubicBezTo>
                      <a:pt x="19" y="30"/>
                      <a:pt x="19" y="30"/>
                      <a:pt x="19" y="30"/>
                    </a:cubicBezTo>
                    <a:cubicBezTo>
                      <a:pt x="19" y="30"/>
                      <a:pt x="19" y="31"/>
                      <a:pt x="19" y="31"/>
                    </a:cubicBezTo>
                    <a:cubicBezTo>
                      <a:pt x="23" y="35"/>
                      <a:pt x="23" y="35"/>
                      <a:pt x="23" y="35"/>
                    </a:cubicBezTo>
                    <a:cubicBezTo>
                      <a:pt x="27" y="31"/>
                      <a:pt x="27" y="31"/>
                      <a:pt x="27" y="31"/>
                    </a:cubicBezTo>
                    <a:cubicBezTo>
                      <a:pt x="23" y="27"/>
                      <a:pt x="23" y="27"/>
                      <a:pt x="23" y="27"/>
                    </a:cubicBezTo>
                    <a:cubicBezTo>
                      <a:pt x="23" y="27"/>
                      <a:pt x="22" y="27"/>
                      <a:pt x="22" y="27"/>
                    </a:cubicBezTo>
                    <a:cubicBezTo>
                      <a:pt x="22" y="27"/>
                      <a:pt x="22" y="27"/>
                      <a:pt x="22" y="27"/>
                    </a:cubicBezTo>
                    <a:cubicBezTo>
                      <a:pt x="21" y="27"/>
                      <a:pt x="21" y="27"/>
                      <a:pt x="21" y="27"/>
                    </a:cubicBezTo>
                    <a:cubicBezTo>
                      <a:pt x="21" y="27"/>
                      <a:pt x="21" y="27"/>
                      <a:pt x="21" y="27"/>
                    </a:cubicBezTo>
                    <a:cubicBezTo>
                      <a:pt x="24" y="24"/>
                      <a:pt x="24" y="24"/>
                      <a:pt x="24" y="24"/>
                    </a:cubicBezTo>
                    <a:cubicBezTo>
                      <a:pt x="24" y="25"/>
                      <a:pt x="24" y="25"/>
                      <a:pt x="24" y="25"/>
                    </a:cubicBezTo>
                    <a:cubicBezTo>
                      <a:pt x="24" y="25"/>
                      <a:pt x="24" y="25"/>
                      <a:pt x="24" y="25"/>
                    </a:cubicBezTo>
                    <a:cubicBezTo>
                      <a:pt x="24" y="25"/>
                      <a:pt x="24" y="25"/>
                      <a:pt x="24" y="26"/>
                    </a:cubicBezTo>
                    <a:cubicBezTo>
                      <a:pt x="24" y="26"/>
                      <a:pt x="24" y="26"/>
                      <a:pt x="24" y="26"/>
                    </a:cubicBezTo>
                    <a:cubicBezTo>
                      <a:pt x="33" y="36"/>
                      <a:pt x="33" y="36"/>
                      <a:pt x="33" y="36"/>
                    </a:cubicBezTo>
                    <a:close/>
                    <a:moveTo>
                      <a:pt x="38" y="26"/>
                    </a:moveTo>
                    <a:cubicBezTo>
                      <a:pt x="41" y="29"/>
                      <a:pt x="41" y="29"/>
                      <a:pt x="41" y="29"/>
                    </a:cubicBezTo>
                    <a:cubicBezTo>
                      <a:pt x="41" y="29"/>
                      <a:pt x="41" y="30"/>
                      <a:pt x="41" y="30"/>
                    </a:cubicBezTo>
                    <a:cubicBezTo>
                      <a:pt x="41" y="30"/>
                      <a:pt x="41" y="30"/>
                      <a:pt x="41" y="30"/>
                    </a:cubicBezTo>
                    <a:cubicBezTo>
                      <a:pt x="41" y="31"/>
                      <a:pt x="41" y="31"/>
                      <a:pt x="41" y="31"/>
                    </a:cubicBezTo>
                    <a:cubicBezTo>
                      <a:pt x="41" y="31"/>
                      <a:pt x="41" y="31"/>
                      <a:pt x="41" y="31"/>
                    </a:cubicBezTo>
                    <a:cubicBezTo>
                      <a:pt x="44" y="29"/>
                      <a:pt x="44" y="29"/>
                      <a:pt x="44" y="29"/>
                    </a:cubicBezTo>
                    <a:cubicBezTo>
                      <a:pt x="44" y="28"/>
                      <a:pt x="44" y="28"/>
                      <a:pt x="44" y="28"/>
                    </a:cubicBezTo>
                    <a:cubicBezTo>
                      <a:pt x="44" y="29"/>
                      <a:pt x="44" y="29"/>
                      <a:pt x="44" y="29"/>
                    </a:cubicBezTo>
                    <a:cubicBezTo>
                      <a:pt x="43" y="29"/>
                      <a:pt x="43" y="29"/>
                      <a:pt x="43" y="29"/>
                    </a:cubicBezTo>
                    <a:cubicBezTo>
                      <a:pt x="43" y="29"/>
                      <a:pt x="42" y="29"/>
                      <a:pt x="42" y="28"/>
                    </a:cubicBezTo>
                    <a:cubicBezTo>
                      <a:pt x="31" y="18"/>
                      <a:pt x="31" y="18"/>
                      <a:pt x="31" y="18"/>
                    </a:cubicBezTo>
                    <a:cubicBezTo>
                      <a:pt x="30" y="20"/>
                      <a:pt x="30" y="20"/>
                      <a:pt x="30" y="20"/>
                    </a:cubicBezTo>
                    <a:cubicBezTo>
                      <a:pt x="35" y="33"/>
                      <a:pt x="35" y="33"/>
                      <a:pt x="35" y="33"/>
                    </a:cubicBezTo>
                    <a:cubicBezTo>
                      <a:pt x="35" y="33"/>
                      <a:pt x="35" y="34"/>
                      <a:pt x="35" y="34"/>
                    </a:cubicBezTo>
                    <a:cubicBezTo>
                      <a:pt x="35" y="34"/>
                      <a:pt x="35" y="34"/>
                      <a:pt x="35" y="35"/>
                    </a:cubicBezTo>
                    <a:cubicBezTo>
                      <a:pt x="35" y="35"/>
                      <a:pt x="35" y="35"/>
                      <a:pt x="35" y="35"/>
                    </a:cubicBezTo>
                    <a:cubicBezTo>
                      <a:pt x="35" y="35"/>
                      <a:pt x="35" y="35"/>
                      <a:pt x="35" y="35"/>
                    </a:cubicBezTo>
                    <a:cubicBezTo>
                      <a:pt x="38" y="33"/>
                      <a:pt x="38" y="33"/>
                      <a:pt x="38" y="33"/>
                    </a:cubicBezTo>
                    <a:cubicBezTo>
                      <a:pt x="38" y="33"/>
                      <a:pt x="38" y="33"/>
                      <a:pt x="38" y="33"/>
                    </a:cubicBezTo>
                    <a:cubicBezTo>
                      <a:pt x="37" y="33"/>
                      <a:pt x="37" y="33"/>
                      <a:pt x="37" y="33"/>
                    </a:cubicBezTo>
                    <a:cubicBezTo>
                      <a:pt x="37" y="33"/>
                      <a:pt x="37" y="33"/>
                      <a:pt x="36" y="33"/>
                    </a:cubicBezTo>
                    <a:cubicBezTo>
                      <a:pt x="36" y="33"/>
                      <a:pt x="36" y="32"/>
                      <a:pt x="36" y="32"/>
                    </a:cubicBezTo>
                    <a:cubicBezTo>
                      <a:pt x="34" y="29"/>
                      <a:pt x="34" y="29"/>
                      <a:pt x="34" y="29"/>
                    </a:cubicBezTo>
                    <a:cubicBezTo>
                      <a:pt x="38" y="26"/>
                      <a:pt x="38" y="26"/>
                      <a:pt x="38" y="26"/>
                    </a:cubicBezTo>
                    <a:close/>
                    <a:moveTo>
                      <a:pt x="31" y="21"/>
                    </a:moveTo>
                    <a:cubicBezTo>
                      <a:pt x="31" y="21"/>
                      <a:pt x="31" y="21"/>
                      <a:pt x="31" y="21"/>
                    </a:cubicBezTo>
                    <a:cubicBezTo>
                      <a:pt x="34" y="28"/>
                      <a:pt x="34" y="28"/>
                      <a:pt x="34" y="28"/>
                    </a:cubicBezTo>
                    <a:cubicBezTo>
                      <a:pt x="37" y="26"/>
                      <a:pt x="37" y="26"/>
                      <a:pt x="37" y="26"/>
                    </a:cubicBezTo>
                    <a:cubicBezTo>
                      <a:pt x="31" y="21"/>
                      <a:pt x="31" y="21"/>
                      <a:pt x="31" y="21"/>
                    </a:cubicBezTo>
                    <a:close/>
                    <a:moveTo>
                      <a:pt x="51" y="21"/>
                    </a:moveTo>
                    <a:cubicBezTo>
                      <a:pt x="51" y="21"/>
                      <a:pt x="51" y="21"/>
                      <a:pt x="51" y="21"/>
                    </a:cubicBezTo>
                    <a:cubicBezTo>
                      <a:pt x="46" y="11"/>
                      <a:pt x="46" y="11"/>
                      <a:pt x="46" y="11"/>
                    </a:cubicBezTo>
                    <a:cubicBezTo>
                      <a:pt x="46" y="11"/>
                      <a:pt x="46" y="11"/>
                      <a:pt x="46" y="11"/>
                    </a:cubicBezTo>
                    <a:cubicBezTo>
                      <a:pt x="46" y="11"/>
                      <a:pt x="46" y="11"/>
                      <a:pt x="45" y="11"/>
                    </a:cubicBezTo>
                    <a:cubicBezTo>
                      <a:pt x="45" y="11"/>
                      <a:pt x="45" y="11"/>
                      <a:pt x="45" y="11"/>
                    </a:cubicBezTo>
                    <a:cubicBezTo>
                      <a:pt x="44" y="11"/>
                      <a:pt x="44" y="11"/>
                      <a:pt x="44" y="11"/>
                    </a:cubicBezTo>
                    <a:cubicBezTo>
                      <a:pt x="48" y="9"/>
                      <a:pt x="48" y="9"/>
                      <a:pt x="48" y="9"/>
                    </a:cubicBezTo>
                    <a:cubicBezTo>
                      <a:pt x="48" y="10"/>
                      <a:pt x="48" y="10"/>
                      <a:pt x="48" y="10"/>
                    </a:cubicBezTo>
                    <a:cubicBezTo>
                      <a:pt x="47" y="10"/>
                      <a:pt x="47" y="10"/>
                      <a:pt x="47" y="10"/>
                    </a:cubicBezTo>
                    <a:cubicBezTo>
                      <a:pt x="47" y="10"/>
                      <a:pt x="47" y="10"/>
                      <a:pt x="47" y="10"/>
                    </a:cubicBezTo>
                    <a:cubicBezTo>
                      <a:pt x="47" y="10"/>
                      <a:pt x="47" y="11"/>
                      <a:pt x="47" y="11"/>
                    </a:cubicBezTo>
                    <a:cubicBezTo>
                      <a:pt x="53" y="24"/>
                      <a:pt x="53" y="24"/>
                      <a:pt x="53" y="24"/>
                    </a:cubicBezTo>
                    <a:cubicBezTo>
                      <a:pt x="53" y="24"/>
                      <a:pt x="53" y="24"/>
                      <a:pt x="53" y="24"/>
                    </a:cubicBezTo>
                    <a:cubicBezTo>
                      <a:pt x="53" y="24"/>
                      <a:pt x="53" y="24"/>
                      <a:pt x="53" y="24"/>
                    </a:cubicBezTo>
                    <a:cubicBezTo>
                      <a:pt x="40" y="15"/>
                      <a:pt x="40" y="15"/>
                      <a:pt x="40" y="15"/>
                    </a:cubicBezTo>
                    <a:cubicBezTo>
                      <a:pt x="40" y="15"/>
                      <a:pt x="40" y="15"/>
                      <a:pt x="40" y="15"/>
                    </a:cubicBezTo>
                    <a:cubicBezTo>
                      <a:pt x="46" y="26"/>
                      <a:pt x="46" y="26"/>
                      <a:pt x="46" y="26"/>
                    </a:cubicBezTo>
                    <a:cubicBezTo>
                      <a:pt x="46" y="26"/>
                      <a:pt x="46" y="26"/>
                      <a:pt x="46" y="26"/>
                    </a:cubicBezTo>
                    <a:cubicBezTo>
                      <a:pt x="47" y="26"/>
                      <a:pt x="47" y="26"/>
                      <a:pt x="47" y="26"/>
                    </a:cubicBezTo>
                    <a:cubicBezTo>
                      <a:pt x="48" y="26"/>
                      <a:pt x="48" y="26"/>
                      <a:pt x="48" y="26"/>
                    </a:cubicBezTo>
                    <a:cubicBezTo>
                      <a:pt x="48" y="26"/>
                      <a:pt x="48" y="26"/>
                      <a:pt x="48" y="26"/>
                    </a:cubicBezTo>
                    <a:cubicBezTo>
                      <a:pt x="45" y="28"/>
                      <a:pt x="45" y="28"/>
                      <a:pt x="45" y="28"/>
                    </a:cubicBezTo>
                    <a:cubicBezTo>
                      <a:pt x="44" y="28"/>
                      <a:pt x="44" y="28"/>
                      <a:pt x="44" y="28"/>
                    </a:cubicBezTo>
                    <a:cubicBezTo>
                      <a:pt x="45" y="27"/>
                      <a:pt x="45" y="27"/>
                      <a:pt x="45" y="27"/>
                    </a:cubicBezTo>
                    <a:cubicBezTo>
                      <a:pt x="45" y="27"/>
                      <a:pt x="45" y="27"/>
                      <a:pt x="45" y="27"/>
                    </a:cubicBezTo>
                    <a:cubicBezTo>
                      <a:pt x="46" y="27"/>
                      <a:pt x="46" y="26"/>
                      <a:pt x="45" y="26"/>
                    </a:cubicBezTo>
                    <a:cubicBezTo>
                      <a:pt x="39" y="15"/>
                      <a:pt x="39" y="15"/>
                      <a:pt x="39" y="15"/>
                    </a:cubicBezTo>
                    <a:cubicBezTo>
                      <a:pt x="39" y="14"/>
                      <a:pt x="39" y="14"/>
                      <a:pt x="39" y="14"/>
                    </a:cubicBezTo>
                    <a:cubicBezTo>
                      <a:pt x="39" y="14"/>
                      <a:pt x="39" y="14"/>
                      <a:pt x="38" y="14"/>
                    </a:cubicBezTo>
                    <a:cubicBezTo>
                      <a:pt x="38" y="15"/>
                      <a:pt x="38" y="15"/>
                      <a:pt x="38" y="15"/>
                    </a:cubicBezTo>
                    <a:cubicBezTo>
                      <a:pt x="37" y="14"/>
                      <a:pt x="37" y="14"/>
                      <a:pt x="37" y="14"/>
                    </a:cubicBezTo>
                    <a:cubicBezTo>
                      <a:pt x="40" y="13"/>
                      <a:pt x="40" y="13"/>
                      <a:pt x="40" y="13"/>
                    </a:cubicBezTo>
                    <a:cubicBezTo>
                      <a:pt x="51" y="21"/>
                      <a:pt x="51" y="21"/>
                      <a:pt x="51" y="21"/>
                    </a:cubicBezTo>
                    <a:close/>
                    <a:moveTo>
                      <a:pt x="70" y="17"/>
                    </a:moveTo>
                    <a:cubicBezTo>
                      <a:pt x="70" y="17"/>
                      <a:pt x="71" y="17"/>
                      <a:pt x="72" y="16"/>
                    </a:cubicBezTo>
                    <a:cubicBezTo>
                      <a:pt x="72" y="15"/>
                      <a:pt x="72" y="14"/>
                      <a:pt x="72" y="14"/>
                    </a:cubicBezTo>
                    <a:cubicBezTo>
                      <a:pt x="70" y="3"/>
                      <a:pt x="70" y="3"/>
                      <a:pt x="70" y="3"/>
                    </a:cubicBezTo>
                    <a:cubicBezTo>
                      <a:pt x="70" y="3"/>
                      <a:pt x="69" y="3"/>
                      <a:pt x="69" y="3"/>
                    </a:cubicBezTo>
                    <a:cubicBezTo>
                      <a:pt x="69" y="3"/>
                      <a:pt x="69" y="3"/>
                      <a:pt x="69" y="3"/>
                    </a:cubicBezTo>
                    <a:cubicBezTo>
                      <a:pt x="68" y="3"/>
                      <a:pt x="68" y="3"/>
                      <a:pt x="68" y="3"/>
                    </a:cubicBezTo>
                    <a:cubicBezTo>
                      <a:pt x="68" y="2"/>
                      <a:pt x="68" y="2"/>
                      <a:pt x="68" y="2"/>
                    </a:cubicBezTo>
                    <a:cubicBezTo>
                      <a:pt x="71" y="1"/>
                      <a:pt x="71" y="1"/>
                      <a:pt x="71" y="1"/>
                    </a:cubicBezTo>
                    <a:cubicBezTo>
                      <a:pt x="71" y="2"/>
                      <a:pt x="71" y="2"/>
                      <a:pt x="71" y="2"/>
                    </a:cubicBezTo>
                    <a:cubicBezTo>
                      <a:pt x="71" y="2"/>
                      <a:pt x="71" y="2"/>
                      <a:pt x="71" y="2"/>
                    </a:cubicBezTo>
                    <a:cubicBezTo>
                      <a:pt x="71" y="2"/>
                      <a:pt x="70" y="2"/>
                      <a:pt x="70" y="2"/>
                    </a:cubicBezTo>
                    <a:cubicBezTo>
                      <a:pt x="70" y="3"/>
                      <a:pt x="70" y="3"/>
                      <a:pt x="70" y="3"/>
                    </a:cubicBezTo>
                    <a:cubicBezTo>
                      <a:pt x="73" y="13"/>
                      <a:pt x="73" y="13"/>
                      <a:pt x="73" y="13"/>
                    </a:cubicBezTo>
                    <a:cubicBezTo>
                      <a:pt x="73" y="15"/>
                      <a:pt x="73" y="16"/>
                      <a:pt x="72" y="16"/>
                    </a:cubicBezTo>
                    <a:cubicBezTo>
                      <a:pt x="71" y="17"/>
                      <a:pt x="71" y="18"/>
                      <a:pt x="70" y="18"/>
                    </a:cubicBezTo>
                    <a:cubicBezTo>
                      <a:pt x="68" y="18"/>
                      <a:pt x="67" y="18"/>
                      <a:pt x="66" y="18"/>
                    </a:cubicBezTo>
                    <a:cubicBezTo>
                      <a:pt x="66" y="17"/>
                      <a:pt x="65" y="17"/>
                      <a:pt x="65" y="15"/>
                    </a:cubicBezTo>
                    <a:cubicBezTo>
                      <a:pt x="62" y="5"/>
                      <a:pt x="62" y="5"/>
                      <a:pt x="62" y="5"/>
                    </a:cubicBezTo>
                    <a:cubicBezTo>
                      <a:pt x="62" y="5"/>
                      <a:pt x="62" y="4"/>
                      <a:pt x="62" y="4"/>
                    </a:cubicBezTo>
                    <a:cubicBezTo>
                      <a:pt x="62" y="4"/>
                      <a:pt x="62" y="4"/>
                      <a:pt x="61" y="4"/>
                    </a:cubicBezTo>
                    <a:cubicBezTo>
                      <a:pt x="61" y="4"/>
                      <a:pt x="61" y="4"/>
                      <a:pt x="61" y="4"/>
                    </a:cubicBezTo>
                    <a:cubicBezTo>
                      <a:pt x="61" y="4"/>
                      <a:pt x="61" y="4"/>
                      <a:pt x="61" y="4"/>
                    </a:cubicBezTo>
                    <a:cubicBezTo>
                      <a:pt x="65" y="3"/>
                      <a:pt x="65" y="3"/>
                      <a:pt x="65" y="3"/>
                    </a:cubicBezTo>
                    <a:cubicBezTo>
                      <a:pt x="65" y="4"/>
                      <a:pt x="65" y="4"/>
                      <a:pt x="65" y="4"/>
                    </a:cubicBezTo>
                    <a:cubicBezTo>
                      <a:pt x="64" y="4"/>
                      <a:pt x="64" y="4"/>
                      <a:pt x="64" y="4"/>
                    </a:cubicBezTo>
                    <a:cubicBezTo>
                      <a:pt x="64" y="4"/>
                      <a:pt x="64" y="4"/>
                      <a:pt x="64" y="4"/>
                    </a:cubicBezTo>
                    <a:cubicBezTo>
                      <a:pt x="64" y="4"/>
                      <a:pt x="64" y="4"/>
                      <a:pt x="64" y="5"/>
                    </a:cubicBezTo>
                    <a:cubicBezTo>
                      <a:pt x="66" y="15"/>
                      <a:pt x="66" y="15"/>
                      <a:pt x="66" y="15"/>
                    </a:cubicBezTo>
                    <a:cubicBezTo>
                      <a:pt x="66" y="16"/>
                      <a:pt x="67" y="17"/>
                      <a:pt x="67" y="17"/>
                    </a:cubicBezTo>
                    <a:cubicBezTo>
                      <a:pt x="68" y="18"/>
                      <a:pt x="69" y="18"/>
                      <a:pt x="70" y="17"/>
                    </a:cubicBezTo>
                    <a:close/>
                    <a:moveTo>
                      <a:pt x="84" y="12"/>
                    </a:moveTo>
                    <a:cubicBezTo>
                      <a:pt x="84" y="12"/>
                      <a:pt x="84" y="12"/>
                      <a:pt x="84" y="12"/>
                    </a:cubicBezTo>
                    <a:cubicBezTo>
                      <a:pt x="84" y="1"/>
                      <a:pt x="84" y="1"/>
                      <a:pt x="84" y="1"/>
                    </a:cubicBezTo>
                    <a:cubicBezTo>
                      <a:pt x="84" y="1"/>
                      <a:pt x="84" y="1"/>
                      <a:pt x="83" y="1"/>
                    </a:cubicBezTo>
                    <a:cubicBezTo>
                      <a:pt x="83" y="1"/>
                      <a:pt x="83" y="1"/>
                      <a:pt x="83" y="1"/>
                    </a:cubicBezTo>
                    <a:cubicBezTo>
                      <a:pt x="82" y="1"/>
                      <a:pt x="82" y="1"/>
                      <a:pt x="82" y="1"/>
                    </a:cubicBezTo>
                    <a:cubicBezTo>
                      <a:pt x="82" y="0"/>
                      <a:pt x="82" y="0"/>
                      <a:pt x="82" y="0"/>
                    </a:cubicBezTo>
                    <a:cubicBezTo>
                      <a:pt x="86" y="0"/>
                      <a:pt x="86" y="0"/>
                      <a:pt x="86" y="0"/>
                    </a:cubicBezTo>
                    <a:cubicBezTo>
                      <a:pt x="86" y="1"/>
                      <a:pt x="86" y="1"/>
                      <a:pt x="86" y="1"/>
                    </a:cubicBezTo>
                    <a:cubicBezTo>
                      <a:pt x="85" y="1"/>
                      <a:pt x="85" y="1"/>
                      <a:pt x="85" y="1"/>
                    </a:cubicBezTo>
                    <a:cubicBezTo>
                      <a:pt x="85" y="1"/>
                      <a:pt x="85" y="1"/>
                      <a:pt x="84" y="1"/>
                    </a:cubicBezTo>
                    <a:cubicBezTo>
                      <a:pt x="84" y="1"/>
                      <a:pt x="84" y="1"/>
                      <a:pt x="84" y="1"/>
                    </a:cubicBezTo>
                    <a:cubicBezTo>
                      <a:pt x="85" y="16"/>
                      <a:pt x="85" y="16"/>
                      <a:pt x="85" y="16"/>
                    </a:cubicBezTo>
                    <a:cubicBezTo>
                      <a:pt x="85" y="16"/>
                      <a:pt x="85" y="16"/>
                      <a:pt x="85" y="16"/>
                    </a:cubicBezTo>
                    <a:cubicBezTo>
                      <a:pt x="85" y="16"/>
                      <a:pt x="85" y="16"/>
                      <a:pt x="85" y="16"/>
                    </a:cubicBezTo>
                    <a:cubicBezTo>
                      <a:pt x="77" y="3"/>
                      <a:pt x="77" y="3"/>
                      <a:pt x="77" y="3"/>
                    </a:cubicBezTo>
                    <a:cubicBezTo>
                      <a:pt x="77" y="3"/>
                      <a:pt x="77" y="3"/>
                      <a:pt x="77" y="3"/>
                    </a:cubicBezTo>
                    <a:cubicBezTo>
                      <a:pt x="77" y="15"/>
                      <a:pt x="77" y="15"/>
                      <a:pt x="77" y="15"/>
                    </a:cubicBezTo>
                    <a:cubicBezTo>
                      <a:pt x="77" y="15"/>
                      <a:pt x="78" y="15"/>
                      <a:pt x="78" y="16"/>
                    </a:cubicBezTo>
                    <a:cubicBezTo>
                      <a:pt x="78" y="16"/>
                      <a:pt x="78" y="16"/>
                      <a:pt x="78" y="16"/>
                    </a:cubicBezTo>
                    <a:cubicBezTo>
                      <a:pt x="79" y="16"/>
                      <a:pt x="79" y="16"/>
                      <a:pt x="79" y="16"/>
                    </a:cubicBezTo>
                    <a:cubicBezTo>
                      <a:pt x="79" y="16"/>
                      <a:pt x="79" y="16"/>
                      <a:pt x="79" y="16"/>
                    </a:cubicBezTo>
                    <a:cubicBezTo>
                      <a:pt x="75" y="16"/>
                      <a:pt x="75" y="16"/>
                      <a:pt x="75" y="16"/>
                    </a:cubicBezTo>
                    <a:cubicBezTo>
                      <a:pt x="75" y="16"/>
                      <a:pt x="75" y="16"/>
                      <a:pt x="75" y="16"/>
                    </a:cubicBezTo>
                    <a:cubicBezTo>
                      <a:pt x="76" y="16"/>
                      <a:pt x="76" y="16"/>
                      <a:pt x="76" y="16"/>
                    </a:cubicBezTo>
                    <a:cubicBezTo>
                      <a:pt x="76" y="16"/>
                      <a:pt x="77" y="16"/>
                      <a:pt x="77" y="16"/>
                    </a:cubicBezTo>
                    <a:cubicBezTo>
                      <a:pt x="77" y="15"/>
                      <a:pt x="77" y="15"/>
                      <a:pt x="77" y="15"/>
                    </a:cubicBezTo>
                    <a:cubicBezTo>
                      <a:pt x="76" y="2"/>
                      <a:pt x="76" y="2"/>
                      <a:pt x="76" y="2"/>
                    </a:cubicBezTo>
                    <a:cubicBezTo>
                      <a:pt x="76" y="2"/>
                      <a:pt x="76" y="2"/>
                      <a:pt x="76" y="1"/>
                    </a:cubicBezTo>
                    <a:cubicBezTo>
                      <a:pt x="76" y="1"/>
                      <a:pt x="75" y="1"/>
                      <a:pt x="75" y="1"/>
                    </a:cubicBezTo>
                    <a:cubicBezTo>
                      <a:pt x="74" y="1"/>
                      <a:pt x="74" y="1"/>
                      <a:pt x="74" y="1"/>
                    </a:cubicBezTo>
                    <a:cubicBezTo>
                      <a:pt x="74" y="1"/>
                      <a:pt x="74" y="1"/>
                      <a:pt x="74" y="1"/>
                    </a:cubicBezTo>
                    <a:cubicBezTo>
                      <a:pt x="77" y="1"/>
                      <a:pt x="77" y="1"/>
                      <a:pt x="77" y="1"/>
                    </a:cubicBezTo>
                    <a:cubicBezTo>
                      <a:pt x="84" y="12"/>
                      <a:pt x="84" y="12"/>
                      <a:pt x="84" y="12"/>
                    </a:cubicBezTo>
                    <a:close/>
                    <a:moveTo>
                      <a:pt x="90" y="1"/>
                    </a:moveTo>
                    <a:cubicBezTo>
                      <a:pt x="90" y="0"/>
                      <a:pt x="90" y="0"/>
                      <a:pt x="90" y="0"/>
                    </a:cubicBezTo>
                    <a:cubicBezTo>
                      <a:pt x="98" y="1"/>
                      <a:pt x="98" y="1"/>
                      <a:pt x="98" y="1"/>
                    </a:cubicBezTo>
                    <a:cubicBezTo>
                      <a:pt x="98" y="1"/>
                      <a:pt x="98" y="1"/>
                      <a:pt x="98" y="1"/>
                    </a:cubicBezTo>
                    <a:cubicBezTo>
                      <a:pt x="96" y="1"/>
                      <a:pt x="96" y="1"/>
                      <a:pt x="96" y="1"/>
                    </a:cubicBezTo>
                    <a:cubicBezTo>
                      <a:pt x="95" y="1"/>
                      <a:pt x="95" y="1"/>
                      <a:pt x="95" y="1"/>
                    </a:cubicBezTo>
                    <a:cubicBezTo>
                      <a:pt x="95" y="1"/>
                      <a:pt x="95" y="1"/>
                      <a:pt x="95" y="2"/>
                    </a:cubicBezTo>
                    <a:cubicBezTo>
                      <a:pt x="94" y="15"/>
                      <a:pt x="94" y="15"/>
                      <a:pt x="94" y="15"/>
                    </a:cubicBezTo>
                    <a:cubicBezTo>
                      <a:pt x="94" y="15"/>
                      <a:pt x="94" y="15"/>
                      <a:pt x="94" y="15"/>
                    </a:cubicBezTo>
                    <a:cubicBezTo>
                      <a:pt x="94" y="15"/>
                      <a:pt x="94" y="15"/>
                      <a:pt x="95" y="15"/>
                    </a:cubicBezTo>
                    <a:cubicBezTo>
                      <a:pt x="97" y="16"/>
                      <a:pt x="97" y="16"/>
                      <a:pt x="97" y="16"/>
                    </a:cubicBezTo>
                    <a:cubicBezTo>
                      <a:pt x="97" y="16"/>
                      <a:pt x="97" y="16"/>
                      <a:pt x="97" y="16"/>
                    </a:cubicBezTo>
                    <a:cubicBezTo>
                      <a:pt x="89" y="16"/>
                      <a:pt x="89" y="16"/>
                      <a:pt x="89" y="16"/>
                    </a:cubicBezTo>
                    <a:cubicBezTo>
                      <a:pt x="89" y="15"/>
                      <a:pt x="89" y="15"/>
                      <a:pt x="89" y="15"/>
                    </a:cubicBezTo>
                    <a:cubicBezTo>
                      <a:pt x="91" y="15"/>
                      <a:pt x="91" y="15"/>
                      <a:pt x="91" y="15"/>
                    </a:cubicBezTo>
                    <a:cubicBezTo>
                      <a:pt x="92" y="15"/>
                      <a:pt x="92" y="15"/>
                      <a:pt x="92" y="15"/>
                    </a:cubicBezTo>
                    <a:cubicBezTo>
                      <a:pt x="92" y="15"/>
                      <a:pt x="92" y="15"/>
                      <a:pt x="92" y="15"/>
                    </a:cubicBezTo>
                    <a:cubicBezTo>
                      <a:pt x="93" y="2"/>
                      <a:pt x="93" y="2"/>
                      <a:pt x="93" y="2"/>
                    </a:cubicBezTo>
                    <a:cubicBezTo>
                      <a:pt x="93" y="1"/>
                      <a:pt x="93" y="1"/>
                      <a:pt x="93" y="1"/>
                    </a:cubicBezTo>
                    <a:cubicBezTo>
                      <a:pt x="93" y="1"/>
                      <a:pt x="93" y="1"/>
                      <a:pt x="92" y="1"/>
                    </a:cubicBezTo>
                    <a:cubicBezTo>
                      <a:pt x="90" y="1"/>
                      <a:pt x="90" y="1"/>
                      <a:pt x="90" y="1"/>
                    </a:cubicBezTo>
                    <a:close/>
                    <a:moveTo>
                      <a:pt x="109" y="3"/>
                    </a:moveTo>
                    <a:cubicBezTo>
                      <a:pt x="109" y="2"/>
                      <a:pt x="109" y="2"/>
                      <a:pt x="109" y="2"/>
                    </a:cubicBezTo>
                    <a:cubicBezTo>
                      <a:pt x="113" y="3"/>
                      <a:pt x="113" y="3"/>
                      <a:pt x="113" y="3"/>
                    </a:cubicBezTo>
                    <a:cubicBezTo>
                      <a:pt x="113" y="3"/>
                      <a:pt x="113" y="3"/>
                      <a:pt x="113" y="3"/>
                    </a:cubicBezTo>
                    <a:cubicBezTo>
                      <a:pt x="112" y="3"/>
                      <a:pt x="112" y="3"/>
                      <a:pt x="112" y="3"/>
                    </a:cubicBezTo>
                    <a:cubicBezTo>
                      <a:pt x="112" y="3"/>
                      <a:pt x="112" y="3"/>
                      <a:pt x="111" y="4"/>
                    </a:cubicBezTo>
                    <a:cubicBezTo>
                      <a:pt x="111" y="4"/>
                      <a:pt x="111" y="4"/>
                      <a:pt x="111" y="4"/>
                    </a:cubicBezTo>
                    <a:cubicBezTo>
                      <a:pt x="105" y="17"/>
                      <a:pt x="105" y="17"/>
                      <a:pt x="105" y="17"/>
                    </a:cubicBezTo>
                    <a:cubicBezTo>
                      <a:pt x="104" y="17"/>
                      <a:pt x="104" y="17"/>
                      <a:pt x="104" y="17"/>
                    </a:cubicBezTo>
                    <a:cubicBezTo>
                      <a:pt x="103" y="3"/>
                      <a:pt x="103" y="3"/>
                      <a:pt x="103" y="3"/>
                    </a:cubicBezTo>
                    <a:cubicBezTo>
                      <a:pt x="103" y="3"/>
                      <a:pt x="103" y="2"/>
                      <a:pt x="103" y="2"/>
                    </a:cubicBezTo>
                    <a:cubicBezTo>
                      <a:pt x="103" y="2"/>
                      <a:pt x="103" y="2"/>
                      <a:pt x="102" y="2"/>
                    </a:cubicBezTo>
                    <a:cubicBezTo>
                      <a:pt x="102" y="2"/>
                      <a:pt x="102" y="2"/>
                      <a:pt x="102" y="2"/>
                    </a:cubicBezTo>
                    <a:cubicBezTo>
                      <a:pt x="102" y="1"/>
                      <a:pt x="102" y="1"/>
                      <a:pt x="102" y="1"/>
                    </a:cubicBezTo>
                    <a:cubicBezTo>
                      <a:pt x="106" y="2"/>
                      <a:pt x="106" y="2"/>
                      <a:pt x="106" y="2"/>
                    </a:cubicBezTo>
                    <a:cubicBezTo>
                      <a:pt x="106" y="2"/>
                      <a:pt x="106" y="2"/>
                      <a:pt x="106" y="2"/>
                    </a:cubicBezTo>
                    <a:cubicBezTo>
                      <a:pt x="105" y="2"/>
                      <a:pt x="105" y="2"/>
                      <a:pt x="105" y="2"/>
                    </a:cubicBezTo>
                    <a:cubicBezTo>
                      <a:pt x="105" y="2"/>
                      <a:pt x="105" y="2"/>
                      <a:pt x="105" y="2"/>
                    </a:cubicBezTo>
                    <a:cubicBezTo>
                      <a:pt x="105" y="3"/>
                      <a:pt x="105" y="3"/>
                      <a:pt x="105" y="3"/>
                    </a:cubicBezTo>
                    <a:cubicBezTo>
                      <a:pt x="105" y="14"/>
                      <a:pt x="105" y="14"/>
                      <a:pt x="105" y="14"/>
                    </a:cubicBezTo>
                    <a:cubicBezTo>
                      <a:pt x="106" y="14"/>
                      <a:pt x="106" y="14"/>
                      <a:pt x="106" y="14"/>
                    </a:cubicBezTo>
                    <a:cubicBezTo>
                      <a:pt x="110" y="4"/>
                      <a:pt x="110" y="4"/>
                      <a:pt x="110" y="4"/>
                    </a:cubicBezTo>
                    <a:cubicBezTo>
                      <a:pt x="110" y="4"/>
                      <a:pt x="110" y="4"/>
                      <a:pt x="110" y="3"/>
                    </a:cubicBezTo>
                    <a:cubicBezTo>
                      <a:pt x="110" y="3"/>
                      <a:pt x="110" y="3"/>
                      <a:pt x="110" y="3"/>
                    </a:cubicBezTo>
                    <a:cubicBezTo>
                      <a:pt x="109" y="3"/>
                      <a:pt x="109" y="3"/>
                      <a:pt x="109" y="3"/>
                    </a:cubicBezTo>
                    <a:close/>
                    <a:moveTo>
                      <a:pt x="116" y="5"/>
                    </a:moveTo>
                    <a:cubicBezTo>
                      <a:pt x="116" y="5"/>
                      <a:pt x="116" y="5"/>
                      <a:pt x="116" y="5"/>
                    </a:cubicBezTo>
                    <a:cubicBezTo>
                      <a:pt x="117" y="5"/>
                      <a:pt x="117" y="5"/>
                      <a:pt x="117" y="5"/>
                    </a:cubicBezTo>
                    <a:cubicBezTo>
                      <a:pt x="117" y="5"/>
                      <a:pt x="117" y="6"/>
                      <a:pt x="117" y="6"/>
                    </a:cubicBezTo>
                    <a:cubicBezTo>
                      <a:pt x="113" y="18"/>
                      <a:pt x="113" y="18"/>
                      <a:pt x="113" y="18"/>
                    </a:cubicBezTo>
                    <a:cubicBezTo>
                      <a:pt x="113" y="18"/>
                      <a:pt x="113" y="19"/>
                      <a:pt x="113" y="19"/>
                    </a:cubicBezTo>
                    <a:cubicBezTo>
                      <a:pt x="112" y="19"/>
                      <a:pt x="112" y="19"/>
                      <a:pt x="112" y="19"/>
                    </a:cubicBezTo>
                    <a:cubicBezTo>
                      <a:pt x="111" y="18"/>
                      <a:pt x="111" y="18"/>
                      <a:pt x="111" y="18"/>
                    </a:cubicBezTo>
                    <a:cubicBezTo>
                      <a:pt x="111" y="19"/>
                      <a:pt x="111" y="19"/>
                      <a:pt x="111" y="19"/>
                    </a:cubicBezTo>
                    <a:cubicBezTo>
                      <a:pt x="120" y="22"/>
                      <a:pt x="120" y="22"/>
                      <a:pt x="120" y="22"/>
                    </a:cubicBezTo>
                    <a:cubicBezTo>
                      <a:pt x="122" y="19"/>
                      <a:pt x="122" y="19"/>
                      <a:pt x="122" y="19"/>
                    </a:cubicBezTo>
                    <a:cubicBezTo>
                      <a:pt x="122" y="18"/>
                      <a:pt x="122" y="18"/>
                      <a:pt x="122" y="18"/>
                    </a:cubicBezTo>
                    <a:cubicBezTo>
                      <a:pt x="121" y="19"/>
                      <a:pt x="120" y="20"/>
                      <a:pt x="120" y="20"/>
                    </a:cubicBezTo>
                    <a:cubicBezTo>
                      <a:pt x="119" y="21"/>
                      <a:pt x="118" y="21"/>
                      <a:pt x="117" y="20"/>
                    </a:cubicBezTo>
                    <a:cubicBezTo>
                      <a:pt x="115" y="20"/>
                      <a:pt x="115" y="20"/>
                      <a:pt x="115" y="20"/>
                    </a:cubicBezTo>
                    <a:cubicBezTo>
                      <a:pt x="115" y="20"/>
                      <a:pt x="114" y="19"/>
                      <a:pt x="114" y="19"/>
                    </a:cubicBezTo>
                    <a:cubicBezTo>
                      <a:pt x="114" y="19"/>
                      <a:pt x="114" y="19"/>
                      <a:pt x="114" y="19"/>
                    </a:cubicBezTo>
                    <a:cubicBezTo>
                      <a:pt x="116" y="12"/>
                      <a:pt x="116" y="12"/>
                      <a:pt x="116" y="12"/>
                    </a:cubicBezTo>
                    <a:cubicBezTo>
                      <a:pt x="119" y="13"/>
                      <a:pt x="119" y="13"/>
                      <a:pt x="119" y="13"/>
                    </a:cubicBezTo>
                    <a:cubicBezTo>
                      <a:pt x="120" y="13"/>
                      <a:pt x="120" y="13"/>
                      <a:pt x="120" y="14"/>
                    </a:cubicBezTo>
                    <a:cubicBezTo>
                      <a:pt x="120" y="14"/>
                      <a:pt x="120" y="15"/>
                      <a:pt x="120" y="15"/>
                    </a:cubicBezTo>
                    <a:cubicBezTo>
                      <a:pt x="120" y="16"/>
                      <a:pt x="120" y="16"/>
                      <a:pt x="120" y="16"/>
                    </a:cubicBezTo>
                    <a:cubicBezTo>
                      <a:pt x="120" y="16"/>
                      <a:pt x="120" y="16"/>
                      <a:pt x="120" y="16"/>
                    </a:cubicBezTo>
                    <a:cubicBezTo>
                      <a:pt x="122" y="11"/>
                      <a:pt x="122" y="11"/>
                      <a:pt x="122" y="11"/>
                    </a:cubicBezTo>
                    <a:cubicBezTo>
                      <a:pt x="122" y="11"/>
                      <a:pt x="122" y="11"/>
                      <a:pt x="122" y="11"/>
                    </a:cubicBezTo>
                    <a:cubicBezTo>
                      <a:pt x="121" y="11"/>
                      <a:pt x="121" y="11"/>
                      <a:pt x="121" y="11"/>
                    </a:cubicBezTo>
                    <a:cubicBezTo>
                      <a:pt x="121" y="12"/>
                      <a:pt x="121" y="12"/>
                      <a:pt x="121" y="12"/>
                    </a:cubicBezTo>
                    <a:cubicBezTo>
                      <a:pt x="120" y="13"/>
                      <a:pt x="120" y="13"/>
                      <a:pt x="119" y="12"/>
                    </a:cubicBezTo>
                    <a:cubicBezTo>
                      <a:pt x="117" y="12"/>
                      <a:pt x="117" y="12"/>
                      <a:pt x="117" y="12"/>
                    </a:cubicBezTo>
                    <a:cubicBezTo>
                      <a:pt x="118" y="6"/>
                      <a:pt x="118" y="6"/>
                      <a:pt x="118" y="6"/>
                    </a:cubicBezTo>
                    <a:cubicBezTo>
                      <a:pt x="118" y="6"/>
                      <a:pt x="119" y="6"/>
                      <a:pt x="119" y="6"/>
                    </a:cubicBezTo>
                    <a:cubicBezTo>
                      <a:pt x="119" y="6"/>
                      <a:pt x="119" y="6"/>
                      <a:pt x="119" y="6"/>
                    </a:cubicBezTo>
                    <a:cubicBezTo>
                      <a:pt x="122" y="7"/>
                      <a:pt x="122" y="7"/>
                      <a:pt x="122" y="7"/>
                    </a:cubicBezTo>
                    <a:cubicBezTo>
                      <a:pt x="122" y="7"/>
                      <a:pt x="123" y="7"/>
                      <a:pt x="123" y="8"/>
                    </a:cubicBezTo>
                    <a:cubicBezTo>
                      <a:pt x="124" y="8"/>
                      <a:pt x="124" y="9"/>
                      <a:pt x="124" y="10"/>
                    </a:cubicBezTo>
                    <a:cubicBezTo>
                      <a:pt x="125" y="10"/>
                      <a:pt x="125" y="10"/>
                      <a:pt x="125" y="10"/>
                    </a:cubicBezTo>
                    <a:cubicBezTo>
                      <a:pt x="125" y="7"/>
                      <a:pt x="125" y="7"/>
                      <a:pt x="125" y="7"/>
                    </a:cubicBezTo>
                    <a:cubicBezTo>
                      <a:pt x="116" y="4"/>
                      <a:pt x="116" y="4"/>
                      <a:pt x="116" y="4"/>
                    </a:cubicBezTo>
                    <a:cubicBezTo>
                      <a:pt x="116" y="5"/>
                      <a:pt x="116" y="5"/>
                      <a:pt x="116" y="5"/>
                    </a:cubicBezTo>
                    <a:close/>
                    <a:moveTo>
                      <a:pt x="136" y="17"/>
                    </a:moveTo>
                    <a:cubicBezTo>
                      <a:pt x="136" y="18"/>
                      <a:pt x="135" y="19"/>
                      <a:pt x="134" y="19"/>
                    </a:cubicBezTo>
                    <a:cubicBezTo>
                      <a:pt x="133" y="19"/>
                      <a:pt x="133" y="19"/>
                      <a:pt x="132" y="19"/>
                    </a:cubicBezTo>
                    <a:cubicBezTo>
                      <a:pt x="131" y="26"/>
                      <a:pt x="131" y="26"/>
                      <a:pt x="131" y="26"/>
                    </a:cubicBezTo>
                    <a:cubicBezTo>
                      <a:pt x="131" y="26"/>
                      <a:pt x="131" y="27"/>
                      <a:pt x="131" y="27"/>
                    </a:cubicBezTo>
                    <a:cubicBezTo>
                      <a:pt x="131" y="27"/>
                      <a:pt x="131" y="27"/>
                      <a:pt x="132" y="27"/>
                    </a:cubicBezTo>
                    <a:cubicBezTo>
                      <a:pt x="132" y="27"/>
                      <a:pt x="132" y="27"/>
                      <a:pt x="132" y="27"/>
                    </a:cubicBezTo>
                    <a:cubicBezTo>
                      <a:pt x="132" y="28"/>
                      <a:pt x="132" y="28"/>
                      <a:pt x="132" y="28"/>
                    </a:cubicBezTo>
                    <a:cubicBezTo>
                      <a:pt x="130" y="27"/>
                      <a:pt x="130" y="27"/>
                      <a:pt x="130" y="27"/>
                    </a:cubicBezTo>
                    <a:cubicBezTo>
                      <a:pt x="130" y="18"/>
                      <a:pt x="130" y="18"/>
                      <a:pt x="130" y="18"/>
                    </a:cubicBezTo>
                    <a:cubicBezTo>
                      <a:pt x="129" y="17"/>
                      <a:pt x="129" y="17"/>
                      <a:pt x="129" y="17"/>
                    </a:cubicBezTo>
                    <a:cubicBezTo>
                      <a:pt x="126" y="23"/>
                      <a:pt x="126" y="23"/>
                      <a:pt x="126" y="23"/>
                    </a:cubicBezTo>
                    <a:cubicBezTo>
                      <a:pt x="125" y="24"/>
                      <a:pt x="125" y="24"/>
                      <a:pt x="126" y="24"/>
                    </a:cubicBezTo>
                    <a:cubicBezTo>
                      <a:pt x="126" y="24"/>
                      <a:pt x="126" y="24"/>
                      <a:pt x="126" y="24"/>
                    </a:cubicBezTo>
                    <a:cubicBezTo>
                      <a:pt x="126" y="25"/>
                      <a:pt x="126" y="25"/>
                      <a:pt x="126" y="25"/>
                    </a:cubicBezTo>
                    <a:cubicBezTo>
                      <a:pt x="126" y="25"/>
                      <a:pt x="126" y="25"/>
                      <a:pt x="126" y="25"/>
                    </a:cubicBezTo>
                    <a:cubicBezTo>
                      <a:pt x="122" y="23"/>
                      <a:pt x="122" y="23"/>
                      <a:pt x="122" y="23"/>
                    </a:cubicBezTo>
                    <a:cubicBezTo>
                      <a:pt x="123" y="23"/>
                      <a:pt x="123" y="23"/>
                      <a:pt x="123" y="23"/>
                    </a:cubicBezTo>
                    <a:cubicBezTo>
                      <a:pt x="123" y="23"/>
                      <a:pt x="123" y="23"/>
                      <a:pt x="123" y="23"/>
                    </a:cubicBezTo>
                    <a:cubicBezTo>
                      <a:pt x="123" y="23"/>
                      <a:pt x="124" y="23"/>
                      <a:pt x="124" y="23"/>
                    </a:cubicBezTo>
                    <a:cubicBezTo>
                      <a:pt x="124" y="23"/>
                      <a:pt x="124" y="23"/>
                      <a:pt x="124" y="23"/>
                    </a:cubicBezTo>
                    <a:cubicBezTo>
                      <a:pt x="130" y="11"/>
                      <a:pt x="130" y="11"/>
                      <a:pt x="130" y="11"/>
                    </a:cubicBezTo>
                    <a:cubicBezTo>
                      <a:pt x="130" y="11"/>
                      <a:pt x="130" y="11"/>
                      <a:pt x="130" y="10"/>
                    </a:cubicBezTo>
                    <a:cubicBezTo>
                      <a:pt x="130" y="10"/>
                      <a:pt x="130" y="10"/>
                      <a:pt x="130" y="10"/>
                    </a:cubicBezTo>
                    <a:cubicBezTo>
                      <a:pt x="129" y="10"/>
                      <a:pt x="129" y="10"/>
                      <a:pt x="129" y="10"/>
                    </a:cubicBezTo>
                    <a:cubicBezTo>
                      <a:pt x="130" y="9"/>
                      <a:pt x="130" y="9"/>
                      <a:pt x="130" y="9"/>
                    </a:cubicBezTo>
                    <a:cubicBezTo>
                      <a:pt x="134" y="12"/>
                      <a:pt x="134" y="12"/>
                      <a:pt x="134" y="12"/>
                    </a:cubicBezTo>
                    <a:cubicBezTo>
                      <a:pt x="135" y="12"/>
                      <a:pt x="136" y="13"/>
                      <a:pt x="137" y="14"/>
                    </a:cubicBezTo>
                    <a:cubicBezTo>
                      <a:pt x="137" y="15"/>
                      <a:pt x="137" y="16"/>
                      <a:pt x="136" y="17"/>
                    </a:cubicBezTo>
                    <a:close/>
                    <a:moveTo>
                      <a:pt x="129" y="17"/>
                    </a:moveTo>
                    <a:cubicBezTo>
                      <a:pt x="131" y="18"/>
                      <a:pt x="131" y="18"/>
                      <a:pt x="131" y="18"/>
                    </a:cubicBezTo>
                    <a:cubicBezTo>
                      <a:pt x="131" y="18"/>
                      <a:pt x="132" y="18"/>
                      <a:pt x="133" y="18"/>
                    </a:cubicBezTo>
                    <a:cubicBezTo>
                      <a:pt x="134" y="18"/>
                      <a:pt x="134" y="17"/>
                      <a:pt x="135" y="16"/>
                    </a:cubicBezTo>
                    <a:cubicBezTo>
                      <a:pt x="135" y="15"/>
                      <a:pt x="136" y="15"/>
                      <a:pt x="135" y="14"/>
                    </a:cubicBezTo>
                    <a:cubicBezTo>
                      <a:pt x="135" y="13"/>
                      <a:pt x="135" y="12"/>
                      <a:pt x="133" y="12"/>
                    </a:cubicBezTo>
                    <a:cubicBezTo>
                      <a:pt x="133" y="11"/>
                      <a:pt x="133" y="11"/>
                      <a:pt x="133" y="11"/>
                    </a:cubicBezTo>
                    <a:cubicBezTo>
                      <a:pt x="132" y="11"/>
                      <a:pt x="132" y="11"/>
                      <a:pt x="132" y="11"/>
                    </a:cubicBezTo>
                    <a:cubicBezTo>
                      <a:pt x="132" y="11"/>
                      <a:pt x="132" y="11"/>
                      <a:pt x="132" y="12"/>
                    </a:cubicBezTo>
                    <a:cubicBezTo>
                      <a:pt x="129" y="17"/>
                      <a:pt x="129" y="17"/>
                      <a:pt x="129" y="17"/>
                    </a:cubicBezTo>
                    <a:close/>
                    <a:moveTo>
                      <a:pt x="141" y="25"/>
                    </a:moveTo>
                    <a:cubicBezTo>
                      <a:pt x="142" y="27"/>
                      <a:pt x="142" y="28"/>
                      <a:pt x="142" y="28"/>
                    </a:cubicBezTo>
                    <a:cubicBezTo>
                      <a:pt x="142" y="29"/>
                      <a:pt x="142" y="30"/>
                      <a:pt x="142" y="30"/>
                    </a:cubicBezTo>
                    <a:cubicBezTo>
                      <a:pt x="141" y="31"/>
                      <a:pt x="141" y="32"/>
                      <a:pt x="140" y="32"/>
                    </a:cubicBezTo>
                    <a:cubicBezTo>
                      <a:pt x="139" y="32"/>
                      <a:pt x="138" y="32"/>
                      <a:pt x="137" y="32"/>
                    </a:cubicBezTo>
                    <a:cubicBezTo>
                      <a:pt x="137" y="31"/>
                      <a:pt x="136" y="30"/>
                      <a:pt x="136" y="29"/>
                    </a:cubicBezTo>
                    <a:cubicBezTo>
                      <a:pt x="135" y="28"/>
                      <a:pt x="136" y="27"/>
                      <a:pt x="136" y="26"/>
                    </a:cubicBezTo>
                    <a:cubicBezTo>
                      <a:pt x="136" y="26"/>
                      <a:pt x="136" y="26"/>
                      <a:pt x="136" y="26"/>
                    </a:cubicBezTo>
                    <a:cubicBezTo>
                      <a:pt x="134" y="30"/>
                      <a:pt x="134" y="30"/>
                      <a:pt x="134" y="30"/>
                    </a:cubicBezTo>
                    <a:cubicBezTo>
                      <a:pt x="134" y="30"/>
                      <a:pt x="134" y="30"/>
                      <a:pt x="134" y="30"/>
                    </a:cubicBezTo>
                    <a:cubicBezTo>
                      <a:pt x="135" y="30"/>
                      <a:pt x="135" y="30"/>
                      <a:pt x="135" y="30"/>
                    </a:cubicBezTo>
                    <a:cubicBezTo>
                      <a:pt x="135" y="30"/>
                      <a:pt x="135" y="30"/>
                      <a:pt x="136" y="31"/>
                    </a:cubicBezTo>
                    <a:cubicBezTo>
                      <a:pt x="136" y="31"/>
                      <a:pt x="136" y="32"/>
                      <a:pt x="137" y="32"/>
                    </a:cubicBezTo>
                    <a:cubicBezTo>
                      <a:pt x="138" y="33"/>
                      <a:pt x="139" y="33"/>
                      <a:pt x="140" y="33"/>
                    </a:cubicBezTo>
                    <a:cubicBezTo>
                      <a:pt x="142" y="33"/>
                      <a:pt x="142" y="32"/>
                      <a:pt x="143" y="31"/>
                    </a:cubicBezTo>
                    <a:cubicBezTo>
                      <a:pt x="144" y="30"/>
                      <a:pt x="144" y="29"/>
                      <a:pt x="144" y="28"/>
                    </a:cubicBezTo>
                    <a:cubicBezTo>
                      <a:pt x="144" y="27"/>
                      <a:pt x="143" y="26"/>
                      <a:pt x="142" y="25"/>
                    </a:cubicBezTo>
                    <a:cubicBezTo>
                      <a:pt x="141" y="23"/>
                      <a:pt x="141" y="22"/>
                      <a:pt x="141" y="22"/>
                    </a:cubicBezTo>
                    <a:cubicBezTo>
                      <a:pt x="141" y="21"/>
                      <a:pt x="141" y="20"/>
                      <a:pt x="141" y="20"/>
                    </a:cubicBezTo>
                    <a:cubicBezTo>
                      <a:pt x="142" y="19"/>
                      <a:pt x="142" y="19"/>
                      <a:pt x="143" y="19"/>
                    </a:cubicBezTo>
                    <a:cubicBezTo>
                      <a:pt x="144" y="18"/>
                      <a:pt x="144" y="18"/>
                      <a:pt x="145" y="19"/>
                    </a:cubicBezTo>
                    <a:cubicBezTo>
                      <a:pt x="146" y="20"/>
                      <a:pt x="147" y="20"/>
                      <a:pt x="147" y="21"/>
                    </a:cubicBezTo>
                    <a:cubicBezTo>
                      <a:pt x="147" y="22"/>
                      <a:pt x="147" y="23"/>
                      <a:pt x="147" y="24"/>
                    </a:cubicBezTo>
                    <a:cubicBezTo>
                      <a:pt x="147" y="24"/>
                      <a:pt x="147" y="24"/>
                      <a:pt x="147" y="24"/>
                    </a:cubicBezTo>
                    <a:cubicBezTo>
                      <a:pt x="149" y="21"/>
                      <a:pt x="149" y="21"/>
                      <a:pt x="149" y="21"/>
                    </a:cubicBezTo>
                    <a:cubicBezTo>
                      <a:pt x="149" y="21"/>
                      <a:pt x="149" y="21"/>
                      <a:pt x="148" y="21"/>
                    </a:cubicBezTo>
                    <a:cubicBezTo>
                      <a:pt x="148" y="21"/>
                      <a:pt x="148" y="21"/>
                      <a:pt x="148" y="21"/>
                    </a:cubicBezTo>
                    <a:cubicBezTo>
                      <a:pt x="148" y="21"/>
                      <a:pt x="147" y="20"/>
                      <a:pt x="147" y="20"/>
                    </a:cubicBezTo>
                    <a:cubicBezTo>
                      <a:pt x="147" y="19"/>
                      <a:pt x="146" y="19"/>
                      <a:pt x="146" y="19"/>
                    </a:cubicBezTo>
                    <a:cubicBezTo>
                      <a:pt x="145" y="18"/>
                      <a:pt x="144" y="18"/>
                      <a:pt x="143" y="18"/>
                    </a:cubicBezTo>
                    <a:cubicBezTo>
                      <a:pt x="141" y="18"/>
                      <a:pt x="141" y="19"/>
                      <a:pt x="140" y="19"/>
                    </a:cubicBezTo>
                    <a:cubicBezTo>
                      <a:pt x="139" y="20"/>
                      <a:pt x="139" y="21"/>
                      <a:pt x="139" y="22"/>
                    </a:cubicBezTo>
                    <a:cubicBezTo>
                      <a:pt x="140" y="23"/>
                      <a:pt x="140" y="24"/>
                      <a:pt x="141" y="25"/>
                    </a:cubicBezTo>
                    <a:close/>
                    <a:moveTo>
                      <a:pt x="154" y="26"/>
                    </a:moveTo>
                    <a:cubicBezTo>
                      <a:pt x="154" y="26"/>
                      <a:pt x="154" y="26"/>
                      <a:pt x="154" y="26"/>
                    </a:cubicBezTo>
                    <a:cubicBezTo>
                      <a:pt x="159" y="31"/>
                      <a:pt x="159" y="31"/>
                      <a:pt x="159" y="31"/>
                    </a:cubicBezTo>
                    <a:cubicBezTo>
                      <a:pt x="159" y="31"/>
                      <a:pt x="159" y="31"/>
                      <a:pt x="159" y="31"/>
                    </a:cubicBezTo>
                    <a:cubicBezTo>
                      <a:pt x="158" y="30"/>
                      <a:pt x="158" y="30"/>
                      <a:pt x="158" y="30"/>
                    </a:cubicBezTo>
                    <a:cubicBezTo>
                      <a:pt x="157" y="29"/>
                      <a:pt x="157" y="29"/>
                      <a:pt x="157" y="29"/>
                    </a:cubicBezTo>
                    <a:cubicBezTo>
                      <a:pt x="157" y="29"/>
                      <a:pt x="157" y="29"/>
                      <a:pt x="156" y="30"/>
                    </a:cubicBezTo>
                    <a:cubicBezTo>
                      <a:pt x="147" y="39"/>
                      <a:pt x="147" y="39"/>
                      <a:pt x="147" y="39"/>
                    </a:cubicBezTo>
                    <a:cubicBezTo>
                      <a:pt x="147" y="39"/>
                      <a:pt x="147" y="39"/>
                      <a:pt x="147" y="40"/>
                    </a:cubicBezTo>
                    <a:cubicBezTo>
                      <a:pt x="147" y="40"/>
                      <a:pt x="147" y="40"/>
                      <a:pt x="148" y="40"/>
                    </a:cubicBezTo>
                    <a:cubicBezTo>
                      <a:pt x="149" y="42"/>
                      <a:pt x="149" y="42"/>
                      <a:pt x="149" y="42"/>
                    </a:cubicBezTo>
                    <a:cubicBezTo>
                      <a:pt x="149" y="42"/>
                      <a:pt x="149" y="42"/>
                      <a:pt x="149" y="42"/>
                    </a:cubicBezTo>
                    <a:cubicBezTo>
                      <a:pt x="143" y="37"/>
                      <a:pt x="143" y="37"/>
                      <a:pt x="143" y="37"/>
                    </a:cubicBezTo>
                    <a:cubicBezTo>
                      <a:pt x="144" y="37"/>
                      <a:pt x="144" y="37"/>
                      <a:pt x="144" y="37"/>
                    </a:cubicBezTo>
                    <a:cubicBezTo>
                      <a:pt x="145" y="38"/>
                      <a:pt x="145" y="38"/>
                      <a:pt x="145" y="38"/>
                    </a:cubicBezTo>
                    <a:cubicBezTo>
                      <a:pt x="146" y="38"/>
                      <a:pt x="146" y="38"/>
                      <a:pt x="146" y="38"/>
                    </a:cubicBezTo>
                    <a:cubicBezTo>
                      <a:pt x="146" y="38"/>
                      <a:pt x="146" y="38"/>
                      <a:pt x="146" y="38"/>
                    </a:cubicBezTo>
                    <a:cubicBezTo>
                      <a:pt x="155" y="29"/>
                      <a:pt x="155" y="29"/>
                      <a:pt x="155" y="29"/>
                    </a:cubicBezTo>
                    <a:cubicBezTo>
                      <a:pt x="155" y="28"/>
                      <a:pt x="156" y="28"/>
                      <a:pt x="156" y="28"/>
                    </a:cubicBezTo>
                    <a:cubicBezTo>
                      <a:pt x="156" y="28"/>
                      <a:pt x="155" y="28"/>
                      <a:pt x="155" y="27"/>
                    </a:cubicBezTo>
                    <a:cubicBezTo>
                      <a:pt x="154" y="26"/>
                      <a:pt x="154" y="26"/>
                      <a:pt x="154" y="26"/>
                    </a:cubicBezTo>
                    <a:close/>
                    <a:moveTo>
                      <a:pt x="155" y="50"/>
                    </a:moveTo>
                    <a:cubicBezTo>
                      <a:pt x="156" y="50"/>
                      <a:pt x="156" y="50"/>
                      <a:pt x="156" y="50"/>
                    </a:cubicBezTo>
                    <a:cubicBezTo>
                      <a:pt x="155" y="49"/>
                      <a:pt x="155" y="49"/>
                      <a:pt x="155" y="49"/>
                    </a:cubicBezTo>
                    <a:cubicBezTo>
                      <a:pt x="155" y="49"/>
                      <a:pt x="155" y="49"/>
                      <a:pt x="155" y="49"/>
                    </a:cubicBezTo>
                    <a:cubicBezTo>
                      <a:pt x="155" y="49"/>
                      <a:pt x="155" y="48"/>
                      <a:pt x="155" y="48"/>
                    </a:cubicBezTo>
                    <a:cubicBezTo>
                      <a:pt x="165" y="40"/>
                      <a:pt x="165" y="40"/>
                      <a:pt x="165" y="40"/>
                    </a:cubicBezTo>
                    <a:cubicBezTo>
                      <a:pt x="166" y="40"/>
                      <a:pt x="166" y="40"/>
                      <a:pt x="166" y="40"/>
                    </a:cubicBezTo>
                    <a:cubicBezTo>
                      <a:pt x="166" y="40"/>
                      <a:pt x="166" y="40"/>
                      <a:pt x="167" y="40"/>
                    </a:cubicBezTo>
                    <a:cubicBezTo>
                      <a:pt x="167" y="41"/>
                      <a:pt x="167" y="42"/>
                      <a:pt x="167" y="42"/>
                    </a:cubicBezTo>
                    <a:cubicBezTo>
                      <a:pt x="167" y="43"/>
                      <a:pt x="167" y="43"/>
                      <a:pt x="166" y="45"/>
                    </a:cubicBezTo>
                    <a:cubicBezTo>
                      <a:pt x="166" y="45"/>
                      <a:pt x="166" y="45"/>
                      <a:pt x="166" y="45"/>
                    </a:cubicBezTo>
                    <a:cubicBezTo>
                      <a:pt x="169" y="42"/>
                      <a:pt x="169" y="42"/>
                      <a:pt x="169" y="42"/>
                    </a:cubicBezTo>
                    <a:cubicBezTo>
                      <a:pt x="163" y="35"/>
                      <a:pt x="163" y="35"/>
                      <a:pt x="163" y="35"/>
                    </a:cubicBezTo>
                    <a:cubicBezTo>
                      <a:pt x="160" y="37"/>
                      <a:pt x="160" y="37"/>
                      <a:pt x="160" y="37"/>
                    </a:cubicBezTo>
                    <a:cubicBezTo>
                      <a:pt x="160" y="37"/>
                      <a:pt x="160" y="37"/>
                      <a:pt x="160" y="37"/>
                    </a:cubicBezTo>
                    <a:cubicBezTo>
                      <a:pt x="162" y="37"/>
                      <a:pt x="163" y="37"/>
                      <a:pt x="163" y="37"/>
                    </a:cubicBezTo>
                    <a:cubicBezTo>
                      <a:pt x="163" y="37"/>
                      <a:pt x="164" y="37"/>
                      <a:pt x="164" y="38"/>
                    </a:cubicBezTo>
                    <a:cubicBezTo>
                      <a:pt x="165" y="38"/>
                      <a:pt x="165" y="38"/>
                      <a:pt x="165" y="38"/>
                    </a:cubicBezTo>
                    <a:cubicBezTo>
                      <a:pt x="165" y="39"/>
                      <a:pt x="165" y="39"/>
                      <a:pt x="164" y="39"/>
                    </a:cubicBezTo>
                    <a:cubicBezTo>
                      <a:pt x="154" y="47"/>
                      <a:pt x="154" y="47"/>
                      <a:pt x="154" y="47"/>
                    </a:cubicBezTo>
                    <a:cubicBezTo>
                      <a:pt x="154" y="47"/>
                      <a:pt x="154" y="47"/>
                      <a:pt x="154" y="47"/>
                    </a:cubicBezTo>
                    <a:cubicBezTo>
                      <a:pt x="154" y="47"/>
                      <a:pt x="153" y="47"/>
                      <a:pt x="153" y="47"/>
                    </a:cubicBezTo>
                    <a:cubicBezTo>
                      <a:pt x="153" y="46"/>
                      <a:pt x="153" y="46"/>
                      <a:pt x="153" y="46"/>
                    </a:cubicBezTo>
                    <a:cubicBezTo>
                      <a:pt x="152" y="47"/>
                      <a:pt x="152" y="47"/>
                      <a:pt x="152" y="47"/>
                    </a:cubicBezTo>
                    <a:cubicBezTo>
                      <a:pt x="155" y="50"/>
                      <a:pt x="155" y="50"/>
                      <a:pt x="155" y="50"/>
                    </a:cubicBezTo>
                    <a:close/>
                    <a:moveTo>
                      <a:pt x="174" y="54"/>
                    </a:moveTo>
                    <a:cubicBezTo>
                      <a:pt x="174" y="54"/>
                      <a:pt x="175" y="54"/>
                      <a:pt x="175" y="53"/>
                    </a:cubicBezTo>
                    <a:cubicBezTo>
                      <a:pt x="175" y="53"/>
                      <a:pt x="175" y="53"/>
                      <a:pt x="174" y="53"/>
                    </a:cubicBezTo>
                    <a:cubicBezTo>
                      <a:pt x="174" y="52"/>
                      <a:pt x="174" y="52"/>
                      <a:pt x="174" y="52"/>
                    </a:cubicBezTo>
                    <a:cubicBezTo>
                      <a:pt x="175" y="52"/>
                      <a:pt x="175" y="52"/>
                      <a:pt x="175" y="52"/>
                    </a:cubicBezTo>
                    <a:cubicBezTo>
                      <a:pt x="177" y="55"/>
                      <a:pt x="177" y="55"/>
                      <a:pt x="177" y="55"/>
                    </a:cubicBezTo>
                    <a:cubicBezTo>
                      <a:pt x="176" y="55"/>
                      <a:pt x="176" y="55"/>
                      <a:pt x="176" y="55"/>
                    </a:cubicBezTo>
                    <a:cubicBezTo>
                      <a:pt x="176" y="55"/>
                      <a:pt x="176" y="55"/>
                      <a:pt x="176" y="55"/>
                    </a:cubicBezTo>
                    <a:cubicBezTo>
                      <a:pt x="176" y="55"/>
                      <a:pt x="176" y="55"/>
                      <a:pt x="175" y="55"/>
                    </a:cubicBezTo>
                    <a:cubicBezTo>
                      <a:pt x="175" y="55"/>
                      <a:pt x="175" y="55"/>
                      <a:pt x="174" y="55"/>
                    </a:cubicBezTo>
                    <a:cubicBezTo>
                      <a:pt x="166" y="56"/>
                      <a:pt x="166" y="56"/>
                      <a:pt x="166" y="56"/>
                    </a:cubicBezTo>
                    <a:cubicBezTo>
                      <a:pt x="162" y="58"/>
                      <a:pt x="162" y="58"/>
                      <a:pt x="162" y="58"/>
                    </a:cubicBezTo>
                    <a:cubicBezTo>
                      <a:pt x="162" y="59"/>
                      <a:pt x="162" y="59"/>
                      <a:pt x="162" y="59"/>
                    </a:cubicBezTo>
                    <a:cubicBezTo>
                      <a:pt x="161" y="59"/>
                      <a:pt x="162" y="59"/>
                      <a:pt x="162" y="60"/>
                    </a:cubicBezTo>
                    <a:cubicBezTo>
                      <a:pt x="162" y="60"/>
                      <a:pt x="162" y="60"/>
                      <a:pt x="162" y="60"/>
                    </a:cubicBezTo>
                    <a:cubicBezTo>
                      <a:pt x="162" y="61"/>
                      <a:pt x="162" y="61"/>
                      <a:pt x="162" y="61"/>
                    </a:cubicBezTo>
                    <a:cubicBezTo>
                      <a:pt x="159" y="56"/>
                      <a:pt x="159" y="56"/>
                      <a:pt x="159" y="56"/>
                    </a:cubicBezTo>
                    <a:cubicBezTo>
                      <a:pt x="160" y="56"/>
                      <a:pt x="160" y="56"/>
                      <a:pt x="160" y="56"/>
                    </a:cubicBezTo>
                    <a:cubicBezTo>
                      <a:pt x="160" y="57"/>
                      <a:pt x="160" y="57"/>
                      <a:pt x="160" y="57"/>
                    </a:cubicBezTo>
                    <a:cubicBezTo>
                      <a:pt x="160" y="57"/>
                      <a:pt x="160" y="57"/>
                      <a:pt x="161" y="57"/>
                    </a:cubicBezTo>
                    <a:cubicBezTo>
                      <a:pt x="161" y="57"/>
                      <a:pt x="161" y="57"/>
                      <a:pt x="161" y="57"/>
                    </a:cubicBezTo>
                    <a:cubicBezTo>
                      <a:pt x="165" y="55"/>
                      <a:pt x="165" y="55"/>
                      <a:pt x="165" y="55"/>
                    </a:cubicBezTo>
                    <a:cubicBezTo>
                      <a:pt x="171" y="48"/>
                      <a:pt x="171" y="48"/>
                      <a:pt x="171" y="48"/>
                    </a:cubicBezTo>
                    <a:cubicBezTo>
                      <a:pt x="171" y="48"/>
                      <a:pt x="171" y="48"/>
                      <a:pt x="171" y="47"/>
                    </a:cubicBezTo>
                    <a:cubicBezTo>
                      <a:pt x="171" y="47"/>
                      <a:pt x="171" y="47"/>
                      <a:pt x="171" y="47"/>
                    </a:cubicBezTo>
                    <a:cubicBezTo>
                      <a:pt x="171" y="46"/>
                      <a:pt x="171" y="46"/>
                      <a:pt x="171" y="46"/>
                    </a:cubicBezTo>
                    <a:cubicBezTo>
                      <a:pt x="171" y="46"/>
                      <a:pt x="171" y="46"/>
                      <a:pt x="171" y="46"/>
                    </a:cubicBezTo>
                    <a:cubicBezTo>
                      <a:pt x="173" y="50"/>
                      <a:pt x="173" y="50"/>
                      <a:pt x="173" y="50"/>
                    </a:cubicBezTo>
                    <a:cubicBezTo>
                      <a:pt x="173" y="50"/>
                      <a:pt x="173" y="50"/>
                      <a:pt x="173" y="50"/>
                    </a:cubicBezTo>
                    <a:cubicBezTo>
                      <a:pt x="173" y="49"/>
                      <a:pt x="173" y="49"/>
                      <a:pt x="173" y="49"/>
                    </a:cubicBezTo>
                    <a:cubicBezTo>
                      <a:pt x="172" y="49"/>
                      <a:pt x="172" y="49"/>
                      <a:pt x="172" y="49"/>
                    </a:cubicBezTo>
                    <a:cubicBezTo>
                      <a:pt x="172" y="49"/>
                      <a:pt x="172" y="49"/>
                      <a:pt x="171" y="49"/>
                    </a:cubicBezTo>
                    <a:cubicBezTo>
                      <a:pt x="167" y="55"/>
                      <a:pt x="167" y="55"/>
                      <a:pt x="167" y="55"/>
                    </a:cubicBezTo>
                    <a:cubicBezTo>
                      <a:pt x="167" y="55"/>
                      <a:pt x="167" y="55"/>
                      <a:pt x="167" y="55"/>
                    </a:cubicBezTo>
                    <a:lnTo>
                      <a:pt x="174" y="54"/>
                    </a:lnTo>
                    <a:close/>
                  </a:path>
                </a:pathLst>
              </a:custGeom>
              <a:solidFill>
                <a:srgbClr val="FFFFFF"/>
              </a:solidFill>
              <a:ln w="3175" cap="flat">
                <a:solidFill>
                  <a:srgbClr val="FFFFFF"/>
                </a:solidFill>
                <a:prstDash val="solid"/>
                <a:miter lim="800000"/>
              </a:ln>
            </p:spPr>
            <p:txBody>
              <a:bodyPr anchor="ctr"/>
              <a:lstStyle/>
              <a:p>
                <a:pPr algn="ctr"/>
                <a:endParaRPr/>
              </a:p>
            </p:txBody>
          </p:sp>
          <p:sp>
            <p:nvSpPr>
              <p:cNvPr id="148" name="ïśľíḓé"/>
              <p:cNvSpPr/>
              <p:nvPr/>
            </p:nvSpPr>
            <p:spPr bwMode="auto">
              <a:xfrm>
                <a:off x="3667126" y="3184525"/>
                <a:ext cx="492125" cy="496888"/>
              </a:xfrm>
              <a:custGeom>
                <a:avLst/>
                <a:gdLst>
                  <a:gd name="T0" fmla="*/ 74 w 149"/>
                  <a:gd name="T1" fmla="*/ 0 h 149"/>
                  <a:gd name="T2" fmla="*/ 149 w 149"/>
                  <a:gd name="T3" fmla="*/ 74 h 149"/>
                  <a:gd name="T4" fmla="*/ 74 w 149"/>
                  <a:gd name="T5" fmla="*/ 149 h 149"/>
                  <a:gd name="T6" fmla="*/ 0 w 149"/>
                  <a:gd name="T7" fmla="*/ 74 h 149"/>
                  <a:gd name="T8" fmla="*/ 74 w 149"/>
                  <a:gd name="T9" fmla="*/ 0 h 149"/>
                  <a:gd name="T10" fmla="*/ 74 w 149"/>
                  <a:gd name="T11" fmla="*/ 2 h 149"/>
                  <a:gd name="T12" fmla="*/ 2 w 149"/>
                  <a:gd name="T13" fmla="*/ 74 h 149"/>
                  <a:gd name="T14" fmla="*/ 74 w 149"/>
                  <a:gd name="T15" fmla="*/ 146 h 149"/>
                  <a:gd name="T16" fmla="*/ 146 w 149"/>
                  <a:gd name="T17" fmla="*/ 74 h 149"/>
                  <a:gd name="T18" fmla="*/ 74 w 149"/>
                  <a:gd name="T19" fmla="*/ 2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49" h="149">
                    <a:moveTo>
                      <a:pt x="74" y="0"/>
                    </a:moveTo>
                    <a:cubicBezTo>
                      <a:pt x="115" y="0"/>
                      <a:pt x="149" y="33"/>
                      <a:pt x="149" y="74"/>
                    </a:cubicBezTo>
                    <a:cubicBezTo>
                      <a:pt x="149" y="115"/>
                      <a:pt x="115" y="149"/>
                      <a:pt x="74" y="149"/>
                    </a:cubicBezTo>
                    <a:cubicBezTo>
                      <a:pt x="33" y="149"/>
                      <a:pt x="0" y="115"/>
                      <a:pt x="0" y="74"/>
                    </a:cubicBezTo>
                    <a:cubicBezTo>
                      <a:pt x="0" y="33"/>
                      <a:pt x="33" y="0"/>
                      <a:pt x="74" y="0"/>
                    </a:cubicBezTo>
                    <a:close/>
                    <a:moveTo>
                      <a:pt x="74" y="2"/>
                    </a:moveTo>
                    <a:cubicBezTo>
                      <a:pt x="35" y="2"/>
                      <a:pt x="2" y="34"/>
                      <a:pt x="2" y="74"/>
                    </a:cubicBezTo>
                    <a:cubicBezTo>
                      <a:pt x="2" y="114"/>
                      <a:pt x="35" y="146"/>
                      <a:pt x="74" y="146"/>
                    </a:cubicBezTo>
                    <a:cubicBezTo>
                      <a:pt x="114" y="146"/>
                      <a:pt x="146" y="114"/>
                      <a:pt x="146" y="74"/>
                    </a:cubicBezTo>
                    <a:cubicBezTo>
                      <a:pt x="146" y="34"/>
                      <a:pt x="114" y="2"/>
                      <a:pt x="74" y="2"/>
                    </a:cubicBezTo>
                    <a:close/>
                  </a:path>
                </a:pathLst>
              </a:custGeom>
              <a:solidFill>
                <a:srgbClr val="00523A"/>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49" name="ïslíḍê"/>
              <p:cNvSpPr/>
              <p:nvPr/>
            </p:nvSpPr>
            <p:spPr bwMode="auto">
              <a:xfrm>
                <a:off x="3775076" y="3248025"/>
                <a:ext cx="274638" cy="146050"/>
              </a:xfrm>
              <a:custGeom>
                <a:avLst/>
                <a:gdLst>
                  <a:gd name="T0" fmla="*/ 10 w 83"/>
                  <a:gd name="T1" fmla="*/ 43 h 44"/>
                  <a:gd name="T2" fmla="*/ 18 w 83"/>
                  <a:gd name="T3" fmla="*/ 39 h 44"/>
                  <a:gd name="T4" fmla="*/ 67 w 83"/>
                  <a:gd name="T5" fmla="*/ 39 h 44"/>
                  <a:gd name="T6" fmla="*/ 73 w 83"/>
                  <a:gd name="T7" fmla="*/ 42 h 44"/>
                  <a:gd name="T8" fmla="*/ 76 w 83"/>
                  <a:gd name="T9" fmla="*/ 43 h 44"/>
                  <a:gd name="T10" fmla="*/ 83 w 83"/>
                  <a:gd name="T11" fmla="*/ 35 h 44"/>
                  <a:gd name="T12" fmla="*/ 76 w 83"/>
                  <a:gd name="T13" fmla="*/ 37 h 44"/>
                  <a:gd name="T14" fmla="*/ 69 w 83"/>
                  <a:gd name="T15" fmla="*/ 33 h 44"/>
                  <a:gd name="T16" fmla="*/ 70 w 83"/>
                  <a:gd name="T17" fmla="*/ 26 h 44"/>
                  <a:gd name="T18" fmla="*/ 64 w 83"/>
                  <a:gd name="T19" fmla="*/ 30 h 44"/>
                  <a:gd name="T20" fmla="*/ 59 w 83"/>
                  <a:gd name="T21" fmla="*/ 31 h 44"/>
                  <a:gd name="T22" fmla="*/ 56 w 83"/>
                  <a:gd name="T23" fmla="*/ 29 h 44"/>
                  <a:gd name="T24" fmla="*/ 56 w 83"/>
                  <a:gd name="T25" fmla="*/ 24 h 44"/>
                  <a:gd name="T26" fmla="*/ 58 w 83"/>
                  <a:gd name="T27" fmla="*/ 23 h 44"/>
                  <a:gd name="T28" fmla="*/ 58 w 83"/>
                  <a:gd name="T29" fmla="*/ 19 h 44"/>
                  <a:gd name="T30" fmla="*/ 54 w 83"/>
                  <a:gd name="T31" fmla="*/ 19 h 44"/>
                  <a:gd name="T32" fmla="*/ 53 w 83"/>
                  <a:gd name="T33" fmla="*/ 21 h 44"/>
                  <a:gd name="T34" fmla="*/ 44 w 83"/>
                  <a:gd name="T35" fmla="*/ 21 h 44"/>
                  <a:gd name="T36" fmla="*/ 43 w 83"/>
                  <a:gd name="T37" fmla="*/ 18 h 44"/>
                  <a:gd name="T38" fmla="*/ 44 w 83"/>
                  <a:gd name="T39" fmla="*/ 13 h 44"/>
                  <a:gd name="T40" fmla="*/ 43 w 83"/>
                  <a:gd name="T41" fmla="*/ 8 h 44"/>
                  <a:gd name="T42" fmla="*/ 43 w 83"/>
                  <a:gd name="T43" fmla="*/ 6 h 44"/>
                  <a:gd name="T44" fmla="*/ 43 w 83"/>
                  <a:gd name="T45" fmla="*/ 2 h 44"/>
                  <a:gd name="T46" fmla="*/ 43 w 83"/>
                  <a:gd name="T47" fmla="*/ 0 h 44"/>
                  <a:gd name="T48" fmla="*/ 40 w 83"/>
                  <a:gd name="T49" fmla="*/ 0 h 44"/>
                  <a:gd name="T50" fmla="*/ 39 w 83"/>
                  <a:gd name="T51" fmla="*/ 2 h 44"/>
                  <a:gd name="T52" fmla="*/ 39 w 83"/>
                  <a:gd name="T53" fmla="*/ 6 h 44"/>
                  <a:gd name="T54" fmla="*/ 39 w 83"/>
                  <a:gd name="T55" fmla="*/ 8 h 44"/>
                  <a:gd name="T56" fmla="*/ 38 w 83"/>
                  <a:gd name="T57" fmla="*/ 13 h 44"/>
                  <a:gd name="T58" fmla="*/ 38 w 83"/>
                  <a:gd name="T59" fmla="*/ 18 h 44"/>
                  <a:gd name="T60" fmla="*/ 38 w 83"/>
                  <a:gd name="T61" fmla="*/ 21 h 44"/>
                  <a:gd name="T62" fmla="*/ 30 w 83"/>
                  <a:gd name="T63" fmla="*/ 21 h 44"/>
                  <a:gd name="T64" fmla="*/ 29 w 83"/>
                  <a:gd name="T65" fmla="*/ 19 h 44"/>
                  <a:gd name="T66" fmla="*/ 25 w 83"/>
                  <a:gd name="T67" fmla="*/ 19 h 44"/>
                  <a:gd name="T68" fmla="*/ 25 w 83"/>
                  <a:gd name="T69" fmla="*/ 23 h 44"/>
                  <a:gd name="T70" fmla="*/ 26 w 83"/>
                  <a:gd name="T71" fmla="*/ 24 h 44"/>
                  <a:gd name="T72" fmla="*/ 27 w 83"/>
                  <a:gd name="T73" fmla="*/ 29 h 44"/>
                  <a:gd name="T74" fmla="*/ 22 w 83"/>
                  <a:gd name="T75" fmla="*/ 31 h 44"/>
                  <a:gd name="T76" fmla="*/ 13 w 83"/>
                  <a:gd name="T77" fmla="*/ 26 h 44"/>
                  <a:gd name="T78" fmla="*/ 13 w 83"/>
                  <a:gd name="T79" fmla="*/ 35 h 44"/>
                  <a:gd name="T80" fmla="*/ 7 w 83"/>
                  <a:gd name="T81" fmla="*/ 37 h 44"/>
                  <a:gd name="T82" fmla="*/ 0 w 83"/>
                  <a:gd name="T83" fmla="*/ 34 h 44"/>
                  <a:gd name="T84" fmla="*/ 5 w 83"/>
                  <a:gd name="T85" fmla="*/ 42 h 44"/>
                  <a:gd name="T86" fmla="*/ 10 w 83"/>
                  <a:gd name="T87" fmla="*/ 43 h 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83" h="44">
                    <a:moveTo>
                      <a:pt x="10" y="43"/>
                    </a:moveTo>
                    <a:cubicBezTo>
                      <a:pt x="18" y="39"/>
                      <a:pt x="18" y="39"/>
                      <a:pt x="18" y="39"/>
                    </a:cubicBezTo>
                    <a:cubicBezTo>
                      <a:pt x="67" y="39"/>
                      <a:pt x="67" y="39"/>
                      <a:pt x="67" y="39"/>
                    </a:cubicBezTo>
                    <a:cubicBezTo>
                      <a:pt x="73" y="42"/>
                      <a:pt x="73" y="42"/>
                      <a:pt x="73" y="42"/>
                    </a:cubicBezTo>
                    <a:cubicBezTo>
                      <a:pt x="74" y="43"/>
                      <a:pt x="75" y="43"/>
                      <a:pt x="76" y="43"/>
                    </a:cubicBezTo>
                    <a:cubicBezTo>
                      <a:pt x="80" y="42"/>
                      <a:pt x="83" y="35"/>
                      <a:pt x="83" y="35"/>
                    </a:cubicBezTo>
                    <a:cubicBezTo>
                      <a:pt x="83" y="35"/>
                      <a:pt x="79" y="38"/>
                      <a:pt x="76" y="37"/>
                    </a:cubicBezTo>
                    <a:cubicBezTo>
                      <a:pt x="73" y="37"/>
                      <a:pt x="69" y="36"/>
                      <a:pt x="69" y="33"/>
                    </a:cubicBezTo>
                    <a:cubicBezTo>
                      <a:pt x="69" y="30"/>
                      <a:pt x="70" y="27"/>
                      <a:pt x="70" y="26"/>
                    </a:cubicBezTo>
                    <a:cubicBezTo>
                      <a:pt x="70" y="26"/>
                      <a:pt x="67" y="29"/>
                      <a:pt x="64" y="30"/>
                    </a:cubicBezTo>
                    <a:cubicBezTo>
                      <a:pt x="61" y="32"/>
                      <a:pt x="60" y="31"/>
                      <a:pt x="59" y="31"/>
                    </a:cubicBezTo>
                    <a:cubicBezTo>
                      <a:pt x="57" y="30"/>
                      <a:pt x="56" y="29"/>
                      <a:pt x="56" y="29"/>
                    </a:cubicBezTo>
                    <a:cubicBezTo>
                      <a:pt x="56" y="24"/>
                      <a:pt x="56" y="24"/>
                      <a:pt x="56" y="24"/>
                    </a:cubicBezTo>
                    <a:cubicBezTo>
                      <a:pt x="58" y="23"/>
                      <a:pt x="58" y="23"/>
                      <a:pt x="58" y="23"/>
                    </a:cubicBezTo>
                    <a:cubicBezTo>
                      <a:pt x="58" y="19"/>
                      <a:pt x="58" y="19"/>
                      <a:pt x="58" y="19"/>
                    </a:cubicBezTo>
                    <a:cubicBezTo>
                      <a:pt x="54" y="19"/>
                      <a:pt x="54" y="19"/>
                      <a:pt x="54" y="19"/>
                    </a:cubicBezTo>
                    <a:cubicBezTo>
                      <a:pt x="54" y="19"/>
                      <a:pt x="54" y="21"/>
                      <a:pt x="53" y="21"/>
                    </a:cubicBezTo>
                    <a:cubicBezTo>
                      <a:pt x="52" y="21"/>
                      <a:pt x="44" y="21"/>
                      <a:pt x="44" y="21"/>
                    </a:cubicBezTo>
                    <a:cubicBezTo>
                      <a:pt x="44" y="21"/>
                      <a:pt x="43" y="20"/>
                      <a:pt x="43" y="18"/>
                    </a:cubicBezTo>
                    <a:cubicBezTo>
                      <a:pt x="44" y="17"/>
                      <a:pt x="44" y="17"/>
                      <a:pt x="44" y="13"/>
                    </a:cubicBezTo>
                    <a:cubicBezTo>
                      <a:pt x="44" y="10"/>
                      <a:pt x="44" y="9"/>
                      <a:pt x="43" y="8"/>
                    </a:cubicBezTo>
                    <a:cubicBezTo>
                      <a:pt x="43" y="7"/>
                      <a:pt x="42" y="7"/>
                      <a:pt x="43" y="6"/>
                    </a:cubicBezTo>
                    <a:cubicBezTo>
                      <a:pt x="44" y="5"/>
                      <a:pt x="44" y="4"/>
                      <a:pt x="43" y="2"/>
                    </a:cubicBezTo>
                    <a:cubicBezTo>
                      <a:pt x="42" y="1"/>
                      <a:pt x="43" y="2"/>
                      <a:pt x="43" y="0"/>
                    </a:cubicBezTo>
                    <a:cubicBezTo>
                      <a:pt x="40" y="0"/>
                      <a:pt x="40" y="0"/>
                      <a:pt x="40" y="0"/>
                    </a:cubicBezTo>
                    <a:cubicBezTo>
                      <a:pt x="39" y="0"/>
                      <a:pt x="40" y="1"/>
                      <a:pt x="39" y="2"/>
                    </a:cubicBezTo>
                    <a:cubicBezTo>
                      <a:pt x="38" y="3"/>
                      <a:pt x="38" y="5"/>
                      <a:pt x="39" y="6"/>
                    </a:cubicBezTo>
                    <a:cubicBezTo>
                      <a:pt x="39" y="7"/>
                      <a:pt x="40" y="7"/>
                      <a:pt x="39" y="8"/>
                    </a:cubicBezTo>
                    <a:cubicBezTo>
                      <a:pt x="38" y="9"/>
                      <a:pt x="38" y="10"/>
                      <a:pt x="38" y="13"/>
                    </a:cubicBezTo>
                    <a:cubicBezTo>
                      <a:pt x="38" y="16"/>
                      <a:pt x="38" y="17"/>
                      <a:pt x="38" y="18"/>
                    </a:cubicBezTo>
                    <a:cubicBezTo>
                      <a:pt x="39" y="20"/>
                      <a:pt x="38" y="21"/>
                      <a:pt x="38" y="21"/>
                    </a:cubicBezTo>
                    <a:cubicBezTo>
                      <a:pt x="37" y="21"/>
                      <a:pt x="30" y="21"/>
                      <a:pt x="30" y="21"/>
                    </a:cubicBezTo>
                    <a:cubicBezTo>
                      <a:pt x="30" y="21"/>
                      <a:pt x="29" y="20"/>
                      <a:pt x="29" y="19"/>
                    </a:cubicBezTo>
                    <a:cubicBezTo>
                      <a:pt x="25" y="19"/>
                      <a:pt x="25" y="19"/>
                      <a:pt x="25" y="19"/>
                    </a:cubicBezTo>
                    <a:cubicBezTo>
                      <a:pt x="25" y="23"/>
                      <a:pt x="25" y="23"/>
                      <a:pt x="25" y="23"/>
                    </a:cubicBezTo>
                    <a:cubicBezTo>
                      <a:pt x="26" y="24"/>
                      <a:pt x="26" y="24"/>
                      <a:pt x="26" y="24"/>
                    </a:cubicBezTo>
                    <a:cubicBezTo>
                      <a:pt x="27" y="29"/>
                      <a:pt x="27" y="29"/>
                      <a:pt x="27" y="29"/>
                    </a:cubicBezTo>
                    <a:cubicBezTo>
                      <a:pt x="27" y="29"/>
                      <a:pt x="24" y="31"/>
                      <a:pt x="22" y="31"/>
                    </a:cubicBezTo>
                    <a:cubicBezTo>
                      <a:pt x="19" y="31"/>
                      <a:pt x="13" y="26"/>
                      <a:pt x="13" y="26"/>
                    </a:cubicBezTo>
                    <a:cubicBezTo>
                      <a:pt x="13" y="26"/>
                      <a:pt x="14" y="33"/>
                      <a:pt x="13" y="35"/>
                    </a:cubicBezTo>
                    <a:cubicBezTo>
                      <a:pt x="13" y="37"/>
                      <a:pt x="10" y="37"/>
                      <a:pt x="7" y="37"/>
                    </a:cubicBezTo>
                    <a:cubicBezTo>
                      <a:pt x="4" y="37"/>
                      <a:pt x="0" y="35"/>
                      <a:pt x="0" y="34"/>
                    </a:cubicBezTo>
                    <a:cubicBezTo>
                      <a:pt x="0" y="34"/>
                      <a:pt x="3" y="40"/>
                      <a:pt x="5" y="42"/>
                    </a:cubicBezTo>
                    <a:cubicBezTo>
                      <a:pt x="7" y="44"/>
                      <a:pt x="10" y="43"/>
                      <a:pt x="10" y="43"/>
                    </a:cubicBez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50" name="íṡļïdê"/>
              <p:cNvSpPr/>
              <p:nvPr/>
            </p:nvSpPr>
            <p:spPr bwMode="auto">
              <a:xfrm>
                <a:off x="3614738" y="3370263"/>
                <a:ext cx="596900" cy="241300"/>
              </a:xfrm>
              <a:custGeom>
                <a:avLst/>
                <a:gdLst>
                  <a:gd name="T0" fmla="*/ 58 w 181"/>
                  <a:gd name="T1" fmla="*/ 72 h 72"/>
                  <a:gd name="T2" fmla="*/ 8 w 181"/>
                  <a:gd name="T3" fmla="*/ 72 h 72"/>
                  <a:gd name="T4" fmla="*/ 3 w 181"/>
                  <a:gd name="T5" fmla="*/ 63 h 72"/>
                  <a:gd name="T6" fmla="*/ 6 w 181"/>
                  <a:gd name="T7" fmla="*/ 63 h 72"/>
                  <a:gd name="T8" fmla="*/ 11 w 181"/>
                  <a:gd name="T9" fmla="*/ 55 h 72"/>
                  <a:gd name="T10" fmla="*/ 14 w 181"/>
                  <a:gd name="T11" fmla="*/ 55 h 72"/>
                  <a:gd name="T12" fmla="*/ 14 w 181"/>
                  <a:gd name="T13" fmla="*/ 29 h 72"/>
                  <a:gd name="T14" fmla="*/ 0 w 181"/>
                  <a:gd name="T15" fmla="*/ 4 h 72"/>
                  <a:gd name="T16" fmla="*/ 30 w 181"/>
                  <a:gd name="T17" fmla="*/ 0 h 72"/>
                  <a:gd name="T18" fmla="*/ 58 w 181"/>
                  <a:gd name="T19" fmla="*/ 8 h 72"/>
                  <a:gd name="T20" fmla="*/ 51 w 181"/>
                  <a:gd name="T21" fmla="*/ 25 h 72"/>
                  <a:gd name="T22" fmla="*/ 131 w 181"/>
                  <a:gd name="T23" fmla="*/ 25 h 72"/>
                  <a:gd name="T24" fmla="*/ 122 w 181"/>
                  <a:gd name="T25" fmla="*/ 8 h 72"/>
                  <a:gd name="T26" fmla="*/ 150 w 181"/>
                  <a:gd name="T27" fmla="*/ 0 h 72"/>
                  <a:gd name="T28" fmla="*/ 181 w 181"/>
                  <a:gd name="T29" fmla="*/ 5 h 72"/>
                  <a:gd name="T30" fmla="*/ 166 w 181"/>
                  <a:gd name="T31" fmla="*/ 28 h 72"/>
                  <a:gd name="T32" fmla="*/ 166 w 181"/>
                  <a:gd name="T33" fmla="*/ 55 h 72"/>
                  <a:gd name="T34" fmla="*/ 171 w 181"/>
                  <a:gd name="T35" fmla="*/ 55 h 72"/>
                  <a:gd name="T36" fmla="*/ 178 w 181"/>
                  <a:gd name="T37" fmla="*/ 65 h 72"/>
                  <a:gd name="T38" fmla="*/ 174 w 181"/>
                  <a:gd name="T39" fmla="*/ 72 h 72"/>
                  <a:gd name="T40" fmla="*/ 58 w 181"/>
                  <a:gd name="T41" fmla="*/ 72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1" h="72">
                    <a:moveTo>
                      <a:pt x="58" y="72"/>
                    </a:moveTo>
                    <a:cubicBezTo>
                      <a:pt x="8" y="72"/>
                      <a:pt x="8" y="72"/>
                      <a:pt x="8" y="72"/>
                    </a:cubicBezTo>
                    <a:cubicBezTo>
                      <a:pt x="3" y="63"/>
                      <a:pt x="3" y="63"/>
                      <a:pt x="3" y="63"/>
                    </a:cubicBezTo>
                    <a:cubicBezTo>
                      <a:pt x="6" y="63"/>
                      <a:pt x="6" y="63"/>
                      <a:pt x="6" y="63"/>
                    </a:cubicBezTo>
                    <a:cubicBezTo>
                      <a:pt x="7" y="61"/>
                      <a:pt x="10" y="57"/>
                      <a:pt x="11" y="55"/>
                    </a:cubicBezTo>
                    <a:cubicBezTo>
                      <a:pt x="12" y="55"/>
                      <a:pt x="13" y="55"/>
                      <a:pt x="14" y="55"/>
                    </a:cubicBezTo>
                    <a:cubicBezTo>
                      <a:pt x="14" y="45"/>
                      <a:pt x="14" y="39"/>
                      <a:pt x="14" y="29"/>
                    </a:cubicBezTo>
                    <a:cubicBezTo>
                      <a:pt x="6" y="25"/>
                      <a:pt x="0" y="19"/>
                      <a:pt x="0" y="4"/>
                    </a:cubicBezTo>
                    <a:cubicBezTo>
                      <a:pt x="13" y="19"/>
                      <a:pt x="25" y="20"/>
                      <a:pt x="30" y="0"/>
                    </a:cubicBezTo>
                    <a:cubicBezTo>
                      <a:pt x="40" y="22"/>
                      <a:pt x="50" y="16"/>
                      <a:pt x="58" y="8"/>
                    </a:cubicBezTo>
                    <a:cubicBezTo>
                      <a:pt x="59" y="17"/>
                      <a:pt x="51" y="24"/>
                      <a:pt x="51" y="25"/>
                    </a:cubicBezTo>
                    <a:cubicBezTo>
                      <a:pt x="131" y="25"/>
                      <a:pt x="131" y="25"/>
                      <a:pt x="131" y="25"/>
                    </a:cubicBezTo>
                    <a:cubicBezTo>
                      <a:pt x="128" y="21"/>
                      <a:pt x="123" y="15"/>
                      <a:pt x="122" y="8"/>
                    </a:cubicBezTo>
                    <a:cubicBezTo>
                      <a:pt x="131" y="18"/>
                      <a:pt x="141" y="23"/>
                      <a:pt x="150" y="0"/>
                    </a:cubicBezTo>
                    <a:cubicBezTo>
                      <a:pt x="160" y="23"/>
                      <a:pt x="169" y="16"/>
                      <a:pt x="181" y="5"/>
                    </a:cubicBezTo>
                    <a:cubicBezTo>
                      <a:pt x="178" y="23"/>
                      <a:pt x="174" y="23"/>
                      <a:pt x="166" y="28"/>
                    </a:cubicBezTo>
                    <a:cubicBezTo>
                      <a:pt x="166" y="38"/>
                      <a:pt x="166" y="45"/>
                      <a:pt x="166" y="55"/>
                    </a:cubicBezTo>
                    <a:cubicBezTo>
                      <a:pt x="168" y="55"/>
                      <a:pt x="169" y="55"/>
                      <a:pt x="171" y="55"/>
                    </a:cubicBezTo>
                    <a:cubicBezTo>
                      <a:pt x="178" y="65"/>
                      <a:pt x="178" y="65"/>
                      <a:pt x="178" y="65"/>
                    </a:cubicBezTo>
                    <a:cubicBezTo>
                      <a:pt x="174" y="72"/>
                      <a:pt x="174" y="72"/>
                      <a:pt x="174" y="72"/>
                    </a:cubicBezTo>
                    <a:lnTo>
                      <a:pt x="58" y="72"/>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51" name="iş1ïďe"/>
              <p:cNvSpPr/>
              <p:nvPr/>
            </p:nvSpPr>
            <p:spPr bwMode="auto">
              <a:xfrm>
                <a:off x="3624263" y="3381375"/>
                <a:ext cx="577850" cy="200025"/>
              </a:xfrm>
              <a:custGeom>
                <a:avLst/>
                <a:gdLst>
                  <a:gd name="T0" fmla="*/ 130 w 175"/>
                  <a:gd name="T1" fmla="*/ 51 h 60"/>
                  <a:gd name="T2" fmla="*/ 130 w 175"/>
                  <a:gd name="T3" fmla="*/ 50 h 60"/>
                  <a:gd name="T4" fmla="*/ 48 w 175"/>
                  <a:gd name="T5" fmla="*/ 50 h 60"/>
                  <a:gd name="T6" fmla="*/ 48 w 175"/>
                  <a:gd name="T7" fmla="*/ 51 h 60"/>
                  <a:gd name="T8" fmla="*/ 52 w 175"/>
                  <a:gd name="T9" fmla="*/ 51 h 60"/>
                  <a:gd name="T10" fmla="*/ 48 w 175"/>
                  <a:gd name="T11" fmla="*/ 60 h 60"/>
                  <a:gd name="T12" fmla="*/ 7 w 175"/>
                  <a:gd name="T13" fmla="*/ 60 h 60"/>
                  <a:gd name="T14" fmla="*/ 10 w 175"/>
                  <a:gd name="T15" fmla="*/ 54 h 60"/>
                  <a:gd name="T16" fmla="*/ 14 w 175"/>
                  <a:gd name="T17" fmla="*/ 54 h 60"/>
                  <a:gd name="T18" fmla="*/ 13 w 175"/>
                  <a:gd name="T19" fmla="*/ 25 h 60"/>
                  <a:gd name="T20" fmla="*/ 0 w 175"/>
                  <a:gd name="T21" fmla="*/ 7 h 60"/>
                  <a:gd name="T22" fmla="*/ 28 w 175"/>
                  <a:gd name="T23" fmla="*/ 0 h 60"/>
                  <a:gd name="T24" fmla="*/ 55 w 175"/>
                  <a:gd name="T25" fmla="*/ 7 h 60"/>
                  <a:gd name="T26" fmla="*/ 48 w 175"/>
                  <a:gd name="T27" fmla="*/ 22 h 60"/>
                  <a:gd name="T28" fmla="*/ 127 w 175"/>
                  <a:gd name="T29" fmla="*/ 22 h 60"/>
                  <a:gd name="T30" fmla="*/ 119 w 175"/>
                  <a:gd name="T31" fmla="*/ 7 h 60"/>
                  <a:gd name="T32" fmla="*/ 147 w 175"/>
                  <a:gd name="T33" fmla="*/ 0 h 60"/>
                  <a:gd name="T34" fmla="*/ 175 w 175"/>
                  <a:gd name="T35" fmla="*/ 7 h 60"/>
                  <a:gd name="T36" fmla="*/ 161 w 175"/>
                  <a:gd name="T37" fmla="*/ 24 h 60"/>
                  <a:gd name="T38" fmla="*/ 161 w 175"/>
                  <a:gd name="T39" fmla="*/ 53 h 60"/>
                  <a:gd name="T40" fmla="*/ 165 w 175"/>
                  <a:gd name="T41" fmla="*/ 53 h 60"/>
                  <a:gd name="T42" fmla="*/ 169 w 175"/>
                  <a:gd name="T43" fmla="*/ 60 h 60"/>
                  <a:gd name="T44" fmla="*/ 128 w 175"/>
                  <a:gd name="T45" fmla="*/ 60 h 60"/>
                  <a:gd name="T46" fmla="*/ 124 w 175"/>
                  <a:gd name="T47" fmla="*/ 51 h 60"/>
                  <a:gd name="T48" fmla="*/ 130 w 175"/>
                  <a:gd name="T49" fmla="*/ 51 h 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75" h="60">
                    <a:moveTo>
                      <a:pt x="130" y="51"/>
                    </a:moveTo>
                    <a:cubicBezTo>
                      <a:pt x="130" y="50"/>
                      <a:pt x="130" y="50"/>
                      <a:pt x="130" y="50"/>
                    </a:cubicBezTo>
                    <a:cubicBezTo>
                      <a:pt x="48" y="50"/>
                      <a:pt x="48" y="50"/>
                      <a:pt x="48" y="50"/>
                    </a:cubicBezTo>
                    <a:cubicBezTo>
                      <a:pt x="48" y="51"/>
                      <a:pt x="48" y="51"/>
                      <a:pt x="48" y="51"/>
                    </a:cubicBezTo>
                    <a:cubicBezTo>
                      <a:pt x="52" y="51"/>
                      <a:pt x="52" y="51"/>
                      <a:pt x="52" y="51"/>
                    </a:cubicBezTo>
                    <a:cubicBezTo>
                      <a:pt x="48" y="60"/>
                      <a:pt x="48" y="60"/>
                      <a:pt x="48" y="60"/>
                    </a:cubicBezTo>
                    <a:cubicBezTo>
                      <a:pt x="34" y="60"/>
                      <a:pt x="20" y="60"/>
                      <a:pt x="7" y="60"/>
                    </a:cubicBezTo>
                    <a:cubicBezTo>
                      <a:pt x="8" y="58"/>
                      <a:pt x="9" y="56"/>
                      <a:pt x="10" y="54"/>
                    </a:cubicBezTo>
                    <a:cubicBezTo>
                      <a:pt x="11" y="54"/>
                      <a:pt x="12" y="54"/>
                      <a:pt x="14" y="54"/>
                    </a:cubicBezTo>
                    <a:cubicBezTo>
                      <a:pt x="14" y="44"/>
                      <a:pt x="13" y="34"/>
                      <a:pt x="13" y="25"/>
                    </a:cubicBezTo>
                    <a:cubicBezTo>
                      <a:pt x="5" y="20"/>
                      <a:pt x="1" y="14"/>
                      <a:pt x="0" y="7"/>
                    </a:cubicBezTo>
                    <a:cubicBezTo>
                      <a:pt x="12" y="18"/>
                      <a:pt x="22" y="17"/>
                      <a:pt x="28" y="0"/>
                    </a:cubicBezTo>
                    <a:cubicBezTo>
                      <a:pt x="37" y="22"/>
                      <a:pt x="47" y="15"/>
                      <a:pt x="55" y="7"/>
                    </a:cubicBezTo>
                    <a:cubicBezTo>
                      <a:pt x="55" y="14"/>
                      <a:pt x="50" y="17"/>
                      <a:pt x="48" y="22"/>
                    </a:cubicBezTo>
                    <a:cubicBezTo>
                      <a:pt x="127" y="22"/>
                      <a:pt x="127" y="22"/>
                      <a:pt x="127" y="22"/>
                    </a:cubicBezTo>
                    <a:cubicBezTo>
                      <a:pt x="125" y="18"/>
                      <a:pt x="120" y="14"/>
                      <a:pt x="119" y="7"/>
                    </a:cubicBezTo>
                    <a:cubicBezTo>
                      <a:pt x="127" y="15"/>
                      <a:pt x="137" y="22"/>
                      <a:pt x="147" y="0"/>
                    </a:cubicBezTo>
                    <a:cubicBezTo>
                      <a:pt x="153" y="17"/>
                      <a:pt x="163" y="18"/>
                      <a:pt x="175" y="7"/>
                    </a:cubicBezTo>
                    <a:cubicBezTo>
                      <a:pt x="173" y="14"/>
                      <a:pt x="169" y="19"/>
                      <a:pt x="161" y="24"/>
                    </a:cubicBezTo>
                    <a:cubicBezTo>
                      <a:pt x="161" y="34"/>
                      <a:pt x="161" y="44"/>
                      <a:pt x="161" y="53"/>
                    </a:cubicBezTo>
                    <a:cubicBezTo>
                      <a:pt x="162" y="53"/>
                      <a:pt x="164" y="53"/>
                      <a:pt x="165" y="53"/>
                    </a:cubicBezTo>
                    <a:cubicBezTo>
                      <a:pt x="166" y="55"/>
                      <a:pt x="167" y="58"/>
                      <a:pt x="169" y="60"/>
                    </a:cubicBezTo>
                    <a:cubicBezTo>
                      <a:pt x="155" y="60"/>
                      <a:pt x="142" y="60"/>
                      <a:pt x="128" y="60"/>
                    </a:cubicBezTo>
                    <a:cubicBezTo>
                      <a:pt x="124" y="51"/>
                      <a:pt x="124" y="51"/>
                      <a:pt x="124" y="51"/>
                    </a:cubicBezTo>
                    <a:lnTo>
                      <a:pt x="130" y="51"/>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52" name="ïṩḷíḍé"/>
              <p:cNvSpPr/>
              <p:nvPr/>
            </p:nvSpPr>
            <p:spPr bwMode="auto">
              <a:xfrm>
                <a:off x="4065588"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53" name="ïśľíḍè"/>
              <p:cNvSpPr/>
              <p:nvPr/>
            </p:nvSpPr>
            <p:spPr bwMode="auto">
              <a:xfrm>
                <a:off x="3740151"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54" name="í$ḻîḋè"/>
              <p:cNvSpPr/>
              <p:nvPr/>
            </p:nvSpPr>
            <p:spPr bwMode="auto">
              <a:xfrm>
                <a:off x="4125913"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55" name="iṣļíḋe"/>
              <p:cNvSpPr/>
              <p:nvPr/>
            </p:nvSpPr>
            <p:spPr bwMode="auto">
              <a:xfrm>
                <a:off x="3709988"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56" name="iṩḷiḓé"/>
              <p:cNvSpPr/>
              <p:nvPr/>
            </p:nvSpPr>
            <p:spPr bwMode="auto">
              <a:xfrm>
                <a:off x="4095751"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57" name="iSľiḍè"/>
              <p:cNvSpPr/>
              <p:nvPr/>
            </p:nvSpPr>
            <p:spPr bwMode="auto">
              <a:xfrm>
                <a:off x="3663951" y="3460750"/>
                <a:ext cx="495300" cy="317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58" name="ïṩḷîḍe"/>
              <p:cNvSpPr/>
              <p:nvPr/>
            </p:nvSpPr>
            <p:spPr bwMode="auto">
              <a:xfrm>
                <a:off x="3663951" y="3473450"/>
                <a:ext cx="115888"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59" name="íšḻiḑê"/>
              <p:cNvSpPr/>
              <p:nvPr/>
            </p:nvSpPr>
            <p:spPr bwMode="auto">
              <a:xfrm>
                <a:off x="3789363" y="3473450"/>
                <a:ext cx="428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60" name="ïṩļïďè"/>
              <p:cNvSpPr/>
              <p:nvPr/>
            </p:nvSpPr>
            <p:spPr bwMode="auto">
              <a:xfrm>
                <a:off x="3851276" y="3473450"/>
                <a:ext cx="57150"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61" name="îṥlïḋê"/>
              <p:cNvSpPr/>
              <p:nvPr/>
            </p:nvSpPr>
            <p:spPr bwMode="auto">
              <a:xfrm>
                <a:off x="3917951" y="3473450"/>
                <a:ext cx="555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62" name="îṧľïdè"/>
              <p:cNvSpPr/>
              <p:nvPr/>
            </p:nvSpPr>
            <p:spPr bwMode="auto">
              <a:xfrm>
                <a:off x="3994151" y="3473450"/>
                <a:ext cx="428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63" name="iSḷîḓê"/>
              <p:cNvSpPr/>
              <p:nvPr/>
            </p:nvSpPr>
            <p:spPr bwMode="auto">
              <a:xfrm>
                <a:off x="4046538" y="3473450"/>
                <a:ext cx="11271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64" name="îślíďè"/>
              <p:cNvSpPr/>
              <p:nvPr/>
            </p:nvSpPr>
            <p:spPr bwMode="auto">
              <a:xfrm>
                <a:off x="3979863" y="3473450"/>
                <a:ext cx="7938"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65" name="iSḻïḍè"/>
              <p:cNvSpPr/>
              <p:nvPr/>
            </p:nvSpPr>
            <p:spPr bwMode="auto">
              <a:xfrm>
                <a:off x="3838576" y="3473450"/>
                <a:ext cx="6350"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66" name="ïṡliḑê"/>
              <p:cNvSpPr/>
              <p:nvPr/>
            </p:nvSpPr>
            <p:spPr bwMode="auto">
              <a:xfrm>
                <a:off x="3851276" y="3384550"/>
                <a:ext cx="26988"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67" name="islïďé"/>
              <p:cNvSpPr/>
              <p:nvPr/>
            </p:nvSpPr>
            <p:spPr bwMode="auto">
              <a:xfrm>
                <a:off x="3817938" y="3384550"/>
                <a:ext cx="26988" cy="15875"/>
              </a:xfrm>
              <a:custGeom>
                <a:avLst/>
                <a:gdLst>
                  <a:gd name="T0" fmla="*/ 7 w 8"/>
                  <a:gd name="T1" fmla="*/ 0 h 5"/>
                  <a:gd name="T2" fmla="*/ 8 w 8"/>
                  <a:gd name="T3" fmla="*/ 2 h 5"/>
                  <a:gd name="T4" fmla="*/ 1 w 8"/>
                  <a:gd name="T5" fmla="*/ 5 h 5"/>
                  <a:gd name="T6" fmla="*/ 7 w 8"/>
                  <a:gd name="T7" fmla="*/ 0 h 5"/>
                  <a:gd name="T8" fmla="*/ 7 w 8"/>
                  <a:gd name="T9" fmla="*/ 0 h 5"/>
                  <a:gd name="T10" fmla="*/ 7 w 8"/>
                  <a:gd name="T11" fmla="*/ 0 h 5"/>
                </a:gdLst>
                <a:ahLst/>
                <a:cxnLst>
                  <a:cxn ang="0">
                    <a:pos x="T0" y="T1"/>
                  </a:cxn>
                  <a:cxn ang="0">
                    <a:pos x="T2" y="T3"/>
                  </a:cxn>
                  <a:cxn ang="0">
                    <a:pos x="T4" y="T5"/>
                  </a:cxn>
                  <a:cxn ang="0">
                    <a:pos x="T6" y="T7"/>
                  </a:cxn>
                  <a:cxn ang="0">
                    <a:pos x="T8" y="T9"/>
                  </a:cxn>
                  <a:cxn ang="0">
                    <a:pos x="T10" y="T11"/>
                  </a:cxn>
                </a:cxnLst>
                <a:rect l="0" t="0" r="r" b="b"/>
                <a:pathLst>
                  <a:path w="8" h="5">
                    <a:moveTo>
                      <a:pt x="7" y="0"/>
                    </a:moveTo>
                    <a:cubicBezTo>
                      <a:pt x="8" y="2"/>
                      <a:pt x="8" y="2"/>
                      <a:pt x="8" y="2"/>
                    </a:cubicBezTo>
                    <a:cubicBezTo>
                      <a:pt x="1" y="5"/>
                      <a:pt x="1" y="5"/>
                      <a:pt x="1" y="5"/>
                    </a:cubicBezTo>
                    <a:cubicBezTo>
                      <a:pt x="1" y="5"/>
                      <a:pt x="0" y="2"/>
                      <a:pt x="7" y="0"/>
                    </a:cubicBezTo>
                    <a:close/>
                    <a:moveTo>
                      <a:pt x="7" y="0"/>
                    </a:moveTo>
                    <a:cubicBezTo>
                      <a:pt x="7" y="0"/>
                      <a:pt x="7" y="0"/>
                      <a:pt x="7"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68" name="îṥḷîdé"/>
              <p:cNvSpPr/>
              <p:nvPr/>
            </p:nvSpPr>
            <p:spPr bwMode="auto">
              <a:xfrm>
                <a:off x="3983038" y="3384550"/>
                <a:ext cx="26988" cy="15875"/>
              </a:xfrm>
              <a:custGeom>
                <a:avLst/>
                <a:gdLst>
                  <a:gd name="T0" fmla="*/ 1 w 8"/>
                  <a:gd name="T1" fmla="*/ 0 h 5"/>
                  <a:gd name="T2" fmla="*/ 0 w 8"/>
                  <a:gd name="T3" fmla="*/ 2 h 5"/>
                  <a:gd name="T4" fmla="*/ 7 w 8"/>
                  <a:gd name="T5" fmla="*/ 5 h 5"/>
                  <a:gd name="T6" fmla="*/ 1 w 8"/>
                  <a:gd name="T7" fmla="*/ 0 h 5"/>
                  <a:gd name="T8" fmla="*/ 1 w 8"/>
                  <a:gd name="T9" fmla="*/ 0 h 5"/>
                  <a:gd name="T10" fmla="*/ 1 w 8"/>
                  <a:gd name="T11" fmla="*/ 0 h 5"/>
                </a:gdLst>
                <a:ahLst/>
                <a:cxnLst>
                  <a:cxn ang="0">
                    <a:pos x="T0" y="T1"/>
                  </a:cxn>
                  <a:cxn ang="0">
                    <a:pos x="T2" y="T3"/>
                  </a:cxn>
                  <a:cxn ang="0">
                    <a:pos x="T4" y="T5"/>
                  </a:cxn>
                  <a:cxn ang="0">
                    <a:pos x="T6" y="T7"/>
                  </a:cxn>
                  <a:cxn ang="0">
                    <a:pos x="T8" y="T9"/>
                  </a:cxn>
                  <a:cxn ang="0">
                    <a:pos x="T10" y="T11"/>
                  </a:cxn>
                </a:cxnLst>
                <a:rect l="0" t="0" r="r" b="b"/>
                <a:pathLst>
                  <a:path w="8" h="5">
                    <a:moveTo>
                      <a:pt x="1" y="0"/>
                    </a:moveTo>
                    <a:cubicBezTo>
                      <a:pt x="0" y="2"/>
                      <a:pt x="0" y="2"/>
                      <a:pt x="0" y="2"/>
                    </a:cubicBezTo>
                    <a:cubicBezTo>
                      <a:pt x="7" y="5"/>
                      <a:pt x="7" y="5"/>
                      <a:pt x="7" y="5"/>
                    </a:cubicBezTo>
                    <a:cubicBezTo>
                      <a:pt x="7" y="5"/>
                      <a:pt x="8" y="2"/>
                      <a:pt x="1" y="0"/>
                    </a:cubicBezTo>
                    <a:close/>
                    <a:moveTo>
                      <a:pt x="1" y="0"/>
                    </a:moveTo>
                    <a:cubicBezTo>
                      <a:pt x="1" y="0"/>
                      <a:pt x="1" y="0"/>
                      <a:pt x="1"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69" name="isḷîḋé"/>
              <p:cNvSpPr/>
              <p:nvPr/>
            </p:nvSpPr>
            <p:spPr bwMode="auto">
              <a:xfrm>
                <a:off x="3884613" y="3384550"/>
                <a:ext cx="26988"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70" name="iśḷïḑè"/>
              <p:cNvSpPr/>
              <p:nvPr/>
            </p:nvSpPr>
            <p:spPr bwMode="auto">
              <a:xfrm>
                <a:off x="3917951" y="3384550"/>
                <a:ext cx="25400"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71" name="iṧľiďé"/>
              <p:cNvSpPr/>
              <p:nvPr/>
            </p:nvSpPr>
            <p:spPr bwMode="auto">
              <a:xfrm>
                <a:off x="3951288" y="3384550"/>
                <a:ext cx="25400"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72" name="išľïḍé"/>
              <p:cNvSpPr/>
              <p:nvPr/>
            </p:nvSpPr>
            <p:spPr bwMode="auto">
              <a:xfrm>
                <a:off x="3771901" y="3484563"/>
                <a:ext cx="7938"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173" name="îŝlîḑè"/>
              <p:cNvSpPr/>
              <p:nvPr/>
            </p:nvSpPr>
            <p:spPr bwMode="auto">
              <a:xfrm>
                <a:off x="3786188" y="3484563"/>
                <a:ext cx="46038" cy="60325"/>
              </a:xfrm>
              <a:custGeom>
                <a:avLst/>
                <a:gdLst>
                  <a:gd name="T0" fmla="*/ 8 w 29"/>
                  <a:gd name="T1" fmla="*/ 0 h 38"/>
                  <a:gd name="T2" fmla="*/ 20 w 29"/>
                  <a:gd name="T3" fmla="*/ 0 h 38"/>
                  <a:gd name="T4" fmla="*/ 29 w 29"/>
                  <a:gd name="T5" fmla="*/ 8 h 38"/>
                  <a:gd name="T6" fmla="*/ 29 w 29"/>
                  <a:gd name="T7" fmla="*/ 38 h 38"/>
                  <a:gd name="T8" fmla="*/ 0 w 29"/>
                  <a:gd name="T9" fmla="*/ 38 h 38"/>
                  <a:gd name="T10" fmla="*/ 0 w 29"/>
                  <a:gd name="T11" fmla="*/ 8 h 38"/>
                  <a:gd name="T12" fmla="*/ 8 w 29"/>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29" h="38">
                    <a:moveTo>
                      <a:pt x="8" y="0"/>
                    </a:moveTo>
                    <a:lnTo>
                      <a:pt x="20" y="0"/>
                    </a:lnTo>
                    <a:lnTo>
                      <a:pt x="29" y="8"/>
                    </a:lnTo>
                    <a:lnTo>
                      <a:pt x="29" y="38"/>
                    </a:lnTo>
                    <a:lnTo>
                      <a:pt x="0" y="38"/>
                    </a:lnTo>
                    <a:lnTo>
                      <a:pt x="0" y="8"/>
                    </a:lnTo>
                    <a:lnTo>
                      <a:pt x="8"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74" name="îṩḻíḓe"/>
              <p:cNvSpPr/>
              <p:nvPr/>
            </p:nvSpPr>
            <p:spPr bwMode="auto">
              <a:xfrm>
                <a:off x="3994151" y="3484563"/>
                <a:ext cx="46038" cy="60325"/>
              </a:xfrm>
              <a:custGeom>
                <a:avLst/>
                <a:gdLst>
                  <a:gd name="T0" fmla="*/ 8 w 29"/>
                  <a:gd name="T1" fmla="*/ 0 h 38"/>
                  <a:gd name="T2" fmla="*/ 18 w 29"/>
                  <a:gd name="T3" fmla="*/ 0 h 38"/>
                  <a:gd name="T4" fmla="*/ 29 w 29"/>
                  <a:gd name="T5" fmla="*/ 8 h 38"/>
                  <a:gd name="T6" fmla="*/ 29 w 29"/>
                  <a:gd name="T7" fmla="*/ 38 h 38"/>
                  <a:gd name="T8" fmla="*/ 0 w 29"/>
                  <a:gd name="T9" fmla="*/ 38 h 38"/>
                  <a:gd name="T10" fmla="*/ 0 w 29"/>
                  <a:gd name="T11" fmla="*/ 8 h 38"/>
                  <a:gd name="T12" fmla="*/ 8 w 29"/>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29" h="38">
                    <a:moveTo>
                      <a:pt x="8" y="0"/>
                    </a:moveTo>
                    <a:lnTo>
                      <a:pt x="18" y="0"/>
                    </a:lnTo>
                    <a:lnTo>
                      <a:pt x="29" y="8"/>
                    </a:lnTo>
                    <a:lnTo>
                      <a:pt x="29" y="38"/>
                    </a:lnTo>
                    <a:lnTo>
                      <a:pt x="0" y="38"/>
                    </a:lnTo>
                    <a:lnTo>
                      <a:pt x="0" y="8"/>
                    </a:lnTo>
                    <a:lnTo>
                      <a:pt x="8"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75" name="î$1îdè"/>
              <p:cNvSpPr/>
              <p:nvPr/>
            </p:nvSpPr>
            <p:spPr bwMode="auto">
              <a:xfrm>
                <a:off x="3851276" y="3484563"/>
                <a:ext cx="122238" cy="60325"/>
              </a:xfrm>
              <a:custGeom>
                <a:avLst/>
                <a:gdLst>
                  <a:gd name="T0" fmla="*/ 9 w 77"/>
                  <a:gd name="T1" fmla="*/ 0 h 38"/>
                  <a:gd name="T2" fmla="*/ 69 w 77"/>
                  <a:gd name="T3" fmla="*/ 0 h 38"/>
                  <a:gd name="T4" fmla="*/ 77 w 77"/>
                  <a:gd name="T5" fmla="*/ 8 h 38"/>
                  <a:gd name="T6" fmla="*/ 77 w 77"/>
                  <a:gd name="T7" fmla="*/ 38 h 38"/>
                  <a:gd name="T8" fmla="*/ 0 w 77"/>
                  <a:gd name="T9" fmla="*/ 38 h 38"/>
                  <a:gd name="T10" fmla="*/ 0 w 77"/>
                  <a:gd name="T11" fmla="*/ 8 h 38"/>
                  <a:gd name="T12" fmla="*/ 9 w 77"/>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77" h="38">
                    <a:moveTo>
                      <a:pt x="9" y="0"/>
                    </a:moveTo>
                    <a:lnTo>
                      <a:pt x="69" y="0"/>
                    </a:lnTo>
                    <a:lnTo>
                      <a:pt x="77" y="8"/>
                    </a:lnTo>
                    <a:lnTo>
                      <a:pt x="77" y="38"/>
                    </a:lnTo>
                    <a:lnTo>
                      <a:pt x="0" y="38"/>
                    </a:lnTo>
                    <a:lnTo>
                      <a:pt x="0" y="8"/>
                    </a:lnTo>
                    <a:lnTo>
                      <a:pt x="9"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76" name="iśľïḓe"/>
              <p:cNvSpPr/>
              <p:nvPr/>
            </p:nvSpPr>
            <p:spPr bwMode="auto">
              <a:xfrm>
                <a:off x="4046538" y="3484563"/>
                <a:ext cx="6350"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177" name="iṣļïḑè"/>
              <p:cNvSpPr/>
              <p:nvPr/>
            </p:nvSpPr>
            <p:spPr bwMode="auto">
              <a:xfrm>
                <a:off x="3838576" y="3484563"/>
                <a:ext cx="6350"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178" name="iṡḷidé"/>
              <p:cNvSpPr/>
              <p:nvPr/>
            </p:nvSpPr>
            <p:spPr bwMode="auto">
              <a:xfrm>
                <a:off x="3979863" y="3484563"/>
                <a:ext cx="3175"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179" name="íṡḷíḋe"/>
              <p:cNvSpPr/>
              <p:nvPr/>
            </p:nvSpPr>
            <p:spPr bwMode="auto">
              <a:xfrm>
                <a:off x="3811588" y="3551238"/>
                <a:ext cx="20478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80" name="íŝ1iḑê"/>
              <p:cNvSpPr/>
              <p:nvPr/>
            </p:nvSpPr>
            <p:spPr bwMode="auto">
              <a:xfrm>
                <a:off x="3805238" y="3557588"/>
                <a:ext cx="214313"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81" name="îṩḷiḑe"/>
              <p:cNvSpPr/>
              <p:nvPr/>
            </p:nvSpPr>
            <p:spPr bwMode="auto">
              <a:xfrm>
                <a:off x="3802063" y="3567113"/>
                <a:ext cx="220663" cy="1588"/>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82" name="iṧḻiḑê"/>
              <p:cNvSpPr/>
              <p:nvPr/>
            </p:nvSpPr>
            <p:spPr bwMode="auto">
              <a:xfrm>
                <a:off x="3802063" y="3570288"/>
                <a:ext cx="22383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83" name="ïṣḻîḋè"/>
              <p:cNvSpPr/>
              <p:nvPr/>
            </p:nvSpPr>
            <p:spPr bwMode="auto">
              <a:xfrm>
                <a:off x="3795713" y="3581400"/>
                <a:ext cx="234950"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84" name="îṡ1îḍé"/>
              <p:cNvSpPr/>
              <p:nvPr/>
            </p:nvSpPr>
            <p:spPr bwMode="auto">
              <a:xfrm>
                <a:off x="3633788" y="3587750"/>
                <a:ext cx="560388" cy="6350"/>
              </a:xfrm>
              <a:custGeom>
                <a:avLst/>
                <a:gdLst>
                  <a:gd name="T0" fmla="*/ 0 w 353"/>
                  <a:gd name="T1" fmla="*/ 0 h 4"/>
                  <a:gd name="T2" fmla="*/ 353 w 353"/>
                  <a:gd name="T3" fmla="*/ 0 h 4"/>
                  <a:gd name="T4" fmla="*/ 351 w 353"/>
                  <a:gd name="T5" fmla="*/ 4 h 4"/>
                  <a:gd name="T6" fmla="*/ 2 w 353"/>
                  <a:gd name="T7" fmla="*/ 4 h 4"/>
                  <a:gd name="T8" fmla="*/ 0 w 353"/>
                  <a:gd name="T9" fmla="*/ 0 h 4"/>
                </a:gdLst>
                <a:ahLst/>
                <a:cxnLst>
                  <a:cxn ang="0">
                    <a:pos x="T0" y="T1"/>
                  </a:cxn>
                  <a:cxn ang="0">
                    <a:pos x="T2" y="T3"/>
                  </a:cxn>
                  <a:cxn ang="0">
                    <a:pos x="T4" y="T5"/>
                  </a:cxn>
                  <a:cxn ang="0">
                    <a:pos x="T6" y="T7"/>
                  </a:cxn>
                  <a:cxn ang="0">
                    <a:pos x="T8" y="T9"/>
                  </a:cxn>
                </a:cxnLst>
                <a:rect l="0" t="0" r="r" b="b"/>
                <a:pathLst>
                  <a:path w="353" h="4">
                    <a:moveTo>
                      <a:pt x="0" y="0"/>
                    </a:moveTo>
                    <a:lnTo>
                      <a:pt x="353" y="0"/>
                    </a:lnTo>
                    <a:lnTo>
                      <a:pt x="351" y="4"/>
                    </a:lnTo>
                    <a:lnTo>
                      <a:pt x="2" y="4"/>
                    </a:lnTo>
                    <a:lnTo>
                      <a:pt x="0" y="0"/>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85" name="îš1íḑe"/>
              <p:cNvSpPr/>
              <p:nvPr/>
            </p:nvSpPr>
            <p:spPr bwMode="auto">
              <a:xfrm>
                <a:off x="3640138" y="3600450"/>
                <a:ext cx="547688" cy="6350"/>
              </a:xfrm>
              <a:custGeom>
                <a:avLst/>
                <a:gdLst>
                  <a:gd name="T0" fmla="*/ 0 w 345"/>
                  <a:gd name="T1" fmla="*/ 0 h 4"/>
                  <a:gd name="T2" fmla="*/ 345 w 345"/>
                  <a:gd name="T3" fmla="*/ 0 h 4"/>
                  <a:gd name="T4" fmla="*/ 343 w 345"/>
                  <a:gd name="T5" fmla="*/ 4 h 4"/>
                  <a:gd name="T6" fmla="*/ 2 w 345"/>
                  <a:gd name="T7" fmla="*/ 4 h 4"/>
                  <a:gd name="T8" fmla="*/ 0 w 345"/>
                  <a:gd name="T9" fmla="*/ 0 h 4"/>
                </a:gdLst>
                <a:ahLst/>
                <a:cxnLst>
                  <a:cxn ang="0">
                    <a:pos x="T0" y="T1"/>
                  </a:cxn>
                  <a:cxn ang="0">
                    <a:pos x="T2" y="T3"/>
                  </a:cxn>
                  <a:cxn ang="0">
                    <a:pos x="T4" y="T5"/>
                  </a:cxn>
                  <a:cxn ang="0">
                    <a:pos x="T6" y="T7"/>
                  </a:cxn>
                  <a:cxn ang="0">
                    <a:pos x="T8" y="T9"/>
                  </a:cxn>
                </a:cxnLst>
                <a:rect l="0" t="0" r="r" b="b"/>
                <a:pathLst>
                  <a:path w="345" h="4">
                    <a:moveTo>
                      <a:pt x="0" y="0"/>
                    </a:moveTo>
                    <a:lnTo>
                      <a:pt x="345" y="0"/>
                    </a:lnTo>
                    <a:lnTo>
                      <a:pt x="343" y="4"/>
                    </a:lnTo>
                    <a:lnTo>
                      <a:pt x="2" y="4"/>
                    </a:lnTo>
                    <a:lnTo>
                      <a:pt x="0" y="0"/>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86" name="iš1ïḍe"/>
              <p:cNvSpPr/>
              <p:nvPr/>
            </p:nvSpPr>
            <p:spPr bwMode="auto">
              <a:xfrm>
                <a:off x="3736976" y="3406775"/>
                <a:ext cx="352425" cy="4763"/>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87" name="îSḻîde"/>
              <p:cNvSpPr/>
              <p:nvPr/>
            </p:nvSpPr>
            <p:spPr bwMode="auto">
              <a:xfrm>
                <a:off x="3746501" y="3417888"/>
                <a:ext cx="3333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88" name="î$ḻîḑé"/>
              <p:cNvSpPr/>
              <p:nvPr/>
            </p:nvSpPr>
            <p:spPr bwMode="auto">
              <a:xfrm>
                <a:off x="3805238" y="3417888"/>
                <a:ext cx="211138" cy="1588"/>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89" name="íŝļïḓe"/>
              <p:cNvSpPr/>
              <p:nvPr/>
            </p:nvSpPr>
            <p:spPr bwMode="auto">
              <a:xfrm>
                <a:off x="3811588"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90" name="îS1iḍé"/>
              <p:cNvSpPr/>
              <p:nvPr/>
            </p:nvSpPr>
            <p:spPr bwMode="auto">
              <a:xfrm>
                <a:off x="3802063"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91" name="išlïdé"/>
              <p:cNvSpPr/>
              <p:nvPr/>
            </p:nvSpPr>
            <p:spPr bwMode="auto">
              <a:xfrm>
                <a:off x="3789363" y="3421063"/>
                <a:ext cx="6350"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92" name="ïSlïde"/>
              <p:cNvSpPr/>
              <p:nvPr/>
            </p:nvSpPr>
            <p:spPr bwMode="auto">
              <a:xfrm>
                <a:off x="3822701"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93" name="îşľïďe"/>
              <p:cNvSpPr/>
              <p:nvPr/>
            </p:nvSpPr>
            <p:spPr bwMode="auto">
              <a:xfrm>
                <a:off x="3832226"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94" name="ïşľíďê"/>
              <p:cNvSpPr/>
              <p:nvPr/>
            </p:nvSpPr>
            <p:spPr bwMode="auto">
              <a:xfrm>
                <a:off x="38449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95" name="íś1ïdè"/>
              <p:cNvSpPr/>
              <p:nvPr/>
            </p:nvSpPr>
            <p:spPr bwMode="auto">
              <a:xfrm>
                <a:off x="3854451"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0" y="0"/>
                      <a:pt x="1" y="0"/>
                      <a:pt x="2" y="0"/>
                    </a:cubicBezTo>
                    <a:cubicBezTo>
                      <a:pt x="2" y="3"/>
                      <a:pt x="2" y="6"/>
                      <a:pt x="2"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96" name="iṩḷiḍe"/>
              <p:cNvSpPr/>
              <p:nvPr/>
            </p:nvSpPr>
            <p:spPr bwMode="auto">
              <a:xfrm>
                <a:off x="3865563"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97" name="ïŝ1iďè"/>
              <p:cNvSpPr/>
              <p:nvPr/>
            </p:nvSpPr>
            <p:spPr bwMode="auto">
              <a:xfrm>
                <a:off x="3878263"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98" name="íṩļíḋê"/>
              <p:cNvSpPr/>
              <p:nvPr/>
            </p:nvSpPr>
            <p:spPr bwMode="auto">
              <a:xfrm>
                <a:off x="3887788"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99" name="ïṧ1ïdè"/>
              <p:cNvSpPr/>
              <p:nvPr/>
            </p:nvSpPr>
            <p:spPr bwMode="auto">
              <a:xfrm>
                <a:off x="3897313"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00" name="íŝḻîḍé"/>
              <p:cNvSpPr/>
              <p:nvPr/>
            </p:nvSpPr>
            <p:spPr bwMode="auto">
              <a:xfrm>
                <a:off x="3908426"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01" name="îşḻïḓé"/>
              <p:cNvSpPr/>
              <p:nvPr/>
            </p:nvSpPr>
            <p:spPr bwMode="auto">
              <a:xfrm>
                <a:off x="39211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02" name="íśļíďè"/>
              <p:cNvSpPr/>
              <p:nvPr/>
            </p:nvSpPr>
            <p:spPr bwMode="auto">
              <a:xfrm>
                <a:off x="3930651"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03" name="iŝ1ïdé"/>
              <p:cNvSpPr/>
              <p:nvPr/>
            </p:nvSpPr>
            <p:spPr bwMode="auto">
              <a:xfrm>
                <a:off x="3940176"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04" name="is1ídè"/>
              <p:cNvSpPr/>
              <p:nvPr/>
            </p:nvSpPr>
            <p:spPr bwMode="auto">
              <a:xfrm>
                <a:off x="3951288"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2" y="0"/>
                      <a:pt x="2" y="0"/>
                    </a:cubicBezTo>
                    <a:cubicBezTo>
                      <a:pt x="2" y="3"/>
                      <a:pt x="2" y="6"/>
                      <a:pt x="2" y="9"/>
                    </a:cubicBezTo>
                    <a:cubicBezTo>
                      <a:pt x="2"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05" name="islíďê"/>
              <p:cNvSpPr/>
              <p:nvPr/>
            </p:nvSpPr>
            <p:spPr bwMode="auto">
              <a:xfrm>
                <a:off x="3963988"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06" name="iṩlíḑê"/>
              <p:cNvSpPr/>
              <p:nvPr/>
            </p:nvSpPr>
            <p:spPr bwMode="auto">
              <a:xfrm>
                <a:off x="3973513"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07" name="îṥḷïďê"/>
              <p:cNvSpPr/>
              <p:nvPr/>
            </p:nvSpPr>
            <p:spPr bwMode="auto">
              <a:xfrm>
                <a:off x="3983038"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08" name="íṥḻïďè"/>
              <p:cNvSpPr/>
              <p:nvPr/>
            </p:nvSpPr>
            <p:spPr bwMode="auto">
              <a:xfrm>
                <a:off x="39973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09" name="íṡḷíḍè"/>
              <p:cNvSpPr/>
              <p:nvPr/>
            </p:nvSpPr>
            <p:spPr bwMode="auto">
              <a:xfrm>
                <a:off x="4006851"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10" name="î$ḷîḑé"/>
              <p:cNvSpPr/>
              <p:nvPr/>
            </p:nvSpPr>
            <p:spPr bwMode="auto">
              <a:xfrm>
                <a:off x="4016376" y="3421063"/>
                <a:ext cx="6350"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11" name="í$ľîdè"/>
              <p:cNvSpPr/>
              <p:nvPr/>
            </p:nvSpPr>
            <p:spPr bwMode="auto">
              <a:xfrm>
                <a:off x="4025901" y="3421063"/>
                <a:ext cx="7938"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12" name="iṥ1iḍè"/>
              <p:cNvSpPr/>
              <p:nvPr/>
            </p:nvSpPr>
            <p:spPr bwMode="auto">
              <a:xfrm>
                <a:off x="4040188" y="3417888"/>
                <a:ext cx="3968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13" name="ïslidé"/>
              <p:cNvSpPr/>
              <p:nvPr/>
            </p:nvSpPr>
            <p:spPr bwMode="auto">
              <a:xfrm>
                <a:off x="3679826"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14" name="íṡlïďè"/>
              <p:cNvSpPr/>
              <p:nvPr/>
            </p:nvSpPr>
            <p:spPr bwMode="auto">
              <a:xfrm>
                <a:off x="3884613" y="3490913"/>
                <a:ext cx="55563" cy="53975"/>
              </a:xfrm>
              <a:custGeom>
                <a:avLst/>
                <a:gdLst>
                  <a:gd name="T0" fmla="*/ 0 w 35"/>
                  <a:gd name="T1" fmla="*/ 0 h 34"/>
                  <a:gd name="T2" fmla="*/ 35 w 35"/>
                  <a:gd name="T3" fmla="*/ 0 h 34"/>
                  <a:gd name="T4" fmla="*/ 35 w 35"/>
                  <a:gd name="T5" fmla="*/ 34 h 34"/>
                  <a:gd name="T6" fmla="*/ 0 w 35"/>
                  <a:gd name="T7" fmla="*/ 34 h 34"/>
                  <a:gd name="T8" fmla="*/ 0 w 35"/>
                  <a:gd name="T9" fmla="*/ 0 h 34"/>
                  <a:gd name="T10" fmla="*/ 0 w 35"/>
                  <a:gd name="T11" fmla="*/ 0 h 34"/>
                  <a:gd name="T12" fmla="*/ 4 w 35"/>
                  <a:gd name="T13" fmla="*/ 8 h 34"/>
                  <a:gd name="T14" fmla="*/ 4 w 35"/>
                  <a:gd name="T15" fmla="*/ 27 h 34"/>
                  <a:gd name="T16" fmla="*/ 8 w 35"/>
                  <a:gd name="T17" fmla="*/ 27 h 34"/>
                  <a:gd name="T18" fmla="*/ 8 w 35"/>
                  <a:gd name="T19" fmla="*/ 8 h 34"/>
                  <a:gd name="T20" fmla="*/ 4 w 35"/>
                  <a:gd name="T21" fmla="*/ 8 h 34"/>
                  <a:gd name="T22" fmla="*/ 4 w 35"/>
                  <a:gd name="T23" fmla="*/ 8 h 34"/>
                  <a:gd name="T24" fmla="*/ 29 w 35"/>
                  <a:gd name="T25" fmla="*/ 8 h 34"/>
                  <a:gd name="T26" fmla="*/ 29 w 35"/>
                  <a:gd name="T27" fmla="*/ 27 h 34"/>
                  <a:gd name="T28" fmla="*/ 31 w 35"/>
                  <a:gd name="T29" fmla="*/ 27 h 34"/>
                  <a:gd name="T30" fmla="*/ 31 w 35"/>
                  <a:gd name="T31" fmla="*/ 8 h 34"/>
                  <a:gd name="T32" fmla="*/ 29 w 35"/>
                  <a:gd name="T33" fmla="*/ 8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35" h="34">
                    <a:moveTo>
                      <a:pt x="0" y="0"/>
                    </a:moveTo>
                    <a:lnTo>
                      <a:pt x="35" y="0"/>
                    </a:lnTo>
                    <a:lnTo>
                      <a:pt x="35" y="34"/>
                    </a:lnTo>
                    <a:lnTo>
                      <a:pt x="0" y="34"/>
                    </a:lnTo>
                    <a:lnTo>
                      <a:pt x="0" y="0"/>
                    </a:lnTo>
                    <a:lnTo>
                      <a:pt x="0" y="0"/>
                    </a:lnTo>
                    <a:close/>
                    <a:moveTo>
                      <a:pt x="4" y="8"/>
                    </a:moveTo>
                    <a:lnTo>
                      <a:pt x="4" y="27"/>
                    </a:lnTo>
                    <a:lnTo>
                      <a:pt x="8" y="27"/>
                    </a:lnTo>
                    <a:lnTo>
                      <a:pt x="8" y="8"/>
                    </a:lnTo>
                    <a:lnTo>
                      <a:pt x="4" y="8"/>
                    </a:lnTo>
                    <a:lnTo>
                      <a:pt x="4" y="8"/>
                    </a:lnTo>
                    <a:close/>
                    <a:moveTo>
                      <a:pt x="29" y="8"/>
                    </a:moveTo>
                    <a:lnTo>
                      <a:pt x="29" y="27"/>
                    </a:lnTo>
                    <a:lnTo>
                      <a:pt x="31" y="27"/>
                    </a:lnTo>
                    <a:lnTo>
                      <a:pt x="31" y="8"/>
                    </a:lnTo>
                    <a:lnTo>
                      <a:pt x="29" y="8"/>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15" name="iṧ1ïḓè"/>
              <p:cNvSpPr/>
              <p:nvPr/>
            </p:nvSpPr>
            <p:spPr bwMode="auto">
              <a:xfrm>
                <a:off x="3551238" y="3067050"/>
                <a:ext cx="722313" cy="727075"/>
              </a:xfrm>
              <a:custGeom>
                <a:avLst/>
                <a:gdLst>
                  <a:gd name="T0" fmla="*/ 109 w 219"/>
                  <a:gd name="T1" fmla="*/ 0 h 218"/>
                  <a:gd name="T2" fmla="*/ 219 w 219"/>
                  <a:gd name="T3" fmla="*/ 109 h 218"/>
                  <a:gd name="T4" fmla="*/ 109 w 219"/>
                  <a:gd name="T5" fmla="*/ 218 h 218"/>
                  <a:gd name="T6" fmla="*/ 0 w 219"/>
                  <a:gd name="T7" fmla="*/ 109 h 218"/>
                  <a:gd name="T8" fmla="*/ 109 w 219"/>
                  <a:gd name="T9" fmla="*/ 0 h 218"/>
                  <a:gd name="T10" fmla="*/ 109 w 219"/>
                  <a:gd name="T11" fmla="*/ 3 h 218"/>
                  <a:gd name="T12" fmla="*/ 4 w 219"/>
                  <a:gd name="T13" fmla="*/ 109 h 218"/>
                  <a:gd name="T14" fmla="*/ 109 w 219"/>
                  <a:gd name="T15" fmla="*/ 215 h 218"/>
                  <a:gd name="T16" fmla="*/ 215 w 219"/>
                  <a:gd name="T17" fmla="*/ 109 h 218"/>
                  <a:gd name="T18" fmla="*/ 109 w 219"/>
                  <a:gd name="T19" fmla="*/ 3 h 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9" h="218">
                    <a:moveTo>
                      <a:pt x="109" y="0"/>
                    </a:moveTo>
                    <a:cubicBezTo>
                      <a:pt x="170" y="0"/>
                      <a:pt x="219" y="49"/>
                      <a:pt x="219" y="109"/>
                    </a:cubicBezTo>
                    <a:cubicBezTo>
                      <a:pt x="219" y="169"/>
                      <a:pt x="170" y="218"/>
                      <a:pt x="109" y="218"/>
                    </a:cubicBezTo>
                    <a:cubicBezTo>
                      <a:pt x="49" y="218"/>
                      <a:pt x="0" y="169"/>
                      <a:pt x="0" y="109"/>
                    </a:cubicBezTo>
                    <a:cubicBezTo>
                      <a:pt x="0" y="49"/>
                      <a:pt x="49" y="0"/>
                      <a:pt x="109" y="0"/>
                    </a:cubicBezTo>
                    <a:close/>
                    <a:moveTo>
                      <a:pt x="109" y="3"/>
                    </a:moveTo>
                    <a:cubicBezTo>
                      <a:pt x="51" y="3"/>
                      <a:pt x="4" y="51"/>
                      <a:pt x="4" y="109"/>
                    </a:cubicBezTo>
                    <a:cubicBezTo>
                      <a:pt x="4" y="167"/>
                      <a:pt x="51" y="215"/>
                      <a:pt x="109" y="215"/>
                    </a:cubicBezTo>
                    <a:cubicBezTo>
                      <a:pt x="168" y="215"/>
                      <a:pt x="215" y="167"/>
                      <a:pt x="215" y="109"/>
                    </a:cubicBezTo>
                    <a:cubicBezTo>
                      <a:pt x="215" y="51"/>
                      <a:pt x="168" y="3"/>
                      <a:pt x="109" y="3"/>
                    </a:cubicBez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nvGrpSpPr>
            <p:cNvPr id="117" name="íşḷïḑe"/>
            <p:cNvGrpSpPr/>
            <p:nvPr userDrawn="1"/>
          </p:nvGrpSpPr>
          <p:grpSpPr>
            <a:xfrm>
              <a:off x="4894762" y="471192"/>
              <a:ext cx="4437911" cy="1614111"/>
              <a:chOff x="4412452" y="3106738"/>
              <a:chExt cx="2312689" cy="841148"/>
            </a:xfrm>
          </p:grpSpPr>
          <p:grpSp>
            <p:nvGrpSpPr>
              <p:cNvPr id="118" name="îṥľíḑé"/>
              <p:cNvGrpSpPr/>
              <p:nvPr/>
            </p:nvGrpSpPr>
            <p:grpSpPr>
              <a:xfrm>
                <a:off x="4422776" y="3106738"/>
                <a:ext cx="2293937" cy="617538"/>
                <a:chOff x="4422776" y="3106738"/>
                <a:chExt cx="2293937" cy="617538"/>
              </a:xfrm>
            </p:grpSpPr>
            <p:sp>
              <p:nvSpPr>
                <p:cNvPr id="135" name="išḻiḑé"/>
                <p:cNvSpPr/>
                <p:nvPr/>
              </p:nvSpPr>
              <p:spPr bwMode="auto">
                <a:xfrm>
                  <a:off x="4811713" y="3200400"/>
                  <a:ext cx="49213" cy="100013"/>
                </a:xfrm>
                <a:custGeom>
                  <a:avLst/>
                  <a:gdLst>
                    <a:gd name="T0" fmla="*/ 0 w 15"/>
                    <a:gd name="T1" fmla="*/ 1 h 30"/>
                    <a:gd name="T2" fmla="*/ 1 w 15"/>
                    <a:gd name="T3" fmla="*/ 12 h 30"/>
                    <a:gd name="T4" fmla="*/ 0 w 15"/>
                    <a:gd name="T5" fmla="*/ 21 h 30"/>
                    <a:gd name="T6" fmla="*/ 2 w 15"/>
                    <a:gd name="T7" fmla="*/ 28 h 30"/>
                    <a:gd name="T8" fmla="*/ 7 w 15"/>
                    <a:gd name="T9" fmla="*/ 30 h 30"/>
                    <a:gd name="T10" fmla="*/ 12 w 15"/>
                    <a:gd name="T11" fmla="*/ 26 h 30"/>
                    <a:gd name="T12" fmla="*/ 15 w 15"/>
                    <a:gd name="T13" fmla="*/ 18 h 30"/>
                    <a:gd name="T14" fmla="*/ 3 w 15"/>
                    <a:gd name="T15" fmla="*/ 0 h 30"/>
                    <a:gd name="T16" fmla="*/ 0 w 15"/>
                    <a:gd name="T17" fmla="*/ 1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5" h="30">
                      <a:moveTo>
                        <a:pt x="0" y="1"/>
                      </a:moveTo>
                      <a:cubicBezTo>
                        <a:pt x="1" y="12"/>
                        <a:pt x="1" y="12"/>
                        <a:pt x="1" y="12"/>
                      </a:cubicBezTo>
                      <a:cubicBezTo>
                        <a:pt x="1" y="13"/>
                        <a:pt x="0" y="18"/>
                        <a:pt x="0" y="21"/>
                      </a:cubicBezTo>
                      <a:cubicBezTo>
                        <a:pt x="0" y="24"/>
                        <a:pt x="2" y="25"/>
                        <a:pt x="2" y="28"/>
                      </a:cubicBezTo>
                      <a:cubicBezTo>
                        <a:pt x="7" y="30"/>
                        <a:pt x="7" y="30"/>
                        <a:pt x="7" y="30"/>
                      </a:cubicBezTo>
                      <a:cubicBezTo>
                        <a:pt x="9" y="27"/>
                        <a:pt x="10" y="29"/>
                        <a:pt x="12" y="26"/>
                      </a:cubicBezTo>
                      <a:cubicBezTo>
                        <a:pt x="14" y="23"/>
                        <a:pt x="14" y="21"/>
                        <a:pt x="15" y="18"/>
                      </a:cubicBezTo>
                      <a:cubicBezTo>
                        <a:pt x="12" y="7"/>
                        <a:pt x="13" y="5"/>
                        <a:pt x="3" y="0"/>
                      </a:cubicBezTo>
                      <a:lnTo>
                        <a:pt x="0" y="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36" name="íṥľíďè"/>
                <p:cNvSpPr/>
                <p:nvPr/>
              </p:nvSpPr>
              <p:spPr bwMode="auto">
                <a:xfrm>
                  <a:off x="5221288" y="3184525"/>
                  <a:ext cx="36513" cy="122238"/>
                </a:xfrm>
                <a:custGeom>
                  <a:avLst/>
                  <a:gdLst>
                    <a:gd name="T0" fmla="*/ 0 w 11"/>
                    <a:gd name="T1" fmla="*/ 3 h 37"/>
                    <a:gd name="T2" fmla="*/ 2 w 11"/>
                    <a:gd name="T3" fmla="*/ 14 h 37"/>
                    <a:gd name="T4" fmla="*/ 0 w 11"/>
                    <a:gd name="T5" fmla="*/ 33 h 37"/>
                    <a:gd name="T6" fmla="*/ 0 w 11"/>
                    <a:gd name="T7" fmla="*/ 36 h 37"/>
                    <a:gd name="T8" fmla="*/ 2 w 11"/>
                    <a:gd name="T9" fmla="*/ 37 h 37"/>
                    <a:gd name="T10" fmla="*/ 8 w 11"/>
                    <a:gd name="T11" fmla="*/ 27 h 37"/>
                    <a:gd name="T12" fmla="*/ 11 w 11"/>
                    <a:gd name="T13" fmla="*/ 17 h 37"/>
                    <a:gd name="T14" fmla="*/ 11 w 11"/>
                    <a:gd name="T15" fmla="*/ 15 h 37"/>
                    <a:gd name="T16" fmla="*/ 7 w 11"/>
                    <a:gd name="T17" fmla="*/ 2 h 37"/>
                    <a:gd name="T18" fmla="*/ 2 w 11"/>
                    <a:gd name="T19" fmla="*/ 0 h 37"/>
                    <a:gd name="T20" fmla="*/ 0 w 11"/>
                    <a:gd name="T21" fmla="*/ 3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1" h="37">
                      <a:moveTo>
                        <a:pt x="0" y="3"/>
                      </a:moveTo>
                      <a:cubicBezTo>
                        <a:pt x="2" y="14"/>
                        <a:pt x="2" y="14"/>
                        <a:pt x="2" y="14"/>
                      </a:cubicBezTo>
                      <a:cubicBezTo>
                        <a:pt x="2" y="19"/>
                        <a:pt x="0" y="27"/>
                        <a:pt x="0" y="33"/>
                      </a:cubicBezTo>
                      <a:cubicBezTo>
                        <a:pt x="0" y="36"/>
                        <a:pt x="0" y="36"/>
                        <a:pt x="0" y="36"/>
                      </a:cubicBezTo>
                      <a:cubicBezTo>
                        <a:pt x="2" y="36"/>
                        <a:pt x="1" y="37"/>
                        <a:pt x="2" y="37"/>
                      </a:cubicBezTo>
                      <a:cubicBezTo>
                        <a:pt x="3" y="37"/>
                        <a:pt x="7" y="28"/>
                        <a:pt x="8" y="27"/>
                      </a:cubicBezTo>
                      <a:cubicBezTo>
                        <a:pt x="9" y="24"/>
                        <a:pt x="11" y="21"/>
                        <a:pt x="11" y="17"/>
                      </a:cubicBezTo>
                      <a:cubicBezTo>
                        <a:pt x="11" y="15"/>
                        <a:pt x="11" y="15"/>
                        <a:pt x="11" y="15"/>
                      </a:cubicBezTo>
                      <a:cubicBezTo>
                        <a:pt x="11" y="7"/>
                        <a:pt x="8" y="7"/>
                        <a:pt x="7" y="2"/>
                      </a:cubicBezTo>
                      <a:cubicBezTo>
                        <a:pt x="2" y="0"/>
                        <a:pt x="2" y="0"/>
                        <a:pt x="2" y="0"/>
                      </a:cubicBezTo>
                      <a:cubicBezTo>
                        <a:pt x="2" y="1"/>
                        <a:pt x="0" y="1"/>
                        <a:pt x="0" y="3"/>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37" name="íś1iḑe"/>
                <p:cNvSpPr/>
                <p:nvPr/>
              </p:nvSpPr>
              <p:spPr bwMode="auto">
                <a:xfrm>
                  <a:off x="4554538" y="3251200"/>
                  <a:ext cx="119063" cy="58738"/>
                </a:xfrm>
                <a:custGeom>
                  <a:avLst/>
                  <a:gdLst>
                    <a:gd name="T0" fmla="*/ 0 w 36"/>
                    <a:gd name="T1" fmla="*/ 15 h 18"/>
                    <a:gd name="T2" fmla="*/ 2 w 36"/>
                    <a:gd name="T3" fmla="*/ 16 h 18"/>
                    <a:gd name="T4" fmla="*/ 13 w 36"/>
                    <a:gd name="T5" fmla="*/ 18 h 18"/>
                    <a:gd name="T6" fmla="*/ 16 w 36"/>
                    <a:gd name="T7" fmla="*/ 18 h 18"/>
                    <a:gd name="T8" fmla="*/ 22 w 36"/>
                    <a:gd name="T9" fmla="*/ 17 h 18"/>
                    <a:gd name="T10" fmla="*/ 23 w 36"/>
                    <a:gd name="T11" fmla="*/ 17 h 18"/>
                    <a:gd name="T12" fmla="*/ 30 w 36"/>
                    <a:gd name="T13" fmla="*/ 13 h 18"/>
                    <a:gd name="T14" fmla="*/ 36 w 36"/>
                    <a:gd name="T15" fmla="*/ 8 h 18"/>
                    <a:gd name="T16" fmla="*/ 36 w 36"/>
                    <a:gd name="T17" fmla="*/ 7 h 18"/>
                    <a:gd name="T18" fmla="*/ 36 w 36"/>
                    <a:gd name="T19" fmla="*/ 4 h 18"/>
                    <a:gd name="T20" fmla="*/ 32 w 36"/>
                    <a:gd name="T21" fmla="*/ 0 h 18"/>
                    <a:gd name="T22" fmla="*/ 24 w 36"/>
                    <a:gd name="T23" fmla="*/ 3 h 18"/>
                    <a:gd name="T24" fmla="*/ 16 w 36"/>
                    <a:gd name="T25" fmla="*/ 7 h 18"/>
                    <a:gd name="T26" fmla="*/ 0 w 36"/>
                    <a:gd name="T27" fmla="*/ 15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6" h="18">
                      <a:moveTo>
                        <a:pt x="0" y="15"/>
                      </a:moveTo>
                      <a:cubicBezTo>
                        <a:pt x="1" y="16"/>
                        <a:pt x="1" y="16"/>
                        <a:pt x="2" y="16"/>
                      </a:cubicBezTo>
                      <a:cubicBezTo>
                        <a:pt x="6" y="16"/>
                        <a:pt x="9" y="18"/>
                        <a:pt x="13" y="18"/>
                      </a:cubicBezTo>
                      <a:cubicBezTo>
                        <a:pt x="16" y="18"/>
                        <a:pt x="16" y="18"/>
                        <a:pt x="16" y="18"/>
                      </a:cubicBezTo>
                      <a:cubicBezTo>
                        <a:pt x="22" y="17"/>
                        <a:pt x="22" y="17"/>
                        <a:pt x="22" y="17"/>
                      </a:cubicBezTo>
                      <a:cubicBezTo>
                        <a:pt x="23" y="17"/>
                        <a:pt x="23" y="17"/>
                        <a:pt x="23" y="17"/>
                      </a:cubicBezTo>
                      <a:cubicBezTo>
                        <a:pt x="26" y="16"/>
                        <a:pt x="28" y="14"/>
                        <a:pt x="30" y="13"/>
                      </a:cubicBezTo>
                      <a:cubicBezTo>
                        <a:pt x="34" y="11"/>
                        <a:pt x="33" y="10"/>
                        <a:pt x="36" y="8"/>
                      </a:cubicBezTo>
                      <a:cubicBezTo>
                        <a:pt x="36" y="7"/>
                        <a:pt x="36" y="7"/>
                        <a:pt x="36" y="7"/>
                      </a:cubicBezTo>
                      <a:cubicBezTo>
                        <a:pt x="36" y="4"/>
                        <a:pt x="36" y="4"/>
                        <a:pt x="36" y="4"/>
                      </a:cubicBezTo>
                      <a:cubicBezTo>
                        <a:pt x="36" y="1"/>
                        <a:pt x="33" y="2"/>
                        <a:pt x="32" y="0"/>
                      </a:cubicBezTo>
                      <a:cubicBezTo>
                        <a:pt x="29" y="1"/>
                        <a:pt x="27" y="1"/>
                        <a:pt x="24" y="3"/>
                      </a:cubicBezTo>
                      <a:cubicBezTo>
                        <a:pt x="21" y="4"/>
                        <a:pt x="19" y="6"/>
                        <a:pt x="16" y="7"/>
                      </a:cubicBezTo>
                      <a:cubicBezTo>
                        <a:pt x="11" y="11"/>
                        <a:pt x="4" y="10"/>
                        <a:pt x="0" y="1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38" name="iṩ1iḋè"/>
                <p:cNvSpPr/>
                <p:nvPr/>
              </p:nvSpPr>
              <p:spPr bwMode="auto">
                <a:xfrm>
                  <a:off x="6359526" y="3263900"/>
                  <a:ext cx="93663" cy="139700"/>
                </a:xfrm>
                <a:custGeom>
                  <a:avLst/>
                  <a:gdLst>
                    <a:gd name="T0" fmla="*/ 15 w 28"/>
                    <a:gd name="T1" fmla="*/ 1 h 42"/>
                    <a:gd name="T2" fmla="*/ 6 w 28"/>
                    <a:gd name="T3" fmla="*/ 11 h 42"/>
                    <a:gd name="T4" fmla="*/ 6 w 28"/>
                    <a:gd name="T5" fmla="*/ 13 h 42"/>
                    <a:gd name="T6" fmla="*/ 5 w 28"/>
                    <a:gd name="T7" fmla="*/ 16 h 42"/>
                    <a:gd name="T8" fmla="*/ 6 w 28"/>
                    <a:gd name="T9" fmla="*/ 20 h 42"/>
                    <a:gd name="T10" fmla="*/ 6 w 28"/>
                    <a:gd name="T11" fmla="*/ 21 h 42"/>
                    <a:gd name="T12" fmla="*/ 0 w 28"/>
                    <a:gd name="T13" fmla="*/ 38 h 42"/>
                    <a:gd name="T14" fmla="*/ 0 w 28"/>
                    <a:gd name="T15" fmla="*/ 41 h 42"/>
                    <a:gd name="T16" fmla="*/ 3 w 28"/>
                    <a:gd name="T17" fmla="*/ 42 h 42"/>
                    <a:gd name="T18" fmla="*/ 9 w 28"/>
                    <a:gd name="T19" fmla="*/ 32 h 42"/>
                    <a:gd name="T20" fmla="*/ 12 w 28"/>
                    <a:gd name="T21" fmla="*/ 26 h 42"/>
                    <a:gd name="T22" fmla="*/ 14 w 28"/>
                    <a:gd name="T23" fmla="*/ 26 h 42"/>
                    <a:gd name="T24" fmla="*/ 20 w 28"/>
                    <a:gd name="T25" fmla="*/ 26 h 42"/>
                    <a:gd name="T26" fmla="*/ 28 w 28"/>
                    <a:gd name="T27" fmla="*/ 14 h 42"/>
                    <a:gd name="T28" fmla="*/ 28 w 28"/>
                    <a:gd name="T29" fmla="*/ 6 h 42"/>
                    <a:gd name="T30" fmla="*/ 28 w 28"/>
                    <a:gd name="T31" fmla="*/ 5 h 42"/>
                    <a:gd name="T32" fmla="*/ 27 w 28"/>
                    <a:gd name="T33" fmla="*/ 3 h 42"/>
                    <a:gd name="T34" fmla="*/ 26 w 28"/>
                    <a:gd name="T35" fmla="*/ 3 h 42"/>
                    <a:gd name="T36" fmla="*/ 24 w 28"/>
                    <a:gd name="T37" fmla="*/ 3 h 42"/>
                    <a:gd name="T38" fmla="*/ 23 w 28"/>
                    <a:gd name="T39" fmla="*/ 3 h 42"/>
                    <a:gd name="T40" fmla="*/ 20 w 28"/>
                    <a:gd name="T41" fmla="*/ 0 h 42"/>
                    <a:gd name="T42" fmla="*/ 15 w 28"/>
                    <a:gd name="T43" fmla="*/ 1 h 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 h="42">
                      <a:moveTo>
                        <a:pt x="15" y="1"/>
                      </a:moveTo>
                      <a:cubicBezTo>
                        <a:pt x="15" y="10"/>
                        <a:pt x="8" y="6"/>
                        <a:pt x="6" y="11"/>
                      </a:cubicBezTo>
                      <a:cubicBezTo>
                        <a:pt x="6" y="13"/>
                        <a:pt x="6" y="13"/>
                        <a:pt x="6" y="13"/>
                      </a:cubicBezTo>
                      <a:cubicBezTo>
                        <a:pt x="6" y="14"/>
                        <a:pt x="5" y="14"/>
                        <a:pt x="5" y="16"/>
                      </a:cubicBezTo>
                      <a:cubicBezTo>
                        <a:pt x="6" y="20"/>
                        <a:pt x="6" y="20"/>
                        <a:pt x="6" y="20"/>
                      </a:cubicBezTo>
                      <a:cubicBezTo>
                        <a:pt x="6" y="21"/>
                        <a:pt x="6" y="21"/>
                        <a:pt x="6" y="21"/>
                      </a:cubicBezTo>
                      <a:cubicBezTo>
                        <a:pt x="6" y="29"/>
                        <a:pt x="0" y="31"/>
                        <a:pt x="0" y="38"/>
                      </a:cubicBezTo>
                      <a:cubicBezTo>
                        <a:pt x="0" y="41"/>
                        <a:pt x="0" y="41"/>
                        <a:pt x="0" y="41"/>
                      </a:cubicBezTo>
                      <a:cubicBezTo>
                        <a:pt x="2" y="42"/>
                        <a:pt x="2" y="42"/>
                        <a:pt x="3" y="42"/>
                      </a:cubicBezTo>
                      <a:cubicBezTo>
                        <a:pt x="7" y="42"/>
                        <a:pt x="9" y="36"/>
                        <a:pt x="9" y="32"/>
                      </a:cubicBezTo>
                      <a:cubicBezTo>
                        <a:pt x="9" y="29"/>
                        <a:pt x="10" y="26"/>
                        <a:pt x="12" y="26"/>
                      </a:cubicBezTo>
                      <a:cubicBezTo>
                        <a:pt x="14" y="26"/>
                        <a:pt x="14" y="26"/>
                        <a:pt x="14" y="26"/>
                      </a:cubicBezTo>
                      <a:cubicBezTo>
                        <a:pt x="20" y="26"/>
                        <a:pt x="20" y="26"/>
                        <a:pt x="20" y="26"/>
                      </a:cubicBezTo>
                      <a:cubicBezTo>
                        <a:pt x="24" y="24"/>
                        <a:pt x="28" y="21"/>
                        <a:pt x="28" y="14"/>
                      </a:cubicBezTo>
                      <a:cubicBezTo>
                        <a:pt x="28" y="6"/>
                        <a:pt x="28" y="6"/>
                        <a:pt x="28" y="6"/>
                      </a:cubicBezTo>
                      <a:cubicBezTo>
                        <a:pt x="28" y="5"/>
                        <a:pt x="28" y="5"/>
                        <a:pt x="28" y="5"/>
                      </a:cubicBezTo>
                      <a:cubicBezTo>
                        <a:pt x="27" y="3"/>
                        <a:pt x="27" y="3"/>
                        <a:pt x="27" y="3"/>
                      </a:cubicBezTo>
                      <a:cubicBezTo>
                        <a:pt x="26" y="3"/>
                        <a:pt x="26" y="3"/>
                        <a:pt x="26" y="3"/>
                      </a:cubicBezTo>
                      <a:cubicBezTo>
                        <a:pt x="24" y="3"/>
                        <a:pt x="24" y="3"/>
                        <a:pt x="24" y="3"/>
                      </a:cubicBezTo>
                      <a:cubicBezTo>
                        <a:pt x="23" y="3"/>
                        <a:pt x="23" y="3"/>
                        <a:pt x="23" y="3"/>
                      </a:cubicBezTo>
                      <a:cubicBezTo>
                        <a:pt x="20" y="0"/>
                        <a:pt x="20" y="0"/>
                        <a:pt x="20" y="0"/>
                      </a:cubicBezTo>
                      <a:lnTo>
                        <a:pt x="15" y="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39" name="íṩlïḓè"/>
                <p:cNvSpPr/>
                <p:nvPr/>
              </p:nvSpPr>
              <p:spPr bwMode="auto">
                <a:xfrm>
                  <a:off x="5826126" y="3273425"/>
                  <a:ext cx="223838" cy="293688"/>
                </a:xfrm>
                <a:custGeom>
                  <a:avLst/>
                  <a:gdLst>
                    <a:gd name="T0" fmla="*/ 38 w 68"/>
                    <a:gd name="T1" fmla="*/ 16 h 88"/>
                    <a:gd name="T2" fmla="*/ 40 w 68"/>
                    <a:gd name="T3" fmla="*/ 5 h 88"/>
                    <a:gd name="T4" fmla="*/ 36 w 68"/>
                    <a:gd name="T5" fmla="*/ 1 h 88"/>
                    <a:gd name="T6" fmla="*/ 36 w 68"/>
                    <a:gd name="T7" fmla="*/ 1 h 88"/>
                    <a:gd name="T8" fmla="*/ 33 w 68"/>
                    <a:gd name="T9" fmla="*/ 0 h 88"/>
                    <a:gd name="T10" fmla="*/ 24 w 68"/>
                    <a:gd name="T11" fmla="*/ 7 h 88"/>
                    <a:gd name="T12" fmla="*/ 24 w 68"/>
                    <a:gd name="T13" fmla="*/ 8 h 88"/>
                    <a:gd name="T14" fmla="*/ 26 w 68"/>
                    <a:gd name="T15" fmla="*/ 18 h 88"/>
                    <a:gd name="T16" fmla="*/ 27 w 68"/>
                    <a:gd name="T17" fmla="*/ 28 h 88"/>
                    <a:gd name="T18" fmla="*/ 27 w 68"/>
                    <a:gd name="T19" fmla="*/ 39 h 88"/>
                    <a:gd name="T20" fmla="*/ 16 w 68"/>
                    <a:gd name="T21" fmla="*/ 48 h 88"/>
                    <a:gd name="T22" fmla="*/ 7 w 68"/>
                    <a:gd name="T23" fmla="*/ 49 h 88"/>
                    <a:gd name="T24" fmla="*/ 5 w 68"/>
                    <a:gd name="T25" fmla="*/ 49 h 88"/>
                    <a:gd name="T26" fmla="*/ 4 w 68"/>
                    <a:gd name="T27" fmla="*/ 49 h 88"/>
                    <a:gd name="T28" fmla="*/ 0 w 68"/>
                    <a:gd name="T29" fmla="*/ 54 h 88"/>
                    <a:gd name="T30" fmla="*/ 5 w 68"/>
                    <a:gd name="T31" fmla="*/ 60 h 88"/>
                    <a:gd name="T32" fmla="*/ 11 w 68"/>
                    <a:gd name="T33" fmla="*/ 60 h 88"/>
                    <a:gd name="T34" fmla="*/ 13 w 68"/>
                    <a:gd name="T35" fmla="*/ 59 h 88"/>
                    <a:gd name="T36" fmla="*/ 20 w 68"/>
                    <a:gd name="T37" fmla="*/ 66 h 88"/>
                    <a:gd name="T38" fmla="*/ 17 w 68"/>
                    <a:gd name="T39" fmla="*/ 72 h 88"/>
                    <a:gd name="T40" fmla="*/ 13 w 68"/>
                    <a:gd name="T41" fmla="*/ 76 h 88"/>
                    <a:gd name="T42" fmla="*/ 2 w 68"/>
                    <a:gd name="T43" fmla="*/ 82 h 88"/>
                    <a:gd name="T44" fmla="*/ 2 w 68"/>
                    <a:gd name="T45" fmla="*/ 83 h 88"/>
                    <a:gd name="T46" fmla="*/ 2 w 68"/>
                    <a:gd name="T47" fmla="*/ 87 h 88"/>
                    <a:gd name="T48" fmla="*/ 4 w 68"/>
                    <a:gd name="T49" fmla="*/ 88 h 88"/>
                    <a:gd name="T50" fmla="*/ 25 w 68"/>
                    <a:gd name="T51" fmla="*/ 77 h 88"/>
                    <a:gd name="T52" fmla="*/ 31 w 68"/>
                    <a:gd name="T53" fmla="*/ 69 h 88"/>
                    <a:gd name="T54" fmla="*/ 40 w 68"/>
                    <a:gd name="T55" fmla="*/ 63 h 88"/>
                    <a:gd name="T56" fmla="*/ 52 w 68"/>
                    <a:gd name="T57" fmla="*/ 70 h 88"/>
                    <a:gd name="T58" fmla="*/ 48 w 68"/>
                    <a:gd name="T59" fmla="*/ 79 h 88"/>
                    <a:gd name="T60" fmla="*/ 59 w 68"/>
                    <a:gd name="T61" fmla="*/ 81 h 88"/>
                    <a:gd name="T62" fmla="*/ 68 w 68"/>
                    <a:gd name="T63" fmla="*/ 71 h 88"/>
                    <a:gd name="T64" fmla="*/ 59 w 68"/>
                    <a:gd name="T65" fmla="*/ 62 h 88"/>
                    <a:gd name="T66" fmla="*/ 44 w 68"/>
                    <a:gd name="T67" fmla="*/ 60 h 88"/>
                    <a:gd name="T68" fmla="*/ 42 w 68"/>
                    <a:gd name="T69" fmla="*/ 60 h 88"/>
                    <a:gd name="T70" fmla="*/ 36 w 68"/>
                    <a:gd name="T71" fmla="*/ 53 h 88"/>
                    <a:gd name="T72" fmla="*/ 48 w 68"/>
                    <a:gd name="T73" fmla="*/ 42 h 88"/>
                    <a:gd name="T74" fmla="*/ 59 w 68"/>
                    <a:gd name="T75" fmla="*/ 32 h 88"/>
                    <a:gd name="T76" fmla="*/ 59 w 68"/>
                    <a:gd name="T77" fmla="*/ 30 h 88"/>
                    <a:gd name="T78" fmla="*/ 59 w 68"/>
                    <a:gd name="T79" fmla="*/ 29 h 88"/>
                    <a:gd name="T80" fmla="*/ 54 w 68"/>
                    <a:gd name="T81" fmla="*/ 26 h 88"/>
                    <a:gd name="T82" fmla="*/ 51 w 68"/>
                    <a:gd name="T83" fmla="*/ 27 h 88"/>
                    <a:gd name="T84" fmla="*/ 50 w 68"/>
                    <a:gd name="T85" fmla="*/ 27 h 88"/>
                    <a:gd name="T86" fmla="*/ 41 w 68"/>
                    <a:gd name="T87" fmla="*/ 33 h 88"/>
                    <a:gd name="T88" fmla="*/ 38 w 68"/>
                    <a:gd name="T89" fmla="*/ 28 h 88"/>
                    <a:gd name="T90" fmla="*/ 38 w 68"/>
                    <a:gd name="T91" fmla="*/ 27 h 88"/>
                    <a:gd name="T92" fmla="*/ 38 w 68"/>
                    <a:gd name="T93" fmla="*/ 16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68" h="88">
                      <a:moveTo>
                        <a:pt x="38" y="16"/>
                      </a:moveTo>
                      <a:cubicBezTo>
                        <a:pt x="39" y="11"/>
                        <a:pt x="40" y="9"/>
                        <a:pt x="40" y="5"/>
                      </a:cubicBezTo>
                      <a:cubicBezTo>
                        <a:pt x="40" y="3"/>
                        <a:pt x="38" y="1"/>
                        <a:pt x="36" y="1"/>
                      </a:cubicBezTo>
                      <a:cubicBezTo>
                        <a:pt x="36" y="1"/>
                        <a:pt x="36" y="1"/>
                        <a:pt x="36" y="1"/>
                      </a:cubicBezTo>
                      <a:cubicBezTo>
                        <a:pt x="34" y="1"/>
                        <a:pt x="34" y="1"/>
                        <a:pt x="33" y="0"/>
                      </a:cubicBezTo>
                      <a:cubicBezTo>
                        <a:pt x="28" y="3"/>
                        <a:pt x="28" y="1"/>
                        <a:pt x="24" y="7"/>
                      </a:cubicBezTo>
                      <a:cubicBezTo>
                        <a:pt x="24" y="8"/>
                        <a:pt x="24" y="8"/>
                        <a:pt x="24" y="8"/>
                      </a:cubicBezTo>
                      <a:cubicBezTo>
                        <a:pt x="24" y="12"/>
                        <a:pt x="26" y="14"/>
                        <a:pt x="26" y="18"/>
                      </a:cubicBezTo>
                      <a:cubicBezTo>
                        <a:pt x="27" y="28"/>
                        <a:pt x="27" y="28"/>
                        <a:pt x="27" y="28"/>
                      </a:cubicBezTo>
                      <a:cubicBezTo>
                        <a:pt x="27" y="39"/>
                        <a:pt x="27" y="39"/>
                        <a:pt x="27" y="39"/>
                      </a:cubicBezTo>
                      <a:cubicBezTo>
                        <a:pt x="28" y="45"/>
                        <a:pt x="22" y="48"/>
                        <a:pt x="16" y="48"/>
                      </a:cubicBezTo>
                      <a:cubicBezTo>
                        <a:pt x="7" y="49"/>
                        <a:pt x="7" y="49"/>
                        <a:pt x="7" y="49"/>
                      </a:cubicBezTo>
                      <a:cubicBezTo>
                        <a:pt x="5" y="49"/>
                        <a:pt x="5" y="49"/>
                        <a:pt x="5" y="49"/>
                      </a:cubicBezTo>
                      <a:cubicBezTo>
                        <a:pt x="4" y="49"/>
                        <a:pt x="4" y="49"/>
                        <a:pt x="4" y="49"/>
                      </a:cubicBezTo>
                      <a:cubicBezTo>
                        <a:pt x="2" y="50"/>
                        <a:pt x="0" y="51"/>
                        <a:pt x="0" y="54"/>
                      </a:cubicBezTo>
                      <a:cubicBezTo>
                        <a:pt x="0" y="56"/>
                        <a:pt x="3" y="60"/>
                        <a:pt x="5" y="60"/>
                      </a:cubicBezTo>
                      <a:cubicBezTo>
                        <a:pt x="11" y="60"/>
                        <a:pt x="11" y="60"/>
                        <a:pt x="11" y="60"/>
                      </a:cubicBezTo>
                      <a:cubicBezTo>
                        <a:pt x="12" y="60"/>
                        <a:pt x="12" y="60"/>
                        <a:pt x="13" y="59"/>
                      </a:cubicBezTo>
                      <a:cubicBezTo>
                        <a:pt x="17" y="62"/>
                        <a:pt x="17" y="60"/>
                        <a:pt x="20" y="66"/>
                      </a:cubicBezTo>
                      <a:cubicBezTo>
                        <a:pt x="18" y="69"/>
                        <a:pt x="20" y="68"/>
                        <a:pt x="17" y="72"/>
                      </a:cubicBezTo>
                      <a:cubicBezTo>
                        <a:pt x="15" y="73"/>
                        <a:pt x="15" y="75"/>
                        <a:pt x="13" y="76"/>
                      </a:cubicBezTo>
                      <a:cubicBezTo>
                        <a:pt x="8" y="79"/>
                        <a:pt x="7" y="80"/>
                        <a:pt x="2" y="82"/>
                      </a:cubicBezTo>
                      <a:cubicBezTo>
                        <a:pt x="2" y="83"/>
                        <a:pt x="2" y="83"/>
                        <a:pt x="2" y="83"/>
                      </a:cubicBezTo>
                      <a:cubicBezTo>
                        <a:pt x="2" y="87"/>
                        <a:pt x="2" y="87"/>
                        <a:pt x="2" y="87"/>
                      </a:cubicBezTo>
                      <a:cubicBezTo>
                        <a:pt x="4" y="87"/>
                        <a:pt x="3" y="88"/>
                        <a:pt x="4" y="88"/>
                      </a:cubicBezTo>
                      <a:cubicBezTo>
                        <a:pt x="13" y="88"/>
                        <a:pt x="20" y="82"/>
                        <a:pt x="25" y="77"/>
                      </a:cubicBezTo>
                      <a:cubicBezTo>
                        <a:pt x="26" y="76"/>
                        <a:pt x="30" y="71"/>
                        <a:pt x="31" y="69"/>
                      </a:cubicBezTo>
                      <a:cubicBezTo>
                        <a:pt x="33" y="65"/>
                        <a:pt x="35" y="63"/>
                        <a:pt x="40" y="63"/>
                      </a:cubicBezTo>
                      <a:cubicBezTo>
                        <a:pt x="45" y="63"/>
                        <a:pt x="49" y="67"/>
                        <a:pt x="52" y="70"/>
                      </a:cubicBezTo>
                      <a:cubicBezTo>
                        <a:pt x="48" y="79"/>
                        <a:pt x="48" y="79"/>
                        <a:pt x="48" y="79"/>
                      </a:cubicBezTo>
                      <a:cubicBezTo>
                        <a:pt x="50" y="79"/>
                        <a:pt x="58" y="81"/>
                        <a:pt x="59" y="81"/>
                      </a:cubicBezTo>
                      <a:cubicBezTo>
                        <a:pt x="65" y="81"/>
                        <a:pt x="67" y="76"/>
                        <a:pt x="68" y="71"/>
                      </a:cubicBezTo>
                      <a:cubicBezTo>
                        <a:pt x="67" y="65"/>
                        <a:pt x="63" y="64"/>
                        <a:pt x="59" y="62"/>
                      </a:cubicBezTo>
                      <a:cubicBezTo>
                        <a:pt x="53" y="59"/>
                        <a:pt x="51" y="60"/>
                        <a:pt x="44" y="60"/>
                      </a:cubicBezTo>
                      <a:cubicBezTo>
                        <a:pt x="43" y="60"/>
                        <a:pt x="43" y="60"/>
                        <a:pt x="42" y="60"/>
                      </a:cubicBezTo>
                      <a:cubicBezTo>
                        <a:pt x="40" y="59"/>
                        <a:pt x="36" y="56"/>
                        <a:pt x="36" y="53"/>
                      </a:cubicBezTo>
                      <a:cubicBezTo>
                        <a:pt x="36" y="51"/>
                        <a:pt x="45" y="44"/>
                        <a:pt x="48" y="42"/>
                      </a:cubicBezTo>
                      <a:cubicBezTo>
                        <a:pt x="50" y="41"/>
                        <a:pt x="59" y="34"/>
                        <a:pt x="59" y="32"/>
                      </a:cubicBezTo>
                      <a:cubicBezTo>
                        <a:pt x="59" y="30"/>
                        <a:pt x="59" y="30"/>
                        <a:pt x="59" y="30"/>
                      </a:cubicBezTo>
                      <a:cubicBezTo>
                        <a:pt x="59" y="29"/>
                        <a:pt x="59" y="29"/>
                        <a:pt x="59" y="29"/>
                      </a:cubicBezTo>
                      <a:cubicBezTo>
                        <a:pt x="54" y="26"/>
                        <a:pt x="54" y="26"/>
                        <a:pt x="54" y="26"/>
                      </a:cubicBezTo>
                      <a:cubicBezTo>
                        <a:pt x="53" y="27"/>
                        <a:pt x="53" y="27"/>
                        <a:pt x="51" y="27"/>
                      </a:cubicBezTo>
                      <a:cubicBezTo>
                        <a:pt x="50" y="27"/>
                        <a:pt x="50" y="27"/>
                        <a:pt x="50" y="27"/>
                      </a:cubicBezTo>
                      <a:cubicBezTo>
                        <a:pt x="46" y="32"/>
                        <a:pt x="46" y="30"/>
                        <a:pt x="41" y="33"/>
                      </a:cubicBezTo>
                      <a:cubicBezTo>
                        <a:pt x="40" y="31"/>
                        <a:pt x="39" y="30"/>
                        <a:pt x="38" y="28"/>
                      </a:cubicBezTo>
                      <a:cubicBezTo>
                        <a:pt x="38" y="27"/>
                        <a:pt x="38" y="27"/>
                        <a:pt x="38" y="27"/>
                      </a:cubicBezTo>
                      <a:lnTo>
                        <a:pt x="38" y="16"/>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40" name="ísḷïďè"/>
                <p:cNvSpPr/>
                <p:nvPr/>
              </p:nvSpPr>
              <p:spPr bwMode="auto">
                <a:xfrm>
                  <a:off x="4518026" y="3506788"/>
                  <a:ext cx="53975" cy="71438"/>
                </a:xfrm>
                <a:custGeom>
                  <a:avLst/>
                  <a:gdLst>
                    <a:gd name="T0" fmla="*/ 14 w 16"/>
                    <a:gd name="T1" fmla="*/ 17 h 21"/>
                    <a:gd name="T2" fmla="*/ 16 w 16"/>
                    <a:gd name="T3" fmla="*/ 12 h 21"/>
                    <a:gd name="T4" fmla="*/ 11 w 16"/>
                    <a:gd name="T5" fmla="*/ 5 h 21"/>
                    <a:gd name="T6" fmla="*/ 5 w 16"/>
                    <a:gd name="T7" fmla="*/ 0 h 21"/>
                    <a:gd name="T8" fmla="*/ 2 w 16"/>
                    <a:gd name="T9" fmla="*/ 4 h 21"/>
                    <a:gd name="T10" fmla="*/ 2 w 16"/>
                    <a:gd name="T11" fmla="*/ 5 h 21"/>
                    <a:gd name="T12" fmla="*/ 2 w 16"/>
                    <a:gd name="T13" fmla="*/ 8 h 21"/>
                    <a:gd name="T14" fmla="*/ 2 w 16"/>
                    <a:gd name="T15" fmla="*/ 9 h 21"/>
                    <a:gd name="T16" fmla="*/ 0 w 16"/>
                    <a:gd name="T17" fmla="*/ 17 h 21"/>
                    <a:gd name="T18" fmla="*/ 3 w 16"/>
                    <a:gd name="T19" fmla="*/ 21 h 21"/>
                    <a:gd name="T20" fmla="*/ 4 w 16"/>
                    <a:gd name="T21" fmla="*/ 21 h 21"/>
                    <a:gd name="T22" fmla="*/ 5 w 16"/>
                    <a:gd name="T23" fmla="*/ 21 h 21"/>
                    <a:gd name="T24" fmla="*/ 14 w 16"/>
                    <a:gd name="T25" fmla="*/ 17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1">
                      <a:moveTo>
                        <a:pt x="14" y="17"/>
                      </a:moveTo>
                      <a:cubicBezTo>
                        <a:pt x="14" y="15"/>
                        <a:pt x="16" y="13"/>
                        <a:pt x="16" y="12"/>
                      </a:cubicBezTo>
                      <a:cubicBezTo>
                        <a:pt x="16" y="11"/>
                        <a:pt x="12" y="7"/>
                        <a:pt x="11" y="5"/>
                      </a:cubicBezTo>
                      <a:cubicBezTo>
                        <a:pt x="11" y="3"/>
                        <a:pt x="8" y="0"/>
                        <a:pt x="5" y="0"/>
                      </a:cubicBezTo>
                      <a:cubicBezTo>
                        <a:pt x="4" y="0"/>
                        <a:pt x="3" y="3"/>
                        <a:pt x="2" y="4"/>
                      </a:cubicBezTo>
                      <a:cubicBezTo>
                        <a:pt x="2" y="5"/>
                        <a:pt x="2" y="5"/>
                        <a:pt x="2" y="5"/>
                      </a:cubicBezTo>
                      <a:cubicBezTo>
                        <a:pt x="2" y="8"/>
                        <a:pt x="2" y="8"/>
                        <a:pt x="2" y="8"/>
                      </a:cubicBezTo>
                      <a:cubicBezTo>
                        <a:pt x="2" y="9"/>
                        <a:pt x="2" y="9"/>
                        <a:pt x="2" y="9"/>
                      </a:cubicBezTo>
                      <a:cubicBezTo>
                        <a:pt x="1" y="11"/>
                        <a:pt x="0" y="14"/>
                        <a:pt x="0" y="17"/>
                      </a:cubicBezTo>
                      <a:cubicBezTo>
                        <a:pt x="0" y="19"/>
                        <a:pt x="1" y="20"/>
                        <a:pt x="3" y="21"/>
                      </a:cubicBezTo>
                      <a:cubicBezTo>
                        <a:pt x="4" y="21"/>
                        <a:pt x="4" y="21"/>
                        <a:pt x="4" y="21"/>
                      </a:cubicBezTo>
                      <a:cubicBezTo>
                        <a:pt x="5" y="21"/>
                        <a:pt x="5" y="21"/>
                        <a:pt x="5" y="21"/>
                      </a:cubicBezTo>
                      <a:cubicBezTo>
                        <a:pt x="7" y="21"/>
                        <a:pt x="11" y="17"/>
                        <a:pt x="14" y="17"/>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41" name="îṧļîḓé"/>
                <p:cNvSpPr/>
                <p:nvPr/>
              </p:nvSpPr>
              <p:spPr bwMode="auto">
                <a:xfrm>
                  <a:off x="5319713" y="3133725"/>
                  <a:ext cx="222250" cy="500063"/>
                </a:xfrm>
                <a:custGeom>
                  <a:avLst/>
                  <a:gdLst>
                    <a:gd name="T0" fmla="*/ 47 w 67"/>
                    <a:gd name="T1" fmla="*/ 96 h 150"/>
                    <a:gd name="T2" fmla="*/ 51 w 67"/>
                    <a:gd name="T3" fmla="*/ 96 h 150"/>
                    <a:gd name="T4" fmla="*/ 46 w 67"/>
                    <a:gd name="T5" fmla="*/ 114 h 150"/>
                    <a:gd name="T6" fmla="*/ 42 w 67"/>
                    <a:gd name="T7" fmla="*/ 113 h 150"/>
                    <a:gd name="T8" fmla="*/ 39 w 67"/>
                    <a:gd name="T9" fmla="*/ 108 h 150"/>
                    <a:gd name="T10" fmla="*/ 21 w 67"/>
                    <a:gd name="T11" fmla="*/ 78 h 150"/>
                    <a:gd name="T12" fmla="*/ 29 w 67"/>
                    <a:gd name="T13" fmla="*/ 73 h 150"/>
                    <a:gd name="T14" fmla="*/ 32 w 67"/>
                    <a:gd name="T15" fmla="*/ 74 h 150"/>
                    <a:gd name="T16" fmla="*/ 32 w 67"/>
                    <a:gd name="T17" fmla="*/ 77 h 150"/>
                    <a:gd name="T18" fmla="*/ 32 w 67"/>
                    <a:gd name="T19" fmla="*/ 79 h 150"/>
                    <a:gd name="T20" fmla="*/ 21 w 67"/>
                    <a:gd name="T21" fmla="*/ 78 h 150"/>
                    <a:gd name="T22" fmla="*/ 53 w 67"/>
                    <a:gd name="T23" fmla="*/ 118 h 150"/>
                    <a:gd name="T24" fmla="*/ 66 w 67"/>
                    <a:gd name="T25" fmla="*/ 108 h 150"/>
                    <a:gd name="T26" fmla="*/ 60 w 67"/>
                    <a:gd name="T27" fmla="*/ 98 h 150"/>
                    <a:gd name="T28" fmla="*/ 51 w 67"/>
                    <a:gd name="T29" fmla="*/ 82 h 150"/>
                    <a:gd name="T30" fmla="*/ 47 w 67"/>
                    <a:gd name="T31" fmla="*/ 71 h 150"/>
                    <a:gd name="T32" fmla="*/ 60 w 67"/>
                    <a:gd name="T33" fmla="*/ 58 h 150"/>
                    <a:gd name="T34" fmla="*/ 53 w 67"/>
                    <a:gd name="T35" fmla="*/ 52 h 150"/>
                    <a:gd name="T36" fmla="*/ 44 w 67"/>
                    <a:gd name="T37" fmla="*/ 50 h 150"/>
                    <a:gd name="T38" fmla="*/ 48 w 67"/>
                    <a:gd name="T39" fmla="*/ 38 h 150"/>
                    <a:gd name="T40" fmla="*/ 66 w 67"/>
                    <a:gd name="T41" fmla="*/ 17 h 150"/>
                    <a:gd name="T42" fmla="*/ 66 w 67"/>
                    <a:gd name="T43" fmla="*/ 13 h 150"/>
                    <a:gd name="T44" fmla="*/ 56 w 67"/>
                    <a:gd name="T45" fmla="*/ 1 h 150"/>
                    <a:gd name="T46" fmla="*/ 55 w 67"/>
                    <a:gd name="T47" fmla="*/ 7 h 150"/>
                    <a:gd name="T48" fmla="*/ 50 w 67"/>
                    <a:gd name="T49" fmla="*/ 18 h 150"/>
                    <a:gd name="T50" fmla="*/ 42 w 67"/>
                    <a:gd name="T51" fmla="*/ 15 h 150"/>
                    <a:gd name="T52" fmla="*/ 40 w 67"/>
                    <a:gd name="T53" fmla="*/ 15 h 150"/>
                    <a:gd name="T54" fmla="*/ 41 w 67"/>
                    <a:gd name="T55" fmla="*/ 26 h 150"/>
                    <a:gd name="T56" fmla="*/ 41 w 67"/>
                    <a:gd name="T57" fmla="*/ 30 h 150"/>
                    <a:gd name="T58" fmla="*/ 37 w 67"/>
                    <a:gd name="T59" fmla="*/ 33 h 150"/>
                    <a:gd name="T60" fmla="*/ 30 w 67"/>
                    <a:gd name="T61" fmla="*/ 29 h 150"/>
                    <a:gd name="T62" fmla="*/ 9 w 67"/>
                    <a:gd name="T63" fmla="*/ 50 h 150"/>
                    <a:gd name="T64" fmla="*/ 4 w 67"/>
                    <a:gd name="T65" fmla="*/ 59 h 150"/>
                    <a:gd name="T66" fmla="*/ 23 w 67"/>
                    <a:gd name="T67" fmla="*/ 51 h 150"/>
                    <a:gd name="T68" fmla="*/ 30 w 67"/>
                    <a:gd name="T69" fmla="*/ 58 h 150"/>
                    <a:gd name="T70" fmla="*/ 26 w 67"/>
                    <a:gd name="T71" fmla="*/ 65 h 150"/>
                    <a:gd name="T72" fmla="*/ 19 w 67"/>
                    <a:gd name="T73" fmla="*/ 64 h 150"/>
                    <a:gd name="T74" fmla="*/ 16 w 67"/>
                    <a:gd name="T75" fmla="*/ 67 h 150"/>
                    <a:gd name="T76" fmla="*/ 16 w 67"/>
                    <a:gd name="T77" fmla="*/ 72 h 150"/>
                    <a:gd name="T78" fmla="*/ 3 w 67"/>
                    <a:gd name="T79" fmla="*/ 105 h 150"/>
                    <a:gd name="T80" fmla="*/ 6 w 67"/>
                    <a:gd name="T81" fmla="*/ 110 h 150"/>
                    <a:gd name="T82" fmla="*/ 9 w 67"/>
                    <a:gd name="T83" fmla="*/ 111 h 150"/>
                    <a:gd name="T84" fmla="*/ 24 w 67"/>
                    <a:gd name="T85" fmla="*/ 89 h 150"/>
                    <a:gd name="T86" fmla="*/ 32 w 67"/>
                    <a:gd name="T87" fmla="*/ 93 h 150"/>
                    <a:gd name="T88" fmla="*/ 32 w 67"/>
                    <a:gd name="T89" fmla="*/ 96 h 150"/>
                    <a:gd name="T90" fmla="*/ 29 w 67"/>
                    <a:gd name="T91" fmla="*/ 113 h 150"/>
                    <a:gd name="T92" fmla="*/ 29 w 67"/>
                    <a:gd name="T93" fmla="*/ 115 h 150"/>
                    <a:gd name="T94" fmla="*/ 22 w 67"/>
                    <a:gd name="T95" fmla="*/ 122 h 150"/>
                    <a:gd name="T96" fmla="*/ 10 w 67"/>
                    <a:gd name="T97" fmla="*/ 124 h 150"/>
                    <a:gd name="T98" fmla="*/ 15 w 67"/>
                    <a:gd name="T99" fmla="*/ 144 h 150"/>
                    <a:gd name="T100" fmla="*/ 17 w 67"/>
                    <a:gd name="T101" fmla="*/ 150 h 150"/>
                    <a:gd name="T102" fmla="*/ 38 w 67"/>
                    <a:gd name="T103" fmla="*/ 125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67" h="150">
                      <a:moveTo>
                        <a:pt x="39" y="107"/>
                      </a:moveTo>
                      <a:cubicBezTo>
                        <a:pt x="39" y="103"/>
                        <a:pt x="44" y="96"/>
                        <a:pt x="47" y="96"/>
                      </a:cubicBezTo>
                      <a:cubicBezTo>
                        <a:pt x="50" y="96"/>
                        <a:pt x="50" y="96"/>
                        <a:pt x="50" y="96"/>
                      </a:cubicBezTo>
                      <a:cubicBezTo>
                        <a:pt x="51" y="96"/>
                        <a:pt x="51" y="96"/>
                        <a:pt x="51" y="96"/>
                      </a:cubicBezTo>
                      <a:cubicBezTo>
                        <a:pt x="53" y="98"/>
                        <a:pt x="55" y="101"/>
                        <a:pt x="55" y="104"/>
                      </a:cubicBezTo>
                      <a:cubicBezTo>
                        <a:pt x="55" y="108"/>
                        <a:pt x="49" y="112"/>
                        <a:pt x="46" y="114"/>
                      </a:cubicBezTo>
                      <a:cubicBezTo>
                        <a:pt x="45" y="114"/>
                        <a:pt x="45" y="113"/>
                        <a:pt x="43" y="113"/>
                      </a:cubicBezTo>
                      <a:cubicBezTo>
                        <a:pt x="42" y="113"/>
                        <a:pt x="42" y="113"/>
                        <a:pt x="42" y="113"/>
                      </a:cubicBezTo>
                      <a:cubicBezTo>
                        <a:pt x="39" y="109"/>
                        <a:pt x="39" y="109"/>
                        <a:pt x="39" y="109"/>
                      </a:cubicBezTo>
                      <a:cubicBezTo>
                        <a:pt x="39" y="108"/>
                        <a:pt x="39" y="108"/>
                        <a:pt x="39" y="108"/>
                      </a:cubicBezTo>
                      <a:cubicBezTo>
                        <a:pt x="39" y="107"/>
                        <a:pt x="39" y="107"/>
                        <a:pt x="39" y="107"/>
                      </a:cubicBezTo>
                      <a:close/>
                      <a:moveTo>
                        <a:pt x="21" y="78"/>
                      </a:moveTo>
                      <a:cubicBezTo>
                        <a:pt x="21" y="77"/>
                        <a:pt x="25" y="73"/>
                        <a:pt x="26" y="73"/>
                      </a:cubicBezTo>
                      <a:cubicBezTo>
                        <a:pt x="27" y="73"/>
                        <a:pt x="27" y="73"/>
                        <a:pt x="29" y="73"/>
                      </a:cubicBezTo>
                      <a:cubicBezTo>
                        <a:pt x="30" y="73"/>
                        <a:pt x="30" y="73"/>
                        <a:pt x="30" y="73"/>
                      </a:cubicBezTo>
                      <a:cubicBezTo>
                        <a:pt x="32" y="74"/>
                        <a:pt x="32" y="74"/>
                        <a:pt x="32" y="74"/>
                      </a:cubicBezTo>
                      <a:cubicBezTo>
                        <a:pt x="32" y="76"/>
                        <a:pt x="32" y="76"/>
                        <a:pt x="32" y="76"/>
                      </a:cubicBezTo>
                      <a:cubicBezTo>
                        <a:pt x="32" y="77"/>
                        <a:pt x="32" y="77"/>
                        <a:pt x="32" y="77"/>
                      </a:cubicBezTo>
                      <a:cubicBezTo>
                        <a:pt x="32" y="78"/>
                        <a:pt x="32" y="78"/>
                        <a:pt x="32" y="78"/>
                      </a:cubicBezTo>
                      <a:cubicBezTo>
                        <a:pt x="32" y="79"/>
                        <a:pt x="32" y="79"/>
                        <a:pt x="32" y="79"/>
                      </a:cubicBezTo>
                      <a:cubicBezTo>
                        <a:pt x="31" y="82"/>
                        <a:pt x="29" y="83"/>
                        <a:pt x="25" y="83"/>
                      </a:cubicBezTo>
                      <a:cubicBezTo>
                        <a:pt x="23" y="83"/>
                        <a:pt x="21" y="81"/>
                        <a:pt x="21" y="78"/>
                      </a:cubicBezTo>
                      <a:close/>
                      <a:moveTo>
                        <a:pt x="38" y="125"/>
                      </a:moveTo>
                      <a:cubicBezTo>
                        <a:pt x="43" y="122"/>
                        <a:pt x="47" y="120"/>
                        <a:pt x="53" y="118"/>
                      </a:cubicBezTo>
                      <a:cubicBezTo>
                        <a:pt x="57" y="116"/>
                        <a:pt x="57" y="116"/>
                        <a:pt x="60" y="114"/>
                      </a:cubicBezTo>
                      <a:cubicBezTo>
                        <a:pt x="64" y="111"/>
                        <a:pt x="63" y="110"/>
                        <a:pt x="66" y="108"/>
                      </a:cubicBezTo>
                      <a:cubicBezTo>
                        <a:pt x="67" y="104"/>
                        <a:pt x="67" y="104"/>
                        <a:pt x="67" y="104"/>
                      </a:cubicBezTo>
                      <a:cubicBezTo>
                        <a:pt x="64" y="100"/>
                        <a:pt x="64" y="101"/>
                        <a:pt x="60" y="98"/>
                      </a:cubicBezTo>
                      <a:cubicBezTo>
                        <a:pt x="58" y="96"/>
                        <a:pt x="55" y="95"/>
                        <a:pt x="54" y="92"/>
                      </a:cubicBezTo>
                      <a:cubicBezTo>
                        <a:pt x="53" y="88"/>
                        <a:pt x="53" y="84"/>
                        <a:pt x="51" y="82"/>
                      </a:cubicBezTo>
                      <a:cubicBezTo>
                        <a:pt x="49" y="79"/>
                        <a:pt x="47" y="77"/>
                        <a:pt x="47" y="73"/>
                      </a:cubicBezTo>
                      <a:cubicBezTo>
                        <a:pt x="47" y="72"/>
                        <a:pt x="47" y="72"/>
                        <a:pt x="47" y="71"/>
                      </a:cubicBezTo>
                      <a:cubicBezTo>
                        <a:pt x="49" y="67"/>
                        <a:pt x="47" y="67"/>
                        <a:pt x="53" y="64"/>
                      </a:cubicBezTo>
                      <a:cubicBezTo>
                        <a:pt x="55" y="64"/>
                        <a:pt x="60" y="60"/>
                        <a:pt x="60" y="58"/>
                      </a:cubicBezTo>
                      <a:cubicBezTo>
                        <a:pt x="60" y="55"/>
                        <a:pt x="60" y="55"/>
                        <a:pt x="60" y="55"/>
                      </a:cubicBezTo>
                      <a:cubicBezTo>
                        <a:pt x="60" y="53"/>
                        <a:pt x="56" y="51"/>
                        <a:pt x="53" y="52"/>
                      </a:cubicBezTo>
                      <a:cubicBezTo>
                        <a:pt x="47" y="52"/>
                        <a:pt x="47" y="52"/>
                        <a:pt x="47" y="52"/>
                      </a:cubicBezTo>
                      <a:cubicBezTo>
                        <a:pt x="46" y="52"/>
                        <a:pt x="45" y="51"/>
                        <a:pt x="44" y="50"/>
                      </a:cubicBezTo>
                      <a:cubicBezTo>
                        <a:pt x="44" y="47"/>
                        <a:pt x="44" y="47"/>
                        <a:pt x="44" y="47"/>
                      </a:cubicBezTo>
                      <a:cubicBezTo>
                        <a:pt x="44" y="44"/>
                        <a:pt x="47" y="41"/>
                        <a:pt x="48" y="38"/>
                      </a:cubicBezTo>
                      <a:cubicBezTo>
                        <a:pt x="49" y="34"/>
                        <a:pt x="50" y="33"/>
                        <a:pt x="53" y="30"/>
                      </a:cubicBezTo>
                      <a:cubicBezTo>
                        <a:pt x="56" y="27"/>
                        <a:pt x="66" y="22"/>
                        <a:pt x="66" y="17"/>
                      </a:cubicBezTo>
                      <a:cubicBezTo>
                        <a:pt x="66" y="14"/>
                        <a:pt x="66" y="14"/>
                        <a:pt x="66" y="14"/>
                      </a:cubicBezTo>
                      <a:cubicBezTo>
                        <a:pt x="66" y="13"/>
                        <a:pt x="66" y="13"/>
                        <a:pt x="66" y="13"/>
                      </a:cubicBezTo>
                      <a:cubicBezTo>
                        <a:pt x="65" y="10"/>
                        <a:pt x="62" y="0"/>
                        <a:pt x="58" y="0"/>
                      </a:cubicBezTo>
                      <a:cubicBezTo>
                        <a:pt x="57" y="0"/>
                        <a:pt x="57" y="0"/>
                        <a:pt x="56" y="1"/>
                      </a:cubicBezTo>
                      <a:cubicBezTo>
                        <a:pt x="56" y="3"/>
                        <a:pt x="55" y="3"/>
                        <a:pt x="55" y="5"/>
                      </a:cubicBezTo>
                      <a:cubicBezTo>
                        <a:pt x="55" y="7"/>
                        <a:pt x="55" y="7"/>
                        <a:pt x="55" y="7"/>
                      </a:cubicBezTo>
                      <a:cubicBezTo>
                        <a:pt x="55" y="11"/>
                        <a:pt x="53" y="15"/>
                        <a:pt x="51" y="18"/>
                      </a:cubicBezTo>
                      <a:cubicBezTo>
                        <a:pt x="50" y="18"/>
                        <a:pt x="50" y="18"/>
                        <a:pt x="50" y="18"/>
                      </a:cubicBezTo>
                      <a:cubicBezTo>
                        <a:pt x="48" y="18"/>
                        <a:pt x="48" y="18"/>
                        <a:pt x="47" y="19"/>
                      </a:cubicBezTo>
                      <a:cubicBezTo>
                        <a:pt x="42" y="15"/>
                        <a:pt x="42" y="15"/>
                        <a:pt x="42" y="15"/>
                      </a:cubicBezTo>
                      <a:cubicBezTo>
                        <a:pt x="41" y="15"/>
                        <a:pt x="41" y="15"/>
                        <a:pt x="41" y="15"/>
                      </a:cubicBezTo>
                      <a:cubicBezTo>
                        <a:pt x="40" y="15"/>
                        <a:pt x="40" y="15"/>
                        <a:pt x="40" y="15"/>
                      </a:cubicBezTo>
                      <a:cubicBezTo>
                        <a:pt x="39" y="15"/>
                        <a:pt x="38" y="16"/>
                        <a:pt x="38" y="17"/>
                      </a:cubicBezTo>
                      <a:cubicBezTo>
                        <a:pt x="38" y="19"/>
                        <a:pt x="41" y="22"/>
                        <a:pt x="41" y="26"/>
                      </a:cubicBezTo>
                      <a:cubicBezTo>
                        <a:pt x="41" y="29"/>
                        <a:pt x="41" y="29"/>
                        <a:pt x="41" y="29"/>
                      </a:cubicBezTo>
                      <a:cubicBezTo>
                        <a:pt x="41" y="30"/>
                        <a:pt x="41" y="30"/>
                        <a:pt x="41" y="30"/>
                      </a:cubicBezTo>
                      <a:cubicBezTo>
                        <a:pt x="38" y="33"/>
                        <a:pt x="38" y="33"/>
                        <a:pt x="38" y="33"/>
                      </a:cubicBezTo>
                      <a:cubicBezTo>
                        <a:pt x="37" y="33"/>
                        <a:pt x="37" y="33"/>
                        <a:pt x="37" y="33"/>
                      </a:cubicBezTo>
                      <a:cubicBezTo>
                        <a:pt x="35" y="33"/>
                        <a:pt x="35" y="34"/>
                        <a:pt x="34" y="34"/>
                      </a:cubicBezTo>
                      <a:cubicBezTo>
                        <a:pt x="32" y="33"/>
                        <a:pt x="31" y="31"/>
                        <a:pt x="30" y="29"/>
                      </a:cubicBezTo>
                      <a:cubicBezTo>
                        <a:pt x="24" y="29"/>
                        <a:pt x="30" y="41"/>
                        <a:pt x="19" y="45"/>
                      </a:cubicBezTo>
                      <a:cubicBezTo>
                        <a:pt x="16" y="46"/>
                        <a:pt x="12" y="48"/>
                        <a:pt x="9" y="50"/>
                      </a:cubicBezTo>
                      <a:cubicBezTo>
                        <a:pt x="6" y="51"/>
                        <a:pt x="1" y="53"/>
                        <a:pt x="0" y="55"/>
                      </a:cubicBezTo>
                      <a:cubicBezTo>
                        <a:pt x="1" y="58"/>
                        <a:pt x="1" y="57"/>
                        <a:pt x="4" y="59"/>
                      </a:cubicBezTo>
                      <a:cubicBezTo>
                        <a:pt x="6" y="59"/>
                        <a:pt x="6" y="59"/>
                        <a:pt x="6" y="59"/>
                      </a:cubicBezTo>
                      <a:cubicBezTo>
                        <a:pt x="10" y="59"/>
                        <a:pt x="20" y="51"/>
                        <a:pt x="23" y="51"/>
                      </a:cubicBezTo>
                      <a:cubicBezTo>
                        <a:pt x="25" y="51"/>
                        <a:pt x="24" y="51"/>
                        <a:pt x="27" y="52"/>
                      </a:cubicBezTo>
                      <a:cubicBezTo>
                        <a:pt x="29" y="54"/>
                        <a:pt x="29" y="55"/>
                        <a:pt x="30" y="58"/>
                      </a:cubicBezTo>
                      <a:cubicBezTo>
                        <a:pt x="30" y="59"/>
                        <a:pt x="30" y="59"/>
                        <a:pt x="30" y="59"/>
                      </a:cubicBezTo>
                      <a:cubicBezTo>
                        <a:pt x="30" y="62"/>
                        <a:pt x="28" y="64"/>
                        <a:pt x="26" y="65"/>
                      </a:cubicBezTo>
                      <a:cubicBezTo>
                        <a:pt x="21" y="64"/>
                        <a:pt x="21" y="64"/>
                        <a:pt x="21" y="64"/>
                      </a:cubicBezTo>
                      <a:cubicBezTo>
                        <a:pt x="20" y="64"/>
                        <a:pt x="20" y="64"/>
                        <a:pt x="19" y="64"/>
                      </a:cubicBezTo>
                      <a:cubicBezTo>
                        <a:pt x="18" y="64"/>
                        <a:pt x="18" y="64"/>
                        <a:pt x="18" y="64"/>
                      </a:cubicBezTo>
                      <a:cubicBezTo>
                        <a:pt x="16" y="67"/>
                        <a:pt x="16" y="67"/>
                        <a:pt x="16" y="67"/>
                      </a:cubicBezTo>
                      <a:cubicBezTo>
                        <a:pt x="16" y="68"/>
                        <a:pt x="16" y="68"/>
                        <a:pt x="16" y="68"/>
                      </a:cubicBezTo>
                      <a:cubicBezTo>
                        <a:pt x="16" y="72"/>
                        <a:pt x="16" y="72"/>
                        <a:pt x="16" y="72"/>
                      </a:cubicBezTo>
                      <a:cubicBezTo>
                        <a:pt x="16" y="78"/>
                        <a:pt x="13" y="85"/>
                        <a:pt x="11" y="90"/>
                      </a:cubicBezTo>
                      <a:cubicBezTo>
                        <a:pt x="9" y="94"/>
                        <a:pt x="3" y="100"/>
                        <a:pt x="3" y="105"/>
                      </a:cubicBezTo>
                      <a:cubicBezTo>
                        <a:pt x="3" y="106"/>
                        <a:pt x="4" y="109"/>
                        <a:pt x="5" y="110"/>
                      </a:cubicBezTo>
                      <a:cubicBezTo>
                        <a:pt x="6" y="110"/>
                        <a:pt x="6" y="110"/>
                        <a:pt x="6" y="110"/>
                      </a:cubicBezTo>
                      <a:cubicBezTo>
                        <a:pt x="7" y="110"/>
                        <a:pt x="7" y="110"/>
                        <a:pt x="7" y="110"/>
                      </a:cubicBezTo>
                      <a:cubicBezTo>
                        <a:pt x="9" y="110"/>
                        <a:pt x="8" y="110"/>
                        <a:pt x="9" y="111"/>
                      </a:cubicBezTo>
                      <a:cubicBezTo>
                        <a:pt x="11" y="109"/>
                        <a:pt x="15" y="101"/>
                        <a:pt x="15" y="98"/>
                      </a:cubicBezTo>
                      <a:cubicBezTo>
                        <a:pt x="17" y="94"/>
                        <a:pt x="20" y="89"/>
                        <a:pt x="24" y="89"/>
                      </a:cubicBezTo>
                      <a:cubicBezTo>
                        <a:pt x="25" y="89"/>
                        <a:pt x="25" y="89"/>
                        <a:pt x="26" y="88"/>
                      </a:cubicBezTo>
                      <a:cubicBezTo>
                        <a:pt x="28" y="90"/>
                        <a:pt x="32" y="90"/>
                        <a:pt x="32" y="93"/>
                      </a:cubicBezTo>
                      <a:cubicBezTo>
                        <a:pt x="32" y="94"/>
                        <a:pt x="32" y="94"/>
                        <a:pt x="32" y="94"/>
                      </a:cubicBezTo>
                      <a:cubicBezTo>
                        <a:pt x="32" y="96"/>
                        <a:pt x="32" y="96"/>
                        <a:pt x="32" y="96"/>
                      </a:cubicBezTo>
                      <a:cubicBezTo>
                        <a:pt x="28" y="102"/>
                        <a:pt x="25" y="101"/>
                        <a:pt x="23" y="104"/>
                      </a:cubicBezTo>
                      <a:cubicBezTo>
                        <a:pt x="26" y="109"/>
                        <a:pt x="27" y="108"/>
                        <a:pt x="29" y="113"/>
                      </a:cubicBezTo>
                      <a:cubicBezTo>
                        <a:pt x="29" y="114"/>
                        <a:pt x="29" y="114"/>
                        <a:pt x="29" y="114"/>
                      </a:cubicBezTo>
                      <a:cubicBezTo>
                        <a:pt x="29" y="115"/>
                        <a:pt x="29" y="115"/>
                        <a:pt x="29" y="115"/>
                      </a:cubicBezTo>
                      <a:cubicBezTo>
                        <a:pt x="29" y="116"/>
                        <a:pt x="29" y="116"/>
                        <a:pt x="29" y="116"/>
                      </a:cubicBezTo>
                      <a:cubicBezTo>
                        <a:pt x="28" y="119"/>
                        <a:pt x="26" y="123"/>
                        <a:pt x="22" y="122"/>
                      </a:cubicBezTo>
                      <a:cubicBezTo>
                        <a:pt x="15" y="122"/>
                        <a:pt x="15" y="122"/>
                        <a:pt x="15" y="122"/>
                      </a:cubicBezTo>
                      <a:cubicBezTo>
                        <a:pt x="14" y="122"/>
                        <a:pt x="11" y="124"/>
                        <a:pt x="10" y="124"/>
                      </a:cubicBezTo>
                      <a:cubicBezTo>
                        <a:pt x="13" y="127"/>
                        <a:pt x="23" y="129"/>
                        <a:pt x="23" y="133"/>
                      </a:cubicBezTo>
                      <a:cubicBezTo>
                        <a:pt x="23" y="137"/>
                        <a:pt x="18" y="142"/>
                        <a:pt x="15" y="144"/>
                      </a:cubicBezTo>
                      <a:cubicBezTo>
                        <a:pt x="15" y="150"/>
                        <a:pt x="15" y="150"/>
                        <a:pt x="15" y="150"/>
                      </a:cubicBezTo>
                      <a:cubicBezTo>
                        <a:pt x="17" y="150"/>
                        <a:pt x="17" y="150"/>
                        <a:pt x="17" y="150"/>
                      </a:cubicBezTo>
                      <a:cubicBezTo>
                        <a:pt x="20" y="150"/>
                        <a:pt x="27" y="141"/>
                        <a:pt x="29" y="139"/>
                      </a:cubicBezTo>
                      <a:cubicBezTo>
                        <a:pt x="33" y="135"/>
                        <a:pt x="34" y="129"/>
                        <a:pt x="38" y="12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42" name="iSļïḑé"/>
                <p:cNvSpPr/>
                <p:nvPr/>
              </p:nvSpPr>
              <p:spPr bwMode="auto">
                <a:xfrm>
                  <a:off x="4422776" y="3106738"/>
                  <a:ext cx="412750" cy="596900"/>
                </a:xfrm>
                <a:custGeom>
                  <a:avLst/>
                  <a:gdLst>
                    <a:gd name="T0" fmla="*/ 63 w 125"/>
                    <a:gd name="T1" fmla="*/ 83 h 179"/>
                    <a:gd name="T2" fmla="*/ 69 w 125"/>
                    <a:gd name="T3" fmla="*/ 84 h 179"/>
                    <a:gd name="T4" fmla="*/ 71 w 125"/>
                    <a:gd name="T5" fmla="*/ 95 h 179"/>
                    <a:gd name="T6" fmla="*/ 56 w 125"/>
                    <a:gd name="T7" fmla="*/ 91 h 179"/>
                    <a:gd name="T8" fmla="*/ 77 w 125"/>
                    <a:gd name="T9" fmla="*/ 77 h 179"/>
                    <a:gd name="T10" fmla="*/ 90 w 125"/>
                    <a:gd name="T11" fmla="*/ 82 h 179"/>
                    <a:gd name="T12" fmla="*/ 93 w 125"/>
                    <a:gd name="T13" fmla="*/ 96 h 179"/>
                    <a:gd name="T14" fmla="*/ 88 w 125"/>
                    <a:gd name="T15" fmla="*/ 106 h 179"/>
                    <a:gd name="T16" fmla="*/ 75 w 125"/>
                    <a:gd name="T17" fmla="*/ 89 h 179"/>
                    <a:gd name="T18" fmla="*/ 91 w 125"/>
                    <a:gd name="T19" fmla="*/ 29 h 179"/>
                    <a:gd name="T20" fmla="*/ 95 w 125"/>
                    <a:gd name="T21" fmla="*/ 4 h 179"/>
                    <a:gd name="T22" fmla="*/ 92 w 125"/>
                    <a:gd name="T23" fmla="*/ 0 h 179"/>
                    <a:gd name="T24" fmla="*/ 86 w 125"/>
                    <a:gd name="T25" fmla="*/ 0 h 179"/>
                    <a:gd name="T26" fmla="*/ 80 w 125"/>
                    <a:gd name="T27" fmla="*/ 7 h 179"/>
                    <a:gd name="T28" fmla="*/ 83 w 125"/>
                    <a:gd name="T29" fmla="*/ 30 h 179"/>
                    <a:gd name="T30" fmla="*/ 86 w 125"/>
                    <a:gd name="T31" fmla="*/ 50 h 179"/>
                    <a:gd name="T32" fmla="*/ 46 w 125"/>
                    <a:gd name="T33" fmla="*/ 84 h 179"/>
                    <a:gd name="T34" fmla="*/ 0 w 125"/>
                    <a:gd name="T35" fmla="*/ 99 h 179"/>
                    <a:gd name="T36" fmla="*/ 13 w 125"/>
                    <a:gd name="T37" fmla="*/ 108 h 179"/>
                    <a:gd name="T38" fmla="*/ 30 w 125"/>
                    <a:gd name="T39" fmla="*/ 100 h 179"/>
                    <a:gd name="T40" fmla="*/ 47 w 125"/>
                    <a:gd name="T41" fmla="*/ 92 h 179"/>
                    <a:gd name="T42" fmla="*/ 51 w 125"/>
                    <a:gd name="T43" fmla="*/ 109 h 179"/>
                    <a:gd name="T44" fmla="*/ 50 w 125"/>
                    <a:gd name="T45" fmla="*/ 118 h 179"/>
                    <a:gd name="T46" fmla="*/ 54 w 125"/>
                    <a:gd name="T47" fmla="*/ 125 h 179"/>
                    <a:gd name="T48" fmla="*/ 62 w 125"/>
                    <a:gd name="T49" fmla="*/ 119 h 179"/>
                    <a:gd name="T50" fmla="*/ 62 w 125"/>
                    <a:gd name="T51" fmla="*/ 113 h 179"/>
                    <a:gd name="T52" fmla="*/ 78 w 125"/>
                    <a:gd name="T53" fmla="*/ 111 h 179"/>
                    <a:gd name="T54" fmla="*/ 78 w 125"/>
                    <a:gd name="T55" fmla="*/ 113 h 179"/>
                    <a:gd name="T56" fmla="*/ 78 w 125"/>
                    <a:gd name="T57" fmla="*/ 118 h 179"/>
                    <a:gd name="T58" fmla="*/ 46 w 125"/>
                    <a:gd name="T59" fmla="*/ 147 h 179"/>
                    <a:gd name="T60" fmla="*/ 28 w 125"/>
                    <a:gd name="T61" fmla="*/ 158 h 179"/>
                    <a:gd name="T62" fmla="*/ 1 w 125"/>
                    <a:gd name="T63" fmla="*/ 170 h 179"/>
                    <a:gd name="T64" fmla="*/ 14 w 125"/>
                    <a:gd name="T65" fmla="*/ 178 h 179"/>
                    <a:gd name="T66" fmla="*/ 20 w 125"/>
                    <a:gd name="T67" fmla="*/ 179 h 179"/>
                    <a:gd name="T68" fmla="*/ 22 w 125"/>
                    <a:gd name="T69" fmla="*/ 179 h 179"/>
                    <a:gd name="T70" fmla="*/ 38 w 125"/>
                    <a:gd name="T71" fmla="*/ 169 h 179"/>
                    <a:gd name="T72" fmla="*/ 61 w 125"/>
                    <a:gd name="T73" fmla="*/ 150 h 179"/>
                    <a:gd name="T74" fmla="*/ 79 w 125"/>
                    <a:gd name="T75" fmla="*/ 135 h 179"/>
                    <a:gd name="T76" fmla="*/ 96 w 125"/>
                    <a:gd name="T77" fmla="*/ 119 h 179"/>
                    <a:gd name="T78" fmla="*/ 106 w 125"/>
                    <a:gd name="T79" fmla="*/ 149 h 179"/>
                    <a:gd name="T80" fmla="*/ 125 w 125"/>
                    <a:gd name="T81" fmla="*/ 152 h 179"/>
                    <a:gd name="T82" fmla="*/ 116 w 125"/>
                    <a:gd name="T83" fmla="*/ 120 h 179"/>
                    <a:gd name="T84" fmla="*/ 115 w 125"/>
                    <a:gd name="T85" fmla="*/ 125 h 179"/>
                    <a:gd name="T86" fmla="*/ 109 w 125"/>
                    <a:gd name="T87" fmla="*/ 129 h 179"/>
                    <a:gd name="T88" fmla="*/ 97 w 125"/>
                    <a:gd name="T89" fmla="*/ 92 h 179"/>
                    <a:gd name="T90" fmla="*/ 94 w 125"/>
                    <a:gd name="T91" fmla="*/ 76 h 179"/>
                    <a:gd name="T92" fmla="*/ 110 w 125"/>
                    <a:gd name="T93" fmla="*/ 60 h 179"/>
                    <a:gd name="T94" fmla="*/ 105 w 125"/>
                    <a:gd name="T95" fmla="*/ 57 h 179"/>
                    <a:gd name="T96" fmla="*/ 101 w 125"/>
                    <a:gd name="T97" fmla="*/ 59 h 179"/>
                    <a:gd name="T98" fmla="*/ 91 w 125"/>
                    <a:gd name="T99" fmla="*/ 54 h 179"/>
                    <a:gd name="T100" fmla="*/ 91 w 125"/>
                    <a:gd name="T101" fmla="*/ 29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25" h="179">
                      <a:moveTo>
                        <a:pt x="56" y="91"/>
                      </a:moveTo>
                      <a:cubicBezTo>
                        <a:pt x="56" y="87"/>
                        <a:pt x="60" y="85"/>
                        <a:pt x="63" y="83"/>
                      </a:cubicBezTo>
                      <a:cubicBezTo>
                        <a:pt x="64" y="83"/>
                        <a:pt x="64" y="83"/>
                        <a:pt x="64" y="83"/>
                      </a:cubicBezTo>
                      <a:cubicBezTo>
                        <a:pt x="67" y="83"/>
                        <a:pt x="67" y="84"/>
                        <a:pt x="69" y="84"/>
                      </a:cubicBezTo>
                      <a:cubicBezTo>
                        <a:pt x="71" y="94"/>
                        <a:pt x="71" y="94"/>
                        <a:pt x="71" y="94"/>
                      </a:cubicBezTo>
                      <a:cubicBezTo>
                        <a:pt x="71" y="95"/>
                        <a:pt x="71" y="95"/>
                        <a:pt x="71" y="95"/>
                      </a:cubicBezTo>
                      <a:cubicBezTo>
                        <a:pt x="68" y="100"/>
                        <a:pt x="68" y="99"/>
                        <a:pt x="63" y="101"/>
                      </a:cubicBezTo>
                      <a:cubicBezTo>
                        <a:pt x="61" y="99"/>
                        <a:pt x="56" y="95"/>
                        <a:pt x="56" y="91"/>
                      </a:cubicBezTo>
                      <a:close/>
                      <a:moveTo>
                        <a:pt x="72" y="83"/>
                      </a:moveTo>
                      <a:cubicBezTo>
                        <a:pt x="74" y="79"/>
                        <a:pt x="73" y="79"/>
                        <a:pt x="77" y="77"/>
                      </a:cubicBezTo>
                      <a:cubicBezTo>
                        <a:pt x="79" y="75"/>
                        <a:pt x="82" y="75"/>
                        <a:pt x="83" y="73"/>
                      </a:cubicBezTo>
                      <a:cubicBezTo>
                        <a:pt x="88" y="76"/>
                        <a:pt x="89" y="76"/>
                        <a:pt x="90" y="82"/>
                      </a:cubicBezTo>
                      <a:cubicBezTo>
                        <a:pt x="92" y="95"/>
                        <a:pt x="92" y="95"/>
                        <a:pt x="92" y="95"/>
                      </a:cubicBezTo>
                      <a:cubicBezTo>
                        <a:pt x="93" y="96"/>
                        <a:pt x="93" y="96"/>
                        <a:pt x="93" y="96"/>
                      </a:cubicBezTo>
                      <a:cubicBezTo>
                        <a:pt x="94" y="99"/>
                        <a:pt x="94" y="99"/>
                        <a:pt x="94" y="99"/>
                      </a:cubicBezTo>
                      <a:cubicBezTo>
                        <a:pt x="91" y="105"/>
                        <a:pt x="93" y="103"/>
                        <a:pt x="88" y="106"/>
                      </a:cubicBezTo>
                      <a:cubicBezTo>
                        <a:pt x="83" y="101"/>
                        <a:pt x="82" y="101"/>
                        <a:pt x="79" y="95"/>
                      </a:cubicBezTo>
                      <a:cubicBezTo>
                        <a:pt x="77" y="93"/>
                        <a:pt x="77" y="91"/>
                        <a:pt x="75" y="89"/>
                      </a:cubicBezTo>
                      <a:cubicBezTo>
                        <a:pt x="73" y="87"/>
                        <a:pt x="73" y="86"/>
                        <a:pt x="72" y="83"/>
                      </a:cubicBezTo>
                      <a:close/>
                      <a:moveTo>
                        <a:pt x="91" y="29"/>
                      </a:moveTo>
                      <a:cubicBezTo>
                        <a:pt x="91" y="22"/>
                        <a:pt x="95" y="12"/>
                        <a:pt x="95" y="4"/>
                      </a:cubicBezTo>
                      <a:cubicBezTo>
                        <a:pt x="95" y="4"/>
                        <a:pt x="95" y="4"/>
                        <a:pt x="95" y="4"/>
                      </a:cubicBezTo>
                      <a:cubicBezTo>
                        <a:pt x="95" y="3"/>
                        <a:pt x="95" y="3"/>
                        <a:pt x="95" y="3"/>
                      </a:cubicBezTo>
                      <a:cubicBezTo>
                        <a:pt x="93" y="0"/>
                        <a:pt x="95" y="1"/>
                        <a:pt x="92" y="0"/>
                      </a:cubicBezTo>
                      <a:cubicBezTo>
                        <a:pt x="91" y="0"/>
                        <a:pt x="91" y="0"/>
                        <a:pt x="91" y="0"/>
                      </a:cubicBezTo>
                      <a:cubicBezTo>
                        <a:pt x="86" y="0"/>
                        <a:pt x="86" y="0"/>
                        <a:pt x="86" y="0"/>
                      </a:cubicBezTo>
                      <a:cubicBezTo>
                        <a:pt x="85" y="0"/>
                        <a:pt x="85" y="0"/>
                        <a:pt x="85" y="0"/>
                      </a:cubicBezTo>
                      <a:cubicBezTo>
                        <a:pt x="82" y="1"/>
                        <a:pt x="80" y="4"/>
                        <a:pt x="80" y="7"/>
                      </a:cubicBezTo>
                      <a:cubicBezTo>
                        <a:pt x="83" y="30"/>
                        <a:pt x="83" y="30"/>
                        <a:pt x="83" y="30"/>
                      </a:cubicBezTo>
                      <a:cubicBezTo>
                        <a:pt x="83" y="30"/>
                        <a:pt x="83" y="30"/>
                        <a:pt x="83" y="30"/>
                      </a:cubicBezTo>
                      <a:cubicBezTo>
                        <a:pt x="83" y="38"/>
                        <a:pt x="86" y="44"/>
                        <a:pt x="86" y="49"/>
                      </a:cubicBezTo>
                      <a:cubicBezTo>
                        <a:pt x="86" y="50"/>
                        <a:pt x="86" y="50"/>
                        <a:pt x="86" y="50"/>
                      </a:cubicBezTo>
                      <a:cubicBezTo>
                        <a:pt x="87" y="62"/>
                        <a:pt x="87" y="62"/>
                        <a:pt x="87" y="62"/>
                      </a:cubicBezTo>
                      <a:cubicBezTo>
                        <a:pt x="87" y="68"/>
                        <a:pt x="52" y="81"/>
                        <a:pt x="46" y="84"/>
                      </a:cubicBezTo>
                      <a:cubicBezTo>
                        <a:pt x="39" y="87"/>
                        <a:pt x="31" y="89"/>
                        <a:pt x="23" y="92"/>
                      </a:cubicBezTo>
                      <a:cubicBezTo>
                        <a:pt x="20" y="94"/>
                        <a:pt x="0" y="96"/>
                        <a:pt x="0" y="99"/>
                      </a:cubicBezTo>
                      <a:cubicBezTo>
                        <a:pt x="0" y="101"/>
                        <a:pt x="9" y="108"/>
                        <a:pt x="11" y="108"/>
                      </a:cubicBezTo>
                      <a:cubicBezTo>
                        <a:pt x="13" y="108"/>
                        <a:pt x="13" y="108"/>
                        <a:pt x="13" y="108"/>
                      </a:cubicBezTo>
                      <a:cubicBezTo>
                        <a:pt x="14" y="108"/>
                        <a:pt x="14" y="108"/>
                        <a:pt x="14" y="108"/>
                      </a:cubicBezTo>
                      <a:cubicBezTo>
                        <a:pt x="20" y="105"/>
                        <a:pt x="24" y="103"/>
                        <a:pt x="30" y="100"/>
                      </a:cubicBezTo>
                      <a:cubicBezTo>
                        <a:pt x="34" y="98"/>
                        <a:pt x="41" y="93"/>
                        <a:pt x="45" y="93"/>
                      </a:cubicBezTo>
                      <a:cubicBezTo>
                        <a:pt x="46" y="93"/>
                        <a:pt x="46" y="93"/>
                        <a:pt x="47" y="92"/>
                      </a:cubicBezTo>
                      <a:cubicBezTo>
                        <a:pt x="49" y="94"/>
                        <a:pt x="52" y="96"/>
                        <a:pt x="51" y="101"/>
                      </a:cubicBezTo>
                      <a:cubicBezTo>
                        <a:pt x="51" y="109"/>
                        <a:pt x="51" y="109"/>
                        <a:pt x="51" y="109"/>
                      </a:cubicBezTo>
                      <a:cubicBezTo>
                        <a:pt x="51" y="110"/>
                        <a:pt x="51" y="110"/>
                        <a:pt x="51" y="110"/>
                      </a:cubicBezTo>
                      <a:cubicBezTo>
                        <a:pt x="50" y="118"/>
                        <a:pt x="50" y="118"/>
                        <a:pt x="50" y="118"/>
                      </a:cubicBezTo>
                      <a:cubicBezTo>
                        <a:pt x="50" y="119"/>
                        <a:pt x="50" y="119"/>
                        <a:pt x="50" y="120"/>
                      </a:cubicBezTo>
                      <a:cubicBezTo>
                        <a:pt x="51" y="123"/>
                        <a:pt x="51" y="123"/>
                        <a:pt x="54" y="125"/>
                      </a:cubicBezTo>
                      <a:cubicBezTo>
                        <a:pt x="56" y="125"/>
                        <a:pt x="56" y="125"/>
                        <a:pt x="56" y="125"/>
                      </a:cubicBezTo>
                      <a:cubicBezTo>
                        <a:pt x="59" y="125"/>
                        <a:pt x="60" y="121"/>
                        <a:pt x="62" y="119"/>
                      </a:cubicBezTo>
                      <a:cubicBezTo>
                        <a:pt x="62" y="118"/>
                        <a:pt x="62" y="118"/>
                        <a:pt x="62" y="118"/>
                      </a:cubicBezTo>
                      <a:cubicBezTo>
                        <a:pt x="62" y="113"/>
                        <a:pt x="62" y="113"/>
                        <a:pt x="62" y="113"/>
                      </a:cubicBezTo>
                      <a:cubicBezTo>
                        <a:pt x="63" y="110"/>
                        <a:pt x="68" y="106"/>
                        <a:pt x="71" y="106"/>
                      </a:cubicBezTo>
                      <a:cubicBezTo>
                        <a:pt x="75" y="106"/>
                        <a:pt x="77" y="109"/>
                        <a:pt x="78" y="111"/>
                      </a:cubicBezTo>
                      <a:cubicBezTo>
                        <a:pt x="78" y="112"/>
                        <a:pt x="78" y="112"/>
                        <a:pt x="78" y="112"/>
                      </a:cubicBezTo>
                      <a:cubicBezTo>
                        <a:pt x="78" y="113"/>
                        <a:pt x="78" y="113"/>
                        <a:pt x="78" y="113"/>
                      </a:cubicBezTo>
                      <a:cubicBezTo>
                        <a:pt x="78" y="115"/>
                        <a:pt x="78" y="115"/>
                        <a:pt x="79" y="116"/>
                      </a:cubicBezTo>
                      <a:cubicBezTo>
                        <a:pt x="78" y="117"/>
                        <a:pt x="78" y="117"/>
                        <a:pt x="78" y="118"/>
                      </a:cubicBezTo>
                      <a:cubicBezTo>
                        <a:pt x="78" y="119"/>
                        <a:pt x="78" y="119"/>
                        <a:pt x="78" y="119"/>
                      </a:cubicBezTo>
                      <a:cubicBezTo>
                        <a:pt x="72" y="130"/>
                        <a:pt x="57" y="140"/>
                        <a:pt x="46" y="147"/>
                      </a:cubicBezTo>
                      <a:cubicBezTo>
                        <a:pt x="44" y="148"/>
                        <a:pt x="40" y="151"/>
                        <a:pt x="37" y="152"/>
                      </a:cubicBezTo>
                      <a:cubicBezTo>
                        <a:pt x="35" y="153"/>
                        <a:pt x="29" y="157"/>
                        <a:pt x="28" y="158"/>
                      </a:cubicBezTo>
                      <a:cubicBezTo>
                        <a:pt x="25" y="161"/>
                        <a:pt x="12" y="165"/>
                        <a:pt x="6" y="165"/>
                      </a:cubicBezTo>
                      <a:cubicBezTo>
                        <a:pt x="4" y="165"/>
                        <a:pt x="2" y="168"/>
                        <a:pt x="1" y="170"/>
                      </a:cubicBezTo>
                      <a:cubicBezTo>
                        <a:pt x="4" y="171"/>
                        <a:pt x="4" y="173"/>
                        <a:pt x="7" y="175"/>
                      </a:cubicBezTo>
                      <a:cubicBezTo>
                        <a:pt x="10" y="176"/>
                        <a:pt x="12" y="176"/>
                        <a:pt x="14" y="178"/>
                      </a:cubicBezTo>
                      <a:cubicBezTo>
                        <a:pt x="18" y="179"/>
                        <a:pt x="18" y="179"/>
                        <a:pt x="18" y="179"/>
                      </a:cubicBezTo>
                      <a:cubicBezTo>
                        <a:pt x="20" y="179"/>
                        <a:pt x="18" y="179"/>
                        <a:pt x="20" y="179"/>
                      </a:cubicBezTo>
                      <a:cubicBezTo>
                        <a:pt x="21" y="179"/>
                        <a:pt x="21" y="179"/>
                        <a:pt x="21" y="179"/>
                      </a:cubicBezTo>
                      <a:cubicBezTo>
                        <a:pt x="22" y="179"/>
                        <a:pt x="22" y="179"/>
                        <a:pt x="22" y="179"/>
                      </a:cubicBezTo>
                      <a:cubicBezTo>
                        <a:pt x="26" y="177"/>
                        <a:pt x="30" y="175"/>
                        <a:pt x="33" y="173"/>
                      </a:cubicBezTo>
                      <a:cubicBezTo>
                        <a:pt x="35" y="171"/>
                        <a:pt x="36" y="170"/>
                        <a:pt x="38" y="169"/>
                      </a:cubicBezTo>
                      <a:cubicBezTo>
                        <a:pt x="39" y="168"/>
                        <a:pt x="43" y="166"/>
                        <a:pt x="43" y="166"/>
                      </a:cubicBezTo>
                      <a:cubicBezTo>
                        <a:pt x="49" y="160"/>
                        <a:pt x="55" y="156"/>
                        <a:pt x="61" y="150"/>
                      </a:cubicBezTo>
                      <a:cubicBezTo>
                        <a:pt x="64" y="148"/>
                        <a:pt x="67" y="145"/>
                        <a:pt x="70" y="143"/>
                      </a:cubicBezTo>
                      <a:cubicBezTo>
                        <a:pt x="73" y="140"/>
                        <a:pt x="76" y="137"/>
                        <a:pt x="79" y="135"/>
                      </a:cubicBezTo>
                      <a:cubicBezTo>
                        <a:pt x="82" y="132"/>
                        <a:pt x="85" y="130"/>
                        <a:pt x="87" y="127"/>
                      </a:cubicBezTo>
                      <a:cubicBezTo>
                        <a:pt x="90" y="124"/>
                        <a:pt x="91" y="119"/>
                        <a:pt x="96" y="119"/>
                      </a:cubicBezTo>
                      <a:cubicBezTo>
                        <a:pt x="98" y="119"/>
                        <a:pt x="100" y="126"/>
                        <a:pt x="100" y="128"/>
                      </a:cubicBezTo>
                      <a:cubicBezTo>
                        <a:pt x="100" y="132"/>
                        <a:pt x="105" y="145"/>
                        <a:pt x="106" y="149"/>
                      </a:cubicBezTo>
                      <a:cubicBezTo>
                        <a:pt x="108" y="155"/>
                        <a:pt x="111" y="165"/>
                        <a:pt x="118" y="165"/>
                      </a:cubicBezTo>
                      <a:cubicBezTo>
                        <a:pt x="119" y="163"/>
                        <a:pt x="125" y="161"/>
                        <a:pt x="125" y="152"/>
                      </a:cubicBezTo>
                      <a:cubicBezTo>
                        <a:pt x="125" y="143"/>
                        <a:pt x="120" y="120"/>
                        <a:pt x="117" y="116"/>
                      </a:cubicBezTo>
                      <a:cubicBezTo>
                        <a:pt x="117" y="118"/>
                        <a:pt x="116" y="118"/>
                        <a:pt x="116" y="120"/>
                      </a:cubicBezTo>
                      <a:cubicBezTo>
                        <a:pt x="116" y="123"/>
                        <a:pt x="115" y="121"/>
                        <a:pt x="115" y="124"/>
                      </a:cubicBezTo>
                      <a:cubicBezTo>
                        <a:pt x="115" y="125"/>
                        <a:pt x="115" y="125"/>
                        <a:pt x="115" y="125"/>
                      </a:cubicBezTo>
                      <a:cubicBezTo>
                        <a:pt x="115" y="126"/>
                        <a:pt x="114" y="129"/>
                        <a:pt x="112" y="129"/>
                      </a:cubicBezTo>
                      <a:cubicBezTo>
                        <a:pt x="109" y="129"/>
                        <a:pt x="109" y="129"/>
                        <a:pt x="109" y="129"/>
                      </a:cubicBezTo>
                      <a:cubicBezTo>
                        <a:pt x="105" y="129"/>
                        <a:pt x="102" y="110"/>
                        <a:pt x="100" y="105"/>
                      </a:cubicBezTo>
                      <a:cubicBezTo>
                        <a:pt x="98" y="101"/>
                        <a:pt x="98" y="97"/>
                        <a:pt x="97" y="92"/>
                      </a:cubicBezTo>
                      <a:cubicBezTo>
                        <a:pt x="96" y="87"/>
                        <a:pt x="94" y="86"/>
                        <a:pt x="94" y="79"/>
                      </a:cubicBezTo>
                      <a:cubicBezTo>
                        <a:pt x="94" y="76"/>
                        <a:pt x="94" y="76"/>
                        <a:pt x="94" y="76"/>
                      </a:cubicBezTo>
                      <a:cubicBezTo>
                        <a:pt x="94" y="65"/>
                        <a:pt x="110" y="67"/>
                        <a:pt x="110" y="61"/>
                      </a:cubicBezTo>
                      <a:cubicBezTo>
                        <a:pt x="110" y="60"/>
                        <a:pt x="110" y="60"/>
                        <a:pt x="110" y="60"/>
                      </a:cubicBezTo>
                      <a:cubicBezTo>
                        <a:pt x="110" y="58"/>
                        <a:pt x="109" y="57"/>
                        <a:pt x="108" y="57"/>
                      </a:cubicBezTo>
                      <a:cubicBezTo>
                        <a:pt x="105" y="57"/>
                        <a:pt x="105" y="57"/>
                        <a:pt x="105" y="57"/>
                      </a:cubicBezTo>
                      <a:cubicBezTo>
                        <a:pt x="104" y="57"/>
                        <a:pt x="104" y="57"/>
                        <a:pt x="104" y="57"/>
                      </a:cubicBezTo>
                      <a:cubicBezTo>
                        <a:pt x="103" y="58"/>
                        <a:pt x="102" y="59"/>
                        <a:pt x="101" y="59"/>
                      </a:cubicBezTo>
                      <a:cubicBezTo>
                        <a:pt x="99" y="60"/>
                        <a:pt x="99" y="59"/>
                        <a:pt x="97" y="60"/>
                      </a:cubicBezTo>
                      <a:cubicBezTo>
                        <a:pt x="95" y="59"/>
                        <a:pt x="91" y="56"/>
                        <a:pt x="91" y="54"/>
                      </a:cubicBezTo>
                      <a:cubicBezTo>
                        <a:pt x="91" y="41"/>
                        <a:pt x="91" y="41"/>
                        <a:pt x="91" y="41"/>
                      </a:cubicBezTo>
                      <a:lnTo>
                        <a:pt x="91" y="29"/>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43" name="íšlïďè"/>
                <p:cNvSpPr/>
                <p:nvPr/>
              </p:nvSpPr>
              <p:spPr bwMode="auto">
                <a:xfrm>
                  <a:off x="5478463" y="3581400"/>
                  <a:ext cx="46038" cy="76200"/>
                </a:xfrm>
                <a:custGeom>
                  <a:avLst/>
                  <a:gdLst>
                    <a:gd name="T0" fmla="*/ 14 w 14"/>
                    <a:gd name="T1" fmla="*/ 15 h 23"/>
                    <a:gd name="T2" fmla="*/ 10 w 14"/>
                    <a:gd name="T3" fmla="*/ 6 h 23"/>
                    <a:gd name="T4" fmla="*/ 3 w 14"/>
                    <a:gd name="T5" fmla="*/ 0 h 23"/>
                    <a:gd name="T6" fmla="*/ 0 w 14"/>
                    <a:gd name="T7" fmla="*/ 3 h 23"/>
                    <a:gd name="T8" fmla="*/ 5 w 14"/>
                    <a:gd name="T9" fmla="*/ 11 h 23"/>
                    <a:gd name="T10" fmla="*/ 5 w 14"/>
                    <a:gd name="T11" fmla="*/ 12 h 23"/>
                    <a:gd name="T12" fmla="*/ 5 w 14"/>
                    <a:gd name="T13" fmla="*/ 14 h 23"/>
                    <a:gd name="T14" fmla="*/ 5 w 14"/>
                    <a:gd name="T15" fmla="*/ 15 h 23"/>
                    <a:gd name="T16" fmla="*/ 2 w 14"/>
                    <a:gd name="T17" fmla="*/ 19 h 23"/>
                    <a:gd name="T18" fmla="*/ 2 w 14"/>
                    <a:gd name="T19" fmla="*/ 22 h 23"/>
                    <a:gd name="T20" fmla="*/ 5 w 14"/>
                    <a:gd name="T21" fmla="*/ 23 h 23"/>
                    <a:gd name="T22" fmla="*/ 6 w 14"/>
                    <a:gd name="T23" fmla="*/ 23 h 23"/>
                    <a:gd name="T24" fmla="*/ 11 w 14"/>
                    <a:gd name="T25" fmla="*/ 20 h 23"/>
                    <a:gd name="T26" fmla="*/ 14 w 14"/>
                    <a:gd name="T27" fmla="*/ 15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4" h="23">
                      <a:moveTo>
                        <a:pt x="14" y="15"/>
                      </a:moveTo>
                      <a:cubicBezTo>
                        <a:pt x="14" y="11"/>
                        <a:pt x="12" y="9"/>
                        <a:pt x="10" y="6"/>
                      </a:cubicBezTo>
                      <a:cubicBezTo>
                        <a:pt x="8" y="5"/>
                        <a:pt x="3" y="1"/>
                        <a:pt x="3" y="0"/>
                      </a:cubicBezTo>
                      <a:cubicBezTo>
                        <a:pt x="0" y="3"/>
                        <a:pt x="0" y="3"/>
                        <a:pt x="0" y="3"/>
                      </a:cubicBezTo>
                      <a:cubicBezTo>
                        <a:pt x="5" y="11"/>
                        <a:pt x="5" y="11"/>
                        <a:pt x="5" y="11"/>
                      </a:cubicBezTo>
                      <a:cubicBezTo>
                        <a:pt x="5" y="12"/>
                        <a:pt x="5" y="12"/>
                        <a:pt x="5" y="12"/>
                      </a:cubicBezTo>
                      <a:cubicBezTo>
                        <a:pt x="5" y="14"/>
                        <a:pt x="5" y="14"/>
                        <a:pt x="5" y="14"/>
                      </a:cubicBezTo>
                      <a:cubicBezTo>
                        <a:pt x="5" y="15"/>
                        <a:pt x="5" y="15"/>
                        <a:pt x="5" y="15"/>
                      </a:cubicBezTo>
                      <a:cubicBezTo>
                        <a:pt x="2" y="19"/>
                        <a:pt x="2" y="19"/>
                        <a:pt x="2" y="19"/>
                      </a:cubicBezTo>
                      <a:cubicBezTo>
                        <a:pt x="2" y="22"/>
                        <a:pt x="2" y="22"/>
                        <a:pt x="2" y="22"/>
                      </a:cubicBezTo>
                      <a:cubicBezTo>
                        <a:pt x="5" y="23"/>
                        <a:pt x="5" y="23"/>
                        <a:pt x="5" y="23"/>
                      </a:cubicBezTo>
                      <a:cubicBezTo>
                        <a:pt x="6" y="23"/>
                        <a:pt x="6" y="23"/>
                        <a:pt x="6" y="23"/>
                      </a:cubicBezTo>
                      <a:cubicBezTo>
                        <a:pt x="7" y="23"/>
                        <a:pt x="11" y="21"/>
                        <a:pt x="11" y="20"/>
                      </a:cubicBezTo>
                      <a:cubicBezTo>
                        <a:pt x="13" y="19"/>
                        <a:pt x="13" y="17"/>
                        <a:pt x="14" y="1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44" name="işḷîḑe"/>
                <p:cNvSpPr/>
                <p:nvPr/>
              </p:nvSpPr>
              <p:spPr bwMode="auto">
                <a:xfrm>
                  <a:off x="6310313" y="3136900"/>
                  <a:ext cx="406400" cy="554038"/>
                </a:xfrm>
                <a:custGeom>
                  <a:avLst/>
                  <a:gdLst>
                    <a:gd name="T0" fmla="*/ 101 w 123"/>
                    <a:gd name="T1" fmla="*/ 9 h 166"/>
                    <a:gd name="T2" fmla="*/ 96 w 123"/>
                    <a:gd name="T3" fmla="*/ 0 h 166"/>
                    <a:gd name="T4" fmla="*/ 76 w 123"/>
                    <a:gd name="T5" fmla="*/ 23 h 166"/>
                    <a:gd name="T6" fmla="*/ 66 w 123"/>
                    <a:gd name="T7" fmla="*/ 20 h 166"/>
                    <a:gd name="T8" fmla="*/ 69 w 123"/>
                    <a:gd name="T9" fmla="*/ 29 h 166"/>
                    <a:gd name="T10" fmla="*/ 64 w 123"/>
                    <a:gd name="T11" fmla="*/ 38 h 166"/>
                    <a:gd name="T12" fmla="*/ 71 w 123"/>
                    <a:gd name="T13" fmla="*/ 37 h 166"/>
                    <a:gd name="T14" fmla="*/ 78 w 123"/>
                    <a:gd name="T15" fmla="*/ 38 h 166"/>
                    <a:gd name="T16" fmla="*/ 104 w 123"/>
                    <a:gd name="T17" fmla="*/ 37 h 166"/>
                    <a:gd name="T18" fmla="*/ 97 w 123"/>
                    <a:gd name="T19" fmla="*/ 43 h 166"/>
                    <a:gd name="T20" fmla="*/ 85 w 123"/>
                    <a:gd name="T21" fmla="*/ 56 h 166"/>
                    <a:gd name="T22" fmla="*/ 78 w 123"/>
                    <a:gd name="T23" fmla="*/ 67 h 166"/>
                    <a:gd name="T24" fmla="*/ 72 w 123"/>
                    <a:gd name="T25" fmla="*/ 62 h 166"/>
                    <a:gd name="T26" fmla="*/ 72 w 123"/>
                    <a:gd name="T27" fmla="*/ 48 h 166"/>
                    <a:gd name="T28" fmla="*/ 63 w 123"/>
                    <a:gd name="T29" fmla="*/ 57 h 166"/>
                    <a:gd name="T30" fmla="*/ 56 w 123"/>
                    <a:gd name="T31" fmla="*/ 57 h 166"/>
                    <a:gd name="T32" fmla="*/ 61 w 123"/>
                    <a:gd name="T33" fmla="*/ 66 h 166"/>
                    <a:gd name="T34" fmla="*/ 59 w 123"/>
                    <a:gd name="T35" fmla="*/ 70 h 166"/>
                    <a:gd name="T36" fmla="*/ 68 w 123"/>
                    <a:gd name="T37" fmla="*/ 74 h 166"/>
                    <a:gd name="T38" fmla="*/ 68 w 123"/>
                    <a:gd name="T39" fmla="*/ 78 h 166"/>
                    <a:gd name="T40" fmla="*/ 40 w 123"/>
                    <a:gd name="T41" fmla="*/ 92 h 166"/>
                    <a:gd name="T42" fmla="*/ 24 w 123"/>
                    <a:gd name="T43" fmla="*/ 99 h 166"/>
                    <a:gd name="T44" fmla="*/ 3 w 123"/>
                    <a:gd name="T45" fmla="*/ 105 h 166"/>
                    <a:gd name="T46" fmla="*/ 2 w 123"/>
                    <a:gd name="T47" fmla="*/ 112 h 166"/>
                    <a:gd name="T48" fmla="*/ 14 w 123"/>
                    <a:gd name="T49" fmla="*/ 120 h 166"/>
                    <a:gd name="T50" fmla="*/ 32 w 123"/>
                    <a:gd name="T51" fmla="*/ 108 h 166"/>
                    <a:gd name="T52" fmla="*/ 55 w 123"/>
                    <a:gd name="T53" fmla="*/ 93 h 166"/>
                    <a:gd name="T54" fmla="*/ 63 w 123"/>
                    <a:gd name="T55" fmla="*/ 89 h 166"/>
                    <a:gd name="T56" fmla="*/ 82 w 123"/>
                    <a:gd name="T57" fmla="*/ 83 h 166"/>
                    <a:gd name="T58" fmla="*/ 82 w 123"/>
                    <a:gd name="T59" fmla="*/ 86 h 166"/>
                    <a:gd name="T60" fmla="*/ 74 w 123"/>
                    <a:gd name="T61" fmla="*/ 97 h 166"/>
                    <a:gd name="T62" fmla="*/ 61 w 123"/>
                    <a:gd name="T63" fmla="*/ 107 h 166"/>
                    <a:gd name="T64" fmla="*/ 64 w 123"/>
                    <a:gd name="T65" fmla="*/ 118 h 166"/>
                    <a:gd name="T66" fmla="*/ 55 w 123"/>
                    <a:gd name="T67" fmla="*/ 126 h 166"/>
                    <a:gd name="T68" fmla="*/ 40 w 123"/>
                    <a:gd name="T69" fmla="*/ 129 h 166"/>
                    <a:gd name="T70" fmla="*/ 30 w 123"/>
                    <a:gd name="T71" fmla="*/ 130 h 166"/>
                    <a:gd name="T72" fmla="*/ 35 w 123"/>
                    <a:gd name="T73" fmla="*/ 141 h 166"/>
                    <a:gd name="T74" fmla="*/ 38 w 123"/>
                    <a:gd name="T75" fmla="*/ 141 h 166"/>
                    <a:gd name="T76" fmla="*/ 56 w 123"/>
                    <a:gd name="T77" fmla="*/ 133 h 166"/>
                    <a:gd name="T78" fmla="*/ 63 w 123"/>
                    <a:gd name="T79" fmla="*/ 141 h 166"/>
                    <a:gd name="T80" fmla="*/ 56 w 123"/>
                    <a:gd name="T81" fmla="*/ 154 h 166"/>
                    <a:gd name="T82" fmla="*/ 53 w 123"/>
                    <a:gd name="T83" fmla="*/ 154 h 166"/>
                    <a:gd name="T84" fmla="*/ 49 w 123"/>
                    <a:gd name="T85" fmla="*/ 154 h 166"/>
                    <a:gd name="T86" fmla="*/ 46 w 123"/>
                    <a:gd name="T87" fmla="*/ 156 h 166"/>
                    <a:gd name="T88" fmla="*/ 56 w 123"/>
                    <a:gd name="T89" fmla="*/ 166 h 166"/>
                    <a:gd name="T90" fmla="*/ 71 w 123"/>
                    <a:gd name="T91" fmla="*/ 160 h 166"/>
                    <a:gd name="T92" fmla="*/ 75 w 123"/>
                    <a:gd name="T93" fmla="*/ 146 h 166"/>
                    <a:gd name="T94" fmla="*/ 80 w 123"/>
                    <a:gd name="T95" fmla="*/ 124 h 166"/>
                    <a:gd name="T96" fmla="*/ 94 w 123"/>
                    <a:gd name="T97" fmla="*/ 120 h 166"/>
                    <a:gd name="T98" fmla="*/ 81 w 123"/>
                    <a:gd name="T99" fmla="*/ 117 h 166"/>
                    <a:gd name="T100" fmla="*/ 72 w 123"/>
                    <a:gd name="T101" fmla="*/ 107 h 166"/>
                    <a:gd name="T102" fmla="*/ 78 w 123"/>
                    <a:gd name="T103" fmla="*/ 96 h 166"/>
                    <a:gd name="T104" fmla="*/ 92 w 123"/>
                    <a:gd name="T105" fmla="*/ 89 h 166"/>
                    <a:gd name="T106" fmla="*/ 102 w 123"/>
                    <a:gd name="T107" fmla="*/ 78 h 166"/>
                    <a:gd name="T108" fmla="*/ 95 w 123"/>
                    <a:gd name="T109" fmla="*/ 61 h 166"/>
                    <a:gd name="T110" fmla="*/ 109 w 123"/>
                    <a:gd name="T111" fmla="*/ 48 h 166"/>
                    <a:gd name="T112" fmla="*/ 116 w 123"/>
                    <a:gd name="T113" fmla="*/ 42 h 166"/>
                    <a:gd name="T114" fmla="*/ 121 w 123"/>
                    <a:gd name="T115" fmla="*/ 32 h 166"/>
                    <a:gd name="T116" fmla="*/ 116 w 123"/>
                    <a:gd name="T117" fmla="*/ 17 h 166"/>
                    <a:gd name="T118" fmla="*/ 104 w 123"/>
                    <a:gd name="T119" fmla="*/ 20 h 166"/>
                    <a:gd name="T120" fmla="*/ 93 w 123"/>
                    <a:gd name="T121" fmla="*/ 21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23" h="166">
                      <a:moveTo>
                        <a:pt x="93" y="21"/>
                      </a:moveTo>
                      <a:cubicBezTo>
                        <a:pt x="94" y="14"/>
                        <a:pt x="98" y="14"/>
                        <a:pt x="101" y="9"/>
                      </a:cubicBezTo>
                      <a:cubicBezTo>
                        <a:pt x="101" y="8"/>
                        <a:pt x="101" y="8"/>
                        <a:pt x="101" y="8"/>
                      </a:cubicBezTo>
                      <a:cubicBezTo>
                        <a:pt x="101" y="5"/>
                        <a:pt x="97" y="1"/>
                        <a:pt x="96" y="0"/>
                      </a:cubicBezTo>
                      <a:cubicBezTo>
                        <a:pt x="89" y="3"/>
                        <a:pt x="91" y="6"/>
                        <a:pt x="88" y="13"/>
                      </a:cubicBezTo>
                      <a:cubicBezTo>
                        <a:pt x="85" y="17"/>
                        <a:pt x="82" y="23"/>
                        <a:pt x="76" y="23"/>
                      </a:cubicBezTo>
                      <a:cubicBezTo>
                        <a:pt x="75" y="23"/>
                        <a:pt x="70" y="18"/>
                        <a:pt x="67" y="17"/>
                      </a:cubicBezTo>
                      <a:cubicBezTo>
                        <a:pt x="66" y="20"/>
                        <a:pt x="66" y="20"/>
                        <a:pt x="66" y="20"/>
                      </a:cubicBezTo>
                      <a:cubicBezTo>
                        <a:pt x="67" y="23"/>
                        <a:pt x="69" y="24"/>
                        <a:pt x="69" y="28"/>
                      </a:cubicBezTo>
                      <a:cubicBezTo>
                        <a:pt x="69" y="29"/>
                        <a:pt x="69" y="29"/>
                        <a:pt x="69" y="29"/>
                      </a:cubicBezTo>
                      <a:cubicBezTo>
                        <a:pt x="69" y="29"/>
                        <a:pt x="63" y="36"/>
                        <a:pt x="62" y="37"/>
                      </a:cubicBezTo>
                      <a:cubicBezTo>
                        <a:pt x="63" y="38"/>
                        <a:pt x="61" y="38"/>
                        <a:pt x="64" y="38"/>
                      </a:cubicBezTo>
                      <a:cubicBezTo>
                        <a:pt x="64" y="38"/>
                        <a:pt x="64" y="38"/>
                        <a:pt x="64" y="38"/>
                      </a:cubicBezTo>
                      <a:cubicBezTo>
                        <a:pt x="71" y="37"/>
                        <a:pt x="71" y="37"/>
                        <a:pt x="71" y="37"/>
                      </a:cubicBezTo>
                      <a:cubicBezTo>
                        <a:pt x="74" y="37"/>
                        <a:pt x="74" y="38"/>
                        <a:pt x="78" y="38"/>
                      </a:cubicBezTo>
                      <a:cubicBezTo>
                        <a:pt x="78" y="38"/>
                        <a:pt x="78" y="38"/>
                        <a:pt x="78" y="38"/>
                      </a:cubicBezTo>
                      <a:cubicBezTo>
                        <a:pt x="79" y="38"/>
                        <a:pt x="84" y="33"/>
                        <a:pt x="91" y="32"/>
                      </a:cubicBezTo>
                      <a:cubicBezTo>
                        <a:pt x="96" y="31"/>
                        <a:pt x="104" y="30"/>
                        <a:pt x="104" y="37"/>
                      </a:cubicBezTo>
                      <a:cubicBezTo>
                        <a:pt x="104" y="39"/>
                        <a:pt x="102" y="41"/>
                        <a:pt x="101" y="43"/>
                      </a:cubicBezTo>
                      <a:cubicBezTo>
                        <a:pt x="98" y="43"/>
                        <a:pt x="99" y="43"/>
                        <a:pt x="97" y="43"/>
                      </a:cubicBezTo>
                      <a:cubicBezTo>
                        <a:pt x="96" y="43"/>
                        <a:pt x="93" y="42"/>
                        <a:pt x="92" y="41"/>
                      </a:cubicBezTo>
                      <a:cubicBezTo>
                        <a:pt x="85" y="46"/>
                        <a:pt x="88" y="49"/>
                        <a:pt x="85" y="56"/>
                      </a:cubicBezTo>
                      <a:cubicBezTo>
                        <a:pt x="84" y="57"/>
                        <a:pt x="81" y="64"/>
                        <a:pt x="81" y="64"/>
                      </a:cubicBezTo>
                      <a:cubicBezTo>
                        <a:pt x="80" y="66"/>
                        <a:pt x="80" y="64"/>
                        <a:pt x="78" y="67"/>
                      </a:cubicBezTo>
                      <a:cubicBezTo>
                        <a:pt x="77" y="70"/>
                        <a:pt x="78" y="68"/>
                        <a:pt x="76" y="70"/>
                      </a:cubicBezTo>
                      <a:cubicBezTo>
                        <a:pt x="74" y="67"/>
                        <a:pt x="72" y="66"/>
                        <a:pt x="72" y="62"/>
                      </a:cubicBezTo>
                      <a:cubicBezTo>
                        <a:pt x="72" y="61"/>
                        <a:pt x="75" y="55"/>
                        <a:pt x="76" y="54"/>
                      </a:cubicBezTo>
                      <a:cubicBezTo>
                        <a:pt x="75" y="51"/>
                        <a:pt x="75" y="48"/>
                        <a:pt x="72" y="48"/>
                      </a:cubicBezTo>
                      <a:cubicBezTo>
                        <a:pt x="71" y="48"/>
                        <a:pt x="70" y="49"/>
                        <a:pt x="70" y="49"/>
                      </a:cubicBezTo>
                      <a:cubicBezTo>
                        <a:pt x="70" y="55"/>
                        <a:pt x="67" y="55"/>
                        <a:pt x="63" y="57"/>
                      </a:cubicBezTo>
                      <a:cubicBezTo>
                        <a:pt x="62" y="56"/>
                        <a:pt x="60" y="55"/>
                        <a:pt x="59" y="55"/>
                      </a:cubicBezTo>
                      <a:cubicBezTo>
                        <a:pt x="58" y="55"/>
                        <a:pt x="56" y="57"/>
                        <a:pt x="56" y="57"/>
                      </a:cubicBezTo>
                      <a:cubicBezTo>
                        <a:pt x="58" y="60"/>
                        <a:pt x="59" y="60"/>
                        <a:pt x="61" y="64"/>
                      </a:cubicBezTo>
                      <a:cubicBezTo>
                        <a:pt x="61" y="66"/>
                        <a:pt x="61" y="66"/>
                        <a:pt x="61" y="66"/>
                      </a:cubicBezTo>
                      <a:cubicBezTo>
                        <a:pt x="61" y="67"/>
                        <a:pt x="61" y="67"/>
                        <a:pt x="61" y="67"/>
                      </a:cubicBezTo>
                      <a:cubicBezTo>
                        <a:pt x="59" y="70"/>
                        <a:pt x="59" y="70"/>
                        <a:pt x="59" y="70"/>
                      </a:cubicBezTo>
                      <a:cubicBezTo>
                        <a:pt x="60" y="71"/>
                        <a:pt x="58" y="71"/>
                        <a:pt x="61" y="71"/>
                      </a:cubicBezTo>
                      <a:cubicBezTo>
                        <a:pt x="64" y="71"/>
                        <a:pt x="66" y="72"/>
                        <a:pt x="68" y="74"/>
                      </a:cubicBezTo>
                      <a:cubicBezTo>
                        <a:pt x="68" y="75"/>
                        <a:pt x="68" y="75"/>
                        <a:pt x="68" y="75"/>
                      </a:cubicBezTo>
                      <a:cubicBezTo>
                        <a:pt x="68" y="78"/>
                        <a:pt x="68" y="78"/>
                        <a:pt x="68" y="78"/>
                      </a:cubicBezTo>
                      <a:cubicBezTo>
                        <a:pt x="68" y="82"/>
                        <a:pt x="58" y="85"/>
                        <a:pt x="55" y="86"/>
                      </a:cubicBezTo>
                      <a:cubicBezTo>
                        <a:pt x="50" y="88"/>
                        <a:pt x="44" y="91"/>
                        <a:pt x="40" y="92"/>
                      </a:cubicBezTo>
                      <a:cubicBezTo>
                        <a:pt x="36" y="94"/>
                        <a:pt x="35" y="94"/>
                        <a:pt x="32" y="96"/>
                      </a:cubicBezTo>
                      <a:cubicBezTo>
                        <a:pt x="29" y="97"/>
                        <a:pt x="27" y="97"/>
                        <a:pt x="24" y="99"/>
                      </a:cubicBezTo>
                      <a:cubicBezTo>
                        <a:pt x="20" y="101"/>
                        <a:pt x="13" y="104"/>
                        <a:pt x="9" y="104"/>
                      </a:cubicBezTo>
                      <a:cubicBezTo>
                        <a:pt x="3" y="105"/>
                        <a:pt x="3" y="105"/>
                        <a:pt x="3" y="105"/>
                      </a:cubicBezTo>
                      <a:cubicBezTo>
                        <a:pt x="1" y="105"/>
                        <a:pt x="1" y="106"/>
                        <a:pt x="0" y="107"/>
                      </a:cubicBezTo>
                      <a:cubicBezTo>
                        <a:pt x="0" y="108"/>
                        <a:pt x="0" y="111"/>
                        <a:pt x="2" y="112"/>
                      </a:cubicBezTo>
                      <a:cubicBezTo>
                        <a:pt x="4" y="114"/>
                        <a:pt x="3" y="114"/>
                        <a:pt x="5" y="115"/>
                      </a:cubicBezTo>
                      <a:cubicBezTo>
                        <a:pt x="6" y="116"/>
                        <a:pt x="12" y="119"/>
                        <a:pt x="14" y="120"/>
                      </a:cubicBezTo>
                      <a:cubicBezTo>
                        <a:pt x="15" y="119"/>
                        <a:pt x="15" y="119"/>
                        <a:pt x="17" y="119"/>
                      </a:cubicBezTo>
                      <a:cubicBezTo>
                        <a:pt x="20" y="119"/>
                        <a:pt x="30" y="110"/>
                        <a:pt x="32" y="108"/>
                      </a:cubicBezTo>
                      <a:cubicBezTo>
                        <a:pt x="36" y="104"/>
                        <a:pt x="42" y="101"/>
                        <a:pt x="47" y="98"/>
                      </a:cubicBezTo>
                      <a:cubicBezTo>
                        <a:pt x="50" y="96"/>
                        <a:pt x="52" y="95"/>
                        <a:pt x="55" y="93"/>
                      </a:cubicBezTo>
                      <a:cubicBezTo>
                        <a:pt x="57" y="92"/>
                        <a:pt x="58" y="92"/>
                        <a:pt x="59" y="91"/>
                      </a:cubicBezTo>
                      <a:cubicBezTo>
                        <a:pt x="61" y="90"/>
                        <a:pt x="61" y="90"/>
                        <a:pt x="63" y="89"/>
                      </a:cubicBezTo>
                      <a:cubicBezTo>
                        <a:pt x="68" y="87"/>
                        <a:pt x="74" y="80"/>
                        <a:pt x="79" y="80"/>
                      </a:cubicBezTo>
                      <a:cubicBezTo>
                        <a:pt x="81" y="80"/>
                        <a:pt x="82" y="82"/>
                        <a:pt x="82" y="83"/>
                      </a:cubicBezTo>
                      <a:cubicBezTo>
                        <a:pt x="82" y="85"/>
                        <a:pt x="82" y="85"/>
                        <a:pt x="82" y="85"/>
                      </a:cubicBezTo>
                      <a:cubicBezTo>
                        <a:pt x="82" y="86"/>
                        <a:pt x="82" y="86"/>
                        <a:pt x="82" y="86"/>
                      </a:cubicBezTo>
                      <a:cubicBezTo>
                        <a:pt x="80" y="90"/>
                        <a:pt x="79" y="89"/>
                        <a:pt x="78" y="93"/>
                      </a:cubicBezTo>
                      <a:cubicBezTo>
                        <a:pt x="75" y="94"/>
                        <a:pt x="75" y="94"/>
                        <a:pt x="74" y="97"/>
                      </a:cubicBezTo>
                      <a:cubicBezTo>
                        <a:pt x="69" y="98"/>
                        <a:pt x="71" y="99"/>
                        <a:pt x="67" y="101"/>
                      </a:cubicBezTo>
                      <a:cubicBezTo>
                        <a:pt x="63" y="103"/>
                        <a:pt x="63" y="103"/>
                        <a:pt x="61" y="107"/>
                      </a:cubicBezTo>
                      <a:cubicBezTo>
                        <a:pt x="61" y="110"/>
                        <a:pt x="64" y="114"/>
                        <a:pt x="64" y="117"/>
                      </a:cubicBezTo>
                      <a:cubicBezTo>
                        <a:pt x="64" y="118"/>
                        <a:pt x="64" y="118"/>
                        <a:pt x="64" y="118"/>
                      </a:cubicBezTo>
                      <a:cubicBezTo>
                        <a:pt x="64" y="119"/>
                        <a:pt x="64" y="119"/>
                        <a:pt x="64" y="119"/>
                      </a:cubicBezTo>
                      <a:cubicBezTo>
                        <a:pt x="61" y="123"/>
                        <a:pt x="60" y="125"/>
                        <a:pt x="55" y="126"/>
                      </a:cubicBezTo>
                      <a:cubicBezTo>
                        <a:pt x="51" y="127"/>
                        <a:pt x="43" y="129"/>
                        <a:pt x="41" y="129"/>
                      </a:cubicBezTo>
                      <a:cubicBezTo>
                        <a:pt x="40" y="129"/>
                        <a:pt x="40" y="129"/>
                        <a:pt x="40" y="129"/>
                      </a:cubicBezTo>
                      <a:cubicBezTo>
                        <a:pt x="32" y="130"/>
                        <a:pt x="32" y="130"/>
                        <a:pt x="32" y="130"/>
                      </a:cubicBezTo>
                      <a:cubicBezTo>
                        <a:pt x="30" y="130"/>
                        <a:pt x="30" y="130"/>
                        <a:pt x="30" y="130"/>
                      </a:cubicBezTo>
                      <a:cubicBezTo>
                        <a:pt x="27" y="132"/>
                        <a:pt x="27" y="132"/>
                        <a:pt x="27" y="132"/>
                      </a:cubicBezTo>
                      <a:cubicBezTo>
                        <a:pt x="30" y="136"/>
                        <a:pt x="30" y="138"/>
                        <a:pt x="35" y="141"/>
                      </a:cubicBezTo>
                      <a:cubicBezTo>
                        <a:pt x="36" y="141"/>
                        <a:pt x="36" y="141"/>
                        <a:pt x="36" y="141"/>
                      </a:cubicBezTo>
                      <a:cubicBezTo>
                        <a:pt x="38" y="141"/>
                        <a:pt x="38" y="141"/>
                        <a:pt x="38" y="141"/>
                      </a:cubicBezTo>
                      <a:cubicBezTo>
                        <a:pt x="39" y="141"/>
                        <a:pt x="39" y="141"/>
                        <a:pt x="39" y="141"/>
                      </a:cubicBezTo>
                      <a:cubicBezTo>
                        <a:pt x="43" y="138"/>
                        <a:pt x="51" y="133"/>
                        <a:pt x="56" y="133"/>
                      </a:cubicBezTo>
                      <a:cubicBezTo>
                        <a:pt x="58" y="133"/>
                        <a:pt x="58" y="133"/>
                        <a:pt x="58" y="133"/>
                      </a:cubicBezTo>
                      <a:cubicBezTo>
                        <a:pt x="62" y="133"/>
                        <a:pt x="63" y="137"/>
                        <a:pt x="63" y="141"/>
                      </a:cubicBezTo>
                      <a:cubicBezTo>
                        <a:pt x="63" y="143"/>
                        <a:pt x="63" y="143"/>
                        <a:pt x="63" y="143"/>
                      </a:cubicBezTo>
                      <a:cubicBezTo>
                        <a:pt x="63" y="150"/>
                        <a:pt x="60" y="152"/>
                        <a:pt x="56" y="154"/>
                      </a:cubicBezTo>
                      <a:cubicBezTo>
                        <a:pt x="55" y="154"/>
                        <a:pt x="55" y="154"/>
                        <a:pt x="55" y="154"/>
                      </a:cubicBezTo>
                      <a:cubicBezTo>
                        <a:pt x="53" y="154"/>
                        <a:pt x="53" y="154"/>
                        <a:pt x="53" y="154"/>
                      </a:cubicBezTo>
                      <a:cubicBezTo>
                        <a:pt x="52" y="154"/>
                        <a:pt x="52" y="154"/>
                        <a:pt x="51" y="153"/>
                      </a:cubicBezTo>
                      <a:cubicBezTo>
                        <a:pt x="50" y="154"/>
                        <a:pt x="50" y="154"/>
                        <a:pt x="49" y="154"/>
                      </a:cubicBezTo>
                      <a:cubicBezTo>
                        <a:pt x="47" y="154"/>
                        <a:pt x="47" y="154"/>
                        <a:pt x="47" y="154"/>
                      </a:cubicBezTo>
                      <a:cubicBezTo>
                        <a:pt x="47" y="155"/>
                        <a:pt x="46" y="155"/>
                        <a:pt x="46" y="156"/>
                      </a:cubicBezTo>
                      <a:cubicBezTo>
                        <a:pt x="46" y="158"/>
                        <a:pt x="53" y="165"/>
                        <a:pt x="55" y="166"/>
                      </a:cubicBezTo>
                      <a:cubicBezTo>
                        <a:pt x="56" y="166"/>
                        <a:pt x="56" y="166"/>
                        <a:pt x="56" y="166"/>
                      </a:cubicBezTo>
                      <a:cubicBezTo>
                        <a:pt x="61" y="166"/>
                        <a:pt x="61" y="166"/>
                        <a:pt x="61" y="166"/>
                      </a:cubicBezTo>
                      <a:cubicBezTo>
                        <a:pt x="66" y="166"/>
                        <a:pt x="69" y="163"/>
                        <a:pt x="71" y="160"/>
                      </a:cubicBezTo>
                      <a:cubicBezTo>
                        <a:pt x="74" y="155"/>
                        <a:pt x="74" y="151"/>
                        <a:pt x="76" y="148"/>
                      </a:cubicBezTo>
                      <a:cubicBezTo>
                        <a:pt x="75" y="146"/>
                        <a:pt x="75" y="148"/>
                        <a:pt x="75" y="146"/>
                      </a:cubicBezTo>
                      <a:cubicBezTo>
                        <a:pt x="75" y="138"/>
                        <a:pt x="75" y="138"/>
                        <a:pt x="75" y="138"/>
                      </a:cubicBezTo>
                      <a:cubicBezTo>
                        <a:pt x="75" y="130"/>
                        <a:pt x="74" y="128"/>
                        <a:pt x="80" y="124"/>
                      </a:cubicBezTo>
                      <a:cubicBezTo>
                        <a:pt x="81" y="124"/>
                        <a:pt x="81" y="124"/>
                        <a:pt x="81" y="124"/>
                      </a:cubicBezTo>
                      <a:cubicBezTo>
                        <a:pt x="90" y="124"/>
                        <a:pt x="90" y="127"/>
                        <a:pt x="94" y="120"/>
                      </a:cubicBezTo>
                      <a:cubicBezTo>
                        <a:pt x="92" y="117"/>
                        <a:pt x="91" y="116"/>
                        <a:pt x="88" y="115"/>
                      </a:cubicBezTo>
                      <a:cubicBezTo>
                        <a:pt x="86" y="116"/>
                        <a:pt x="84" y="117"/>
                        <a:pt x="81" y="117"/>
                      </a:cubicBezTo>
                      <a:cubicBezTo>
                        <a:pt x="79" y="117"/>
                        <a:pt x="79" y="117"/>
                        <a:pt x="79" y="117"/>
                      </a:cubicBezTo>
                      <a:cubicBezTo>
                        <a:pt x="77" y="116"/>
                        <a:pt x="72" y="109"/>
                        <a:pt x="72" y="107"/>
                      </a:cubicBezTo>
                      <a:cubicBezTo>
                        <a:pt x="72" y="105"/>
                        <a:pt x="72" y="105"/>
                        <a:pt x="72" y="105"/>
                      </a:cubicBezTo>
                      <a:cubicBezTo>
                        <a:pt x="72" y="99"/>
                        <a:pt x="75" y="100"/>
                        <a:pt x="78" y="96"/>
                      </a:cubicBezTo>
                      <a:cubicBezTo>
                        <a:pt x="80" y="96"/>
                        <a:pt x="80" y="96"/>
                        <a:pt x="80" y="96"/>
                      </a:cubicBezTo>
                      <a:cubicBezTo>
                        <a:pt x="82" y="93"/>
                        <a:pt x="89" y="90"/>
                        <a:pt x="92" y="89"/>
                      </a:cubicBezTo>
                      <a:cubicBezTo>
                        <a:pt x="95" y="87"/>
                        <a:pt x="101" y="83"/>
                        <a:pt x="101" y="80"/>
                      </a:cubicBezTo>
                      <a:cubicBezTo>
                        <a:pt x="101" y="77"/>
                        <a:pt x="101" y="79"/>
                        <a:pt x="102" y="78"/>
                      </a:cubicBezTo>
                      <a:cubicBezTo>
                        <a:pt x="101" y="77"/>
                        <a:pt x="101" y="79"/>
                        <a:pt x="101" y="77"/>
                      </a:cubicBezTo>
                      <a:cubicBezTo>
                        <a:pt x="101" y="73"/>
                        <a:pt x="96" y="64"/>
                        <a:pt x="95" y="61"/>
                      </a:cubicBezTo>
                      <a:cubicBezTo>
                        <a:pt x="95" y="61"/>
                        <a:pt x="101" y="55"/>
                        <a:pt x="102" y="55"/>
                      </a:cubicBezTo>
                      <a:cubicBezTo>
                        <a:pt x="104" y="52"/>
                        <a:pt x="106" y="51"/>
                        <a:pt x="109" y="48"/>
                      </a:cubicBezTo>
                      <a:cubicBezTo>
                        <a:pt x="110" y="47"/>
                        <a:pt x="112" y="46"/>
                        <a:pt x="113" y="45"/>
                      </a:cubicBezTo>
                      <a:cubicBezTo>
                        <a:pt x="114" y="44"/>
                        <a:pt x="115" y="43"/>
                        <a:pt x="116" y="42"/>
                      </a:cubicBezTo>
                      <a:cubicBezTo>
                        <a:pt x="118" y="39"/>
                        <a:pt x="118" y="35"/>
                        <a:pt x="121" y="34"/>
                      </a:cubicBezTo>
                      <a:cubicBezTo>
                        <a:pt x="121" y="32"/>
                        <a:pt x="121" y="32"/>
                        <a:pt x="121" y="32"/>
                      </a:cubicBezTo>
                      <a:cubicBezTo>
                        <a:pt x="121" y="27"/>
                        <a:pt x="123" y="30"/>
                        <a:pt x="120" y="24"/>
                      </a:cubicBezTo>
                      <a:cubicBezTo>
                        <a:pt x="118" y="20"/>
                        <a:pt x="118" y="20"/>
                        <a:pt x="116" y="17"/>
                      </a:cubicBezTo>
                      <a:cubicBezTo>
                        <a:pt x="113" y="17"/>
                        <a:pt x="113" y="17"/>
                        <a:pt x="113" y="17"/>
                      </a:cubicBezTo>
                      <a:cubicBezTo>
                        <a:pt x="111" y="17"/>
                        <a:pt x="105" y="19"/>
                        <a:pt x="104" y="20"/>
                      </a:cubicBezTo>
                      <a:cubicBezTo>
                        <a:pt x="101" y="23"/>
                        <a:pt x="102" y="23"/>
                        <a:pt x="96" y="24"/>
                      </a:cubicBezTo>
                      <a:lnTo>
                        <a:pt x="93" y="2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45" name="íṥḻiďê"/>
                <p:cNvSpPr/>
                <p:nvPr/>
              </p:nvSpPr>
              <p:spPr bwMode="auto">
                <a:xfrm>
                  <a:off x="5159376" y="3357563"/>
                  <a:ext cx="117475" cy="366713"/>
                </a:xfrm>
                <a:custGeom>
                  <a:avLst/>
                  <a:gdLst>
                    <a:gd name="T0" fmla="*/ 23 w 36"/>
                    <a:gd name="T1" fmla="*/ 14 h 110"/>
                    <a:gd name="T2" fmla="*/ 23 w 36"/>
                    <a:gd name="T3" fmla="*/ 12 h 110"/>
                    <a:gd name="T4" fmla="*/ 18 w 36"/>
                    <a:gd name="T5" fmla="*/ 6 h 110"/>
                    <a:gd name="T6" fmla="*/ 13 w 36"/>
                    <a:gd name="T7" fmla="*/ 0 h 110"/>
                    <a:gd name="T8" fmla="*/ 11 w 36"/>
                    <a:gd name="T9" fmla="*/ 4 h 110"/>
                    <a:gd name="T10" fmla="*/ 13 w 36"/>
                    <a:gd name="T11" fmla="*/ 16 h 110"/>
                    <a:gd name="T12" fmla="*/ 12 w 36"/>
                    <a:gd name="T13" fmla="*/ 34 h 110"/>
                    <a:gd name="T14" fmla="*/ 7 w 36"/>
                    <a:gd name="T15" fmla="*/ 65 h 110"/>
                    <a:gd name="T16" fmla="*/ 3 w 36"/>
                    <a:gd name="T17" fmla="*/ 80 h 110"/>
                    <a:gd name="T18" fmla="*/ 0 w 36"/>
                    <a:gd name="T19" fmla="*/ 95 h 110"/>
                    <a:gd name="T20" fmla="*/ 0 w 36"/>
                    <a:gd name="T21" fmla="*/ 98 h 110"/>
                    <a:gd name="T22" fmla="*/ 0 w 36"/>
                    <a:gd name="T23" fmla="*/ 100 h 110"/>
                    <a:gd name="T24" fmla="*/ 4 w 36"/>
                    <a:gd name="T25" fmla="*/ 105 h 110"/>
                    <a:gd name="T26" fmla="*/ 9 w 36"/>
                    <a:gd name="T27" fmla="*/ 110 h 110"/>
                    <a:gd name="T28" fmla="*/ 15 w 36"/>
                    <a:gd name="T29" fmla="*/ 104 h 110"/>
                    <a:gd name="T30" fmla="*/ 18 w 36"/>
                    <a:gd name="T31" fmla="*/ 96 h 110"/>
                    <a:gd name="T32" fmla="*/ 18 w 36"/>
                    <a:gd name="T33" fmla="*/ 90 h 110"/>
                    <a:gd name="T34" fmla="*/ 21 w 36"/>
                    <a:gd name="T35" fmla="*/ 71 h 110"/>
                    <a:gd name="T36" fmla="*/ 25 w 36"/>
                    <a:gd name="T37" fmla="*/ 53 h 110"/>
                    <a:gd name="T38" fmla="*/ 30 w 36"/>
                    <a:gd name="T39" fmla="*/ 36 h 110"/>
                    <a:gd name="T40" fmla="*/ 35 w 36"/>
                    <a:gd name="T41" fmla="*/ 20 h 110"/>
                    <a:gd name="T42" fmla="*/ 33 w 36"/>
                    <a:gd name="T43" fmla="*/ 20 h 110"/>
                    <a:gd name="T44" fmla="*/ 30 w 36"/>
                    <a:gd name="T45" fmla="*/ 22 h 110"/>
                    <a:gd name="T46" fmla="*/ 23 w 36"/>
                    <a:gd name="T47" fmla="*/ 17 h 110"/>
                    <a:gd name="T48" fmla="*/ 23 w 36"/>
                    <a:gd name="T49" fmla="*/ 15 h 110"/>
                    <a:gd name="T50" fmla="*/ 23 w 36"/>
                    <a:gd name="T51" fmla="*/ 14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6" h="110">
                      <a:moveTo>
                        <a:pt x="23" y="14"/>
                      </a:moveTo>
                      <a:cubicBezTo>
                        <a:pt x="23" y="12"/>
                        <a:pt x="23" y="12"/>
                        <a:pt x="23" y="12"/>
                      </a:cubicBezTo>
                      <a:cubicBezTo>
                        <a:pt x="21" y="8"/>
                        <a:pt x="22" y="9"/>
                        <a:pt x="18" y="6"/>
                      </a:cubicBezTo>
                      <a:cubicBezTo>
                        <a:pt x="17" y="4"/>
                        <a:pt x="15" y="2"/>
                        <a:pt x="13" y="0"/>
                      </a:cubicBezTo>
                      <a:cubicBezTo>
                        <a:pt x="12" y="1"/>
                        <a:pt x="11" y="3"/>
                        <a:pt x="11" y="4"/>
                      </a:cubicBezTo>
                      <a:cubicBezTo>
                        <a:pt x="11" y="7"/>
                        <a:pt x="13" y="12"/>
                        <a:pt x="13" y="16"/>
                      </a:cubicBezTo>
                      <a:cubicBezTo>
                        <a:pt x="12" y="34"/>
                        <a:pt x="12" y="34"/>
                        <a:pt x="12" y="34"/>
                      </a:cubicBezTo>
                      <a:cubicBezTo>
                        <a:pt x="12" y="43"/>
                        <a:pt x="9" y="56"/>
                        <a:pt x="7" y="65"/>
                      </a:cubicBezTo>
                      <a:cubicBezTo>
                        <a:pt x="6" y="72"/>
                        <a:pt x="4" y="75"/>
                        <a:pt x="3" y="80"/>
                      </a:cubicBezTo>
                      <a:cubicBezTo>
                        <a:pt x="2" y="85"/>
                        <a:pt x="0" y="91"/>
                        <a:pt x="0" y="95"/>
                      </a:cubicBezTo>
                      <a:cubicBezTo>
                        <a:pt x="0" y="98"/>
                        <a:pt x="0" y="98"/>
                        <a:pt x="0" y="98"/>
                      </a:cubicBezTo>
                      <a:cubicBezTo>
                        <a:pt x="0" y="100"/>
                        <a:pt x="0" y="100"/>
                        <a:pt x="0" y="100"/>
                      </a:cubicBezTo>
                      <a:cubicBezTo>
                        <a:pt x="2" y="102"/>
                        <a:pt x="2" y="103"/>
                        <a:pt x="4" y="105"/>
                      </a:cubicBezTo>
                      <a:cubicBezTo>
                        <a:pt x="6" y="108"/>
                        <a:pt x="7" y="108"/>
                        <a:pt x="9" y="110"/>
                      </a:cubicBezTo>
                      <a:cubicBezTo>
                        <a:pt x="12" y="108"/>
                        <a:pt x="13" y="108"/>
                        <a:pt x="15" y="104"/>
                      </a:cubicBezTo>
                      <a:cubicBezTo>
                        <a:pt x="16" y="102"/>
                        <a:pt x="18" y="99"/>
                        <a:pt x="18" y="96"/>
                      </a:cubicBezTo>
                      <a:cubicBezTo>
                        <a:pt x="18" y="90"/>
                        <a:pt x="18" y="90"/>
                        <a:pt x="18" y="90"/>
                      </a:cubicBezTo>
                      <a:cubicBezTo>
                        <a:pt x="18" y="83"/>
                        <a:pt x="20" y="77"/>
                        <a:pt x="21" y="71"/>
                      </a:cubicBezTo>
                      <a:cubicBezTo>
                        <a:pt x="23" y="65"/>
                        <a:pt x="23" y="59"/>
                        <a:pt x="25" y="53"/>
                      </a:cubicBezTo>
                      <a:cubicBezTo>
                        <a:pt x="26" y="47"/>
                        <a:pt x="29" y="42"/>
                        <a:pt x="30" y="36"/>
                      </a:cubicBezTo>
                      <a:cubicBezTo>
                        <a:pt x="31" y="28"/>
                        <a:pt x="34" y="27"/>
                        <a:pt x="35" y="20"/>
                      </a:cubicBezTo>
                      <a:cubicBezTo>
                        <a:pt x="34" y="19"/>
                        <a:pt x="36" y="20"/>
                        <a:pt x="33" y="20"/>
                      </a:cubicBezTo>
                      <a:cubicBezTo>
                        <a:pt x="33" y="20"/>
                        <a:pt x="30" y="22"/>
                        <a:pt x="30" y="22"/>
                      </a:cubicBezTo>
                      <a:cubicBezTo>
                        <a:pt x="25" y="21"/>
                        <a:pt x="25" y="21"/>
                        <a:pt x="23" y="17"/>
                      </a:cubicBezTo>
                      <a:cubicBezTo>
                        <a:pt x="23" y="15"/>
                        <a:pt x="23" y="15"/>
                        <a:pt x="23" y="15"/>
                      </a:cubicBezTo>
                      <a:lnTo>
                        <a:pt x="23" y="14"/>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nvGrpSpPr>
              <p:cNvPr id="119" name="ïšľîḍê"/>
              <p:cNvGrpSpPr/>
              <p:nvPr/>
            </p:nvGrpSpPr>
            <p:grpSpPr>
              <a:xfrm>
                <a:off x="4412452" y="3781425"/>
                <a:ext cx="2312689" cy="166461"/>
                <a:chOff x="6986588" y="3521075"/>
                <a:chExt cx="1654176" cy="119063"/>
              </a:xfrm>
            </p:grpSpPr>
            <p:sp>
              <p:nvSpPr>
                <p:cNvPr id="120" name="îṩľîḑê"/>
                <p:cNvSpPr/>
                <p:nvPr/>
              </p:nvSpPr>
              <p:spPr bwMode="auto">
                <a:xfrm>
                  <a:off x="6986588" y="3521075"/>
                  <a:ext cx="155575" cy="119063"/>
                </a:xfrm>
                <a:custGeom>
                  <a:avLst/>
                  <a:gdLst>
                    <a:gd name="T0" fmla="*/ 84 w 98"/>
                    <a:gd name="T1" fmla="*/ 0 h 75"/>
                    <a:gd name="T2" fmla="*/ 59 w 98"/>
                    <a:gd name="T3" fmla="*/ 52 h 75"/>
                    <a:gd name="T4" fmla="*/ 57 w 98"/>
                    <a:gd name="T5" fmla="*/ 0 h 75"/>
                    <a:gd name="T6" fmla="*/ 40 w 98"/>
                    <a:gd name="T7" fmla="*/ 0 h 75"/>
                    <a:gd name="T8" fmla="*/ 15 w 98"/>
                    <a:gd name="T9" fmla="*/ 52 h 75"/>
                    <a:gd name="T10" fmla="*/ 15 w 98"/>
                    <a:gd name="T11" fmla="*/ 0 h 75"/>
                    <a:gd name="T12" fmla="*/ 0 w 98"/>
                    <a:gd name="T13" fmla="*/ 0 h 75"/>
                    <a:gd name="T14" fmla="*/ 2 w 98"/>
                    <a:gd name="T15" fmla="*/ 75 h 75"/>
                    <a:gd name="T16" fmla="*/ 19 w 98"/>
                    <a:gd name="T17" fmla="*/ 75 h 75"/>
                    <a:gd name="T18" fmla="*/ 44 w 98"/>
                    <a:gd name="T19" fmla="*/ 21 h 75"/>
                    <a:gd name="T20" fmla="*/ 46 w 98"/>
                    <a:gd name="T21" fmla="*/ 75 h 75"/>
                    <a:gd name="T22" fmla="*/ 63 w 98"/>
                    <a:gd name="T23" fmla="*/ 75 h 75"/>
                    <a:gd name="T24" fmla="*/ 98 w 98"/>
                    <a:gd name="T25" fmla="*/ 0 h 75"/>
                    <a:gd name="T26" fmla="*/ 84 w 98"/>
                    <a:gd name="T27"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98" h="75">
                      <a:moveTo>
                        <a:pt x="84" y="0"/>
                      </a:moveTo>
                      <a:lnTo>
                        <a:pt x="59" y="52"/>
                      </a:lnTo>
                      <a:lnTo>
                        <a:pt x="57" y="0"/>
                      </a:lnTo>
                      <a:lnTo>
                        <a:pt x="40" y="0"/>
                      </a:lnTo>
                      <a:lnTo>
                        <a:pt x="15" y="52"/>
                      </a:lnTo>
                      <a:lnTo>
                        <a:pt x="15" y="0"/>
                      </a:lnTo>
                      <a:lnTo>
                        <a:pt x="0" y="0"/>
                      </a:lnTo>
                      <a:lnTo>
                        <a:pt x="2" y="75"/>
                      </a:lnTo>
                      <a:lnTo>
                        <a:pt x="19" y="75"/>
                      </a:lnTo>
                      <a:lnTo>
                        <a:pt x="44" y="21"/>
                      </a:lnTo>
                      <a:lnTo>
                        <a:pt x="46" y="75"/>
                      </a:lnTo>
                      <a:lnTo>
                        <a:pt x="63" y="75"/>
                      </a:lnTo>
                      <a:lnTo>
                        <a:pt x="98" y="0"/>
                      </a:lnTo>
                      <a:lnTo>
                        <a:pt x="84"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21" name="îṩḷîde"/>
                <p:cNvSpPr/>
                <p:nvPr/>
              </p:nvSpPr>
              <p:spPr bwMode="auto">
                <a:xfrm>
                  <a:off x="7135813" y="3521075"/>
                  <a:ext cx="112713" cy="119063"/>
                </a:xfrm>
                <a:custGeom>
                  <a:avLst/>
                  <a:gdLst>
                    <a:gd name="T0" fmla="*/ 22 w 34"/>
                    <a:gd name="T1" fmla="*/ 20 h 36"/>
                    <a:gd name="T2" fmla="*/ 20 w 34"/>
                    <a:gd name="T3" fmla="*/ 26 h 36"/>
                    <a:gd name="T4" fmla="*/ 18 w 34"/>
                    <a:gd name="T5" fmla="*/ 29 h 36"/>
                    <a:gd name="T6" fmla="*/ 13 w 34"/>
                    <a:gd name="T7" fmla="*/ 30 h 36"/>
                    <a:gd name="T8" fmla="*/ 9 w 34"/>
                    <a:gd name="T9" fmla="*/ 29 h 36"/>
                    <a:gd name="T10" fmla="*/ 7 w 34"/>
                    <a:gd name="T11" fmla="*/ 25 h 36"/>
                    <a:gd name="T12" fmla="*/ 7 w 34"/>
                    <a:gd name="T13" fmla="*/ 24 h 36"/>
                    <a:gd name="T14" fmla="*/ 8 w 34"/>
                    <a:gd name="T15" fmla="*/ 19 h 36"/>
                    <a:gd name="T16" fmla="*/ 12 w 34"/>
                    <a:gd name="T17" fmla="*/ 0 h 36"/>
                    <a:gd name="T18" fmla="*/ 5 w 34"/>
                    <a:gd name="T19" fmla="*/ 0 h 36"/>
                    <a:gd name="T20" fmla="*/ 1 w 34"/>
                    <a:gd name="T21" fmla="*/ 19 h 36"/>
                    <a:gd name="T22" fmla="*/ 0 w 34"/>
                    <a:gd name="T23" fmla="*/ 23 h 36"/>
                    <a:gd name="T24" fmla="*/ 0 w 34"/>
                    <a:gd name="T25" fmla="*/ 25 h 36"/>
                    <a:gd name="T26" fmla="*/ 3 w 34"/>
                    <a:gd name="T27" fmla="*/ 33 h 36"/>
                    <a:gd name="T28" fmla="*/ 13 w 34"/>
                    <a:gd name="T29" fmla="*/ 36 h 36"/>
                    <a:gd name="T30" fmla="*/ 22 w 34"/>
                    <a:gd name="T31" fmla="*/ 34 h 36"/>
                    <a:gd name="T32" fmla="*/ 27 w 34"/>
                    <a:gd name="T33" fmla="*/ 29 h 36"/>
                    <a:gd name="T34" fmla="*/ 30 w 34"/>
                    <a:gd name="T35" fmla="*/ 20 h 36"/>
                    <a:gd name="T36" fmla="*/ 34 w 34"/>
                    <a:gd name="T37" fmla="*/ 0 h 36"/>
                    <a:gd name="T38" fmla="*/ 26 w 34"/>
                    <a:gd name="T39" fmla="*/ 0 h 36"/>
                    <a:gd name="T40" fmla="*/ 22 w 34"/>
                    <a:gd name="T41" fmla="*/ 2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4" h="36">
                      <a:moveTo>
                        <a:pt x="22" y="20"/>
                      </a:moveTo>
                      <a:cubicBezTo>
                        <a:pt x="22" y="23"/>
                        <a:pt x="21" y="25"/>
                        <a:pt x="20" y="26"/>
                      </a:cubicBezTo>
                      <a:cubicBezTo>
                        <a:pt x="20" y="28"/>
                        <a:pt x="19" y="29"/>
                        <a:pt x="18" y="29"/>
                      </a:cubicBezTo>
                      <a:cubicBezTo>
                        <a:pt x="17" y="30"/>
                        <a:pt x="15" y="30"/>
                        <a:pt x="13" y="30"/>
                      </a:cubicBezTo>
                      <a:cubicBezTo>
                        <a:pt x="11" y="30"/>
                        <a:pt x="10" y="30"/>
                        <a:pt x="9" y="29"/>
                      </a:cubicBezTo>
                      <a:cubicBezTo>
                        <a:pt x="8" y="28"/>
                        <a:pt x="7" y="27"/>
                        <a:pt x="7" y="25"/>
                      </a:cubicBezTo>
                      <a:cubicBezTo>
                        <a:pt x="7" y="25"/>
                        <a:pt x="7" y="25"/>
                        <a:pt x="7" y="24"/>
                      </a:cubicBezTo>
                      <a:cubicBezTo>
                        <a:pt x="8" y="19"/>
                        <a:pt x="8" y="19"/>
                        <a:pt x="8" y="19"/>
                      </a:cubicBezTo>
                      <a:cubicBezTo>
                        <a:pt x="12" y="0"/>
                        <a:pt x="12" y="0"/>
                        <a:pt x="12" y="0"/>
                      </a:cubicBezTo>
                      <a:cubicBezTo>
                        <a:pt x="5" y="0"/>
                        <a:pt x="5" y="0"/>
                        <a:pt x="5" y="0"/>
                      </a:cubicBezTo>
                      <a:cubicBezTo>
                        <a:pt x="1" y="19"/>
                        <a:pt x="1" y="19"/>
                        <a:pt x="1" y="19"/>
                      </a:cubicBezTo>
                      <a:cubicBezTo>
                        <a:pt x="1" y="21"/>
                        <a:pt x="0" y="23"/>
                        <a:pt x="0" y="23"/>
                      </a:cubicBezTo>
                      <a:cubicBezTo>
                        <a:pt x="0" y="24"/>
                        <a:pt x="0" y="25"/>
                        <a:pt x="0" y="25"/>
                      </a:cubicBezTo>
                      <a:cubicBezTo>
                        <a:pt x="0" y="29"/>
                        <a:pt x="1" y="31"/>
                        <a:pt x="3" y="33"/>
                      </a:cubicBezTo>
                      <a:cubicBezTo>
                        <a:pt x="6" y="35"/>
                        <a:pt x="9" y="36"/>
                        <a:pt x="13" y="36"/>
                      </a:cubicBezTo>
                      <a:cubicBezTo>
                        <a:pt x="16" y="36"/>
                        <a:pt x="19" y="36"/>
                        <a:pt x="22" y="34"/>
                      </a:cubicBezTo>
                      <a:cubicBezTo>
                        <a:pt x="24" y="33"/>
                        <a:pt x="25" y="31"/>
                        <a:pt x="27" y="29"/>
                      </a:cubicBezTo>
                      <a:cubicBezTo>
                        <a:pt x="28" y="27"/>
                        <a:pt x="29" y="24"/>
                        <a:pt x="30" y="20"/>
                      </a:cubicBezTo>
                      <a:cubicBezTo>
                        <a:pt x="34" y="0"/>
                        <a:pt x="34" y="0"/>
                        <a:pt x="34" y="0"/>
                      </a:cubicBezTo>
                      <a:cubicBezTo>
                        <a:pt x="26" y="0"/>
                        <a:pt x="26" y="0"/>
                        <a:pt x="26" y="0"/>
                      </a:cubicBezTo>
                      <a:lnTo>
                        <a:pt x="22" y="2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22" name="îṣḻîḑê"/>
                <p:cNvSpPr/>
                <p:nvPr/>
              </p:nvSpPr>
              <p:spPr bwMode="auto">
                <a:xfrm>
                  <a:off x="7248526" y="3521075"/>
                  <a:ext cx="114300" cy="119063"/>
                </a:xfrm>
                <a:custGeom>
                  <a:avLst/>
                  <a:gdLst>
                    <a:gd name="T0" fmla="*/ 58 w 72"/>
                    <a:gd name="T1" fmla="*/ 0 h 75"/>
                    <a:gd name="T2" fmla="*/ 52 w 72"/>
                    <a:gd name="T3" fmla="*/ 29 h 75"/>
                    <a:gd name="T4" fmla="*/ 22 w 72"/>
                    <a:gd name="T5" fmla="*/ 29 h 75"/>
                    <a:gd name="T6" fmla="*/ 29 w 72"/>
                    <a:gd name="T7" fmla="*/ 0 h 75"/>
                    <a:gd name="T8" fmla="*/ 14 w 72"/>
                    <a:gd name="T9" fmla="*/ 0 h 75"/>
                    <a:gd name="T10" fmla="*/ 0 w 72"/>
                    <a:gd name="T11" fmla="*/ 75 h 75"/>
                    <a:gd name="T12" fmla="*/ 14 w 72"/>
                    <a:gd name="T13" fmla="*/ 75 h 75"/>
                    <a:gd name="T14" fmla="*/ 20 w 72"/>
                    <a:gd name="T15" fmla="*/ 42 h 75"/>
                    <a:gd name="T16" fmla="*/ 50 w 72"/>
                    <a:gd name="T17" fmla="*/ 42 h 75"/>
                    <a:gd name="T18" fmla="*/ 43 w 72"/>
                    <a:gd name="T19" fmla="*/ 75 h 75"/>
                    <a:gd name="T20" fmla="*/ 58 w 72"/>
                    <a:gd name="T21" fmla="*/ 75 h 75"/>
                    <a:gd name="T22" fmla="*/ 72 w 72"/>
                    <a:gd name="T23" fmla="*/ 0 h 75"/>
                    <a:gd name="T24" fmla="*/ 58 w 72"/>
                    <a:gd name="T25"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2" h="75">
                      <a:moveTo>
                        <a:pt x="58" y="0"/>
                      </a:moveTo>
                      <a:lnTo>
                        <a:pt x="52" y="29"/>
                      </a:lnTo>
                      <a:lnTo>
                        <a:pt x="22" y="29"/>
                      </a:lnTo>
                      <a:lnTo>
                        <a:pt x="29" y="0"/>
                      </a:lnTo>
                      <a:lnTo>
                        <a:pt x="14" y="0"/>
                      </a:lnTo>
                      <a:lnTo>
                        <a:pt x="0" y="75"/>
                      </a:lnTo>
                      <a:lnTo>
                        <a:pt x="14" y="75"/>
                      </a:lnTo>
                      <a:lnTo>
                        <a:pt x="20" y="42"/>
                      </a:lnTo>
                      <a:lnTo>
                        <a:pt x="50" y="42"/>
                      </a:lnTo>
                      <a:lnTo>
                        <a:pt x="43" y="75"/>
                      </a:lnTo>
                      <a:lnTo>
                        <a:pt x="58" y="75"/>
                      </a:lnTo>
                      <a:lnTo>
                        <a:pt x="72" y="0"/>
                      </a:lnTo>
                      <a:lnTo>
                        <a:pt x="58"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23" name="ïṥlíḑê"/>
                <p:cNvSpPr/>
                <p:nvPr/>
              </p:nvSpPr>
              <p:spPr bwMode="auto">
                <a:xfrm>
                  <a:off x="7356476" y="3521075"/>
                  <a:ext cx="112713" cy="119063"/>
                </a:xfrm>
                <a:custGeom>
                  <a:avLst/>
                  <a:gdLst>
                    <a:gd name="T0" fmla="*/ 42 w 71"/>
                    <a:gd name="T1" fmla="*/ 0 h 75"/>
                    <a:gd name="T2" fmla="*/ 0 w 71"/>
                    <a:gd name="T3" fmla="*/ 75 h 75"/>
                    <a:gd name="T4" fmla="*/ 15 w 71"/>
                    <a:gd name="T5" fmla="*/ 75 h 75"/>
                    <a:gd name="T6" fmla="*/ 23 w 71"/>
                    <a:gd name="T7" fmla="*/ 59 h 75"/>
                    <a:gd name="T8" fmla="*/ 54 w 71"/>
                    <a:gd name="T9" fmla="*/ 59 h 75"/>
                    <a:gd name="T10" fmla="*/ 56 w 71"/>
                    <a:gd name="T11" fmla="*/ 75 h 75"/>
                    <a:gd name="T12" fmla="*/ 71 w 71"/>
                    <a:gd name="T13" fmla="*/ 75 h 75"/>
                    <a:gd name="T14" fmla="*/ 58 w 71"/>
                    <a:gd name="T15" fmla="*/ 0 h 75"/>
                    <a:gd name="T16" fmla="*/ 42 w 71"/>
                    <a:gd name="T17" fmla="*/ 0 h 75"/>
                    <a:gd name="T18" fmla="*/ 29 w 71"/>
                    <a:gd name="T19" fmla="*/ 46 h 75"/>
                    <a:gd name="T20" fmla="*/ 48 w 71"/>
                    <a:gd name="T21" fmla="*/ 17 h 75"/>
                    <a:gd name="T22" fmla="*/ 52 w 71"/>
                    <a:gd name="T23" fmla="*/ 46 h 75"/>
                    <a:gd name="T24" fmla="*/ 29 w 71"/>
                    <a:gd name="T25" fmla="*/ 4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75">
                      <a:moveTo>
                        <a:pt x="42" y="0"/>
                      </a:moveTo>
                      <a:lnTo>
                        <a:pt x="0" y="75"/>
                      </a:lnTo>
                      <a:lnTo>
                        <a:pt x="15" y="75"/>
                      </a:lnTo>
                      <a:lnTo>
                        <a:pt x="23" y="59"/>
                      </a:lnTo>
                      <a:lnTo>
                        <a:pt x="54" y="59"/>
                      </a:lnTo>
                      <a:lnTo>
                        <a:pt x="56" y="75"/>
                      </a:lnTo>
                      <a:lnTo>
                        <a:pt x="71" y="75"/>
                      </a:lnTo>
                      <a:lnTo>
                        <a:pt x="58" y="0"/>
                      </a:lnTo>
                      <a:lnTo>
                        <a:pt x="42" y="0"/>
                      </a:lnTo>
                      <a:close/>
                      <a:moveTo>
                        <a:pt x="29" y="46"/>
                      </a:moveTo>
                      <a:lnTo>
                        <a:pt x="48" y="17"/>
                      </a:lnTo>
                      <a:lnTo>
                        <a:pt x="52" y="46"/>
                      </a:lnTo>
                      <a:lnTo>
                        <a:pt x="29" y="46"/>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24" name="îş1íḋe"/>
                <p:cNvSpPr/>
                <p:nvPr/>
              </p:nvSpPr>
              <p:spPr bwMode="auto">
                <a:xfrm>
                  <a:off x="7481888" y="3521075"/>
                  <a:ext cx="119063" cy="119063"/>
                </a:xfrm>
                <a:custGeom>
                  <a:avLst/>
                  <a:gdLst>
                    <a:gd name="T0" fmla="*/ 50 w 75"/>
                    <a:gd name="T1" fmla="*/ 50 h 75"/>
                    <a:gd name="T2" fmla="*/ 31 w 75"/>
                    <a:gd name="T3" fmla="*/ 0 h 75"/>
                    <a:gd name="T4" fmla="*/ 17 w 75"/>
                    <a:gd name="T5" fmla="*/ 0 h 75"/>
                    <a:gd name="T6" fmla="*/ 0 w 75"/>
                    <a:gd name="T7" fmla="*/ 75 h 75"/>
                    <a:gd name="T8" fmla="*/ 15 w 75"/>
                    <a:gd name="T9" fmla="*/ 75 h 75"/>
                    <a:gd name="T10" fmla="*/ 25 w 75"/>
                    <a:gd name="T11" fmla="*/ 25 h 75"/>
                    <a:gd name="T12" fmla="*/ 46 w 75"/>
                    <a:gd name="T13" fmla="*/ 75 h 75"/>
                    <a:gd name="T14" fmla="*/ 58 w 75"/>
                    <a:gd name="T15" fmla="*/ 75 h 75"/>
                    <a:gd name="T16" fmla="*/ 75 w 75"/>
                    <a:gd name="T17" fmla="*/ 0 h 75"/>
                    <a:gd name="T18" fmla="*/ 61 w 75"/>
                    <a:gd name="T19" fmla="*/ 0 h 75"/>
                    <a:gd name="T20" fmla="*/ 50 w 75"/>
                    <a:gd name="T21" fmla="*/ 5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5" h="75">
                      <a:moveTo>
                        <a:pt x="50" y="50"/>
                      </a:moveTo>
                      <a:lnTo>
                        <a:pt x="31" y="0"/>
                      </a:lnTo>
                      <a:lnTo>
                        <a:pt x="17" y="0"/>
                      </a:lnTo>
                      <a:lnTo>
                        <a:pt x="0" y="75"/>
                      </a:lnTo>
                      <a:lnTo>
                        <a:pt x="15" y="75"/>
                      </a:lnTo>
                      <a:lnTo>
                        <a:pt x="25" y="25"/>
                      </a:lnTo>
                      <a:lnTo>
                        <a:pt x="46" y="75"/>
                      </a:lnTo>
                      <a:lnTo>
                        <a:pt x="58" y="75"/>
                      </a:lnTo>
                      <a:lnTo>
                        <a:pt x="75" y="0"/>
                      </a:lnTo>
                      <a:lnTo>
                        <a:pt x="61" y="0"/>
                      </a:lnTo>
                      <a:lnTo>
                        <a:pt x="50" y="5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25" name="îş1ïḋe"/>
                <p:cNvSpPr/>
                <p:nvPr/>
              </p:nvSpPr>
              <p:spPr bwMode="auto">
                <a:xfrm>
                  <a:off x="7653338" y="3521075"/>
                  <a:ext cx="112713" cy="119063"/>
                </a:xfrm>
                <a:custGeom>
                  <a:avLst/>
                  <a:gdLst>
                    <a:gd name="T0" fmla="*/ 22 w 34"/>
                    <a:gd name="T1" fmla="*/ 20 h 36"/>
                    <a:gd name="T2" fmla="*/ 20 w 34"/>
                    <a:gd name="T3" fmla="*/ 26 h 36"/>
                    <a:gd name="T4" fmla="*/ 18 w 34"/>
                    <a:gd name="T5" fmla="*/ 29 h 36"/>
                    <a:gd name="T6" fmla="*/ 13 w 34"/>
                    <a:gd name="T7" fmla="*/ 30 h 36"/>
                    <a:gd name="T8" fmla="*/ 9 w 34"/>
                    <a:gd name="T9" fmla="*/ 29 h 36"/>
                    <a:gd name="T10" fmla="*/ 7 w 34"/>
                    <a:gd name="T11" fmla="*/ 25 h 36"/>
                    <a:gd name="T12" fmla="*/ 7 w 34"/>
                    <a:gd name="T13" fmla="*/ 24 h 36"/>
                    <a:gd name="T14" fmla="*/ 8 w 34"/>
                    <a:gd name="T15" fmla="*/ 19 h 36"/>
                    <a:gd name="T16" fmla="*/ 12 w 34"/>
                    <a:gd name="T17" fmla="*/ 0 h 36"/>
                    <a:gd name="T18" fmla="*/ 5 w 34"/>
                    <a:gd name="T19" fmla="*/ 0 h 36"/>
                    <a:gd name="T20" fmla="*/ 1 w 34"/>
                    <a:gd name="T21" fmla="*/ 19 h 36"/>
                    <a:gd name="T22" fmla="*/ 0 w 34"/>
                    <a:gd name="T23" fmla="*/ 23 h 36"/>
                    <a:gd name="T24" fmla="*/ 0 w 34"/>
                    <a:gd name="T25" fmla="*/ 25 h 36"/>
                    <a:gd name="T26" fmla="*/ 3 w 34"/>
                    <a:gd name="T27" fmla="*/ 33 h 36"/>
                    <a:gd name="T28" fmla="*/ 13 w 34"/>
                    <a:gd name="T29" fmla="*/ 36 h 36"/>
                    <a:gd name="T30" fmla="*/ 22 w 34"/>
                    <a:gd name="T31" fmla="*/ 34 h 36"/>
                    <a:gd name="T32" fmla="*/ 27 w 34"/>
                    <a:gd name="T33" fmla="*/ 29 h 36"/>
                    <a:gd name="T34" fmla="*/ 30 w 34"/>
                    <a:gd name="T35" fmla="*/ 20 h 36"/>
                    <a:gd name="T36" fmla="*/ 34 w 34"/>
                    <a:gd name="T37" fmla="*/ 0 h 36"/>
                    <a:gd name="T38" fmla="*/ 26 w 34"/>
                    <a:gd name="T39" fmla="*/ 0 h 36"/>
                    <a:gd name="T40" fmla="*/ 22 w 34"/>
                    <a:gd name="T41" fmla="*/ 2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4" h="36">
                      <a:moveTo>
                        <a:pt x="22" y="20"/>
                      </a:moveTo>
                      <a:cubicBezTo>
                        <a:pt x="22" y="23"/>
                        <a:pt x="21" y="25"/>
                        <a:pt x="20" y="26"/>
                      </a:cubicBezTo>
                      <a:cubicBezTo>
                        <a:pt x="20" y="28"/>
                        <a:pt x="19" y="29"/>
                        <a:pt x="18" y="29"/>
                      </a:cubicBezTo>
                      <a:cubicBezTo>
                        <a:pt x="17" y="30"/>
                        <a:pt x="15" y="30"/>
                        <a:pt x="13" y="30"/>
                      </a:cubicBezTo>
                      <a:cubicBezTo>
                        <a:pt x="11" y="30"/>
                        <a:pt x="10" y="30"/>
                        <a:pt x="9" y="29"/>
                      </a:cubicBezTo>
                      <a:cubicBezTo>
                        <a:pt x="8" y="28"/>
                        <a:pt x="7" y="27"/>
                        <a:pt x="7" y="25"/>
                      </a:cubicBezTo>
                      <a:cubicBezTo>
                        <a:pt x="7" y="25"/>
                        <a:pt x="7" y="25"/>
                        <a:pt x="7" y="24"/>
                      </a:cubicBezTo>
                      <a:cubicBezTo>
                        <a:pt x="8" y="19"/>
                        <a:pt x="8" y="19"/>
                        <a:pt x="8" y="19"/>
                      </a:cubicBezTo>
                      <a:cubicBezTo>
                        <a:pt x="12" y="0"/>
                        <a:pt x="12" y="0"/>
                        <a:pt x="12" y="0"/>
                      </a:cubicBezTo>
                      <a:cubicBezTo>
                        <a:pt x="5" y="0"/>
                        <a:pt x="5" y="0"/>
                        <a:pt x="5" y="0"/>
                      </a:cubicBezTo>
                      <a:cubicBezTo>
                        <a:pt x="1" y="19"/>
                        <a:pt x="1" y="19"/>
                        <a:pt x="1" y="19"/>
                      </a:cubicBezTo>
                      <a:cubicBezTo>
                        <a:pt x="1" y="21"/>
                        <a:pt x="0" y="23"/>
                        <a:pt x="0" y="23"/>
                      </a:cubicBezTo>
                      <a:cubicBezTo>
                        <a:pt x="0" y="24"/>
                        <a:pt x="0" y="25"/>
                        <a:pt x="0" y="25"/>
                      </a:cubicBezTo>
                      <a:cubicBezTo>
                        <a:pt x="0" y="29"/>
                        <a:pt x="1" y="31"/>
                        <a:pt x="3" y="33"/>
                      </a:cubicBezTo>
                      <a:cubicBezTo>
                        <a:pt x="6" y="35"/>
                        <a:pt x="9" y="36"/>
                        <a:pt x="13" y="36"/>
                      </a:cubicBezTo>
                      <a:cubicBezTo>
                        <a:pt x="16" y="36"/>
                        <a:pt x="19" y="36"/>
                        <a:pt x="22" y="34"/>
                      </a:cubicBezTo>
                      <a:cubicBezTo>
                        <a:pt x="24" y="33"/>
                        <a:pt x="25" y="31"/>
                        <a:pt x="27" y="29"/>
                      </a:cubicBezTo>
                      <a:cubicBezTo>
                        <a:pt x="28" y="27"/>
                        <a:pt x="29" y="24"/>
                        <a:pt x="30" y="20"/>
                      </a:cubicBezTo>
                      <a:cubicBezTo>
                        <a:pt x="34" y="0"/>
                        <a:pt x="34" y="0"/>
                        <a:pt x="34" y="0"/>
                      </a:cubicBezTo>
                      <a:cubicBezTo>
                        <a:pt x="26" y="0"/>
                        <a:pt x="26" y="0"/>
                        <a:pt x="26" y="0"/>
                      </a:cubicBezTo>
                      <a:lnTo>
                        <a:pt x="22" y="2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26" name="íšlídè"/>
                <p:cNvSpPr/>
                <p:nvPr/>
              </p:nvSpPr>
              <p:spPr bwMode="auto">
                <a:xfrm>
                  <a:off x="7766051" y="3521075"/>
                  <a:ext cx="115888" cy="119063"/>
                </a:xfrm>
                <a:custGeom>
                  <a:avLst/>
                  <a:gdLst>
                    <a:gd name="T0" fmla="*/ 58 w 73"/>
                    <a:gd name="T1" fmla="*/ 0 h 75"/>
                    <a:gd name="T2" fmla="*/ 50 w 73"/>
                    <a:gd name="T3" fmla="*/ 50 h 75"/>
                    <a:gd name="T4" fmla="*/ 29 w 73"/>
                    <a:gd name="T5" fmla="*/ 0 h 75"/>
                    <a:gd name="T6" fmla="*/ 15 w 73"/>
                    <a:gd name="T7" fmla="*/ 0 h 75"/>
                    <a:gd name="T8" fmla="*/ 0 w 73"/>
                    <a:gd name="T9" fmla="*/ 75 h 75"/>
                    <a:gd name="T10" fmla="*/ 13 w 73"/>
                    <a:gd name="T11" fmla="*/ 75 h 75"/>
                    <a:gd name="T12" fmla="*/ 23 w 73"/>
                    <a:gd name="T13" fmla="*/ 25 h 75"/>
                    <a:gd name="T14" fmla="*/ 44 w 73"/>
                    <a:gd name="T15" fmla="*/ 75 h 75"/>
                    <a:gd name="T16" fmla="*/ 58 w 73"/>
                    <a:gd name="T17" fmla="*/ 75 h 75"/>
                    <a:gd name="T18" fmla="*/ 73 w 73"/>
                    <a:gd name="T19" fmla="*/ 0 h 75"/>
                    <a:gd name="T20" fmla="*/ 58 w 73"/>
                    <a:gd name="T21"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3" h="75">
                      <a:moveTo>
                        <a:pt x="58" y="0"/>
                      </a:moveTo>
                      <a:lnTo>
                        <a:pt x="50" y="50"/>
                      </a:lnTo>
                      <a:lnTo>
                        <a:pt x="29" y="0"/>
                      </a:lnTo>
                      <a:lnTo>
                        <a:pt x="15" y="0"/>
                      </a:lnTo>
                      <a:lnTo>
                        <a:pt x="0" y="75"/>
                      </a:lnTo>
                      <a:lnTo>
                        <a:pt x="13" y="75"/>
                      </a:lnTo>
                      <a:lnTo>
                        <a:pt x="23" y="25"/>
                      </a:lnTo>
                      <a:lnTo>
                        <a:pt x="44" y="75"/>
                      </a:lnTo>
                      <a:lnTo>
                        <a:pt x="58" y="75"/>
                      </a:lnTo>
                      <a:lnTo>
                        <a:pt x="73" y="0"/>
                      </a:lnTo>
                      <a:lnTo>
                        <a:pt x="58"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27" name="îṣḻîďe"/>
                <p:cNvSpPr/>
                <p:nvPr/>
              </p:nvSpPr>
              <p:spPr bwMode="auto">
                <a:xfrm>
                  <a:off x="7881938" y="3521075"/>
                  <a:ext cx="49213" cy="119063"/>
                </a:xfrm>
                <a:custGeom>
                  <a:avLst/>
                  <a:gdLst>
                    <a:gd name="T0" fmla="*/ 0 w 31"/>
                    <a:gd name="T1" fmla="*/ 75 h 75"/>
                    <a:gd name="T2" fmla="*/ 14 w 31"/>
                    <a:gd name="T3" fmla="*/ 75 h 75"/>
                    <a:gd name="T4" fmla="*/ 31 w 31"/>
                    <a:gd name="T5" fmla="*/ 0 h 75"/>
                    <a:gd name="T6" fmla="*/ 14 w 31"/>
                    <a:gd name="T7" fmla="*/ 0 h 75"/>
                    <a:gd name="T8" fmla="*/ 0 w 31"/>
                    <a:gd name="T9" fmla="*/ 75 h 75"/>
                  </a:gdLst>
                  <a:ahLst/>
                  <a:cxnLst>
                    <a:cxn ang="0">
                      <a:pos x="T0" y="T1"/>
                    </a:cxn>
                    <a:cxn ang="0">
                      <a:pos x="T2" y="T3"/>
                    </a:cxn>
                    <a:cxn ang="0">
                      <a:pos x="T4" y="T5"/>
                    </a:cxn>
                    <a:cxn ang="0">
                      <a:pos x="T6" y="T7"/>
                    </a:cxn>
                    <a:cxn ang="0">
                      <a:pos x="T8" y="T9"/>
                    </a:cxn>
                  </a:cxnLst>
                  <a:rect l="0" t="0" r="r" b="b"/>
                  <a:pathLst>
                    <a:path w="31" h="75">
                      <a:moveTo>
                        <a:pt x="0" y="75"/>
                      </a:moveTo>
                      <a:lnTo>
                        <a:pt x="14" y="75"/>
                      </a:lnTo>
                      <a:lnTo>
                        <a:pt x="31" y="0"/>
                      </a:lnTo>
                      <a:lnTo>
                        <a:pt x="14" y="0"/>
                      </a:lnTo>
                      <a:lnTo>
                        <a:pt x="0" y="75"/>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28" name="íŝḻiḋè"/>
                <p:cNvSpPr/>
                <p:nvPr/>
              </p:nvSpPr>
              <p:spPr bwMode="auto">
                <a:xfrm>
                  <a:off x="7940676" y="3521075"/>
                  <a:ext cx="109538" cy="119063"/>
                </a:xfrm>
                <a:custGeom>
                  <a:avLst/>
                  <a:gdLst>
                    <a:gd name="T0" fmla="*/ 54 w 69"/>
                    <a:gd name="T1" fmla="*/ 0 h 75"/>
                    <a:gd name="T2" fmla="*/ 23 w 69"/>
                    <a:gd name="T3" fmla="*/ 57 h 75"/>
                    <a:gd name="T4" fmla="*/ 15 w 69"/>
                    <a:gd name="T5" fmla="*/ 0 h 75"/>
                    <a:gd name="T6" fmla="*/ 0 w 69"/>
                    <a:gd name="T7" fmla="*/ 0 h 75"/>
                    <a:gd name="T8" fmla="*/ 13 w 69"/>
                    <a:gd name="T9" fmla="*/ 75 h 75"/>
                    <a:gd name="T10" fmla="*/ 29 w 69"/>
                    <a:gd name="T11" fmla="*/ 75 h 75"/>
                    <a:gd name="T12" fmla="*/ 69 w 69"/>
                    <a:gd name="T13" fmla="*/ 0 h 75"/>
                    <a:gd name="T14" fmla="*/ 54 w 69"/>
                    <a:gd name="T15" fmla="*/ 0 h 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9" h="75">
                      <a:moveTo>
                        <a:pt x="54" y="0"/>
                      </a:moveTo>
                      <a:lnTo>
                        <a:pt x="23" y="57"/>
                      </a:lnTo>
                      <a:lnTo>
                        <a:pt x="15" y="0"/>
                      </a:lnTo>
                      <a:lnTo>
                        <a:pt x="0" y="0"/>
                      </a:lnTo>
                      <a:lnTo>
                        <a:pt x="13" y="75"/>
                      </a:lnTo>
                      <a:lnTo>
                        <a:pt x="29" y="75"/>
                      </a:lnTo>
                      <a:lnTo>
                        <a:pt x="69" y="0"/>
                      </a:lnTo>
                      <a:lnTo>
                        <a:pt x="54"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29" name="î$ḷíďé"/>
                <p:cNvSpPr/>
                <p:nvPr/>
              </p:nvSpPr>
              <p:spPr bwMode="auto">
                <a:xfrm>
                  <a:off x="8037513" y="3521075"/>
                  <a:ext cx="111125" cy="119063"/>
                </a:xfrm>
                <a:custGeom>
                  <a:avLst/>
                  <a:gdLst>
                    <a:gd name="T0" fmla="*/ 68 w 70"/>
                    <a:gd name="T1" fmla="*/ 12 h 75"/>
                    <a:gd name="T2" fmla="*/ 70 w 70"/>
                    <a:gd name="T3" fmla="*/ 0 h 75"/>
                    <a:gd name="T4" fmla="*/ 16 w 70"/>
                    <a:gd name="T5" fmla="*/ 0 h 75"/>
                    <a:gd name="T6" fmla="*/ 0 w 70"/>
                    <a:gd name="T7" fmla="*/ 75 h 75"/>
                    <a:gd name="T8" fmla="*/ 58 w 70"/>
                    <a:gd name="T9" fmla="*/ 75 h 75"/>
                    <a:gd name="T10" fmla="*/ 60 w 70"/>
                    <a:gd name="T11" fmla="*/ 63 h 75"/>
                    <a:gd name="T12" fmla="*/ 16 w 70"/>
                    <a:gd name="T13" fmla="*/ 63 h 75"/>
                    <a:gd name="T14" fmla="*/ 22 w 70"/>
                    <a:gd name="T15" fmla="*/ 42 h 75"/>
                    <a:gd name="T16" fmla="*/ 60 w 70"/>
                    <a:gd name="T17" fmla="*/ 42 h 75"/>
                    <a:gd name="T18" fmla="*/ 62 w 70"/>
                    <a:gd name="T19" fmla="*/ 29 h 75"/>
                    <a:gd name="T20" fmla="*/ 24 w 70"/>
                    <a:gd name="T21" fmla="*/ 29 h 75"/>
                    <a:gd name="T22" fmla="*/ 29 w 70"/>
                    <a:gd name="T23" fmla="*/ 12 h 75"/>
                    <a:gd name="T24" fmla="*/ 68 w 70"/>
                    <a:gd name="T25" fmla="*/ 12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0" h="75">
                      <a:moveTo>
                        <a:pt x="68" y="12"/>
                      </a:moveTo>
                      <a:lnTo>
                        <a:pt x="70" y="0"/>
                      </a:lnTo>
                      <a:lnTo>
                        <a:pt x="16" y="0"/>
                      </a:lnTo>
                      <a:lnTo>
                        <a:pt x="0" y="75"/>
                      </a:lnTo>
                      <a:lnTo>
                        <a:pt x="58" y="75"/>
                      </a:lnTo>
                      <a:lnTo>
                        <a:pt x="60" y="63"/>
                      </a:lnTo>
                      <a:lnTo>
                        <a:pt x="16" y="63"/>
                      </a:lnTo>
                      <a:lnTo>
                        <a:pt x="22" y="42"/>
                      </a:lnTo>
                      <a:lnTo>
                        <a:pt x="60" y="42"/>
                      </a:lnTo>
                      <a:lnTo>
                        <a:pt x="62" y="29"/>
                      </a:lnTo>
                      <a:lnTo>
                        <a:pt x="24" y="29"/>
                      </a:lnTo>
                      <a:lnTo>
                        <a:pt x="29" y="12"/>
                      </a:lnTo>
                      <a:lnTo>
                        <a:pt x="68" y="12"/>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30" name="îṡlîďe"/>
                <p:cNvSpPr/>
                <p:nvPr/>
              </p:nvSpPr>
              <p:spPr bwMode="auto">
                <a:xfrm>
                  <a:off x="8145463" y="3521075"/>
                  <a:ext cx="115888" cy="119063"/>
                </a:xfrm>
                <a:custGeom>
                  <a:avLst/>
                  <a:gdLst>
                    <a:gd name="T0" fmla="*/ 30 w 35"/>
                    <a:gd name="T1" fmla="*/ 1 h 36"/>
                    <a:gd name="T2" fmla="*/ 24 w 35"/>
                    <a:gd name="T3" fmla="*/ 0 h 36"/>
                    <a:gd name="T4" fmla="*/ 8 w 35"/>
                    <a:gd name="T5" fmla="*/ 0 h 36"/>
                    <a:gd name="T6" fmla="*/ 0 w 35"/>
                    <a:gd name="T7" fmla="*/ 36 h 36"/>
                    <a:gd name="T8" fmla="*/ 8 w 35"/>
                    <a:gd name="T9" fmla="*/ 36 h 36"/>
                    <a:gd name="T10" fmla="*/ 11 w 35"/>
                    <a:gd name="T11" fmla="*/ 21 h 36"/>
                    <a:gd name="T12" fmla="*/ 14 w 35"/>
                    <a:gd name="T13" fmla="*/ 21 h 36"/>
                    <a:gd name="T14" fmla="*/ 17 w 35"/>
                    <a:gd name="T15" fmla="*/ 22 h 36"/>
                    <a:gd name="T16" fmla="*/ 21 w 35"/>
                    <a:gd name="T17" fmla="*/ 26 h 36"/>
                    <a:gd name="T18" fmla="*/ 24 w 35"/>
                    <a:gd name="T19" fmla="*/ 36 h 36"/>
                    <a:gd name="T20" fmla="*/ 32 w 35"/>
                    <a:gd name="T21" fmla="*/ 36 h 36"/>
                    <a:gd name="T22" fmla="*/ 27 w 35"/>
                    <a:gd name="T23" fmla="*/ 24 h 36"/>
                    <a:gd name="T24" fmla="*/ 24 w 35"/>
                    <a:gd name="T25" fmla="*/ 21 h 36"/>
                    <a:gd name="T26" fmla="*/ 32 w 35"/>
                    <a:gd name="T27" fmla="*/ 17 h 36"/>
                    <a:gd name="T28" fmla="*/ 35 w 35"/>
                    <a:gd name="T29" fmla="*/ 9 h 36"/>
                    <a:gd name="T30" fmla="*/ 34 w 35"/>
                    <a:gd name="T31" fmla="*/ 4 h 36"/>
                    <a:gd name="T32" fmla="*/ 30 w 35"/>
                    <a:gd name="T33" fmla="*/ 1 h 36"/>
                    <a:gd name="T34" fmla="*/ 27 w 35"/>
                    <a:gd name="T35" fmla="*/ 13 h 36"/>
                    <a:gd name="T36" fmla="*/ 24 w 35"/>
                    <a:gd name="T37" fmla="*/ 15 h 36"/>
                    <a:gd name="T38" fmla="*/ 16 w 35"/>
                    <a:gd name="T39" fmla="*/ 16 h 36"/>
                    <a:gd name="T40" fmla="*/ 12 w 35"/>
                    <a:gd name="T41" fmla="*/ 16 h 36"/>
                    <a:gd name="T42" fmla="*/ 14 w 35"/>
                    <a:gd name="T43" fmla="*/ 6 h 36"/>
                    <a:gd name="T44" fmla="*/ 22 w 35"/>
                    <a:gd name="T45" fmla="*/ 6 h 36"/>
                    <a:gd name="T46" fmla="*/ 26 w 35"/>
                    <a:gd name="T47" fmla="*/ 7 h 36"/>
                    <a:gd name="T48" fmla="*/ 28 w 35"/>
                    <a:gd name="T49" fmla="*/ 10 h 36"/>
                    <a:gd name="T50" fmla="*/ 27 w 35"/>
                    <a:gd name="T51" fmla="*/ 13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5" h="36">
                      <a:moveTo>
                        <a:pt x="30" y="1"/>
                      </a:moveTo>
                      <a:cubicBezTo>
                        <a:pt x="28" y="0"/>
                        <a:pt x="26" y="0"/>
                        <a:pt x="24" y="0"/>
                      </a:cubicBezTo>
                      <a:cubicBezTo>
                        <a:pt x="8" y="0"/>
                        <a:pt x="8" y="0"/>
                        <a:pt x="8" y="0"/>
                      </a:cubicBezTo>
                      <a:cubicBezTo>
                        <a:pt x="0" y="36"/>
                        <a:pt x="0" y="36"/>
                        <a:pt x="0" y="36"/>
                      </a:cubicBezTo>
                      <a:cubicBezTo>
                        <a:pt x="8" y="36"/>
                        <a:pt x="8" y="36"/>
                        <a:pt x="8" y="36"/>
                      </a:cubicBezTo>
                      <a:cubicBezTo>
                        <a:pt x="11" y="21"/>
                        <a:pt x="11" y="21"/>
                        <a:pt x="11" y="21"/>
                      </a:cubicBezTo>
                      <a:cubicBezTo>
                        <a:pt x="14" y="21"/>
                        <a:pt x="14" y="21"/>
                        <a:pt x="14" y="21"/>
                      </a:cubicBezTo>
                      <a:cubicBezTo>
                        <a:pt x="15" y="21"/>
                        <a:pt x="17" y="21"/>
                        <a:pt x="17" y="22"/>
                      </a:cubicBezTo>
                      <a:cubicBezTo>
                        <a:pt x="18" y="22"/>
                        <a:pt x="20" y="24"/>
                        <a:pt x="21" y="26"/>
                      </a:cubicBezTo>
                      <a:cubicBezTo>
                        <a:pt x="22" y="31"/>
                        <a:pt x="24" y="34"/>
                        <a:pt x="24" y="36"/>
                      </a:cubicBezTo>
                      <a:cubicBezTo>
                        <a:pt x="32" y="36"/>
                        <a:pt x="32" y="36"/>
                        <a:pt x="32" y="36"/>
                      </a:cubicBezTo>
                      <a:cubicBezTo>
                        <a:pt x="30" y="31"/>
                        <a:pt x="28" y="27"/>
                        <a:pt x="27" y="24"/>
                      </a:cubicBezTo>
                      <a:cubicBezTo>
                        <a:pt x="26" y="23"/>
                        <a:pt x="25" y="21"/>
                        <a:pt x="24" y="21"/>
                      </a:cubicBezTo>
                      <a:cubicBezTo>
                        <a:pt x="28" y="20"/>
                        <a:pt x="30" y="19"/>
                        <a:pt x="32" y="17"/>
                      </a:cubicBezTo>
                      <a:cubicBezTo>
                        <a:pt x="34" y="15"/>
                        <a:pt x="35" y="13"/>
                        <a:pt x="35" y="9"/>
                      </a:cubicBezTo>
                      <a:cubicBezTo>
                        <a:pt x="35" y="7"/>
                        <a:pt x="34" y="6"/>
                        <a:pt x="34" y="4"/>
                      </a:cubicBezTo>
                      <a:cubicBezTo>
                        <a:pt x="33" y="3"/>
                        <a:pt x="31" y="2"/>
                        <a:pt x="30" y="1"/>
                      </a:cubicBezTo>
                      <a:close/>
                      <a:moveTo>
                        <a:pt x="27" y="13"/>
                      </a:moveTo>
                      <a:cubicBezTo>
                        <a:pt x="26" y="14"/>
                        <a:pt x="25" y="14"/>
                        <a:pt x="24" y="15"/>
                      </a:cubicBezTo>
                      <a:cubicBezTo>
                        <a:pt x="22" y="15"/>
                        <a:pt x="20" y="16"/>
                        <a:pt x="16" y="16"/>
                      </a:cubicBezTo>
                      <a:cubicBezTo>
                        <a:pt x="12" y="16"/>
                        <a:pt x="12" y="16"/>
                        <a:pt x="12" y="16"/>
                      </a:cubicBezTo>
                      <a:cubicBezTo>
                        <a:pt x="14" y="6"/>
                        <a:pt x="14" y="6"/>
                        <a:pt x="14" y="6"/>
                      </a:cubicBezTo>
                      <a:cubicBezTo>
                        <a:pt x="22" y="6"/>
                        <a:pt x="22" y="6"/>
                        <a:pt x="22" y="6"/>
                      </a:cubicBezTo>
                      <a:cubicBezTo>
                        <a:pt x="24" y="6"/>
                        <a:pt x="25" y="6"/>
                        <a:pt x="26" y="7"/>
                      </a:cubicBezTo>
                      <a:cubicBezTo>
                        <a:pt x="27" y="7"/>
                        <a:pt x="28" y="8"/>
                        <a:pt x="28" y="10"/>
                      </a:cubicBezTo>
                      <a:cubicBezTo>
                        <a:pt x="28" y="11"/>
                        <a:pt x="27" y="12"/>
                        <a:pt x="27" y="13"/>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31" name="ïşľîḍé"/>
                <p:cNvSpPr/>
                <p:nvPr/>
              </p:nvSpPr>
              <p:spPr bwMode="auto">
                <a:xfrm>
                  <a:off x="8267701" y="3521075"/>
                  <a:ext cx="98425" cy="119063"/>
                </a:xfrm>
                <a:custGeom>
                  <a:avLst/>
                  <a:gdLst>
                    <a:gd name="T0" fmla="*/ 17 w 30"/>
                    <a:gd name="T1" fmla="*/ 5 h 36"/>
                    <a:gd name="T2" fmla="*/ 22 w 30"/>
                    <a:gd name="T3" fmla="*/ 7 h 36"/>
                    <a:gd name="T4" fmla="*/ 23 w 30"/>
                    <a:gd name="T5" fmla="*/ 11 h 36"/>
                    <a:gd name="T6" fmla="*/ 30 w 30"/>
                    <a:gd name="T7" fmla="*/ 10 h 36"/>
                    <a:gd name="T8" fmla="*/ 27 w 30"/>
                    <a:gd name="T9" fmla="*/ 3 h 36"/>
                    <a:gd name="T10" fmla="*/ 17 w 30"/>
                    <a:gd name="T11" fmla="*/ 0 h 36"/>
                    <a:gd name="T12" fmla="*/ 8 w 30"/>
                    <a:gd name="T13" fmla="*/ 3 h 36"/>
                    <a:gd name="T14" fmla="*/ 4 w 30"/>
                    <a:gd name="T15" fmla="*/ 10 h 36"/>
                    <a:gd name="T16" fmla="*/ 6 w 30"/>
                    <a:gd name="T17" fmla="*/ 14 h 36"/>
                    <a:gd name="T18" fmla="*/ 8 w 30"/>
                    <a:gd name="T19" fmla="*/ 18 h 36"/>
                    <a:gd name="T20" fmla="*/ 15 w 30"/>
                    <a:gd name="T21" fmla="*/ 21 h 36"/>
                    <a:gd name="T22" fmla="*/ 20 w 30"/>
                    <a:gd name="T23" fmla="*/ 23 h 36"/>
                    <a:gd name="T24" fmla="*/ 21 w 30"/>
                    <a:gd name="T25" fmla="*/ 26 h 36"/>
                    <a:gd name="T26" fmla="*/ 19 w 30"/>
                    <a:gd name="T27" fmla="*/ 29 h 36"/>
                    <a:gd name="T28" fmla="*/ 14 w 30"/>
                    <a:gd name="T29" fmla="*/ 30 h 36"/>
                    <a:gd name="T30" fmla="*/ 8 w 30"/>
                    <a:gd name="T31" fmla="*/ 28 h 36"/>
                    <a:gd name="T32" fmla="*/ 7 w 30"/>
                    <a:gd name="T33" fmla="*/ 24 h 36"/>
                    <a:gd name="T34" fmla="*/ 0 w 30"/>
                    <a:gd name="T35" fmla="*/ 24 h 36"/>
                    <a:gd name="T36" fmla="*/ 1 w 30"/>
                    <a:gd name="T37" fmla="*/ 30 h 36"/>
                    <a:gd name="T38" fmla="*/ 6 w 30"/>
                    <a:gd name="T39" fmla="*/ 35 h 36"/>
                    <a:gd name="T40" fmla="*/ 14 w 30"/>
                    <a:gd name="T41" fmla="*/ 36 h 36"/>
                    <a:gd name="T42" fmla="*/ 24 w 30"/>
                    <a:gd name="T43" fmla="*/ 33 h 36"/>
                    <a:gd name="T44" fmla="*/ 28 w 30"/>
                    <a:gd name="T45" fmla="*/ 25 h 36"/>
                    <a:gd name="T46" fmla="*/ 26 w 30"/>
                    <a:gd name="T47" fmla="*/ 19 h 36"/>
                    <a:gd name="T48" fmla="*/ 18 w 30"/>
                    <a:gd name="T49" fmla="*/ 14 h 36"/>
                    <a:gd name="T50" fmla="*/ 13 w 30"/>
                    <a:gd name="T51" fmla="*/ 12 h 36"/>
                    <a:gd name="T52" fmla="*/ 11 w 30"/>
                    <a:gd name="T53" fmla="*/ 9 h 36"/>
                    <a:gd name="T54" fmla="*/ 13 w 30"/>
                    <a:gd name="T55" fmla="*/ 6 h 36"/>
                    <a:gd name="T56" fmla="*/ 17 w 30"/>
                    <a:gd name="T57" fmla="*/ 5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0" h="36">
                      <a:moveTo>
                        <a:pt x="17" y="5"/>
                      </a:moveTo>
                      <a:cubicBezTo>
                        <a:pt x="19" y="5"/>
                        <a:pt x="21" y="6"/>
                        <a:pt x="22" y="7"/>
                      </a:cubicBezTo>
                      <a:cubicBezTo>
                        <a:pt x="23" y="8"/>
                        <a:pt x="23" y="9"/>
                        <a:pt x="23" y="11"/>
                      </a:cubicBezTo>
                      <a:cubicBezTo>
                        <a:pt x="30" y="10"/>
                        <a:pt x="30" y="10"/>
                        <a:pt x="30" y="10"/>
                      </a:cubicBezTo>
                      <a:cubicBezTo>
                        <a:pt x="30" y="7"/>
                        <a:pt x="29" y="4"/>
                        <a:pt x="27" y="3"/>
                      </a:cubicBezTo>
                      <a:cubicBezTo>
                        <a:pt x="24" y="1"/>
                        <a:pt x="21" y="0"/>
                        <a:pt x="17" y="0"/>
                      </a:cubicBezTo>
                      <a:cubicBezTo>
                        <a:pt x="13" y="0"/>
                        <a:pt x="10" y="1"/>
                        <a:pt x="8" y="3"/>
                      </a:cubicBezTo>
                      <a:cubicBezTo>
                        <a:pt x="5" y="5"/>
                        <a:pt x="4" y="7"/>
                        <a:pt x="4" y="10"/>
                      </a:cubicBezTo>
                      <a:cubicBezTo>
                        <a:pt x="4" y="12"/>
                        <a:pt x="5" y="13"/>
                        <a:pt x="6" y="14"/>
                      </a:cubicBezTo>
                      <a:cubicBezTo>
                        <a:pt x="6" y="16"/>
                        <a:pt x="7" y="17"/>
                        <a:pt x="8" y="18"/>
                      </a:cubicBezTo>
                      <a:cubicBezTo>
                        <a:pt x="10" y="18"/>
                        <a:pt x="12" y="19"/>
                        <a:pt x="15" y="21"/>
                      </a:cubicBezTo>
                      <a:cubicBezTo>
                        <a:pt x="17" y="22"/>
                        <a:pt x="19" y="23"/>
                        <a:pt x="20" y="23"/>
                      </a:cubicBezTo>
                      <a:cubicBezTo>
                        <a:pt x="20" y="24"/>
                        <a:pt x="21" y="25"/>
                        <a:pt x="21" y="26"/>
                      </a:cubicBezTo>
                      <a:cubicBezTo>
                        <a:pt x="21" y="27"/>
                        <a:pt x="20" y="28"/>
                        <a:pt x="19" y="29"/>
                      </a:cubicBezTo>
                      <a:cubicBezTo>
                        <a:pt x="18" y="30"/>
                        <a:pt x="16" y="30"/>
                        <a:pt x="14" y="30"/>
                      </a:cubicBezTo>
                      <a:cubicBezTo>
                        <a:pt x="11" y="30"/>
                        <a:pt x="9" y="30"/>
                        <a:pt x="8" y="28"/>
                      </a:cubicBezTo>
                      <a:cubicBezTo>
                        <a:pt x="8" y="28"/>
                        <a:pt x="7" y="26"/>
                        <a:pt x="7" y="24"/>
                      </a:cubicBezTo>
                      <a:cubicBezTo>
                        <a:pt x="0" y="24"/>
                        <a:pt x="0" y="24"/>
                        <a:pt x="0" y="24"/>
                      </a:cubicBezTo>
                      <a:cubicBezTo>
                        <a:pt x="0" y="27"/>
                        <a:pt x="0" y="29"/>
                        <a:pt x="1" y="30"/>
                      </a:cubicBezTo>
                      <a:cubicBezTo>
                        <a:pt x="2" y="32"/>
                        <a:pt x="4" y="34"/>
                        <a:pt x="6" y="35"/>
                      </a:cubicBezTo>
                      <a:cubicBezTo>
                        <a:pt x="8" y="36"/>
                        <a:pt x="11" y="36"/>
                        <a:pt x="14" y="36"/>
                      </a:cubicBezTo>
                      <a:cubicBezTo>
                        <a:pt x="18" y="36"/>
                        <a:pt x="22" y="35"/>
                        <a:pt x="24" y="33"/>
                      </a:cubicBezTo>
                      <a:cubicBezTo>
                        <a:pt x="27" y="31"/>
                        <a:pt x="28" y="28"/>
                        <a:pt x="28" y="25"/>
                      </a:cubicBezTo>
                      <a:cubicBezTo>
                        <a:pt x="28" y="22"/>
                        <a:pt x="27" y="20"/>
                        <a:pt x="26" y="19"/>
                      </a:cubicBezTo>
                      <a:cubicBezTo>
                        <a:pt x="25" y="18"/>
                        <a:pt x="22" y="16"/>
                        <a:pt x="18" y="14"/>
                      </a:cubicBezTo>
                      <a:cubicBezTo>
                        <a:pt x="15" y="13"/>
                        <a:pt x="13" y="12"/>
                        <a:pt x="13" y="12"/>
                      </a:cubicBezTo>
                      <a:cubicBezTo>
                        <a:pt x="12" y="11"/>
                        <a:pt x="11" y="10"/>
                        <a:pt x="11" y="9"/>
                      </a:cubicBezTo>
                      <a:cubicBezTo>
                        <a:pt x="11" y="8"/>
                        <a:pt x="12" y="7"/>
                        <a:pt x="13" y="6"/>
                      </a:cubicBezTo>
                      <a:cubicBezTo>
                        <a:pt x="14" y="6"/>
                        <a:pt x="15" y="5"/>
                        <a:pt x="17" y="5"/>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32" name="îṩľîďe"/>
                <p:cNvSpPr/>
                <p:nvPr/>
              </p:nvSpPr>
              <p:spPr bwMode="auto">
                <a:xfrm>
                  <a:off x="8374063" y="3521075"/>
                  <a:ext cx="46038" cy="119063"/>
                </a:xfrm>
                <a:custGeom>
                  <a:avLst/>
                  <a:gdLst>
                    <a:gd name="T0" fmla="*/ 0 w 29"/>
                    <a:gd name="T1" fmla="*/ 75 h 75"/>
                    <a:gd name="T2" fmla="*/ 14 w 29"/>
                    <a:gd name="T3" fmla="*/ 75 h 75"/>
                    <a:gd name="T4" fmla="*/ 29 w 29"/>
                    <a:gd name="T5" fmla="*/ 0 h 75"/>
                    <a:gd name="T6" fmla="*/ 14 w 29"/>
                    <a:gd name="T7" fmla="*/ 0 h 75"/>
                    <a:gd name="T8" fmla="*/ 0 w 29"/>
                    <a:gd name="T9" fmla="*/ 75 h 75"/>
                  </a:gdLst>
                  <a:ahLst/>
                  <a:cxnLst>
                    <a:cxn ang="0">
                      <a:pos x="T0" y="T1"/>
                    </a:cxn>
                    <a:cxn ang="0">
                      <a:pos x="T2" y="T3"/>
                    </a:cxn>
                    <a:cxn ang="0">
                      <a:pos x="T4" y="T5"/>
                    </a:cxn>
                    <a:cxn ang="0">
                      <a:pos x="T6" y="T7"/>
                    </a:cxn>
                    <a:cxn ang="0">
                      <a:pos x="T8" y="T9"/>
                    </a:cxn>
                  </a:cxnLst>
                  <a:rect l="0" t="0" r="r" b="b"/>
                  <a:pathLst>
                    <a:path w="29" h="75">
                      <a:moveTo>
                        <a:pt x="0" y="75"/>
                      </a:moveTo>
                      <a:lnTo>
                        <a:pt x="14" y="75"/>
                      </a:lnTo>
                      <a:lnTo>
                        <a:pt x="29" y="0"/>
                      </a:lnTo>
                      <a:lnTo>
                        <a:pt x="14" y="0"/>
                      </a:lnTo>
                      <a:lnTo>
                        <a:pt x="0" y="75"/>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33" name="iS1idè"/>
                <p:cNvSpPr/>
                <p:nvPr/>
              </p:nvSpPr>
              <p:spPr bwMode="auto">
                <a:xfrm>
                  <a:off x="8432801" y="3521075"/>
                  <a:ext cx="95250" cy="119063"/>
                </a:xfrm>
                <a:custGeom>
                  <a:avLst/>
                  <a:gdLst>
                    <a:gd name="T0" fmla="*/ 0 w 60"/>
                    <a:gd name="T1" fmla="*/ 12 h 75"/>
                    <a:gd name="T2" fmla="*/ 21 w 60"/>
                    <a:gd name="T3" fmla="*/ 12 h 75"/>
                    <a:gd name="T4" fmla="*/ 8 w 60"/>
                    <a:gd name="T5" fmla="*/ 75 h 75"/>
                    <a:gd name="T6" fmla="*/ 23 w 60"/>
                    <a:gd name="T7" fmla="*/ 75 h 75"/>
                    <a:gd name="T8" fmla="*/ 35 w 60"/>
                    <a:gd name="T9" fmla="*/ 12 h 75"/>
                    <a:gd name="T10" fmla="*/ 58 w 60"/>
                    <a:gd name="T11" fmla="*/ 12 h 75"/>
                    <a:gd name="T12" fmla="*/ 60 w 60"/>
                    <a:gd name="T13" fmla="*/ 0 h 75"/>
                    <a:gd name="T14" fmla="*/ 2 w 60"/>
                    <a:gd name="T15" fmla="*/ 0 h 75"/>
                    <a:gd name="T16" fmla="*/ 0 w 60"/>
                    <a:gd name="T17" fmla="*/ 12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0" h="75">
                      <a:moveTo>
                        <a:pt x="0" y="12"/>
                      </a:moveTo>
                      <a:lnTo>
                        <a:pt x="21" y="12"/>
                      </a:lnTo>
                      <a:lnTo>
                        <a:pt x="8" y="75"/>
                      </a:lnTo>
                      <a:lnTo>
                        <a:pt x="23" y="75"/>
                      </a:lnTo>
                      <a:lnTo>
                        <a:pt x="35" y="12"/>
                      </a:lnTo>
                      <a:lnTo>
                        <a:pt x="58" y="12"/>
                      </a:lnTo>
                      <a:lnTo>
                        <a:pt x="60" y="0"/>
                      </a:lnTo>
                      <a:lnTo>
                        <a:pt x="2" y="0"/>
                      </a:lnTo>
                      <a:lnTo>
                        <a:pt x="0" y="12"/>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134" name="iṣḷîḋe"/>
                <p:cNvSpPr/>
                <p:nvPr/>
              </p:nvSpPr>
              <p:spPr bwMode="auto">
                <a:xfrm>
                  <a:off x="8531226" y="3521075"/>
                  <a:ext cx="109538" cy="119063"/>
                </a:xfrm>
                <a:custGeom>
                  <a:avLst/>
                  <a:gdLst>
                    <a:gd name="T0" fmla="*/ 25 w 33"/>
                    <a:gd name="T1" fmla="*/ 0 h 36"/>
                    <a:gd name="T2" fmla="*/ 19 w 33"/>
                    <a:gd name="T3" fmla="*/ 7 h 36"/>
                    <a:gd name="T4" fmla="*/ 16 w 33"/>
                    <a:gd name="T5" fmla="*/ 12 h 36"/>
                    <a:gd name="T6" fmla="*/ 14 w 33"/>
                    <a:gd name="T7" fmla="*/ 15 h 36"/>
                    <a:gd name="T8" fmla="*/ 12 w 33"/>
                    <a:gd name="T9" fmla="*/ 10 h 36"/>
                    <a:gd name="T10" fmla="*/ 8 w 33"/>
                    <a:gd name="T11" fmla="*/ 0 h 36"/>
                    <a:gd name="T12" fmla="*/ 0 w 33"/>
                    <a:gd name="T13" fmla="*/ 0 h 36"/>
                    <a:gd name="T14" fmla="*/ 10 w 33"/>
                    <a:gd name="T15" fmla="*/ 22 h 36"/>
                    <a:gd name="T16" fmla="*/ 7 w 33"/>
                    <a:gd name="T17" fmla="*/ 36 h 36"/>
                    <a:gd name="T18" fmla="*/ 14 w 33"/>
                    <a:gd name="T19" fmla="*/ 36 h 36"/>
                    <a:gd name="T20" fmla="*/ 17 w 33"/>
                    <a:gd name="T21" fmla="*/ 23 h 36"/>
                    <a:gd name="T22" fmla="*/ 33 w 33"/>
                    <a:gd name="T23" fmla="*/ 0 h 36"/>
                    <a:gd name="T24" fmla="*/ 25 w 33"/>
                    <a:gd name="T25" fmla="*/ 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3" h="36">
                      <a:moveTo>
                        <a:pt x="25" y="0"/>
                      </a:moveTo>
                      <a:cubicBezTo>
                        <a:pt x="19" y="7"/>
                        <a:pt x="19" y="7"/>
                        <a:pt x="19" y="7"/>
                      </a:cubicBezTo>
                      <a:cubicBezTo>
                        <a:pt x="16" y="12"/>
                        <a:pt x="16" y="12"/>
                        <a:pt x="16" y="12"/>
                      </a:cubicBezTo>
                      <a:cubicBezTo>
                        <a:pt x="15" y="13"/>
                        <a:pt x="15" y="14"/>
                        <a:pt x="14" y="15"/>
                      </a:cubicBezTo>
                      <a:cubicBezTo>
                        <a:pt x="14" y="14"/>
                        <a:pt x="13" y="13"/>
                        <a:pt x="12" y="10"/>
                      </a:cubicBezTo>
                      <a:cubicBezTo>
                        <a:pt x="8" y="0"/>
                        <a:pt x="8" y="0"/>
                        <a:pt x="8" y="0"/>
                      </a:cubicBezTo>
                      <a:cubicBezTo>
                        <a:pt x="0" y="0"/>
                        <a:pt x="0" y="0"/>
                        <a:pt x="0" y="0"/>
                      </a:cubicBezTo>
                      <a:cubicBezTo>
                        <a:pt x="10" y="22"/>
                        <a:pt x="10" y="22"/>
                        <a:pt x="10" y="22"/>
                      </a:cubicBezTo>
                      <a:cubicBezTo>
                        <a:pt x="7" y="36"/>
                        <a:pt x="7" y="36"/>
                        <a:pt x="7" y="36"/>
                      </a:cubicBezTo>
                      <a:cubicBezTo>
                        <a:pt x="14" y="36"/>
                        <a:pt x="14" y="36"/>
                        <a:pt x="14" y="36"/>
                      </a:cubicBezTo>
                      <a:cubicBezTo>
                        <a:pt x="17" y="23"/>
                        <a:pt x="17" y="23"/>
                        <a:pt x="17" y="23"/>
                      </a:cubicBezTo>
                      <a:cubicBezTo>
                        <a:pt x="33" y="0"/>
                        <a:pt x="33" y="0"/>
                        <a:pt x="33" y="0"/>
                      </a:cubicBezTo>
                      <a:lnTo>
                        <a:pt x="25"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grpSp>
      <p:sp>
        <p:nvSpPr>
          <p:cNvPr id="216" name="矩形 215"/>
          <p:cNvSpPr/>
          <p:nvPr userDrawn="1"/>
        </p:nvSpPr>
        <p:spPr>
          <a:xfrm>
            <a:off x="12014027" y="0"/>
            <a:ext cx="177972"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217" name="图片占位符 216"/>
          <p:cNvSpPr>
            <a:spLocks noGrp="1"/>
          </p:cNvSpPr>
          <p:nvPr>
            <p:ph type="pic" sz="quarter" idx="15"/>
          </p:nvPr>
        </p:nvSpPr>
        <p:spPr>
          <a:xfrm>
            <a:off x="7916864" y="0"/>
            <a:ext cx="4097163" cy="6858000"/>
          </a:xfrm>
          <a:custGeom>
            <a:avLst/>
            <a:gdLst>
              <a:gd name="connsiteX0" fmla="*/ 533952 w 4167120"/>
              <a:gd name="connsiteY0" fmla="*/ 0 h 6858000"/>
              <a:gd name="connsiteX1" fmla="*/ 4167120 w 4167120"/>
              <a:gd name="connsiteY1" fmla="*/ 0 h 6858000"/>
              <a:gd name="connsiteX2" fmla="*/ 4167120 w 4167120"/>
              <a:gd name="connsiteY2" fmla="*/ 6858000 h 6858000"/>
              <a:gd name="connsiteX3" fmla="*/ 427599 w 4167120"/>
              <a:gd name="connsiteY3" fmla="*/ 6858000 h 6858000"/>
              <a:gd name="connsiteX4" fmla="*/ 322189 w 4167120"/>
              <a:gd name="connsiteY4" fmla="*/ 6466939 h 6858000"/>
              <a:gd name="connsiteX5" fmla="*/ 0 w 4167120"/>
              <a:gd name="connsiteY5" fmla="*/ 3599121 h 6858000"/>
              <a:gd name="connsiteX6" fmla="*/ 455902 w 4167120"/>
              <a:gd name="connsiteY6" fmla="*/ 23524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120" h="6858000">
                <a:moveTo>
                  <a:pt x="533952" y="0"/>
                </a:moveTo>
                <a:lnTo>
                  <a:pt x="4167120" y="0"/>
                </a:lnTo>
                <a:lnTo>
                  <a:pt x="4167120" y="6858000"/>
                </a:lnTo>
                <a:lnTo>
                  <a:pt x="427599" y="6858000"/>
                </a:lnTo>
                <a:lnTo>
                  <a:pt x="322189" y="6466939"/>
                </a:lnTo>
                <a:cubicBezTo>
                  <a:pt x="116715" y="5614442"/>
                  <a:pt x="0" y="4637502"/>
                  <a:pt x="0" y="3599121"/>
                </a:cubicBezTo>
                <a:cubicBezTo>
                  <a:pt x="0" y="2353065"/>
                  <a:pt x="168069" y="1195481"/>
                  <a:pt x="455902" y="235243"/>
                </a:cubicBezTo>
                <a:close/>
              </a:path>
            </a:pathLst>
          </a:custGeom>
        </p:spPr>
        <p:txBody>
          <a:bodyPr wrap="square">
            <a:noAutofit/>
          </a:bodyPr>
          <a:lstStyle/>
          <a:p>
            <a:endParaRPr kumimoji="1" lang="zh-CN" altLang="en-US"/>
          </a:p>
        </p:txBody>
      </p:sp>
      <p:sp>
        <p:nvSpPr>
          <p:cNvPr id="218" name="任意形状 217"/>
          <p:cNvSpPr/>
          <p:nvPr userDrawn="1"/>
        </p:nvSpPr>
        <p:spPr>
          <a:xfrm>
            <a:off x="7812540" y="-86497"/>
            <a:ext cx="4270127" cy="7027086"/>
          </a:xfrm>
          <a:custGeom>
            <a:avLst/>
            <a:gdLst>
              <a:gd name="connsiteX0" fmla="*/ 533952 w 4167120"/>
              <a:gd name="connsiteY0" fmla="*/ 0 h 6858000"/>
              <a:gd name="connsiteX1" fmla="*/ 4167120 w 4167120"/>
              <a:gd name="connsiteY1" fmla="*/ 0 h 6858000"/>
              <a:gd name="connsiteX2" fmla="*/ 4167120 w 4167120"/>
              <a:gd name="connsiteY2" fmla="*/ 6858000 h 6858000"/>
              <a:gd name="connsiteX3" fmla="*/ 427599 w 4167120"/>
              <a:gd name="connsiteY3" fmla="*/ 6858000 h 6858000"/>
              <a:gd name="connsiteX4" fmla="*/ 322189 w 4167120"/>
              <a:gd name="connsiteY4" fmla="*/ 6466939 h 6858000"/>
              <a:gd name="connsiteX5" fmla="*/ 0 w 4167120"/>
              <a:gd name="connsiteY5" fmla="*/ 3599121 h 6858000"/>
              <a:gd name="connsiteX6" fmla="*/ 455902 w 4167120"/>
              <a:gd name="connsiteY6" fmla="*/ 23524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120" h="6858000">
                <a:moveTo>
                  <a:pt x="533952" y="0"/>
                </a:moveTo>
                <a:lnTo>
                  <a:pt x="4167120" y="0"/>
                </a:lnTo>
                <a:lnTo>
                  <a:pt x="4167120" y="6858000"/>
                </a:lnTo>
                <a:lnTo>
                  <a:pt x="427599" y="6858000"/>
                </a:lnTo>
                <a:lnTo>
                  <a:pt x="322189" y="6466939"/>
                </a:lnTo>
                <a:cubicBezTo>
                  <a:pt x="116715" y="5614442"/>
                  <a:pt x="0" y="4637502"/>
                  <a:pt x="0" y="3599121"/>
                </a:cubicBezTo>
                <a:cubicBezTo>
                  <a:pt x="0" y="2353065"/>
                  <a:pt x="168069" y="1195481"/>
                  <a:pt x="455902" y="235243"/>
                </a:cubicBezTo>
                <a:close/>
              </a:path>
            </a:pathLst>
          </a:cu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Autofit/>
          </a:bodyPr>
          <a:lstStyle/>
          <a:p>
            <a:pPr algn="l">
              <a:lnSpc>
                <a:spcPct val="130000"/>
              </a:lnSpc>
            </a:pPr>
            <a:endParaRPr kumimoji="1" lang="zh-CN" altLang="en-US" sz="2000" dirty="0">
              <a:solidFill>
                <a:schemeClr val="tx1">
                  <a:lumMod val="75000"/>
                  <a:lumOff val="25000"/>
                </a:schemeClr>
              </a:solidFill>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标题结尾版式2">
    <p:spTree>
      <p:nvGrpSpPr>
        <p:cNvPr id="1" name=""/>
        <p:cNvGrpSpPr/>
        <p:nvPr/>
      </p:nvGrpSpPr>
      <p:grpSpPr>
        <a:xfrm>
          <a:off x="0" y="0"/>
          <a:ext cx="0" cy="0"/>
          <a:chOff x="0" y="0"/>
          <a:chExt cx="0" cy="0"/>
        </a:xfrm>
      </p:grpSpPr>
      <p:sp>
        <p:nvSpPr>
          <p:cNvPr id="37" name="任意形状 36"/>
          <p:cNvSpPr/>
          <p:nvPr userDrawn="1"/>
        </p:nvSpPr>
        <p:spPr>
          <a:xfrm>
            <a:off x="-134112" y="-106934"/>
            <a:ext cx="12468264" cy="3829332"/>
          </a:xfrm>
          <a:custGeom>
            <a:avLst/>
            <a:gdLst>
              <a:gd name="connsiteX0" fmla="*/ 0 w 12192000"/>
              <a:gd name="connsiteY0" fmla="*/ 0 h 3632200"/>
              <a:gd name="connsiteX1" fmla="*/ 12192000 w 12192000"/>
              <a:gd name="connsiteY1" fmla="*/ 0 h 3632200"/>
              <a:gd name="connsiteX2" fmla="*/ 12192000 w 12192000"/>
              <a:gd name="connsiteY2" fmla="*/ 2602097 h 3632200"/>
              <a:gd name="connsiteX3" fmla="*/ 11858362 w 12192000"/>
              <a:gd name="connsiteY3" fmla="*/ 2747371 h 3632200"/>
              <a:gd name="connsiteX4" fmla="*/ 6859519 w 12192000"/>
              <a:gd name="connsiteY4" fmla="*/ 3619648 h 3632200"/>
              <a:gd name="connsiteX5" fmla="*/ 6096062 w 12192000"/>
              <a:gd name="connsiteY5" fmla="*/ 3632200 h 3632200"/>
              <a:gd name="connsiteX6" fmla="*/ 6095939 w 12192000"/>
              <a:gd name="connsiteY6" fmla="*/ 3632200 h 3632200"/>
              <a:gd name="connsiteX7" fmla="*/ 5332482 w 12192000"/>
              <a:gd name="connsiteY7" fmla="*/ 3619648 h 3632200"/>
              <a:gd name="connsiteX8" fmla="*/ 333638 w 12192000"/>
              <a:gd name="connsiteY8" fmla="*/ 2747371 h 3632200"/>
              <a:gd name="connsiteX9" fmla="*/ 0 w 12192000"/>
              <a:gd name="connsiteY9" fmla="*/ 2602097 h 363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92000" h="3632200">
                <a:moveTo>
                  <a:pt x="0" y="0"/>
                </a:moveTo>
                <a:lnTo>
                  <a:pt x="12192000" y="0"/>
                </a:lnTo>
                <a:lnTo>
                  <a:pt x="12192000" y="2602097"/>
                </a:lnTo>
                <a:lnTo>
                  <a:pt x="11858362" y="2747371"/>
                </a:lnTo>
                <a:cubicBezTo>
                  <a:pt x="10640880" y="3227716"/>
                  <a:pt x="8867829" y="3553239"/>
                  <a:pt x="6859519" y="3619648"/>
                </a:cubicBezTo>
                <a:lnTo>
                  <a:pt x="6096062" y="3632200"/>
                </a:lnTo>
                <a:lnTo>
                  <a:pt x="6095939" y="3632200"/>
                </a:lnTo>
                <a:lnTo>
                  <a:pt x="5332482" y="3619648"/>
                </a:lnTo>
                <a:cubicBezTo>
                  <a:pt x="3324171" y="3553239"/>
                  <a:pt x="1551120" y="3227716"/>
                  <a:pt x="333638" y="2747371"/>
                </a:cubicBezTo>
                <a:lnTo>
                  <a:pt x="0" y="2602097"/>
                </a:lnTo>
                <a:close/>
              </a:path>
            </a:pathLst>
          </a:cu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Autofit/>
          </a:bodyPr>
          <a:lstStyle/>
          <a:p>
            <a:pPr algn="l">
              <a:lnSpc>
                <a:spcPct val="130000"/>
              </a:lnSpc>
            </a:pPr>
            <a:endParaRPr kumimoji="1" lang="zh-CN" altLang="en-US" sz="2000" dirty="0">
              <a:solidFill>
                <a:schemeClr val="tx1">
                  <a:lumMod val="75000"/>
                  <a:lumOff val="25000"/>
                </a:schemeClr>
              </a:solidFill>
            </a:endParaRPr>
          </a:p>
        </p:txBody>
      </p:sp>
      <p:sp>
        <p:nvSpPr>
          <p:cNvPr id="9" name="图片占位符 8"/>
          <p:cNvSpPr>
            <a:spLocks noGrp="1"/>
          </p:cNvSpPr>
          <p:nvPr>
            <p:ph type="pic" sz="quarter" idx="15"/>
          </p:nvPr>
        </p:nvSpPr>
        <p:spPr>
          <a:xfrm>
            <a:off x="0" y="0"/>
            <a:ext cx="12192000" cy="3632200"/>
          </a:xfrm>
          <a:custGeom>
            <a:avLst/>
            <a:gdLst>
              <a:gd name="connsiteX0" fmla="*/ 0 w 12192000"/>
              <a:gd name="connsiteY0" fmla="*/ 0 h 3632200"/>
              <a:gd name="connsiteX1" fmla="*/ 12192000 w 12192000"/>
              <a:gd name="connsiteY1" fmla="*/ 0 h 3632200"/>
              <a:gd name="connsiteX2" fmla="*/ 12192000 w 12192000"/>
              <a:gd name="connsiteY2" fmla="*/ 2602097 h 3632200"/>
              <a:gd name="connsiteX3" fmla="*/ 11858362 w 12192000"/>
              <a:gd name="connsiteY3" fmla="*/ 2747371 h 3632200"/>
              <a:gd name="connsiteX4" fmla="*/ 6859519 w 12192000"/>
              <a:gd name="connsiteY4" fmla="*/ 3619648 h 3632200"/>
              <a:gd name="connsiteX5" fmla="*/ 6096062 w 12192000"/>
              <a:gd name="connsiteY5" fmla="*/ 3632200 h 3632200"/>
              <a:gd name="connsiteX6" fmla="*/ 6095939 w 12192000"/>
              <a:gd name="connsiteY6" fmla="*/ 3632200 h 3632200"/>
              <a:gd name="connsiteX7" fmla="*/ 5332482 w 12192000"/>
              <a:gd name="connsiteY7" fmla="*/ 3619648 h 3632200"/>
              <a:gd name="connsiteX8" fmla="*/ 333638 w 12192000"/>
              <a:gd name="connsiteY8" fmla="*/ 2747371 h 3632200"/>
              <a:gd name="connsiteX9" fmla="*/ 0 w 12192000"/>
              <a:gd name="connsiteY9" fmla="*/ 2602097 h 363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92000" h="3632200">
                <a:moveTo>
                  <a:pt x="0" y="0"/>
                </a:moveTo>
                <a:lnTo>
                  <a:pt x="12192000" y="0"/>
                </a:lnTo>
                <a:lnTo>
                  <a:pt x="12192000" y="2602097"/>
                </a:lnTo>
                <a:lnTo>
                  <a:pt x="11858362" y="2747371"/>
                </a:lnTo>
                <a:cubicBezTo>
                  <a:pt x="10640880" y="3227716"/>
                  <a:pt x="8867829" y="3553239"/>
                  <a:pt x="6859519" y="3619648"/>
                </a:cubicBezTo>
                <a:lnTo>
                  <a:pt x="6096062" y="3632200"/>
                </a:lnTo>
                <a:lnTo>
                  <a:pt x="6095939" y="3632200"/>
                </a:lnTo>
                <a:lnTo>
                  <a:pt x="5332482" y="3619648"/>
                </a:lnTo>
                <a:cubicBezTo>
                  <a:pt x="3324171" y="3553239"/>
                  <a:pt x="1551120" y="3227716"/>
                  <a:pt x="333638" y="2747371"/>
                </a:cubicBezTo>
                <a:lnTo>
                  <a:pt x="0" y="2602097"/>
                </a:lnTo>
                <a:close/>
              </a:path>
            </a:pathLst>
          </a:custGeom>
        </p:spPr>
        <p:txBody>
          <a:bodyPr wrap="square">
            <a:noAutofit/>
          </a:bodyPr>
          <a:lstStyle/>
          <a:p>
            <a:endParaRPr kumimoji="1" lang="zh-CN" altLang="en-US" dirty="0"/>
          </a:p>
        </p:txBody>
      </p:sp>
      <p:grpSp>
        <p:nvGrpSpPr>
          <p:cNvPr id="2" name="íşḷïḑe"/>
          <p:cNvGrpSpPr/>
          <p:nvPr userDrawn="1"/>
        </p:nvGrpSpPr>
        <p:grpSpPr>
          <a:xfrm>
            <a:off x="10318826" y="6251198"/>
            <a:ext cx="1054401" cy="383497"/>
            <a:chOff x="4412452" y="3106738"/>
            <a:chExt cx="2312689" cy="841148"/>
          </a:xfrm>
        </p:grpSpPr>
        <p:grpSp>
          <p:nvGrpSpPr>
            <p:cNvPr id="5" name="îṥľíḑé"/>
            <p:cNvGrpSpPr/>
            <p:nvPr/>
          </p:nvGrpSpPr>
          <p:grpSpPr>
            <a:xfrm>
              <a:off x="4422776" y="3106738"/>
              <a:ext cx="2293937" cy="617538"/>
              <a:chOff x="4422776" y="3106738"/>
              <a:chExt cx="2293937" cy="617538"/>
            </a:xfrm>
          </p:grpSpPr>
          <p:sp>
            <p:nvSpPr>
              <p:cNvPr id="53" name="išḻiḑé"/>
              <p:cNvSpPr/>
              <p:nvPr/>
            </p:nvSpPr>
            <p:spPr bwMode="auto">
              <a:xfrm>
                <a:off x="4811713" y="3200400"/>
                <a:ext cx="49213" cy="100013"/>
              </a:xfrm>
              <a:custGeom>
                <a:avLst/>
                <a:gdLst>
                  <a:gd name="T0" fmla="*/ 0 w 15"/>
                  <a:gd name="T1" fmla="*/ 1 h 30"/>
                  <a:gd name="T2" fmla="*/ 1 w 15"/>
                  <a:gd name="T3" fmla="*/ 12 h 30"/>
                  <a:gd name="T4" fmla="*/ 0 w 15"/>
                  <a:gd name="T5" fmla="*/ 21 h 30"/>
                  <a:gd name="T6" fmla="*/ 2 w 15"/>
                  <a:gd name="T7" fmla="*/ 28 h 30"/>
                  <a:gd name="T8" fmla="*/ 7 w 15"/>
                  <a:gd name="T9" fmla="*/ 30 h 30"/>
                  <a:gd name="T10" fmla="*/ 12 w 15"/>
                  <a:gd name="T11" fmla="*/ 26 h 30"/>
                  <a:gd name="T12" fmla="*/ 15 w 15"/>
                  <a:gd name="T13" fmla="*/ 18 h 30"/>
                  <a:gd name="T14" fmla="*/ 3 w 15"/>
                  <a:gd name="T15" fmla="*/ 0 h 30"/>
                  <a:gd name="T16" fmla="*/ 0 w 15"/>
                  <a:gd name="T17" fmla="*/ 1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5" h="30">
                    <a:moveTo>
                      <a:pt x="0" y="1"/>
                    </a:moveTo>
                    <a:cubicBezTo>
                      <a:pt x="1" y="12"/>
                      <a:pt x="1" y="12"/>
                      <a:pt x="1" y="12"/>
                    </a:cubicBezTo>
                    <a:cubicBezTo>
                      <a:pt x="1" y="13"/>
                      <a:pt x="0" y="18"/>
                      <a:pt x="0" y="21"/>
                    </a:cubicBezTo>
                    <a:cubicBezTo>
                      <a:pt x="0" y="24"/>
                      <a:pt x="2" y="25"/>
                      <a:pt x="2" y="28"/>
                    </a:cubicBezTo>
                    <a:cubicBezTo>
                      <a:pt x="7" y="30"/>
                      <a:pt x="7" y="30"/>
                      <a:pt x="7" y="30"/>
                    </a:cubicBezTo>
                    <a:cubicBezTo>
                      <a:pt x="9" y="27"/>
                      <a:pt x="10" y="29"/>
                      <a:pt x="12" y="26"/>
                    </a:cubicBezTo>
                    <a:cubicBezTo>
                      <a:pt x="14" y="23"/>
                      <a:pt x="14" y="21"/>
                      <a:pt x="15" y="18"/>
                    </a:cubicBezTo>
                    <a:cubicBezTo>
                      <a:pt x="12" y="7"/>
                      <a:pt x="13" y="5"/>
                      <a:pt x="3" y="0"/>
                    </a:cubicBezTo>
                    <a:lnTo>
                      <a:pt x="0" y="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54" name="íṥľíďè"/>
              <p:cNvSpPr/>
              <p:nvPr/>
            </p:nvSpPr>
            <p:spPr bwMode="auto">
              <a:xfrm>
                <a:off x="5221288" y="3184525"/>
                <a:ext cx="36513" cy="122238"/>
              </a:xfrm>
              <a:custGeom>
                <a:avLst/>
                <a:gdLst>
                  <a:gd name="T0" fmla="*/ 0 w 11"/>
                  <a:gd name="T1" fmla="*/ 3 h 37"/>
                  <a:gd name="T2" fmla="*/ 2 w 11"/>
                  <a:gd name="T3" fmla="*/ 14 h 37"/>
                  <a:gd name="T4" fmla="*/ 0 w 11"/>
                  <a:gd name="T5" fmla="*/ 33 h 37"/>
                  <a:gd name="T6" fmla="*/ 0 w 11"/>
                  <a:gd name="T7" fmla="*/ 36 h 37"/>
                  <a:gd name="T8" fmla="*/ 2 w 11"/>
                  <a:gd name="T9" fmla="*/ 37 h 37"/>
                  <a:gd name="T10" fmla="*/ 8 w 11"/>
                  <a:gd name="T11" fmla="*/ 27 h 37"/>
                  <a:gd name="T12" fmla="*/ 11 w 11"/>
                  <a:gd name="T13" fmla="*/ 17 h 37"/>
                  <a:gd name="T14" fmla="*/ 11 w 11"/>
                  <a:gd name="T15" fmla="*/ 15 h 37"/>
                  <a:gd name="T16" fmla="*/ 7 w 11"/>
                  <a:gd name="T17" fmla="*/ 2 h 37"/>
                  <a:gd name="T18" fmla="*/ 2 w 11"/>
                  <a:gd name="T19" fmla="*/ 0 h 37"/>
                  <a:gd name="T20" fmla="*/ 0 w 11"/>
                  <a:gd name="T21" fmla="*/ 3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1" h="37">
                    <a:moveTo>
                      <a:pt x="0" y="3"/>
                    </a:moveTo>
                    <a:cubicBezTo>
                      <a:pt x="2" y="14"/>
                      <a:pt x="2" y="14"/>
                      <a:pt x="2" y="14"/>
                    </a:cubicBezTo>
                    <a:cubicBezTo>
                      <a:pt x="2" y="19"/>
                      <a:pt x="0" y="27"/>
                      <a:pt x="0" y="33"/>
                    </a:cubicBezTo>
                    <a:cubicBezTo>
                      <a:pt x="0" y="36"/>
                      <a:pt x="0" y="36"/>
                      <a:pt x="0" y="36"/>
                    </a:cubicBezTo>
                    <a:cubicBezTo>
                      <a:pt x="2" y="36"/>
                      <a:pt x="1" y="37"/>
                      <a:pt x="2" y="37"/>
                    </a:cubicBezTo>
                    <a:cubicBezTo>
                      <a:pt x="3" y="37"/>
                      <a:pt x="7" y="28"/>
                      <a:pt x="8" y="27"/>
                    </a:cubicBezTo>
                    <a:cubicBezTo>
                      <a:pt x="9" y="24"/>
                      <a:pt x="11" y="21"/>
                      <a:pt x="11" y="17"/>
                    </a:cubicBezTo>
                    <a:cubicBezTo>
                      <a:pt x="11" y="15"/>
                      <a:pt x="11" y="15"/>
                      <a:pt x="11" y="15"/>
                    </a:cubicBezTo>
                    <a:cubicBezTo>
                      <a:pt x="11" y="7"/>
                      <a:pt x="8" y="7"/>
                      <a:pt x="7" y="2"/>
                    </a:cubicBezTo>
                    <a:cubicBezTo>
                      <a:pt x="2" y="0"/>
                      <a:pt x="2" y="0"/>
                      <a:pt x="2" y="0"/>
                    </a:cubicBezTo>
                    <a:cubicBezTo>
                      <a:pt x="2" y="1"/>
                      <a:pt x="0" y="1"/>
                      <a:pt x="0" y="3"/>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55" name="íś1iḑe"/>
              <p:cNvSpPr/>
              <p:nvPr/>
            </p:nvSpPr>
            <p:spPr bwMode="auto">
              <a:xfrm>
                <a:off x="4554538" y="3251200"/>
                <a:ext cx="119063" cy="58738"/>
              </a:xfrm>
              <a:custGeom>
                <a:avLst/>
                <a:gdLst>
                  <a:gd name="T0" fmla="*/ 0 w 36"/>
                  <a:gd name="T1" fmla="*/ 15 h 18"/>
                  <a:gd name="T2" fmla="*/ 2 w 36"/>
                  <a:gd name="T3" fmla="*/ 16 h 18"/>
                  <a:gd name="T4" fmla="*/ 13 w 36"/>
                  <a:gd name="T5" fmla="*/ 18 h 18"/>
                  <a:gd name="T6" fmla="*/ 16 w 36"/>
                  <a:gd name="T7" fmla="*/ 18 h 18"/>
                  <a:gd name="T8" fmla="*/ 22 w 36"/>
                  <a:gd name="T9" fmla="*/ 17 h 18"/>
                  <a:gd name="T10" fmla="*/ 23 w 36"/>
                  <a:gd name="T11" fmla="*/ 17 h 18"/>
                  <a:gd name="T12" fmla="*/ 30 w 36"/>
                  <a:gd name="T13" fmla="*/ 13 h 18"/>
                  <a:gd name="T14" fmla="*/ 36 w 36"/>
                  <a:gd name="T15" fmla="*/ 8 h 18"/>
                  <a:gd name="T16" fmla="*/ 36 w 36"/>
                  <a:gd name="T17" fmla="*/ 7 h 18"/>
                  <a:gd name="T18" fmla="*/ 36 w 36"/>
                  <a:gd name="T19" fmla="*/ 4 h 18"/>
                  <a:gd name="T20" fmla="*/ 32 w 36"/>
                  <a:gd name="T21" fmla="*/ 0 h 18"/>
                  <a:gd name="T22" fmla="*/ 24 w 36"/>
                  <a:gd name="T23" fmla="*/ 3 h 18"/>
                  <a:gd name="T24" fmla="*/ 16 w 36"/>
                  <a:gd name="T25" fmla="*/ 7 h 18"/>
                  <a:gd name="T26" fmla="*/ 0 w 36"/>
                  <a:gd name="T27" fmla="*/ 15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6" h="18">
                    <a:moveTo>
                      <a:pt x="0" y="15"/>
                    </a:moveTo>
                    <a:cubicBezTo>
                      <a:pt x="1" y="16"/>
                      <a:pt x="1" y="16"/>
                      <a:pt x="2" y="16"/>
                    </a:cubicBezTo>
                    <a:cubicBezTo>
                      <a:pt x="6" y="16"/>
                      <a:pt x="9" y="18"/>
                      <a:pt x="13" y="18"/>
                    </a:cubicBezTo>
                    <a:cubicBezTo>
                      <a:pt x="16" y="18"/>
                      <a:pt x="16" y="18"/>
                      <a:pt x="16" y="18"/>
                    </a:cubicBezTo>
                    <a:cubicBezTo>
                      <a:pt x="22" y="17"/>
                      <a:pt x="22" y="17"/>
                      <a:pt x="22" y="17"/>
                    </a:cubicBezTo>
                    <a:cubicBezTo>
                      <a:pt x="23" y="17"/>
                      <a:pt x="23" y="17"/>
                      <a:pt x="23" y="17"/>
                    </a:cubicBezTo>
                    <a:cubicBezTo>
                      <a:pt x="26" y="16"/>
                      <a:pt x="28" y="14"/>
                      <a:pt x="30" y="13"/>
                    </a:cubicBezTo>
                    <a:cubicBezTo>
                      <a:pt x="34" y="11"/>
                      <a:pt x="33" y="10"/>
                      <a:pt x="36" y="8"/>
                    </a:cubicBezTo>
                    <a:cubicBezTo>
                      <a:pt x="36" y="7"/>
                      <a:pt x="36" y="7"/>
                      <a:pt x="36" y="7"/>
                    </a:cubicBezTo>
                    <a:cubicBezTo>
                      <a:pt x="36" y="4"/>
                      <a:pt x="36" y="4"/>
                      <a:pt x="36" y="4"/>
                    </a:cubicBezTo>
                    <a:cubicBezTo>
                      <a:pt x="36" y="1"/>
                      <a:pt x="33" y="2"/>
                      <a:pt x="32" y="0"/>
                    </a:cubicBezTo>
                    <a:cubicBezTo>
                      <a:pt x="29" y="1"/>
                      <a:pt x="27" y="1"/>
                      <a:pt x="24" y="3"/>
                    </a:cubicBezTo>
                    <a:cubicBezTo>
                      <a:pt x="21" y="4"/>
                      <a:pt x="19" y="6"/>
                      <a:pt x="16" y="7"/>
                    </a:cubicBezTo>
                    <a:cubicBezTo>
                      <a:pt x="11" y="11"/>
                      <a:pt x="4" y="10"/>
                      <a:pt x="0" y="1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56" name="iṩ1iḋè"/>
              <p:cNvSpPr/>
              <p:nvPr/>
            </p:nvSpPr>
            <p:spPr bwMode="auto">
              <a:xfrm>
                <a:off x="6359526" y="3263900"/>
                <a:ext cx="93663" cy="139700"/>
              </a:xfrm>
              <a:custGeom>
                <a:avLst/>
                <a:gdLst>
                  <a:gd name="T0" fmla="*/ 15 w 28"/>
                  <a:gd name="T1" fmla="*/ 1 h 42"/>
                  <a:gd name="T2" fmla="*/ 6 w 28"/>
                  <a:gd name="T3" fmla="*/ 11 h 42"/>
                  <a:gd name="T4" fmla="*/ 6 w 28"/>
                  <a:gd name="T5" fmla="*/ 13 h 42"/>
                  <a:gd name="T6" fmla="*/ 5 w 28"/>
                  <a:gd name="T7" fmla="*/ 16 h 42"/>
                  <a:gd name="T8" fmla="*/ 6 w 28"/>
                  <a:gd name="T9" fmla="*/ 20 h 42"/>
                  <a:gd name="T10" fmla="*/ 6 w 28"/>
                  <a:gd name="T11" fmla="*/ 21 h 42"/>
                  <a:gd name="T12" fmla="*/ 0 w 28"/>
                  <a:gd name="T13" fmla="*/ 38 h 42"/>
                  <a:gd name="T14" fmla="*/ 0 w 28"/>
                  <a:gd name="T15" fmla="*/ 41 h 42"/>
                  <a:gd name="T16" fmla="*/ 3 w 28"/>
                  <a:gd name="T17" fmla="*/ 42 h 42"/>
                  <a:gd name="T18" fmla="*/ 9 w 28"/>
                  <a:gd name="T19" fmla="*/ 32 h 42"/>
                  <a:gd name="T20" fmla="*/ 12 w 28"/>
                  <a:gd name="T21" fmla="*/ 26 h 42"/>
                  <a:gd name="T22" fmla="*/ 14 w 28"/>
                  <a:gd name="T23" fmla="*/ 26 h 42"/>
                  <a:gd name="T24" fmla="*/ 20 w 28"/>
                  <a:gd name="T25" fmla="*/ 26 h 42"/>
                  <a:gd name="T26" fmla="*/ 28 w 28"/>
                  <a:gd name="T27" fmla="*/ 14 h 42"/>
                  <a:gd name="T28" fmla="*/ 28 w 28"/>
                  <a:gd name="T29" fmla="*/ 6 h 42"/>
                  <a:gd name="T30" fmla="*/ 28 w 28"/>
                  <a:gd name="T31" fmla="*/ 5 h 42"/>
                  <a:gd name="T32" fmla="*/ 27 w 28"/>
                  <a:gd name="T33" fmla="*/ 3 h 42"/>
                  <a:gd name="T34" fmla="*/ 26 w 28"/>
                  <a:gd name="T35" fmla="*/ 3 h 42"/>
                  <a:gd name="T36" fmla="*/ 24 w 28"/>
                  <a:gd name="T37" fmla="*/ 3 h 42"/>
                  <a:gd name="T38" fmla="*/ 23 w 28"/>
                  <a:gd name="T39" fmla="*/ 3 h 42"/>
                  <a:gd name="T40" fmla="*/ 20 w 28"/>
                  <a:gd name="T41" fmla="*/ 0 h 42"/>
                  <a:gd name="T42" fmla="*/ 15 w 28"/>
                  <a:gd name="T43" fmla="*/ 1 h 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 h="42">
                    <a:moveTo>
                      <a:pt x="15" y="1"/>
                    </a:moveTo>
                    <a:cubicBezTo>
                      <a:pt x="15" y="10"/>
                      <a:pt x="8" y="6"/>
                      <a:pt x="6" y="11"/>
                    </a:cubicBezTo>
                    <a:cubicBezTo>
                      <a:pt x="6" y="13"/>
                      <a:pt x="6" y="13"/>
                      <a:pt x="6" y="13"/>
                    </a:cubicBezTo>
                    <a:cubicBezTo>
                      <a:pt x="6" y="14"/>
                      <a:pt x="5" y="14"/>
                      <a:pt x="5" y="16"/>
                    </a:cubicBezTo>
                    <a:cubicBezTo>
                      <a:pt x="6" y="20"/>
                      <a:pt x="6" y="20"/>
                      <a:pt x="6" y="20"/>
                    </a:cubicBezTo>
                    <a:cubicBezTo>
                      <a:pt x="6" y="21"/>
                      <a:pt x="6" y="21"/>
                      <a:pt x="6" y="21"/>
                    </a:cubicBezTo>
                    <a:cubicBezTo>
                      <a:pt x="6" y="29"/>
                      <a:pt x="0" y="31"/>
                      <a:pt x="0" y="38"/>
                    </a:cubicBezTo>
                    <a:cubicBezTo>
                      <a:pt x="0" y="41"/>
                      <a:pt x="0" y="41"/>
                      <a:pt x="0" y="41"/>
                    </a:cubicBezTo>
                    <a:cubicBezTo>
                      <a:pt x="2" y="42"/>
                      <a:pt x="2" y="42"/>
                      <a:pt x="3" y="42"/>
                    </a:cubicBezTo>
                    <a:cubicBezTo>
                      <a:pt x="7" y="42"/>
                      <a:pt x="9" y="36"/>
                      <a:pt x="9" y="32"/>
                    </a:cubicBezTo>
                    <a:cubicBezTo>
                      <a:pt x="9" y="29"/>
                      <a:pt x="10" y="26"/>
                      <a:pt x="12" y="26"/>
                    </a:cubicBezTo>
                    <a:cubicBezTo>
                      <a:pt x="14" y="26"/>
                      <a:pt x="14" y="26"/>
                      <a:pt x="14" y="26"/>
                    </a:cubicBezTo>
                    <a:cubicBezTo>
                      <a:pt x="20" y="26"/>
                      <a:pt x="20" y="26"/>
                      <a:pt x="20" y="26"/>
                    </a:cubicBezTo>
                    <a:cubicBezTo>
                      <a:pt x="24" y="24"/>
                      <a:pt x="28" y="21"/>
                      <a:pt x="28" y="14"/>
                    </a:cubicBezTo>
                    <a:cubicBezTo>
                      <a:pt x="28" y="6"/>
                      <a:pt x="28" y="6"/>
                      <a:pt x="28" y="6"/>
                    </a:cubicBezTo>
                    <a:cubicBezTo>
                      <a:pt x="28" y="5"/>
                      <a:pt x="28" y="5"/>
                      <a:pt x="28" y="5"/>
                    </a:cubicBezTo>
                    <a:cubicBezTo>
                      <a:pt x="27" y="3"/>
                      <a:pt x="27" y="3"/>
                      <a:pt x="27" y="3"/>
                    </a:cubicBezTo>
                    <a:cubicBezTo>
                      <a:pt x="26" y="3"/>
                      <a:pt x="26" y="3"/>
                      <a:pt x="26" y="3"/>
                    </a:cubicBezTo>
                    <a:cubicBezTo>
                      <a:pt x="24" y="3"/>
                      <a:pt x="24" y="3"/>
                      <a:pt x="24" y="3"/>
                    </a:cubicBezTo>
                    <a:cubicBezTo>
                      <a:pt x="23" y="3"/>
                      <a:pt x="23" y="3"/>
                      <a:pt x="23" y="3"/>
                    </a:cubicBezTo>
                    <a:cubicBezTo>
                      <a:pt x="20" y="0"/>
                      <a:pt x="20" y="0"/>
                      <a:pt x="20" y="0"/>
                    </a:cubicBezTo>
                    <a:lnTo>
                      <a:pt x="15" y="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57" name="íṩlïḓè"/>
              <p:cNvSpPr/>
              <p:nvPr/>
            </p:nvSpPr>
            <p:spPr bwMode="auto">
              <a:xfrm>
                <a:off x="5826126" y="3273425"/>
                <a:ext cx="223838" cy="293688"/>
              </a:xfrm>
              <a:custGeom>
                <a:avLst/>
                <a:gdLst>
                  <a:gd name="T0" fmla="*/ 38 w 68"/>
                  <a:gd name="T1" fmla="*/ 16 h 88"/>
                  <a:gd name="T2" fmla="*/ 40 w 68"/>
                  <a:gd name="T3" fmla="*/ 5 h 88"/>
                  <a:gd name="T4" fmla="*/ 36 w 68"/>
                  <a:gd name="T5" fmla="*/ 1 h 88"/>
                  <a:gd name="T6" fmla="*/ 36 w 68"/>
                  <a:gd name="T7" fmla="*/ 1 h 88"/>
                  <a:gd name="T8" fmla="*/ 33 w 68"/>
                  <a:gd name="T9" fmla="*/ 0 h 88"/>
                  <a:gd name="T10" fmla="*/ 24 w 68"/>
                  <a:gd name="T11" fmla="*/ 7 h 88"/>
                  <a:gd name="T12" fmla="*/ 24 w 68"/>
                  <a:gd name="T13" fmla="*/ 8 h 88"/>
                  <a:gd name="T14" fmla="*/ 26 w 68"/>
                  <a:gd name="T15" fmla="*/ 18 h 88"/>
                  <a:gd name="T16" fmla="*/ 27 w 68"/>
                  <a:gd name="T17" fmla="*/ 28 h 88"/>
                  <a:gd name="T18" fmla="*/ 27 w 68"/>
                  <a:gd name="T19" fmla="*/ 39 h 88"/>
                  <a:gd name="T20" fmla="*/ 16 w 68"/>
                  <a:gd name="T21" fmla="*/ 48 h 88"/>
                  <a:gd name="T22" fmla="*/ 7 w 68"/>
                  <a:gd name="T23" fmla="*/ 49 h 88"/>
                  <a:gd name="T24" fmla="*/ 5 w 68"/>
                  <a:gd name="T25" fmla="*/ 49 h 88"/>
                  <a:gd name="T26" fmla="*/ 4 w 68"/>
                  <a:gd name="T27" fmla="*/ 49 h 88"/>
                  <a:gd name="T28" fmla="*/ 0 w 68"/>
                  <a:gd name="T29" fmla="*/ 54 h 88"/>
                  <a:gd name="T30" fmla="*/ 5 w 68"/>
                  <a:gd name="T31" fmla="*/ 60 h 88"/>
                  <a:gd name="T32" fmla="*/ 11 w 68"/>
                  <a:gd name="T33" fmla="*/ 60 h 88"/>
                  <a:gd name="T34" fmla="*/ 13 w 68"/>
                  <a:gd name="T35" fmla="*/ 59 h 88"/>
                  <a:gd name="T36" fmla="*/ 20 w 68"/>
                  <a:gd name="T37" fmla="*/ 66 h 88"/>
                  <a:gd name="T38" fmla="*/ 17 w 68"/>
                  <a:gd name="T39" fmla="*/ 72 h 88"/>
                  <a:gd name="T40" fmla="*/ 13 w 68"/>
                  <a:gd name="T41" fmla="*/ 76 h 88"/>
                  <a:gd name="T42" fmla="*/ 2 w 68"/>
                  <a:gd name="T43" fmla="*/ 82 h 88"/>
                  <a:gd name="T44" fmla="*/ 2 w 68"/>
                  <a:gd name="T45" fmla="*/ 83 h 88"/>
                  <a:gd name="T46" fmla="*/ 2 w 68"/>
                  <a:gd name="T47" fmla="*/ 87 h 88"/>
                  <a:gd name="T48" fmla="*/ 4 w 68"/>
                  <a:gd name="T49" fmla="*/ 88 h 88"/>
                  <a:gd name="T50" fmla="*/ 25 w 68"/>
                  <a:gd name="T51" fmla="*/ 77 h 88"/>
                  <a:gd name="T52" fmla="*/ 31 w 68"/>
                  <a:gd name="T53" fmla="*/ 69 h 88"/>
                  <a:gd name="T54" fmla="*/ 40 w 68"/>
                  <a:gd name="T55" fmla="*/ 63 h 88"/>
                  <a:gd name="T56" fmla="*/ 52 w 68"/>
                  <a:gd name="T57" fmla="*/ 70 h 88"/>
                  <a:gd name="T58" fmla="*/ 48 w 68"/>
                  <a:gd name="T59" fmla="*/ 79 h 88"/>
                  <a:gd name="T60" fmla="*/ 59 w 68"/>
                  <a:gd name="T61" fmla="*/ 81 h 88"/>
                  <a:gd name="T62" fmla="*/ 68 w 68"/>
                  <a:gd name="T63" fmla="*/ 71 h 88"/>
                  <a:gd name="T64" fmla="*/ 59 w 68"/>
                  <a:gd name="T65" fmla="*/ 62 h 88"/>
                  <a:gd name="T66" fmla="*/ 44 w 68"/>
                  <a:gd name="T67" fmla="*/ 60 h 88"/>
                  <a:gd name="T68" fmla="*/ 42 w 68"/>
                  <a:gd name="T69" fmla="*/ 60 h 88"/>
                  <a:gd name="T70" fmla="*/ 36 w 68"/>
                  <a:gd name="T71" fmla="*/ 53 h 88"/>
                  <a:gd name="T72" fmla="*/ 48 w 68"/>
                  <a:gd name="T73" fmla="*/ 42 h 88"/>
                  <a:gd name="T74" fmla="*/ 59 w 68"/>
                  <a:gd name="T75" fmla="*/ 32 h 88"/>
                  <a:gd name="T76" fmla="*/ 59 w 68"/>
                  <a:gd name="T77" fmla="*/ 30 h 88"/>
                  <a:gd name="T78" fmla="*/ 59 w 68"/>
                  <a:gd name="T79" fmla="*/ 29 h 88"/>
                  <a:gd name="T80" fmla="*/ 54 w 68"/>
                  <a:gd name="T81" fmla="*/ 26 h 88"/>
                  <a:gd name="T82" fmla="*/ 51 w 68"/>
                  <a:gd name="T83" fmla="*/ 27 h 88"/>
                  <a:gd name="T84" fmla="*/ 50 w 68"/>
                  <a:gd name="T85" fmla="*/ 27 h 88"/>
                  <a:gd name="T86" fmla="*/ 41 w 68"/>
                  <a:gd name="T87" fmla="*/ 33 h 88"/>
                  <a:gd name="T88" fmla="*/ 38 w 68"/>
                  <a:gd name="T89" fmla="*/ 28 h 88"/>
                  <a:gd name="T90" fmla="*/ 38 w 68"/>
                  <a:gd name="T91" fmla="*/ 27 h 88"/>
                  <a:gd name="T92" fmla="*/ 38 w 68"/>
                  <a:gd name="T93" fmla="*/ 16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68" h="88">
                    <a:moveTo>
                      <a:pt x="38" y="16"/>
                    </a:moveTo>
                    <a:cubicBezTo>
                      <a:pt x="39" y="11"/>
                      <a:pt x="40" y="9"/>
                      <a:pt x="40" y="5"/>
                    </a:cubicBezTo>
                    <a:cubicBezTo>
                      <a:pt x="40" y="3"/>
                      <a:pt x="38" y="1"/>
                      <a:pt x="36" y="1"/>
                    </a:cubicBezTo>
                    <a:cubicBezTo>
                      <a:pt x="36" y="1"/>
                      <a:pt x="36" y="1"/>
                      <a:pt x="36" y="1"/>
                    </a:cubicBezTo>
                    <a:cubicBezTo>
                      <a:pt x="34" y="1"/>
                      <a:pt x="34" y="1"/>
                      <a:pt x="33" y="0"/>
                    </a:cubicBezTo>
                    <a:cubicBezTo>
                      <a:pt x="28" y="3"/>
                      <a:pt x="28" y="1"/>
                      <a:pt x="24" y="7"/>
                    </a:cubicBezTo>
                    <a:cubicBezTo>
                      <a:pt x="24" y="8"/>
                      <a:pt x="24" y="8"/>
                      <a:pt x="24" y="8"/>
                    </a:cubicBezTo>
                    <a:cubicBezTo>
                      <a:pt x="24" y="12"/>
                      <a:pt x="26" y="14"/>
                      <a:pt x="26" y="18"/>
                    </a:cubicBezTo>
                    <a:cubicBezTo>
                      <a:pt x="27" y="28"/>
                      <a:pt x="27" y="28"/>
                      <a:pt x="27" y="28"/>
                    </a:cubicBezTo>
                    <a:cubicBezTo>
                      <a:pt x="27" y="39"/>
                      <a:pt x="27" y="39"/>
                      <a:pt x="27" y="39"/>
                    </a:cubicBezTo>
                    <a:cubicBezTo>
                      <a:pt x="28" y="45"/>
                      <a:pt x="22" y="48"/>
                      <a:pt x="16" y="48"/>
                    </a:cubicBezTo>
                    <a:cubicBezTo>
                      <a:pt x="7" y="49"/>
                      <a:pt x="7" y="49"/>
                      <a:pt x="7" y="49"/>
                    </a:cubicBezTo>
                    <a:cubicBezTo>
                      <a:pt x="5" y="49"/>
                      <a:pt x="5" y="49"/>
                      <a:pt x="5" y="49"/>
                    </a:cubicBezTo>
                    <a:cubicBezTo>
                      <a:pt x="4" y="49"/>
                      <a:pt x="4" y="49"/>
                      <a:pt x="4" y="49"/>
                    </a:cubicBezTo>
                    <a:cubicBezTo>
                      <a:pt x="2" y="50"/>
                      <a:pt x="0" y="51"/>
                      <a:pt x="0" y="54"/>
                    </a:cubicBezTo>
                    <a:cubicBezTo>
                      <a:pt x="0" y="56"/>
                      <a:pt x="3" y="60"/>
                      <a:pt x="5" y="60"/>
                    </a:cubicBezTo>
                    <a:cubicBezTo>
                      <a:pt x="11" y="60"/>
                      <a:pt x="11" y="60"/>
                      <a:pt x="11" y="60"/>
                    </a:cubicBezTo>
                    <a:cubicBezTo>
                      <a:pt x="12" y="60"/>
                      <a:pt x="12" y="60"/>
                      <a:pt x="13" y="59"/>
                    </a:cubicBezTo>
                    <a:cubicBezTo>
                      <a:pt x="17" y="62"/>
                      <a:pt x="17" y="60"/>
                      <a:pt x="20" y="66"/>
                    </a:cubicBezTo>
                    <a:cubicBezTo>
                      <a:pt x="18" y="69"/>
                      <a:pt x="20" y="68"/>
                      <a:pt x="17" y="72"/>
                    </a:cubicBezTo>
                    <a:cubicBezTo>
                      <a:pt x="15" y="73"/>
                      <a:pt x="15" y="75"/>
                      <a:pt x="13" y="76"/>
                    </a:cubicBezTo>
                    <a:cubicBezTo>
                      <a:pt x="8" y="79"/>
                      <a:pt x="7" y="80"/>
                      <a:pt x="2" y="82"/>
                    </a:cubicBezTo>
                    <a:cubicBezTo>
                      <a:pt x="2" y="83"/>
                      <a:pt x="2" y="83"/>
                      <a:pt x="2" y="83"/>
                    </a:cubicBezTo>
                    <a:cubicBezTo>
                      <a:pt x="2" y="87"/>
                      <a:pt x="2" y="87"/>
                      <a:pt x="2" y="87"/>
                    </a:cubicBezTo>
                    <a:cubicBezTo>
                      <a:pt x="4" y="87"/>
                      <a:pt x="3" y="88"/>
                      <a:pt x="4" y="88"/>
                    </a:cubicBezTo>
                    <a:cubicBezTo>
                      <a:pt x="13" y="88"/>
                      <a:pt x="20" y="82"/>
                      <a:pt x="25" y="77"/>
                    </a:cubicBezTo>
                    <a:cubicBezTo>
                      <a:pt x="26" y="76"/>
                      <a:pt x="30" y="71"/>
                      <a:pt x="31" y="69"/>
                    </a:cubicBezTo>
                    <a:cubicBezTo>
                      <a:pt x="33" y="65"/>
                      <a:pt x="35" y="63"/>
                      <a:pt x="40" y="63"/>
                    </a:cubicBezTo>
                    <a:cubicBezTo>
                      <a:pt x="45" y="63"/>
                      <a:pt x="49" y="67"/>
                      <a:pt x="52" y="70"/>
                    </a:cubicBezTo>
                    <a:cubicBezTo>
                      <a:pt x="48" y="79"/>
                      <a:pt x="48" y="79"/>
                      <a:pt x="48" y="79"/>
                    </a:cubicBezTo>
                    <a:cubicBezTo>
                      <a:pt x="50" y="79"/>
                      <a:pt x="58" y="81"/>
                      <a:pt x="59" y="81"/>
                    </a:cubicBezTo>
                    <a:cubicBezTo>
                      <a:pt x="65" y="81"/>
                      <a:pt x="67" y="76"/>
                      <a:pt x="68" y="71"/>
                    </a:cubicBezTo>
                    <a:cubicBezTo>
                      <a:pt x="67" y="65"/>
                      <a:pt x="63" y="64"/>
                      <a:pt x="59" y="62"/>
                    </a:cubicBezTo>
                    <a:cubicBezTo>
                      <a:pt x="53" y="59"/>
                      <a:pt x="51" y="60"/>
                      <a:pt x="44" y="60"/>
                    </a:cubicBezTo>
                    <a:cubicBezTo>
                      <a:pt x="43" y="60"/>
                      <a:pt x="43" y="60"/>
                      <a:pt x="42" y="60"/>
                    </a:cubicBezTo>
                    <a:cubicBezTo>
                      <a:pt x="40" y="59"/>
                      <a:pt x="36" y="56"/>
                      <a:pt x="36" y="53"/>
                    </a:cubicBezTo>
                    <a:cubicBezTo>
                      <a:pt x="36" y="51"/>
                      <a:pt x="45" y="44"/>
                      <a:pt x="48" y="42"/>
                    </a:cubicBezTo>
                    <a:cubicBezTo>
                      <a:pt x="50" y="41"/>
                      <a:pt x="59" y="34"/>
                      <a:pt x="59" y="32"/>
                    </a:cubicBezTo>
                    <a:cubicBezTo>
                      <a:pt x="59" y="30"/>
                      <a:pt x="59" y="30"/>
                      <a:pt x="59" y="30"/>
                    </a:cubicBezTo>
                    <a:cubicBezTo>
                      <a:pt x="59" y="29"/>
                      <a:pt x="59" y="29"/>
                      <a:pt x="59" y="29"/>
                    </a:cubicBezTo>
                    <a:cubicBezTo>
                      <a:pt x="54" y="26"/>
                      <a:pt x="54" y="26"/>
                      <a:pt x="54" y="26"/>
                    </a:cubicBezTo>
                    <a:cubicBezTo>
                      <a:pt x="53" y="27"/>
                      <a:pt x="53" y="27"/>
                      <a:pt x="51" y="27"/>
                    </a:cubicBezTo>
                    <a:cubicBezTo>
                      <a:pt x="50" y="27"/>
                      <a:pt x="50" y="27"/>
                      <a:pt x="50" y="27"/>
                    </a:cubicBezTo>
                    <a:cubicBezTo>
                      <a:pt x="46" y="32"/>
                      <a:pt x="46" y="30"/>
                      <a:pt x="41" y="33"/>
                    </a:cubicBezTo>
                    <a:cubicBezTo>
                      <a:pt x="40" y="31"/>
                      <a:pt x="39" y="30"/>
                      <a:pt x="38" y="28"/>
                    </a:cubicBezTo>
                    <a:cubicBezTo>
                      <a:pt x="38" y="27"/>
                      <a:pt x="38" y="27"/>
                      <a:pt x="38" y="27"/>
                    </a:cubicBezTo>
                    <a:lnTo>
                      <a:pt x="38" y="16"/>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58" name="ísḷïďè"/>
              <p:cNvSpPr/>
              <p:nvPr/>
            </p:nvSpPr>
            <p:spPr bwMode="auto">
              <a:xfrm>
                <a:off x="4518026" y="3506788"/>
                <a:ext cx="53975" cy="71438"/>
              </a:xfrm>
              <a:custGeom>
                <a:avLst/>
                <a:gdLst>
                  <a:gd name="T0" fmla="*/ 14 w 16"/>
                  <a:gd name="T1" fmla="*/ 17 h 21"/>
                  <a:gd name="T2" fmla="*/ 16 w 16"/>
                  <a:gd name="T3" fmla="*/ 12 h 21"/>
                  <a:gd name="T4" fmla="*/ 11 w 16"/>
                  <a:gd name="T5" fmla="*/ 5 h 21"/>
                  <a:gd name="T6" fmla="*/ 5 w 16"/>
                  <a:gd name="T7" fmla="*/ 0 h 21"/>
                  <a:gd name="T8" fmla="*/ 2 w 16"/>
                  <a:gd name="T9" fmla="*/ 4 h 21"/>
                  <a:gd name="T10" fmla="*/ 2 w 16"/>
                  <a:gd name="T11" fmla="*/ 5 h 21"/>
                  <a:gd name="T12" fmla="*/ 2 w 16"/>
                  <a:gd name="T13" fmla="*/ 8 h 21"/>
                  <a:gd name="T14" fmla="*/ 2 w 16"/>
                  <a:gd name="T15" fmla="*/ 9 h 21"/>
                  <a:gd name="T16" fmla="*/ 0 w 16"/>
                  <a:gd name="T17" fmla="*/ 17 h 21"/>
                  <a:gd name="T18" fmla="*/ 3 w 16"/>
                  <a:gd name="T19" fmla="*/ 21 h 21"/>
                  <a:gd name="T20" fmla="*/ 4 w 16"/>
                  <a:gd name="T21" fmla="*/ 21 h 21"/>
                  <a:gd name="T22" fmla="*/ 5 w 16"/>
                  <a:gd name="T23" fmla="*/ 21 h 21"/>
                  <a:gd name="T24" fmla="*/ 14 w 16"/>
                  <a:gd name="T25" fmla="*/ 17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1">
                    <a:moveTo>
                      <a:pt x="14" y="17"/>
                    </a:moveTo>
                    <a:cubicBezTo>
                      <a:pt x="14" y="15"/>
                      <a:pt x="16" y="13"/>
                      <a:pt x="16" y="12"/>
                    </a:cubicBezTo>
                    <a:cubicBezTo>
                      <a:pt x="16" y="11"/>
                      <a:pt x="12" y="7"/>
                      <a:pt x="11" y="5"/>
                    </a:cubicBezTo>
                    <a:cubicBezTo>
                      <a:pt x="11" y="3"/>
                      <a:pt x="8" y="0"/>
                      <a:pt x="5" y="0"/>
                    </a:cubicBezTo>
                    <a:cubicBezTo>
                      <a:pt x="4" y="0"/>
                      <a:pt x="3" y="3"/>
                      <a:pt x="2" y="4"/>
                    </a:cubicBezTo>
                    <a:cubicBezTo>
                      <a:pt x="2" y="5"/>
                      <a:pt x="2" y="5"/>
                      <a:pt x="2" y="5"/>
                    </a:cubicBezTo>
                    <a:cubicBezTo>
                      <a:pt x="2" y="8"/>
                      <a:pt x="2" y="8"/>
                      <a:pt x="2" y="8"/>
                    </a:cubicBezTo>
                    <a:cubicBezTo>
                      <a:pt x="2" y="9"/>
                      <a:pt x="2" y="9"/>
                      <a:pt x="2" y="9"/>
                    </a:cubicBezTo>
                    <a:cubicBezTo>
                      <a:pt x="1" y="11"/>
                      <a:pt x="0" y="14"/>
                      <a:pt x="0" y="17"/>
                    </a:cubicBezTo>
                    <a:cubicBezTo>
                      <a:pt x="0" y="19"/>
                      <a:pt x="1" y="20"/>
                      <a:pt x="3" y="21"/>
                    </a:cubicBezTo>
                    <a:cubicBezTo>
                      <a:pt x="4" y="21"/>
                      <a:pt x="4" y="21"/>
                      <a:pt x="4" y="21"/>
                    </a:cubicBezTo>
                    <a:cubicBezTo>
                      <a:pt x="5" y="21"/>
                      <a:pt x="5" y="21"/>
                      <a:pt x="5" y="21"/>
                    </a:cubicBezTo>
                    <a:cubicBezTo>
                      <a:pt x="7" y="21"/>
                      <a:pt x="11" y="17"/>
                      <a:pt x="14" y="17"/>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59" name="îṧļîḓé"/>
              <p:cNvSpPr/>
              <p:nvPr/>
            </p:nvSpPr>
            <p:spPr bwMode="auto">
              <a:xfrm>
                <a:off x="5319713" y="3133725"/>
                <a:ext cx="222250" cy="500063"/>
              </a:xfrm>
              <a:custGeom>
                <a:avLst/>
                <a:gdLst>
                  <a:gd name="T0" fmla="*/ 47 w 67"/>
                  <a:gd name="T1" fmla="*/ 96 h 150"/>
                  <a:gd name="T2" fmla="*/ 51 w 67"/>
                  <a:gd name="T3" fmla="*/ 96 h 150"/>
                  <a:gd name="T4" fmla="*/ 46 w 67"/>
                  <a:gd name="T5" fmla="*/ 114 h 150"/>
                  <a:gd name="T6" fmla="*/ 42 w 67"/>
                  <a:gd name="T7" fmla="*/ 113 h 150"/>
                  <a:gd name="T8" fmla="*/ 39 w 67"/>
                  <a:gd name="T9" fmla="*/ 108 h 150"/>
                  <a:gd name="T10" fmla="*/ 21 w 67"/>
                  <a:gd name="T11" fmla="*/ 78 h 150"/>
                  <a:gd name="T12" fmla="*/ 29 w 67"/>
                  <a:gd name="T13" fmla="*/ 73 h 150"/>
                  <a:gd name="T14" fmla="*/ 32 w 67"/>
                  <a:gd name="T15" fmla="*/ 74 h 150"/>
                  <a:gd name="T16" fmla="*/ 32 w 67"/>
                  <a:gd name="T17" fmla="*/ 77 h 150"/>
                  <a:gd name="T18" fmla="*/ 32 w 67"/>
                  <a:gd name="T19" fmla="*/ 79 h 150"/>
                  <a:gd name="T20" fmla="*/ 21 w 67"/>
                  <a:gd name="T21" fmla="*/ 78 h 150"/>
                  <a:gd name="T22" fmla="*/ 53 w 67"/>
                  <a:gd name="T23" fmla="*/ 118 h 150"/>
                  <a:gd name="T24" fmla="*/ 66 w 67"/>
                  <a:gd name="T25" fmla="*/ 108 h 150"/>
                  <a:gd name="T26" fmla="*/ 60 w 67"/>
                  <a:gd name="T27" fmla="*/ 98 h 150"/>
                  <a:gd name="T28" fmla="*/ 51 w 67"/>
                  <a:gd name="T29" fmla="*/ 82 h 150"/>
                  <a:gd name="T30" fmla="*/ 47 w 67"/>
                  <a:gd name="T31" fmla="*/ 71 h 150"/>
                  <a:gd name="T32" fmla="*/ 60 w 67"/>
                  <a:gd name="T33" fmla="*/ 58 h 150"/>
                  <a:gd name="T34" fmla="*/ 53 w 67"/>
                  <a:gd name="T35" fmla="*/ 52 h 150"/>
                  <a:gd name="T36" fmla="*/ 44 w 67"/>
                  <a:gd name="T37" fmla="*/ 50 h 150"/>
                  <a:gd name="T38" fmla="*/ 48 w 67"/>
                  <a:gd name="T39" fmla="*/ 38 h 150"/>
                  <a:gd name="T40" fmla="*/ 66 w 67"/>
                  <a:gd name="T41" fmla="*/ 17 h 150"/>
                  <a:gd name="T42" fmla="*/ 66 w 67"/>
                  <a:gd name="T43" fmla="*/ 13 h 150"/>
                  <a:gd name="T44" fmla="*/ 56 w 67"/>
                  <a:gd name="T45" fmla="*/ 1 h 150"/>
                  <a:gd name="T46" fmla="*/ 55 w 67"/>
                  <a:gd name="T47" fmla="*/ 7 h 150"/>
                  <a:gd name="T48" fmla="*/ 50 w 67"/>
                  <a:gd name="T49" fmla="*/ 18 h 150"/>
                  <a:gd name="T50" fmla="*/ 42 w 67"/>
                  <a:gd name="T51" fmla="*/ 15 h 150"/>
                  <a:gd name="T52" fmla="*/ 40 w 67"/>
                  <a:gd name="T53" fmla="*/ 15 h 150"/>
                  <a:gd name="T54" fmla="*/ 41 w 67"/>
                  <a:gd name="T55" fmla="*/ 26 h 150"/>
                  <a:gd name="T56" fmla="*/ 41 w 67"/>
                  <a:gd name="T57" fmla="*/ 30 h 150"/>
                  <a:gd name="T58" fmla="*/ 37 w 67"/>
                  <a:gd name="T59" fmla="*/ 33 h 150"/>
                  <a:gd name="T60" fmla="*/ 30 w 67"/>
                  <a:gd name="T61" fmla="*/ 29 h 150"/>
                  <a:gd name="T62" fmla="*/ 9 w 67"/>
                  <a:gd name="T63" fmla="*/ 50 h 150"/>
                  <a:gd name="T64" fmla="*/ 4 w 67"/>
                  <a:gd name="T65" fmla="*/ 59 h 150"/>
                  <a:gd name="T66" fmla="*/ 23 w 67"/>
                  <a:gd name="T67" fmla="*/ 51 h 150"/>
                  <a:gd name="T68" fmla="*/ 30 w 67"/>
                  <a:gd name="T69" fmla="*/ 58 h 150"/>
                  <a:gd name="T70" fmla="*/ 26 w 67"/>
                  <a:gd name="T71" fmla="*/ 65 h 150"/>
                  <a:gd name="T72" fmla="*/ 19 w 67"/>
                  <a:gd name="T73" fmla="*/ 64 h 150"/>
                  <a:gd name="T74" fmla="*/ 16 w 67"/>
                  <a:gd name="T75" fmla="*/ 67 h 150"/>
                  <a:gd name="T76" fmla="*/ 16 w 67"/>
                  <a:gd name="T77" fmla="*/ 72 h 150"/>
                  <a:gd name="T78" fmla="*/ 3 w 67"/>
                  <a:gd name="T79" fmla="*/ 105 h 150"/>
                  <a:gd name="T80" fmla="*/ 6 w 67"/>
                  <a:gd name="T81" fmla="*/ 110 h 150"/>
                  <a:gd name="T82" fmla="*/ 9 w 67"/>
                  <a:gd name="T83" fmla="*/ 111 h 150"/>
                  <a:gd name="T84" fmla="*/ 24 w 67"/>
                  <a:gd name="T85" fmla="*/ 89 h 150"/>
                  <a:gd name="T86" fmla="*/ 32 w 67"/>
                  <a:gd name="T87" fmla="*/ 93 h 150"/>
                  <a:gd name="T88" fmla="*/ 32 w 67"/>
                  <a:gd name="T89" fmla="*/ 96 h 150"/>
                  <a:gd name="T90" fmla="*/ 29 w 67"/>
                  <a:gd name="T91" fmla="*/ 113 h 150"/>
                  <a:gd name="T92" fmla="*/ 29 w 67"/>
                  <a:gd name="T93" fmla="*/ 115 h 150"/>
                  <a:gd name="T94" fmla="*/ 22 w 67"/>
                  <a:gd name="T95" fmla="*/ 122 h 150"/>
                  <a:gd name="T96" fmla="*/ 10 w 67"/>
                  <a:gd name="T97" fmla="*/ 124 h 150"/>
                  <a:gd name="T98" fmla="*/ 15 w 67"/>
                  <a:gd name="T99" fmla="*/ 144 h 150"/>
                  <a:gd name="T100" fmla="*/ 17 w 67"/>
                  <a:gd name="T101" fmla="*/ 150 h 150"/>
                  <a:gd name="T102" fmla="*/ 38 w 67"/>
                  <a:gd name="T103" fmla="*/ 125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67" h="150">
                    <a:moveTo>
                      <a:pt x="39" y="107"/>
                    </a:moveTo>
                    <a:cubicBezTo>
                      <a:pt x="39" y="103"/>
                      <a:pt x="44" y="96"/>
                      <a:pt x="47" y="96"/>
                    </a:cubicBezTo>
                    <a:cubicBezTo>
                      <a:pt x="50" y="96"/>
                      <a:pt x="50" y="96"/>
                      <a:pt x="50" y="96"/>
                    </a:cubicBezTo>
                    <a:cubicBezTo>
                      <a:pt x="51" y="96"/>
                      <a:pt x="51" y="96"/>
                      <a:pt x="51" y="96"/>
                    </a:cubicBezTo>
                    <a:cubicBezTo>
                      <a:pt x="53" y="98"/>
                      <a:pt x="55" y="101"/>
                      <a:pt x="55" y="104"/>
                    </a:cubicBezTo>
                    <a:cubicBezTo>
                      <a:pt x="55" y="108"/>
                      <a:pt x="49" y="112"/>
                      <a:pt x="46" y="114"/>
                    </a:cubicBezTo>
                    <a:cubicBezTo>
                      <a:pt x="45" y="114"/>
                      <a:pt x="45" y="113"/>
                      <a:pt x="43" y="113"/>
                    </a:cubicBezTo>
                    <a:cubicBezTo>
                      <a:pt x="42" y="113"/>
                      <a:pt x="42" y="113"/>
                      <a:pt x="42" y="113"/>
                    </a:cubicBezTo>
                    <a:cubicBezTo>
                      <a:pt x="39" y="109"/>
                      <a:pt x="39" y="109"/>
                      <a:pt x="39" y="109"/>
                    </a:cubicBezTo>
                    <a:cubicBezTo>
                      <a:pt x="39" y="108"/>
                      <a:pt x="39" y="108"/>
                      <a:pt x="39" y="108"/>
                    </a:cubicBezTo>
                    <a:cubicBezTo>
                      <a:pt x="39" y="107"/>
                      <a:pt x="39" y="107"/>
                      <a:pt x="39" y="107"/>
                    </a:cubicBezTo>
                    <a:close/>
                    <a:moveTo>
                      <a:pt x="21" y="78"/>
                    </a:moveTo>
                    <a:cubicBezTo>
                      <a:pt x="21" y="77"/>
                      <a:pt x="25" y="73"/>
                      <a:pt x="26" y="73"/>
                    </a:cubicBezTo>
                    <a:cubicBezTo>
                      <a:pt x="27" y="73"/>
                      <a:pt x="27" y="73"/>
                      <a:pt x="29" y="73"/>
                    </a:cubicBezTo>
                    <a:cubicBezTo>
                      <a:pt x="30" y="73"/>
                      <a:pt x="30" y="73"/>
                      <a:pt x="30" y="73"/>
                    </a:cubicBezTo>
                    <a:cubicBezTo>
                      <a:pt x="32" y="74"/>
                      <a:pt x="32" y="74"/>
                      <a:pt x="32" y="74"/>
                    </a:cubicBezTo>
                    <a:cubicBezTo>
                      <a:pt x="32" y="76"/>
                      <a:pt x="32" y="76"/>
                      <a:pt x="32" y="76"/>
                    </a:cubicBezTo>
                    <a:cubicBezTo>
                      <a:pt x="32" y="77"/>
                      <a:pt x="32" y="77"/>
                      <a:pt x="32" y="77"/>
                    </a:cubicBezTo>
                    <a:cubicBezTo>
                      <a:pt x="32" y="78"/>
                      <a:pt x="32" y="78"/>
                      <a:pt x="32" y="78"/>
                    </a:cubicBezTo>
                    <a:cubicBezTo>
                      <a:pt x="32" y="79"/>
                      <a:pt x="32" y="79"/>
                      <a:pt x="32" y="79"/>
                    </a:cubicBezTo>
                    <a:cubicBezTo>
                      <a:pt x="31" y="82"/>
                      <a:pt x="29" y="83"/>
                      <a:pt x="25" y="83"/>
                    </a:cubicBezTo>
                    <a:cubicBezTo>
                      <a:pt x="23" y="83"/>
                      <a:pt x="21" y="81"/>
                      <a:pt x="21" y="78"/>
                    </a:cubicBezTo>
                    <a:close/>
                    <a:moveTo>
                      <a:pt x="38" y="125"/>
                    </a:moveTo>
                    <a:cubicBezTo>
                      <a:pt x="43" y="122"/>
                      <a:pt x="47" y="120"/>
                      <a:pt x="53" y="118"/>
                    </a:cubicBezTo>
                    <a:cubicBezTo>
                      <a:pt x="57" y="116"/>
                      <a:pt x="57" y="116"/>
                      <a:pt x="60" y="114"/>
                    </a:cubicBezTo>
                    <a:cubicBezTo>
                      <a:pt x="64" y="111"/>
                      <a:pt x="63" y="110"/>
                      <a:pt x="66" y="108"/>
                    </a:cubicBezTo>
                    <a:cubicBezTo>
                      <a:pt x="67" y="104"/>
                      <a:pt x="67" y="104"/>
                      <a:pt x="67" y="104"/>
                    </a:cubicBezTo>
                    <a:cubicBezTo>
                      <a:pt x="64" y="100"/>
                      <a:pt x="64" y="101"/>
                      <a:pt x="60" y="98"/>
                    </a:cubicBezTo>
                    <a:cubicBezTo>
                      <a:pt x="58" y="96"/>
                      <a:pt x="55" y="95"/>
                      <a:pt x="54" y="92"/>
                    </a:cubicBezTo>
                    <a:cubicBezTo>
                      <a:pt x="53" y="88"/>
                      <a:pt x="53" y="84"/>
                      <a:pt x="51" y="82"/>
                    </a:cubicBezTo>
                    <a:cubicBezTo>
                      <a:pt x="49" y="79"/>
                      <a:pt x="47" y="77"/>
                      <a:pt x="47" y="73"/>
                    </a:cubicBezTo>
                    <a:cubicBezTo>
                      <a:pt x="47" y="72"/>
                      <a:pt x="47" y="72"/>
                      <a:pt x="47" y="71"/>
                    </a:cubicBezTo>
                    <a:cubicBezTo>
                      <a:pt x="49" y="67"/>
                      <a:pt x="47" y="67"/>
                      <a:pt x="53" y="64"/>
                    </a:cubicBezTo>
                    <a:cubicBezTo>
                      <a:pt x="55" y="64"/>
                      <a:pt x="60" y="60"/>
                      <a:pt x="60" y="58"/>
                    </a:cubicBezTo>
                    <a:cubicBezTo>
                      <a:pt x="60" y="55"/>
                      <a:pt x="60" y="55"/>
                      <a:pt x="60" y="55"/>
                    </a:cubicBezTo>
                    <a:cubicBezTo>
                      <a:pt x="60" y="53"/>
                      <a:pt x="56" y="51"/>
                      <a:pt x="53" y="52"/>
                    </a:cubicBezTo>
                    <a:cubicBezTo>
                      <a:pt x="47" y="52"/>
                      <a:pt x="47" y="52"/>
                      <a:pt x="47" y="52"/>
                    </a:cubicBezTo>
                    <a:cubicBezTo>
                      <a:pt x="46" y="52"/>
                      <a:pt x="45" y="51"/>
                      <a:pt x="44" y="50"/>
                    </a:cubicBezTo>
                    <a:cubicBezTo>
                      <a:pt x="44" y="47"/>
                      <a:pt x="44" y="47"/>
                      <a:pt x="44" y="47"/>
                    </a:cubicBezTo>
                    <a:cubicBezTo>
                      <a:pt x="44" y="44"/>
                      <a:pt x="47" y="41"/>
                      <a:pt x="48" y="38"/>
                    </a:cubicBezTo>
                    <a:cubicBezTo>
                      <a:pt x="49" y="34"/>
                      <a:pt x="50" y="33"/>
                      <a:pt x="53" y="30"/>
                    </a:cubicBezTo>
                    <a:cubicBezTo>
                      <a:pt x="56" y="27"/>
                      <a:pt x="66" y="22"/>
                      <a:pt x="66" y="17"/>
                    </a:cubicBezTo>
                    <a:cubicBezTo>
                      <a:pt x="66" y="14"/>
                      <a:pt x="66" y="14"/>
                      <a:pt x="66" y="14"/>
                    </a:cubicBezTo>
                    <a:cubicBezTo>
                      <a:pt x="66" y="13"/>
                      <a:pt x="66" y="13"/>
                      <a:pt x="66" y="13"/>
                    </a:cubicBezTo>
                    <a:cubicBezTo>
                      <a:pt x="65" y="10"/>
                      <a:pt x="62" y="0"/>
                      <a:pt x="58" y="0"/>
                    </a:cubicBezTo>
                    <a:cubicBezTo>
                      <a:pt x="57" y="0"/>
                      <a:pt x="57" y="0"/>
                      <a:pt x="56" y="1"/>
                    </a:cubicBezTo>
                    <a:cubicBezTo>
                      <a:pt x="56" y="3"/>
                      <a:pt x="55" y="3"/>
                      <a:pt x="55" y="5"/>
                    </a:cubicBezTo>
                    <a:cubicBezTo>
                      <a:pt x="55" y="7"/>
                      <a:pt x="55" y="7"/>
                      <a:pt x="55" y="7"/>
                    </a:cubicBezTo>
                    <a:cubicBezTo>
                      <a:pt x="55" y="11"/>
                      <a:pt x="53" y="15"/>
                      <a:pt x="51" y="18"/>
                    </a:cubicBezTo>
                    <a:cubicBezTo>
                      <a:pt x="50" y="18"/>
                      <a:pt x="50" y="18"/>
                      <a:pt x="50" y="18"/>
                    </a:cubicBezTo>
                    <a:cubicBezTo>
                      <a:pt x="48" y="18"/>
                      <a:pt x="48" y="18"/>
                      <a:pt x="47" y="19"/>
                    </a:cubicBezTo>
                    <a:cubicBezTo>
                      <a:pt x="42" y="15"/>
                      <a:pt x="42" y="15"/>
                      <a:pt x="42" y="15"/>
                    </a:cubicBezTo>
                    <a:cubicBezTo>
                      <a:pt x="41" y="15"/>
                      <a:pt x="41" y="15"/>
                      <a:pt x="41" y="15"/>
                    </a:cubicBezTo>
                    <a:cubicBezTo>
                      <a:pt x="40" y="15"/>
                      <a:pt x="40" y="15"/>
                      <a:pt x="40" y="15"/>
                    </a:cubicBezTo>
                    <a:cubicBezTo>
                      <a:pt x="39" y="15"/>
                      <a:pt x="38" y="16"/>
                      <a:pt x="38" y="17"/>
                    </a:cubicBezTo>
                    <a:cubicBezTo>
                      <a:pt x="38" y="19"/>
                      <a:pt x="41" y="22"/>
                      <a:pt x="41" y="26"/>
                    </a:cubicBezTo>
                    <a:cubicBezTo>
                      <a:pt x="41" y="29"/>
                      <a:pt x="41" y="29"/>
                      <a:pt x="41" y="29"/>
                    </a:cubicBezTo>
                    <a:cubicBezTo>
                      <a:pt x="41" y="30"/>
                      <a:pt x="41" y="30"/>
                      <a:pt x="41" y="30"/>
                    </a:cubicBezTo>
                    <a:cubicBezTo>
                      <a:pt x="38" y="33"/>
                      <a:pt x="38" y="33"/>
                      <a:pt x="38" y="33"/>
                    </a:cubicBezTo>
                    <a:cubicBezTo>
                      <a:pt x="37" y="33"/>
                      <a:pt x="37" y="33"/>
                      <a:pt x="37" y="33"/>
                    </a:cubicBezTo>
                    <a:cubicBezTo>
                      <a:pt x="35" y="33"/>
                      <a:pt x="35" y="34"/>
                      <a:pt x="34" y="34"/>
                    </a:cubicBezTo>
                    <a:cubicBezTo>
                      <a:pt x="32" y="33"/>
                      <a:pt x="31" y="31"/>
                      <a:pt x="30" y="29"/>
                    </a:cubicBezTo>
                    <a:cubicBezTo>
                      <a:pt x="24" y="29"/>
                      <a:pt x="30" y="41"/>
                      <a:pt x="19" y="45"/>
                    </a:cubicBezTo>
                    <a:cubicBezTo>
                      <a:pt x="16" y="46"/>
                      <a:pt x="12" y="48"/>
                      <a:pt x="9" y="50"/>
                    </a:cubicBezTo>
                    <a:cubicBezTo>
                      <a:pt x="6" y="51"/>
                      <a:pt x="1" y="53"/>
                      <a:pt x="0" y="55"/>
                    </a:cubicBezTo>
                    <a:cubicBezTo>
                      <a:pt x="1" y="58"/>
                      <a:pt x="1" y="57"/>
                      <a:pt x="4" y="59"/>
                    </a:cubicBezTo>
                    <a:cubicBezTo>
                      <a:pt x="6" y="59"/>
                      <a:pt x="6" y="59"/>
                      <a:pt x="6" y="59"/>
                    </a:cubicBezTo>
                    <a:cubicBezTo>
                      <a:pt x="10" y="59"/>
                      <a:pt x="20" y="51"/>
                      <a:pt x="23" y="51"/>
                    </a:cubicBezTo>
                    <a:cubicBezTo>
                      <a:pt x="25" y="51"/>
                      <a:pt x="24" y="51"/>
                      <a:pt x="27" y="52"/>
                    </a:cubicBezTo>
                    <a:cubicBezTo>
                      <a:pt x="29" y="54"/>
                      <a:pt x="29" y="55"/>
                      <a:pt x="30" y="58"/>
                    </a:cubicBezTo>
                    <a:cubicBezTo>
                      <a:pt x="30" y="59"/>
                      <a:pt x="30" y="59"/>
                      <a:pt x="30" y="59"/>
                    </a:cubicBezTo>
                    <a:cubicBezTo>
                      <a:pt x="30" y="62"/>
                      <a:pt x="28" y="64"/>
                      <a:pt x="26" y="65"/>
                    </a:cubicBezTo>
                    <a:cubicBezTo>
                      <a:pt x="21" y="64"/>
                      <a:pt x="21" y="64"/>
                      <a:pt x="21" y="64"/>
                    </a:cubicBezTo>
                    <a:cubicBezTo>
                      <a:pt x="20" y="64"/>
                      <a:pt x="20" y="64"/>
                      <a:pt x="19" y="64"/>
                    </a:cubicBezTo>
                    <a:cubicBezTo>
                      <a:pt x="18" y="64"/>
                      <a:pt x="18" y="64"/>
                      <a:pt x="18" y="64"/>
                    </a:cubicBezTo>
                    <a:cubicBezTo>
                      <a:pt x="16" y="67"/>
                      <a:pt x="16" y="67"/>
                      <a:pt x="16" y="67"/>
                    </a:cubicBezTo>
                    <a:cubicBezTo>
                      <a:pt x="16" y="68"/>
                      <a:pt x="16" y="68"/>
                      <a:pt x="16" y="68"/>
                    </a:cubicBezTo>
                    <a:cubicBezTo>
                      <a:pt x="16" y="72"/>
                      <a:pt x="16" y="72"/>
                      <a:pt x="16" y="72"/>
                    </a:cubicBezTo>
                    <a:cubicBezTo>
                      <a:pt x="16" y="78"/>
                      <a:pt x="13" y="85"/>
                      <a:pt x="11" y="90"/>
                    </a:cubicBezTo>
                    <a:cubicBezTo>
                      <a:pt x="9" y="94"/>
                      <a:pt x="3" y="100"/>
                      <a:pt x="3" y="105"/>
                    </a:cubicBezTo>
                    <a:cubicBezTo>
                      <a:pt x="3" y="106"/>
                      <a:pt x="4" y="109"/>
                      <a:pt x="5" y="110"/>
                    </a:cubicBezTo>
                    <a:cubicBezTo>
                      <a:pt x="6" y="110"/>
                      <a:pt x="6" y="110"/>
                      <a:pt x="6" y="110"/>
                    </a:cubicBezTo>
                    <a:cubicBezTo>
                      <a:pt x="7" y="110"/>
                      <a:pt x="7" y="110"/>
                      <a:pt x="7" y="110"/>
                    </a:cubicBezTo>
                    <a:cubicBezTo>
                      <a:pt x="9" y="110"/>
                      <a:pt x="8" y="110"/>
                      <a:pt x="9" y="111"/>
                    </a:cubicBezTo>
                    <a:cubicBezTo>
                      <a:pt x="11" y="109"/>
                      <a:pt x="15" y="101"/>
                      <a:pt x="15" y="98"/>
                    </a:cubicBezTo>
                    <a:cubicBezTo>
                      <a:pt x="17" y="94"/>
                      <a:pt x="20" y="89"/>
                      <a:pt x="24" y="89"/>
                    </a:cubicBezTo>
                    <a:cubicBezTo>
                      <a:pt x="25" y="89"/>
                      <a:pt x="25" y="89"/>
                      <a:pt x="26" y="88"/>
                    </a:cubicBezTo>
                    <a:cubicBezTo>
                      <a:pt x="28" y="90"/>
                      <a:pt x="32" y="90"/>
                      <a:pt x="32" y="93"/>
                    </a:cubicBezTo>
                    <a:cubicBezTo>
                      <a:pt x="32" y="94"/>
                      <a:pt x="32" y="94"/>
                      <a:pt x="32" y="94"/>
                    </a:cubicBezTo>
                    <a:cubicBezTo>
                      <a:pt x="32" y="96"/>
                      <a:pt x="32" y="96"/>
                      <a:pt x="32" y="96"/>
                    </a:cubicBezTo>
                    <a:cubicBezTo>
                      <a:pt x="28" y="102"/>
                      <a:pt x="25" y="101"/>
                      <a:pt x="23" y="104"/>
                    </a:cubicBezTo>
                    <a:cubicBezTo>
                      <a:pt x="26" y="109"/>
                      <a:pt x="27" y="108"/>
                      <a:pt x="29" y="113"/>
                    </a:cubicBezTo>
                    <a:cubicBezTo>
                      <a:pt x="29" y="114"/>
                      <a:pt x="29" y="114"/>
                      <a:pt x="29" y="114"/>
                    </a:cubicBezTo>
                    <a:cubicBezTo>
                      <a:pt x="29" y="115"/>
                      <a:pt x="29" y="115"/>
                      <a:pt x="29" y="115"/>
                    </a:cubicBezTo>
                    <a:cubicBezTo>
                      <a:pt x="29" y="116"/>
                      <a:pt x="29" y="116"/>
                      <a:pt x="29" y="116"/>
                    </a:cubicBezTo>
                    <a:cubicBezTo>
                      <a:pt x="28" y="119"/>
                      <a:pt x="26" y="123"/>
                      <a:pt x="22" y="122"/>
                    </a:cubicBezTo>
                    <a:cubicBezTo>
                      <a:pt x="15" y="122"/>
                      <a:pt x="15" y="122"/>
                      <a:pt x="15" y="122"/>
                    </a:cubicBezTo>
                    <a:cubicBezTo>
                      <a:pt x="14" y="122"/>
                      <a:pt x="11" y="124"/>
                      <a:pt x="10" y="124"/>
                    </a:cubicBezTo>
                    <a:cubicBezTo>
                      <a:pt x="13" y="127"/>
                      <a:pt x="23" y="129"/>
                      <a:pt x="23" y="133"/>
                    </a:cubicBezTo>
                    <a:cubicBezTo>
                      <a:pt x="23" y="137"/>
                      <a:pt x="18" y="142"/>
                      <a:pt x="15" y="144"/>
                    </a:cubicBezTo>
                    <a:cubicBezTo>
                      <a:pt x="15" y="150"/>
                      <a:pt x="15" y="150"/>
                      <a:pt x="15" y="150"/>
                    </a:cubicBezTo>
                    <a:cubicBezTo>
                      <a:pt x="17" y="150"/>
                      <a:pt x="17" y="150"/>
                      <a:pt x="17" y="150"/>
                    </a:cubicBezTo>
                    <a:cubicBezTo>
                      <a:pt x="20" y="150"/>
                      <a:pt x="27" y="141"/>
                      <a:pt x="29" y="139"/>
                    </a:cubicBezTo>
                    <a:cubicBezTo>
                      <a:pt x="33" y="135"/>
                      <a:pt x="34" y="129"/>
                      <a:pt x="38" y="12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60" name="iSļïḑé"/>
              <p:cNvSpPr/>
              <p:nvPr/>
            </p:nvSpPr>
            <p:spPr bwMode="auto">
              <a:xfrm>
                <a:off x="4422776" y="3106738"/>
                <a:ext cx="412750" cy="596900"/>
              </a:xfrm>
              <a:custGeom>
                <a:avLst/>
                <a:gdLst>
                  <a:gd name="T0" fmla="*/ 63 w 125"/>
                  <a:gd name="T1" fmla="*/ 83 h 179"/>
                  <a:gd name="T2" fmla="*/ 69 w 125"/>
                  <a:gd name="T3" fmla="*/ 84 h 179"/>
                  <a:gd name="T4" fmla="*/ 71 w 125"/>
                  <a:gd name="T5" fmla="*/ 95 h 179"/>
                  <a:gd name="T6" fmla="*/ 56 w 125"/>
                  <a:gd name="T7" fmla="*/ 91 h 179"/>
                  <a:gd name="T8" fmla="*/ 77 w 125"/>
                  <a:gd name="T9" fmla="*/ 77 h 179"/>
                  <a:gd name="T10" fmla="*/ 90 w 125"/>
                  <a:gd name="T11" fmla="*/ 82 h 179"/>
                  <a:gd name="T12" fmla="*/ 93 w 125"/>
                  <a:gd name="T13" fmla="*/ 96 h 179"/>
                  <a:gd name="T14" fmla="*/ 88 w 125"/>
                  <a:gd name="T15" fmla="*/ 106 h 179"/>
                  <a:gd name="T16" fmla="*/ 75 w 125"/>
                  <a:gd name="T17" fmla="*/ 89 h 179"/>
                  <a:gd name="T18" fmla="*/ 91 w 125"/>
                  <a:gd name="T19" fmla="*/ 29 h 179"/>
                  <a:gd name="T20" fmla="*/ 95 w 125"/>
                  <a:gd name="T21" fmla="*/ 4 h 179"/>
                  <a:gd name="T22" fmla="*/ 92 w 125"/>
                  <a:gd name="T23" fmla="*/ 0 h 179"/>
                  <a:gd name="T24" fmla="*/ 86 w 125"/>
                  <a:gd name="T25" fmla="*/ 0 h 179"/>
                  <a:gd name="T26" fmla="*/ 80 w 125"/>
                  <a:gd name="T27" fmla="*/ 7 h 179"/>
                  <a:gd name="T28" fmla="*/ 83 w 125"/>
                  <a:gd name="T29" fmla="*/ 30 h 179"/>
                  <a:gd name="T30" fmla="*/ 86 w 125"/>
                  <a:gd name="T31" fmla="*/ 50 h 179"/>
                  <a:gd name="T32" fmla="*/ 46 w 125"/>
                  <a:gd name="T33" fmla="*/ 84 h 179"/>
                  <a:gd name="T34" fmla="*/ 0 w 125"/>
                  <a:gd name="T35" fmla="*/ 99 h 179"/>
                  <a:gd name="T36" fmla="*/ 13 w 125"/>
                  <a:gd name="T37" fmla="*/ 108 h 179"/>
                  <a:gd name="T38" fmla="*/ 30 w 125"/>
                  <a:gd name="T39" fmla="*/ 100 h 179"/>
                  <a:gd name="T40" fmla="*/ 47 w 125"/>
                  <a:gd name="T41" fmla="*/ 92 h 179"/>
                  <a:gd name="T42" fmla="*/ 51 w 125"/>
                  <a:gd name="T43" fmla="*/ 109 h 179"/>
                  <a:gd name="T44" fmla="*/ 50 w 125"/>
                  <a:gd name="T45" fmla="*/ 118 h 179"/>
                  <a:gd name="T46" fmla="*/ 54 w 125"/>
                  <a:gd name="T47" fmla="*/ 125 h 179"/>
                  <a:gd name="T48" fmla="*/ 62 w 125"/>
                  <a:gd name="T49" fmla="*/ 119 h 179"/>
                  <a:gd name="T50" fmla="*/ 62 w 125"/>
                  <a:gd name="T51" fmla="*/ 113 h 179"/>
                  <a:gd name="T52" fmla="*/ 78 w 125"/>
                  <a:gd name="T53" fmla="*/ 111 h 179"/>
                  <a:gd name="T54" fmla="*/ 78 w 125"/>
                  <a:gd name="T55" fmla="*/ 113 h 179"/>
                  <a:gd name="T56" fmla="*/ 78 w 125"/>
                  <a:gd name="T57" fmla="*/ 118 h 179"/>
                  <a:gd name="T58" fmla="*/ 46 w 125"/>
                  <a:gd name="T59" fmla="*/ 147 h 179"/>
                  <a:gd name="T60" fmla="*/ 28 w 125"/>
                  <a:gd name="T61" fmla="*/ 158 h 179"/>
                  <a:gd name="T62" fmla="*/ 1 w 125"/>
                  <a:gd name="T63" fmla="*/ 170 h 179"/>
                  <a:gd name="T64" fmla="*/ 14 w 125"/>
                  <a:gd name="T65" fmla="*/ 178 h 179"/>
                  <a:gd name="T66" fmla="*/ 20 w 125"/>
                  <a:gd name="T67" fmla="*/ 179 h 179"/>
                  <a:gd name="T68" fmla="*/ 22 w 125"/>
                  <a:gd name="T69" fmla="*/ 179 h 179"/>
                  <a:gd name="T70" fmla="*/ 38 w 125"/>
                  <a:gd name="T71" fmla="*/ 169 h 179"/>
                  <a:gd name="T72" fmla="*/ 61 w 125"/>
                  <a:gd name="T73" fmla="*/ 150 h 179"/>
                  <a:gd name="T74" fmla="*/ 79 w 125"/>
                  <a:gd name="T75" fmla="*/ 135 h 179"/>
                  <a:gd name="T76" fmla="*/ 96 w 125"/>
                  <a:gd name="T77" fmla="*/ 119 h 179"/>
                  <a:gd name="T78" fmla="*/ 106 w 125"/>
                  <a:gd name="T79" fmla="*/ 149 h 179"/>
                  <a:gd name="T80" fmla="*/ 125 w 125"/>
                  <a:gd name="T81" fmla="*/ 152 h 179"/>
                  <a:gd name="T82" fmla="*/ 116 w 125"/>
                  <a:gd name="T83" fmla="*/ 120 h 179"/>
                  <a:gd name="T84" fmla="*/ 115 w 125"/>
                  <a:gd name="T85" fmla="*/ 125 h 179"/>
                  <a:gd name="T86" fmla="*/ 109 w 125"/>
                  <a:gd name="T87" fmla="*/ 129 h 179"/>
                  <a:gd name="T88" fmla="*/ 97 w 125"/>
                  <a:gd name="T89" fmla="*/ 92 h 179"/>
                  <a:gd name="T90" fmla="*/ 94 w 125"/>
                  <a:gd name="T91" fmla="*/ 76 h 179"/>
                  <a:gd name="T92" fmla="*/ 110 w 125"/>
                  <a:gd name="T93" fmla="*/ 60 h 179"/>
                  <a:gd name="T94" fmla="*/ 105 w 125"/>
                  <a:gd name="T95" fmla="*/ 57 h 179"/>
                  <a:gd name="T96" fmla="*/ 101 w 125"/>
                  <a:gd name="T97" fmla="*/ 59 h 179"/>
                  <a:gd name="T98" fmla="*/ 91 w 125"/>
                  <a:gd name="T99" fmla="*/ 54 h 179"/>
                  <a:gd name="T100" fmla="*/ 91 w 125"/>
                  <a:gd name="T101" fmla="*/ 29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25" h="179">
                    <a:moveTo>
                      <a:pt x="56" y="91"/>
                    </a:moveTo>
                    <a:cubicBezTo>
                      <a:pt x="56" y="87"/>
                      <a:pt x="60" y="85"/>
                      <a:pt x="63" y="83"/>
                    </a:cubicBezTo>
                    <a:cubicBezTo>
                      <a:pt x="64" y="83"/>
                      <a:pt x="64" y="83"/>
                      <a:pt x="64" y="83"/>
                    </a:cubicBezTo>
                    <a:cubicBezTo>
                      <a:pt x="67" y="83"/>
                      <a:pt x="67" y="84"/>
                      <a:pt x="69" y="84"/>
                    </a:cubicBezTo>
                    <a:cubicBezTo>
                      <a:pt x="71" y="94"/>
                      <a:pt x="71" y="94"/>
                      <a:pt x="71" y="94"/>
                    </a:cubicBezTo>
                    <a:cubicBezTo>
                      <a:pt x="71" y="95"/>
                      <a:pt x="71" y="95"/>
                      <a:pt x="71" y="95"/>
                    </a:cubicBezTo>
                    <a:cubicBezTo>
                      <a:pt x="68" y="100"/>
                      <a:pt x="68" y="99"/>
                      <a:pt x="63" y="101"/>
                    </a:cubicBezTo>
                    <a:cubicBezTo>
                      <a:pt x="61" y="99"/>
                      <a:pt x="56" y="95"/>
                      <a:pt x="56" y="91"/>
                    </a:cubicBezTo>
                    <a:close/>
                    <a:moveTo>
                      <a:pt x="72" y="83"/>
                    </a:moveTo>
                    <a:cubicBezTo>
                      <a:pt x="74" y="79"/>
                      <a:pt x="73" y="79"/>
                      <a:pt x="77" y="77"/>
                    </a:cubicBezTo>
                    <a:cubicBezTo>
                      <a:pt x="79" y="75"/>
                      <a:pt x="82" y="75"/>
                      <a:pt x="83" y="73"/>
                    </a:cubicBezTo>
                    <a:cubicBezTo>
                      <a:pt x="88" y="76"/>
                      <a:pt x="89" y="76"/>
                      <a:pt x="90" y="82"/>
                    </a:cubicBezTo>
                    <a:cubicBezTo>
                      <a:pt x="92" y="95"/>
                      <a:pt x="92" y="95"/>
                      <a:pt x="92" y="95"/>
                    </a:cubicBezTo>
                    <a:cubicBezTo>
                      <a:pt x="93" y="96"/>
                      <a:pt x="93" y="96"/>
                      <a:pt x="93" y="96"/>
                    </a:cubicBezTo>
                    <a:cubicBezTo>
                      <a:pt x="94" y="99"/>
                      <a:pt x="94" y="99"/>
                      <a:pt x="94" y="99"/>
                    </a:cubicBezTo>
                    <a:cubicBezTo>
                      <a:pt x="91" y="105"/>
                      <a:pt x="93" y="103"/>
                      <a:pt x="88" y="106"/>
                    </a:cubicBezTo>
                    <a:cubicBezTo>
                      <a:pt x="83" y="101"/>
                      <a:pt x="82" y="101"/>
                      <a:pt x="79" y="95"/>
                    </a:cubicBezTo>
                    <a:cubicBezTo>
                      <a:pt x="77" y="93"/>
                      <a:pt x="77" y="91"/>
                      <a:pt x="75" y="89"/>
                    </a:cubicBezTo>
                    <a:cubicBezTo>
                      <a:pt x="73" y="87"/>
                      <a:pt x="73" y="86"/>
                      <a:pt x="72" y="83"/>
                    </a:cubicBezTo>
                    <a:close/>
                    <a:moveTo>
                      <a:pt x="91" y="29"/>
                    </a:moveTo>
                    <a:cubicBezTo>
                      <a:pt x="91" y="22"/>
                      <a:pt x="95" y="12"/>
                      <a:pt x="95" y="4"/>
                    </a:cubicBezTo>
                    <a:cubicBezTo>
                      <a:pt x="95" y="4"/>
                      <a:pt x="95" y="4"/>
                      <a:pt x="95" y="4"/>
                    </a:cubicBezTo>
                    <a:cubicBezTo>
                      <a:pt x="95" y="3"/>
                      <a:pt x="95" y="3"/>
                      <a:pt x="95" y="3"/>
                    </a:cubicBezTo>
                    <a:cubicBezTo>
                      <a:pt x="93" y="0"/>
                      <a:pt x="95" y="1"/>
                      <a:pt x="92" y="0"/>
                    </a:cubicBezTo>
                    <a:cubicBezTo>
                      <a:pt x="91" y="0"/>
                      <a:pt x="91" y="0"/>
                      <a:pt x="91" y="0"/>
                    </a:cubicBezTo>
                    <a:cubicBezTo>
                      <a:pt x="86" y="0"/>
                      <a:pt x="86" y="0"/>
                      <a:pt x="86" y="0"/>
                    </a:cubicBezTo>
                    <a:cubicBezTo>
                      <a:pt x="85" y="0"/>
                      <a:pt x="85" y="0"/>
                      <a:pt x="85" y="0"/>
                    </a:cubicBezTo>
                    <a:cubicBezTo>
                      <a:pt x="82" y="1"/>
                      <a:pt x="80" y="4"/>
                      <a:pt x="80" y="7"/>
                    </a:cubicBezTo>
                    <a:cubicBezTo>
                      <a:pt x="83" y="30"/>
                      <a:pt x="83" y="30"/>
                      <a:pt x="83" y="30"/>
                    </a:cubicBezTo>
                    <a:cubicBezTo>
                      <a:pt x="83" y="30"/>
                      <a:pt x="83" y="30"/>
                      <a:pt x="83" y="30"/>
                    </a:cubicBezTo>
                    <a:cubicBezTo>
                      <a:pt x="83" y="38"/>
                      <a:pt x="86" y="44"/>
                      <a:pt x="86" y="49"/>
                    </a:cubicBezTo>
                    <a:cubicBezTo>
                      <a:pt x="86" y="50"/>
                      <a:pt x="86" y="50"/>
                      <a:pt x="86" y="50"/>
                    </a:cubicBezTo>
                    <a:cubicBezTo>
                      <a:pt x="87" y="62"/>
                      <a:pt x="87" y="62"/>
                      <a:pt x="87" y="62"/>
                    </a:cubicBezTo>
                    <a:cubicBezTo>
                      <a:pt x="87" y="68"/>
                      <a:pt x="52" y="81"/>
                      <a:pt x="46" y="84"/>
                    </a:cubicBezTo>
                    <a:cubicBezTo>
                      <a:pt x="39" y="87"/>
                      <a:pt x="31" y="89"/>
                      <a:pt x="23" y="92"/>
                    </a:cubicBezTo>
                    <a:cubicBezTo>
                      <a:pt x="20" y="94"/>
                      <a:pt x="0" y="96"/>
                      <a:pt x="0" y="99"/>
                    </a:cubicBezTo>
                    <a:cubicBezTo>
                      <a:pt x="0" y="101"/>
                      <a:pt x="9" y="108"/>
                      <a:pt x="11" y="108"/>
                    </a:cubicBezTo>
                    <a:cubicBezTo>
                      <a:pt x="13" y="108"/>
                      <a:pt x="13" y="108"/>
                      <a:pt x="13" y="108"/>
                    </a:cubicBezTo>
                    <a:cubicBezTo>
                      <a:pt x="14" y="108"/>
                      <a:pt x="14" y="108"/>
                      <a:pt x="14" y="108"/>
                    </a:cubicBezTo>
                    <a:cubicBezTo>
                      <a:pt x="20" y="105"/>
                      <a:pt x="24" y="103"/>
                      <a:pt x="30" y="100"/>
                    </a:cubicBezTo>
                    <a:cubicBezTo>
                      <a:pt x="34" y="98"/>
                      <a:pt x="41" y="93"/>
                      <a:pt x="45" y="93"/>
                    </a:cubicBezTo>
                    <a:cubicBezTo>
                      <a:pt x="46" y="93"/>
                      <a:pt x="46" y="93"/>
                      <a:pt x="47" y="92"/>
                    </a:cubicBezTo>
                    <a:cubicBezTo>
                      <a:pt x="49" y="94"/>
                      <a:pt x="52" y="96"/>
                      <a:pt x="51" y="101"/>
                    </a:cubicBezTo>
                    <a:cubicBezTo>
                      <a:pt x="51" y="109"/>
                      <a:pt x="51" y="109"/>
                      <a:pt x="51" y="109"/>
                    </a:cubicBezTo>
                    <a:cubicBezTo>
                      <a:pt x="51" y="110"/>
                      <a:pt x="51" y="110"/>
                      <a:pt x="51" y="110"/>
                    </a:cubicBezTo>
                    <a:cubicBezTo>
                      <a:pt x="50" y="118"/>
                      <a:pt x="50" y="118"/>
                      <a:pt x="50" y="118"/>
                    </a:cubicBezTo>
                    <a:cubicBezTo>
                      <a:pt x="50" y="119"/>
                      <a:pt x="50" y="119"/>
                      <a:pt x="50" y="120"/>
                    </a:cubicBezTo>
                    <a:cubicBezTo>
                      <a:pt x="51" y="123"/>
                      <a:pt x="51" y="123"/>
                      <a:pt x="54" y="125"/>
                    </a:cubicBezTo>
                    <a:cubicBezTo>
                      <a:pt x="56" y="125"/>
                      <a:pt x="56" y="125"/>
                      <a:pt x="56" y="125"/>
                    </a:cubicBezTo>
                    <a:cubicBezTo>
                      <a:pt x="59" y="125"/>
                      <a:pt x="60" y="121"/>
                      <a:pt x="62" y="119"/>
                    </a:cubicBezTo>
                    <a:cubicBezTo>
                      <a:pt x="62" y="118"/>
                      <a:pt x="62" y="118"/>
                      <a:pt x="62" y="118"/>
                    </a:cubicBezTo>
                    <a:cubicBezTo>
                      <a:pt x="62" y="113"/>
                      <a:pt x="62" y="113"/>
                      <a:pt x="62" y="113"/>
                    </a:cubicBezTo>
                    <a:cubicBezTo>
                      <a:pt x="63" y="110"/>
                      <a:pt x="68" y="106"/>
                      <a:pt x="71" y="106"/>
                    </a:cubicBezTo>
                    <a:cubicBezTo>
                      <a:pt x="75" y="106"/>
                      <a:pt x="77" y="109"/>
                      <a:pt x="78" y="111"/>
                    </a:cubicBezTo>
                    <a:cubicBezTo>
                      <a:pt x="78" y="112"/>
                      <a:pt x="78" y="112"/>
                      <a:pt x="78" y="112"/>
                    </a:cubicBezTo>
                    <a:cubicBezTo>
                      <a:pt x="78" y="113"/>
                      <a:pt x="78" y="113"/>
                      <a:pt x="78" y="113"/>
                    </a:cubicBezTo>
                    <a:cubicBezTo>
                      <a:pt x="78" y="115"/>
                      <a:pt x="78" y="115"/>
                      <a:pt x="79" y="116"/>
                    </a:cubicBezTo>
                    <a:cubicBezTo>
                      <a:pt x="78" y="117"/>
                      <a:pt x="78" y="117"/>
                      <a:pt x="78" y="118"/>
                    </a:cubicBezTo>
                    <a:cubicBezTo>
                      <a:pt x="78" y="119"/>
                      <a:pt x="78" y="119"/>
                      <a:pt x="78" y="119"/>
                    </a:cubicBezTo>
                    <a:cubicBezTo>
                      <a:pt x="72" y="130"/>
                      <a:pt x="57" y="140"/>
                      <a:pt x="46" y="147"/>
                    </a:cubicBezTo>
                    <a:cubicBezTo>
                      <a:pt x="44" y="148"/>
                      <a:pt x="40" y="151"/>
                      <a:pt x="37" y="152"/>
                    </a:cubicBezTo>
                    <a:cubicBezTo>
                      <a:pt x="35" y="153"/>
                      <a:pt x="29" y="157"/>
                      <a:pt x="28" y="158"/>
                    </a:cubicBezTo>
                    <a:cubicBezTo>
                      <a:pt x="25" y="161"/>
                      <a:pt x="12" y="165"/>
                      <a:pt x="6" y="165"/>
                    </a:cubicBezTo>
                    <a:cubicBezTo>
                      <a:pt x="4" y="165"/>
                      <a:pt x="2" y="168"/>
                      <a:pt x="1" y="170"/>
                    </a:cubicBezTo>
                    <a:cubicBezTo>
                      <a:pt x="4" y="171"/>
                      <a:pt x="4" y="173"/>
                      <a:pt x="7" y="175"/>
                    </a:cubicBezTo>
                    <a:cubicBezTo>
                      <a:pt x="10" y="176"/>
                      <a:pt x="12" y="176"/>
                      <a:pt x="14" y="178"/>
                    </a:cubicBezTo>
                    <a:cubicBezTo>
                      <a:pt x="18" y="179"/>
                      <a:pt x="18" y="179"/>
                      <a:pt x="18" y="179"/>
                    </a:cubicBezTo>
                    <a:cubicBezTo>
                      <a:pt x="20" y="179"/>
                      <a:pt x="18" y="179"/>
                      <a:pt x="20" y="179"/>
                    </a:cubicBezTo>
                    <a:cubicBezTo>
                      <a:pt x="21" y="179"/>
                      <a:pt x="21" y="179"/>
                      <a:pt x="21" y="179"/>
                    </a:cubicBezTo>
                    <a:cubicBezTo>
                      <a:pt x="22" y="179"/>
                      <a:pt x="22" y="179"/>
                      <a:pt x="22" y="179"/>
                    </a:cubicBezTo>
                    <a:cubicBezTo>
                      <a:pt x="26" y="177"/>
                      <a:pt x="30" y="175"/>
                      <a:pt x="33" y="173"/>
                    </a:cubicBezTo>
                    <a:cubicBezTo>
                      <a:pt x="35" y="171"/>
                      <a:pt x="36" y="170"/>
                      <a:pt x="38" y="169"/>
                    </a:cubicBezTo>
                    <a:cubicBezTo>
                      <a:pt x="39" y="168"/>
                      <a:pt x="43" y="166"/>
                      <a:pt x="43" y="166"/>
                    </a:cubicBezTo>
                    <a:cubicBezTo>
                      <a:pt x="49" y="160"/>
                      <a:pt x="55" y="156"/>
                      <a:pt x="61" y="150"/>
                    </a:cubicBezTo>
                    <a:cubicBezTo>
                      <a:pt x="64" y="148"/>
                      <a:pt x="67" y="145"/>
                      <a:pt x="70" y="143"/>
                    </a:cubicBezTo>
                    <a:cubicBezTo>
                      <a:pt x="73" y="140"/>
                      <a:pt x="76" y="137"/>
                      <a:pt x="79" y="135"/>
                    </a:cubicBezTo>
                    <a:cubicBezTo>
                      <a:pt x="82" y="132"/>
                      <a:pt x="85" y="130"/>
                      <a:pt x="87" y="127"/>
                    </a:cubicBezTo>
                    <a:cubicBezTo>
                      <a:pt x="90" y="124"/>
                      <a:pt x="91" y="119"/>
                      <a:pt x="96" y="119"/>
                    </a:cubicBezTo>
                    <a:cubicBezTo>
                      <a:pt x="98" y="119"/>
                      <a:pt x="100" y="126"/>
                      <a:pt x="100" y="128"/>
                    </a:cubicBezTo>
                    <a:cubicBezTo>
                      <a:pt x="100" y="132"/>
                      <a:pt x="105" y="145"/>
                      <a:pt x="106" y="149"/>
                    </a:cubicBezTo>
                    <a:cubicBezTo>
                      <a:pt x="108" y="155"/>
                      <a:pt x="111" y="165"/>
                      <a:pt x="118" y="165"/>
                    </a:cubicBezTo>
                    <a:cubicBezTo>
                      <a:pt x="119" y="163"/>
                      <a:pt x="125" y="161"/>
                      <a:pt x="125" y="152"/>
                    </a:cubicBezTo>
                    <a:cubicBezTo>
                      <a:pt x="125" y="143"/>
                      <a:pt x="120" y="120"/>
                      <a:pt x="117" y="116"/>
                    </a:cubicBezTo>
                    <a:cubicBezTo>
                      <a:pt x="117" y="118"/>
                      <a:pt x="116" y="118"/>
                      <a:pt x="116" y="120"/>
                    </a:cubicBezTo>
                    <a:cubicBezTo>
                      <a:pt x="116" y="123"/>
                      <a:pt x="115" y="121"/>
                      <a:pt x="115" y="124"/>
                    </a:cubicBezTo>
                    <a:cubicBezTo>
                      <a:pt x="115" y="125"/>
                      <a:pt x="115" y="125"/>
                      <a:pt x="115" y="125"/>
                    </a:cubicBezTo>
                    <a:cubicBezTo>
                      <a:pt x="115" y="126"/>
                      <a:pt x="114" y="129"/>
                      <a:pt x="112" y="129"/>
                    </a:cubicBezTo>
                    <a:cubicBezTo>
                      <a:pt x="109" y="129"/>
                      <a:pt x="109" y="129"/>
                      <a:pt x="109" y="129"/>
                    </a:cubicBezTo>
                    <a:cubicBezTo>
                      <a:pt x="105" y="129"/>
                      <a:pt x="102" y="110"/>
                      <a:pt x="100" y="105"/>
                    </a:cubicBezTo>
                    <a:cubicBezTo>
                      <a:pt x="98" y="101"/>
                      <a:pt x="98" y="97"/>
                      <a:pt x="97" y="92"/>
                    </a:cubicBezTo>
                    <a:cubicBezTo>
                      <a:pt x="96" y="87"/>
                      <a:pt x="94" y="86"/>
                      <a:pt x="94" y="79"/>
                    </a:cubicBezTo>
                    <a:cubicBezTo>
                      <a:pt x="94" y="76"/>
                      <a:pt x="94" y="76"/>
                      <a:pt x="94" y="76"/>
                    </a:cubicBezTo>
                    <a:cubicBezTo>
                      <a:pt x="94" y="65"/>
                      <a:pt x="110" y="67"/>
                      <a:pt x="110" y="61"/>
                    </a:cubicBezTo>
                    <a:cubicBezTo>
                      <a:pt x="110" y="60"/>
                      <a:pt x="110" y="60"/>
                      <a:pt x="110" y="60"/>
                    </a:cubicBezTo>
                    <a:cubicBezTo>
                      <a:pt x="110" y="58"/>
                      <a:pt x="109" y="57"/>
                      <a:pt x="108" y="57"/>
                    </a:cubicBezTo>
                    <a:cubicBezTo>
                      <a:pt x="105" y="57"/>
                      <a:pt x="105" y="57"/>
                      <a:pt x="105" y="57"/>
                    </a:cubicBezTo>
                    <a:cubicBezTo>
                      <a:pt x="104" y="57"/>
                      <a:pt x="104" y="57"/>
                      <a:pt x="104" y="57"/>
                    </a:cubicBezTo>
                    <a:cubicBezTo>
                      <a:pt x="103" y="58"/>
                      <a:pt x="102" y="59"/>
                      <a:pt x="101" y="59"/>
                    </a:cubicBezTo>
                    <a:cubicBezTo>
                      <a:pt x="99" y="60"/>
                      <a:pt x="99" y="59"/>
                      <a:pt x="97" y="60"/>
                    </a:cubicBezTo>
                    <a:cubicBezTo>
                      <a:pt x="95" y="59"/>
                      <a:pt x="91" y="56"/>
                      <a:pt x="91" y="54"/>
                    </a:cubicBezTo>
                    <a:cubicBezTo>
                      <a:pt x="91" y="41"/>
                      <a:pt x="91" y="41"/>
                      <a:pt x="91" y="41"/>
                    </a:cubicBezTo>
                    <a:lnTo>
                      <a:pt x="91" y="29"/>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61" name="íšlïďè"/>
              <p:cNvSpPr/>
              <p:nvPr/>
            </p:nvSpPr>
            <p:spPr bwMode="auto">
              <a:xfrm>
                <a:off x="5478463" y="3581400"/>
                <a:ext cx="46038" cy="76200"/>
              </a:xfrm>
              <a:custGeom>
                <a:avLst/>
                <a:gdLst>
                  <a:gd name="T0" fmla="*/ 14 w 14"/>
                  <a:gd name="T1" fmla="*/ 15 h 23"/>
                  <a:gd name="T2" fmla="*/ 10 w 14"/>
                  <a:gd name="T3" fmla="*/ 6 h 23"/>
                  <a:gd name="T4" fmla="*/ 3 w 14"/>
                  <a:gd name="T5" fmla="*/ 0 h 23"/>
                  <a:gd name="T6" fmla="*/ 0 w 14"/>
                  <a:gd name="T7" fmla="*/ 3 h 23"/>
                  <a:gd name="T8" fmla="*/ 5 w 14"/>
                  <a:gd name="T9" fmla="*/ 11 h 23"/>
                  <a:gd name="T10" fmla="*/ 5 w 14"/>
                  <a:gd name="T11" fmla="*/ 12 h 23"/>
                  <a:gd name="T12" fmla="*/ 5 w 14"/>
                  <a:gd name="T13" fmla="*/ 14 h 23"/>
                  <a:gd name="T14" fmla="*/ 5 w 14"/>
                  <a:gd name="T15" fmla="*/ 15 h 23"/>
                  <a:gd name="T16" fmla="*/ 2 w 14"/>
                  <a:gd name="T17" fmla="*/ 19 h 23"/>
                  <a:gd name="T18" fmla="*/ 2 w 14"/>
                  <a:gd name="T19" fmla="*/ 22 h 23"/>
                  <a:gd name="T20" fmla="*/ 5 w 14"/>
                  <a:gd name="T21" fmla="*/ 23 h 23"/>
                  <a:gd name="T22" fmla="*/ 6 w 14"/>
                  <a:gd name="T23" fmla="*/ 23 h 23"/>
                  <a:gd name="T24" fmla="*/ 11 w 14"/>
                  <a:gd name="T25" fmla="*/ 20 h 23"/>
                  <a:gd name="T26" fmla="*/ 14 w 14"/>
                  <a:gd name="T27" fmla="*/ 15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4" h="23">
                    <a:moveTo>
                      <a:pt x="14" y="15"/>
                    </a:moveTo>
                    <a:cubicBezTo>
                      <a:pt x="14" y="11"/>
                      <a:pt x="12" y="9"/>
                      <a:pt x="10" y="6"/>
                    </a:cubicBezTo>
                    <a:cubicBezTo>
                      <a:pt x="8" y="5"/>
                      <a:pt x="3" y="1"/>
                      <a:pt x="3" y="0"/>
                    </a:cubicBezTo>
                    <a:cubicBezTo>
                      <a:pt x="0" y="3"/>
                      <a:pt x="0" y="3"/>
                      <a:pt x="0" y="3"/>
                    </a:cubicBezTo>
                    <a:cubicBezTo>
                      <a:pt x="5" y="11"/>
                      <a:pt x="5" y="11"/>
                      <a:pt x="5" y="11"/>
                    </a:cubicBezTo>
                    <a:cubicBezTo>
                      <a:pt x="5" y="12"/>
                      <a:pt x="5" y="12"/>
                      <a:pt x="5" y="12"/>
                    </a:cubicBezTo>
                    <a:cubicBezTo>
                      <a:pt x="5" y="14"/>
                      <a:pt x="5" y="14"/>
                      <a:pt x="5" y="14"/>
                    </a:cubicBezTo>
                    <a:cubicBezTo>
                      <a:pt x="5" y="15"/>
                      <a:pt x="5" y="15"/>
                      <a:pt x="5" y="15"/>
                    </a:cubicBezTo>
                    <a:cubicBezTo>
                      <a:pt x="2" y="19"/>
                      <a:pt x="2" y="19"/>
                      <a:pt x="2" y="19"/>
                    </a:cubicBezTo>
                    <a:cubicBezTo>
                      <a:pt x="2" y="22"/>
                      <a:pt x="2" y="22"/>
                      <a:pt x="2" y="22"/>
                    </a:cubicBezTo>
                    <a:cubicBezTo>
                      <a:pt x="5" y="23"/>
                      <a:pt x="5" y="23"/>
                      <a:pt x="5" y="23"/>
                    </a:cubicBezTo>
                    <a:cubicBezTo>
                      <a:pt x="6" y="23"/>
                      <a:pt x="6" y="23"/>
                      <a:pt x="6" y="23"/>
                    </a:cubicBezTo>
                    <a:cubicBezTo>
                      <a:pt x="7" y="23"/>
                      <a:pt x="11" y="21"/>
                      <a:pt x="11" y="20"/>
                    </a:cubicBezTo>
                    <a:cubicBezTo>
                      <a:pt x="13" y="19"/>
                      <a:pt x="13" y="17"/>
                      <a:pt x="14" y="1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62" name="işḷîḑe"/>
              <p:cNvSpPr/>
              <p:nvPr/>
            </p:nvSpPr>
            <p:spPr bwMode="auto">
              <a:xfrm>
                <a:off x="6310313" y="3136900"/>
                <a:ext cx="406400" cy="554038"/>
              </a:xfrm>
              <a:custGeom>
                <a:avLst/>
                <a:gdLst>
                  <a:gd name="T0" fmla="*/ 101 w 123"/>
                  <a:gd name="T1" fmla="*/ 9 h 166"/>
                  <a:gd name="T2" fmla="*/ 96 w 123"/>
                  <a:gd name="T3" fmla="*/ 0 h 166"/>
                  <a:gd name="T4" fmla="*/ 76 w 123"/>
                  <a:gd name="T5" fmla="*/ 23 h 166"/>
                  <a:gd name="T6" fmla="*/ 66 w 123"/>
                  <a:gd name="T7" fmla="*/ 20 h 166"/>
                  <a:gd name="T8" fmla="*/ 69 w 123"/>
                  <a:gd name="T9" fmla="*/ 29 h 166"/>
                  <a:gd name="T10" fmla="*/ 64 w 123"/>
                  <a:gd name="T11" fmla="*/ 38 h 166"/>
                  <a:gd name="T12" fmla="*/ 71 w 123"/>
                  <a:gd name="T13" fmla="*/ 37 h 166"/>
                  <a:gd name="T14" fmla="*/ 78 w 123"/>
                  <a:gd name="T15" fmla="*/ 38 h 166"/>
                  <a:gd name="T16" fmla="*/ 104 w 123"/>
                  <a:gd name="T17" fmla="*/ 37 h 166"/>
                  <a:gd name="T18" fmla="*/ 97 w 123"/>
                  <a:gd name="T19" fmla="*/ 43 h 166"/>
                  <a:gd name="T20" fmla="*/ 85 w 123"/>
                  <a:gd name="T21" fmla="*/ 56 h 166"/>
                  <a:gd name="T22" fmla="*/ 78 w 123"/>
                  <a:gd name="T23" fmla="*/ 67 h 166"/>
                  <a:gd name="T24" fmla="*/ 72 w 123"/>
                  <a:gd name="T25" fmla="*/ 62 h 166"/>
                  <a:gd name="T26" fmla="*/ 72 w 123"/>
                  <a:gd name="T27" fmla="*/ 48 h 166"/>
                  <a:gd name="T28" fmla="*/ 63 w 123"/>
                  <a:gd name="T29" fmla="*/ 57 h 166"/>
                  <a:gd name="T30" fmla="*/ 56 w 123"/>
                  <a:gd name="T31" fmla="*/ 57 h 166"/>
                  <a:gd name="T32" fmla="*/ 61 w 123"/>
                  <a:gd name="T33" fmla="*/ 66 h 166"/>
                  <a:gd name="T34" fmla="*/ 59 w 123"/>
                  <a:gd name="T35" fmla="*/ 70 h 166"/>
                  <a:gd name="T36" fmla="*/ 68 w 123"/>
                  <a:gd name="T37" fmla="*/ 74 h 166"/>
                  <a:gd name="T38" fmla="*/ 68 w 123"/>
                  <a:gd name="T39" fmla="*/ 78 h 166"/>
                  <a:gd name="T40" fmla="*/ 40 w 123"/>
                  <a:gd name="T41" fmla="*/ 92 h 166"/>
                  <a:gd name="T42" fmla="*/ 24 w 123"/>
                  <a:gd name="T43" fmla="*/ 99 h 166"/>
                  <a:gd name="T44" fmla="*/ 3 w 123"/>
                  <a:gd name="T45" fmla="*/ 105 h 166"/>
                  <a:gd name="T46" fmla="*/ 2 w 123"/>
                  <a:gd name="T47" fmla="*/ 112 h 166"/>
                  <a:gd name="T48" fmla="*/ 14 w 123"/>
                  <a:gd name="T49" fmla="*/ 120 h 166"/>
                  <a:gd name="T50" fmla="*/ 32 w 123"/>
                  <a:gd name="T51" fmla="*/ 108 h 166"/>
                  <a:gd name="T52" fmla="*/ 55 w 123"/>
                  <a:gd name="T53" fmla="*/ 93 h 166"/>
                  <a:gd name="T54" fmla="*/ 63 w 123"/>
                  <a:gd name="T55" fmla="*/ 89 h 166"/>
                  <a:gd name="T56" fmla="*/ 82 w 123"/>
                  <a:gd name="T57" fmla="*/ 83 h 166"/>
                  <a:gd name="T58" fmla="*/ 82 w 123"/>
                  <a:gd name="T59" fmla="*/ 86 h 166"/>
                  <a:gd name="T60" fmla="*/ 74 w 123"/>
                  <a:gd name="T61" fmla="*/ 97 h 166"/>
                  <a:gd name="T62" fmla="*/ 61 w 123"/>
                  <a:gd name="T63" fmla="*/ 107 h 166"/>
                  <a:gd name="T64" fmla="*/ 64 w 123"/>
                  <a:gd name="T65" fmla="*/ 118 h 166"/>
                  <a:gd name="T66" fmla="*/ 55 w 123"/>
                  <a:gd name="T67" fmla="*/ 126 h 166"/>
                  <a:gd name="T68" fmla="*/ 40 w 123"/>
                  <a:gd name="T69" fmla="*/ 129 h 166"/>
                  <a:gd name="T70" fmla="*/ 30 w 123"/>
                  <a:gd name="T71" fmla="*/ 130 h 166"/>
                  <a:gd name="T72" fmla="*/ 35 w 123"/>
                  <a:gd name="T73" fmla="*/ 141 h 166"/>
                  <a:gd name="T74" fmla="*/ 38 w 123"/>
                  <a:gd name="T75" fmla="*/ 141 h 166"/>
                  <a:gd name="T76" fmla="*/ 56 w 123"/>
                  <a:gd name="T77" fmla="*/ 133 h 166"/>
                  <a:gd name="T78" fmla="*/ 63 w 123"/>
                  <a:gd name="T79" fmla="*/ 141 h 166"/>
                  <a:gd name="T80" fmla="*/ 56 w 123"/>
                  <a:gd name="T81" fmla="*/ 154 h 166"/>
                  <a:gd name="T82" fmla="*/ 53 w 123"/>
                  <a:gd name="T83" fmla="*/ 154 h 166"/>
                  <a:gd name="T84" fmla="*/ 49 w 123"/>
                  <a:gd name="T85" fmla="*/ 154 h 166"/>
                  <a:gd name="T86" fmla="*/ 46 w 123"/>
                  <a:gd name="T87" fmla="*/ 156 h 166"/>
                  <a:gd name="T88" fmla="*/ 56 w 123"/>
                  <a:gd name="T89" fmla="*/ 166 h 166"/>
                  <a:gd name="T90" fmla="*/ 71 w 123"/>
                  <a:gd name="T91" fmla="*/ 160 h 166"/>
                  <a:gd name="T92" fmla="*/ 75 w 123"/>
                  <a:gd name="T93" fmla="*/ 146 h 166"/>
                  <a:gd name="T94" fmla="*/ 80 w 123"/>
                  <a:gd name="T95" fmla="*/ 124 h 166"/>
                  <a:gd name="T96" fmla="*/ 94 w 123"/>
                  <a:gd name="T97" fmla="*/ 120 h 166"/>
                  <a:gd name="T98" fmla="*/ 81 w 123"/>
                  <a:gd name="T99" fmla="*/ 117 h 166"/>
                  <a:gd name="T100" fmla="*/ 72 w 123"/>
                  <a:gd name="T101" fmla="*/ 107 h 166"/>
                  <a:gd name="T102" fmla="*/ 78 w 123"/>
                  <a:gd name="T103" fmla="*/ 96 h 166"/>
                  <a:gd name="T104" fmla="*/ 92 w 123"/>
                  <a:gd name="T105" fmla="*/ 89 h 166"/>
                  <a:gd name="T106" fmla="*/ 102 w 123"/>
                  <a:gd name="T107" fmla="*/ 78 h 166"/>
                  <a:gd name="T108" fmla="*/ 95 w 123"/>
                  <a:gd name="T109" fmla="*/ 61 h 166"/>
                  <a:gd name="T110" fmla="*/ 109 w 123"/>
                  <a:gd name="T111" fmla="*/ 48 h 166"/>
                  <a:gd name="T112" fmla="*/ 116 w 123"/>
                  <a:gd name="T113" fmla="*/ 42 h 166"/>
                  <a:gd name="T114" fmla="*/ 121 w 123"/>
                  <a:gd name="T115" fmla="*/ 32 h 166"/>
                  <a:gd name="T116" fmla="*/ 116 w 123"/>
                  <a:gd name="T117" fmla="*/ 17 h 166"/>
                  <a:gd name="T118" fmla="*/ 104 w 123"/>
                  <a:gd name="T119" fmla="*/ 20 h 166"/>
                  <a:gd name="T120" fmla="*/ 93 w 123"/>
                  <a:gd name="T121" fmla="*/ 21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23" h="166">
                    <a:moveTo>
                      <a:pt x="93" y="21"/>
                    </a:moveTo>
                    <a:cubicBezTo>
                      <a:pt x="94" y="14"/>
                      <a:pt x="98" y="14"/>
                      <a:pt x="101" y="9"/>
                    </a:cubicBezTo>
                    <a:cubicBezTo>
                      <a:pt x="101" y="8"/>
                      <a:pt x="101" y="8"/>
                      <a:pt x="101" y="8"/>
                    </a:cubicBezTo>
                    <a:cubicBezTo>
                      <a:pt x="101" y="5"/>
                      <a:pt x="97" y="1"/>
                      <a:pt x="96" y="0"/>
                    </a:cubicBezTo>
                    <a:cubicBezTo>
                      <a:pt x="89" y="3"/>
                      <a:pt x="91" y="6"/>
                      <a:pt x="88" y="13"/>
                    </a:cubicBezTo>
                    <a:cubicBezTo>
                      <a:pt x="85" y="17"/>
                      <a:pt x="82" y="23"/>
                      <a:pt x="76" y="23"/>
                    </a:cubicBezTo>
                    <a:cubicBezTo>
                      <a:pt x="75" y="23"/>
                      <a:pt x="70" y="18"/>
                      <a:pt x="67" y="17"/>
                    </a:cubicBezTo>
                    <a:cubicBezTo>
                      <a:pt x="66" y="20"/>
                      <a:pt x="66" y="20"/>
                      <a:pt x="66" y="20"/>
                    </a:cubicBezTo>
                    <a:cubicBezTo>
                      <a:pt x="67" y="23"/>
                      <a:pt x="69" y="24"/>
                      <a:pt x="69" y="28"/>
                    </a:cubicBezTo>
                    <a:cubicBezTo>
                      <a:pt x="69" y="29"/>
                      <a:pt x="69" y="29"/>
                      <a:pt x="69" y="29"/>
                    </a:cubicBezTo>
                    <a:cubicBezTo>
                      <a:pt x="69" y="29"/>
                      <a:pt x="63" y="36"/>
                      <a:pt x="62" y="37"/>
                    </a:cubicBezTo>
                    <a:cubicBezTo>
                      <a:pt x="63" y="38"/>
                      <a:pt x="61" y="38"/>
                      <a:pt x="64" y="38"/>
                    </a:cubicBezTo>
                    <a:cubicBezTo>
                      <a:pt x="64" y="38"/>
                      <a:pt x="64" y="38"/>
                      <a:pt x="64" y="38"/>
                    </a:cubicBezTo>
                    <a:cubicBezTo>
                      <a:pt x="71" y="37"/>
                      <a:pt x="71" y="37"/>
                      <a:pt x="71" y="37"/>
                    </a:cubicBezTo>
                    <a:cubicBezTo>
                      <a:pt x="74" y="37"/>
                      <a:pt x="74" y="38"/>
                      <a:pt x="78" y="38"/>
                    </a:cubicBezTo>
                    <a:cubicBezTo>
                      <a:pt x="78" y="38"/>
                      <a:pt x="78" y="38"/>
                      <a:pt x="78" y="38"/>
                    </a:cubicBezTo>
                    <a:cubicBezTo>
                      <a:pt x="79" y="38"/>
                      <a:pt x="84" y="33"/>
                      <a:pt x="91" y="32"/>
                    </a:cubicBezTo>
                    <a:cubicBezTo>
                      <a:pt x="96" y="31"/>
                      <a:pt x="104" y="30"/>
                      <a:pt x="104" y="37"/>
                    </a:cubicBezTo>
                    <a:cubicBezTo>
                      <a:pt x="104" y="39"/>
                      <a:pt x="102" y="41"/>
                      <a:pt x="101" y="43"/>
                    </a:cubicBezTo>
                    <a:cubicBezTo>
                      <a:pt x="98" y="43"/>
                      <a:pt x="99" y="43"/>
                      <a:pt x="97" y="43"/>
                    </a:cubicBezTo>
                    <a:cubicBezTo>
                      <a:pt x="96" y="43"/>
                      <a:pt x="93" y="42"/>
                      <a:pt x="92" y="41"/>
                    </a:cubicBezTo>
                    <a:cubicBezTo>
                      <a:pt x="85" y="46"/>
                      <a:pt x="88" y="49"/>
                      <a:pt x="85" y="56"/>
                    </a:cubicBezTo>
                    <a:cubicBezTo>
                      <a:pt x="84" y="57"/>
                      <a:pt x="81" y="64"/>
                      <a:pt x="81" y="64"/>
                    </a:cubicBezTo>
                    <a:cubicBezTo>
                      <a:pt x="80" y="66"/>
                      <a:pt x="80" y="64"/>
                      <a:pt x="78" y="67"/>
                    </a:cubicBezTo>
                    <a:cubicBezTo>
                      <a:pt x="77" y="70"/>
                      <a:pt x="78" y="68"/>
                      <a:pt x="76" y="70"/>
                    </a:cubicBezTo>
                    <a:cubicBezTo>
                      <a:pt x="74" y="67"/>
                      <a:pt x="72" y="66"/>
                      <a:pt x="72" y="62"/>
                    </a:cubicBezTo>
                    <a:cubicBezTo>
                      <a:pt x="72" y="61"/>
                      <a:pt x="75" y="55"/>
                      <a:pt x="76" y="54"/>
                    </a:cubicBezTo>
                    <a:cubicBezTo>
                      <a:pt x="75" y="51"/>
                      <a:pt x="75" y="48"/>
                      <a:pt x="72" y="48"/>
                    </a:cubicBezTo>
                    <a:cubicBezTo>
                      <a:pt x="71" y="48"/>
                      <a:pt x="70" y="49"/>
                      <a:pt x="70" y="49"/>
                    </a:cubicBezTo>
                    <a:cubicBezTo>
                      <a:pt x="70" y="55"/>
                      <a:pt x="67" y="55"/>
                      <a:pt x="63" y="57"/>
                    </a:cubicBezTo>
                    <a:cubicBezTo>
                      <a:pt x="62" y="56"/>
                      <a:pt x="60" y="55"/>
                      <a:pt x="59" y="55"/>
                    </a:cubicBezTo>
                    <a:cubicBezTo>
                      <a:pt x="58" y="55"/>
                      <a:pt x="56" y="57"/>
                      <a:pt x="56" y="57"/>
                    </a:cubicBezTo>
                    <a:cubicBezTo>
                      <a:pt x="58" y="60"/>
                      <a:pt x="59" y="60"/>
                      <a:pt x="61" y="64"/>
                    </a:cubicBezTo>
                    <a:cubicBezTo>
                      <a:pt x="61" y="66"/>
                      <a:pt x="61" y="66"/>
                      <a:pt x="61" y="66"/>
                    </a:cubicBezTo>
                    <a:cubicBezTo>
                      <a:pt x="61" y="67"/>
                      <a:pt x="61" y="67"/>
                      <a:pt x="61" y="67"/>
                    </a:cubicBezTo>
                    <a:cubicBezTo>
                      <a:pt x="59" y="70"/>
                      <a:pt x="59" y="70"/>
                      <a:pt x="59" y="70"/>
                    </a:cubicBezTo>
                    <a:cubicBezTo>
                      <a:pt x="60" y="71"/>
                      <a:pt x="58" y="71"/>
                      <a:pt x="61" y="71"/>
                    </a:cubicBezTo>
                    <a:cubicBezTo>
                      <a:pt x="64" y="71"/>
                      <a:pt x="66" y="72"/>
                      <a:pt x="68" y="74"/>
                    </a:cubicBezTo>
                    <a:cubicBezTo>
                      <a:pt x="68" y="75"/>
                      <a:pt x="68" y="75"/>
                      <a:pt x="68" y="75"/>
                    </a:cubicBezTo>
                    <a:cubicBezTo>
                      <a:pt x="68" y="78"/>
                      <a:pt x="68" y="78"/>
                      <a:pt x="68" y="78"/>
                    </a:cubicBezTo>
                    <a:cubicBezTo>
                      <a:pt x="68" y="82"/>
                      <a:pt x="58" y="85"/>
                      <a:pt x="55" y="86"/>
                    </a:cubicBezTo>
                    <a:cubicBezTo>
                      <a:pt x="50" y="88"/>
                      <a:pt x="44" y="91"/>
                      <a:pt x="40" y="92"/>
                    </a:cubicBezTo>
                    <a:cubicBezTo>
                      <a:pt x="36" y="94"/>
                      <a:pt x="35" y="94"/>
                      <a:pt x="32" y="96"/>
                    </a:cubicBezTo>
                    <a:cubicBezTo>
                      <a:pt x="29" y="97"/>
                      <a:pt x="27" y="97"/>
                      <a:pt x="24" y="99"/>
                    </a:cubicBezTo>
                    <a:cubicBezTo>
                      <a:pt x="20" y="101"/>
                      <a:pt x="13" y="104"/>
                      <a:pt x="9" y="104"/>
                    </a:cubicBezTo>
                    <a:cubicBezTo>
                      <a:pt x="3" y="105"/>
                      <a:pt x="3" y="105"/>
                      <a:pt x="3" y="105"/>
                    </a:cubicBezTo>
                    <a:cubicBezTo>
                      <a:pt x="1" y="105"/>
                      <a:pt x="1" y="106"/>
                      <a:pt x="0" y="107"/>
                    </a:cubicBezTo>
                    <a:cubicBezTo>
                      <a:pt x="0" y="108"/>
                      <a:pt x="0" y="111"/>
                      <a:pt x="2" y="112"/>
                    </a:cubicBezTo>
                    <a:cubicBezTo>
                      <a:pt x="4" y="114"/>
                      <a:pt x="3" y="114"/>
                      <a:pt x="5" y="115"/>
                    </a:cubicBezTo>
                    <a:cubicBezTo>
                      <a:pt x="6" y="116"/>
                      <a:pt x="12" y="119"/>
                      <a:pt x="14" y="120"/>
                    </a:cubicBezTo>
                    <a:cubicBezTo>
                      <a:pt x="15" y="119"/>
                      <a:pt x="15" y="119"/>
                      <a:pt x="17" y="119"/>
                    </a:cubicBezTo>
                    <a:cubicBezTo>
                      <a:pt x="20" y="119"/>
                      <a:pt x="30" y="110"/>
                      <a:pt x="32" y="108"/>
                    </a:cubicBezTo>
                    <a:cubicBezTo>
                      <a:pt x="36" y="104"/>
                      <a:pt x="42" y="101"/>
                      <a:pt x="47" y="98"/>
                    </a:cubicBezTo>
                    <a:cubicBezTo>
                      <a:pt x="50" y="96"/>
                      <a:pt x="52" y="95"/>
                      <a:pt x="55" y="93"/>
                    </a:cubicBezTo>
                    <a:cubicBezTo>
                      <a:pt x="57" y="92"/>
                      <a:pt x="58" y="92"/>
                      <a:pt x="59" y="91"/>
                    </a:cubicBezTo>
                    <a:cubicBezTo>
                      <a:pt x="61" y="90"/>
                      <a:pt x="61" y="90"/>
                      <a:pt x="63" y="89"/>
                    </a:cubicBezTo>
                    <a:cubicBezTo>
                      <a:pt x="68" y="87"/>
                      <a:pt x="74" y="80"/>
                      <a:pt x="79" y="80"/>
                    </a:cubicBezTo>
                    <a:cubicBezTo>
                      <a:pt x="81" y="80"/>
                      <a:pt x="82" y="82"/>
                      <a:pt x="82" y="83"/>
                    </a:cubicBezTo>
                    <a:cubicBezTo>
                      <a:pt x="82" y="85"/>
                      <a:pt x="82" y="85"/>
                      <a:pt x="82" y="85"/>
                    </a:cubicBezTo>
                    <a:cubicBezTo>
                      <a:pt x="82" y="86"/>
                      <a:pt x="82" y="86"/>
                      <a:pt x="82" y="86"/>
                    </a:cubicBezTo>
                    <a:cubicBezTo>
                      <a:pt x="80" y="90"/>
                      <a:pt x="79" y="89"/>
                      <a:pt x="78" y="93"/>
                    </a:cubicBezTo>
                    <a:cubicBezTo>
                      <a:pt x="75" y="94"/>
                      <a:pt x="75" y="94"/>
                      <a:pt x="74" y="97"/>
                    </a:cubicBezTo>
                    <a:cubicBezTo>
                      <a:pt x="69" y="98"/>
                      <a:pt x="71" y="99"/>
                      <a:pt x="67" y="101"/>
                    </a:cubicBezTo>
                    <a:cubicBezTo>
                      <a:pt x="63" y="103"/>
                      <a:pt x="63" y="103"/>
                      <a:pt x="61" y="107"/>
                    </a:cubicBezTo>
                    <a:cubicBezTo>
                      <a:pt x="61" y="110"/>
                      <a:pt x="64" y="114"/>
                      <a:pt x="64" y="117"/>
                    </a:cubicBezTo>
                    <a:cubicBezTo>
                      <a:pt x="64" y="118"/>
                      <a:pt x="64" y="118"/>
                      <a:pt x="64" y="118"/>
                    </a:cubicBezTo>
                    <a:cubicBezTo>
                      <a:pt x="64" y="119"/>
                      <a:pt x="64" y="119"/>
                      <a:pt x="64" y="119"/>
                    </a:cubicBezTo>
                    <a:cubicBezTo>
                      <a:pt x="61" y="123"/>
                      <a:pt x="60" y="125"/>
                      <a:pt x="55" y="126"/>
                    </a:cubicBezTo>
                    <a:cubicBezTo>
                      <a:pt x="51" y="127"/>
                      <a:pt x="43" y="129"/>
                      <a:pt x="41" y="129"/>
                    </a:cubicBezTo>
                    <a:cubicBezTo>
                      <a:pt x="40" y="129"/>
                      <a:pt x="40" y="129"/>
                      <a:pt x="40" y="129"/>
                    </a:cubicBezTo>
                    <a:cubicBezTo>
                      <a:pt x="32" y="130"/>
                      <a:pt x="32" y="130"/>
                      <a:pt x="32" y="130"/>
                    </a:cubicBezTo>
                    <a:cubicBezTo>
                      <a:pt x="30" y="130"/>
                      <a:pt x="30" y="130"/>
                      <a:pt x="30" y="130"/>
                    </a:cubicBezTo>
                    <a:cubicBezTo>
                      <a:pt x="27" y="132"/>
                      <a:pt x="27" y="132"/>
                      <a:pt x="27" y="132"/>
                    </a:cubicBezTo>
                    <a:cubicBezTo>
                      <a:pt x="30" y="136"/>
                      <a:pt x="30" y="138"/>
                      <a:pt x="35" y="141"/>
                    </a:cubicBezTo>
                    <a:cubicBezTo>
                      <a:pt x="36" y="141"/>
                      <a:pt x="36" y="141"/>
                      <a:pt x="36" y="141"/>
                    </a:cubicBezTo>
                    <a:cubicBezTo>
                      <a:pt x="38" y="141"/>
                      <a:pt x="38" y="141"/>
                      <a:pt x="38" y="141"/>
                    </a:cubicBezTo>
                    <a:cubicBezTo>
                      <a:pt x="39" y="141"/>
                      <a:pt x="39" y="141"/>
                      <a:pt x="39" y="141"/>
                    </a:cubicBezTo>
                    <a:cubicBezTo>
                      <a:pt x="43" y="138"/>
                      <a:pt x="51" y="133"/>
                      <a:pt x="56" y="133"/>
                    </a:cubicBezTo>
                    <a:cubicBezTo>
                      <a:pt x="58" y="133"/>
                      <a:pt x="58" y="133"/>
                      <a:pt x="58" y="133"/>
                    </a:cubicBezTo>
                    <a:cubicBezTo>
                      <a:pt x="62" y="133"/>
                      <a:pt x="63" y="137"/>
                      <a:pt x="63" y="141"/>
                    </a:cubicBezTo>
                    <a:cubicBezTo>
                      <a:pt x="63" y="143"/>
                      <a:pt x="63" y="143"/>
                      <a:pt x="63" y="143"/>
                    </a:cubicBezTo>
                    <a:cubicBezTo>
                      <a:pt x="63" y="150"/>
                      <a:pt x="60" y="152"/>
                      <a:pt x="56" y="154"/>
                    </a:cubicBezTo>
                    <a:cubicBezTo>
                      <a:pt x="55" y="154"/>
                      <a:pt x="55" y="154"/>
                      <a:pt x="55" y="154"/>
                    </a:cubicBezTo>
                    <a:cubicBezTo>
                      <a:pt x="53" y="154"/>
                      <a:pt x="53" y="154"/>
                      <a:pt x="53" y="154"/>
                    </a:cubicBezTo>
                    <a:cubicBezTo>
                      <a:pt x="52" y="154"/>
                      <a:pt x="52" y="154"/>
                      <a:pt x="51" y="153"/>
                    </a:cubicBezTo>
                    <a:cubicBezTo>
                      <a:pt x="50" y="154"/>
                      <a:pt x="50" y="154"/>
                      <a:pt x="49" y="154"/>
                    </a:cubicBezTo>
                    <a:cubicBezTo>
                      <a:pt x="47" y="154"/>
                      <a:pt x="47" y="154"/>
                      <a:pt x="47" y="154"/>
                    </a:cubicBezTo>
                    <a:cubicBezTo>
                      <a:pt x="47" y="155"/>
                      <a:pt x="46" y="155"/>
                      <a:pt x="46" y="156"/>
                    </a:cubicBezTo>
                    <a:cubicBezTo>
                      <a:pt x="46" y="158"/>
                      <a:pt x="53" y="165"/>
                      <a:pt x="55" y="166"/>
                    </a:cubicBezTo>
                    <a:cubicBezTo>
                      <a:pt x="56" y="166"/>
                      <a:pt x="56" y="166"/>
                      <a:pt x="56" y="166"/>
                    </a:cubicBezTo>
                    <a:cubicBezTo>
                      <a:pt x="61" y="166"/>
                      <a:pt x="61" y="166"/>
                      <a:pt x="61" y="166"/>
                    </a:cubicBezTo>
                    <a:cubicBezTo>
                      <a:pt x="66" y="166"/>
                      <a:pt x="69" y="163"/>
                      <a:pt x="71" y="160"/>
                    </a:cubicBezTo>
                    <a:cubicBezTo>
                      <a:pt x="74" y="155"/>
                      <a:pt x="74" y="151"/>
                      <a:pt x="76" y="148"/>
                    </a:cubicBezTo>
                    <a:cubicBezTo>
                      <a:pt x="75" y="146"/>
                      <a:pt x="75" y="148"/>
                      <a:pt x="75" y="146"/>
                    </a:cubicBezTo>
                    <a:cubicBezTo>
                      <a:pt x="75" y="138"/>
                      <a:pt x="75" y="138"/>
                      <a:pt x="75" y="138"/>
                    </a:cubicBezTo>
                    <a:cubicBezTo>
                      <a:pt x="75" y="130"/>
                      <a:pt x="74" y="128"/>
                      <a:pt x="80" y="124"/>
                    </a:cubicBezTo>
                    <a:cubicBezTo>
                      <a:pt x="81" y="124"/>
                      <a:pt x="81" y="124"/>
                      <a:pt x="81" y="124"/>
                    </a:cubicBezTo>
                    <a:cubicBezTo>
                      <a:pt x="90" y="124"/>
                      <a:pt x="90" y="127"/>
                      <a:pt x="94" y="120"/>
                    </a:cubicBezTo>
                    <a:cubicBezTo>
                      <a:pt x="92" y="117"/>
                      <a:pt x="91" y="116"/>
                      <a:pt x="88" y="115"/>
                    </a:cubicBezTo>
                    <a:cubicBezTo>
                      <a:pt x="86" y="116"/>
                      <a:pt x="84" y="117"/>
                      <a:pt x="81" y="117"/>
                    </a:cubicBezTo>
                    <a:cubicBezTo>
                      <a:pt x="79" y="117"/>
                      <a:pt x="79" y="117"/>
                      <a:pt x="79" y="117"/>
                    </a:cubicBezTo>
                    <a:cubicBezTo>
                      <a:pt x="77" y="116"/>
                      <a:pt x="72" y="109"/>
                      <a:pt x="72" y="107"/>
                    </a:cubicBezTo>
                    <a:cubicBezTo>
                      <a:pt x="72" y="105"/>
                      <a:pt x="72" y="105"/>
                      <a:pt x="72" y="105"/>
                    </a:cubicBezTo>
                    <a:cubicBezTo>
                      <a:pt x="72" y="99"/>
                      <a:pt x="75" y="100"/>
                      <a:pt x="78" y="96"/>
                    </a:cubicBezTo>
                    <a:cubicBezTo>
                      <a:pt x="80" y="96"/>
                      <a:pt x="80" y="96"/>
                      <a:pt x="80" y="96"/>
                    </a:cubicBezTo>
                    <a:cubicBezTo>
                      <a:pt x="82" y="93"/>
                      <a:pt x="89" y="90"/>
                      <a:pt x="92" y="89"/>
                    </a:cubicBezTo>
                    <a:cubicBezTo>
                      <a:pt x="95" y="87"/>
                      <a:pt x="101" y="83"/>
                      <a:pt x="101" y="80"/>
                    </a:cubicBezTo>
                    <a:cubicBezTo>
                      <a:pt x="101" y="77"/>
                      <a:pt x="101" y="79"/>
                      <a:pt x="102" y="78"/>
                    </a:cubicBezTo>
                    <a:cubicBezTo>
                      <a:pt x="101" y="77"/>
                      <a:pt x="101" y="79"/>
                      <a:pt x="101" y="77"/>
                    </a:cubicBezTo>
                    <a:cubicBezTo>
                      <a:pt x="101" y="73"/>
                      <a:pt x="96" y="64"/>
                      <a:pt x="95" y="61"/>
                    </a:cubicBezTo>
                    <a:cubicBezTo>
                      <a:pt x="95" y="61"/>
                      <a:pt x="101" y="55"/>
                      <a:pt x="102" y="55"/>
                    </a:cubicBezTo>
                    <a:cubicBezTo>
                      <a:pt x="104" y="52"/>
                      <a:pt x="106" y="51"/>
                      <a:pt x="109" y="48"/>
                    </a:cubicBezTo>
                    <a:cubicBezTo>
                      <a:pt x="110" y="47"/>
                      <a:pt x="112" y="46"/>
                      <a:pt x="113" y="45"/>
                    </a:cubicBezTo>
                    <a:cubicBezTo>
                      <a:pt x="114" y="44"/>
                      <a:pt x="115" y="43"/>
                      <a:pt x="116" y="42"/>
                    </a:cubicBezTo>
                    <a:cubicBezTo>
                      <a:pt x="118" y="39"/>
                      <a:pt x="118" y="35"/>
                      <a:pt x="121" y="34"/>
                    </a:cubicBezTo>
                    <a:cubicBezTo>
                      <a:pt x="121" y="32"/>
                      <a:pt x="121" y="32"/>
                      <a:pt x="121" y="32"/>
                    </a:cubicBezTo>
                    <a:cubicBezTo>
                      <a:pt x="121" y="27"/>
                      <a:pt x="123" y="30"/>
                      <a:pt x="120" y="24"/>
                    </a:cubicBezTo>
                    <a:cubicBezTo>
                      <a:pt x="118" y="20"/>
                      <a:pt x="118" y="20"/>
                      <a:pt x="116" y="17"/>
                    </a:cubicBezTo>
                    <a:cubicBezTo>
                      <a:pt x="113" y="17"/>
                      <a:pt x="113" y="17"/>
                      <a:pt x="113" y="17"/>
                    </a:cubicBezTo>
                    <a:cubicBezTo>
                      <a:pt x="111" y="17"/>
                      <a:pt x="105" y="19"/>
                      <a:pt x="104" y="20"/>
                    </a:cubicBezTo>
                    <a:cubicBezTo>
                      <a:pt x="101" y="23"/>
                      <a:pt x="102" y="23"/>
                      <a:pt x="96" y="24"/>
                    </a:cubicBezTo>
                    <a:lnTo>
                      <a:pt x="93" y="2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63" name="íṥḻiďê"/>
              <p:cNvSpPr/>
              <p:nvPr/>
            </p:nvSpPr>
            <p:spPr bwMode="auto">
              <a:xfrm>
                <a:off x="5159376" y="3357563"/>
                <a:ext cx="117475" cy="366713"/>
              </a:xfrm>
              <a:custGeom>
                <a:avLst/>
                <a:gdLst>
                  <a:gd name="T0" fmla="*/ 23 w 36"/>
                  <a:gd name="T1" fmla="*/ 14 h 110"/>
                  <a:gd name="T2" fmla="*/ 23 w 36"/>
                  <a:gd name="T3" fmla="*/ 12 h 110"/>
                  <a:gd name="T4" fmla="*/ 18 w 36"/>
                  <a:gd name="T5" fmla="*/ 6 h 110"/>
                  <a:gd name="T6" fmla="*/ 13 w 36"/>
                  <a:gd name="T7" fmla="*/ 0 h 110"/>
                  <a:gd name="T8" fmla="*/ 11 w 36"/>
                  <a:gd name="T9" fmla="*/ 4 h 110"/>
                  <a:gd name="T10" fmla="*/ 13 w 36"/>
                  <a:gd name="T11" fmla="*/ 16 h 110"/>
                  <a:gd name="T12" fmla="*/ 12 w 36"/>
                  <a:gd name="T13" fmla="*/ 34 h 110"/>
                  <a:gd name="T14" fmla="*/ 7 w 36"/>
                  <a:gd name="T15" fmla="*/ 65 h 110"/>
                  <a:gd name="T16" fmla="*/ 3 w 36"/>
                  <a:gd name="T17" fmla="*/ 80 h 110"/>
                  <a:gd name="T18" fmla="*/ 0 w 36"/>
                  <a:gd name="T19" fmla="*/ 95 h 110"/>
                  <a:gd name="T20" fmla="*/ 0 w 36"/>
                  <a:gd name="T21" fmla="*/ 98 h 110"/>
                  <a:gd name="T22" fmla="*/ 0 w 36"/>
                  <a:gd name="T23" fmla="*/ 100 h 110"/>
                  <a:gd name="T24" fmla="*/ 4 w 36"/>
                  <a:gd name="T25" fmla="*/ 105 h 110"/>
                  <a:gd name="T26" fmla="*/ 9 w 36"/>
                  <a:gd name="T27" fmla="*/ 110 h 110"/>
                  <a:gd name="T28" fmla="*/ 15 w 36"/>
                  <a:gd name="T29" fmla="*/ 104 h 110"/>
                  <a:gd name="T30" fmla="*/ 18 w 36"/>
                  <a:gd name="T31" fmla="*/ 96 h 110"/>
                  <a:gd name="T32" fmla="*/ 18 w 36"/>
                  <a:gd name="T33" fmla="*/ 90 h 110"/>
                  <a:gd name="T34" fmla="*/ 21 w 36"/>
                  <a:gd name="T35" fmla="*/ 71 h 110"/>
                  <a:gd name="T36" fmla="*/ 25 w 36"/>
                  <a:gd name="T37" fmla="*/ 53 h 110"/>
                  <a:gd name="T38" fmla="*/ 30 w 36"/>
                  <a:gd name="T39" fmla="*/ 36 h 110"/>
                  <a:gd name="T40" fmla="*/ 35 w 36"/>
                  <a:gd name="T41" fmla="*/ 20 h 110"/>
                  <a:gd name="T42" fmla="*/ 33 w 36"/>
                  <a:gd name="T43" fmla="*/ 20 h 110"/>
                  <a:gd name="T44" fmla="*/ 30 w 36"/>
                  <a:gd name="T45" fmla="*/ 22 h 110"/>
                  <a:gd name="T46" fmla="*/ 23 w 36"/>
                  <a:gd name="T47" fmla="*/ 17 h 110"/>
                  <a:gd name="T48" fmla="*/ 23 w 36"/>
                  <a:gd name="T49" fmla="*/ 15 h 110"/>
                  <a:gd name="T50" fmla="*/ 23 w 36"/>
                  <a:gd name="T51" fmla="*/ 14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6" h="110">
                    <a:moveTo>
                      <a:pt x="23" y="14"/>
                    </a:moveTo>
                    <a:cubicBezTo>
                      <a:pt x="23" y="12"/>
                      <a:pt x="23" y="12"/>
                      <a:pt x="23" y="12"/>
                    </a:cubicBezTo>
                    <a:cubicBezTo>
                      <a:pt x="21" y="8"/>
                      <a:pt x="22" y="9"/>
                      <a:pt x="18" y="6"/>
                    </a:cubicBezTo>
                    <a:cubicBezTo>
                      <a:pt x="17" y="4"/>
                      <a:pt x="15" y="2"/>
                      <a:pt x="13" y="0"/>
                    </a:cubicBezTo>
                    <a:cubicBezTo>
                      <a:pt x="12" y="1"/>
                      <a:pt x="11" y="3"/>
                      <a:pt x="11" y="4"/>
                    </a:cubicBezTo>
                    <a:cubicBezTo>
                      <a:pt x="11" y="7"/>
                      <a:pt x="13" y="12"/>
                      <a:pt x="13" y="16"/>
                    </a:cubicBezTo>
                    <a:cubicBezTo>
                      <a:pt x="12" y="34"/>
                      <a:pt x="12" y="34"/>
                      <a:pt x="12" y="34"/>
                    </a:cubicBezTo>
                    <a:cubicBezTo>
                      <a:pt x="12" y="43"/>
                      <a:pt x="9" y="56"/>
                      <a:pt x="7" y="65"/>
                    </a:cubicBezTo>
                    <a:cubicBezTo>
                      <a:pt x="6" y="72"/>
                      <a:pt x="4" y="75"/>
                      <a:pt x="3" y="80"/>
                    </a:cubicBezTo>
                    <a:cubicBezTo>
                      <a:pt x="2" y="85"/>
                      <a:pt x="0" y="91"/>
                      <a:pt x="0" y="95"/>
                    </a:cubicBezTo>
                    <a:cubicBezTo>
                      <a:pt x="0" y="98"/>
                      <a:pt x="0" y="98"/>
                      <a:pt x="0" y="98"/>
                    </a:cubicBezTo>
                    <a:cubicBezTo>
                      <a:pt x="0" y="100"/>
                      <a:pt x="0" y="100"/>
                      <a:pt x="0" y="100"/>
                    </a:cubicBezTo>
                    <a:cubicBezTo>
                      <a:pt x="2" y="102"/>
                      <a:pt x="2" y="103"/>
                      <a:pt x="4" y="105"/>
                    </a:cubicBezTo>
                    <a:cubicBezTo>
                      <a:pt x="6" y="108"/>
                      <a:pt x="7" y="108"/>
                      <a:pt x="9" y="110"/>
                    </a:cubicBezTo>
                    <a:cubicBezTo>
                      <a:pt x="12" y="108"/>
                      <a:pt x="13" y="108"/>
                      <a:pt x="15" y="104"/>
                    </a:cubicBezTo>
                    <a:cubicBezTo>
                      <a:pt x="16" y="102"/>
                      <a:pt x="18" y="99"/>
                      <a:pt x="18" y="96"/>
                    </a:cubicBezTo>
                    <a:cubicBezTo>
                      <a:pt x="18" y="90"/>
                      <a:pt x="18" y="90"/>
                      <a:pt x="18" y="90"/>
                    </a:cubicBezTo>
                    <a:cubicBezTo>
                      <a:pt x="18" y="83"/>
                      <a:pt x="20" y="77"/>
                      <a:pt x="21" y="71"/>
                    </a:cubicBezTo>
                    <a:cubicBezTo>
                      <a:pt x="23" y="65"/>
                      <a:pt x="23" y="59"/>
                      <a:pt x="25" y="53"/>
                    </a:cubicBezTo>
                    <a:cubicBezTo>
                      <a:pt x="26" y="47"/>
                      <a:pt x="29" y="42"/>
                      <a:pt x="30" y="36"/>
                    </a:cubicBezTo>
                    <a:cubicBezTo>
                      <a:pt x="31" y="28"/>
                      <a:pt x="34" y="27"/>
                      <a:pt x="35" y="20"/>
                    </a:cubicBezTo>
                    <a:cubicBezTo>
                      <a:pt x="34" y="19"/>
                      <a:pt x="36" y="20"/>
                      <a:pt x="33" y="20"/>
                    </a:cubicBezTo>
                    <a:cubicBezTo>
                      <a:pt x="33" y="20"/>
                      <a:pt x="30" y="22"/>
                      <a:pt x="30" y="22"/>
                    </a:cubicBezTo>
                    <a:cubicBezTo>
                      <a:pt x="25" y="21"/>
                      <a:pt x="25" y="21"/>
                      <a:pt x="23" y="17"/>
                    </a:cubicBezTo>
                    <a:cubicBezTo>
                      <a:pt x="23" y="15"/>
                      <a:pt x="23" y="15"/>
                      <a:pt x="23" y="15"/>
                    </a:cubicBezTo>
                    <a:lnTo>
                      <a:pt x="23" y="14"/>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nvGrpSpPr>
            <p:cNvPr id="6" name="ïšľîḍê"/>
            <p:cNvGrpSpPr/>
            <p:nvPr/>
          </p:nvGrpSpPr>
          <p:grpSpPr>
            <a:xfrm>
              <a:off x="4412452" y="3781425"/>
              <a:ext cx="2312689" cy="166461"/>
              <a:chOff x="6986588" y="3521075"/>
              <a:chExt cx="1654176" cy="119063"/>
            </a:xfrm>
          </p:grpSpPr>
          <p:sp>
            <p:nvSpPr>
              <p:cNvPr id="38" name="îṩľîḑê"/>
              <p:cNvSpPr/>
              <p:nvPr/>
            </p:nvSpPr>
            <p:spPr bwMode="auto">
              <a:xfrm>
                <a:off x="6986588" y="3521075"/>
                <a:ext cx="155575" cy="119063"/>
              </a:xfrm>
              <a:custGeom>
                <a:avLst/>
                <a:gdLst>
                  <a:gd name="T0" fmla="*/ 84 w 98"/>
                  <a:gd name="T1" fmla="*/ 0 h 75"/>
                  <a:gd name="T2" fmla="*/ 59 w 98"/>
                  <a:gd name="T3" fmla="*/ 52 h 75"/>
                  <a:gd name="T4" fmla="*/ 57 w 98"/>
                  <a:gd name="T5" fmla="*/ 0 h 75"/>
                  <a:gd name="T6" fmla="*/ 40 w 98"/>
                  <a:gd name="T7" fmla="*/ 0 h 75"/>
                  <a:gd name="T8" fmla="*/ 15 w 98"/>
                  <a:gd name="T9" fmla="*/ 52 h 75"/>
                  <a:gd name="T10" fmla="*/ 15 w 98"/>
                  <a:gd name="T11" fmla="*/ 0 h 75"/>
                  <a:gd name="T12" fmla="*/ 0 w 98"/>
                  <a:gd name="T13" fmla="*/ 0 h 75"/>
                  <a:gd name="T14" fmla="*/ 2 w 98"/>
                  <a:gd name="T15" fmla="*/ 75 h 75"/>
                  <a:gd name="T16" fmla="*/ 19 w 98"/>
                  <a:gd name="T17" fmla="*/ 75 h 75"/>
                  <a:gd name="T18" fmla="*/ 44 w 98"/>
                  <a:gd name="T19" fmla="*/ 21 h 75"/>
                  <a:gd name="T20" fmla="*/ 46 w 98"/>
                  <a:gd name="T21" fmla="*/ 75 h 75"/>
                  <a:gd name="T22" fmla="*/ 63 w 98"/>
                  <a:gd name="T23" fmla="*/ 75 h 75"/>
                  <a:gd name="T24" fmla="*/ 98 w 98"/>
                  <a:gd name="T25" fmla="*/ 0 h 75"/>
                  <a:gd name="T26" fmla="*/ 84 w 98"/>
                  <a:gd name="T27"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98" h="75">
                    <a:moveTo>
                      <a:pt x="84" y="0"/>
                    </a:moveTo>
                    <a:lnTo>
                      <a:pt x="59" y="52"/>
                    </a:lnTo>
                    <a:lnTo>
                      <a:pt x="57" y="0"/>
                    </a:lnTo>
                    <a:lnTo>
                      <a:pt x="40" y="0"/>
                    </a:lnTo>
                    <a:lnTo>
                      <a:pt x="15" y="52"/>
                    </a:lnTo>
                    <a:lnTo>
                      <a:pt x="15" y="0"/>
                    </a:lnTo>
                    <a:lnTo>
                      <a:pt x="0" y="0"/>
                    </a:lnTo>
                    <a:lnTo>
                      <a:pt x="2" y="75"/>
                    </a:lnTo>
                    <a:lnTo>
                      <a:pt x="19" y="75"/>
                    </a:lnTo>
                    <a:lnTo>
                      <a:pt x="44" y="21"/>
                    </a:lnTo>
                    <a:lnTo>
                      <a:pt x="46" y="75"/>
                    </a:lnTo>
                    <a:lnTo>
                      <a:pt x="63" y="75"/>
                    </a:lnTo>
                    <a:lnTo>
                      <a:pt x="98" y="0"/>
                    </a:lnTo>
                    <a:lnTo>
                      <a:pt x="84"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9" name="îṩḷîde"/>
              <p:cNvSpPr/>
              <p:nvPr/>
            </p:nvSpPr>
            <p:spPr bwMode="auto">
              <a:xfrm>
                <a:off x="7135813" y="3521075"/>
                <a:ext cx="112713" cy="119063"/>
              </a:xfrm>
              <a:custGeom>
                <a:avLst/>
                <a:gdLst>
                  <a:gd name="T0" fmla="*/ 22 w 34"/>
                  <a:gd name="T1" fmla="*/ 20 h 36"/>
                  <a:gd name="T2" fmla="*/ 20 w 34"/>
                  <a:gd name="T3" fmla="*/ 26 h 36"/>
                  <a:gd name="T4" fmla="*/ 18 w 34"/>
                  <a:gd name="T5" fmla="*/ 29 h 36"/>
                  <a:gd name="T6" fmla="*/ 13 w 34"/>
                  <a:gd name="T7" fmla="*/ 30 h 36"/>
                  <a:gd name="T8" fmla="*/ 9 w 34"/>
                  <a:gd name="T9" fmla="*/ 29 h 36"/>
                  <a:gd name="T10" fmla="*/ 7 w 34"/>
                  <a:gd name="T11" fmla="*/ 25 h 36"/>
                  <a:gd name="T12" fmla="*/ 7 w 34"/>
                  <a:gd name="T13" fmla="*/ 24 h 36"/>
                  <a:gd name="T14" fmla="*/ 8 w 34"/>
                  <a:gd name="T15" fmla="*/ 19 h 36"/>
                  <a:gd name="T16" fmla="*/ 12 w 34"/>
                  <a:gd name="T17" fmla="*/ 0 h 36"/>
                  <a:gd name="T18" fmla="*/ 5 w 34"/>
                  <a:gd name="T19" fmla="*/ 0 h 36"/>
                  <a:gd name="T20" fmla="*/ 1 w 34"/>
                  <a:gd name="T21" fmla="*/ 19 h 36"/>
                  <a:gd name="T22" fmla="*/ 0 w 34"/>
                  <a:gd name="T23" fmla="*/ 23 h 36"/>
                  <a:gd name="T24" fmla="*/ 0 w 34"/>
                  <a:gd name="T25" fmla="*/ 25 h 36"/>
                  <a:gd name="T26" fmla="*/ 3 w 34"/>
                  <a:gd name="T27" fmla="*/ 33 h 36"/>
                  <a:gd name="T28" fmla="*/ 13 w 34"/>
                  <a:gd name="T29" fmla="*/ 36 h 36"/>
                  <a:gd name="T30" fmla="*/ 22 w 34"/>
                  <a:gd name="T31" fmla="*/ 34 h 36"/>
                  <a:gd name="T32" fmla="*/ 27 w 34"/>
                  <a:gd name="T33" fmla="*/ 29 h 36"/>
                  <a:gd name="T34" fmla="*/ 30 w 34"/>
                  <a:gd name="T35" fmla="*/ 20 h 36"/>
                  <a:gd name="T36" fmla="*/ 34 w 34"/>
                  <a:gd name="T37" fmla="*/ 0 h 36"/>
                  <a:gd name="T38" fmla="*/ 26 w 34"/>
                  <a:gd name="T39" fmla="*/ 0 h 36"/>
                  <a:gd name="T40" fmla="*/ 22 w 34"/>
                  <a:gd name="T41" fmla="*/ 2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4" h="36">
                    <a:moveTo>
                      <a:pt x="22" y="20"/>
                    </a:moveTo>
                    <a:cubicBezTo>
                      <a:pt x="22" y="23"/>
                      <a:pt x="21" y="25"/>
                      <a:pt x="20" y="26"/>
                    </a:cubicBezTo>
                    <a:cubicBezTo>
                      <a:pt x="20" y="28"/>
                      <a:pt x="19" y="29"/>
                      <a:pt x="18" y="29"/>
                    </a:cubicBezTo>
                    <a:cubicBezTo>
                      <a:pt x="17" y="30"/>
                      <a:pt x="15" y="30"/>
                      <a:pt x="13" y="30"/>
                    </a:cubicBezTo>
                    <a:cubicBezTo>
                      <a:pt x="11" y="30"/>
                      <a:pt x="10" y="30"/>
                      <a:pt x="9" y="29"/>
                    </a:cubicBezTo>
                    <a:cubicBezTo>
                      <a:pt x="8" y="28"/>
                      <a:pt x="7" y="27"/>
                      <a:pt x="7" y="25"/>
                    </a:cubicBezTo>
                    <a:cubicBezTo>
                      <a:pt x="7" y="25"/>
                      <a:pt x="7" y="25"/>
                      <a:pt x="7" y="24"/>
                    </a:cubicBezTo>
                    <a:cubicBezTo>
                      <a:pt x="8" y="19"/>
                      <a:pt x="8" y="19"/>
                      <a:pt x="8" y="19"/>
                    </a:cubicBezTo>
                    <a:cubicBezTo>
                      <a:pt x="12" y="0"/>
                      <a:pt x="12" y="0"/>
                      <a:pt x="12" y="0"/>
                    </a:cubicBezTo>
                    <a:cubicBezTo>
                      <a:pt x="5" y="0"/>
                      <a:pt x="5" y="0"/>
                      <a:pt x="5" y="0"/>
                    </a:cubicBezTo>
                    <a:cubicBezTo>
                      <a:pt x="1" y="19"/>
                      <a:pt x="1" y="19"/>
                      <a:pt x="1" y="19"/>
                    </a:cubicBezTo>
                    <a:cubicBezTo>
                      <a:pt x="1" y="21"/>
                      <a:pt x="0" y="23"/>
                      <a:pt x="0" y="23"/>
                    </a:cubicBezTo>
                    <a:cubicBezTo>
                      <a:pt x="0" y="24"/>
                      <a:pt x="0" y="25"/>
                      <a:pt x="0" y="25"/>
                    </a:cubicBezTo>
                    <a:cubicBezTo>
                      <a:pt x="0" y="29"/>
                      <a:pt x="1" y="31"/>
                      <a:pt x="3" y="33"/>
                    </a:cubicBezTo>
                    <a:cubicBezTo>
                      <a:pt x="6" y="35"/>
                      <a:pt x="9" y="36"/>
                      <a:pt x="13" y="36"/>
                    </a:cubicBezTo>
                    <a:cubicBezTo>
                      <a:pt x="16" y="36"/>
                      <a:pt x="19" y="36"/>
                      <a:pt x="22" y="34"/>
                    </a:cubicBezTo>
                    <a:cubicBezTo>
                      <a:pt x="24" y="33"/>
                      <a:pt x="25" y="31"/>
                      <a:pt x="27" y="29"/>
                    </a:cubicBezTo>
                    <a:cubicBezTo>
                      <a:pt x="28" y="27"/>
                      <a:pt x="29" y="24"/>
                      <a:pt x="30" y="20"/>
                    </a:cubicBezTo>
                    <a:cubicBezTo>
                      <a:pt x="34" y="0"/>
                      <a:pt x="34" y="0"/>
                      <a:pt x="34" y="0"/>
                    </a:cubicBezTo>
                    <a:cubicBezTo>
                      <a:pt x="26" y="0"/>
                      <a:pt x="26" y="0"/>
                      <a:pt x="26" y="0"/>
                    </a:cubicBezTo>
                    <a:lnTo>
                      <a:pt x="22" y="2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40" name="îṣḻîḑê"/>
              <p:cNvSpPr/>
              <p:nvPr/>
            </p:nvSpPr>
            <p:spPr bwMode="auto">
              <a:xfrm>
                <a:off x="7248526" y="3521075"/>
                <a:ext cx="114300" cy="119063"/>
              </a:xfrm>
              <a:custGeom>
                <a:avLst/>
                <a:gdLst>
                  <a:gd name="T0" fmla="*/ 58 w 72"/>
                  <a:gd name="T1" fmla="*/ 0 h 75"/>
                  <a:gd name="T2" fmla="*/ 52 w 72"/>
                  <a:gd name="T3" fmla="*/ 29 h 75"/>
                  <a:gd name="T4" fmla="*/ 22 w 72"/>
                  <a:gd name="T5" fmla="*/ 29 h 75"/>
                  <a:gd name="T6" fmla="*/ 29 w 72"/>
                  <a:gd name="T7" fmla="*/ 0 h 75"/>
                  <a:gd name="T8" fmla="*/ 14 w 72"/>
                  <a:gd name="T9" fmla="*/ 0 h 75"/>
                  <a:gd name="T10" fmla="*/ 0 w 72"/>
                  <a:gd name="T11" fmla="*/ 75 h 75"/>
                  <a:gd name="T12" fmla="*/ 14 w 72"/>
                  <a:gd name="T13" fmla="*/ 75 h 75"/>
                  <a:gd name="T14" fmla="*/ 20 w 72"/>
                  <a:gd name="T15" fmla="*/ 42 h 75"/>
                  <a:gd name="T16" fmla="*/ 50 w 72"/>
                  <a:gd name="T17" fmla="*/ 42 h 75"/>
                  <a:gd name="T18" fmla="*/ 43 w 72"/>
                  <a:gd name="T19" fmla="*/ 75 h 75"/>
                  <a:gd name="T20" fmla="*/ 58 w 72"/>
                  <a:gd name="T21" fmla="*/ 75 h 75"/>
                  <a:gd name="T22" fmla="*/ 72 w 72"/>
                  <a:gd name="T23" fmla="*/ 0 h 75"/>
                  <a:gd name="T24" fmla="*/ 58 w 72"/>
                  <a:gd name="T25"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2" h="75">
                    <a:moveTo>
                      <a:pt x="58" y="0"/>
                    </a:moveTo>
                    <a:lnTo>
                      <a:pt x="52" y="29"/>
                    </a:lnTo>
                    <a:lnTo>
                      <a:pt x="22" y="29"/>
                    </a:lnTo>
                    <a:lnTo>
                      <a:pt x="29" y="0"/>
                    </a:lnTo>
                    <a:lnTo>
                      <a:pt x="14" y="0"/>
                    </a:lnTo>
                    <a:lnTo>
                      <a:pt x="0" y="75"/>
                    </a:lnTo>
                    <a:lnTo>
                      <a:pt x="14" y="75"/>
                    </a:lnTo>
                    <a:lnTo>
                      <a:pt x="20" y="42"/>
                    </a:lnTo>
                    <a:lnTo>
                      <a:pt x="50" y="42"/>
                    </a:lnTo>
                    <a:lnTo>
                      <a:pt x="43" y="75"/>
                    </a:lnTo>
                    <a:lnTo>
                      <a:pt x="58" y="75"/>
                    </a:lnTo>
                    <a:lnTo>
                      <a:pt x="72" y="0"/>
                    </a:lnTo>
                    <a:lnTo>
                      <a:pt x="58"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41" name="ïṥlíḑê"/>
              <p:cNvSpPr/>
              <p:nvPr/>
            </p:nvSpPr>
            <p:spPr bwMode="auto">
              <a:xfrm>
                <a:off x="7356476" y="3521075"/>
                <a:ext cx="112713" cy="119063"/>
              </a:xfrm>
              <a:custGeom>
                <a:avLst/>
                <a:gdLst>
                  <a:gd name="T0" fmla="*/ 42 w 71"/>
                  <a:gd name="T1" fmla="*/ 0 h 75"/>
                  <a:gd name="T2" fmla="*/ 0 w 71"/>
                  <a:gd name="T3" fmla="*/ 75 h 75"/>
                  <a:gd name="T4" fmla="*/ 15 w 71"/>
                  <a:gd name="T5" fmla="*/ 75 h 75"/>
                  <a:gd name="T6" fmla="*/ 23 w 71"/>
                  <a:gd name="T7" fmla="*/ 59 h 75"/>
                  <a:gd name="T8" fmla="*/ 54 w 71"/>
                  <a:gd name="T9" fmla="*/ 59 h 75"/>
                  <a:gd name="T10" fmla="*/ 56 w 71"/>
                  <a:gd name="T11" fmla="*/ 75 h 75"/>
                  <a:gd name="T12" fmla="*/ 71 w 71"/>
                  <a:gd name="T13" fmla="*/ 75 h 75"/>
                  <a:gd name="T14" fmla="*/ 58 w 71"/>
                  <a:gd name="T15" fmla="*/ 0 h 75"/>
                  <a:gd name="T16" fmla="*/ 42 w 71"/>
                  <a:gd name="T17" fmla="*/ 0 h 75"/>
                  <a:gd name="T18" fmla="*/ 29 w 71"/>
                  <a:gd name="T19" fmla="*/ 46 h 75"/>
                  <a:gd name="T20" fmla="*/ 48 w 71"/>
                  <a:gd name="T21" fmla="*/ 17 h 75"/>
                  <a:gd name="T22" fmla="*/ 52 w 71"/>
                  <a:gd name="T23" fmla="*/ 46 h 75"/>
                  <a:gd name="T24" fmla="*/ 29 w 71"/>
                  <a:gd name="T25" fmla="*/ 4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75">
                    <a:moveTo>
                      <a:pt x="42" y="0"/>
                    </a:moveTo>
                    <a:lnTo>
                      <a:pt x="0" y="75"/>
                    </a:lnTo>
                    <a:lnTo>
                      <a:pt x="15" y="75"/>
                    </a:lnTo>
                    <a:lnTo>
                      <a:pt x="23" y="59"/>
                    </a:lnTo>
                    <a:lnTo>
                      <a:pt x="54" y="59"/>
                    </a:lnTo>
                    <a:lnTo>
                      <a:pt x="56" y="75"/>
                    </a:lnTo>
                    <a:lnTo>
                      <a:pt x="71" y="75"/>
                    </a:lnTo>
                    <a:lnTo>
                      <a:pt x="58" y="0"/>
                    </a:lnTo>
                    <a:lnTo>
                      <a:pt x="42" y="0"/>
                    </a:lnTo>
                    <a:close/>
                    <a:moveTo>
                      <a:pt x="29" y="46"/>
                    </a:moveTo>
                    <a:lnTo>
                      <a:pt x="48" y="17"/>
                    </a:lnTo>
                    <a:lnTo>
                      <a:pt x="52" y="46"/>
                    </a:lnTo>
                    <a:lnTo>
                      <a:pt x="29" y="46"/>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42" name="îş1íḋe"/>
              <p:cNvSpPr/>
              <p:nvPr/>
            </p:nvSpPr>
            <p:spPr bwMode="auto">
              <a:xfrm>
                <a:off x="7481888" y="3521075"/>
                <a:ext cx="119063" cy="119063"/>
              </a:xfrm>
              <a:custGeom>
                <a:avLst/>
                <a:gdLst>
                  <a:gd name="T0" fmla="*/ 50 w 75"/>
                  <a:gd name="T1" fmla="*/ 50 h 75"/>
                  <a:gd name="T2" fmla="*/ 31 w 75"/>
                  <a:gd name="T3" fmla="*/ 0 h 75"/>
                  <a:gd name="T4" fmla="*/ 17 w 75"/>
                  <a:gd name="T5" fmla="*/ 0 h 75"/>
                  <a:gd name="T6" fmla="*/ 0 w 75"/>
                  <a:gd name="T7" fmla="*/ 75 h 75"/>
                  <a:gd name="T8" fmla="*/ 15 w 75"/>
                  <a:gd name="T9" fmla="*/ 75 h 75"/>
                  <a:gd name="T10" fmla="*/ 25 w 75"/>
                  <a:gd name="T11" fmla="*/ 25 h 75"/>
                  <a:gd name="T12" fmla="*/ 46 w 75"/>
                  <a:gd name="T13" fmla="*/ 75 h 75"/>
                  <a:gd name="T14" fmla="*/ 58 w 75"/>
                  <a:gd name="T15" fmla="*/ 75 h 75"/>
                  <a:gd name="T16" fmla="*/ 75 w 75"/>
                  <a:gd name="T17" fmla="*/ 0 h 75"/>
                  <a:gd name="T18" fmla="*/ 61 w 75"/>
                  <a:gd name="T19" fmla="*/ 0 h 75"/>
                  <a:gd name="T20" fmla="*/ 50 w 75"/>
                  <a:gd name="T21" fmla="*/ 5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5" h="75">
                    <a:moveTo>
                      <a:pt x="50" y="50"/>
                    </a:moveTo>
                    <a:lnTo>
                      <a:pt x="31" y="0"/>
                    </a:lnTo>
                    <a:lnTo>
                      <a:pt x="17" y="0"/>
                    </a:lnTo>
                    <a:lnTo>
                      <a:pt x="0" y="75"/>
                    </a:lnTo>
                    <a:lnTo>
                      <a:pt x="15" y="75"/>
                    </a:lnTo>
                    <a:lnTo>
                      <a:pt x="25" y="25"/>
                    </a:lnTo>
                    <a:lnTo>
                      <a:pt x="46" y="75"/>
                    </a:lnTo>
                    <a:lnTo>
                      <a:pt x="58" y="75"/>
                    </a:lnTo>
                    <a:lnTo>
                      <a:pt x="75" y="0"/>
                    </a:lnTo>
                    <a:lnTo>
                      <a:pt x="61" y="0"/>
                    </a:lnTo>
                    <a:lnTo>
                      <a:pt x="50" y="5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43" name="îş1ïḋe"/>
              <p:cNvSpPr/>
              <p:nvPr/>
            </p:nvSpPr>
            <p:spPr bwMode="auto">
              <a:xfrm>
                <a:off x="7653338" y="3521075"/>
                <a:ext cx="112713" cy="119063"/>
              </a:xfrm>
              <a:custGeom>
                <a:avLst/>
                <a:gdLst>
                  <a:gd name="T0" fmla="*/ 22 w 34"/>
                  <a:gd name="T1" fmla="*/ 20 h 36"/>
                  <a:gd name="T2" fmla="*/ 20 w 34"/>
                  <a:gd name="T3" fmla="*/ 26 h 36"/>
                  <a:gd name="T4" fmla="*/ 18 w 34"/>
                  <a:gd name="T5" fmla="*/ 29 h 36"/>
                  <a:gd name="T6" fmla="*/ 13 w 34"/>
                  <a:gd name="T7" fmla="*/ 30 h 36"/>
                  <a:gd name="T8" fmla="*/ 9 w 34"/>
                  <a:gd name="T9" fmla="*/ 29 h 36"/>
                  <a:gd name="T10" fmla="*/ 7 w 34"/>
                  <a:gd name="T11" fmla="*/ 25 h 36"/>
                  <a:gd name="T12" fmla="*/ 7 w 34"/>
                  <a:gd name="T13" fmla="*/ 24 h 36"/>
                  <a:gd name="T14" fmla="*/ 8 w 34"/>
                  <a:gd name="T15" fmla="*/ 19 h 36"/>
                  <a:gd name="T16" fmla="*/ 12 w 34"/>
                  <a:gd name="T17" fmla="*/ 0 h 36"/>
                  <a:gd name="T18" fmla="*/ 5 w 34"/>
                  <a:gd name="T19" fmla="*/ 0 h 36"/>
                  <a:gd name="T20" fmla="*/ 1 w 34"/>
                  <a:gd name="T21" fmla="*/ 19 h 36"/>
                  <a:gd name="T22" fmla="*/ 0 w 34"/>
                  <a:gd name="T23" fmla="*/ 23 h 36"/>
                  <a:gd name="T24" fmla="*/ 0 w 34"/>
                  <a:gd name="T25" fmla="*/ 25 h 36"/>
                  <a:gd name="T26" fmla="*/ 3 w 34"/>
                  <a:gd name="T27" fmla="*/ 33 h 36"/>
                  <a:gd name="T28" fmla="*/ 13 w 34"/>
                  <a:gd name="T29" fmla="*/ 36 h 36"/>
                  <a:gd name="T30" fmla="*/ 22 w 34"/>
                  <a:gd name="T31" fmla="*/ 34 h 36"/>
                  <a:gd name="T32" fmla="*/ 27 w 34"/>
                  <a:gd name="T33" fmla="*/ 29 h 36"/>
                  <a:gd name="T34" fmla="*/ 30 w 34"/>
                  <a:gd name="T35" fmla="*/ 20 h 36"/>
                  <a:gd name="T36" fmla="*/ 34 w 34"/>
                  <a:gd name="T37" fmla="*/ 0 h 36"/>
                  <a:gd name="T38" fmla="*/ 26 w 34"/>
                  <a:gd name="T39" fmla="*/ 0 h 36"/>
                  <a:gd name="T40" fmla="*/ 22 w 34"/>
                  <a:gd name="T41" fmla="*/ 2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4" h="36">
                    <a:moveTo>
                      <a:pt x="22" y="20"/>
                    </a:moveTo>
                    <a:cubicBezTo>
                      <a:pt x="22" y="23"/>
                      <a:pt x="21" y="25"/>
                      <a:pt x="20" y="26"/>
                    </a:cubicBezTo>
                    <a:cubicBezTo>
                      <a:pt x="20" y="28"/>
                      <a:pt x="19" y="29"/>
                      <a:pt x="18" y="29"/>
                    </a:cubicBezTo>
                    <a:cubicBezTo>
                      <a:pt x="17" y="30"/>
                      <a:pt x="15" y="30"/>
                      <a:pt x="13" y="30"/>
                    </a:cubicBezTo>
                    <a:cubicBezTo>
                      <a:pt x="11" y="30"/>
                      <a:pt x="10" y="30"/>
                      <a:pt x="9" y="29"/>
                    </a:cubicBezTo>
                    <a:cubicBezTo>
                      <a:pt x="8" y="28"/>
                      <a:pt x="7" y="27"/>
                      <a:pt x="7" y="25"/>
                    </a:cubicBezTo>
                    <a:cubicBezTo>
                      <a:pt x="7" y="25"/>
                      <a:pt x="7" y="25"/>
                      <a:pt x="7" y="24"/>
                    </a:cubicBezTo>
                    <a:cubicBezTo>
                      <a:pt x="8" y="19"/>
                      <a:pt x="8" y="19"/>
                      <a:pt x="8" y="19"/>
                    </a:cubicBezTo>
                    <a:cubicBezTo>
                      <a:pt x="12" y="0"/>
                      <a:pt x="12" y="0"/>
                      <a:pt x="12" y="0"/>
                    </a:cubicBezTo>
                    <a:cubicBezTo>
                      <a:pt x="5" y="0"/>
                      <a:pt x="5" y="0"/>
                      <a:pt x="5" y="0"/>
                    </a:cubicBezTo>
                    <a:cubicBezTo>
                      <a:pt x="1" y="19"/>
                      <a:pt x="1" y="19"/>
                      <a:pt x="1" y="19"/>
                    </a:cubicBezTo>
                    <a:cubicBezTo>
                      <a:pt x="1" y="21"/>
                      <a:pt x="0" y="23"/>
                      <a:pt x="0" y="23"/>
                    </a:cubicBezTo>
                    <a:cubicBezTo>
                      <a:pt x="0" y="24"/>
                      <a:pt x="0" y="25"/>
                      <a:pt x="0" y="25"/>
                    </a:cubicBezTo>
                    <a:cubicBezTo>
                      <a:pt x="0" y="29"/>
                      <a:pt x="1" y="31"/>
                      <a:pt x="3" y="33"/>
                    </a:cubicBezTo>
                    <a:cubicBezTo>
                      <a:pt x="6" y="35"/>
                      <a:pt x="9" y="36"/>
                      <a:pt x="13" y="36"/>
                    </a:cubicBezTo>
                    <a:cubicBezTo>
                      <a:pt x="16" y="36"/>
                      <a:pt x="19" y="36"/>
                      <a:pt x="22" y="34"/>
                    </a:cubicBezTo>
                    <a:cubicBezTo>
                      <a:pt x="24" y="33"/>
                      <a:pt x="25" y="31"/>
                      <a:pt x="27" y="29"/>
                    </a:cubicBezTo>
                    <a:cubicBezTo>
                      <a:pt x="28" y="27"/>
                      <a:pt x="29" y="24"/>
                      <a:pt x="30" y="20"/>
                    </a:cubicBezTo>
                    <a:cubicBezTo>
                      <a:pt x="34" y="0"/>
                      <a:pt x="34" y="0"/>
                      <a:pt x="34" y="0"/>
                    </a:cubicBezTo>
                    <a:cubicBezTo>
                      <a:pt x="26" y="0"/>
                      <a:pt x="26" y="0"/>
                      <a:pt x="26" y="0"/>
                    </a:cubicBezTo>
                    <a:lnTo>
                      <a:pt x="22" y="2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44" name="íšlídè"/>
              <p:cNvSpPr/>
              <p:nvPr/>
            </p:nvSpPr>
            <p:spPr bwMode="auto">
              <a:xfrm>
                <a:off x="7766051" y="3521075"/>
                <a:ext cx="115888" cy="119063"/>
              </a:xfrm>
              <a:custGeom>
                <a:avLst/>
                <a:gdLst>
                  <a:gd name="T0" fmla="*/ 58 w 73"/>
                  <a:gd name="T1" fmla="*/ 0 h 75"/>
                  <a:gd name="T2" fmla="*/ 50 w 73"/>
                  <a:gd name="T3" fmla="*/ 50 h 75"/>
                  <a:gd name="T4" fmla="*/ 29 w 73"/>
                  <a:gd name="T5" fmla="*/ 0 h 75"/>
                  <a:gd name="T6" fmla="*/ 15 w 73"/>
                  <a:gd name="T7" fmla="*/ 0 h 75"/>
                  <a:gd name="T8" fmla="*/ 0 w 73"/>
                  <a:gd name="T9" fmla="*/ 75 h 75"/>
                  <a:gd name="T10" fmla="*/ 13 w 73"/>
                  <a:gd name="T11" fmla="*/ 75 h 75"/>
                  <a:gd name="T12" fmla="*/ 23 w 73"/>
                  <a:gd name="T13" fmla="*/ 25 h 75"/>
                  <a:gd name="T14" fmla="*/ 44 w 73"/>
                  <a:gd name="T15" fmla="*/ 75 h 75"/>
                  <a:gd name="T16" fmla="*/ 58 w 73"/>
                  <a:gd name="T17" fmla="*/ 75 h 75"/>
                  <a:gd name="T18" fmla="*/ 73 w 73"/>
                  <a:gd name="T19" fmla="*/ 0 h 75"/>
                  <a:gd name="T20" fmla="*/ 58 w 73"/>
                  <a:gd name="T21"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3" h="75">
                    <a:moveTo>
                      <a:pt x="58" y="0"/>
                    </a:moveTo>
                    <a:lnTo>
                      <a:pt x="50" y="50"/>
                    </a:lnTo>
                    <a:lnTo>
                      <a:pt x="29" y="0"/>
                    </a:lnTo>
                    <a:lnTo>
                      <a:pt x="15" y="0"/>
                    </a:lnTo>
                    <a:lnTo>
                      <a:pt x="0" y="75"/>
                    </a:lnTo>
                    <a:lnTo>
                      <a:pt x="13" y="75"/>
                    </a:lnTo>
                    <a:lnTo>
                      <a:pt x="23" y="25"/>
                    </a:lnTo>
                    <a:lnTo>
                      <a:pt x="44" y="75"/>
                    </a:lnTo>
                    <a:lnTo>
                      <a:pt x="58" y="75"/>
                    </a:lnTo>
                    <a:lnTo>
                      <a:pt x="73" y="0"/>
                    </a:lnTo>
                    <a:lnTo>
                      <a:pt x="58"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45" name="îṣḻîďe"/>
              <p:cNvSpPr/>
              <p:nvPr/>
            </p:nvSpPr>
            <p:spPr bwMode="auto">
              <a:xfrm>
                <a:off x="7881938" y="3521075"/>
                <a:ext cx="49213" cy="119063"/>
              </a:xfrm>
              <a:custGeom>
                <a:avLst/>
                <a:gdLst>
                  <a:gd name="T0" fmla="*/ 0 w 31"/>
                  <a:gd name="T1" fmla="*/ 75 h 75"/>
                  <a:gd name="T2" fmla="*/ 14 w 31"/>
                  <a:gd name="T3" fmla="*/ 75 h 75"/>
                  <a:gd name="T4" fmla="*/ 31 w 31"/>
                  <a:gd name="T5" fmla="*/ 0 h 75"/>
                  <a:gd name="T6" fmla="*/ 14 w 31"/>
                  <a:gd name="T7" fmla="*/ 0 h 75"/>
                  <a:gd name="T8" fmla="*/ 0 w 31"/>
                  <a:gd name="T9" fmla="*/ 75 h 75"/>
                </a:gdLst>
                <a:ahLst/>
                <a:cxnLst>
                  <a:cxn ang="0">
                    <a:pos x="T0" y="T1"/>
                  </a:cxn>
                  <a:cxn ang="0">
                    <a:pos x="T2" y="T3"/>
                  </a:cxn>
                  <a:cxn ang="0">
                    <a:pos x="T4" y="T5"/>
                  </a:cxn>
                  <a:cxn ang="0">
                    <a:pos x="T6" y="T7"/>
                  </a:cxn>
                  <a:cxn ang="0">
                    <a:pos x="T8" y="T9"/>
                  </a:cxn>
                </a:cxnLst>
                <a:rect l="0" t="0" r="r" b="b"/>
                <a:pathLst>
                  <a:path w="31" h="75">
                    <a:moveTo>
                      <a:pt x="0" y="75"/>
                    </a:moveTo>
                    <a:lnTo>
                      <a:pt x="14" y="75"/>
                    </a:lnTo>
                    <a:lnTo>
                      <a:pt x="31" y="0"/>
                    </a:lnTo>
                    <a:lnTo>
                      <a:pt x="14" y="0"/>
                    </a:lnTo>
                    <a:lnTo>
                      <a:pt x="0" y="75"/>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46" name="íŝḻiḋè"/>
              <p:cNvSpPr/>
              <p:nvPr/>
            </p:nvSpPr>
            <p:spPr bwMode="auto">
              <a:xfrm>
                <a:off x="7940676" y="3521075"/>
                <a:ext cx="109538" cy="119063"/>
              </a:xfrm>
              <a:custGeom>
                <a:avLst/>
                <a:gdLst>
                  <a:gd name="T0" fmla="*/ 54 w 69"/>
                  <a:gd name="T1" fmla="*/ 0 h 75"/>
                  <a:gd name="T2" fmla="*/ 23 w 69"/>
                  <a:gd name="T3" fmla="*/ 57 h 75"/>
                  <a:gd name="T4" fmla="*/ 15 w 69"/>
                  <a:gd name="T5" fmla="*/ 0 h 75"/>
                  <a:gd name="T6" fmla="*/ 0 w 69"/>
                  <a:gd name="T7" fmla="*/ 0 h 75"/>
                  <a:gd name="T8" fmla="*/ 13 w 69"/>
                  <a:gd name="T9" fmla="*/ 75 h 75"/>
                  <a:gd name="T10" fmla="*/ 29 w 69"/>
                  <a:gd name="T11" fmla="*/ 75 h 75"/>
                  <a:gd name="T12" fmla="*/ 69 w 69"/>
                  <a:gd name="T13" fmla="*/ 0 h 75"/>
                  <a:gd name="T14" fmla="*/ 54 w 69"/>
                  <a:gd name="T15" fmla="*/ 0 h 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9" h="75">
                    <a:moveTo>
                      <a:pt x="54" y="0"/>
                    </a:moveTo>
                    <a:lnTo>
                      <a:pt x="23" y="57"/>
                    </a:lnTo>
                    <a:lnTo>
                      <a:pt x="15" y="0"/>
                    </a:lnTo>
                    <a:lnTo>
                      <a:pt x="0" y="0"/>
                    </a:lnTo>
                    <a:lnTo>
                      <a:pt x="13" y="75"/>
                    </a:lnTo>
                    <a:lnTo>
                      <a:pt x="29" y="75"/>
                    </a:lnTo>
                    <a:lnTo>
                      <a:pt x="69" y="0"/>
                    </a:lnTo>
                    <a:lnTo>
                      <a:pt x="54"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47" name="î$ḷíďé"/>
              <p:cNvSpPr/>
              <p:nvPr/>
            </p:nvSpPr>
            <p:spPr bwMode="auto">
              <a:xfrm>
                <a:off x="8037513" y="3521075"/>
                <a:ext cx="111125" cy="119063"/>
              </a:xfrm>
              <a:custGeom>
                <a:avLst/>
                <a:gdLst>
                  <a:gd name="T0" fmla="*/ 68 w 70"/>
                  <a:gd name="T1" fmla="*/ 12 h 75"/>
                  <a:gd name="T2" fmla="*/ 70 w 70"/>
                  <a:gd name="T3" fmla="*/ 0 h 75"/>
                  <a:gd name="T4" fmla="*/ 16 w 70"/>
                  <a:gd name="T5" fmla="*/ 0 h 75"/>
                  <a:gd name="T6" fmla="*/ 0 w 70"/>
                  <a:gd name="T7" fmla="*/ 75 h 75"/>
                  <a:gd name="T8" fmla="*/ 58 w 70"/>
                  <a:gd name="T9" fmla="*/ 75 h 75"/>
                  <a:gd name="T10" fmla="*/ 60 w 70"/>
                  <a:gd name="T11" fmla="*/ 63 h 75"/>
                  <a:gd name="T12" fmla="*/ 16 w 70"/>
                  <a:gd name="T13" fmla="*/ 63 h 75"/>
                  <a:gd name="T14" fmla="*/ 22 w 70"/>
                  <a:gd name="T15" fmla="*/ 42 h 75"/>
                  <a:gd name="T16" fmla="*/ 60 w 70"/>
                  <a:gd name="T17" fmla="*/ 42 h 75"/>
                  <a:gd name="T18" fmla="*/ 62 w 70"/>
                  <a:gd name="T19" fmla="*/ 29 h 75"/>
                  <a:gd name="T20" fmla="*/ 24 w 70"/>
                  <a:gd name="T21" fmla="*/ 29 h 75"/>
                  <a:gd name="T22" fmla="*/ 29 w 70"/>
                  <a:gd name="T23" fmla="*/ 12 h 75"/>
                  <a:gd name="T24" fmla="*/ 68 w 70"/>
                  <a:gd name="T25" fmla="*/ 12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0" h="75">
                    <a:moveTo>
                      <a:pt x="68" y="12"/>
                    </a:moveTo>
                    <a:lnTo>
                      <a:pt x="70" y="0"/>
                    </a:lnTo>
                    <a:lnTo>
                      <a:pt x="16" y="0"/>
                    </a:lnTo>
                    <a:lnTo>
                      <a:pt x="0" y="75"/>
                    </a:lnTo>
                    <a:lnTo>
                      <a:pt x="58" y="75"/>
                    </a:lnTo>
                    <a:lnTo>
                      <a:pt x="60" y="63"/>
                    </a:lnTo>
                    <a:lnTo>
                      <a:pt x="16" y="63"/>
                    </a:lnTo>
                    <a:lnTo>
                      <a:pt x="22" y="42"/>
                    </a:lnTo>
                    <a:lnTo>
                      <a:pt x="60" y="42"/>
                    </a:lnTo>
                    <a:lnTo>
                      <a:pt x="62" y="29"/>
                    </a:lnTo>
                    <a:lnTo>
                      <a:pt x="24" y="29"/>
                    </a:lnTo>
                    <a:lnTo>
                      <a:pt x="29" y="12"/>
                    </a:lnTo>
                    <a:lnTo>
                      <a:pt x="68" y="12"/>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48" name="îṡlîďe"/>
              <p:cNvSpPr/>
              <p:nvPr/>
            </p:nvSpPr>
            <p:spPr bwMode="auto">
              <a:xfrm>
                <a:off x="8145463" y="3521075"/>
                <a:ext cx="115888" cy="119063"/>
              </a:xfrm>
              <a:custGeom>
                <a:avLst/>
                <a:gdLst>
                  <a:gd name="T0" fmla="*/ 30 w 35"/>
                  <a:gd name="T1" fmla="*/ 1 h 36"/>
                  <a:gd name="T2" fmla="*/ 24 w 35"/>
                  <a:gd name="T3" fmla="*/ 0 h 36"/>
                  <a:gd name="T4" fmla="*/ 8 w 35"/>
                  <a:gd name="T5" fmla="*/ 0 h 36"/>
                  <a:gd name="T6" fmla="*/ 0 w 35"/>
                  <a:gd name="T7" fmla="*/ 36 h 36"/>
                  <a:gd name="T8" fmla="*/ 8 w 35"/>
                  <a:gd name="T9" fmla="*/ 36 h 36"/>
                  <a:gd name="T10" fmla="*/ 11 w 35"/>
                  <a:gd name="T11" fmla="*/ 21 h 36"/>
                  <a:gd name="T12" fmla="*/ 14 w 35"/>
                  <a:gd name="T13" fmla="*/ 21 h 36"/>
                  <a:gd name="T14" fmla="*/ 17 w 35"/>
                  <a:gd name="T15" fmla="*/ 22 h 36"/>
                  <a:gd name="T16" fmla="*/ 21 w 35"/>
                  <a:gd name="T17" fmla="*/ 26 h 36"/>
                  <a:gd name="T18" fmla="*/ 24 w 35"/>
                  <a:gd name="T19" fmla="*/ 36 h 36"/>
                  <a:gd name="T20" fmla="*/ 32 w 35"/>
                  <a:gd name="T21" fmla="*/ 36 h 36"/>
                  <a:gd name="T22" fmla="*/ 27 w 35"/>
                  <a:gd name="T23" fmla="*/ 24 h 36"/>
                  <a:gd name="T24" fmla="*/ 24 w 35"/>
                  <a:gd name="T25" fmla="*/ 21 h 36"/>
                  <a:gd name="T26" fmla="*/ 32 w 35"/>
                  <a:gd name="T27" fmla="*/ 17 h 36"/>
                  <a:gd name="T28" fmla="*/ 35 w 35"/>
                  <a:gd name="T29" fmla="*/ 9 h 36"/>
                  <a:gd name="T30" fmla="*/ 34 w 35"/>
                  <a:gd name="T31" fmla="*/ 4 h 36"/>
                  <a:gd name="T32" fmla="*/ 30 w 35"/>
                  <a:gd name="T33" fmla="*/ 1 h 36"/>
                  <a:gd name="T34" fmla="*/ 27 w 35"/>
                  <a:gd name="T35" fmla="*/ 13 h 36"/>
                  <a:gd name="T36" fmla="*/ 24 w 35"/>
                  <a:gd name="T37" fmla="*/ 15 h 36"/>
                  <a:gd name="T38" fmla="*/ 16 w 35"/>
                  <a:gd name="T39" fmla="*/ 16 h 36"/>
                  <a:gd name="T40" fmla="*/ 12 w 35"/>
                  <a:gd name="T41" fmla="*/ 16 h 36"/>
                  <a:gd name="T42" fmla="*/ 14 w 35"/>
                  <a:gd name="T43" fmla="*/ 6 h 36"/>
                  <a:gd name="T44" fmla="*/ 22 w 35"/>
                  <a:gd name="T45" fmla="*/ 6 h 36"/>
                  <a:gd name="T46" fmla="*/ 26 w 35"/>
                  <a:gd name="T47" fmla="*/ 7 h 36"/>
                  <a:gd name="T48" fmla="*/ 28 w 35"/>
                  <a:gd name="T49" fmla="*/ 10 h 36"/>
                  <a:gd name="T50" fmla="*/ 27 w 35"/>
                  <a:gd name="T51" fmla="*/ 13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5" h="36">
                    <a:moveTo>
                      <a:pt x="30" y="1"/>
                    </a:moveTo>
                    <a:cubicBezTo>
                      <a:pt x="28" y="0"/>
                      <a:pt x="26" y="0"/>
                      <a:pt x="24" y="0"/>
                    </a:cubicBezTo>
                    <a:cubicBezTo>
                      <a:pt x="8" y="0"/>
                      <a:pt x="8" y="0"/>
                      <a:pt x="8" y="0"/>
                    </a:cubicBezTo>
                    <a:cubicBezTo>
                      <a:pt x="0" y="36"/>
                      <a:pt x="0" y="36"/>
                      <a:pt x="0" y="36"/>
                    </a:cubicBezTo>
                    <a:cubicBezTo>
                      <a:pt x="8" y="36"/>
                      <a:pt x="8" y="36"/>
                      <a:pt x="8" y="36"/>
                    </a:cubicBezTo>
                    <a:cubicBezTo>
                      <a:pt x="11" y="21"/>
                      <a:pt x="11" y="21"/>
                      <a:pt x="11" y="21"/>
                    </a:cubicBezTo>
                    <a:cubicBezTo>
                      <a:pt x="14" y="21"/>
                      <a:pt x="14" y="21"/>
                      <a:pt x="14" y="21"/>
                    </a:cubicBezTo>
                    <a:cubicBezTo>
                      <a:pt x="15" y="21"/>
                      <a:pt x="17" y="21"/>
                      <a:pt x="17" y="22"/>
                    </a:cubicBezTo>
                    <a:cubicBezTo>
                      <a:pt x="18" y="22"/>
                      <a:pt x="20" y="24"/>
                      <a:pt x="21" y="26"/>
                    </a:cubicBezTo>
                    <a:cubicBezTo>
                      <a:pt x="22" y="31"/>
                      <a:pt x="24" y="34"/>
                      <a:pt x="24" y="36"/>
                    </a:cubicBezTo>
                    <a:cubicBezTo>
                      <a:pt x="32" y="36"/>
                      <a:pt x="32" y="36"/>
                      <a:pt x="32" y="36"/>
                    </a:cubicBezTo>
                    <a:cubicBezTo>
                      <a:pt x="30" y="31"/>
                      <a:pt x="28" y="27"/>
                      <a:pt x="27" y="24"/>
                    </a:cubicBezTo>
                    <a:cubicBezTo>
                      <a:pt x="26" y="23"/>
                      <a:pt x="25" y="21"/>
                      <a:pt x="24" y="21"/>
                    </a:cubicBezTo>
                    <a:cubicBezTo>
                      <a:pt x="28" y="20"/>
                      <a:pt x="30" y="19"/>
                      <a:pt x="32" y="17"/>
                    </a:cubicBezTo>
                    <a:cubicBezTo>
                      <a:pt x="34" y="15"/>
                      <a:pt x="35" y="13"/>
                      <a:pt x="35" y="9"/>
                    </a:cubicBezTo>
                    <a:cubicBezTo>
                      <a:pt x="35" y="7"/>
                      <a:pt x="34" y="6"/>
                      <a:pt x="34" y="4"/>
                    </a:cubicBezTo>
                    <a:cubicBezTo>
                      <a:pt x="33" y="3"/>
                      <a:pt x="31" y="2"/>
                      <a:pt x="30" y="1"/>
                    </a:cubicBezTo>
                    <a:close/>
                    <a:moveTo>
                      <a:pt x="27" y="13"/>
                    </a:moveTo>
                    <a:cubicBezTo>
                      <a:pt x="26" y="14"/>
                      <a:pt x="25" y="14"/>
                      <a:pt x="24" y="15"/>
                    </a:cubicBezTo>
                    <a:cubicBezTo>
                      <a:pt x="22" y="15"/>
                      <a:pt x="20" y="16"/>
                      <a:pt x="16" y="16"/>
                    </a:cubicBezTo>
                    <a:cubicBezTo>
                      <a:pt x="12" y="16"/>
                      <a:pt x="12" y="16"/>
                      <a:pt x="12" y="16"/>
                    </a:cubicBezTo>
                    <a:cubicBezTo>
                      <a:pt x="14" y="6"/>
                      <a:pt x="14" y="6"/>
                      <a:pt x="14" y="6"/>
                    </a:cubicBezTo>
                    <a:cubicBezTo>
                      <a:pt x="22" y="6"/>
                      <a:pt x="22" y="6"/>
                      <a:pt x="22" y="6"/>
                    </a:cubicBezTo>
                    <a:cubicBezTo>
                      <a:pt x="24" y="6"/>
                      <a:pt x="25" y="6"/>
                      <a:pt x="26" y="7"/>
                    </a:cubicBezTo>
                    <a:cubicBezTo>
                      <a:pt x="27" y="7"/>
                      <a:pt x="28" y="8"/>
                      <a:pt x="28" y="10"/>
                    </a:cubicBezTo>
                    <a:cubicBezTo>
                      <a:pt x="28" y="11"/>
                      <a:pt x="27" y="12"/>
                      <a:pt x="27" y="13"/>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49" name="ïşľîḍé"/>
              <p:cNvSpPr/>
              <p:nvPr/>
            </p:nvSpPr>
            <p:spPr bwMode="auto">
              <a:xfrm>
                <a:off x="8267701" y="3521075"/>
                <a:ext cx="98425" cy="119063"/>
              </a:xfrm>
              <a:custGeom>
                <a:avLst/>
                <a:gdLst>
                  <a:gd name="T0" fmla="*/ 17 w 30"/>
                  <a:gd name="T1" fmla="*/ 5 h 36"/>
                  <a:gd name="T2" fmla="*/ 22 w 30"/>
                  <a:gd name="T3" fmla="*/ 7 h 36"/>
                  <a:gd name="T4" fmla="*/ 23 w 30"/>
                  <a:gd name="T5" fmla="*/ 11 h 36"/>
                  <a:gd name="T6" fmla="*/ 30 w 30"/>
                  <a:gd name="T7" fmla="*/ 10 h 36"/>
                  <a:gd name="T8" fmla="*/ 27 w 30"/>
                  <a:gd name="T9" fmla="*/ 3 h 36"/>
                  <a:gd name="T10" fmla="*/ 17 w 30"/>
                  <a:gd name="T11" fmla="*/ 0 h 36"/>
                  <a:gd name="T12" fmla="*/ 8 w 30"/>
                  <a:gd name="T13" fmla="*/ 3 h 36"/>
                  <a:gd name="T14" fmla="*/ 4 w 30"/>
                  <a:gd name="T15" fmla="*/ 10 h 36"/>
                  <a:gd name="T16" fmla="*/ 6 w 30"/>
                  <a:gd name="T17" fmla="*/ 14 h 36"/>
                  <a:gd name="T18" fmla="*/ 8 w 30"/>
                  <a:gd name="T19" fmla="*/ 18 h 36"/>
                  <a:gd name="T20" fmla="*/ 15 w 30"/>
                  <a:gd name="T21" fmla="*/ 21 h 36"/>
                  <a:gd name="T22" fmla="*/ 20 w 30"/>
                  <a:gd name="T23" fmla="*/ 23 h 36"/>
                  <a:gd name="T24" fmla="*/ 21 w 30"/>
                  <a:gd name="T25" fmla="*/ 26 h 36"/>
                  <a:gd name="T26" fmla="*/ 19 w 30"/>
                  <a:gd name="T27" fmla="*/ 29 h 36"/>
                  <a:gd name="T28" fmla="*/ 14 w 30"/>
                  <a:gd name="T29" fmla="*/ 30 h 36"/>
                  <a:gd name="T30" fmla="*/ 8 w 30"/>
                  <a:gd name="T31" fmla="*/ 28 h 36"/>
                  <a:gd name="T32" fmla="*/ 7 w 30"/>
                  <a:gd name="T33" fmla="*/ 24 h 36"/>
                  <a:gd name="T34" fmla="*/ 0 w 30"/>
                  <a:gd name="T35" fmla="*/ 24 h 36"/>
                  <a:gd name="T36" fmla="*/ 1 w 30"/>
                  <a:gd name="T37" fmla="*/ 30 h 36"/>
                  <a:gd name="T38" fmla="*/ 6 w 30"/>
                  <a:gd name="T39" fmla="*/ 35 h 36"/>
                  <a:gd name="T40" fmla="*/ 14 w 30"/>
                  <a:gd name="T41" fmla="*/ 36 h 36"/>
                  <a:gd name="T42" fmla="*/ 24 w 30"/>
                  <a:gd name="T43" fmla="*/ 33 h 36"/>
                  <a:gd name="T44" fmla="*/ 28 w 30"/>
                  <a:gd name="T45" fmla="*/ 25 h 36"/>
                  <a:gd name="T46" fmla="*/ 26 w 30"/>
                  <a:gd name="T47" fmla="*/ 19 h 36"/>
                  <a:gd name="T48" fmla="*/ 18 w 30"/>
                  <a:gd name="T49" fmla="*/ 14 h 36"/>
                  <a:gd name="T50" fmla="*/ 13 w 30"/>
                  <a:gd name="T51" fmla="*/ 12 h 36"/>
                  <a:gd name="T52" fmla="*/ 11 w 30"/>
                  <a:gd name="T53" fmla="*/ 9 h 36"/>
                  <a:gd name="T54" fmla="*/ 13 w 30"/>
                  <a:gd name="T55" fmla="*/ 6 h 36"/>
                  <a:gd name="T56" fmla="*/ 17 w 30"/>
                  <a:gd name="T57" fmla="*/ 5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0" h="36">
                    <a:moveTo>
                      <a:pt x="17" y="5"/>
                    </a:moveTo>
                    <a:cubicBezTo>
                      <a:pt x="19" y="5"/>
                      <a:pt x="21" y="6"/>
                      <a:pt x="22" y="7"/>
                    </a:cubicBezTo>
                    <a:cubicBezTo>
                      <a:pt x="23" y="8"/>
                      <a:pt x="23" y="9"/>
                      <a:pt x="23" y="11"/>
                    </a:cubicBezTo>
                    <a:cubicBezTo>
                      <a:pt x="30" y="10"/>
                      <a:pt x="30" y="10"/>
                      <a:pt x="30" y="10"/>
                    </a:cubicBezTo>
                    <a:cubicBezTo>
                      <a:pt x="30" y="7"/>
                      <a:pt x="29" y="4"/>
                      <a:pt x="27" y="3"/>
                    </a:cubicBezTo>
                    <a:cubicBezTo>
                      <a:pt x="24" y="1"/>
                      <a:pt x="21" y="0"/>
                      <a:pt x="17" y="0"/>
                    </a:cubicBezTo>
                    <a:cubicBezTo>
                      <a:pt x="13" y="0"/>
                      <a:pt x="10" y="1"/>
                      <a:pt x="8" y="3"/>
                    </a:cubicBezTo>
                    <a:cubicBezTo>
                      <a:pt x="5" y="5"/>
                      <a:pt x="4" y="7"/>
                      <a:pt x="4" y="10"/>
                    </a:cubicBezTo>
                    <a:cubicBezTo>
                      <a:pt x="4" y="12"/>
                      <a:pt x="5" y="13"/>
                      <a:pt x="6" y="14"/>
                    </a:cubicBezTo>
                    <a:cubicBezTo>
                      <a:pt x="6" y="16"/>
                      <a:pt x="7" y="17"/>
                      <a:pt x="8" y="18"/>
                    </a:cubicBezTo>
                    <a:cubicBezTo>
                      <a:pt x="10" y="18"/>
                      <a:pt x="12" y="19"/>
                      <a:pt x="15" y="21"/>
                    </a:cubicBezTo>
                    <a:cubicBezTo>
                      <a:pt x="17" y="22"/>
                      <a:pt x="19" y="23"/>
                      <a:pt x="20" y="23"/>
                    </a:cubicBezTo>
                    <a:cubicBezTo>
                      <a:pt x="20" y="24"/>
                      <a:pt x="21" y="25"/>
                      <a:pt x="21" y="26"/>
                    </a:cubicBezTo>
                    <a:cubicBezTo>
                      <a:pt x="21" y="27"/>
                      <a:pt x="20" y="28"/>
                      <a:pt x="19" y="29"/>
                    </a:cubicBezTo>
                    <a:cubicBezTo>
                      <a:pt x="18" y="30"/>
                      <a:pt x="16" y="30"/>
                      <a:pt x="14" y="30"/>
                    </a:cubicBezTo>
                    <a:cubicBezTo>
                      <a:pt x="11" y="30"/>
                      <a:pt x="9" y="30"/>
                      <a:pt x="8" y="28"/>
                    </a:cubicBezTo>
                    <a:cubicBezTo>
                      <a:pt x="8" y="28"/>
                      <a:pt x="7" y="26"/>
                      <a:pt x="7" y="24"/>
                    </a:cubicBezTo>
                    <a:cubicBezTo>
                      <a:pt x="0" y="24"/>
                      <a:pt x="0" y="24"/>
                      <a:pt x="0" y="24"/>
                    </a:cubicBezTo>
                    <a:cubicBezTo>
                      <a:pt x="0" y="27"/>
                      <a:pt x="0" y="29"/>
                      <a:pt x="1" y="30"/>
                    </a:cubicBezTo>
                    <a:cubicBezTo>
                      <a:pt x="2" y="32"/>
                      <a:pt x="4" y="34"/>
                      <a:pt x="6" y="35"/>
                    </a:cubicBezTo>
                    <a:cubicBezTo>
                      <a:pt x="8" y="36"/>
                      <a:pt x="11" y="36"/>
                      <a:pt x="14" y="36"/>
                    </a:cubicBezTo>
                    <a:cubicBezTo>
                      <a:pt x="18" y="36"/>
                      <a:pt x="22" y="35"/>
                      <a:pt x="24" y="33"/>
                    </a:cubicBezTo>
                    <a:cubicBezTo>
                      <a:pt x="27" y="31"/>
                      <a:pt x="28" y="28"/>
                      <a:pt x="28" y="25"/>
                    </a:cubicBezTo>
                    <a:cubicBezTo>
                      <a:pt x="28" y="22"/>
                      <a:pt x="27" y="20"/>
                      <a:pt x="26" y="19"/>
                    </a:cubicBezTo>
                    <a:cubicBezTo>
                      <a:pt x="25" y="18"/>
                      <a:pt x="22" y="16"/>
                      <a:pt x="18" y="14"/>
                    </a:cubicBezTo>
                    <a:cubicBezTo>
                      <a:pt x="15" y="13"/>
                      <a:pt x="13" y="12"/>
                      <a:pt x="13" y="12"/>
                    </a:cubicBezTo>
                    <a:cubicBezTo>
                      <a:pt x="12" y="11"/>
                      <a:pt x="11" y="10"/>
                      <a:pt x="11" y="9"/>
                    </a:cubicBezTo>
                    <a:cubicBezTo>
                      <a:pt x="11" y="8"/>
                      <a:pt x="12" y="7"/>
                      <a:pt x="13" y="6"/>
                    </a:cubicBezTo>
                    <a:cubicBezTo>
                      <a:pt x="14" y="6"/>
                      <a:pt x="15" y="5"/>
                      <a:pt x="17" y="5"/>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50" name="îṩľîďe"/>
              <p:cNvSpPr/>
              <p:nvPr/>
            </p:nvSpPr>
            <p:spPr bwMode="auto">
              <a:xfrm>
                <a:off x="8374063" y="3521075"/>
                <a:ext cx="46038" cy="119063"/>
              </a:xfrm>
              <a:custGeom>
                <a:avLst/>
                <a:gdLst>
                  <a:gd name="T0" fmla="*/ 0 w 29"/>
                  <a:gd name="T1" fmla="*/ 75 h 75"/>
                  <a:gd name="T2" fmla="*/ 14 w 29"/>
                  <a:gd name="T3" fmla="*/ 75 h 75"/>
                  <a:gd name="T4" fmla="*/ 29 w 29"/>
                  <a:gd name="T5" fmla="*/ 0 h 75"/>
                  <a:gd name="T6" fmla="*/ 14 w 29"/>
                  <a:gd name="T7" fmla="*/ 0 h 75"/>
                  <a:gd name="T8" fmla="*/ 0 w 29"/>
                  <a:gd name="T9" fmla="*/ 75 h 75"/>
                </a:gdLst>
                <a:ahLst/>
                <a:cxnLst>
                  <a:cxn ang="0">
                    <a:pos x="T0" y="T1"/>
                  </a:cxn>
                  <a:cxn ang="0">
                    <a:pos x="T2" y="T3"/>
                  </a:cxn>
                  <a:cxn ang="0">
                    <a:pos x="T4" y="T5"/>
                  </a:cxn>
                  <a:cxn ang="0">
                    <a:pos x="T6" y="T7"/>
                  </a:cxn>
                  <a:cxn ang="0">
                    <a:pos x="T8" y="T9"/>
                  </a:cxn>
                </a:cxnLst>
                <a:rect l="0" t="0" r="r" b="b"/>
                <a:pathLst>
                  <a:path w="29" h="75">
                    <a:moveTo>
                      <a:pt x="0" y="75"/>
                    </a:moveTo>
                    <a:lnTo>
                      <a:pt x="14" y="75"/>
                    </a:lnTo>
                    <a:lnTo>
                      <a:pt x="29" y="0"/>
                    </a:lnTo>
                    <a:lnTo>
                      <a:pt x="14" y="0"/>
                    </a:lnTo>
                    <a:lnTo>
                      <a:pt x="0" y="75"/>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51" name="iS1idè"/>
              <p:cNvSpPr/>
              <p:nvPr/>
            </p:nvSpPr>
            <p:spPr bwMode="auto">
              <a:xfrm>
                <a:off x="8432801" y="3521075"/>
                <a:ext cx="95250" cy="119063"/>
              </a:xfrm>
              <a:custGeom>
                <a:avLst/>
                <a:gdLst>
                  <a:gd name="T0" fmla="*/ 0 w 60"/>
                  <a:gd name="T1" fmla="*/ 12 h 75"/>
                  <a:gd name="T2" fmla="*/ 21 w 60"/>
                  <a:gd name="T3" fmla="*/ 12 h 75"/>
                  <a:gd name="T4" fmla="*/ 8 w 60"/>
                  <a:gd name="T5" fmla="*/ 75 h 75"/>
                  <a:gd name="T6" fmla="*/ 23 w 60"/>
                  <a:gd name="T7" fmla="*/ 75 h 75"/>
                  <a:gd name="T8" fmla="*/ 35 w 60"/>
                  <a:gd name="T9" fmla="*/ 12 h 75"/>
                  <a:gd name="T10" fmla="*/ 58 w 60"/>
                  <a:gd name="T11" fmla="*/ 12 h 75"/>
                  <a:gd name="T12" fmla="*/ 60 w 60"/>
                  <a:gd name="T13" fmla="*/ 0 h 75"/>
                  <a:gd name="T14" fmla="*/ 2 w 60"/>
                  <a:gd name="T15" fmla="*/ 0 h 75"/>
                  <a:gd name="T16" fmla="*/ 0 w 60"/>
                  <a:gd name="T17" fmla="*/ 12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0" h="75">
                    <a:moveTo>
                      <a:pt x="0" y="12"/>
                    </a:moveTo>
                    <a:lnTo>
                      <a:pt x="21" y="12"/>
                    </a:lnTo>
                    <a:lnTo>
                      <a:pt x="8" y="75"/>
                    </a:lnTo>
                    <a:lnTo>
                      <a:pt x="23" y="75"/>
                    </a:lnTo>
                    <a:lnTo>
                      <a:pt x="35" y="12"/>
                    </a:lnTo>
                    <a:lnTo>
                      <a:pt x="58" y="12"/>
                    </a:lnTo>
                    <a:lnTo>
                      <a:pt x="60" y="0"/>
                    </a:lnTo>
                    <a:lnTo>
                      <a:pt x="2" y="0"/>
                    </a:lnTo>
                    <a:lnTo>
                      <a:pt x="0" y="12"/>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52" name="iṣḷîḋe"/>
              <p:cNvSpPr/>
              <p:nvPr/>
            </p:nvSpPr>
            <p:spPr bwMode="auto">
              <a:xfrm>
                <a:off x="8531226" y="3521075"/>
                <a:ext cx="109538" cy="119063"/>
              </a:xfrm>
              <a:custGeom>
                <a:avLst/>
                <a:gdLst>
                  <a:gd name="T0" fmla="*/ 25 w 33"/>
                  <a:gd name="T1" fmla="*/ 0 h 36"/>
                  <a:gd name="T2" fmla="*/ 19 w 33"/>
                  <a:gd name="T3" fmla="*/ 7 h 36"/>
                  <a:gd name="T4" fmla="*/ 16 w 33"/>
                  <a:gd name="T5" fmla="*/ 12 h 36"/>
                  <a:gd name="T6" fmla="*/ 14 w 33"/>
                  <a:gd name="T7" fmla="*/ 15 h 36"/>
                  <a:gd name="T8" fmla="*/ 12 w 33"/>
                  <a:gd name="T9" fmla="*/ 10 h 36"/>
                  <a:gd name="T10" fmla="*/ 8 w 33"/>
                  <a:gd name="T11" fmla="*/ 0 h 36"/>
                  <a:gd name="T12" fmla="*/ 0 w 33"/>
                  <a:gd name="T13" fmla="*/ 0 h 36"/>
                  <a:gd name="T14" fmla="*/ 10 w 33"/>
                  <a:gd name="T15" fmla="*/ 22 h 36"/>
                  <a:gd name="T16" fmla="*/ 7 w 33"/>
                  <a:gd name="T17" fmla="*/ 36 h 36"/>
                  <a:gd name="T18" fmla="*/ 14 w 33"/>
                  <a:gd name="T19" fmla="*/ 36 h 36"/>
                  <a:gd name="T20" fmla="*/ 17 w 33"/>
                  <a:gd name="T21" fmla="*/ 23 h 36"/>
                  <a:gd name="T22" fmla="*/ 33 w 33"/>
                  <a:gd name="T23" fmla="*/ 0 h 36"/>
                  <a:gd name="T24" fmla="*/ 25 w 33"/>
                  <a:gd name="T25" fmla="*/ 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3" h="36">
                    <a:moveTo>
                      <a:pt x="25" y="0"/>
                    </a:moveTo>
                    <a:cubicBezTo>
                      <a:pt x="19" y="7"/>
                      <a:pt x="19" y="7"/>
                      <a:pt x="19" y="7"/>
                    </a:cubicBezTo>
                    <a:cubicBezTo>
                      <a:pt x="16" y="12"/>
                      <a:pt x="16" y="12"/>
                      <a:pt x="16" y="12"/>
                    </a:cubicBezTo>
                    <a:cubicBezTo>
                      <a:pt x="15" y="13"/>
                      <a:pt x="15" y="14"/>
                      <a:pt x="14" y="15"/>
                    </a:cubicBezTo>
                    <a:cubicBezTo>
                      <a:pt x="14" y="14"/>
                      <a:pt x="13" y="13"/>
                      <a:pt x="12" y="10"/>
                    </a:cubicBezTo>
                    <a:cubicBezTo>
                      <a:pt x="8" y="0"/>
                      <a:pt x="8" y="0"/>
                      <a:pt x="8" y="0"/>
                    </a:cubicBezTo>
                    <a:cubicBezTo>
                      <a:pt x="0" y="0"/>
                      <a:pt x="0" y="0"/>
                      <a:pt x="0" y="0"/>
                    </a:cubicBezTo>
                    <a:cubicBezTo>
                      <a:pt x="10" y="22"/>
                      <a:pt x="10" y="22"/>
                      <a:pt x="10" y="22"/>
                    </a:cubicBezTo>
                    <a:cubicBezTo>
                      <a:pt x="7" y="36"/>
                      <a:pt x="7" y="36"/>
                      <a:pt x="7" y="36"/>
                    </a:cubicBezTo>
                    <a:cubicBezTo>
                      <a:pt x="14" y="36"/>
                      <a:pt x="14" y="36"/>
                      <a:pt x="14" y="36"/>
                    </a:cubicBezTo>
                    <a:cubicBezTo>
                      <a:pt x="17" y="23"/>
                      <a:pt x="17" y="23"/>
                      <a:pt x="17" y="23"/>
                    </a:cubicBezTo>
                    <a:cubicBezTo>
                      <a:pt x="33" y="0"/>
                      <a:pt x="33" y="0"/>
                      <a:pt x="33" y="0"/>
                    </a:cubicBezTo>
                    <a:lnTo>
                      <a:pt x="25"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标题">
    <p:spTree>
      <p:nvGrpSpPr>
        <p:cNvPr id="1" name=""/>
        <p:cNvGrpSpPr/>
        <p:nvPr/>
      </p:nvGrpSpPr>
      <p:grpSpPr>
        <a:xfrm>
          <a:off x="0" y="0"/>
          <a:ext cx="0" cy="0"/>
          <a:chOff x="0" y="0"/>
          <a:chExt cx="0" cy="0"/>
        </a:xfrm>
      </p:grpSpPr>
      <p:sp>
        <p:nvSpPr>
          <p:cNvPr id="2" name="标题 1"/>
          <p:cNvSpPr>
            <a:spLocks noGrp="1"/>
          </p:cNvSpPr>
          <p:nvPr>
            <p:ph type="title"/>
          </p:nvPr>
        </p:nvSpPr>
        <p:spPr>
          <a:xfrm>
            <a:off x="803275" y="393486"/>
            <a:ext cx="8970989" cy="663575"/>
          </a:xfrm>
          <a:prstGeom prst="rect">
            <a:avLst/>
          </a:prstGeom>
        </p:spPr>
        <p:txBody>
          <a:bodyPr lIns="0"/>
          <a:lstStyle>
            <a:lvl1pPr>
              <a:defRPr sz="3600" b="1">
                <a:solidFill>
                  <a:schemeClr val="accent2"/>
                </a:solidFill>
                <a:latin typeface="方正小标宋简体" panose="03000509000000000000" pitchFamily="2" charset="-122"/>
                <a:ea typeface="方正小标宋简体" panose="03000509000000000000" pitchFamily="2" charset="-122"/>
              </a:defRPr>
            </a:lvl1pPr>
          </a:lstStyle>
          <a:p>
            <a:r>
              <a:rPr lang="zh-CN" altLang="en-US" dirty="0"/>
              <a:t>单击此处编辑母版标题样式</a:t>
            </a:r>
          </a:p>
        </p:txBody>
      </p:sp>
      <p:grpSp>
        <p:nvGrpSpPr>
          <p:cNvPr id="245" name="组合 244"/>
          <p:cNvGrpSpPr/>
          <p:nvPr userDrawn="1"/>
        </p:nvGrpSpPr>
        <p:grpSpPr>
          <a:xfrm>
            <a:off x="9895088" y="468793"/>
            <a:ext cx="1480571" cy="458860"/>
            <a:chOff x="2558030" y="228446"/>
            <a:chExt cx="6774643" cy="2099603"/>
          </a:xfrm>
        </p:grpSpPr>
        <p:grpSp>
          <p:nvGrpSpPr>
            <p:cNvPr id="246" name="íšḻîďê"/>
            <p:cNvGrpSpPr/>
            <p:nvPr userDrawn="1"/>
          </p:nvGrpSpPr>
          <p:grpSpPr>
            <a:xfrm>
              <a:off x="2558030" y="228446"/>
              <a:ext cx="2085857" cy="2099603"/>
              <a:chOff x="3551238" y="3067050"/>
              <a:chExt cx="722313" cy="727075"/>
            </a:xfrm>
          </p:grpSpPr>
          <p:sp>
            <p:nvSpPr>
              <p:cNvPr id="276" name="ïş1íḍê"/>
              <p:cNvSpPr/>
              <p:nvPr/>
            </p:nvSpPr>
            <p:spPr bwMode="auto">
              <a:xfrm>
                <a:off x="3575051" y="3087688"/>
                <a:ext cx="673100" cy="679450"/>
              </a:xfrm>
              <a:custGeom>
                <a:avLst/>
                <a:gdLst>
                  <a:gd name="T0" fmla="*/ 102 w 204"/>
                  <a:gd name="T1" fmla="*/ 0 h 204"/>
                  <a:gd name="T2" fmla="*/ 204 w 204"/>
                  <a:gd name="T3" fmla="*/ 102 h 204"/>
                  <a:gd name="T4" fmla="*/ 102 w 204"/>
                  <a:gd name="T5" fmla="*/ 204 h 204"/>
                  <a:gd name="T6" fmla="*/ 0 w 204"/>
                  <a:gd name="T7" fmla="*/ 102 h 204"/>
                  <a:gd name="T8" fmla="*/ 102 w 204"/>
                  <a:gd name="T9" fmla="*/ 0 h 204"/>
                  <a:gd name="T10" fmla="*/ 102 w 204"/>
                  <a:gd name="T11" fmla="*/ 25 h 204"/>
                  <a:gd name="T12" fmla="*/ 24 w 204"/>
                  <a:gd name="T13" fmla="*/ 103 h 204"/>
                  <a:gd name="T14" fmla="*/ 102 w 204"/>
                  <a:gd name="T15" fmla="*/ 181 h 204"/>
                  <a:gd name="T16" fmla="*/ 180 w 204"/>
                  <a:gd name="T17" fmla="*/ 103 h 204"/>
                  <a:gd name="T18" fmla="*/ 102 w 204"/>
                  <a:gd name="T19" fmla="*/ 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04" h="204">
                    <a:moveTo>
                      <a:pt x="102" y="0"/>
                    </a:moveTo>
                    <a:cubicBezTo>
                      <a:pt x="159" y="0"/>
                      <a:pt x="204" y="46"/>
                      <a:pt x="204" y="102"/>
                    </a:cubicBezTo>
                    <a:cubicBezTo>
                      <a:pt x="204" y="158"/>
                      <a:pt x="159" y="204"/>
                      <a:pt x="102" y="204"/>
                    </a:cubicBezTo>
                    <a:cubicBezTo>
                      <a:pt x="46" y="204"/>
                      <a:pt x="0" y="158"/>
                      <a:pt x="0" y="102"/>
                    </a:cubicBezTo>
                    <a:cubicBezTo>
                      <a:pt x="0" y="46"/>
                      <a:pt x="46" y="0"/>
                      <a:pt x="102" y="0"/>
                    </a:cubicBezTo>
                    <a:close/>
                    <a:moveTo>
                      <a:pt x="102" y="25"/>
                    </a:moveTo>
                    <a:cubicBezTo>
                      <a:pt x="59" y="25"/>
                      <a:pt x="24" y="60"/>
                      <a:pt x="24" y="103"/>
                    </a:cubicBezTo>
                    <a:cubicBezTo>
                      <a:pt x="24" y="146"/>
                      <a:pt x="59" y="181"/>
                      <a:pt x="102" y="181"/>
                    </a:cubicBezTo>
                    <a:cubicBezTo>
                      <a:pt x="145" y="181"/>
                      <a:pt x="180" y="146"/>
                      <a:pt x="180" y="103"/>
                    </a:cubicBezTo>
                    <a:cubicBezTo>
                      <a:pt x="180" y="60"/>
                      <a:pt x="145" y="25"/>
                      <a:pt x="102" y="25"/>
                    </a:cubicBezTo>
                    <a:close/>
                  </a:path>
                </a:pathLst>
              </a:custGeom>
              <a:solidFill>
                <a:srgbClr val="00523A"/>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7" name="íšḻïḍè"/>
              <p:cNvSpPr/>
              <p:nvPr/>
            </p:nvSpPr>
            <p:spPr bwMode="auto">
              <a:xfrm>
                <a:off x="3621088" y="3103563"/>
                <a:ext cx="584200" cy="203200"/>
              </a:xfrm>
              <a:custGeom>
                <a:avLst/>
                <a:gdLst>
                  <a:gd name="T0" fmla="*/ 8 w 177"/>
                  <a:gd name="T1" fmla="*/ 53 h 61"/>
                  <a:gd name="T2" fmla="*/ 0 w 177"/>
                  <a:gd name="T3" fmla="*/ 56 h 61"/>
                  <a:gd name="T4" fmla="*/ 5 w 177"/>
                  <a:gd name="T5" fmla="*/ 52 h 61"/>
                  <a:gd name="T6" fmla="*/ 4 w 177"/>
                  <a:gd name="T7" fmla="*/ 50 h 61"/>
                  <a:gd name="T8" fmla="*/ 5 w 177"/>
                  <a:gd name="T9" fmla="*/ 48 h 61"/>
                  <a:gd name="T10" fmla="*/ 10 w 177"/>
                  <a:gd name="T11" fmla="*/ 41 h 61"/>
                  <a:gd name="T12" fmla="*/ 17 w 177"/>
                  <a:gd name="T13" fmla="*/ 50 h 61"/>
                  <a:gd name="T14" fmla="*/ 14 w 177"/>
                  <a:gd name="T15" fmla="*/ 35 h 61"/>
                  <a:gd name="T16" fmla="*/ 23 w 177"/>
                  <a:gd name="T17" fmla="*/ 46 h 61"/>
                  <a:gd name="T18" fmla="*/ 31 w 177"/>
                  <a:gd name="T19" fmla="*/ 38 h 61"/>
                  <a:gd name="T20" fmla="*/ 29 w 177"/>
                  <a:gd name="T21" fmla="*/ 40 h 61"/>
                  <a:gd name="T22" fmla="*/ 18 w 177"/>
                  <a:gd name="T23" fmla="*/ 32 h 61"/>
                  <a:gd name="T24" fmla="*/ 19 w 177"/>
                  <a:gd name="T25" fmla="*/ 30 h 61"/>
                  <a:gd name="T26" fmla="*/ 21 w 177"/>
                  <a:gd name="T27" fmla="*/ 27 h 61"/>
                  <a:gd name="T28" fmla="*/ 41 w 177"/>
                  <a:gd name="T29" fmla="*/ 29 h 61"/>
                  <a:gd name="T30" fmla="*/ 43 w 177"/>
                  <a:gd name="T31" fmla="*/ 29 h 61"/>
                  <a:gd name="T32" fmla="*/ 35 w 177"/>
                  <a:gd name="T33" fmla="*/ 35 h 61"/>
                  <a:gd name="T34" fmla="*/ 31 w 177"/>
                  <a:gd name="T35" fmla="*/ 21 h 61"/>
                  <a:gd name="T36" fmla="*/ 46 w 177"/>
                  <a:gd name="T37" fmla="*/ 11 h 61"/>
                  <a:gd name="T38" fmla="*/ 47 w 177"/>
                  <a:gd name="T39" fmla="*/ 11 h 61"/>
                  <a:gd name="T40" fmla="*/ 47 w 177"/>
                  <a:gd name="T41" fmla="*/ 26 h 61"/>
                  <a:gd name="T42" fmla="*/ 39 w 177"/>
                  <a:gd name="T43" fmla="*/ 15 h 61"/>
                  <a:gd name="T44" fmla="*/ 72 w 177"/>
                  <a:gd name="T45" fmla="*/ 16 h 61"/>
                  <a:gd name="T46" fmla="*/ 71 w 177"/>
                  <a:gd name="T47" fmla="*/ 2 h 61"/>
                  <a:gd name="T48" fmla="*/ 65 w 177"/>
                  <a:gd name="T49" fmla="*/ 15 h 61"/>
                  <a:gd name="T50" fmla="*/ 64 w 177"/>
                  <a:gd name="T51" fmla="*/ 4 h 61"/>
                  <a:gd name="T52" fmla="*/ 84 w 177"/>
                  <a:gd name="T53" fmla="*/ 1 h 61"/>
                  <a:gd name="T54" fmla="*/ 84 w 177"/>
                  <a:gd name="T55" fmla="*/ 1 h 61"/>
                  <a:gd name="T56" fmla="*/ 78 w 177"/>
                  <a:gd name="T57" fmla="*/ 16 h 61"/>
                  <a:gd name="T58" fmla="*/ 77 w 177"/>
                  <a:gd name="T59" fmla="*/ 15 h 61"/>
                  <a:gd name="T60" fmla="*/ 90 w 177"/>
                  <a:gd name="T61" fmla="*/ 1 h 61"/>
                  <a:gd name="T62" fmla="*/ 94 w 177"/>
                  <a:gd name="T63" fmla="*/ 15 h 61"/>
                  <a:gd name="T64" fmla="*/ 92 w 177"/>
                  <a:gd name="T65" fmla="*/ 15 h 61"/>
                  <a:gd name="T66" fmla="*/ 113 w 177"/>
                  <a:gd name="T67" fmla="*/ 3 h 61"/>
                  <a:gd name="T68" fmla="*/ 102 w 177"/>
                  <a:gd name="T69" fmla="*/ 2 h 61"/>
                  <a:gd name="T70" fmla="*/ 105 w 177"/>
                  <a:gd name="T71" fmla="*/ 14 h 61"/>
                  <a:gd name="T72" fmla="*/ 117 w 177"/>
                  <a:gd name="T73" fmla="*/ 5 h 61"/>
                  <a:gd name="T74" fmla="*/ 122 w 177"/>
                  <a:gd name="T75" fmla="*/ 19 h 61"/>
                  <a:gd name="T76" fmla="*/ 119 w 177"/>
                  <a:gd name="T77" fmla="*/ 13 h 61"/>
                  <a:gd name="T78" fmla="*/ 121 w 177"/>
                  <a:gd name="T79" fmla="*/ 12 h 61"/>
                  <a:gd name="T80" fmla="*/ 124 w 177"/>
                  <a:gd name="T81" fmla="*/ 10 h 61"/>
                  <a:gd name="T82" fmla="*/ 131 w 177"/>
                  <a:gd name="T83" fmla="*/ 26 h 61"/>
                  <a:gd name="T84" fmla="*/ 126 w 177"/>
                  <a:gd name="T85" fmla="*/ 23 h 61"/>
                  <a:gd name="T86" fmla="*/ 124 w 177"/>
                  <a:gd name="T87" fmla="*/ 23 h 61"/>
                  <a:gd name="T88" fmla="*/ 137 w 177"/>
                  <a:gd name="T89" fmla="*/ 14 h 61"/>
                  <a:gd name="T90" fmla="*/ 133 w 177"/>
                  <a:gd name="T91" fmla="*/ 11 h 61"/>
                  <a:gd name="T92" fmla="*/ 137 w 177"/>
                  <a:gd name="T93" fmla="*/ 32 h 61"/>
                  <a:gd name="T94" fmla="*/ 137 w 177"/>
                  <a:gd name="T95" fmla="*/ 32 h 61"/>
                  <a:gd name="T96" fmla="*/ 145 w 177"/>
                  <a:gd name="T97" fmla="*/ 19 h 61"/>
                  <a:gd name="T98" fmla="*/ 146 w 177"/>
                  <a:gd name="T99" fmla="*/ 19 h 61"/>
                  <a:gd name="T100" fmla="*/ 159 w 177"/>
                  <a:gd name="T101" fmla="*/ 31 h 61"/>
                  <a:gd name="T102" fmla="*/ 149 w 177"/>
                  <a:gd name="T103" fmla="*/ 42 h 61"/>
                  <a:gd name="T104" fmla="*/ 155 w 177"/>
                  <a:gd name="T105" fmla="*/ 27 h 61"/>
                  <a:gd name="T106" fmla="*/ 166 w 177"/>
                  <a:gd name="T107" fmla="*/ 40 h 61"/>
                  <a:gd name="T108" fmla="*/ 160 w 177"/>
                  <a:gd name="T109" fmla="*/ 37 h 61"/>
                  <a:gd name="T110" fmla="*/ 153 w 177"/>
                  <a:gd name="T111" fmla="*/ 46 h 61"/>
                  <a:gd name="T112" fmla="*/ 177 w 177"/>
                  <a:gd name="T113" fmla="*/ 55 h 61"/>
                  <a:gd name="T114" fmla="*/ 162 w 177"/>
                  <a:gd name="T115" fmla="*/ 60 h 61"/>
                  <a:gd name="T116" fmla="*/ 165 w 177"/>
                  <a:gd name="T117" fmla="*/ 55 h 61"/>
                  <a:gd name="T118" fmla="*/ 173 w 177"/>
                  <a:gd name="T119" fmla="*/ 49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77" h="61">
                    <a:moveTo>
                      <a:pt x="6" y="46"/>
                    </a:moveTo>
                    <a:cubicBezTo>
                      <a:pt x="6" y="46"/>
                      <a:pt x="6" y="46"/>
                      <a:pt x="6" y="46"/>
                    </a:cubicBezTo>
                    <a:cubicBezTo>
                      <a:pt x="6" y="46"/>
                      <a:pt x="6" y="46"/>
                      <a:pt x="6" y="46"/>
                    </a:cubicBezTo>
                    <a:cubicBezTo>
                      <a:pt x="6" y="46"/>
                      <a:pt x="6" y="47"/>
                      <a:pt x="6" y="47"/>
                    </a:cubicBezTo>
                    <a:cubicBezTo>
                      <a:pt x="6" y="47"/>
                      <a:pt x="6" y="47"/>
                      <a:pt x="6" y="47"/>
                    </a:cubicBezTo>
                    <a:cubicBezTo>
                      <a:pt x="17" y="57"/>
                      <a:pt x="17" y="57"/>
                      <a:pt x="17" y="57"/>
                    </a:cubicBezTo>
                    <a:cubicBezTo>
                      <a:pt x="17" y="57"/>
                      <a:pt x="17" y="57"/>
                      <a:pt x="17" y="57"/>
                    </a:cubicBezTo>
                    <a:cubicBezTo>
                      <a:pt x="8" y="53"/>
                      <a:pt x="8" y="53"/>
                      <a:pt x="8" y="53"/>
                    </a:cubicBezTo>
                    <a:cubicBezTo>
                      <a:pt x="8" y="54"/>
                      <a:pt x="8" y="54"/>
                      <a:pt x="8" y="54"/>
                    </a:cubicBezTo>
                    <a:cubicBezTo>
                      <a:pt x="15" y="60"/>
                      <a:pt x="15" y="60"/>
                      <a:pt x="15" y="60"/>
                    </a:cubicBezTo>
                    <a:cubicBezTo>
                      <a:pt x="15" y="61"/>
                      <a:pt x="15" y="61"/>
                      <a:pt x="15" y="61"/>
                    </a:cubicBezTo>
                    <a:cubicBezTo>
                      <a:pt x="1" y="55"/>
                      <a:pt x="1" y="55"/>
                      <a:pt x="1" y="55"/>
                    </a:cubicBezTo>
                    <a:cubicBezTo>
                      <a:pt x="1" y="55"/>
                      <a:pt x="1" y="55"/>
                      <a:pt x="1" y="55"/>
                    </a:cubicBezTo>
                    <a:cubicBezTo>
                      <a:pt x="1" y="55"/>
                      <a:pt x="1" y="55"/>
                      <a:pt x="1" y="55"/>
                    </a:cubicBezTo>
                    <a:cubicBezTo>
                      <a:pt x="0" y="56"/>
                      <a:pt x="0" y="56"/>
                      <a:pt x="0" y="56"/>
                    </a:cubicBezTo>
                    <a:cubicBezTo>
                      <a:pt x="0" y="56"/>
                      <a:pt x="0" y="56"/>
                      <a:pt x="0" y="56"/>
                    </a:cubicBezTo>
                    <a:cubicBezTo>
                      <a:pt x="2" y="53"/>
                      <a:pt x="2" y="53"/>
                      <a:pt x="2" y="53"/>
                    </a:cubicBezTo>
                    <a:cubicBezTo>
                      <a:pt x="2" y="53"/>
                      <a:pt x="2" y="53"/>
                      <a:pt x="2" y="53"/>
                    </a:cubicBezTo>
                    <a:cubicBezTo>
                      <a:pt x="2" y="53"/>
                      <a:pt x="2" y="53"/>
                      <a:pt x="2" y="53"/>
                    </a:cubicBezTo>
                    <a:cubicBezTo>
                      <a:pt x="2" y="53"/>
                      <a:pt x="2" y="54"/>
                      <a:pt x="2" y="54"/>
                    </a:cubicBezTo>
                    <a:cubicBezTo>
                      <a:pt x="2" y="54"/>
                      <a:pt x="2" y="54"/>
                      <a:pt x="2" y="54"/>
                    </a:cubicBezTo>
                    <a:cubicBezTo>
                      <a:pt x="11" y="58"/>
                      <a:pt x="11" y="58"/>
                      <a:pt x="11" y="58"/>
                    </a:cubicBezTo>
                    <a:cubicBezTo>
                      <a:pt x="12" y="58"/>
                      <a:pt x="12" y="58"/>
                      <a:pt x="12" y="58"/>
                    </a:cubicBezTo>
                    <a:cubicBezTo>
                      <a:pt x="5" y="52"/>
                      <a:pt x="5" y="52"/>
                      <a:pt x="5" y="52"/>
                    </a:cubicBezTo>
                    <a:cubicBezTo>
                      <a:pt x="4" y="52"/>
                      <a:pt x="4" y="52"/>
                      <a:pt x="4" y="52"/>
                    </a:cubicBezTo>
                    <a:cubicBezTo>
                      <a:pt x="3" y="52"/>
                      <a:pt x="3" y="52"/>
                      <a:pt x="3" y="52"/>
                    </a:cubicBezTo>
                    <a:cubicBezTo>
                      <a:pt x="3" y="52"/>
                      <a:pt x="3" y="52"/>
                      <a:pt x="3" y="52"/>
                    </a:cubicBezTo>
                    <a:cubicBezTo>
                      <a:pt x="3" y="52"/>
                      <a:pt x="3" y="52"/>
                      <a:pt x="3" y="52"/>
                    </a:cubicBezTo>
                    <a:cubicBezTo>
                      <a:pt x="2" y="52"/>
                      <a:pt x="2" y="52"/>
                      <a:pt x="2" y="52"/>
                    </a:cubicBezTo>
                    <a:cubicBezTo>
                      <a:pt x="4" y="49"/>
                      <a:pt x="4" y="49"/>
                      <a:pt x="4" y="49"/>
                    </a:cubicBezTo>
                    <a:cubicBezTo>
                      <a:pt x="4" y="49"/>
                      <a:pt x="4" y="49"/>
                      <a:pt x="4" y="49"/>
                    </a:cubicBezTo>
                    <a:cubicBezTo>
                      <a:pt x="4" y="50"/>
                      <a:pt x="4" y="50"/>
                      <a:pt x="4" y="50"/>
                    </a:cubicBezTo>
                    <a:cubicBezTo>
                      <a:pt x="4" y="50"/>
                      <a:pt x="4" y="50"/>
                      <a:pt x="4" y="50"/>
                    </a:cubicBezTo>
                    <a:cubicBezTo>
                      <a:pt x="4" y="50"/>
                      <a:pt x="4" y="50"/>
                      <a:pt x="4" y="51"/>
                    </a:cubicBezTo>
                    <a:cubicBezTo>
                      <a:pt x="13" y="54"/>
                      <a:pt x="13" y="54"/>
                      <a:pt x="13" y="54"/>
                    </a:cubicBezTo>
                    <a:cubicBezTo>
                      <a:pt x="13" y="54"/>
                      <a:pt x="13" y="54"/>
                      <a:pt x="13" y="54"/>
                    </a:cubicBezTo>
                    <a:cubicBezTo>
                      <a:pt x="6" y="48"/>
                      <a:pt x="6" y="48"/>
                      <a:pt x="6" y="48"/>
                    </a:cubicBezTo>
                    <a:cubicBezTo>
                      <a:pt x="6" y="48"/>
                      <a:pt x="6" y="48"/>
                      <a:pt x="5" y="48"/>
                    </a:cubicBezTo>
                    <a:cubicBezTo>
                      <a:pt x="5" y="48"/>
                      <a:pt x="5" y="48"/>
                      <a:pt x="5" y="48"/>
                    </a:cubicBezTo>
                    <a:cubicBezTo>
                      <a:pt x="5" y="48"/>
                      <a:pt x="5" y="48"/>
                      <a:pt x="5" y="48"/>
                    </a:cubicBezTo>
                    <a:cubicBezTo>
                      <a:pt x="4" y="48"/>
                      <a:pt x="4" y="48"/>
                      <a:pt x="4" y="48"/>
                    </a:cubicBezTo>
                    <a:cubicBezTo>
                      <a:pt x="6" y="46"/>
                      <a:pt x="6" y="46"/>
                      <a:pt x="6" y="46"/>
                    </a:cubicBezTo>
                    <a:close/>
                    <a:moveTo>
                      <a:pt x="22" y="48"/>
                    </a:moveTo>
                    <a:cubicBezTo>
                      <a:pt x="22" y="49"/>
                      <a:pt x="21" y="49"/>
                      <a:pt x="21" y="49"/>
                    </a:cubicBezTo>
                    <a:cubicBezTo>
                      <a:pt x="20" y="50"/>
                      <a:pt x="19" y="49"/>
                      <a:pt x="18" y="48"/>
                    </a:cubicBezTo>
                    <a:cubicBezTo>
                      <a:pt x="10" y="42"/>
                      <a:pt x="10" y="42"/>
                      <a:pt x="10" y="42"/>
                    </a:cubicBezTo>
                    <a:cubicBezTo>
                      <a:pt x="10" y="42"/>
                      <a:pt x="10" y="41"/>
                      <a:pt x="10" y="41"/>
                    </a:cubicBezTo>
                    <a:cubicBezTo>
                      <a:pt x="10" y="41"/>
                      <a:pt x="10" y="41"/>
                      <a:pt x="10" y="41"/>
                    </a:cubicBezTo>
                    <a:cubicBezTo>
                      <a:pt x="10" y="40"/>
                      <a:pt x="10" y="40"/>
                      <a:pt x="10" y="40"/>
                    </a:cubicBezTo>
                    <a:cubicBezTo>
                      <a:pt x="10" y="40"/>
                      <a:pt x="10" y="40"/>
                      <a:pt x="10" y="40"/>
                    </a:cubicBezTo>
                    <a:cubicBezTo>
                      <a:pt x="7" y="43"/>
                      <a:pt x="7" y="43"/>
                      <a:pt x="7" y="43"/>
                    </a:cubicBezTo>
                    <a:cubicBezTo>
                      <a:pt x="8" y="43"/>
                      <a:pt x="8" y="43"/>
                      <a:pt x="8" y="43"/>
                    </a:cubicBezTo>
                    <a:cubicBezTo>
                      <a:pt x="8" y="43"/>
                      <a:pt x="8" y="43"/>
                      <a:pt x="8" y="43"/>
                    </a:cubicBezTo>
                    <a:cubicBezTo>
                      <a:pt x="8" y="43"/>
                      <a:pt x="8" y="43"/>
                      <a:pt x="8" y="43"/>
                    </a:cubicBezTo>
                    <a:cubicBezTo>
                      <a:pt x="9" y="43"/>
                      <a:pt x="9" y="43"/>
                      <a:pt x="9" y="43"/>
                    </a:cubicBezTo>
                    <a:cubicBezTo>
                      <a:pt x="17" y="50"/>
                      <a:pt x="17" y="50"/>
                      <a:pt x="17" y="50"/>
                    </a:cubicBezTo>
                    <a:cubicBezTo>
                      <a:pt x="18" y="50"/>
                      <a:pt x="19" y="51"/>
                      <a:pt x="20" y="50"/>
                    </a:cubicBezTo>
                    <a:cubicBezTo>
                      <a:pt x="21" y="50"/>
                      <a:pt x="22" y="50"/>
                      <a:pt x="23" y="49"/>
                    </a:cubicBezTo>
                    <a:cubicBezTo>
                      <a:pt x="24" y="48"/>
                      <a:pt x="24" y="47"/>
                      <a:pt x="24" y="46"/>
                    </a:cubicBezTo>
                    <a:cubicBezTo>
                      <a:pt x="24" y="45"/>
                      <a:pt x="23" y="44"/>
                      <a:pt x="22" y="43"/>
                    </a:cubicBezTo>
                    <a:cubicBezTo>
                      <a:pt x="14" y="36"/>
                      <a:pt x="14" y="36"/>
                      <a:pt x="14" y="36"/>
                    </a:cubicBezTo>
                    <a:cubicBezTo>
                      <a:pt x="14" y="36"/>
                      <a:pt x="14" y="36"/>
                      <a:pt x="14" y="36"/>
                    </a:cubicBezTo>
                    <a:cubicBezTo>
                      <a:pt x="14" y="36"/>
                      <a:pt x="14" y="36"/>
                      <a:pt x="14" y="35"/>
                    </a:cubicBezTo>
                    <a:cubicBezTo>
                      <a:pt x="14" y="35"/>
                      <a:pt x="14" y="35"/>
                      <a:pt x="14" y="35"/>
                    </a:cubicBezTo>
                    <a:cubicBezTo>
                      <a:pt x="14" y="35"/>
                      <a:pt x="14" y="35"/>
                      <a:pt x="14" y="35"/>
                    </a:cubicBezTo>
                    <a:cubicBezTo>
                      <a:pt x="12" y="37"/>
                      <a:pt x="12" y="37"/>
                      <a:pt x="12" y="37"/>
                    </a:cubicBezTo>
                    <a:cubicBezTo>
                      <a:pt x="12" y="38"/>
                      <a:pt x="12" y="38"/>
                      <a:pt x="12" y="38"/>
                    </a:cubicBezTo>
                    <a:cubicBezTo>
                      <a:pt x="13" y="37"/>
                      <a:pt x="13" y="37"/>
                      <a:pt x="13" y="37"/>
                    </a:cubicBezTo>
                    <a:cubicBezTo>
                      <a:pt x="13" y="37"/>
                      <a:pt x="13" y="37"/>
                      <a:pt x="13" y="37"/>
                    </a:cubicBezTo>
                    <a:cubicBezTo>
                      <a:pt x="13" y="37"/>
                      <a:pt x="14" y="37"/>
                      <a:pt x="14" y="37"/>
                    </a:cubicBezTo>
                    <a:cubicBezTo>
                      <a:pt x="22" y="44"/>
                      <a:pt x="22" y="44"/>
                      <a:pt x="22" y="44"/>
                    </a:cubicBezTo>
                    <a:cubicBezTo>
                      <a:pt x="23" y="44"/>
                      <a:pt x="23" y="45"/>
                      <a:pt x="23" y="46"/>
                    </a:cubicBezTo>
                    <a:cubicBezTo>
                      <a:pt x="23" y="47"/>
                      <a:pt x="23" y="47"/>
                      <a:pt x="22" y="48"/>
                    </a:cubicBezTo>
                    <a:close/>
                    <a:moveTo>
                      <a:pt x="33" y="36"/>
                    </a:moveTo>
                    <a:cubicBezTo>
                      <a:pt x="33" y="36"/>
                      <a:pt x="33" y="36"/>
                      <a:pt x="33" y="36"/>
                    </a:cubicBezTo>
                    <a:cubicBezTo>
                      <a:pt x="33" y="36"/>
                      <a:pt x="34" y="36"/>
                      <a:pt x="34" y="36"/>
                    </a:cubicBezTo>
                    <a:cubicBezTo>
                      <a:pt x="34" y="35"/>
                      <a:pt x="34" y="35"/>
                      <a:pt x="34" y="35"/>
                    </a:cubicBezTo>
                    <a:cubicBezTo>
                      <a:pt x="35" y="36"/>
                      <a:pt x="35" y="36"/>
                      <a:pt x="35" y="36"/>
                    </a:cubicBezTo>
                    <a:cubicBezTo>
                      <a:pt x="32" y="39"/>
                      <a:pt x="32" y="39"/>
                      <a:pt x="32" y="39"/>
                    </a:cubicBezTo>
                    <a:cubicBezTo>
                      <a:pt x="31" y="38"/>
                      <a:pt x="31" y="38"/>
                      <a:pt x="31" y="38"/>
                    </a:cubicBezTo>
                    <a:cubicBezTo>
                      <a:pt x="32" y="38"/>
                      <a:pt x="32" y="38"/>
                      <a:pt x="32" y="38"/>
                    </a:cubicBezTo>
                    <a:cubicBezTo>
                      <a:pt x="32" y="38"/>
                      <a:pt x="32" y="37"/>
                      <a:pt x="32" y="37"/>
                    </a:cubicBezTo>
                    <a:cubicBezTo>
                      <a:pt x="32" y="37"/>
                      <a:pt x="32" y="37"/>
                      <a:pt x="32" y="37"/>
                    </a:cubicBezTo>
                    <a:cubicBezTo>
                      <a:pt x="27" y="32"/>
                      <a:pt x="27" y="32"/>
                      <a:pt x="27" y="32"/>
                    </a:cubicBezTo>
                    <a:cubicBezTo>
                      <a:pt x="23" y="36"/>
                      <a:pt x="23" y="36"/>
                      <a:pt x="23" y="36"/>
                    </a:cubicBezTo>
                    <a:cubicBezTo>
                      <a:pt x="28" y="40"/>
                      <a:pt x="28" y="40"/>
                      <a:pt x="28" y="40"/>
                    </a:cubicBezTo>
                    <a:cubicBezTo>
                      <a:pt x="28" y="41"/>
                      <a:pt x="28" y="41"/>
                      <a:pt x="28" y="41"/>
                    </a:cubicBezTo>
                    <a:cubicBezTo>
                      <a:pt x="28" y="41"/>
                      <a:pt x="29" y="41"/>
                      <a:pt x="29" y="40"/>
                    </a:cubicBezTo>
                    <a:cubicBezTo>
                      <a:pt x="29" y="40"/>
                      <a:pt x="29" y="40"/>
                      <a:pt x="29" y="40"/>
                    </a:cubicBezTo>
                    <a:cubicBezTo>
                      <a:pt x="30" y="41"/>
                      <a:pt x="30" y="41"/>
                      <a:pt x="30" y="41"/>
                    </a:cubicBezTo>
                    <a:cubicBezTo>
                      <a:pt x="27" y="43"/>
                      <a:pt x="27" y="43"/>
                      <a:pt x="27" y="43"/>
                    </a:cubicBezTo>
                    <a:cubicBezTo>
                      <a:pt x="26" y="43"/>
                      <a:pt x="26" y="43"/>
                      <a:pt x="26" y="43"/>
                    </a:cubicBezTo>
                    <a:cubicBezTo>
                      <a:pt x="27" y="43"/>
                      <a:pt x="27" y="43"/>
                      <a:pt x="27" y="43"/>
                    </a:cubicBezTo>
                    <a:cubicBezTo>
                      <a:pt x="27" y="42"/>
                      <a:pt x="27" y="42"/>
                      <a:pt x="27" y="42"/>
                    </a:cubicBezTo>
                    <a:cubicBezTo>
                      <a:pt x="27" y="42"/>
                      <a:pt x="27" y="42"/>
                      <a:pt x="27" y="41"/>
                    </a:cubicBezTo>
                    <a:cubicBezTo>
                      <a:pt x="18" y="32"/>
                      <a:pt x="18" y="32"/>
                      <a:pt x="18" y="32"/>
                    </a:cubicBezTo>
                    <a:cubicBezTo>
                      <a:pt x="18" y="32"/>
                      <a:pt x="17" y="32"/>
                      <a:pt x="17" y="32"/>
                    </a:cubicBezTo>
                    <a:cubicBezTo>
                      <a:pt x="17" y="32"/>
                      <a:pt x="17" y="32"/>
                      <a:pt x="17" y="32"/>
                    </a:cubicBezTo>
                    <a:cubicBezTo>
                      <a:pt x="16" y="32"/>
                      <a:pt x="16" y="32"/>
                      <a:pt x="16" y="32"/>
                    </a:cubicBezTo>
                    <a:cubicBezTo>
                      <a:pt x="16" y="32"/>
                      <a:pt x="16" y="32"/>
                      <a:pt x="16" y="32"/>
                    </a:cubicBezTo>
                    <a:cubicBezTo>
                      <a:pt x="19" y="29"/>
                      <a:pt x="19" y="29"/>
                      <a:pt x="19" y="29"/>
                    </a:cubicBezTo>
                    <a:cubicBezTo>
                      <a:pt x="19" y="29"/>
                      <a:pt x="19" y="29"/>
                      <a:pt x="19" y="29"/>
                    </a:cubicBezTo>
                    <a:cubicBezTo>
                      <a:pt x="19" y="30"/>
                      <a:pt x="19" y="30"/>
                      <a:pt x="19" y="30"/>
                    </a:cubicBezTo>
                    <a:cubicBezTo>
                      <a:pt x="19" y="30"/>
                      <a:pt x="19" y="30"/>
                      <a:pt x="19" y="30"/>
                    </a:cubicBezTo>
                    <a:cubicBezTo>
                      <a:pt x="19" y="30"/>
                      <a:pt x="19" y="31"/>
                      <a:pt x="19" y="31"/>
                    </a:cubicBezTo>
                    <a:cubicBezTo>
                      <a:pt x="23" y="35"/>
                      <a:pt x="23" y="35"/>
                      <a:pt x="23" y="35"/>
                    </a:cubicBezTo>
                    <a:cubicBezTo>
                      <a:pt x="27" y="31"/>
                      <a:pt x="27" y="31"/>
                      <a:pt x="27" y="31"/>
                    </a:cubicBezTo>
                    <a:cubicBezTo>
                      <a:pt x="23" y="27"/>
                      <a:pt x="23" y="27"/>
                      <a:pt x="23" y="27"/>
                    </a:cubicBezTo>
                    <a:cubicBezTo>
                      <a:pt x="23" y="27"/>
                      <a:pt x="22" y="27"/>
                      <a:pt x="22" y="27"/>
                    </a:cubicBezTo>
                    <a:cubicBezTo>
                      <a:pt x="22" y="27"/>
                      <a:pt x="22" y="27"/>
                      <a:pt x="22" y="27"/>
                    </a:cubicBezTo>
                    <a:cubicBezTo>
                      <a:pt x="21" y="27"/>
                      <a:pt x="21" y="27"/>
                      <a:pt x="21" y="27"/>
                    </a:cubicBezTo>
                    <a:cubicBezTo>
                      <a:pt x="21" y="27"/>
                      <a:pt x="21" y="27"/>
                      <a:pt x="21" y="27"/>
                    </a:cubicBezTo>
                    <a:cubicBezTo>
                      <a:pt x="24" y="24"/>
                      <a:pt x="24" y="24"/>
                      <a:pt x="24" y="24"/>
                    </a:cubicBezTo>
                    <a:cubicBezTo>
                      <a:pt x="24" y="25"/>
                      <a:pt x="24" y="25"/>
                      <a:pt x="24" y="25"/>
                    </a:cubicBezTo>
                    <a:cubicBezTo>
                      <a:pt x="24" y="25"/>
                      <a:pt x="24" y="25"/>
                      <a:pt x="24" y="25"/>
                    </a:cubicBezTo>
                    <a:cubicBezTo>
                      <a:pt x="24" y="25"/>
                      <a:pt x="24" y="25"/>
                      <a:pt x="24" y="26"/>
                    </a:cubicBezTo>
                    <a:cubicBezTo>
                      <a:pt x="24" y="26"/>
                      <a:pt x="24" y="26"/>
                      <a:pt x="24" y="26"/>
                    </a:cubicBezTo>
                    <a:cubicBezTo>
                      <a:pt x="33" y="36"/>
                      <a:pt x="33" y="36"/>
                      <a:pt x="33" y="36"/>
                    </a:cubicBezTo>
                    <a:close/>
                    <a:moveTo>
                      <a:pt x="38" y="26"/>
                    </a:moveTo>
                    <a:cubicBezTo>
                      <a:pt x="41" y="29"/>
                      <a:pt x="41" y="29"/>
                      <a:pt x="41" y="29"/>
                    </a:cubicBezTo>
                    <a:cubicBezTo>
                      <a:pt x="41" y="29"/>
                      <a:pt x="41" y="30"/>
                      <a:pt x="41" y="30"/>
                    </a:cubicBezTo>
                    <a:cubicBezTo>
                      <a:pt x="41" y="30"/>
                      <a:pt x="41" y="30"/>
                      <a:pt x="41" y="30"/>
                    </a:cubicBezTo>
                    <a:cubicBezTo>
                      <a:pt x="41" y="31"/>
                      <a:pt x="41" y="31"/>
                      <a:pt x="41" y="31"/>
                    </a:cubicBezTo>
                    <a:cubicBezTo>
                      <a:pt x="41" y="31"/>
                      <a:pt x="41" y="31"/>
                      <a:pt x="41" y="31"/>
                    </a:cubicBezTo>
                    <a:cubicBezTo>
                      <a:pt x="44" y="29"/>
                      <a:pt x="44" y="29"/>
                      <a:pt x="44" y="29"/>
                    </a:cubicBezTo>
                    <a:cubicBezTo>
                      <a:pt x="44" y="28"/>
                      <a:pt x="44" y="28"/>
                      <a:pt x="44" y="28"/>
                    </a:cubicBezTo>
                    <a:cubicBezTo>
                      <a:pt x="44" y="29"/>
                      <a:pt x="44" y="29"/>
                      <a:pt x="44" y="29"/>
                    </a:cubicBezTo>
                    <a:cubicBezTo>
                      <a:pt x="43" y="29"/>
                      <a:pt x="43" y="29"/>
                      <a:pt x="43" y="29"/>
                    </a:cubicBezTo>
                    <a:cubicBezTo>
                      <a:pt x="43" y="29"/>
                      <a:pt x="42" y="29"/>
                      <a:pt x="42" y="28"/>
                    </a:cubicBezTo>
                    <a:cubicBezTo>
                      <a:pt x="31" y="18"/>
                      <a:pt x="31" y="18"/>
                      <a:pt x="31" y="18"/>
                    </a:cubicBezTo>
                    <a:cubicBezTo>
                      <a:pt x="30" y="20"/>
                      <a:pt x="30" y="20"/>
                      <a:pt x="30" y="20"/>
                    </a:cubicBezTo>
                    <a:cubicBezTo>
                      <a:pt x="35" y="33"/>
                      <a:pt x="35" y="33"/>
                      <a:pt x="35" y="33"/>
                    </a:cubicBezTo>
                    <a:cubicBezTo>
                      <a:pt x="35" y="33"/>
                      <a:pt x="35" y="34"/>
                      <a:pt x="35" y="34"/>
                    </a:cubicBezTo>
                    <a:cubicBezTo>
                      <a:pt x="35" y="34"/>
                      <a:pt x="35" y="34"/>
                      <a:pt x="35" y="35"/>
                    </a:cubicBezTo>
                    <a:cubicBezTo>
                      <a:pt x="35" y="35"/>
                      <a:pt x="35" y="35"/>
                      <a:pt x="35" y="35"/>
                    </a:cubicBezTo>
                    <a:cubicBezTo>
                      <a:pt x="35" y="35"/>
                      <a:pt x="35" y="35"/>
                      <a:pt x="35" y="35"/>
                    </a:cubicBezTo>
                    <a:cubicBezTo>
                      <a:pt x="38" y="33"/>
                      <a:pt x="38" y="33"/>
                      <a:pt x="38" y="33"/>
                    </a:cubicBezTo>
                    <a:cubicBezTo>
                      <a:pt x="38" y="33"/>
                      <a:pt x="38" y="33"/>
                      <a:pt x="38" y="33"/>
                    </a:cubicBezTo>
                    <a:cubicBezTo>
                      <a:pt x="37" y="33"/>
                      <a:pt x="37" y="33"/>
                      <a:pt x="37" y="33"/>
                    </a:cubicBezTo>
                    <a:cubicBezTo>
                      <a:pt x="37" y="33"/>
                      <a:pt x="37" y="33"/>
                      <a:pt x="36" y="33"/>
                    </a:cubicBezTo>
                    <a:cubicBezTo>
                      <a:pt x="36" y="33"/>
                      <a:pt x="36" y="32"/>
                      <a:pt x="36" y="32"/>
                    </a:cubicBezTo>
                    <a:cubicBezTo>
                      <a:pt x="34" y="29"/>
                      <a:pt x="34" y="29"/>
                      <a:pt x="34" y="29"/>
                    </a:cubicBezTo>
                    <a:cubicBezTo>
                      <a:pt x="38" y="26"/>
                      <a:pt x="38" y="26"/>
                      <a:pt x="38" y="26"/>
                    </a:cubicBezTo>
                    <a:close/>
                    <a:moveTo>
                      <a:pt x="31" y="21"/>
                    </a:moveTo>
                    <a:cubicBezTo>
                      <a:pt x="31" y="21"/>
                      <a:pt x="31" y="21"/>
                      <a:pt x="31" y="21"/>
                    </a:cubicBezTo>
                    <a:cubicBezTo>
                      <a:pt x="34" y="28"/>
                      <a:pt x="34" y="28"/>
                      <a:pt x="34" y="28"/>
                    </a:cubicBezTo>
                    <a:cubicBezTo>
                      <a:pt x="37" y="26"/>
                      <a:pt x="37" y="26"/>
                      <a:pt x="37" y="26"/>
                    </a:cubicBezTo>
                    <a:cubicBezTo>
                      <a:pt x="31" y="21"/>
                      <a:pt x="31" y="21"/>
                      <a:pt x="31" y="21"/>
                    </a:cubicBezTo>
                    <a:close/>
                    <a:moveTo>
                      <a:pt x="51" y="21"/>
                    </a:moveTo>
                    <a:cubicBezTo>
                      <a:pt x="51" y="21"/>
                      <a:pt x="51" y="21"/>
                      <a:pt x="51" y="21"/>
                    </a:cubicBezTo>
                    <a:cubicBezTo>
                      <a:pt x="46" y="11"/>
                      <a:pt x="46" y="11"/>
                      <a:pt x="46" y="11"/>
                    </a:cubicBezTo>
                    <a:cubicBezTo>
                      <a:pt x="46" y="11"/>
                      <a:pt x="46" y="11"/>
                      <a:pt x="46" y="11"/>
                    </a:cubicBezTo>
                    <a:cubicBezTo>
                      <a:pt x="46" y="11"/>
                      <a:pt x="46" y="11"/>
                      <a:pt x="45" y="11"/>
                    </a:cubicBezTo>
                    <a:cubicBezTo>
                      <a:pt x="45" y="11"/>
                      <a:pt x="45" y="11"/>
                      <a:pt x="45" y="11"/>
                    </a:cubicBezTo>
                    <a:cubicBezTo>
                      <a:pt x="44" y="11"/>
                      <a:pt x="44" y="11"/>
                      <a:pt x="44" y="11"/>
                    </a:cubicBezTo>
                    <a:cubicBezTo>
                      <a:pt x="48" y="9"/>
                      <a:pt x="48" y="9"/>
                      <a:pt x="48" y="9"/>
                    </a:cubicBezTo>
                    <a:cubicBezTo>
                      <a:pt x="48" y="10"/>
                      <a:pt x="48" y="10"/>
                      <a:pt x="48" y="10"/>
                    </a:cubicBezTo>
                    <a:cubicBezTo>
                      <a:pt x="47" y="10"/>
                      <a:pt x="47" y="10"/>
                      <a:pt x="47" y="10"/>
                    </a:cubicBezTo>
                    <a:cubicBezTo>
                      <a:pt x="47" y="10"/>
                      <a:pt x="47" y="10"/>
                      <a:pt x="47" y="10"/>
                    </a:cubicBezTo>
                    <a:cubicBezTo>
                      <a:pt x="47" y="10"/>
                      <a:pt x="47" y="11"/>
                      <a:pt x="47" y="11"/>
                    </a:cubicBezTo>
                    <a:cubicBezTo>
                      <a:pt x="53" y="24"/>
                      <a:pt x="53" y="24"/>
                      <a:pt x="53" y="24"/>
                    </a:cubicBezTo>
                    <a:cubicBezTo>
                      <a:pt x="53" y="24"/>
                      <a:pt x="53" y="24"/>
                      <a:pt x="53" y="24"/>
                    </a:cubicBezTo>
                    <a:cubicBezTo>
                      <a:pt x="53" y="24"/>
                      <a:pt x="53" y="24"/>
                      <a:pt x="53" y="24"/>
                    </a:cubicBezTo>
                    <a:cubicBezTo>
                      <a:pt x="40" y="15"/>
                      <a:pt x="40" y="15"/>
                      <a:pt x="40" y="15"/>
                    </a:cubicBezTo>
                    <a:cubicBezTo>
                      <a:pt x="40" y="15"/>
                      <a:pt x="40" y="15"/>
                      <a:pt x="40" y="15"/>
                    </a:cubicBezTo>
                    <a:cubicBezTo>
                      <a:pt x="46" y="26"/>
                      <a:pt x="46" y="26"/>
                      <a:pt x="46" y="26"/>
                    </a:cubicBezTo>
                    <a:cubicBezTo>
                      <a:pt x="46" y="26"/>
                      <a:pt x="46" y="26"/>
                      <a:pt x="46" y="26"/>
                    </a:cubicBezTo>
                    <a:cubicBezTo>
                      <a:pt x="47" y="26"/>
                      <a:pt x="47" y="26"/>
                      <a:pt x="47" y="26"/>
                    </a:cubicBezTo>
                    <a:cubicBezTo>
                      <a:pt x="48" y="26"/>
                      <a:pt x="48" y="26"/>
                      <a:pt x="48" y="26"/>
                    </a:cubicBezTo>
                    <a:cubicBezTo>
                      <a:pt x="48" y="26"/>
                      <a:pt x="48" y="26"/>
                      <a:pt x="48" y="26"/>
                    </a:cubicBezTo>
                    <a:cubicBezTo>
                      <a:pt x="45" y="28"/>
                      <a:pt x="45" y="28"/>
                      <a:pt x="45" y="28"/>
                    </a:cubicBezTo>
                    <a:cubicBezTo>
                      <a:pt x="44" y="28"/>
                      <a:pt x="44" y="28"/>
                      <a:pt x="44" y="28"/>
                    </a:cubicBezTo>
                    <a:cubicBezTo>
                      <a:pt x="45" y="27"/>
                      <a:pt x="45" y="27"/>
                      <a:pt x="45" y="27"/>
                    </a:cubicBezTo>
                    <a:cubicBezTo>
                      <a:pt x="45" y="27"/>
                      <a:pt x="45" y="27"/>
                      <a:pt x="45" y="27"/>
                    </a:cubicBezTo>
                    <a:cubicBezTo>
                      <a:pt x="46" y="27"/>
                      <a:pt x="46" y="26"/>
                      <a:pt x="45" y="26"/>
                    </a:cubicBezTo>
                    <a:cubicBezTo>
                      <a:pt x="39" y="15"/>
                      <a:pt x="39" y="15"/>
                      <a:pt x="39" y="15"/>
                    </a:cubicBezTo>
                    <a:cubicBezTo>
                      <a:pt x="39" y="14"/>
                      <a:pt x="39" y="14"/>
                      <a:pt x="39" y="14"/>
                    </a:cubicBezTo>
                    <a:cubicBezTo>
                      <a:pt x="39" y="14"/>
                      <a:pt x="39" y="14"/>
                      <a:pt x="38" y="14"/>
                    </a:cubicBezTo>
                    <a:cubicBezTo>
                      <a:pt x="38" y="15"/>
                      <a:pt x="38" y="15"/>
                      <a:pt x="38" y="15"/>
                    </a:cubicBezTo>
                    <a:cubicBezTo>
                      <a:pt x="37" y="14"/>
                      <a:pt x="37" y="14"/>
                      <a:pt x="37" y="14"/>
                    </a:cubicBezTo>
                    <a:cubicBezTo>
                      <a:pt x="40" y="13"/>
                      <a:pt x="40" y="13"/>
                      <a:pt x="40" y="13"/>
                    </a:cubicBezTo>
                    <a:cubicBezTo>
                      <a:pt x="51" y="21"/>
                      <a:pt x="51" y="21"/>
                      <a:pt x="51" y="21"/>
                    </a:cubicBezTo>
                    <a:close/>
                    <a:moveTo>
                      <a:pt x="70" y="17"/>
                    </a:moveTo>
                    <a:cubicBezTo>
                      <a:pt x="70" y="17"/>
                      <a:pt x="71" y="17"/>
                      <a:pt x="72" y="16"/>
                    </a:cubicBezTo>
                    <a:cubicBezTo>
                      <a:pt x="72" y="15"/>
                      <a:pt x="72" y="14"/>
                      <a:pt x="72" y="14"/>
                    </a:cubicBezTo>
                    <a:cubicBezTo>
                      <a:pt x="70" y="3"/>
                      <a:pt x="70" y="3"/>
                      <a:pt x="70" y="3"/>
                    </a:cubicBezTo>
                    <a:cubicBezTo>
                      <a:pt x="70" y="3"/>
                      <a:pt x="69" y="3"/>
                      <a:pt x="69" y="3"/>
                    </a:cubicBezTo>
                    <a:cubicBezTo>
                      <a:pt x="69" y="3"/>
                      <a:pt x="69" y="3"/>
                      <a:pt x="69" y="3"/>
                    </a:cubicBezTo>
                    <a:cubicBezTo>
                      <a:pt x="68" y="3"/>
                      <a:pt x="68" y="3"/>
                      <a:pt x="68" y="3"/>
                    </a:cubicBezTo>
                    <a:cubicBezTo>
                      <a:pt x="68" y="2"/>
                      <a:pt x="68" y="2"/>
                      <a:pt x="68" y="2"/>
                    </a:cubicBezTo>
                    <a:cubicBezTo>
                      <a:pt x="71" y="1"/>
                      <a:pt x="71" y="1"/>
                      <a:pt x="71" y="1"/>
                    </a:cubicBezTo>
                    <a:cubicBezTo>
                      <a:pt x="71" y="2"/>
                      <a:pt x="71" y="2"/>
                      <a:pt x="71" y="2"/>
                    </a:cubicBezTo>
                    <a:cubicBezTo>
                      <a:pt x="71" y="2"/>
                      <a:pt x="71" y="2"/>
                      <a:pt x="71" y="2"/>
                    </a:cubicBezTo>
                    <a:cubicBezTo>
                      <a:pt x="71" y="2"/>
                      <a:pt x="70" y="2"/>
                      <a:pt x="70" y="2"/>
                    </a:cubicBezTo>
                    <a:cubicBezTo>
                      <a:pt x="70" y="3"/>
                      <a:pt x="70" y="3"/>
                      <a:pt x="70" y="3"/>
                    </a:cubicBezTo>
                    <a:cubicBezTo>
                      <a:pt x="73" y="13"/>
                      <a:pt x="73" y="13"/>
                      <a:pt x="73" y="13"/>
                    </a:cubicBezTo>
                    <a:cubicBezTo>
                      <a:pt x="73" y="15"/>
                      <a:pt x="73" y="16"/>
                      <a:pt x="72" y="16"/>
                    </a:cubicBezTo>
                    <a:cubicBezTo>
                      <a:pt x="71" y="17"/>
                      <a:pt x="71" y="18"/>
                      <a:pt x="70" y="18"/>
                    </a:cubicBezTo>
                    <a:cubicBezTo>
                      <a:pt x="68" y="18"/>
                      <a:pt x="67" y="18"/>
                      <a:pt x="66" y="18"/>
                    </a:cubicBezTo>
                    <a:cubicBezTo>
                      <a:pt x="66" y="17"/>
                      <a:pt x="65" y="17"/>
                      <a:pt x="65" y="15"/>
                    </a:cubicBezTo>
                    <a:cubicBezTo>
                      <a:pt x="62" y="5"/>
                      <a:pt x="62" y="5"/>
                      <a:pt x="62" y="5"/>
                    </a:cubicBezTo>
                    <a:cubicBezTo>
                      <a:pt x="62" y="5"/>
                      <a:pt x="62" y="4"/>
                      <a:pt x="62" y="4"/>
                    </a:cubicBezTo>
                    <a:cubicBezTo>
                      <a:pt x="62" y="4"/>
                      <a:pt x="62" y="4"/>
                      <a:pt x="61" y="4"/>
                    </a:cubicBezTo>
                    <a:cubicBezTo>
                      <a:pt x="61" y="4"/>
                      <a:pt x="61" y="4"/>
                      <a:pt x="61" y="4"/>
                    </a:cubicBezTo>
                    <a:cubicBezTo>
                      <a:pt x="61" y="4"/>
                      <a:pt x="61" y="4"/>
                      <a:pt x="61" y="4"/>
                    </a:cubicBezTo>
                    <a:cubicBezTo>
                      <a:pt x="65" y="3"/>
                      <a:pt x="65" y="3"/>
                      <a:pt x="65" y="3"/>
                    </a:cubicBezTo>
                    <a:cubicBezTo>
                      <a:pt x="65" y="4"/>
                      <a:pt x="65" y="4"/>
                      <a:pt x="65" y="4"/>
                    </a:cubicBezTo>
                    <a:cubicBezTo>
                      <a:pt x="64" y="4"/>
                      <a:pt x="64" y="4"/>
                      <a:pt x="64" y="4"/>
                    </a:cubicBezTo>
                    <a:cubicBezTo>
                      <a:pt x="64" y="4"/>
                      <a:pt x="64" y="4"/>
                      <a:pt x="64" y="4"/>
                    </a:cubicBezTo>
                    <a:cubicBezTo>
                      <a:pt x="64" y="4"/>
                      <a:pt x="64" y="4"/>
                      <a:pt x="64" y="5"/>
                    </a:cubicBezTo>
                    <a:cubicBezTo>
                      <a:pt x="66" y="15"/>
                      <a:pt x="66" y="15"/>
                      <a:pt x="66" y="15"/>
                    </a:cubicBezTo>
                    <a:cubicBezTo>
                      <a:pt x="66" y="16"/>
                      <a:pt x="67" y="17"/>
                      <a:pt x="67" y="17"/>
                    </a:cubicBezTo>
                    <a:cubicBezTo>
                      <a:pt x="68" y="18"/>
                      <a:pt x="69" y="18"/>
                      <a:pt x="70" y="17"/>
                    </a:cubicBezTo>
                    <a:close/>
                    <a:moveTo>
                      <a:pt x="84" y="12"/>
                    </a:moveTo>
                    <a:cubicBezTo>
                      <a:pt x="84" y="12"/>
                      <a:pt x="84" y="12"/>
                      <a:pt x="84" y="12"/>
                    </a:cubicBezTo>
                    <a:cubicBezTo>
                      <a:pt x="84" y="1"/>
                      <a:pt x="84" y="1"/>
                      <a:pt x="84" y="1"/>
                    </a:cubicBezTo>
                    <a:cubicBezTo>
                      <a:pt x="84" y="1"/>
                      <a:pt x="84" y="1"/>
                      <a:pt x="83" y="1"/>
                    </a:cubicBezTo>
                    <a:cubicBezTo>
                      <a:pt x="83" y="1"/>
                      <a:pt x="83" y="1"/>
                      <a:pt x="83" y="1"/>
                    </a:cubicBezTo>
                    <a:cubicBezTo>
                      <a:pt x="82" y="1"/>
                      <a:pt x="82" y="1"/>
                      <a:pt x="82" y="1"/>
                    </a:cubicBezTo>
                    <a:cubicBezTo>
                      <a:pt x="82" y="0"/>
                      <a:pt x="82" y="0"/>
                      <a:pt x="82" y="0"/>
                    </a:cubicBezTo>
                    <a:cubicBezTo>
                      <a:pt x="86" y="0"/>
                      <a:pt x="86" y="0"/>
                      <a:pt x="86" y="0"/>
                    </a:cubicBezTo>
                    <a:cubicBezTo>
                      <a:pt x="86" y="1"/>
                      <a:pt x="86" y="1"/>
                      <a:pt x="86" y="1"/>
                    </a:cubicBezTo>
                    <a:cubicBezTo>
                      <a:pt x="85" y="1"/>
                      <a:pt x="85" y="1"/>
                      <a:pt x="85" y="1"/>
                    </a:cubicBezTo>
                    <a:cubicBezTo>
                      <a:pt x="85" y="1"/>
                      <a:pt x="85" y="1"/>
                      <a:pt x="84" y="1"/>
                    </a:cubicBezTo>
                    <a:cubicBezTo>
                      <a:pt x="84" y="1"/>
                      <a:pt x="84" y="1"/>
                      <a:pt x="84" y="1"/>
                    </a:cubicBezTo>
                    <a:cubicBezTo>
                      <a:pt x="85" y="16"/>
                      <a:pt x="85" y="16"/>
                      <a:pt x="85" y="16"/>
                    </a:cubicBezTo>
                    <a:cubicBezTo>
                      <a:pt x="85" y="16"/>
                      <a:pt x="85" y="16"/>
                      <a:pt x="85" y="16"/>
                    </a:cubicBezTo>
                    <a:cubicBezTo>
                      <a:pt x="85" y="16"/>
                      <a:pt x="85" y="16"/>
                      <a:pt x="85" y="16"/>
                    </a:cubicBezTo>
                    <a:cubicBezTo>
                      <a:pt x="77" y="3"/>
                      <a:pt x="77" y="3"/>
                      <a:pt x="77" y="3"/>
                    </a:cubicBezTo>
                    <a:cubicBezTo>
                      <a:pt x="77" y="3"/>
                      <a:pt x="77" y="3"/>
                      <a:pt x="77" y="3"/>
                    </a:cubicBezTo>
                    <a:cubicBezTo>
                      <a:pt x="77" y="15"/>
                      <a:pt x="77" y="15"/>
                      <a:pt x="77" y="15"/>
                    </a:cubicBezTo>
                    <a:cubicBezTo>
                      <a:pt x="77" y="15"/>
                      <a:pt x="78" y="15"/>
                      <a:pt x="78" y="16"/>
                    </a:cubicBezTo>
                    <a:cubicBezTo>
                      <a:pt x="78" y="16"/>
                      <a:pt x="78" y="16"/>
                      <a:pt x="78" y="16"/>
                    </a:cubicBezTo>
                    <a:cubicBezTo>
                      <a:pt x="79" y="16"/>
                      <a:pt x="79" y="16"/>
                      <a:pt x="79" y="16"/>
                    </a:cubicBezTo>
                    <a:cubicBezTo>
                      <a:pt x="79" y="16"/>
                      <a:pt x="79" y="16"/>
                      <a:pt x="79" y="16"/>
                    </a:cubicBezTo>
                    <a:cubicBezTo>
                      <a:pt x="75" y="16"/>
                      <a:pt x="75" y="16"/>
                      <a:pt x="75" y="16"/>
                    </a:cubicBezTo>
                    <a:cubicBezTo>
                      <a:pt x="75" y="16"/>
                      <a:pt x="75" y="16"/>
                      <a:pt x="75" y="16"/>
                    </a:cubicBezTo>
                    <a:cubicBezTo>
                      <a:pt x="76" y="16"/>
                      <a:pt x="76" y="16"/>
                      <a:pt x="76" y="16"/>
                    </a:cubicBezTo>
                    <a:cubicBezTo>
                      <a:pt x="76" y="16"/>
                      <a:pt x="77" y="16"/>
                      <a:pt x="77" y="16"/>
                    </a:cubicBezTo>
                    <a:cubicBezTo>
                      <a:pt x="77" y="15"/>
                      <a:pt x="77" y="15"/>
                      <a:pt x="77" y="15"/>
                    </a:cubicBezTo>
                    <a:cubicBezTo>
                      <a:pt x="76" y="2"/>
                      <a:pt x="76" y="2"/>
                      <a:pt x="76" y="2"/>
                    </a:cubicBezTo>
                    <a:cubicBezTo>
                      <a:pt x="76" y="2"/>
                      <a:pt x="76" y="2"/>
                      <a:pt x="76" y="1"/>
                    </a:cubicBezTo>
                    <a:cubicBezTo>
                      <a:pt x="76" y="1"/>
                      <a:pt x="75" y="1"/>
                      <a:pt x="75" y="1"/>
                    </a:cubicBezTo>
                    <a:cubicBezTo>
                      <a:pt x="74" y="1"/>
                      <a:pt x="74" y="1"/>
                      <a:pt x="74" y="1"/>
                    </a:cubicBezTo>
                    <a:cubicBezTo>
                      <a:pt x="74" y="1"/>
                      <a:pt x="74" y="1"/>
                      <a:pt x="74" y="1"/>
                    </a:cubicBezTo>
                    <a:cubicBezTo>
                      <a:pt x="77" y="1"/>
                      <a:pt x="77" y="1"/>
                      <a:pt x="77" y="1"/>
                    </a:cubicBezTo>
                    <a:cubicBezTo>
                      <a:pt x="84" y="12"/>
                      <a:pt x="84" y="12"/>
                      <a:pt x="84" y="12"/>
                    </a:cubicBezTo>
                    <a:close/>
                    <a:moveTo>
                      <a:pt x="90" y="1"/>
                    </a:moveTo>
                    <a:cubicBezTo>
                      <a:pt x="90" y="0"/>
                      <a:pt x="90" y="0"/>
                      <a:pt x="90" y="0"/>
                    </a:cubicBezTo>
                    <a:cubicBezTo>
                      <a:pt x="98" y="1"/>
                      <a:pt x="98" y="1"/>
                      <a:pt x="98" y="1"/>
                    </a:cubicBezTo>
                    <a:cubicBezTo>
                      <a:pt x="98" y="1"/>
                      <a:pt x="98" y="1"/>
                      <a:pt x="98" y="1"/>
                    </a:cubicBezTo>
                    <a:cubicBezTo>
                      <a:pt x="96" y="1"/>
                      <a:pt x="96" y="1"/>
                      <a:pt x="96" y="1"/>
                    </a:cubicBezTo>
                    <a:cubicBezTo>
                      <a:pt x="95" y="1"/>
                      <a:pt x="95" y="1"/>
                      <a:pt x="95" y="1"/>
                    </a:cubicBezTo>
                    <a:cubicBezTo>
                      <a:pt x="95" y="1"/>
                      <a:pt x="95" y="1"/>
                      <a:pt x="95" y="2"/>
                    </a:cubicBezTo>
                    <a:cubicBezTo>
                      <a:pt x="94" y="15"/>
                      <a:pt x="94" y="15"/>
                      <a:pt x="94" y="15"/>
                    </a:cubicBezTo>
                    <a:cubicBezTo>
                      <a:pt x="94" y="15"/>
                      <a:pt x="94" y="15"/>
                      <a:pt x="94" y="15"/>
                    </a:cubicBezTo>
                    <a:cubicBezTo>
                      <a:pt x="94" y="15"/>
                      <a:pt x="94" y="15"/>
                      <a:pt x="95" y="15"/>
                    </a:cubicBezTo>
                    <a:cubicBezTo>
                      <a:pt x="97" y="16"/>
                      <a:pt x="97" y="16"/>
                      <a:pt x="97" y="16"/>
                    </a:cubicBezTo>
                    <a:cubicBezTo>
                      <a:pt x="97" y="16"/>
                      <a:pt x="97" y="16"/>
                      <a:pt x="97" y="16"/>
                    </a:cubicBezTo>
                    <a:cubicBezTo>
                      <a:pt x="89" y="16"/>
                      <a:pt x="89" y="16"/>
                      <a:pt x="89" y="16"/>
                    </a:cubicBezTo>
                    <a:cubicBezTo>
                      <a:pt x="89" y="15"/>
                      <a:pt x="89" y="15"/>
                      <a:pt x="89" y="15"/>
                    </a:cubicBezTo>
                    <a:cubicBezTo>
                      <a:pt x="91" y="15"/>
                      <a:pt x="91" y="15"/>
                      <a:pt x="91" y="15"/>
                    </a:cubicBezTo>
                    <a:cubicBezTo>
                      <a:pt x="92" y="15"/>
                      <a:pt x="92" y="15"/>
                      <a:pt x="92" y="15"/>
                    </a:cubicBezTo>
                    <a:cubicBezTo>
                      <a:pt x="92" y="15"/>
                      <a:pt x="92" y="15"/>
                      <a:pt x="92" y="15"/>
                    </a:cubicBezTo>
                    <a:cubicBezTo>
                      <a:pt x="93" y="2"/>
                      <a:pt x="93" y="2"/>
                      <a:pt x="93" y="2"/>
                    </a:cubicBezTo>
                    <a:cubicBezTo>
                      <a:pt x="93" y="1"/>
                      <a:pt x="93" y="1"/>
                      <a:pt x="93" y="1"/>
                    </a:cubicBezTo>
                    <a:cubicBezTo>
                      <a:pt x="93" y="1"/>
                      <a:pt x="93" y="1"/>
                      <a:pt x="92" y="1"/>
                    </a:cubicBezTo>
                    <a:cubicBezTo>
                      <a:pt x="90" y="1"/>
                      <a:pt x="90" y="1"/>
                      <a:pt x="90" y="1"/>
                    </a:cubicBezTo>
                    <a:close/>
                    <a:moveTo>
                      <a:pt x="109" y="3"/>
                    </a:moveTo>
                    <a:cubicBezTo>
                      <a:pt x="109" y="2"/>
                      <a:pt x="109" y="2"/>
                      <a:pt x="109" y="2"/>
                    </a:cubicBezTo>
                    <a:cubicBezTo>
                      <a:pt x="113" y="3"/>
                      <a:pt x="113" y="3"/>
                      <a:pt x="113" y="3"/>
                    </a:cubicBezTo>
                    <a:cubicBezTo>
                      <a:pt x="113" y="3"/>
                      <a:pt x="113" y="3"/>
                      <a:pt x="113" y="3"/>
                    </a:cubicBezTo>
                    <a:cubicBezTo>
                      <a:pt x="112" y="3"/>
                      <a:pt x="112" y="3"/>
                      <a:pt x="112" y="3"/>
                    </a:cubicBezTo>
                    <a:cubicBezTo>
                      <a:pt x="112" y="3"/>
                      <a:pt x="112" y="3"/>
                      <a:pt x="111" y="4"/>
                    </a:cubicBezTo>
                    <a:cubicBezTo>
                      <a:pt x="111" y="4"/>
                      <a:pt x="111" y="4"/>
                      <a:pt x="111" y="4"/>
                    </a:cubicBezTo>
                    <a:cubicBezTo>
                      <a:pt x="105" y="17"/>
                      <a:pt x="105" y="17"/>
                      <a:pt x="105" y="17"/>
                    </a:cubicBezTo>
                    <a:cubicBezTo>
                      <a:pt x="104" y="17"/>
                      <a:pt x="104" y="17"/>
                      <a:pt x="104" y="17"/>
                    </a:cubicBezTo>
                    <a:cubicBezTo>
                      <a:pt x="103" y="3"/>
                      <a:pt x="103" y="3"/>
                      <a:pt x="103" y="3"/>
                    </a:cubicBezTo>
                    <a:cubicBezTo>
                      <a:pt x="103" y="3"/>
                      <a:pt x="103" y="2"/>
                      <a:pt x="103" y="2"/>
                    </a:cubicBezTo>
                    <a:cubicBezTo>
                      <a:pt x="103" y="2"/>
                      <a:pt x="103" y="2"/>
                      <a:pt x="102" y="2"/>
                    </a:cubicBezTo>
                    <a:cubicBezTo>
                      <a:pt x="102" y="2"/>
                      <a:pt x="102" y="2"/>
                      <a:pt x="102" y="2"/>
                    </a:cubicBezTo>
                    <a:cubicBezTo>
                      <a:pt x="102" y="1"/>
                      <a:pt x="102" y="1"/>
                      <a:pt x="102" y="1"/>
                    </a:cubicBezTo>
                    <a:cubicBezTo>
                      <a:pt x="106" y="2"/>
                      <a:pt x="106" y="2"/>
                      <a:pt x="106" y="2"/>
                    </a:cubicBezTo>
                    <a:cubicBezTo>
                      <a:pt x="106" y="2"/>
                      <a:pt x="106" y="2"/>
                      <a:pt x="106" y="2"/>
                    </a:cubicBezTo>
                    <a:cubicBezTo>
                      <a:pt x="105" y="2"/>
                      <a:pt x="105" y="2"/>
                      <a:pt x="105" y="2"/>
                    </a:cubicBezTo>
                    <a:cubicBezTo>
                      <a:pt x="105" y="2"/>
                      <a:pt x="105" y="2"/>
                      <a:pt x="105" y="2"/>
                    </a:cubicBezTo>
                    <a:cubicBezTo>
                      <a:pt x="105" y="3"/>
                      <a:pt x="105" y="3"/>
                      <a:pt x="105" y="3"/>
                    </a:cubicBezTo>
                    <a:cubicBezTo>
                      <a:pt x="105" y="14"/>
                      <a:pt x="105" y="14"/>
                      <a:pt x="105" y="14"/>
                    </a:cubicBezTo>
                    <a:cubicBezTo>
                      <a:pt x="106" y="14"/>
                      <a:pt x="106" y="14"/>
                      <a:pt x="106" y="14"/>
                    </a:cubicBezTo>
                    <a:cubicBezTo>
                      <a:pt x="110" y="4"/>
                      <a:pt x="110" y="4"/>
                      <a:pt x="110" y="4"/>
                    </a:cubicBezTo>
                    <a:cubicBezTo>
                      <a:pt x="110" y="4"/>
                      <a:pt x="110" y="4"/>
                      <a:pt x="110" y="3"/>
                    </a:cubicBezTo>
                    <a:cubicBezTo>
                      <a:pt x="110" y="3"/>
                      <a:pt x="110" y="3"/>
                      <a:pt x="110" y="3"/>
                    </a:cubicBezTo>
                    <a:cubicBezTo>
                      <a:pt x="109" y="3"/>
                      <a:pt x="109" y="3"/>
                      <a:pt x="109" y="3"/>
                    </a:cubicBezTo>
                    <a:close/>
                    <a:moveTo>
                      <a:pt x="116" y="5"/>
                    </a:moveTo>
                    <a:cubicBezTo>
                      <a:pt x="116" y="5"/>
                      <a:pt x="116" y="5"/>
                      <a:pt x="116" y="5"/>
                    </a:cubicBezTo>
                    <a:cubicBezTo>
                      <a:pt x="117" y="5"/>
                      <a:pt x="117" y="5"/>
                      <a:pt x="117" y="5"/>
                    </a:cubicBezTo>
                    <a:cubicBezTo>
                      <a:pt x="117" y="5"/>
                      <a:pt x="117" y="6"/>
                      <a:pt x="117" y="6"/>
                    </a:cubicBezTo>
                    <a:cubicBezTo>
                      <a:pt x="113" y="18"/>
                      <a:pt x="113" y="18"/>
                      <a:pt x="113" y="18"/>
                    </a:cubicBezTo>
                    <a:cubicBezTo>
                      <a:pt x="113" y="18"/>
                      <a:pt x="113" y="19"/>
                      <a:pt x="113" y="19"/>
                    </a:cubicBezTo>
                    <a:cubicBezTo>
                      <a:pt x="112" y="19"/>
                      <a:pt x="112" y="19"/>
                      <a:pt x="112" y="19"/>
                    </a:cubicBezTo>
                    <a:cubicBezTo>
                      <a:pt x="111" y="18"/>
                      <a:pt x="111" y="18"/>
                      <a:pt x="111" y="18"/>
                    </a:cubicBezTo>
                    <a:cubicBezTo>
                      <a:pt x="111" y="19"/>
                      <a:pt x="111" y="19"/>
                      <a:pt x="111" y="19"/>
                    </a:cubicBezTo>
                    <a:cubicBezTo>
                      <a:pt x="120" y="22"/>
                      <a:pt x="120" y="22"/>
                      <a:pt x="120" y="22"/>
                    </a:cubicBezTo>
                    <a:cubicBezTo>
                      <a:pt x="122" y="19"/>
                      <a:pt x="122" y="19"/>
                      <a:pt x="122" y="19"/>
                    </a:cubicBezTo>
                    <a:cubicBezTo>
                      <a:pt x="122" y="18"/>
                      <a:pt x="122" y="18"/>
                      <a:pt x="122" y="18"/>
                    </a:cubicBezTo>
                    <a:cubicBezTo>
                      <a:pt x="121" y="19"/>
                      <a:pt x="120" y="20"/>
                      <a:pt x="120" y="20"/>
                    </a:cubicBezTo>
                    <a:cubicBezTo>
                      <a:pt x="119" y="21"/>
                      <a:pt x="118" y="21"/>
                      <a:pt x="117" y="20"/>
                    </a:cubicBezTo>
                    <a:cubicBezTo>
                      <a:pt x="115" y="20"/>
                      <a:pt x="115" y="20"/>
                      <a:pt x="115" y="20"/>
                    </a:cubicBezTo>
                    <a:cubicBezTo>
                      <a:pt x="115" y="20"/>
                      <a:pt x="114" y="19"/>
                      <a:pt x="114" y="19"/>
                    </a:cubicBezTo>
                    <a:cubicBezTo>
                      <a:pt x="114" y="19"/>
                      <a:pt x="114" y="19"/>
                      <a:pt x="114" y="19"/>
                    </a:cubicBezTo>
                    <a:cubicBezTo>
                      <a:pt x="116" y="12"/>
                      <a:pt x="116" y="12"/>
                      <a:pt x="116" y="12"/>
                    </a:cubicBezTo>
                    <a:cubicBezTo>
                      <a:pt x="119" y="13"/>
                      <a:pt x="119" y="13"/>
                      <a:pt x="119" y="13"/>
                    </a:cubicBezTo>
                    <a:cubicBezTo>
                      <a:pt x="120" y="13"/>
                      <a:pt x="120" y="13"/>
                      <a:pt x="120" y="14"/>
                    </a:cubicBezTo>
                    <a:cubicBezTo>
                      <a:pt x="120" y="14"/>
                      <a:pt x="120" y="15"/>
                      <a:pt x="120" y="15"/>
                    </a:cubicBezTo>
                    <a:cubicBezTo>
                      <a:pt x="120" y="16"/>
                      <a:pt x="120" y="16"/>
                      <a:pt x="120" y="16"/>
                    </a:cubicBezTo>
                    <a:cubicBezTo>
                      <a:pt x="120" y="16"/>
                      <a:pt x="120" y="16"/>
                      <a:pt x="120" y="16"/>
                    </a:cubicBezTo>
                    <a:cubicBezTo>
                      <a:pt x="122" y="11"/>
                      <a:pt x="122" y="11"/>
                      <a:pt x="122" y="11"/>
                    </a:cubicBezTo>
                    <a:cubicBezTo>
                      <a:pt x="122" y="11"/>
                      <a:pt x="122" y="11"/>
                      <a:pt x="122" y="11"/>
                    </a:cubicBezTo>
                    <a:cubicBezTo>
                      <a:pt x="121" y="11"/>
                      <a:pt x="121" y="11"/>
                      <a:pt x="121" y="11"/>
                    </a:cubicBezTo>
                    <a:cubicBezTo>
                      <a:pt x="121" y="12"/>
                      <a:pt x="121" y="12"/>
                      <a:pt x="121" y="12"/>
                    </a:cubicBezTo>
                    <a:cubicBezTo>
                      <a:pt x="120" y="13"/>
                      <a:pt x="120" y="13"/>
                      <a:pt x="119" y="12"/>
                    </a:cubicBezTo>
                    <a:cubicBezTo>
                      <a:pt x="117" y="12"/>
                      <a:pt x="117" y="12"/>
                      <a:pt x="117" y="12"/>
                    </a:cubicBezTo>
                    <a:cubicBezTo>
                      <a:pt x="118" y="6"/>
                      <a:pt x="118" y="6"/>
                      <a:pt x="118" y="6"/>
                    </a:cubicBezTo>
                    <a:cubicBezTo>
                      <a:pt x="118" y="6"/>
                      <a:pt x="119" y="6"/>
                      <a:pt x="119" y="6"/>
                    </a:cubicBezTo>
                    <a:cubicBezTo>
                      <a:pt x="119" y="6"/>
                      <a:pt x="119" y="6"/>
                      <a:pt x="119" y="6"/>
                    </a:cubicBezTo>
                    <a:cubicBezTo>
                      <a:pt x="122" y="7"/>
                      <a:pt x="122" y="7"/>
                      <a:pt x="122" y="7"/>
                    </a:cubicBezTo>
                    <a:cubicBezTo>
                      <a:pt x="122" y="7"/>
                      <a:pt x="123" y="7"/>
                      <a:pt x="123" y="8"/>
                    </a:cubicBezTo>
                    <a:cubicBezTo>
                      <a:pt x="124" y="8"/>
                      <a:pt x="124" y="9"/>
                      <a:pt x="124" y="10"/>
                    </a:cubicBezTo>
                    <a:cubicBezTo>
                      <a:pt x="125" y="10"/>
                      <a:pt x="125" y="10"/>
                      <a:pt x="125" y="10"/>
                    </a:cubicBezTo>
                    <a:cubicBezTo>
                      <a:pt x="125" y="7"/>
                      <a:pt x="125" y="7"/>
                      <a:pt x="125" y="7"/>
                    </a:cubicBezTo>
                    <a:cubicBezTo>
                      <a:pt x="116" y="4"/>
                      <a:pt x="116" y="4"/>
                      <a:pt x="116" y="4"/>
                    </a:cubicBezTo>
                    <a:cubicBezTo>
                      <a:pt x="116" y="5"/>
                      <a:pt x="116" y="5"/>
                      <a:pt x="116" y="5"/>
                    </a:cubicBezTo>
                    <a:close/>
                    <a:moveTo>
                      <a:pt x="136" y="17"/>
                    </a:moveTo>
                    <a:cubicBezTo>
                      <a:pt x="136" y="18"/>
                      <a:pt x="135" y="19"/>
                      <a:pt x="134" y="19"/>
                    </a:cubicBezTo>
                    <a:cubicBezTo>
                      <a:pt x="133" y="19"/>
                      <a:pt x="133" y="19"/>
                      <a:pt x="132" y="19"/>
                    </a:cubicBezTo>
                    <a:cubicBezTo>
                      <a:pt x="131" y="26"/>
                      <a:pt x="131" y="26"/>
                      <a:pt x="131" y="26"/>
                    </a:cubicBezTo>
                    <a:cubicBezTo>
                      <a:pt x="131" y="26"/>
                      <a:pt x="131" y="27"/>
                      <a:pt x="131" y="27"/>
                    </a:cubicBezTo>
                    <a:cubicBezTo>
                      <a:pt x="131" y="27"/>
                      <a:pt x="131" y="27"/>
                      <a:pt x="132" y="27"/>
                    </a:cubicBezTo>
                    <a:cubicBezTo>
                      <a:pt x="132" y="27"/>
                      <a:pt x="132" y="27"/>
                      <a:pt x="132" y="27"/>
                    </a:cubicBezTo>
                    <a:cubicBezTo>
                      <a:pt x="132" y="28"/>
                      <a:pt x="132" y="28"/>
                      <a:pt x="132" y="28"/>
                    </a:cubicBezTo>
                    <a:cubicBezTo>
                      <a:pt x="130" y="27"/>
                      <a:pt x="130" y="27"/>
                      <a:pt x="130" y="27"/>
                    </a:cubicBezTo>
                    <a:cubicBezTo>
                      <a:pt x="130" y="18"/>
                      <a:pt x="130" y="18"/>
                      <a:pt x="130" y="18"/>
                    </a:cubicBezTo>
                    <a:cubicBezTo>
                      <a:pt x="129" y="17"/>
                      <a:pt x="129" y="17"/>
                      <a:pt x="129" y="17"/>
                    </a:cubicBezTo>
                    <a:cubicBezTo>
                      <a:pt x="126" y="23"/>
                      <a:pt x="126" y="23"/>
                      <a:pt x="126" y="23"/>
                    </a:cubicBezTo>
                    <a:cubicBezTo>
                      <a:pt x="125" y="24"/>
                      <a:pt x="125" y="24"/>
                      <a:pt x="126" y="24"/>
                    </a:cubicBezTo>
                    <a:cubicBezTo>
                      <a:pt x="126" y="24"/>
                      <a:pt x="126" y="24"/>
                      <a:pt x="126" y="24"/>
                    </a:cubicBezTo>
                    <a:cubicBezTo>
                      <a:pt x="126" y="25"/>
                      <a:pt x="126" y="25"/>
                      <a:pt x="126" y="25"/>
                    </a:cubicBezTo>
                    <a:cubicBezTo>
                      <a:pt x="126" y="25"/>
                      <a:pt x="126" y="25"/>
                      <a:pt x="126" y="25"/>
                    </a:cubicBezTo>
                    <a:cubicBezTo>
                      <a:pt x="122" y="23"/>
                      <a:pt x="122" y="23"/>
                      <a:pt x="122" y="23"/>
                    </a:cubicBezTo>
                    <a:cubicBezTo>
                      <a:pt x="123" y="23"/>
                      <a:pt x="123" y="23"/>
                      <a:pt x="123" y="23"/>
                    </a:cubicBezTo>
                    <a:cubicBezTo>
                      <a:pt x="123" y="23"/>
                      <a:pt x="123" y="23"/>
                      <a:pt x="123" y="23"/>
                    </a:cubicBezTo>
                    <a:cubicBezTo>
                      <a:pt x="123" y="23"/>
                      <a:pt x="124" y="23"/>
                      <a:pt x="124" y="23"/>
                    </a:cubicBezTo>
                    <a:cubicBezTo>
                      <a:pt x="124" y="23"/>
                      <a:pt x="124" y="23"/>
                      <a:pt x="124" y="23"/>
                    </a:cubicBezTo>
                    <a:cubicBezTo>
                      <a:pt x="130" y="11"/>
                      <a:pt x="130" y="11"/>
                      <a:pt x="130" y="11"/>
                    </a:cubicBezTo>
                    <a:cubicBezTo>
                      <a:pt x="130" y="11"/>
                      <a:pt x="130" y="11"/>
                      <a:pt x="130" y="10"/>
                    </a:cubicBezTo>
                    <a:cubicBezTo>
                      <a:pt x="130" y="10"/>
                      <a:pt x="130" y="10"/>
                      <a:pt x="130" y="10"/>
                    </a:cubicBezTo>
                    <a:cubicBezTo>
                      <a:pt x="129" y="10"/>
                      <a:pt x="129" y="10"/>
                      <a:pt x="129" y="10"/>
                    </a:cubicBezTo>
                    <a:cubicBezTo>
                      <a:pt x="130" y="9"/>
                      <a:pt x="130" y="9"/>
                      <a:pt x="130" y="9"/>
                    </a:cubicBezTo>
                    <a:cubicBezTo>
                      <a:pt x="134" y="12"/>
                      <a:pt x="134" y="12"/>
                      <a:pt x="134" y="12"/>
                    </a:cubicBezTo>
                    <a:cubicBezTo>
                      <a:pt x="135" y="12"/>
                      <a:pt x="136" y="13"/>
                      <a:pt x="137" y="14"/>
                    </a:cubicBezTo>
                    <a:cubicBezTo>
                      <a:pt x="137" y="15"/>
                      <a:pt x="137" y="16"/>
                      <a:pt x="136" y="17"/>
                    </a:cubicBezTo>
                    <a:close/>
                    <a:moveTo>
                      <a:pt x="129" y="17"/>
                    </a:moveTo>
                    <a:cubicBezTo>
                      <a:pt x="131" y="18"/>
                      <a:pt x="131" y="18"/>
                      <a:pt x="131" y="18"/>
                    </a:cubicBezTo>
                    <a:cubicBezTo>
                      <a:pt x="131" y="18"/>
                      <a:pt x="132" y="18"/>
                      <a:pt x="133" y="18"/>
                    </a:cubicBezTo>
                    <a:cubicBezTo>
                      <a:pt x="134" y="18"/>
                      <a:pt x="134" y="17"/>
                      <a:pt x="135" y="16"/>
                    </a:cubicBezTo>
                    <a:cubicBezTo>
                      <a:pt x="135" y="15"/>
                      <a:pt x="136" y="15"/>
                      <a:pt x="135" y="14"/>
                    </a:cubicBezTo>
                    <a:cubicBezTo>
                      <a:pt x="135" y="13"/>
                      <a:pt x="135" y="12"/>
                      <a:pt x="133" y="12"/>
                    </a:cubicBezTo>
                    <a:cubicBezTo>
                      <a:pt x="133" y="11"/>
                      <a:pt x="133" y="11"/>
                      <a:pt x="133" y="11"/>
                    </a:cubicBezTo>
                    <a:cubicBezTo>
                      <a:pt x="132" y="11"/>
                      <a:pt x="132" y="11"/>
                      <a:pt x="132" y="11"/>
                    </a:cubicBezTo>
                    <a:cubicBezTo>
                      <a:pt x="132" y="11"/>
                      <a:pt x="132" y="11"/>
                      <a:pt x="132" y="12"/>
                    </a:cubicBezTo>
                    <a:cubicBezTo>
                      <a:pt x="129" y="17"/>
                      <a:pt x="129" y="17"/>
                      <a:pt x="129" y="17"/>
                    </a:cubicBezTo>
                    <a:close/>
                    <a:moveTo>
                      <a:pt x="141" y="25"/>
                    </a:moveTo>
                    <a:cubicBezTo>
                      <a:pt x="142" y="27"/>
                      <a:pt x="142" y="28"/>
                      <a:pt x="142" y="28"/>
                    </a:cubicBezTo>
                    <a:cubicBezTo>
                      <a:pt x="142" y="29"/>
                      <a:pt x="142" y="30"/>
                      <a:pt x="142" y="30"/>
                    </a:cubicBezTo>
                    <a:cubicBezTo>
                      <a:pt x="141" y="31"/>
                      <a:pt x="141" y="32"/>
                      <a:pt x="140" y="32"/>
                    </a:cubicBezTo>
                    <a:cubicBezTo>
                      <a:pt x="139" y="32"/>
                      <a:pt x="138" y="32"/>
                      <a:pt x="137" y="32"/>
                    </a:cubicBezTo>
                    <a:cubicBezTo>
                      <a:pt x="137" y="31"/>
                      <a:pt x="136" y="30"/>
                      <a:pt x="136" y="29"/>
                    </a:cubicBezTo>
                    <a:cubicBezTo>
                      <a:pt x="135" y="28"/>
                      <a:pt x="136" y="27"/>
                      <a:pt x="136" y="26"/>
                    </a:cubicBezTo>
                    <a:cubicBezTo>
                      <a:pt x="136" y="26"/>
                      <a:pt x="136" y="26"/>
                      <a:pt x="136" y="26"/>
                    </a:cubicBezTo>
                    <a:cubicBezTo>
                      <a:pt x="134" y="30"/>
                      <a:pt x="134" y="30"/>
                      <a:pt x="134" y="30"/>
                    </a:cubicBezTo>
                    <a:cubicBezTo>
                      <a:pt x="134" y="30"/>
                      <a:pt x="134" y="30"/>
                      <a:pt x="134" y="30"/>
                    </a:cubicBezTo>
                    <a:cubicBezTo>
                      <a:pt x="135" y="30"/>
                      <a:pt x="135" y="30"/>
                      <a:pt x="135" y="30"/>
                    </a:cubicBezTo>
                    <a:cubicBezTo>
                      <a:pt x="135" y="30"/>
                      <a:pt x="135" y="30"/>
                      <a:pt x="136" y="31"/>
                    </a:cubicBezTo>
                    <a:cubicBezTo>
                      <a:pt x="136" y="31"/>
                      <a:pt x="136" y="32"/>
                      <a:pt x="137" y="32"/>
                    </a:cubicBezTo>
                    <a:cubicBezTo>
                      <a:pt x="138" y="33"/>
                      <a:pt x="139" y="33"/>
                      <a:pt x="140" y="33"/>
                    </a:cubicBezTo>
                    <a:cubicBezTo>
                      <a:pt x="142" y="33"/>
                      <a:pt x="142" y="32"/>
                      <a:pt x="143" y="31"/>
                    </a:cubicBezTo>
                    <a:cubicBezTo>
                      <a:pt x="144" y="30"/>
                      <a:pt x="144" y="29"/>
                      <a:pt x="144" y="28"/>
                    </a:cubicBezTo>
                    <a:cubicBezTo>
                      <a:pt x="144" y="27"/>
                      <a:pt x="143" y="26"/>
                      <a:pt x="142" y="25"/>
                    </a:cubicBezTo>
                    <a:cubicBezTo>
                      <a:pt x="141" y="23"/>
                      <a:pt x="141" y="22"/>
                      <a:pt x="141" y="22"/>
                    </a:cubicBezTo>
                    <a:cubicBezTo>
                      <a:pt x="141" y="21"/>
                      <a:pt x="141" y="20"/>
                      <a:pt x="141" y="20"/>
                    </a:cubicBezTo>
                    <a:cubicBezTo>
                      <a:pt x="142" y="19"/>
                      <a:pt x="142" y="19"/>
                      <a:pt x="143" y="19"/>
                    </a:cubicBezTo>
                    <a:cubicBezTo>
                      <a:pt x="144" y="18"/>
                      <a:pt x="144" y="18"/>
                      <a:pt x="145" y="19"/>
                    </a:cubicBezTo>
                    <a:cubicBezTo>
                      <a:pt x="146" y="20"/>
                      <a:pt x="147" y="20"/>
                      <a:pt x="147" y="21"/>
                    </a:cubicBezTo>
                    <a:cubicBezTo>
                      <a:pt x="147" y="22"/>
                      <a:pt x="147" y="23"/>
                      <a:pt x="147" y="24"/>
                    </a:cubicBezTo>
                    <a:cubicBezTo>
                      <a:pt x="147" y="24"/>
                      <a:pt x="147" y="24"/>
                      <a:pt x="147" y="24"/>
                    </a:cubicBezTo>
                    <a:cubicBezTo>
                      <a:pt x="149" y="21"/>
                      <a:pt x="149" y="21"/>
                      <a:pt x="149" y="21"/>
                    </a:cubicBezTo>
                    <a:cubicBezTo>
                      <a:pt x="149" y="21"/>
                      <a:pt x="149" y="21"/>
                      <a:pt x="148" y="21"/>
                    </a:cubicBezTo>
                    <a:cubicBezTo>
                      <a:pt x="148" y="21"/>
                      <a:pt x="148" y="21"/>
                      <a:pt x="148" y="21"/>
                    </a:cubicBezTo>
                    <a:cubicBezTo>
                      <a:pt x="148" y="21"/>
                      <a:pt x="147" y="20"/>
                      <a:pt x="147" y="20"/>
                    </a:cubicBezTo>
                    <a:cubicBezTo>
                      <a:pt x="147" y="19"/>
                      <a:pt x="146" y="19"/>
                      <a:pt x="146" y="19"/>
                    </a:cubicBezTo>
                    <a:cubicBezTo>
                      <a:pt x="145" y="18"/>
                      <a:pt x="144" y="18"/>
                      <a:pt x="143" y="18"/>
                    </a:cubicBezTo>
                    <a:cubicBezTo>
                      <a:pt x="141" y="18"/>
                      <a:pt x="141" y="19"/>
                      <a:pt x="140" y="19"/>
                    </a:cubicBezTo>
                    <a:cubicBezTo>
                      <a:pt x="139" y="20"/>
                      <a:pt x="139" y="21"/>
                      <a:pt x="139" y="22"/>
                    </a:cubicBezTo>
                    <a:cubicBezTo>
                      <a:pt x="140" y="23"/>
                      <a:pt x="140" y="24"/>
                      <a:pt x="141" y="25"/>
                    </a:cubicBezTo>
                    <a:close/>
                    <a:moveTo>
                      <a:pt x="154" y="26"/>
                    </a:moveTo>
                    <a:cubicBezTo>
                      <a:pt x="154" y="26"/>
                      <a:pt x="154" y="26"/>
                      <a:pt x="154" y="26"/>
                    </a:cubicBezTo>
                    <a:cubicBezTo>
                      <a:pt x="159" y="31"/>
                      <a:pt x="159" y="31"/>
                      <a:pt x="159" y="31"/>
                    </a:cubicBezTo>
                    <a:cubicBezTo>
                      <a:pt x="159" y="31"/>
                      <a:pt x="159" y="31"/>
                      <a:pt x="159" y="31"/>
                    </a:cubicBezTo>
                    <a:cubicBezTo>
                      <a:pt x="158" y="30"/>
                      <a:pt x="158" y="30"/>
                      <a:pt x="158" y="30"/>
                    </a:cubicBezTo>
                    <a:cubicBezTo>
                      <a:pt x="157" y="29"/>
                      <a:pt x="157" y="29"/>
                      <a:pt x="157" y="29"/>
                    </a:cubicBezTo>
                    <a:cubicBezTo>
                      <a:pt x="157" y="29"/>
                      <a:pt x="157" y="29"/>
                      <a:pt x="156" y="30"/>
                    </a:cubicBezTo>
                    <a:cubicBezTo>
                      <a:pt x="147" y="39"/>
                      <a:pt x="147" y="39"/>
                      <a:pt x="147" y="39"/>
                    </a:cubicBezTo>
                    <a:cubicBezTo>
                      <a:pt x="147" y="39"/>
                      <a:pt x="147" y="39"/>
                      <a:pt x="147" y="40"/>
                    </a:cubicBezTo>
                    <a:cubicBezTo>
                      <a:pt x="147" y="40"/>
                      <a:pt x="147" y="40"/>
                      <a:pt x="148" y="40"/>
                    </a:cubicBezTo>
                    <a:cubicBezTo>
                      <a:pt x="149" y="42"/>
                      <a:pt x="149" y="42"/>
                      <a:pt x="149" y="42"/>
                    </a:cubicBezTo>
                    <a:cubicBezTo>
                      <a:pt x="149" y="42"/>
                      <a:pt x="149" y="42"/>
                      <a:pt x="149" y="42"/>
                    </a:cubicBezTo>
                    <a:cubicBezTo>
                      <a:pt x="143" y="37"/>
                      <a:pt x="143" y="37"/>
                      <a:pt x="143" y="37"/>
                    </a:cubicBezTo>
                    <a:cubicBezTo>
                      <a:pt x="144" y="37"/>
                      <a:pt x="144" y="37"/>
                      <a:pt x="144" y="37"/>
                    </a:cubicBezTo>
                    <a:cubicBezTo>
                      <a:pt x="145" y="38"/>
                      <a:pt x="145" y="38"/>
                      <a:pt x="145" y="38"/>
                    </a:cubicBezTo>
                    <a:cubicBezTo>
                      <a:pt x="146" y="38"/>
                      <a:pt x="146" y="38"/>
                      <a:pt x="146" y="38"/>
                    </a:cubicBezTo>
                    <a:cubicBezTo>
                      <a:pt x="146" y="38"/>
                      <a:pt x="146" y="38"/>
                      <a:pt x="146" y="38"/>
                    </a:cubicBezTo>
                    <a:cubicBezTo>
                      <a:pt x="155" y="29"/>
                      <a:pt x="155" y="29"/>
                      <a:pt x="155" y="29"/>
                    </a:cubicBezTo>
                    <a:cubicBezTo>
                      <a:pt x="155" y="28"/>
                      <a:pt x="156" y="28"/>
                      <a:pt x="156" y="28"/>
                    </a:cubicBezTo>
                    <a:cubicBezTo>
                      <a:pt x="156" y="28"/>
                      <a:pt x="155" y="28"/>
                      <a:pt x="155" y="27"/>
                    </a:cubicBezTo>
                    <a:cubicBezTo>
                      <a:pt x="154" y="26"/>
                      <a:pt x="154" y="26"/>
                      <a:pt x="154" y="26"/>
                    </a:cubicBezTo>
                    <a:close/>
                    <a:moveTo>
                      <a:pt x="155" y="50"/>
                    </a:moveTo>
                    <a:cubicBezTo>
                      <a:pt x="156" y="50"/>
                      <a:pt x="156" y="50"/>
                      <a:pt x="156" y="50"/>
                    </a:cubicBezTo>
                    <a:cubicBezTo>
                      <a:pt x="155" y="49"/>
                      <a:pt x="155" y="49"/>
                      <a:pt x="155" y="49"/>
                    </a:cubicBezTo>
                    <a:cubicBezTo>
                      <a:pt x="155" y="49"/>
                      <a:pt x="155" y="49"/>
                      <a:pt x="155" y="49"/>
                    </a:cubicBezTo>
                    <a:cubicBezTo>
                      <a:pt x="155" y="49"/>
                      <a:pt x="155" y="48"/>
                      <a:pt x="155" y="48"/>
                    </a:cubicBezTo>
                    <a:cubicBezTo>
                      <a:pt x="165" y="40"/>
                      <a:pt x="165" y="40"/>
                      <a:pt x="165" y="40"/>
                    </a:cubicBezTo>
                    <a:cubicBezTo>
                      <a:pt x="166" y="40"/>
                      <a:pt x="166" y="40"/>
                      <a:pt x="166" y="40"/>
                    </a:cubicBezTo>
                    <a:cubicBezTo>
                      <a:pt x="166" y="40"/>
                      <a:pt x="166" y="40"/>
                      <a:pt x="167" y="40"/>
                    </a:cubicBezTo>
                    <a:cubicBezTo>
                      <a:pt x="167" y="41"/>
                      <a:pt x="167" y="42"/>
                      <a:pt x="167" y="42"/>
                    </a:cubicBezTo>
                    <a:cubicBezTo>
                      <a:pt x="167" y="43"/>
                      <a:pt x="167" y="43"/>
                      <a:pt x="166" y="45"/>
                    </a:cubicBezTo>
                    <a:cubicBezTo>
                      <a:pt x="166" y="45"/>
                      <a:pt x="166" y="45"/>
                      <a:pt x="166" y="45"/>
                    </a:cubicBezTo>
                    <a:cubicBezTo>
                      <a:pt x="169" y="42"/>
                      <a:pt x="169" y="42"/>
                      <a:pt x="169" y="42"/>
                    </a:cubicBezTo>
                    <a:cubicBezTo>
                      <a:pt x="163" y="35"/>
                      <a:pt x="163" y="35"/>
                      <a:pt x="163" y="35"/>
                    </a:cubicBezTo>
                    <a:cubicBezTo>
                      <a:pt x="160" y="37"/>
                      <a:pt x="160" y="37"/>
                      <a:pt x="160" y="37"/>
                    </a:cubicBezTo>
                    <a:cubicBezTo>
                      <a:pt x="160" y="37"/>
                      <a:pt x="160" y="37"/>
                      <a:pt x="160" y="37"/>
                    </a:cubicBezTo>
                    <a:cubicBezTo>
                      <a:pt x="162" y="37"/>
                      <a:pt x="163" y="37"/>
                      <a:pt x="163" y="37"/>
                    </a:cubicBezTo>
                    <a:cubicBezTo>
                      <a:pt x="163" y="37"/>
                      <a:pt x="164" y="37"/>
                      <a:pt x="164" y="38"/>
                    </a:cubicBezTo>
                    <a:cubicBezTo>
                      <a:pt x="165" y="38"/>
                      <a:pt x="165" y="38"/>
                      <a:pt x="165" y="38"/>
                    </a:cubicBezTo>
                    <a:cubicBezTo>
                      <a:pt x="165" y="39"/>
                      <a:pt x="165" y="39"/>
                      <a:pt x="164" y="39"/>
                    </a:cubicBezTo>
                    <a:cubicBezTo>
                      <a:pt x="154" y="47"/>
                      <a:pt x="154" y="47"/>
                      <a:pt x="154" y="47"/>
                    </a:cubicBezTo>
                    <a:cubicBezTo>
                      <a:pt x="154" y="47"/>
                      <a:pt x="154" y="47"/>
                      <a:pt x="154" y="47"/>
                    </a:cubicBezTo>
                    <a:cubicBezTo>
                      <a:pt x="154" y="47"/>
                      <a:pt x="153" y="47"/>
                      <a:pt x="153" y="47"/>
                    </a:cubicBezTo>
                    <a:cubicBezTo>
                      <a:pt x="153" y="46"/>
                      <a:pt x="153" y="46"/>
                      <a:pt x="153" y="46"/>
                    </a:cubicBezTo>
                    <a:cubicBezTo>
                      <a:pt x="152" y="47"/>
                      <a:pt x="152" y="47"/>
                      <a:pt x="152" y="47"/>
                    </a:cubicBezTo>
                    <a:cubicBezTo>
                      <a:pt x="155" y="50"/>
                      <a:pt x="155" y="50"/>
                      <a:pt x="155" y="50"/>
                    </a:cubicBezTo>
                    <a:close/>
                    <a:moveTo>
                      <a:pt x="174" y="54"/>
                    </a:moveTo>
                    <a:cubicBezTo>
                      <a:pt x="174" y="54"/>
                      <a:pt x="175" y="54"/>
                      <a:pt x="175" y="53"/>
                    </a:cubicBezTo>
                    <a:cubicBezTo>
                      <a:pt x="175" y="53"/>
                      <a:pt x="175" y="53"/>
                      <a:pt x="174" y="53"/>
                    </a:cubicBezTo>
                    <a:cubicBezTo>
                      <a:pt x="174" y="52"/>
                      <a:pt x="174" y="52"/>
                      <a:pt x="174" y="52"/>
                    </a:cubicBezTo>
                    <a:cubicBezTo>
                      <a:pt x="175" y="52"/>
                      <a:pt x="175" y="52"/>
                      <a:pt x="175" y="52"/>
                    </a:cubicBezTo>
                    <a:cubicBezTo>
                      <a:pt x="177" y="55"/>
                      <a:pt x="177" y="55"/>
                      <a:pt x="177" y="55"/>
                    </a:cubicBezTo>
                    <a:cubicBezTo>
                      <a:pt x="176" y="55"/>
                      <a:pt x="176" y="55"/>
                      <a:pt x="176" y="55"/>
                    </a:cubicBezTo>
                    <a:cubicBezTo>
                      <a:pt x="176" y="55"/>
                      <a:pt x="176" y="55"/>
                      <a:pt x="176" y="55"/>
                    </a:cubicBezTo>
                    <a:cubicBezTo>
                      <a:pt x="176" y="55"/>
                      <a:pt x="176" y="55"/>
                      <a:pt x="175" y="55"/>
                    </a:cubicBezTo>
                    <a:cubicBezTo>
                      <a:pt x="175" y="55"/>
                      <a:pt x="175" y="55"/>
                      <a:pt x="174" y="55"/>
                    </a:cubicBezTo>
                    <a:cubicBezTo>
                      <a:pt x="166" y="56"/>
                      <a:pt x="166" y="56"/>
                      <a:pt x="166" y="56"/>
                    </a:cubicBezTo>
                    <a:cubicBezTo>
                      <a:pt x="162" y="58"/>
                      <a:pt x="162" y="58"/>
                      <a:pt x="162" y="58"/>
                    </a:cubicBezTo>
                    <a:cubicBezTo>
                      <a:pt x="162" y="59"/>
                      <a:pt x="162" y="59"/>
                      <a:pt x="162" y="59"/>
                    </a:cubicBezTo>
                    <a:cubicBezTo>
                      <a:pt x="161" y="59"/>
                      <a:pt x="162" y="59"/>
                      <a:pt x="162" y="60"/>
                    </a:cubicBezTo>
                    <a:cubicBezTo>
                      <a:pt x="162" y="60"/>
                      <a:pt x="162" y="60"/>
                      <a:pt x="162" y="60"/>
                    </a:cubicBezTo>
                    <a:cubicBezTo>
                      <a:pt x="162" y="61"/>
                      <a:pt x="162" y="61"/>
                      <a:pt x="162" y="61"/>
                    </a:cubicBezTo>
                    <a:cubicBezTo>
                      <a:pt x="159" y="56"/>
                      <a:pt x="159" y="56"/>
                      <a:pt x="159" y="56"/>
                    </a:cubicBezTo>
                    <a:cubicBezTo>
                      <a:pt x="160" y="56"/>
                      <a:pt x="160" y="56"/>
                      <a:pt x="160" y="56"/>
                    </a:cubicBezTo>
                    <a:cubicBezTo>
                      <a:pt x="160" y="57"/>
                      <a:pt x="160" y="57"/>
                      <a:pt x="160" y="57"/>
                    </a:cubicBezTo>
                    <a:cubicBezTo>
                      <a:pt x="160" y="57"/>
                      <a:pt x="160" y="57"/>
                      <a:pt x="161" y="57"/>
                    </a:cubicBezTo>
                    <a:cubicBezTo>
                      <a:pt x="161" y="57"/>
                      <a:pt x="161" y="57"/>
                      <a:pt x="161" y="57"/>
                    </a:cubicBezTo>
                    <a:cubicBezTo>
                      <a:pt x="165" y="55"/>
                      <a:pt x="165" y="55"/>
                      <a:pt x="165" y="55"/>
                    </a:cubicBezTo>
                    <a:cubicBezTo>
                      <a:pt x="171" y="48"/>
                      <a:pt x="171" y="48"/>
                      <a:pt x="171" y="48"/>
                    </a:cubicBezTo>
                    <a:cubicBezTo>
                      <a:pt x="171" y="48"/>
                      <a:pt x="171" y="48"/>
                      <a:pt x="171" y="47"/>
                    </a:cubicBezTo>
                    <a:cubicBezTo>
                      <a:pt x="171" y="47"/>
                      <a:pt x="171" y="47"/>
                      <a:pt x="171" y="47"/>
                    </a:cubicBezTo>
                    <a:cubicBezTo>
                      <a:pt x="171" y="46"/>
                      <a:pt x="171" y="46"/>
                      <a:pt x="171" y="46"/>
                    </a:cubicBezTo>
                    <a:cubicBezTo>
                      <a:pt x="171" y="46"/>
                      <a:pt x="171" y="46"/>
                      <a:pt x="171" y="46"/>
                    </a:cubicBezTo>
                    <a:cubicBezTo>
                      <a:pt x="173" y="50"/>
                      <a:pt x="173" y="50"/>
                      <a:pt x="173" y="50"/>
                    </a:cubicBezTo>
                    <a:cubicBezTo>
                      <a:pt x="173" y="50"/>
                      <a:pt x="173" y="50"/>
                      <a:pt x="173" y="50"/>
                    </a:cubicBezTo>
                    <a:cubicBezTo>
                      <a:pt x="173" y="49"/>
                      <a:pt x="173" y="49"/>
                      <a:pt x="173" y="49"/>
                    </a:cubicBezTo>
                    <a:cubicBezTo>
                      <a:pt x="172" y="49"/>
                      <a:pt x="172" y="49"/>
                      <a:pt x="172" y="49"/>
                    </a:cubicBezTo>
                    <a:cubicBezTo>
                      <a:pt x="172" y="49"/>
                      <a:pt x="172" y="49"/>
                      <a:pt x="171" y="49"/>
                    </a:cubicBezTo>
                    <a:cubicBezTo>
                      <a:pt x="167" y="55"/>
                      <a:pt x="167" y="55"/>
                      <a:pt x="167" y="55"/>
                    </a:cubicBezTo>
                    <a:cubicBezTo>
                      <a:pt x="167" y="55"/>
                      <a:pt x="167" y="55"/>
                      <a:pt x="167" y="55"/>
                    </a:cubicBezTo>
                    <a:lnTo>
                      <a:pt x="174" y="54"/>
                    </a:lnTo>
                    <a:close/>
                  </a:path>
                </a:pathLst>
              </a:custGeom>
              <a:solidFill>
                <a:srgbClr val="FFFFFF"/>
              </a:solidFill>
              <a:ln w="3175" cap="flat">
                <a:solidFill>
                  <a:srgbClr val="FFFFFF"/>
                </a:solidFill>
                <a:prstDash val="solid"/>
                <a:miter lim="800000"/>
              </a:ln>
            </p:spPr>
            <p:txBody>
              <a:bodyPr anchor="ctr"/>
              <a:lstStyle/>
              <a:p>
                <a:pPr algn="ctr"/>
                <a:endParaRPr/>
              </a:p>
            </p:txBody>
          </p:sp>
          <p:sp>
            <p:nvSpPr>
              <p:cNvPr id="278" name="ïśľíḓé"/>
              <p:cNvSpPr/>
              <p:nvPr/>
            </p:nvSpPr>
            <p:spPr bwMode="auto">
              <a:xfrm>
                <a:off x="3667126" y="3184525"/>
                <a:ext cx="492125" cy="496888"/>
              </a:xfrm>
              <a:custGeom>
                <a:avLst/>
                <a:gdLst>
                  <a:gd name="T0" fmla="*/ 74 w 149"/>
                  <a:gd name="T1" fmla="*/ 0 h 149"/>
                  <a:gd name="T2" fmla="*/ 149 w 149"/>
                  <a:gd name="T3" fmla="*/ 74 h 149"/>
                  <a:gd name="T4" fmla="*/ 74 w 149"/>
                  <a:gd name="T5" fmla="*/ 149 h 149"/>
                  <a:gd name="T6" fmla="*/ 0 w 149"/>
                  <a:gd name="T7" fmla="*/ 74 h 149"/>
                  <a:gd name="T8" fmla="*/ 74 w 149"/>
                  <a:gd name="T9" fmla="*/ 0 h 149"/>
                  <a:gd name="T10" fmla="*/ 74 w 149"/>
                  <a:gd name="T11" fmla="*/ 2 h 149"/>
                  <a:gd name="T12" fmla="*/ 2 w 149"/>
                  <a:gd name="T13" fmla="*/ 74 h 149"/>
                  <a:gd name="T14" fmla="*/ 74 w 149"/>
                  <a:gd name="T15" fmla="*/ 146 h 149"/>
                  <a:gd name="T16" fmla="*/ 146 w 149"/>
                  <a:gd name="T17" fmla="*/ 74 h 149"/>
                  <a:gd name="T18" fmla="*/ 74 w 149"/>
                  <a:gd name="T19" fmla="*/ 2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49" h="149">
                    <a:moveTo>
                      <a:pt x="74" y="0"/>
                    </a:moveTo>
                    <a:cubicBezTo>
                      <a:pt x="115" y="0"/>
                      <a:pt x="149" y="33"/>
                      <a:pt x="149" y="74"/>
                    </a:cubicBezTo>
                    <a:cubicBezTo>
                      <a:pt x="149" y="115"/>
                      <a:pt x="115" y="149"/>
                      <a:pt x="74" y="149"/>
                    </a:cubicBezTo>
                    <a:cubicBezTo>
                      <a:pt x="33" y="149"/>
                      <a:pt x="0" y="115"/>
                      <a:pt x="0" y="74"/>
                    </a:cubicBezTo>
                    <a:cubicBezTo>
                      <a:pt x="0" y="33"/>
                      <a:pt x="33" y="0"/>
                      <a:pt x="74" y="0"/>
                    </a:cubicBezTo>
                    <a:close/>
                    <a:moveTo>
                      <a:pt x="74" y="2"/>
                    </a:moveTo>
                    <a:cubicBezTo>
                      <a:pt x="35" y="2"/>
                      <a:pt x="2" y="34"/>
                      <a:pt x="2" y="74"/>
                    </a:cubicBezTo>
                    <a:cubicBezTo>
                      <a:pt x="2" y="114"/>
                      <a:pt x="35" y="146"/>
                      <a:pt x="74" y="146"/>
                    </a:cubicBezTo>
                    <a:cubicBezTo>
                      <a:pt x="114" y="146"/>
                      <a:pt x="146" y="114"/>
                      <a:pt x="146" y="74"/>
                    </a:cubicBezTo>
                    <a:cubicBezTo>
                      <a:pt x="146" y="34"/>
                      <a:pt x="114" y="2"/>
                      <a:pt x="74" y="2"/>
                    </a:cubicBezTo>
                    <a:close/>
                  </a:path>
                </a:pathLst>
              </a:custGeom>
              <a:solidFill>
                <a:srgbClr val="00523A"/>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9" name="ïslíḍê"/>
              <p:cNvSpPr/>
              <p:nvPr/>
            </p:nvSpPr>
            <p:spPr bwMode="auto">
              <a:xfrm>
                <a:off x="3775076" y="3248025"/>
                <a:ext cx="274638" cy="146050"/>
              </a:xfrm>
              <a:custGeom>
                <a:avLst/>
                <a:gdLst>
                  <a:gd name="T0" fmla="*/ 10 w 83"/>
                  <a:gd name="T1" fmla="*/ 43 h 44"/>
                  <a:gd name="T2" fmla="*/ 18 w 83"/>
                  <a:gd name="T3" fmla="*/ 39 h 44"/>
                  <a:gd name="T4" fmla="*/ 67 w 83"/>
                  <a:gd name="T5" fmla="*/ 39 h 44"/>
                  <a:gd name="T6" fmla="*/ 73 w 83"/>
                  <a:gd name="T7" fmla="*/ 42 h 44"/>
                  <a:gd name="T8" fmla="*/ 76 w 83"/>
                  <a:gd name="T9" fmla="*/ 43 h 44"/>
                  <a:gd name="T10" fmla="*/ 83 w 83"/>
                  <a:gd name="T11" fmla="*/ 35 h 44"/>
                  <a:gd name="T12" fmla="*/ 76 w 83"/>
                  <a:gd name="T13" fmla="*/ 37 h 44"/>
                  <a:gd name="T14" fmla="*/ 69 w 83"/>
                  <a:gd name="T15" fmla="*/ 33 h 44"/>
                  <a:gd name="T16" fmla="*/ 70 w 83"/>
                  <a:gd name="T17" fmla="*/ 26 h 44"/>
                  <a:gd name="T18" fmla="*/ 64 w 83"/>
                  <a:gd name="T19" fmla="*/ 30 h 44"/>
                  <a:gd name="T20" fmla="*/ 59 w 83"/>
                  <a:gd name="T21" fmla="*/ 31 h 44"/>
                  <a:gd name="T22" fmla="*/ 56 w 83"/>
                  <a:gd name="T23" fmla="*/ 29 h 44"/>
                  <a:gd name="T24" fmla="*/ 56 w 83"/>
                  <a:gd name="T25" fmla="*/ 24 h 44"/>
                  <a:gd name="T26" fmla="*/ 58 w 83"/>
                  <a:gd name="T27" fmla="*/ 23 h 44"/>
                  <a:gd name="T28" fmla="*/ 58 w 83"/>
                  <a:gd name="T29" fmla="*/ 19 h 44"/>
                  <a:gd name="T30" fmla="*/ 54 w 83"/>
                  <a:gd name="T31" fmla="*/ 19 h 44"/>
                  <a:gd name="T32" fmla="*/ 53 w 83"/>
                  <a:gd name="T33" fmla="*/ 21 h 44"/>
                  <a:gd name="T34" fmla="*/ 44 w 83"/>
                  <a:gd name="T35" fmla="*/ 21 h 44"/>
                  <a:gd name="T36" fmla="*/ 43 w 83"/>
                  <a:gd name="T37" fmla="*/ 18 h 44"/>
                  <a:gd name="T38" fmla="*/ 44 w 83"/>
                  <a:gd name="T39" fmla="*/ 13 h 44"/>
                  <a:gd name="T40" fmla="*/ 43 w 83"/>
                  <a:gd name="T41" fmla="*/ 8 h 44"/>
                  <a:gd name="T42" fmla="*/ 43 w 83"/>
                  <a:gd name="T43" fmla="*/ 6 h 44"/>
                  <a:gd name="T44" fmla="*/ 43 w 83"/>
                  <a:gd name="T45" fmla="*/ 2 h 44"/>
                  <a:gd name="T46" fmla="*/ 43 w 83"/>
                  <a:gd name="T47" fmla="*/ 0 h 44"/>
                  <a:gd name="T48" fmla="*/ 40 w 83"/>
                  <a:gd name="T49" fmla="*/ 0 h 44"/>
                  <a:gd name="T50" fmla="*/ 39 w 83"/>
                  <a:gd name="T51" fmla="*/ 2 h 44"/>
                  <a:gd name="T52" fmla="*/ 39 w 83"/>
                  <a:gd name="T53" fmla="*/ 6 h 44"/>
                  <a:gd name="T54" fmla="*/ 39 w 83"/>
                  <a:gd name="T55" fmla="*/ 8 h 44"/>
                  <a:gd name="T56" fmla="*/ 38 w 83"/>
                  <a:gd name="T57" fmla="*/ 13 h 44"/>
                  <a:gd name="T58" fmla="*/ 38 w 83"/>
                  <a:gd name="T59" fmla="*/ 18 h 44"/>
                  <a:gd name="T60" fmla="*/ 38 w 83"/>
                  <a:gd name="T61" fmla="*/ 21 h 44"/>
                  <a:gd name="T62" fmla="*/ 30 w 83"/>
                  <a:gd name="T63" fmla="*/ 21 h 44"/>
                  <a:gd name="T64" fmla="*/ 29 w 83"/>
                  <a:gd name="T65" fmla="*/ 19 h 44"/>
                  <a:gd name="T66" fmla="*/ 25 w 83"/>
                  <a:gd name="T67" fmla="*/ 19 h 44"/>
                  <a:gd name="T68" fmla="*/ 25 w 83"/>
                  <a:gd name="T69" fmla="*/ 23 h 44"/>
                  <a:gd name="T70" fmla="*/ 26 w 83"/>
                  <a:gd name="T71" fmla="*/ 24 h 44"/>
                  <a:gd name="T72" fmla="*/ 27 w 83"/>
                  <a:gd name="T73" fmla="*/ 29 h 44"/>
                  <a:gd name="T74" fmla="*/ 22 w 83"/>
                  <a:gd name="T75" fmla="*/ 31 h 44"/>
                  <a:gd name="T76" fmla="*/ 13 w 83"/>
                  <a:gd name="T77" fmla="*/ 26 h 44"/>
                  <a:gd name="T78" fmla="*/ 13 w 83"/>
                  <a:gd name="T79" fmla="*/ 35 h 44"/>
                  <a:gd name="T80" fmla="*/ 7 w 83"/>
                  <a:gd name="T81" fmla="*/ 37 h 44"/>
                  <a:gd name="T82" fmla="*/ 0 w 83"/>
                  <a:gd name="T83" fmla="*/ 34 h 44"/>
                  <a:gd name="T84" fmla="*/ 5 w 83"/>
                  <a:gd name="T85" fmla="*/ 42 h 44"/>
                  <a:gd name="T86" fmla="*/ 10 w 83"/>
                  <a:gd name="T87" fmla="*/ 43 h 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83" h="44">
                    <a:moveTo>
                      <a:pt x="10" y="43"/>
                    </a:moveTo>
                    <a:cubicBezTo>
                      <a:pt x="18" y="39"/>
                      <a:pt x="18" y="39"/>
                      <a:pt x="18" y="39"/>
                    </a:cubicBezTo>
                    <a:cubicBezTo>
                      <a:pt x="67" y="39"/>
                      <a:pt x="67" y="39"/>
                      <a:pt x="67" y="39"/>
                    </a:cubicBezTo>
                    <a:cubicBezTo>
                      <a:pt x="73" y="42"/>
                      <a:pt x="73" y="42"/>
                      <a:pt x="73" y="42"/>
                    </a:cubicBezTo>
                    <a:cubicBezTo>
                      <a:pt x="74" y="43"/>
                      <a:pt x="75" y="43"/>
                      <a:pt x="76" y="43"/>
                    </a:cubicBezTo>
                    <a:cubicBezTo>
                      <a:pt x="80" y="42"/>
                      <a:pt x="83" y="35"/>
                      <a:pt x="83" y="35"/>
                    </a:cubicBezTo>
                    <a:cubicBezTo>
                      <a:pt x="83" y="35"/>
                      <a:pt x="79" y="38"/>
                      <a:pt x="76" y="37"/>
                    </a:cubicBezTo>
                    <a:cubicBezTo>
                      <a:pt x="73" y="37"/>
                      <a:pt x="69" y="36"/>
                      <a:pt x="69" y="33"/>
                    </a:cubicBezTo>
                    <a:cubicBezTo>
                      <a:pt x="69" y="30"/>
                      <a:pt x="70" y="27"/>
                      <a:pt x="70" y="26"/>
                    </a:cubicBezTo>
                    <a:cubicBezTo>
                      <a:pt x="70" y="26"/>
                      <a:pt x="67" y="29"/>
                      <a:pt x="64" y="30"/>
                    </a:cubicBezTo>
                    <a:cubicBezTo>
                      <a:pt x="61" y="32"/>
                      <a:pt x="60" y="31"/>
                      <a:pt x="59" y="31"/>
                    </a:cubicBezTo>
                    <a:cubicBezTo>
                      <a:pt x="57" y="30"/>
                      <a:pt x="56" y="29"/>
                      <a:pt x="56" y="29"/>
                    </a:cubicBezTo>
                    <a:cubicBezTo>
                      <a:pt x="56" y="24"/>
                      <a:pt x="56" y="24"/>
                      <a:pt x="56" y="24"/>
                    </a:cubicBezTo>
                    <a:cubicBezTo>
                      <a:pt x="58" y="23"/>
                      <a:pt x="58" y="23"/>
                      <a:pt x="58" y="23"/>
                    </a:cubicBezTo>
                    <a:cubicBezTo>
                      <a:pt x="58" y="19"/>
                      <a:pt x="58" y="19"/>
                      <a:pt x="58" y="19"/>
                    </a:cubicBezTo>
                    <a:cubicBezTo>
                      <a:pt x="54" y="19"/>
                      <a:pt x="54" y="19"/>
                      <a:pt x="54" y="19"/>
                    </a:cubicBezTo>
                    <a:cubicBezTo>
                      <a:pt x="54" y="19"/>
                      <a:pt x="54" y="21"/>
                      <a:pt x="53" y="21"/>
                    </a:cubicBezTo>
                    <a:cubicBezTo>
                      <a:pt x="52" y="21"/>
                      <a:pt x="44" y="21"/>
                      <a:pt x="44" y="21"/>
                    </a:cubicBezTo>
                    <a:cubicBezTo>
                      <a:pt x="44" y="21"/>
                      <a:pt x="43" y="20"/>
                      <a:pt x="43" y="18"/>
                    </a:cubicBezTo>
                    <a:cubicBezTo>
                      <a:pt x="44" y="17"/>
                      <a:pt x="44" y="17"/>
                      <a:pt x="44" y="13"/>
                    </a:cubicBezTo>
                    <a:cubicBezTo>
                      <a:pt x="44" y="10"/>
                      <a:pt x="44" y="9"/>
                      <a:pt x="43" y="8"/>
                    </a:cubicBezTo>
                    <a:cubicBezTo>
                      <a:pt x="43" y="7"/>
                      <a:pt x="42" y="7"/>
                      <a:pt x="43" y="6"/>
                    </a:cubicBezTo>
                    <a:cubicBezTo>
                      <a:pt x="44" y="5"/>
                      <a:pt x="44" y="4"/>
                      <a:pt x="43" y="2"/>
                    </a:cubicBezTo>
                    <a:cubicBezTo>
                      <a:pt x="42" y="1"/>
                      <a:pt x="43" y="2"/>
                      <a:pt x="43" y="0"/>
                    </a:cubicBezTo>
                    <a:cubicBezTo>
                      <a:pt x="40" y="0"/>
                      <a:pt x="40" y="0"/>
                      <a:pt x="40" y="0"/>
                    </a:cubicBezTo>
                    <a:cubicBezTo>
                      <a:pt x="39" y="0"/>
                      <a:pt x="40" y="1"/>
                      <a:pt x="39" y="2"/>
                    </a:cubicBezTo>
                    <a:cubicBezTo>
                      <a:pt x="38" y="3"/>
                      <a:pt x="38" y="5"/>
                      <a:pt x="39" y="6"/>
                    </a:cubicBezTo>
                    <a:cubicBezTo>
                      <a:pt x="39" y="7"/>
                      <a:pt x="40" y="7"/>
                      <a:pt x="39" y="8"/>
                    </a:cubicBezTo>
                    <a:cubicBezTo>
                      <a:pt x="38" y="9"/>
                      <a:pt x="38" y="10"/>
                      <a:pt x="38" y="13"/>
                    </a:cubicBezTo>
                    <a:cubicBezTo>
                      <a:pt x="38" y="16"/>
                      <a:pt x="38" y="17"/>
                      <a:pt x="38" y="18"/>
                    </a:cubicBezTo>
                    <a:cubicBezTo>
                      <a:pt x="39" y="20"/>
                      <a:pt x="38" y="21"/>
                      <a:pt x="38" y="21"/>
                    </a:cubicBezTo>
                    <a:cubicBezTo>
                      <a:pt x="37" y="21"/>
                      <a:pt x="30" y="21"/>
                      <a:pt x="30" y="21"/>
                    </a:cubicBezTo>
                    <a:cubicBezTo>
                      <a:pt x="30" y="21"/>
                      <a:pt x="29" y="20"/>
                      <a:pt x="29" y="19"/>
                    </a:cubicBezTo>
                    <a:cubicBezTo>
                      <a:pt x="25" y="19"/>
                      <a:pt x="25" y="19"/>
                      <a:pt x="25" y="19"/>
                    </a:cubicBezTo>
                    <a:cubicBezTo>
                      <a:pt x="25" y="23"/>
                      <a:pt x="25" y="23"/>
                      <a:pt x="25" y="23"/>
                    </a:cubicBezTo>
                    <a:cubicBezTo>
                      <a:pt x="26" y="24"/>
                      <a:pt x="26" y="24"/>
                      <a:pt x="26" y="24"/>
                    </a:cubicBezTo>
                    <a:cubicBezTo>
                      <a:pt x="27" y="29"/>
                      <a:pt x="27" y="29"/>
                      <a:pt x="27" y="29"/>
                    </a:cubicBezTo>
                    <a:cubicBezTo>
                      <a:pt x="27" y="29"/>
                      <a:pt x="24" y="31"/>
                      <a:pt x="22" y="31"/>
                    </a:cubicBezTo>
                    <a:cubicBezTo>
                      <a:pt x="19" y="31"/>
                      <a:pt x="13" y="26"/>
                      <a:pt x="13" y="26"/>
                    </a:cubicBezTo>
                    <a:cubicBezTo>
                      <a:pt x="13" y="26"/>
                      <a:pt x="14" y="33"/>
                      <a:pt x="13" y="35"/>
                    </a:cubicBezTo>
                    <a:cubicBezTo>
                      <a:pt x="13" y="37"/>
                      <a:pt x="10" y="37"/>
                      <a:pt x="7" y="37"/>
                    </a:cubicBezTo>
                    <a:cubicBezTo>
                      <a:pt x="4" y="37"/>
                      <a:pt x="0" y="35"/>
                      <a:pt x="0" y="34"/>
                    </a:cubicBezTo>
                    <a:cubicBezTo>
                      <a:pt x="0" y="34"/>
                      <a:pt x="3" y="40"/>
                      <a:pt x="5" y="42"/>
                    </a:cubicBezTo>
                    <a:cubicBezTo>
                      <a:pt x="7" y="44"/>
                      <a:pt x="10" y="43"/>
                      <a:pt x="10" y="43"/>
                    </a:cubicBez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80" name="íṡļïdê"/>
              <p:cNvSpPr/>
              <p:nvPr/>
            </p:nvSpPr>
            <p:spPr bwMode="auto">
              <a:xfrm>
                <a:off x="3614738" y="3370263"/>
                <a:ext cx="596900" cy="241300"/>
              </a:xfrm>
              <a:custGeom>
                <a:avLst/>
                <a:gdLst>
                  <a:gd name="T0" fmla="*/ 58 w 181"/>
                  <a:gd name="T1" fmla="*/ 72 h 72"/>
                  <a:gd name="T2" fmla="*/ 8 w 181"/>
                  <a:gd name="T3" fmla="*/ 72 h 72"/>
                  <a:gd name="T4" fmla="*/ 3 w 181"/>
                  <a:gd name="T5" fmla="*/ 63 h 72"/>
                  <a:gd name="T6" fmla="*/ 6 w 181"/>
                  <a:gd name="T7" fmla="*/ 63 h 72"/>
                  <a:gd name="T8" fmla="*/ 11 w 181"/>
                  <a:gd name="T9" fmla="*/ 55 h 72"/>
                  <a:gd name="T10" fmla="*/ 14 w 181"/>
                  <a:gd name="T11" fmla="*/ 55 h 72"/>
                  <a:gd name="T12" fmla="*/ 14 w 181"/>
                  <a:gd name="T13" fmla="*/ 29 h 72"/>
                  <a:gd name="T14" fmla="*/ 0 w 181"/>
                  <a:gd name="T15" fmla="*/ 4 h 72"/>
                  <a:gd name="T16" fmla="*/ 30 w 181"/>
                  <a:gd name="T17" fmla="*/ 0 h 72"/>
                  <a:gd name="T18" fmla="*/ 58 w 181"/>
                  <a:gd name="T19" fmla="*/ 8 h 72"/>
                  <a:gd name="T20" fmla="*/ 51 w 181"/>
                  <a:gd name="T21" fmla="*/ 25 h 72"/>
                  <a:gd name="T22" fmla="*/ 131 w 181"/>
                  <a:gd name="T23" fmla="*/ 25 h 72"/>
                  <a:gd name="T24" fmla="*/ 122 w 181"/>
                  <a:gd name="T25" fmla="*/ 8 h 72"/>
                  <a:gd name="T26" fmla="*/ 150 w 181"/>
                  <a:gd name="T27" fmla="*/ 0 h 72"/>
                  <a:gd name="T28" fmla="*/ 181 w 181"/>
                  <a:gd name="T29" fmla="*/ 5 h 72"/>
                  <a:gd name="T30" fmla="*/ 166 w 181"/>
                  <a:gd name="T31" fmla="*/ 28 h 72"/>
                  <a:gd name="T32" fmla="*/ 166 w 181"/>
                  <a:gd name="T33" fmla="*/ 55 h 72"/>
                  <a:gd name="T34" fmla="*/ 171 w 181"/>
                  <a:gd name="T35" fmla="*/ 55 h 72"/>
                  <a:gd name="T36" fmla="*/ 178 w 181"/>
                  <a:gd name="T37" fmla="*/ 65 h 72"/>
                  <a:gd name="T38" fmla="*/ 174 w 181"/>
                  <a:gd name="T39" fmla="*/ 72 h 72"/>
                  <a:gd name="T40" fmla="*/ 58 w 181"/>
                  <a:gd name="T41" fmla="*/ 72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1" h="72">
                    <a:moveTo>
                      <a:pt x="58" y="72"/>
                    </a:moveTo>
                    <a:cubicBezTo>
                      <a:pt x="8" y="72"/>
                      <a:pt x="8" y="72"/>
                      <a:pt x="8" y="72"/>
                    </a:cubicBezTo>
                    <a:cubicBezTo>
                      <a:pt x="3" y="63"/>
                      <a:pt x="3" y="63"/>
                      <a:pt x="3" y="63"/>
                    </a:cubicBezTo>
                    <a:cubicBezTo>
                      <a:pt x="6" y="63"/>
                      <a:pt x="6" y="63"/>
                      <a:pt x="6" y="63"/>
                    </a:cubicBezTo>
                    <a:cubicBezTo>
                      <a:pt x="7" y="61"/>
                      <a:pt x="10" y="57"/>
                      <a:pt x="11" y="55"/>
                    </a:cubicBezTo>
                    <a:cubicBezTo>
                      <a:pt x="12" y="55"/>
                      <a:pt x="13" y="55"/>
                      <a:pt x="14" y="55"/>
                    </a:cubicBezTo>
                    <a:cubicBezTo>
                      <a:pt x="14" y="45"/>
                      <a:pt x="14" y="39"/>
                      <a:pt x="14" y="29"/>
                    </a:cubicBezTo>
                    <a:cubicBezTo>
                      <a:pt x="6" y="25"/>
                      <a:pt x="0" y="19"/>
                      <a:pt x="0" y="4"/>
                    </a:cubicBezTo>
                    <a:cubicBezTo>
                      <a:pt x="13" y="19"/>
                      <a:pt x="25" y="20"/>
                      <a:pt x="30" y="0"/>
                    </a:cubicBezTo>
                    <a:cubicBezTo>
                      <a:pt x="40" y="22"/>
                      <a:pt x="50" y="16"/>
                      <a:pt x="58" y="8"/>
                    </a:cubicBezTo>
                    <a:cubicBezTo>
                      <a:pt x="59" y="17"/>
                      <a:pt x="51" y="24"/>
                      <a:pt x="51" y="25"/>
                    </a:cubicBezTo>
                    <a:cubicBezTo>
                      <a:pt x="131" y="25"/>
                      <a:pt x="131" y="25"/>
                      <a:pt x="131" y="25"/>
                    </a:cubicBezTo>
                    <a:cubicBezTo>
                      <a:pt x="128" y="21"/>
                      <a:pt x="123" y="15"/>
                      <a:pt x="122" y="8"/>
                    </a:cubicBezTo>
                    <a:cubicBezTo>
                      <a:pt x="131" y="18"/>
                      <a:pt x="141" y="23"/>
                      <a:pt x="150" y="0"/>
                    </a:cubicBezTo>
                    <a:cubicBezTo>
                      <a:pt x="160" y="23"/>
                      <a:pt x="169" y="16"/>
                      <a:pt x="181" y="5"/>
                    </a:cubicBezTo>
                    <a:cubicBezTo>
                      <a:pt x="178" y="23"/>
                      <a:pt x="174" y="23"/>
                      <a:pt x="166" y="28"/>
                    </a:cubicBezTo>
                    <a:cubicBezTo>
                      <a:pt x="166" y="38"/>
                      <a:pt x="166" y="45"/>
                      <a:pt x="166" y="55"/>
                    </a:cubicBezTo>
                    <a:cubicBezTo>
                      <a:pt x="168" y="55"/>
                      <a:pt x="169" y="55"/>
                      <a:pt x="171" y="55"/>
                    </a:cubicBezTo>
                    <a:cubicBezTo>
                      <a:pt x="178" y="65"/>
                      <a:pt x="178" y="65"/>
                      <a:pt x="178" y="65"/>
                    </a:cubicBezTo>
                    <a:cubicBezTo>
                      <a:pt x="174" y="72"/>
                      <a:pt x="174" y="72"/>
                      <a:pt x="174" y="72"/>
                    </a:cubicBezTo>
                    <a:lnTo>
                      <a:pt x="58" y="72"/>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81" name="iş1ïďe"/>
              <p:cNvSpPr/>
              <p:nvPr/>
            </p:nvSpPr>
            <p:spPr bwMode="auto">
              <a:xfrm>
                <a:off x="3624263" y="3381375"/>
                <a:ext cx="577850" cy="200025"/>
              </a:xfrm>
              <a:custGeom>
                <a:avLst/>
                <a:gdLst>
                  <a:gd name="T0" fmla="*/ 130 w 175"/>
                  <a:gd name="T1" fmla="*/ 51 h 60"/>
                  <a:gd name="T2" fmla="*/ 130 w 175"/>
                  <a:gd name="T3" fmla="*/ 50 h 60"/>
                  <a:gd name="T4" fmla="*/ 48 w 175"/>
                  <a:gd name="T5" fmla="*/ 50 h 60"/>
                  <a:gd name="T6" fmla="*/ 48 w 175"/>
                  <a:gd name="T7" fmla="*/ 51 h 60"/>
                  <a:gd name="T8" fmla="*/ 52 w 175"/>
                  <a:gd name="T9" fmla="*/ 51 h 60"/>
                  <a:gd name="T10" fmla="*/ 48 w 175"/>
                  <a:gd name="T11" fmla="*/ 60 h 60"/>
                  <a:gd name="T12" fmla="*/ 7 w 175"/>
                  <a:gd name="T13" fmla="*/ 60 h 60"/>
                  <a:gd name="T14" fmla="*/ 10 w 175"/>
                  <a:gd name="T15" fmla="*/ 54 h 60"/>
                  <a:gd name="T16" fmla="*/ 14 w 175"/>
                  <a:gd name="T17" fmla="*/ 54 h 60"/>
                  <a:gd name="T18" fmla="*/ 13 w 175"/>
                  <a:gd name="T19" fmla="*/ 25 h 60"/>
                  <a:gd name="T20" fmla="*/ 0 w 175"/>
                  <a:gd name="T21" fmla="*/ 7 h 60"/>
                  <a:gd name="T22" fmla="*/ 28 w 175"/>
                  <a:gd name="T23" fmla="*/ 0 h 60"/>
                  <a:gd name="T24" fmla="*/ 55 w 175"/>
                  <a:gd name="T25" fmla="*/ 7 h 60"/>
                  <a:gd name="T26" fmla="*/ 48 w 175"/>
                  <a:gd name="T27" fmla="*/ 22 h 60"/>
                  <a:gd name="T28" fmla="*/ 127 w 175"/>
                  <a:gd name="T29" fmla="*/ 22 h 60"/>
                  <a:gd name="T30" fmla="*/ 119 w 175"/>
                  <a:gd name="T31" fmla="*/ 7 h 60"/>
                  <a:gd name="T32" fmla="*/ 147 w 175"/>
                  <a:gd name="T33" fmla="*/ 0 h 60"/>
                  <a:gd name="T34" fmla="*/ 175 w 175"/>
                  <a:gd name="T35" fmla="*/ 7 h 60"/>
                  <a:gd name="T36" fmla="*/ 161 w 175"/>
                  <a:gd name="T37" fmla="*/ 24 h 60"/>
                  <a:gd name="T38" fmla="*/ 161 w 175"/>
                  <a:gd name="T39" fmla="*/ 53 h 60"/>
                  <a:gd name="T40" fmla="*/ 165 w 175"/>
                  <a:gd name="T41" fmla="*/ 53 h 60"/>
                  <a:gd name="T42" fmla="*/ 169 w 175"/>
                  <a:gd name="T43" fmla="*/ 60 h 60"/>
                  <a:gd name="T44" fmla="*/ 128 w 175"/>
                  <a:gd name="T45" fmla="*/ 60 h 60"/>
                  <a:gd name="T46" fmla="*/ 124 w 175"/>
                  <a:gd name="T47" fmla="*/ 51 h 60"/>
                  <a:gd name="T48" fmla="*/ 130 w 175"/>
                  <a:gd name="T49" fmla="*/ 51 h 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75" h="60">
                    <a:moveTo>
                      <a:pt x="130" y="51"/>
                    </a:moveTo>
                    <a:cubicBezTo>
                      <a:pt x="130" y="50"/>
                      <a:pt x="130" y="50"/>
                      <a:pt x="130" y="50"/>
                    </a:cubicBezTo>
                    <a:cubicBezTo>
                      <a:pt x="48" y="50"/>
                      <a:pt x="48" y="50"/>
                      <a:pt x="48" y="50"/>
                    </a:cubicBezTo>
                    <a:cubicBezTo>
                      <a:pt x="48" y="51"/>
                      <a:pt x="48" y="51"/>
                      <a:pt x="48" y="51"/>
                    </a:cubicBezTo>
                    <a:cubicBezTo>
                      <a:pt x="52" y="51"/>
                      <a:pt x="52" y="51"/>
                      <a:pt x="52" y="51"/>
                    </a:cubicBezTo>
                    <a:cubicBezTo>
                      <a:pt x="48" y="60"/>
                      <a:pt x="48" y="60"/>
                      <a:pt x="48" y="60"/>
                    </a:cubicBezTo>
                    <a:cubicBezTo>
                      <a:pt x="34" y="60"/>
                      <a:pt x="20" y="60"/>
                      <a:pt x="7" y="60"/>
                    </a:cubicBezTo>
                    <a:cubicBezTo>
                      <a:pt x="8" y="58"/>
                      <a:pt x="9" y="56"/>
                      <a:pt x="10" y="54"/>
                    </a:cubicBezTo>
                    <a:cubicBezTo>
                      <a:pt x="11" y="54"/>
                      <a:pt x="12" y="54"/>
                      <a:pt x="14" y="54"/>
                    </a:cubicBezTo>
                    <a:cubicBezTo>
                      <a:pt x="14" y="44"/>
                      <a:pt x="13" y="34"/>
                      <a:pt x="13" y="25"/>
                    </a:cubicBezTo>
                    <a:cubicBezTo>
                      <a:pt x="5" y="20"/>
                      <a:pt x="1" y="14"/>
                      <a:pt x="0" y="7"/>
                    </a:cubicBezTo>
                    <a:cubicBezTo>
                      <a:pt x="12" y="18"/>
                      <a:pt x="22" y="17"/>
                      <a:pt x="28" y="0"/>
                    </a:cubicBezTo>
                    <a:cubicBezTo>
                      <a:pt x="37" y="22"/>
                      <a:pt x="47" y="15"/>
                      <a:pt x="55" y="7"/>
                    </a:cubicBezTo>
                    <a:cubicBezTo>
                      <a:pt x="55" y="14"/>
                      <a:pt x="50" y="17"/>
                      <a:pt x="48" y="22"/>
                    </a:cubicBezTo>
                    <a:cubicBezTo>
                      <a:pt x="127" y="22"/>
                      <a:pt x="127" y="22"/>
                      <a:pt x="127" y="22"/>
                    </a:cubicBezTo>
                    <a:cubicBezTo>
                      <a:pt x="125" y="18"/>
                      <a:pt x="120" y="14"/>
                      <a:pt x="119" y="7"/>
                    </a:cubicBezTo>
                    <a:cubicBezTo>
                      <a:pt x="127" y="15"/>
                      <a:pt x="137" y="22"/>
                      <a:pt x="147" y="0"/>
                    </a:cubicBezTo>
                    <a:cubicBezTo>
                      <a:pt x="153" y="17"/>
                      <a:pt x="163" y="18"/>
                      <a:pt x="175" y="7"/>
                    </a:cubicBezTo>
                    <a:cubicBezTo>
                      <a:pt x="173" y="14"/>
                      <a:pt x="169" y="19"/>
                      <a:pt x="161" y="24"/>
                    </a:cubicBezTo>
                    <a:cubicBezTo>
                      <a:pt x="161" y="34"/>
                      <a:pt x="161" y="44"/>
                      <a:pt x="161" y="53"/>
                    </a:cubicBezTo>
                    <a:cubicBezTo>
                      <a:pt x="162" y="53"/>
                      <a:pt x="164" y="53"/>
                      <a:pt x="165" y="53"/>
                    </a:cubicBezTo>
                    <a:cubicBezTo>
                      <a:pt x="166" y="55"/>
                      <a:pt x="167" y="58"/>
                      <a:pt x="169" y="60"/>
                    </a:cubicBezTo>
                    <a:cubicBezTo>
                      <a:pt x="155" y="60"/>
                      <a:pt x="142" y="60"/>
                      <a:pt x="128" y="60"/>
                    </a:cubicBezTo>
                    <a:cubicBezTo>
                      <a:pt x="124" y="51"/>
                      <a:pt x="124" y="51"/>
                      <a:pt x="124" y="51"/>
                    </a:cubicBezTo>
                    <a:lnTo>
                      <a:pt x="130" y="51"/>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82" name="ïṩḷíḍé"/>
              <p:cNvSpPr/>
              <p:nvPr/>
            </p:nvSpPr>
            <p:spPr bwMode="auto">
              <a:xfrm>
                <a:off x="4065588"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3" name="ïśľíḍè"/>
              <p:cNvSpPr/>
              <p:nvPr/>
            </p:nvSpPr>
            <p:spPr bwMode="auto">
              <a:xfrm>
                <a:off x="3740151"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4" name="í$ḻîḋè"/>
              <p:cNvSpPr/>
              <p:nvPr/>
            </p:nvSpPr>
            <p:spPr bwMode="auto">
              <a:xfrm>
                <a:off x="4125913"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5" name="iṣļíḋe"/>
              <p:cNvSpPr/>
              <p:nvPr/>
            </p:nvSpPr>
            <p:spPr bwMode="auto">
              <a:xfrm>
                <a:off x="3709988"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6" name="iṩḷiḓé"/>
              <p:cNvSpPr/>
              <p:nvPr/>
            </p:nvSpPr>
            <p:spPr bwMode="auto">
              <a:xfrm>
                <a:off x="4095751"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7" name="iSľiḍè"/>
              <p:cNvSpPr/>
              <p:nvPr/>
            </p:nvSpPr>
            <p:spPr bwMode="auto">
              <a:xfrm>
                <a:off x="3663951" y="3460750"/>
                <a:ext cx="495300" cy="317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8" name="ïṩḷîḍe"/>
              <p:cNvSpPr/>
              <p:nvPr/>
            </p:nvSpPr>
            <p:spPr bwMode="auto">
              <a:xfrm>
                <a:off x="3663951" y="3473450"/>
                <a:ext cx="115888"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9" name="íšḻiḑê"/>
              <p:cNvSpPr/>
              <p:nvPr/>
            </p:nvSpPr>
            <p:spPr bwMode="auto">
              <a:xfrm>
                <a:off x="3789363" y="3473450"/>
                <a:ext cx="428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0" name="ïṩļïďè"/>
              <p:cNvSpPr/>
              <p:nvPr/>
            </p:nvSpPr>
            <p:spPr bwMode="auto">
              <a:xfrm>
                <a:off x="3851276" y="3473450"/>
                <a:ext cx="57150"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1" name="îṥlïḋê"/>
              <p:cNvSpPr/>
              <p:nvPr/>
            </p:nvSpPr>
            <p:spPr bwMode="auto">
              <a:xfrm>
                <a:off x="3917951" y="3473450"/>
                <a:ext cx="555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2" name="îṧľïdè"/>
              <p:cNvSpPr/>
              <p:nvPr/>
            </p:nvSpPr>
            <p:spPr bwMode="auto">
              <a:xfrm>
                <a:off x="3994151" y="3473450"/>
                <a:ext cx="428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3" name="iSḷîḓê"/>
              <p:cNvSpPr/>
              <p:nvPr/>
            </p:nvSpPr>
            <p:spPr bwMode="auto">
              <a:xfrm>
                <a:off x="4046538" y="3473450"/>
                <a:ext cx="11271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4" name="îślíďè"/>
              <p:cNvSpPr/>
              <p:nvPr/>
            </p:nvSpPr>
            <p:spPr bwMode="auto">
              <a:xfrm>
                <a:off x="3979863" y="3473450"/>
                <a:ext cx="7938"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5" name="iSḻïḍè"/>
              <p:cNvSpPr/>
              <p:nvPr/>
            </p:nvSpPr>
            <p:spPr bwMode="auto">
              <a:xfrm>
                <a:off x="3838576" y="3473450"/>
                <a:ext cx="6350"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6" name="ïṡliḑê"/>
              <p:cNvSpPr/>
              <p:nvPr/>
            </p:nvSpPr>
            <p:spPr bwMode="auto">
              <a:xfrm>
                <a:off x="3851276" y="3384550"/>
                <a:ext cx="26988"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97" name="islïďé"/>
              <p:cNvSpPr/>
              <p:nvPr/>
            </p:nvSpPr>
            <p:spPr bwMode="auto">
              <a:xfrm>
                <a:off x="3817938" y="3384550"/>
                <a:ext cx="26988" cy="15875"/>
              </a:xfrm>
              <a:custGeom>
                <a:avLst/>
                <a:gdLst>
                  <a:gd name="T0" fmla="*/ 7 w 8"/>
                  <a:gd name="T1" fmla="*/ 0 h 5"/>
                  <a:gd name="T2" fmla="*/ 8 w 8"/>
                  <a:gd name="T3" fmla="*/ 2 h 5"/>
                  <a:gd name="T4" fmla="*/ 1 w 8"/>
                  <a:gd name="T5" fmla="*/ 5 h 5"/>
                  <a:gd name="T6" fmla="*/ 7 w 8"/>
                  <a:gd name="T7" fmla="*/ 0 h 5"/>
                  <a:gd name="T8" fmla="*/ 7 w 8"/>
                  <a:gd name="T9" fmla="*/ 0 h 5"/>
                  <a:gd name="T10" fmla="*/ 7 w 8"/>
                  <a:gd name="T11" fmla="*/ 0 h 5"/>
                </a:gdLst>
                <a:ahLst/>
                <a:cxnLst>
                  <a:cxn ang="0">
                    <a:pos x="T0" y="T1"/>
                  </a:cxn>
                  <a:cxn ang="0">
                    <a:pos x="T2" y="T3"/>
                  </a:cxn>
                  <a:cxn ang="0">
                    <a:pos x="T4" y="T5"/>
                  </a:cxn>
                  <a:cxn ang="0">
                    <a:pos x="T6" y="T7"/>
                  </a:cxn>
                  <a:cxn ang="0">
                    <a:pos x="T8" y="T9"/>
                  </a:cxn>
                  <a:cxn ang="0">
                    <a:pos x="T10" y="T11"/>
                  </a:cxn>
                </a:cxnLst>
                <a:rect l="0" t="0" r="r" b="b"/>
                <a:pathLst>
                  <a:path w="8" h="5">
                    <a:moveTo>
                      <a:pt x="7" y="0"/>
                    </a:moveTo>
                    <a:cubicBezTo>
                      <a:pt x="8" y="2"/>
                      <a:pt x="8" y="2"/>
                      <a:pt x="8" y="2"/>
                    </a:cubicBezTo>
                    <a:cubicBezTo>
                      <a:pt x="1" y="5"/>
                      <a:pt x="1" y="5"/>
                      <a:pt x="1" y="5"/>
                    </a:cubicBezTo>
                    <a:cubicBezTo>
                      <a:pt x="1" y="5"/>
                      <a:pt x="0" y="2"/>
                      <a:pt x="7" y="0"/>
                    </a:cubicBezTo>
                    <a:close/>
                    <a:moveTo>
                      <a:pt x="7" y="0"/>
                    </a:moveTo>
                    <a:cubicBezTo>
                      <a:pt x="7" y="0"/>
                      <a:pt x="7" y="0"/>
                      <a:pt x="7"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98" name="îṥḷîdé"/>
              <p:cNvSpPr/>
              <p:nvPr/>
            </p:nvSpPr>
            <p:spPr bwMode="auto">
              <a:xfrm>
                <a:off x="3983038" y="3384550"/>
                <a:ext cx="26988" cy="15875"/>
              </a:xfrm>
              <a:custGeom>
                <a:avLst/>
                <a:gdLst>
                  <a:gd name="T0" fmla="*/ 1 w 8"/>
                  <a:gd name="T1" fmla="*/ 0 h 5"/>
                  <a:gd name="T2" fmla="*/ 0 w 8"/>
                  <a:gd name="T3" fmla="*/ 2 h 5"/>
                  <a:gd name="T4" fmla="*/ 7 w 8"/>
                  <a:gd name="T5" fmla="*/ 5 h 5"/>
                  <a:gd name="T6" fmla="*/ 1 w 8"/>
                  <a:gd name="T7" fmla="*/ 0 h 5"/>
                  <a:gd name="T8" fmla="*/ 1 w 8"/>
                  <a:gd name="T9" fmla="*/ 0 h 5"/>
                  <a:gd name="T10" fmla="*/ 1 w 8"/>
                  <a:gd name="T11" fmla="*/ 0 h 5"/>
                </a:gdLst>
                <a:ahLst/>
                <a:cxnLst>
                  <a:cxn ang="0">
                    <a:pos x="T0" y="T1"/>
                  </a:cxn>
                  <a:cxn ang="0">
                    <a:pos x="T2" y="T3"/>
                  </a:cxn>
                  <a:cxn ang="0">
                    <a:pos x="T4" y="T5"/>
                  </a:cxn>
                  <a:cxn ang="0">
                    <a:pos x="T6" y="T7"/>
                  </a:cxn>
                  <a:cxn ang="0">
                    <a:pos x="T8" y="T9"/>
                  </a:cxn>
                  <a:cxn ang="0">
                    <a:pos x="T10" y="T11"/>
                  </a:cxn>
                </a:cxnLst>
                <a:rect l="0" t="0" r="r" b="b"/>
                <a:pathLst>
                  <a:path w="8" h="5">
                    <a:moveTo>
                      <a:pt x="1" y="0"/>
                    </a:moveTo>
                    <a:cubicBezTo>
                      <a:pt x="0" y="2"/>
                      <a:pt x="0" y="2"/>
                      <a:pt x="0" y="2"/>
                    </a:cubicBezTo>
                    <a:cubicBezTo>
                      <a:pt x="7" y="5"/>
                      <a:pt x="7" y="5"/>
                      <a:pt x="7" y="5"/>
                    </a:cubicBezTo>
                    <a:cubicBezTo>
                      <a:pt x="7" y="5"/>
                      <a:pt x="8" y="2"/>
                      <a:pt x="1" y="0"/>
                    </a:cubicBezTo>
                    <a:close/>
                    <a:moveTo>
                      <a:pt x="1" y="0"/>
                    </a:moveTo>
                    <a:cubicBezTo>
                      <a:pt x="1" y="0"/>
                      <a:pt x="1" y="0"/>
                      <a:pt x="1"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99" name="isḷîḋé"/>
              <p:cNvSpPr/>
              <p:nvPr/>
            </p:nvSpPr>
            <p:spPr bwMode="auto">
              <a:xfrm>
                <a:off x="3884613" y="3384550"/>
                <a:ext cx="26988"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0" name="iśḷïḑè"/>
              <p:cNvSpPr/>
              <p:nvPr/>
            </p:nvSpPr>
            <p:spPr bwMode="auto">
              <a:xfrm>
                <a:off x="3917951" y="3384550"/>
                <a:ext cx="25400"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1" name="iṧľiďé"/>
              <p:cNvSpPr/>
              <p:nvPr/>
            </p:nvSpPr>
            <p:spPr bwMode="auto">
              <a:xfrm>
                <a:off x="3951288" y="3384550"/>
                <a:ext cx="25400"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2" name="išľïḍé"/>
              <p:cNvSpPr/>
              <p:nvPr/>
            </p:nvSpPr>
            <p:spPr bwMode="auto">
              <a:xfrm>
                <a:off x="3771901" y="3484563"/>
                <a:ext cx="7938"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3" name="îŝlîḑè"/>
              <p:cNvSpPr/>
              <p:nvPr/>
            </p:nvSpPr>
            <p:spPr bwMode="auto">
              <a:xfrm>
                <a:off x="3786188" y="3484563"/>
                <a:ext cx="46038" cy="60325"/>
              </a:xfrm>
              <a:custGeom>
                <a:avLst/>
                <a:gdLst>
                  <a:gd name="T0" fmla="*/ 8 w 29"/>
                  <a:gd name="T1" fmla="*/ 0 h 38"/>
                  <a:gd name="T2" fmla="*/ 20 w 29"/>
                  <a:gd name="T3" fmla="*/ 0 h 38"/>
                  <a:gd name="T4" fmla="*/ 29 w 29"/>
                  <a:gd name="T5" fmla="*/ 8 h 38"/>
                  <a:gd name="T6" fmla="*/ 29 w 29"/>
                  <a:gd name="T7" fmla="*/ 38 h 38"/>
                  <a:gd name="T8" fmla="*/ 0 w 29"/>
                  <a:gd name="T9" fmla="*/ 38 h 38"/>
                  <a:gd name="T10" fmla="*/ 0 w 29"/>
                  <a:gd name="T11" fmla="*/ 8 h 38"/>
                  <a:gd name="T12" fmla="*/ 8 w 29"/>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29" h="38">
                    <a:moveTo>
                      <a:pt x="8" y="0"/>
                    </a:moveTo>
                    <a:lnTo>
                      <a:pt x="20" y="0"/>
                    </a:lnTo>
                    <a:lnTo>
                      <a:pt x="29" y="8"/>
                    </a:lnTo>
                    <a:lnTo>
                      <a:pt x="29" y="38"/>
                    </a:lnTo>
                    <a:lnTo>
                      <a:pt x="0" y="38"/>
                    </a:lnTo>
                    <a:lnTo>
                      <a:pt x="0" y="8"/>
                    </a:lnTo>
                    <a:lnTo>
                      <a:pt x="8"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4" name="îṩḻíḓe"/>
              <p:cNvSpPr/>
              <p:nvPr/>
            </p:nvSpPr>
            <p:spPr bwMode="auto">
              <a:xfrm>
                <a:off x="3994151" y="3484563"/>
                <a:ext cx="46038" cy="60325"/>
              </a:xfrm>
              <a:custGeom>
                <a:avLst/>
                <a:gdLst>
                  <a:gd name="T0" fmla="*/ 8 w 29"/>
                  <a:gd name="T1" fmla="*/ 0 h 38"/>
                  <a:gd name="T2" fmla="*/ 18 w 29"/>
                  <a:gd name="T3" fmla="*/ 0 h 38"/>
                  <a:gd name="T4" fmla="*/ 29 w 29"/>
                  <a:gd name="T5" fmla="*/ 8 h 38"/>
                  <a:gd name="T6" fmla="*/ 29 w 29"/>
                  <a:gd name="T7" fmla="*/ 38 h 38"/>
                  <a:gd name="T8" fmla="*/ 0 w 29"/>
                  <a:gd name="T9" fmla="*/ 38 h 38"/>
                  <a:gd name="T10" fmla="*/ 0 w 29"/>
                  <a:gd name="T11" fmla="*/ 8 h 38"/>
                  <a:gd name="T12" fmla="*/ 8 w 29"/>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29" h="38">
                    <a:moveTo>
                      <a:pt x="8" y="0"/>
                    </a:moveTo>
                    <a:lnTo>
                      <a:pt x="18" y="0"/>
                    </a:lnTo>
                    <a:lnTo>
                      <a:pt x="29" y="8"/>
                    </a:lnTo>
                    <a:lnTo>
                      <a:pt x="29" y="38"/>
                    </a:lnTo>
                    <a:lnTo>
                      <a:pt x="0" y="38"/>
                    </a:lnTo>
                    <a:lnTo>
                      <a:pt x="0" y="8"/>
                    </a:lnTo>
                    <a:lnTo>
                      <a:pt x="8"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5" name="î$1îdè"/>
              <p:cNvSpPr/>
              <p:nvPr/>
            </p:nvSpPr>
            <p:spPr bwMode="auto">
              <a:xfrm>
                <a:off x="3851276" y="3484563"/>
                <a:ext cx="122238" cy="60325"/>
              </a:xfrm>
              <a:custGeom>
                <a:avLst/>
                <a:gdLst>
                  <a:gd name="T0" fmla="*/ 9 w 77"/>
                  <a:gd name="T1" fmla="*/ 0 h 38"/>
                  <a:gd name="T2" fmla="*/ 69 w 77"/>
                  <a:gd name="T3" fmla="*/ 0 h 38"/>
                  <a:gd name="T4" fmla="*/ 77 w 77"/>
                  <a:gd name="T5" fmla="*/ 8 h 38"/>
                  <a:gd name="T6" fmla="*/ 77 w 77"/>
                  <a:gd name="T7" fmla="*/ 38 h 38"/>
                  <a:gd name="T8" fmla="*/ 0 w 77"/>
                  <a:gd name="T9" fmla="*/ 38 h 38"/>
                  <a:gd name="T10" fmla="*/ 0 w 77"/>
                  <a:gd name="T11" fmla="*/ 8 h 38"/>
                  <a:gd name="T12" fmla="*/ 9 w 77"/>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77" h="38">
                    <a:moveTo>
                      <a:pt x="9" y="0"/>
                    </a:moveTo>
                    <a:lnTo>
                      <a:pt x="69" y="0"/>
                    </a:lnTo>
                    <a:lnTo>
                      <a:pt x="77" y="8"/>
                    </a:lnTo>
                    <a:lnTo>
                      <a:pt x="77" y="38"/>
                    </a:lnTo>
                    <a:lnTo>
                      <a:pt x="0" y="38"/>
                    </a:lnTo>
                    <a:lnTo>
                      <a:pt x="0" y="8"/>
                    </a:lnTo>
                    <a:lnTo>
                      <a:pt x="9"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6" name="iśľïḓe"/>
              <p:cNvSpPr/>
              <p:nvPr/>
            </p:nvSpPr>
            <p:spPr bwMode="auto">
              <a:xfrm>
                <a:off x="4046538" y="3484563"/>
                <a:ext cx="6350"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7" name="iṣļïḑè"/>
              <p:cNvSpPr/>
              <p:nvPr/>
            </p:nvSpPr>
            <p:spPr bwMode="auto">
              <a:xfrm>
                <a:off x="3838576" y="3484563"/>
                <a:ext cx="6350"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8" name="iṡḷidé"/>
              <p:cNvSpPr/>
              <p:nvPr/>
            </p:nvSpPr>
            <p:spPr bwMode="auto">
              <a:xfrm>
                <a:off x="3979863" y="3484563"/>
                <a:ext cx="3175"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9" name="íṡḷíḋe"/>
              <p:cNvSpPr/>
              <p:nvPr/>
            </p:nvSpPr>
            <p:spPr bwMode="auto">
              <a:xfrm>
                <a:off x="3811588" y="3551238"/>
                <a:ext cx="20478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0" name="íŝ1iḑê"/>
              <p:cNvSpPr/>
              <p:nvPr/>
            </p:nvSpPr>
            <p:spPr bwMode="auto">
              <a:xfrm>
                <a:off x="3805238" y="3557588"/>
                <a:ext cx="214313"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1" name="îṩḷiḑe"/>
              <p:cNvSpPr/>
              <p:nvPr/>
            </p:nvSpPr>
            <p:spPr bwMode="auto">
              <a:xfrm>
                <a:off x="3802063" y="3567113"/>
                <a:ext cx="220663" cy="1588"/>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2" name="iṧḻiḑê"/>
              <p:cNvSpPr/>
              <p:nvPr/>
            </p:nvSpPr>
            <p:spPr bwMode="auto">
              <a:xfrm>
                <a:off x="3802063" y="3570288"/>
                <a:ext cx="22383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3" name="ïṣḻîḋè"/>
              <p:cNvSpPr/>
              <p:nvPr/>
            </p:nvSpPr>
            <p:spPr bwMode="auto">
              <a:xfrm>
                <a:off x="3795713" y="3581400"/>
                <a:ext cx="234950"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4" name="îṡ1îḍé"/>
              <p:cNvSpPr/>
              <p:nvPr/>
            </p:nvSpPr>
            <p:spPr bwMode="auto">
              <a:xfrm>
                <a:off x="3633788" y="3587750"/>
                <a:ext cx="560388" cy="6350"/>
              </a:xfrm>
              <a:custGeom>
                <a:avLst/>
                <a:gdLst>
                  <a:gd name="T0" fmla="*/ 0 w 353"/>
                  <a:gd name="T1" fmla="*/ 0 h 4"/>
                  <a:gd name="T2" fmla="*/ 353 w 353"/>
                  <a:gd name="T3" fmla="*/ 0 h 4"/>
                  <a:gd name="T4" fmla="*/ 351 w 353"/>
                  <a:gd name="T5" fmla="*/ 4 h 4"/>
                  <a:gd name="T6" fmla="*/ 2 w 353"/>
                  <a:gd name="T7" fmla="*/ 4 h 4"/>
                  <a:gd name="T8" fmla="*/ 0 w 353"/>
                  <a:gd name="T9" fmla="*/ 0 h 4"/>
                </a:gdLst>
                <a:ahLst/>
                <a:cxnLst>
                  <a:cxn ang="0">
                    <a:pos x="T0" y="T1"/>
                  </a:cxn>
                  <a:cxn ang="0">
                    <a:pos x="T2" y="T3"/>
                  </a:cxn>
                  <a:cxn ang="0">
                    <a:pos x="T4" y="T5"/>
                  </a:cxn>
                  <a:cxn ang="0">
                    <a:pos x="T6" y="T7"/>
                  </a:cxn>
                  <a:cxn ang="0">
                    <a:pos x="T8" y="T9"/>
                  </a:cxn>
                </a:cxnLst>
                <a:rect l="0" t="0" r="r" b="b"/>
                <a:pathLst>
                  <a:path w="353" h="4">
                    <a:moveTo>
                      <a:pt x="0" y="0"/>
                    </a:moveTo>
                    <a:lnTo>
                      <a:pt x="353" y="0"/>
                    </a:lnTo>
                    <a:lnTo>
                      <a:pt x="351" y="4"/>
                    </a:lnTo>
                    <a:lnTo>
                      <a:pt x="2" y="4"/>
                    </a:lnTo>
                    <a:lnTo>
                      <a:pt x="0" y="0"/>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15" name="îš1íḑe"/>
              <p:cNvSpPr/>
              <p:nvPr/>
            </p:nvSpPr>
            <p:spPr bwMode="auto">
              <a:xfrm>
                <a:off x="3640138" y="3600450"/>
                <a:ext cx="547688" cy="6350"/>
              </a:xfrm>
              <a:custGeom>
                <a:avLst/>
                <a:gdLst>
                  <a:gd name="T0" fmla="*/ 0 w 345"/>
                  <a:gd name="T1" fmla="*/ 0 h 4"/>
                  <a:gd name="T2" fmla="*/ 345 w 345"/>
                  <a:gd name="T3" fmla="*/ 0 h 4"/>
                  <a:gd name="T4" fmla="*/ 343 w 345"/>
                  <a:gd name="T5" fmla="*/ 4 h 4"/>
                  <a:gd name="T6" fmla="*/ 2 w 345"/>
                  <a:gd name="T7" fmla="*/ 4 h 4"/>
                  <a:gd name="T8" fmla="*/ 0 w 345"/>
                  <a:gd name="T9" fmla="*/ 0 h 4"/>
                </a:gdLst>
                <a:ahLst/>
                <a:cxnLst>
                  <a:cxn ang="0">
                    <a:pos x="T0" y="T1"/>
                  </a:cxn>
                  <a:cxn ang="0">
                    <a:pos x="T2" y="T3"/>
                  </a:cxn>
                  <a:cxn ang="0">
                    <a:pos x="T4" y="T5"/>
                  </a:cxn>
                  <a:cxn ang="0">
                    <a:pos x="T6" y="T7"/>
                  </a:cxn>
                  <a:cxn ang="0">
                    <a:pos x="T8" y="T9"/>
                  </a:cxn>
                </a:cxnLst>
                <a:rect l="0" t="0" r="r" b="b"/>
                <a:pathLst>
                  <a:path w="345" h="4">
                    <a:moveTo>
                      <a:pt x="0" y="0"/>
                    </a:moveTo>
                    <a:lnTo>
                      <a:pt x="345" y="0"/>
                    </a:lnTo>
                    <a:lnTo>
                      <a:pt x="343" y="4"/>
                    </a:lnTo>
                    <a:lnTo>
                      <a:pt x="2" y="4"/>
                    </a:lnTo>
                    <a:lnTo>
                      <a:pt x="0" y="0"/>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16" name="iš1ïḍe"/>
              <p:cNvSpPr/>
              <p:nvPr/>
            </p:nvSpPr>
            <p:spPr bwMode="auto">
              <a:xfrm>
                <a:off x="3736976" y="3406775"/>
                <a:ext cx="352425" cy="4763"/>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7" name="îSḻîde"/>
              <p:cNvSpPr/>
              <p:nvPr/>
            </p:nvSpPr>
            <p:spPr bwMode="auto">
              <a:xfrm>
                <a:off x="3746501" y="3417888"/>
                <a:ext cx="3333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8" name="î$ḻîḑé"/>
              <p:cNvSpPr/>
              <p:nvPr/>
            </p:nvSpPr>
            <p:spPr bwMode="auto">
              <a:xfrm>
                <a:off x="3805238" y="3417888"/>
                <a:ext cx="211138" cy="1588"/>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9" name="íŝļïḓe"/>
              <p:cNvSpPr/>
              <p:nvPr/>
            </p:nvSpPr>
            <p:spPr bwMode="auto">
              <a:xfrm>
                <a:off x="3811588"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20" name="îS1iḍé"/>
              <p:cNvSpPr/>
              <p:nvPr/>
            </p:nvSpPr>
            <p:spPr bwMode="auto">
              <a:xfrm>
                <a:off x="3802063"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21" name="išlïdé"/>
              <p:cNvSpPr/>
              <p:nvPr/>
            </p:nvSpPr>
            <p:spPr bwMode="auto">
              <a:xfrm>
                <a:off x="3789363" y="3421063"/>
                <a:ext cx="6350"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22" name="ïSlïde"/>
              <p:cNvSpPr/>
              <p:nvPr/>
            </p:nvSpPr>
            <p:spPr bwMode="auto">
              <a:xfrm>
                <a:off x="3822701"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3" name="îşľïďe"/>
              <p:cNvSpPr/>
              <p:nvPr/>
            </p:nvSpPr>
            <p:spPr bwMode="auto">
              <a:xfrm>
                <a:off x="3832226"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4" name="ïşľíďê"/>
              <p:cNvSpPr/>
              <p:nvPr/>
            </p:nvSpPr>
            <p:spPr bwMode="auto">
              <a:xfrm>
                <a:off x="38449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5" name="íś1ïdè"/>
              <p:cNvSpPr/>
              <p:nvPr/>
            </p:nvSpPr>
            <p:spPr bwMode="auto">
              <a:xfrm>
                <a:off x="3854451"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0" y="0"/>
                      <a:pt x="1" y="0"/>
                      <a:pt x="2" y="0"/>
                    </a:cubicBezTo>
                    <a:cubicBezTo>
                      <a:pt x="2" y="3"/>
                      <a:pt x="2" y="6"/>
                      <a:pt x="2"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6" name="iṩḷiḍe"/>
              <p:cNvSpPr/>
              <p:nvPr/>
            </p:nvSpPr>
            <p:spPr bwMode="auto">
              <a:xfrm>
                <a:off x="3865563"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7" name="ïŝ1iďè"/>
              <p:cNvSpPr/>
              <p:nvPr/>
            </p:nvSpPr>
            <p:spPr bwMode="auto">
              <a:xfrm>
                <a:off x="3878263"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8" name="íṩļíḋê"/>
              <p:cNvSpPr/>
              <p:nvPr/>
            </p:nvSpPr>
            <p:spPr bwMode="auto">
              <a:xfrm>
                <a:off x="3887788"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9" name="ïṧ1ïdè"/>
              <p:cNvSpPr/>
              <p:nvPr/>
            </p:nvSpPr>
            <p:spPr bwMode="auto">
              <a:xfrm>
                <a:off x="3897313"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0" name="íŝḻîḍé"/>
              <p:cNvSpPr/>
              <p:nvPr/>
            </p:nvSpPr>
            <p:spPr bwMode="auto">
              <a:xfrm>
                <a:off x="3908426"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1" name="îşḻïḓé"/>
              <p:cNvSpPr/>
              <p:nvPr/>
            </p:nvSpPr>
            <p:spPr bwMode="auto">
              <a:xfrm>
                <a:off x="39211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2" name="íśļíďè"/>
              <p:cNvSpPr/>
              <p:nvPr/>
            </p:nvSpPr>
            <p:spPr bwMode="auto">
              <a:xfrm>
                <a:off x="3930651"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3" name="iŝ1ïdé"/>
              <p:cNvSpPr/>
              <p:nvPr/>
            </p:nvSpPr>
            <p:spPr bwMode="auto">
              <a:xfrm>
                <a:off x="3940176"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4" name="is1ídè"/>
              <p:cNvSpPr/>
              <p:nvPr/>
            </p:nvSpPr>
            <p:spPr bwMode="auto">
              <a:xfrm>
                <a:off x="3951288"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2" y="0"/>
                      <a:pt x="2" y="0"/>
                    </a:cubicBezTo>
                    <a:cubicBezTo>
                      <a:pt x="2" y="3"/>
                      <a:pt x="2" y="6"/>
                      <a:pt x="2" y="9"/>
                    </a:cubicBezTo>
                    <a:cubicBezTo>
                      <a:pt x="2"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5" name="islíďê"/>
              <p:cNvSpPr/>
              <p:nvPr/>
            </p:nvSpPr>
            <p:spPr bwMode="auto">
              <a:xfrm>
                <a:off x="3963988"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6" name="iṩlíḑê"/>
              <p:cNvSpPr/>
              <p:nvPr/>
            </p:nvSpPr>
            <p:spPr bwMode="auto">
              <a:xfrm>
                <a:off x="3973513"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7" name="îṥḷïďê"/>
              <p:cNvSpPr/>
              <p:nvPr/>
            </p:nvSpPr>
            <p:spPr bwMode="auto">
              <a:xfrm>
                <a:off x="3983038"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8" name="íṥḻïďè"/>
              <p:cNvSpPr/>
              <p:nvPr/>
            </p:nvSpPr>
            <p:spPr bwMode="auto">
              <a:xfrm>
                <a:off x="39973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9" name="íṡḷíḍè"/>
              <p:cNvSpPr/>
              <p:nvPr/>
            </p:nvSpPr>
            <p:spPr bwMode="auto">
              <a:xfrm>
                <a:off x="4006851"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0" name="î$ḷîḑé"/>
              <p:cNvSpPr/>
              <p:nvPr/>
            </p:nvSpPr>
            <p:spPr bwMode="auto">
              <a:xfrm>
                <a:off x="4016376" y="3421063"/>
                <a:ext cx="6350"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1" name="í$ľîdè"/>
              <p:cNvSpPr/>
              <p:nvPr/>
            </p:nvSpPr>
            <p:spPr bwMode="auto">
              <a:xfrm>
                <a:off x="4025901" y="3421063"/>
                <a:ext cx="7938"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2" name="iṥ1iḍè"/>
              <p:cNvSpPr/>
              <p:nvPr/>
            </p:nvSpPr>
            <p:spPr bwMode="auto">
              <a:xfrm>
                <a:off x="4040188" y="3417888"/>
                <a:ext cx="3968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3" name="ïslidé"/>
              <p:cNvSpPr/>
              <p:nvPr/>
            </p:nvSpPr>
            <p:spPr bwMode="auto">
              <a:xfrm>
                <a:off x="3679826"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4" name="íṡlïďè"/>
              <p:cNvSpPr/>
              <p:nvPr/>
            </p:nvSpPr>
            <p:spPr bwMode="auto">
              <a:xfrm>
                <a:off x="3884613" y="3490913"/>
                <a:ext cx="55563" cy="53975"/>
              </a:xfrm>
              <a:custGeom>
                <a:avLst/>
                <a:gdLst>
                  <a:gd name="T0" fmla="*/ 0 w 35"/>
                  <a:gd name="T1" fmla="*/ 0 h 34"/>
                  <a:gd name="T2" fmla="*/ 35 w 35"/>
                  <a:gd name="T3" fmla="*/ 0 h 34"/>
                  <a:gd name="T4" fmla="*/ 35 w 35"/>
                  <a:gd name="T5" fmla="*/ 34 h 34"/>
                  <a:gd name="T6" fmla="*/ 0 w 35"/>
                  <a:gd name="T7" fmla="*/ 34 h 34"/>
                  <a:gd name="T8" fmla="*/ 0 w 35"/>
                  <a:gd name="T9" fmla="*/ 0 h 34"/>
                  <a:gd name="T10" fmla="*/ 0 w 35"/>
                  <a:gd name="T11" fmla="*/ 0 h 34"/>
                  <a:gd name="T12" fmla="*/ 4 w 35"/>
                  <a:gd name="T13" fmla="*/ 8 h 34"/>
                  <a:gd name="T14" fmla="*/ 4 w 35"/>
                  <a:gd name="T15" fmla="*/ 27 h 34"/>
                  <a:gd name="T16" fmla="*/ 8 w 35"/>
                  <a:gd name="T17" fmla="*/ 27 h 34"/>
                  <a:gd name="T18" fmla="*/ 8 w 35"/>
                  <a:gd name="T19" fmla="*/ 8 h 34"/>
                  <a:gd name="T20" fmla="*/ 4 w 35"/>
                  <a:gd name="T21" fmla="*/ 8 h 34"/>
                  <a:gd name="T22" fmla="*/ 4 w 35"/>
                  <a:gd name="T23" fmla="*/ 8 h 34"/>
                  <a:gd name="T24" fmla="*/ 29 w 35"/>
                  <a:gd name="T25" fmla="*/ 8 h 34"/>
                  <a:gd name="T26" fmla="*/ 29 w 35"/>
                  <a:gd name="T27" fmla="*/ 27 h 34"/>
                  <a:gd name="T28" fmla="*/ 31 w 35"/>
                  <a:gd name="T29" fmla="*/ 27 h 34"/>
                  <a:gd name="T30" fmla="*/ 31 w 35"/>
                  <a:gd name="T31" fmla="*/ 8 h 34"/>
                  <a:gd name="T32" fmla="*/ 29 w 35"/>
                  <a:gd name="T33" fmla="*/ 8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35" h="34">
                    <a:moveTo>
                      <a:pt x="0" y="0"/>
                    </a:moveTo>
                    <a:lnTo>
                      <a:pt x="35" y="0"/>
                    </a:lnTo>
                    <a:lnTo>
                      <a:pt x="35" y="34"/>
                    </a:lnTo>
                    <a:lnTo>
                      <a:pt x="0" y="34"/>
                    </a:lnTo>
                    <a:lnTo>
                      <a:pt x="0" y="0"/>
                    </a:lnTo>
                    <a:lnTo>
                      <a:pt x="0" y="0"/>
                    </a:lnTo>
                    <a:close/>
                    <a:moveTo>
                      <a:pt x="4" y="8"/>
                    </a:moveTo>
                    <a:lnTo>
                      <a:pt x="4" y="27"/>
                    </a:lnTo>
                    <a:lnTo>
                      <a:pt x="8" y="27"/>
                    </a:lnTo>
                    <a:lnTo>
                      <a:pt x="8" y="8"/>
                    </a:lnTo>
                    <a:lnTo>
                      <a:pt x="4" y="8"/>
                    </a:lnTo>
                    <a:lnTo>
                      <a:pt x="4" y="8"/>
                    </a:lnTo>
                    <a:close/>
                    <a:moveTo>
                      <a:pt x="29" y="8"/>
                    </a:moveTo>
                    <a:lnTo>
                      <a:pt x="29" y="27"/>
                    </a:lnTo>
                    <a:lnTo>
                      <a:pt x="31" y="27"/>
                    </a:lnTo>
                    <a:lnTo>
                      <a:pt x="31" y="8"/>
                    </a:lnTo>
                    <a:lnTo>
                      <a:pt x="29" y="8"/>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45" name="iṧ1ïḓè"/>
              <p:cNvSpPr/>
              <p:nvPr/>
            </p:nvSpPr>
            <p:spPr bwMode="auto">
              <a:xfrm>
                <a:off x="3551238" y="3067050"/>
                <a:ext cx="722313" cy="727075"/>
              </a:xfrm>
              <a:custGeom>
                <a:avLst/>
                <a:gdLst>
                  <a:gd name="T0" fmla="*/ 109 w 219"/>
                  <a:gd name="T1" fmla="*/ 0 h 218"/>
                  <a:gd name="T2" fmla="*/ 219 w 219"/>
                  <a:gd name="T3" fmla="*/ 109 h 218"/>
                  <a:gd name="T4" fmla="*/ 109 w 219"/>
                  <a:gd name="T5" fmla="*/ 218 h 218"/>
                  <a:gd name="T6" fmla="*/ 0 w 219"/>
                  <a:gd name="T7" fmla="*/ 109 h 218"/>
                  <a:gd name="T8" fmla="*/ 109 w 219"/>
                  <a:gd name="T9" fmla="*/ 0 h 218"/>
                  <a:gd name="T10" fmla="*/ 109 w 219"/>
                  <a:gd name="T11" fmla="*/ 3 h 218"/>
                  <a:gd name="T12" fmla="*/ 4 w 219"/>
                  <a:gd name="T13" fmla="*/ 109 h 218"/>
                  <a:gd name="T14" fmla="*/ 109 w 219"/>
                  <a:gd name="T15" fmla="*/ 215 h 218"/>
                  <a:gd name="T16" fmla="*/ 215 w 219"/>
                  <a:gd name="T17" fmla="*/ 109 h 218"/>
                  <a:gd name="T18" fmla="*/ 109 w 219"/>
                  <a:gd name="T19" fmla="*/ 3 h 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9" h="218">
                    <a:moveTo>
                      <a:pt x="109" y="0"/>
                    </a:moveTo>
                    <a:cubicBezTo>
                      <a:pt x="170" y="0"/>
                      <a:pt x="219" y="49"/>
                      <a:pt x="219" y="109"/>
                    </a:cubicBezTo>
                    <a:cubicBezTo>
                      <a:pt x="219" y="169"/>
                      <a:pt x="170" y="218"/>
                      <a:pt x="109" y="218"/>
                    </a:cubicBezTo>
                    <a:cubicBezTo>
                      <a:pt x="49" y="218"/>
                      <a:pt x="0" y="169"/>
                      <a:pt x="0" y="109"/>
                    </a:cubicBezTo>
                    <a:cubicBezTo>
                      <a:pt x="0" y="49"/>
                      <a:pt x="49" y="0"/>
                      <a:pt x="109" y="0"/>
                    </a:cubicBezTo>
                    <a:close/>
                    <a:moveTo>
                      <a:pt x="109" y="3"/>
                    </a:moveTo>
                    <a:cubicBezTo>
                      <a:pt x="51" y="3"/>
                      <a:pt x="4" y="51"/>
                      <a:pt x="4" y="109"/>
                    </a:cubicBezTo>
                    <a:cubicBezTo>
                      <a:pt x="4" y="167"/>
                      <a:pt x="51" y="215"/>
                      <a:pt x="109" y="215"/>
                    </a:cubicBezTo>
                    <a:cubicBezTo>
                      <a:pt x="168" y="215"/>
                      <a:pt x="215" y="167"/>
                      <a:pt x="215" y="109"/>
                    </a:cubicBezTo>
                    <a:cubicBezTo>
                      <a:pt x="215" y="51"/>
                      <a:pt x="168" y="3"/>
                      <a:pt x="109" y="3"/>
                    </a:cubicBez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nvGrpSpPr>
            <p:cNvPr id="247" name="íşḷïḑe"/>
            <p:cNvGrpSpPr/>
            <p:nvPr userDrawn="1"/>
          </p:nvGrpSpPr>
          <p:grpSpPr>
            <a:xfrm>
              <a:off x="4894762" y="471192"/>
              <a:ext cx="4437911" cy="1614111"/>
              <a:chOff x="4412452" y="3106738"/>
              <a:chExt cx="2312689" cy="841148"/>
            </a:xfrm>
          </p:grpSpPr>
          <p:grpSp>
            <p:nvGrpSpPr>
              <p:cNvPr id="248" name="îṥľíḑé"/>
              <p:cNvGrpSpPr/>
              <p:nvPr/>
            </p:nvGrpSpPr>
            <p:grpSpPr>
              <a:xfrm>
                <a:off x="4422776" y="3106738"/>
                <a:ext cx="2293937" cy="617538"/>
                <a:chOff x="4422776" y="3106738"/>
                <a:chExt cx="2293937" cy="617538"/>
              </a:xfrm>
            </p:grpSpPr>
            <p:sp>
              <p:nvSpPr>
                <p:cNvPr id="265" name="išḻiḑé"/>
                <p:cNvSpPr/>
                <p:nvPr/>
              </p:nvSpPr>
              <p:spPr bwMode="auto">
                <a:xfrm>
                  <a:off x="4811713" y="3200400"/>
                  <a:ext cx="49213" cy="100013"/>
                </a:xfrm>
                <a:custGeom>
                  <a:avLst/>
                  <a:gdLst>
                    <a:gd name="T0" fmla="*/ 0 w 15"/>
                    <a:gd name="T1" fmla="*/ 1 h 30"/>
                    <a:gd name="T2" fmla="*/ 1 w 15"/>
                    <a:gd name="T3" fmla="*/ 12 h 30"/>
                    <a:gd name="T4" fmla="*/ 0 w 15"/>
                    <a:gd name="T5" fmla="*/ 21 h 30"/>
                    <a:gd name="T6" fmla="*/ 2 w 15"/>
                    <a:gd name="T7" fmla="*/ 28 h 30"/>
                    <a:gd name="T8" fmla="*/ 7 w 15"/>
                    <a:gd name="T9" fmla="*/ 30 h 30"/>
                    <a:gd name="T10" fmla="*/ 12 w 15"/>
                    <a:gd name="T11" fmla="*/ 26 h 30"/>
                    <a:gd name="T12" fmla="*/ 15 w 15"/>
                    <a:gd name="T13" fmla="*/ 18 h 30"/>
                    <a:gd name="T14" fmla="*/ 3 w 15"/>
                    <a:gd name="T15" fmla="*/ 0 h 30"/>
                    <a:gd name="T16" fmla="*/ 0 w 15"/>
                    <a:gd name="T17" fmla="*/ 1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5" h="30">
                      <a:moveTo>
                        <a:pt x="0" y="1"/>
                      </a:moveTo>
                      <a:cubicBezTo>
                        <a:pt x="1" y="12"/>
                        <a:pt x="1" y="12"/>
                        <a:pt x="1" y="12"/>
                      </a:cubicBezTo>
                      <a:cubicBezTo>
                        <a:pt x="1" y="13"/>
                        <a:pt x="0" y="18"/>
                        <a:pt x="0" y="21"/>
                      </a:cubicBezTo>
                      <a:cubicBezTo>
                        <a:pt x="0" y="24"/>
                        <a:pt x="2" y="25"/>
                        <a:pt x="2" y="28"/>
                      </a:cubicBezTo>
                      <a:cubicBezTo>
                        <a:pt x="7" y="30"/>
                        <a:pt x="7" y="30"/>
                        <a:pt x="7" y="30"/>
                      </a:cubicBezTo>
                      <a:cubicBezTo>
                        <a:pt x="9" y="27"/>
                        <a:pt x="10" y="29"/>
                        <a:pt x="12" y="26"/>
                      </a:cubicBezTo>
                      <a:cubicBezTo>
                        <a:pt x="14" y="23"/>
                        <a:pt x="14" y="21"/>
                        <a:pt x="15" y="18"/>
                      </a:cubicBezTo>
                      <a:cubicBezTo>
                        <a:pt x="12" y="7"/>
                        <a:pt x="13" y="5"/>
                        <a:pt x="3" y="0"/>
                      </a:cubicBezTo>
                      <a:lnTo>
                        <a:pt x="0" y="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6" name="íṥľíďè"/>
                <p:cNvSpPr/>
                <p:nvPr/>
              </p:nvSpPr>
              <p:spPr bwMode="auto">
                <a:xfrm>
                  <a:off x="5221288" y="3184525"/>
                  <a:ext cx="36513" cy="122238"/>
                </a:xfrm>
                <a:custGeom>
                  <a:avLst/>
                  <a:gdLst>
                    <a:gd name="T0" fmla="*/ 0 w 11"/>
                    <a:gd name="T1" fmla="*/ 3 h 37"/>
                    <a:gd name="T2" fmla="*/ 2 w 11"/>
                    <a:gd name="T3" fmla="*/ 14 h 37"/>
                    <a:gd name="T4" fmla="*/ 0 w 11"/>
                    <a:gd name="T5" fmla="*/ 33 h 37"/>
                    <a:gd name="T6" fmla="*/ 0 w 11"/>
                    <a:gd name="T7" fmla="*/ 36 h 37"/>
                    <a:gd name="T8" fmla="*/ 2 w 11"/>
                    <a:gd name="T9" fmla="*/ 37 h 37"/>
                    <a:gd name="T10" fmla="*/ 8 w 11"/>
                    <a:gd name="T11" fmla="*/ 27 h 37"/>
                    <a:gd name="T12" fmla="*/ 11 w 11"/>
                    <a:gd name="T13" fmla="*/ 17 h 37"/>
                    <a:gd name="T14" fmla="*/ 11 w 11"/>
                    <a:gd name="T15" fmla="*/ 15 h 37"/>
                    <a:gd name="T16" fmla="*/ 7 w 11"/>
                    <a:gd name="T17" fmla="*/ 2 h 37"/>
                    <a:gd name="T18" fmla="*/ 2 w 11"/>
                    <a:gd name="T19" fmla="*/ 0 h 37"/>
                    <a:gd name="T20" fmla="*/ 0 w 11"/>
                    <a:gd name="T21" fmla="*/ 3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1" h="37">
                      <a:moveTo>
                        <a:pt x="0" y="3"/>
                      </a:moveTo>
                      <a:cubicBezTo>
                        <a:pt x="2" y="14"/>
                        <a:pt x="2" y="14"/>
                        <a:pt x="2" y="14"/>
                      </a:cubicBezTo>
                      <a:cubicBezTo>
                        <a:pt x="2" y="19"/>
                        <a:pt x="0" y="27"/>
                        <a:pt x="0" y="33"/>
                      </a:cubicBezTo>
                      <a:cubicBezTo>
                        <a:pt x="0" y="36"/>
                        <a:pt x="0" y="36"/>
                        <a:pt x="0" y="36"/>
                      </a:cubicBezTo>
                      <a:cubicBezTo>
                        <a:pt x="2" y="36"/>
                        <a:pt x="1" y="37"/>
                        <a:pt x="2" y="37"/>
                      </a:cubicBezTo>
                      <a:cubicBezTo>
                        <a:pt x="3" y="37"/>
                        <a:pt x="7" y="28"/>
                        <a:pt x="8" y="27"/>
                      </a:cubicBezTo>
                      <a:cubicBezTo>
                        <a:pt x="9" y="24"/>
                        <a:pt x="11" y="21"/>
                        <a:pt x="11" y="17"/>
                      </a:cubicBezTo>
                      <a:cubicBezTo>
                        <a:pt x="11" y="15"/>
                        <a:pt x="11" y="15"/>
                        <a:pt x="11" y="15"/>
                      </a:cubicBezTo>
                      <a:cubicBezTo>
                        <a:pt x="11" y="7"/>
                        <a:pt x="8" y="7"/>
                        <a:pt x="7" y="2"/>
                      </a:cubicBezTo>
                      <a:cubicBezTo>
                        <a:pt x="2" y="0"/>
                        <a:pt x="2" y="0"/>
                        <a:pt x="2" y="0"/>
                      </a:cubicBezTo>
                      <a:cubicBezTo>
                        <a:pt x="2" y="1"/>
                        <a:pt x="0" y="1"/>
                        <a:pt x="0" y="3"/>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7" name="íś1iḑe"/>
                <p:cNvSpPr/>
                <p:nvPr/>
              </p:nvSpPr>
              <p:spPr bwMode="auto">
                <a:xfrm>
                  <a:off x="4554538" y="3251200"/>
                  <a:ext cx="119063" cy="58738"/>
                </a:xfrm>
                <a:custGeom>
                  <a:avLst/>
                  <a:gdLst>
                    <a:gd name="T0" fmla="*/ 0 w 36"/>
                    <a:gd name="T1" fmla="*/ 15 h 18"/>
                    <a:gd name="T2" fmla="*/ 2 w 36"/>
                    <a:gd name="T3" fmla="*/ 16 h 18"/>
                    <a:gd name="T4" fmla="*/ 13 w 36"/>
                    <a:gd name="T5" fmla="*/ 18 h 18"/>
                    <a:gd name="T6" fmla="*/ 16 w 36"/>
                    <a:gd name="T7" fmla="*/ 18 h 18"/>
                    <a:gd name="T8" fmla="*/ 22 w 36"/>
                    <a:gd name="T9" fmla="*/ 17 h 18"/>
                    <a:gd name="T10" fmla="*/ 23 w 36"/>
                    <a:gd name="T11" fmla="*/ 17 h 18"/>
                    <a:gd name="T12" fmla="*/ 30 w 36"/>
                    <a:gd name="T13" fmla="*/ 13 h 18"/>
                    <a:gd name="T14" fmla="*/ 36 w 36"/>
                    <a:gd name="T15" fmla="*/ 8 h 18"/>
                    <a:gd name="T16" fmla="*/ 36 w 36"/>
                    <a:gd name="T17" fmla="*/ 7 h 18"/>
                    <a:gd name="T18" fmla="*/ 36 w 36"/>
                    <a:gd name="T19" fmla="*/ 4 h 18"/>
                    <a:gd name="T20" fmla="*/ 32 w 36"/>
                    <a:gd name="T21" fmla="*/ 0 h 18"/>
                    <a:gd name="T22" fmla="*/ 24 w 36"/>
                    <a:gd name="T23" fmla="*/ 3 h 18"/>
                    <a:gd name="T24" fmla="*/ 16 w 36"/>
                    <a:gd name="T25" fmla="*/ 7 h 18"/>
                    <a:gd name="T26" fmla="*/ 0 w 36"/>
                    <a:gd name="T27" fmla="*/ 15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6" h="18">
                      <a:moveTo>
                        <a:pt x="0" y="15"/>
                      </a:moveTo>
                      <a:cubicBezTo>
                        <a:pt x="1" y="16"/>
                        <a:pt x="1" y="16"/>
                        <a:pt x="2" y="16"/>
                      </a:cubicBezTo>
                      <a:cubicBezTo>
                        <a:pt x="6" y="16"/>
                        <a:pt x="9" y="18"/>
                        <a:pt x="13" y="18"/>
                      </a:cubicBezTo>
                      <a:cubicBezTo>
                        <a:pt x="16" y="18"/>
                        <a:pt x="16" y="18"/>
                        <a:pt x="16" y="18"/>
                      </a:cubicBezTo>
                      <a:cubicBezTo>
                        <a:pt x="22" y="17"/>
                        <a:pt x="22" y="17"/>
                        <a:pt x="22" y="17"/>
                      </a:cubicBezTo>
                      <a:cubicBezTo>
                        <a:pt x="23" y="17"/>
                        <a:pt x="23" y="17"/>
                        <a:pt x="23" y="17"/>
                      </a:cubicBezTo>
                      <a:cubicBezTo>
                        <a:pt x="26" y="16"/>
                        <a:pt x="28" y="14"/>
                        <a:pt x="30" y="13"/>
                      </a:cubicBezTo>
                      <a:cubicBezTo>
                        <a:pt x="34" y="11"/>
                        <a:pt x="33" y="10"/>
                        <a:pt x="36" y="8"/>
                      </a:cubicBezTo>
                      <a:cubicBezTo>
                        <a:pt x="36" y="7"/>
                        <a:pt x="36" y="7"/>
                        <a:pt x="36" y="7"/>
                      </a:cubicBezTo>
                      <a:cubicBezTo>
                        <a:pt x="36" y="4"/>
                        <a:pt x="36" y="4"/>
                        <a:pt x="36" y="4"/>
                      </a:cubicBezTo>
                      <a:cubicBezTo>
                        <a:pt x="36" y="1"/>
                        <a:pt x="33" y="2"/>
                        <a:pt x="32" y="0"/>
                      </a:cubicBezTo>
                      <a:cubicBezTo>
                        <a:pt x="29" y="1"/>
                        <a:pt x="27" y="1"/>
                        <a:pt x="24" y="3"/>
                      </a:cubicBezTo>
                      <a:cubicBezTo>
                        <a:pt x="21" y="4"/>
                        <a:pt x="19" y="6"/>
                        <a:pt x="16" y="7"/>
                      </a:cubicBezTo>
                      <a:cubicBezTo>
                        <a:pt x="11" y="11"/>
                        <a:pt x="4" y="10"/>
                        <a:pt x="0" y="1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8" name="iṩ1iḋè"/>
                <p:cNvSpPr/>
                <p:nvPr/>
              </p:nvSpPr>
              <p:spPr bwMode="auto">
                <a:xfrm>
                  <a:off x="6359526" y="3263900"/>
                  <a:ext cx="93663" cy="139700"/>
                </a:xfrm>
                <a:custGeom>
                  <a:avLst/>
                  <a:gdLst>
                    <a:gd name="T0" fmla="*/ 15 w 28"/>
                    <a:gd name="T1" fmla="*/ 1 h 42"/>
                    <a:gd name="T2" fmla="*/ 6 w 28"/>
                    <a:gd name="T3" fmla="*/ 11 h 42"/>
                    <a:gd name="T4" fmla="*/ 6 w 28"/>
                    <a:gd name="T5" fmla="*/ 13 h 42"/>
                    <a:gd name="T6" fmla="*/ 5 w 28"/>
                    <a:gd name="T7" fmla="*/ 16 h 42"/>
                    <a:gd name="T8" fmla="*/ 6 w 28"/>
                    <a:gd name="T9" fmla="*/ 20 h 42"/>
                    <a:gd name="T10" fmla="*/ 6 w 28"/>
                    <a:gd name="T11" fmla="*/ 21 h 42"/>
                    <a:gd name="T12" fmla="*/ 0 w 28"/>
                    <a:gd name="T13" fmla="*/ 38 h 42"/>
                    <a:gd name="T14" fmla="*/ 0 w 28"/>
                    <a:gd name="T15" fmla="*/ 41 h 42"/>
                    <a:gd name="T16" fmla="*/ 3 w 28"/>
                    <a:gd name="T17" fmla="*/ 42 h 42"/>
                    <a:gd name="T18" fmla="*/ 9 w 28"/>
                    <a:gd name="T19" fmla="*/ 32 h 42"/>
                    <a:gd name="T20" fmla="*/ 12 w 28"/>
                    <a:gd name="T21" fmla="*/ 26 h 42"/>
                    <a:gd name="T22" fmla="*/ 14 w 28"/>
                    <a:gd name="T23" fmla="*/ 26 h 42"/>
                    <a:gd name="T24" fmla="*/ 20 w 28"/>
                    <a:gd name="T25" fmla="*/ 26 h 42"/>
                    <a:gd name="T26" fmla="*/ 28 w 28"/>
                    <a:gd name="T27" fmla="*/ 14 h 42"/>
                    <a:gd name="T28" fmla="*/ 28 w 28"/>
                    <a:gd name="T29" fmla="*/ 6 h 42"/>
                    <a:gd name="T30" fmla="*/ 28 w 28"/>
                    <a:gd name="T31" fmla="*/ 5 h 42"/>
                    <a:gd name="T32" fmla="*/ 27 w 28"/>
                    <a:gd name="T33" fmla="*/ 3 h 42"/>
                    <a:gd name="T34" fmla="*/ 26 w 28"/>
                    <a:gd name="T35" fmla="*/ 3 h 42"/>
                    <a:gd name="T36" fmla="*/ 24 w 28"/>
                    <a:gd name="T37" fmla="*/ 3 h 42"/>
                    <a:gd name="T38" fmla="*/ 23 w 28"/>
                    <a:gd name="T39" fmla="*/ 3 h 42"/>
                    <a:gd name="T40" fmla="*/ 20 w 28"/>
                    <a:gd name="T41" fmla="*/ 0 h 42"/>
                    <a:gd name="T42" fmla="*/ 15 w 28"/>
                    <a:gd name="T43" fmla="*/ 1 h 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 h="42">
                      <a:moveTo>
                        <a:pt x="15" y="1"/>
                      </a:moveTo>
                      <a:cubicBezTo>
                        <a:pt x="15" y="10"/>
                        <a:pt x="8" y="6"/>
                        <a:pt x="6" y="11"/>
                      </a:cubicBezTo>
                      <a:cubicBezTo>
                        <a:pt x="6" y="13"/>
                        <a:pt x="6" y="13"/>
                        <a:pt x="6" y="13"/>
                      </a:cubicBezTo>
                      <a:cubicBezTo>
                        <a:pt x="6" y="14"/>
                        <a:pt x="5" y="14"/>
                        <a:pt x="5" y="16"/>
                      </a:cubicBezTo>
                      <a:cubicBezTo>
                        <a:pt x="6" y="20"/>
                        <a:pt x="6" y="20"/>
                        <a:pt x="6" y="20"/>
                      </a:cubicBezTo>
                      <a:cubicBezTo>
                        <a:pt x="6" y="21"/>
                        <a:pt x="6" y="21"/>
                        <a:pt x="6" y="21"/>
                      </a:cubicBezTo>
                      <a:cubicBezTo>
                        <a:pt x="6" y="29"/>
                        <a:pt x="0" y="31"/>
                        <a:pt x="0" y="38"/>
                      </a:cubicBezTo>
                      <a:cubicBezTo>
                        <a:pt x="0" y="41"/>
                        <a:pt x="0" y="41"/>
                        <a:pt x="0" y="41"/>
                      </a:cubicBezTo>
                      <a:cubicBezTo>
                        <a:pt x="2" y="42"/>
                        <a:pt x="2" y="42"/>
                        <a:pt x="3" y="42"/>
                      </a:cubicBezTo>
                      <a:cubicBezTo>
                        <a:pt x="7" y="42"/>
                        <a:pt x="9" y="36"/>
                        <a:pt x="9" y="32"/>
                      </a:cubicBezTo>
                      <a:cubicBezTo>
                        <a:pt x="9" y="29"/>
                        <a:pt x="10" y="26"/>
                        <a:pt x="12" y="26"/>
                      </a:cubicBezTo>
                      <a:cubicBezTo>
                        <a:pt x="14" y="26"/>
                        <a:pt x="14" y="26"/>
                        <a:pt x="14" y="26"/>
                      </a:cubicBezTo>
                      <a:cubicBezTo>
                        <a:pt x="20" y="26"/>
                        <a:pt x="20" y="26"/>
                        <a:pt x="20" y="26"/>
                      </a:cubicBezTo>
                      <a:cubicBezTo>
                        <a:pt x="24" y="24"/>
                        <a:pt x="28" y="21"/>
                        <a:pt x="28" y="14"/>
                      </a:cubicBezTo>
                      <a:cubicBezTo>
                        <a:pt x="28" y="6"/>
                        <a:pt x="28" y="6"/>
                        <a:pt x="28" y="6"/>
                      </a:cubicBezTo>
                      <a:cubicBezTo>
                        <a:pt x="28" y="5"/>
                        <a:pt x="28" y="5"/>
                        <a:pt x="28" y="5"/>
                      </a:cubicBezTo>
                      <a:cubicBezTo>
                        <a:pt x="27" y="3"/>
                        <a:pt x="27" y="3"/>
                        <a:pt x="27" y="3"/>
                      </a:cubicBezTo>
                      <a:cubicBezTo>
                        <a:pt x="26" y="3"/>
                        <a:pt x="26" y="3"/>
                        <a:pt x="26" y="3"/>
                      </a:cubicBezTo>
                      <a:cubicBezTo>
                        <a:pt x="24" y="3"/>
                        <a:pt x="24" y="3"/>
                        <a:pt x="24" y="3"/>
                      </a:cubicBezTo>
                      <a:cubicBezTo>
                        <a:pt x="23" y="3"/>
                        <a:pt x="23" y="3"/>
                        <a:pt x="23" y="3"/>
                      </a:cubicBezTo>
                      <a:cubicBezTo>
                        <a:pt x="20" y="0"/>
                        <a:pt x="20" y="0"/>
                        <a:pt x="20" y="0"/>
                      </a:cubicBezTo>
                      <a:lnTo>
                        <a:pt x="15" y="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9" name="íṩlïḓè"/>
                <p:cNvSpPr/>
                <p:nvPr/>
              </p:nvSpPr>
              <p:spPr bwMode="auto">
                <a:xfrm>
                  <a:off x="5826126" y="3273425"/>
                  <a:ext cx="223838" cy="293688"/>
                </a:xfrm>
                <a:custGeom>
                  <a:avLst/>
                  <a:gdLst>
                    <a:gd name="T0" fmla="*/ 38 w 68"/>
                    <a:gd name="T1" fmla="*/ 16 h 88"/>
                    <a:gd name="T2" fmla="*/ 40 w 68"/>
                    <a:gd name="T3" fmla="*/ 5 h 88"/>
                    <a:gd name="T4" fmla="*/ 36 w 68"/>
                    <a:gd name="T5" fmla="*/ 1 h 88"/>
                    <a:gd name="T6" fmla="*/ 36 w 68"/>
                    <a:gd name="T7" fmla="*/ 1 h 88"/>
                    <a:gd name="T8" fmla="*/ 33 w 68"/>
                    <a:gd name="T9" fmla="*/ 0 h 88"/>
                    <a:gd name="T10" fmla="*/ 24 w 68"/>
                    <a:gd name="T11" fmla="*/ 7 h 88"/>
                    <a:gd name="T12" fmla="*/ 24 w 68"/>
                    <a:gd name="T13" fmla="*/ 8 h 88"/>
                    <a:gd name="T14" fmla="*/ 26 w 68"/>
                    <a:gd name="T15" fmla="*/ 18 h 88"/>
                    <a:gd name="T16" fmla="*/ 27 w 68"/>
                    <a:gd name="T17" fmla="*/ 28 h 88"/>
                    <a:gd name="T18" fmla="*/ 27 w 68"/>
                    <a:gd name="T19" fmla="*/ 39 h 88"/>
                    <a:gd name="T20" fmla="*/ 16 w 68"/>
                    <a:gd name="T21" fmla="*/ 48 h 88"/>
                    <a:gd name="T22" fmla="*/ 7 w 68"/>
                    <a:gd name="T23" fmla="*/ 49 h 88"/>
                    <a:gd name="T24" fmla="*/ 5 w 68"/>
                    <a:gd name="T25" fmla="*/ 49 h 88"/>
                    <a:gd name="T26" fmla="*/ 4 w 68"/>
                    <a:gd name="T27" fmla="*/ 49 h 88"/>
                    <a:gd name="T28" fmla="*/ 0 w 68"/>
                    <a:gd name="T29" fmla="*/ 54 h 88"/>
                    <a:gd name="T30" fmla="*/ 5 w 68"/>
                    <a:gd name="T31" fmla="*/ 60 h 88"/>
                    <a:gd name="T32" fmla="*/ 11 w 68"/>
                    <a:gd name="T33" fmla="*/ 60 h 88"/>
                    <a:gd name="T34" fmla="*/ 13 w 68"/>
                    <a:gd name="T35" fmla="*/ 59 h 88"/>
                    <a:gd name="T36" fmla="*/ 20 w 68"/>
                    <a:gd name="T37" fmla="*/ 66 h 88"/>
                    <a:gd name="T38" fmla="*/ 17 w 68"/>
                    <a:gd name="T39" fmla="*/ 72 h 88"/>
                    <a:gd name="T40" fmla="*/ 13 w 68"/>
                    <a:gd name="T41" fmla="*/ 76 h 88"/>
                    <a:gd name="T42" fmla="*/ 2 w 68"/>
                    <a:gd name="T43" fmla="*/ 82 h 88"/>
                    <a:gd name="T44" fmla="*/ 2 w 68"/>
                    <a:gd name="T45" fmla="*/ 83 h 88"/>
                    <a:gd name="T46" fmla="*/ 2 w 68"/>
                    <a:gd name="T47" fmla="*/ 87 h 88"/>
                    <a:gd name="T48" fmla="*/ 4 w 68"/>
                    <a:gd name="T49" fmla="*/ 88 h 88"/>
                    <a:gd name="T50" fmla="*/ 25 w 68"/>
                    <a:gd name="T51" fmla="*/ 77 h 88"/>
                    <a:gd name="T52" fmla="*/ 31 w 68"/>
                    <a:gd name="T53" fmla="*/ 69 h 88"/>
                    <a:gd name="T54" fmla="*/ 40 w 68"/>
                    <a:gd name="T55" fmla="*/ 63 h 88"/>
                    <a:gd name="T56" fmla="*/ 52 w 68"/>
                    <a:gd name="T57" fmla="*/ 70 h 88"/>
                    <a:gd name="T58" fmla="*/ 48 w 68"/>
                    <a:gd name="T59" fmla="*/ 79 h 88"/>
                    <a:gd name="T60" fmla="*/ 59 w 68"/>
                    <a:gd name="T61" fmla="*/ 81 h 88"/>
                    <a:gd name="T62" fmla="*/ 68 w 68"/>
                    <a:gd name="T63" fmla="*/ 71 h 88"/>
                    <a:gd name="T64" fmla="*/ 59 w 68"/>
                    <a:gd name="T65" fmla="*/ 62 h 88"/>
                    <a:gd name="T66" fmla="*/ 44 w 68"/>
                    <a:gd name="T67" fmla="*/ 60 h 88"/>
                    <a:gd name="T68" fmla="*/ 42 w 68"/>
                    <a:gd name="T69" fmla="*/ 60 h 88"/>
                    <a:gd name="T70" fmla="*/ 36 w 68"/>
                    <a:gd name="T71" fmla="*/ 53 h 88"/>
                    <a:gd name="T72" fmla="*/ 48 w 68"/>
                    <a:gd name="T73" fmla="*/ 42 h 88"/>
                    <a:gd name="T74" fmla="*/ 59 w 68"/>
                    <a:gd name="T75" fmla="*/ 32 h 88"/>
                    <a:gd name="T76" fmla="*/ 59 w 68"/>
                    <a:gd name="T77" fmla="*/ 30 h 88"/>
                    <a:gd name="T78" fmla="*/ 59 w 68"/>
                    <a:gd name="T79" fmla="*/ 29 h 88"/>
                    <a:gd name="T80" fmla="*/ 54 w 68"/>
                    <a:gd name="T81" fmla="*/ 26 h 88"/>
                    <a:gd name="T82" fmla="*/ 51 w 68"/>
                    <a:gd name="T83" fmla="*/ 27 h 88"/>
                    <a:gd name="T84" fmla="*/ 50 w 68"/>
                    <a:gd name="T85" fmla="*/ 27 h 88"/>
                    <a:gd name="T86" fmla="*/ 41 w 68"/>
                    <a:gd name="T87" fmla="*/ 33 h 88"/>
                    <a:gd name="T88" fmla="*/ 38 w 68"/>
                    <a:gd name="T89" fmla="*/ 28 h 88"/>
                    <a:gd name="T90" fmla="*/ 38 w 68"/>
                    <a:gd name="T91" fmla="*/ 27 h 88"/>
                    <a:gd name="T92" fmla="*/ 38 w 68"/>
                    <a:gd name="T93" fmla="*/ 16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68" h="88">
                      <a:moveTo>
                        <a:pt x="38" y="16"/>
                      </a:moveTo>
                      <a:cubicBezTo>
                        <a:pt x="39" y="11"/>
                        <a:pt x="40" y="9"/>
                        <a:pt x="40" y="5"/>
                      </a:cubicBezTo>
                      <a:cubicBezTo>
                        <a:pt x="40" y="3"/>
                        <a:pt x="38" y="1"/>
                        <a:pt x="36" y="1"/>
                      </a:cubicBezTo>
                      <a:cubicBezTo>
                        <a:pt x="36" y="1"/>
                        <a:pt x="36" y="1"/>
                        <a:pt x="36" y="1"/>
                      </a:cubicBezTo>
                      <a:cubicBezTo>
                        <a:pt x="34" y="1"/>
                        <a:pt x="34" y="1"/>
                        <a:pt x="33" y="0"/>
                      </a:cubicBezTo>
                      <a:cubicBezTo>
                        <a:pt x="28" y="3"/>
                        <a:pt x="28" y="1"/>
                        <a:pt x="24" y="7"/>
                      </a:cubicBezTo>
                      <a:cubicBezTo>
                        <a:pt x="24" y="8"/>
                        <a:pt x="24" y="8"/>
                        <a:pt x="24" y="8"/>
                      </a:cubicBezTo>
                      <a:cubicBezTo>
                        <a:pt x="24" y="12"/>
                        <a:pt x="26" y="14"/>
                        <a:pt x="26" y="18"/>
                      </a:cubicBezTo>
                      <a:cubicBezTo>
                        <a:pt x="27" y="28"/>
                        <a:pt x="27" y="28"/>
                        <a:pt x="27" y="28"/>
                      </a:cubicBezTo>
                      <a:cubicBezTo>
                        <a:pt x="27" y="39"/>
                        <a:pt x="27" y="39"/>
                        <a:pt x="27" y="39"/>
                      </a:cubicBezTo>
                      <a:cubicBezTo>
                        <a:pt x="28" y="45"/>
                        <a:pt x="22" y="48"/>
                        <a:pt x="16" y="48"/>
                      </a:cubicBezTo>
                      <a:cubicBezTo>
                        <a:pt x="7" y="49"/>
                        <a:pt x="7" y="49"/>
                        <a:pt x="7" y="49"/>
                      </a:cubicBezTo>
                      <a:cubicBezTo>
                        <a:pt x="5" y="49"/>
                        <a:pt x="5" y="49"/>
                        <a:pt x="5" y="49"/>
                      </a:cubicBezTo>
                      <a:cubicBezTo>
                        <a:pt x="4" y="49"/>
                        <a:pt x="4" y="49"/>
                        <a:pt x="4" y="49"/>
                      </a:cubicBezTo>
                      <a:cubicBezTo>
                        <a:pt x="2" y="50"/>
                        <a:pt x="0" y="51"/>
                        <a:pt x="0" y="54"/>
                      </a:cubicBezTo>
                      <a:cubicBezTo>
                        <a:pt x="0" y="56"/>
                        <a:pt x="3" y="60"/>
                        <a:pt x="5" y="60"/>
                      </a:cubicBezTo>
                      <a:cubicBezTo>
                        <a:pt x="11" y="60"/>
                        <a:pt x="11" y="60"/>
                        <a:pt x="11" y="60"/>
                      </a:cubicBezTo>
                      <a:cubicBezTo>
                        <a:pt x="12" y="60"/>
                        <a:pt x="12" y="60"/>
                        <a:pt x="13" y="59"/>
                      </a:cubicBezTo>
                      <a:cubicBezTo>
                        <a:pt x="17" y="62"/>
                        <a:pt x="17" y="60"/>
                        <a:pt x="20" y="66"/>
                      </a:cubicBezTo>
                      <a:cubicBezTo>
                        <a:pt x="18" y="69"/>
                        <a:pt x="20" y="68"/>
                        <a:pt x="17" y="72"/>
                      </a:cubicBezTo>
                      <a:cubicBezTo>
                        <a:pt x="15" y="73"/>
                        <a:pt x="15" y="75"/>
                        <a:pt x="13" y="76"/>
                      </a:cubicBezTo>
                      <a:cubicBezTo>
                        <a:pt x="8" y="79"/>
                        <a:pt x="7" y="80"/>
                        <a:pt x="2" y="82"/>
                      </a:cubicBezTo>
                      <a:cubicBezTo>
                        <a:pt x="2" y="83"/>
                        <a:pt x="2" y="83"/>
                        <a:pt x="2" y="83"/>
                      </a:cubicBezTo>
                      <a:cubicBezTo>
                        <a:pt x="2" y="87"/>
                        <a:pt x="2" y="87"/>
                        <a:pt x="2" y="87"/>
                      </a:cubicBezTo>
                      <a:cubicBezTo>
                        <a:pt x="4" y="87"/>
                        <a:pt x="3" y="88"/>
                        <a:pt x="4" y="88"/>
                      </a:cubicBezTo>
                      <a:cubicBezTo>
                        <a:pt x="13" y="88"/>
                        <a:pt x="20" y="82"/>
                        <a:pt x="25" y="77"/>
                      </a:cubicBezTo>
                      <a:cubicBezTo>
                        <a:pt x="26" y="76"/>
                        <a:pt x="30" y="71"/>
                        <a:pt x="31" y="69"/>
                      </a:cubicBezTo>
                      <a:cubicBezTo>
                        <a:pt x="33" y="65"/>
                        <a:pt x="35" y="63"/>
                        <a:pt x="40" y="63"/>
                      </a:cubicBezTo>
                      <a:cubicBezTo>
                        <a:pt x="45" y="63"/>
                        <a:pt x="49" y="67"/>
                        <a:pt x="52" y="70"/>
                      </a:cubicBezTo>
                      <a:cubicBezTo>
                        <a:pt x="48" y="79"/>
                        <a:pt x="48" y="79"/>
                        <a:pt x="48" y="79"/>
                      </a:cubicBezTo>
                      <a:cubicBezTo>
                        <a:pt x="50" y="79"/>
                        <a:pt x="58" y="81"/>
                        <a:pt x="59" y="81"/>
                      </a:cubicBezTo>
                      <a:cubicBezTo>
                        <a:pt x="65" y="81"/>
                        <a:pt x="67" y="76"/>
                        <a:pt x="68" y="71"/>
                      </a:cubicBezTo>
                      <a:cubicBezTo>
                        <a:pt x="67" y="65"/>
                        <a:pt x="63" y="64"/>
                        <a:pt x="59" y="62"/>
                      </a:cubicBezTo>
                      <a:cubicBezTo>
                        <a:pt x="53" y="59"/>
                        <a:pt x="51" y="60"/>
                        <a:pt x="44" y="60"/>
                      </a:cubicBezTo>
                      <a:cubicBezTo>
                        <a:pt x="43" y="60"/>
                        <a:pt x="43" y="60"/>
                        <a:pt x="42" y="60"/>
                      </a:cubicBezTo>
                      <a:cubicBezTo>
                        <a:pt x="40" y="59"/>
                        <a:pt x="36" y="56"/>
                        <a:pt x="36" y="53"/>
                      </a:cubicBezTo>
                      <a:cubicBezTo>
                        <a:pt x="36" y="51"/>
                        <a:pt x="45" y="44"/>
                        <a:pt x="48" y="42"/>
                      </a:cubicBezTo>
                      <a:cubicBezTo>
                        <a:pt x="50" y="41"/>
                        <a:pt x="59" y="34"/>
                        <a:pt x="59" y="32"/>
                      </a:cubicBezTo>
                      <a:cubicBezTo>
                        <a:pt x="59" y="30"/>
                        <a:pt x="59" y="30"/>
                        <a:pt x="59" y="30"/>
                      </a:cubicBezTo>
                      <a:cubicBezTo>
                        <a:pt x="59" y="29"/>
                        <a:pt x="59" y="29"/>
                        <a:pt x="59" y="29"/>
                      </a:cubicBezTo>
                      <a:cubicBezTo>
                        <a:pt x="54" y="26"/>
                        <a:pt x="54" y="26"/>
                        <a:pt x="54" y="26"/>
                      </a:cubicBezTo>
                      <a:cubicBezTo>
                        <a:pt x="53" y="27"/>
                        <a:pt x="53" y="27"/>
                        <a:pt x="51" y="27"/>
                      </a:cubicBezTo>
                      <a:cubicBezTo>
                        <a:pt x="50" y="27"/>
                        <a:pt x="50" y="27"/>
                        <a:pt x="50" y="27"/>
                      </a:cubicBezTo>
                      <a:cubicBezTo>
                        <a:pt x="46" y="32"/>
                        <a:pt x="46" y="30"/>
                        <a:pt x="41" y="33"/>
                      </a:cubicBezTo>
                      <a:cubicBezTo>
                        <a:pt x="40" y="31"/>
                        <a:pt x="39" y="30"/>
                        <a:pt x="38" y="28"/>
                      </a:cubicBezTo>
                      <a:cubicBezTo>
                        <a:pt x="38" y="27"/>
                        <a:pt x="38" y="27"/>
                        <a:pt x="38" y="27"/>
                      </a:cubicBezTo>
                      <a:lnTo>
                        <a:pt x="38" y="16"/>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0" name="ísḷïďè"/>
                <p:cNvSpPr/>
                <p:nvPr/>
              </p:nvSpPr>
              <p:spPr bwMode="auto">
                <a:xfrm>
                  <a:off x="4518026" y="3506788"/>
                  <a:ext cx="53975" cy="71438"/>
                </a:xfrm>
                <a:custGeom>
                  <a:avLst/>
                  <a:gdLst>
                    <a:gd name="T0" fmla="*/ 14 w 16"/>
                    <a:gd name="T1" fmla="*/ 17 h 21"/>
                    <a:gd name="T2" fmla="*/ 16 w 16"/>
                    <a:gd name="T3" fmla="*/ 12 h 21"/>
                    <a:gd name="T4" fmla="*/ 11 w 16"/>
                    <a:gd name="T5" fmla="*/ 5 h 21"/>
                    <a:gd name="T6" fmla="*/ 5 w 16"/>
                    <a:gd name="T7" fmla="*/ 0 h 21"/>
                    <a:gd name="T8" fmla="*/ 2 w 16"/>
                    <a:gd name="T9" fmla="*/ 4 h 21"/>
                    <a:gd name="T10" fmla="*/ 2 w 16"/>
                    <a:gd name="T11" fmla="*/ 5 h 21"/>
                    <a:gd name="T12" fmla="*/ 2 w 16"/>
                    <a:gd name="T13" fmla="*/ 8 h 21"/>
                    <a:gd name="T14" fmla="*/ 2 w 16"/>
                    <a:gd name="T15" fmla="*/ 9 h 21"/>
                    <a:gd name="T16" fmla="*/ 0 w 16"/>
                    <a:gd name="T17" fmla="*/ 17 h 21"/>
                    <a:gd name="T18" fmla="*/ 3 w 16"/>
                    <a:gd name="T19" fmla="*/ 21 h 21"/>
                    <a:gd name="T20" fmla="*/ 4 w 16"/>
                    <a:gd name="T21" fmla="*/ 21 h 21"/>
                    <a:gd name="T22" fmla="*/ 5 w 16"/>
                    <a:gd name="T23" fmla="*/ 21 h 21"/>
                    <a:gd name="T24" fmla="*/ 14 w 16"/>
                    <a:gd name="T25" fmla="*/ 17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1">
                      <a:moveTo>
                        <a:pt x="14" y="17"/>
                      </a:moveTo>
                      <a:cubicBezTo>
                        <a:pt x="14" y="15"/>
                        <a:pt x="16" y="13"/>
                        <a:pt x="16" y="12"/>
                      </a:cubicBezTo>
                      <a:cubicBezTo>
                        <a:pt x="16" y="11"/>
                        <a:pt x="12" y="7"/>
                        <a:pt x="11" y="5"/>
                      </a:cubicBezTo>
                      <a:cubicBezTo>
                        <a:pt x="11" y="3"/>
                        <a:pt x="8" y="0"/>
                        <a:pt x="5" y="0"/>
                      </a:cubicBezTo>
                      <a:cubicBezTo>
                        <a:pt x="4" y="0"/>
                        <a:pt x="3" y="3"/>
                        <a:pt x="2" y="4"/>
                      </a:cubicBezTo>
                      <a:cubicBezTo>
                        <a:pt x="2" y="5"/>
                        <a:pt x="2" y="5"/>
                        <a:pt x="2" y="5"/>
                      </a:cubicBezTo>
                      <a:cubicBezTo>
                        <a:pt x="2" y="8"/>
                        <a:pt x="2" y="8"/>
                        <a:pt x="2" y="8"/>
                      </a:cubicBezTo>
                      <a:cubicBezTo>
                        <a:pt x="2" y="9"/>
                        <a:pt x="2" y="9"/>
                        <a:pt x="2" y="9"/>
                      </a:cubicBezTo>
                      <a:cubicBezTo>
                        <a:pt x="1" y="11"/>
                        <a:pt x="0" y="14"/>
                        <a:pt x="0" y="17"/>
                      </a:cubicBezTo>
                      <a:cubicBezTo>
                        <a:pt x="0" y="19"/>
                        <a:pt x="1" y="20"/>
                        <a:pt x="3" y="21"/>
                      </a:cubicBezTo>
                      <a:cubicBezTo>
                        <a:pt x="4" y="21"/>
                        <a:pt x="4" y="21"/>
                        <a:pt x="4" y="21"/>
                      </a:cubicBezTo>
                      <a:cubicBezTo>
                        <a:pt x="5" y="21"/>
                        <a:pt x="5" y="21"/>
                        <a:pt x="5" y="21"/>
                      </a:cubicBezTo>
                      <a:cubicBezTo>
                        <a:pt x="7" y="21"/>
                        <a:pt x="11" y="17"/>
                        <a:pt x="14" y="17"/>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1" name="îṧļîḓé"/>
                <p:cNvSpPr/>
                <p:nvPr/>
              </p:nvSpPr>
              <p:spPr bwMode="auto">
                <a:xfrm>
                  <a:off x="5319713" y="3133725"/>
                  <a:ext cx="222250" cy="500063"/>
                </a:xfrm>
                <a:custGeom>
                  <a:avLst/>
                  <a:gdLst>
                    <a:gd name="T0" fmla="*/ 47 w 67"/>
                    <a:gd name="T1" fmla="*/ 96 h 150"/>
                    <a:gd name="T2" fmla="*/ 51 w 67"/>
                    <a:gd name="T3" fmla="*/ 96 h 150"/>
                    <a:gd name="T4" fmla="*/ 46 w 67"/>
                    <a:gd name="T5" fmla="*/ 114 h 150"/>
                    <a:gd name="T6" fmla="*/ 42 w 67"/>
                    <a:gd name="T7" fmla="*/ 113 h 150"/>
                    <a:gd name="T8" fmla="*/ 39 w 67"/>
                    <a:gd name="T9" fmla="*/ 108 h 150"/>
                    <a:gd name="T10" fmla="*/ 21 w 67"/>
                    <a:gd name="T11" fmla="*/ 78 h 150"/>
                    <a:gd name="T12" fmla="*/ 29 w 67"/>
                    <a:gd name="T13" fmla="*/ 73 h 150"/>
                    <a:gd name="T14" fmla="*/ 32 w 67"/>
                    <a:gd name="T15" fmla="*/ 74 h 150"/>
                    <a:gd name="T16" fmla="*/ 32 w 67"/>
                    <a:gd name="T17" fmla="*/ 77 h 150"/>
                    <a:gd name="T18" fmla="*/ 32 w 67"/>
                    <a:gd name="T19" fmla="*/ 79 h 150"/>
                    <a:gd name="T20" fmla="*/ 21 w 67"/>
                    <a:gd name="T21" fmla="*/ 78 h 150"/>
                    <a:gd name="T22" fmla="*/ 53 w 67"/>
                    <a:gd name="T23" fmla="*/ 118 h 150"/>
                    <a:gd name="T24" fmla="*/ 66 w 67"/>
                    <a:gd name="T25" fmla="*/ 108 h 150"/>
                    <a:gd name="T26" fmla="*/ 60 w 67"/>
                    <a:gd name="T27" fmla="*/ 98 h 150"/>
                    <a:gd name="T28" fmla="*/ 51 w 67"/>
                    <a:gd name="T29" fmla="*/ 82 h 150"/>
                    <a:gd name="T30" fmla="*/ 47 w 67"/>
                    <a:gd name="T31" fmla="*/ 71 h 150"/>
                    <a:gd name="T32" fmla="*/ 60 w 67"/>
                    <a:gd name="T33" fmla="*/ 58 h 150"/>
                    <a:gd name="T34" fmla="*/ 53 w 67"/>
                    <a:gd name="T35" fmla="*/ 52 h 150"/>
                    <a:gd name="T36" fmla="*/ 44 w 67"/>
                    <a:gd name="T37" fmla="*/ 50 h 150"/>
                    <a:gd name="T38" fmla="*/ 48 w 67"/>
                    <a:gd name="T39" fmla="*/ 38 h 150"/>
                    <a:gd name="T40" fmla="*/ 66 w 67"/>
                    <a:gd name="T41" fmla="*/ 17 h 150"/>
                    <a:gd name="T42" fmla="*/ 66 w 67"/>
                    <a:gd name="T43" fmla="*/ 13 h 150"/>
                    <a:gd name="T44" fmla="*/ 56 w 67"/>
                    <a:gd name="T45" fmla="*/ 1 h 150"/>
                    <a:gd name="T46" fmla="*/ 55 w 67"/>
                    <a:gd name="T47" fmla="*/ 7 h 150"/>
                    <a:gd name="T48" fmla="*/ 50 w 67"/>
                    <a:gd name="T49" fmla="*/ 18 h 150"/>
                    <a:gd name="T50" fmla="*/ 42 w 67"/>
                    <a:gd name="T51" fmla="*/ 15 h 150"/>
                    <a:gd name="T52" fmla="*/ 40 w 67"/>
                    <a:gd name="T53" fmla="*/ 15 h 150"/>
                    <a:gd name="T54" fmla="*/ 41 w 67"/>
                    <a:gd name="T55" fmla="*/ 26 h 150"/>
                    <a:gd name="T56" fmla="*/ 41 w 67"/>
                    <a:gd name="T57" fmla="*/ 30 h 150"/>
                    <a:gd name="T58" fmla="*/ 37 w 67"/>
                    <a:gd name="T59" fmla="*/ 33 h 150"/>
                    <a:gd name="T60" fmla="*/ 30 w 67"/>
                    <a:gd name="T61" fmla="*/ 29 h 150"/>
                    <a:gd name="T62" fmla="*/ 9 w 67"/>
                    <a:gd name="T63" fmla="*/ 50 h 150"/>
                    <a:gd name="T64" fmla="*/ 4 w 67"/>
                    <a:gd name="T65" fmla="*/ 59 h 150"/>
                    <a:gd name="T66" fmla="*/ 23 w 67"/>
                    <a:gd name="T67" fmla="*/ 51 h 150"/>
                    <a:gd name="T68" fmla="*/ 30 w 67"/>
                    <a:gd name="T69" fmla="*/ 58 h 150"/>
                    <a:gd name="T70" fmla="*/ 26 w 67"/>
                    <a:gd name="T71" fmla="*/ 65 h 150"/>
                    <a:gd name="T72" fmla="*/ 19 w 67"/>
                    <a:gd name="T73" fmla="*/ 64 h 150"/>
                    <a:gd name="T74" fmla="*/ 16 w 67"/>
                    <a:gd name="T75" fmla="*/ 67 h 150"/>
                    <a:gd name="T76" fmla="*/ 16 w 67"/>
                    <a:gd name="T77" fmla="*/ 72 h 150"/>
                    <a:gd name="T78" fmla="*/ 3 w 67"/>
                    <a:gd name="T79" fmla="*/ 105 h 150"/>
                    <a:gd name="T80" fmla="*/ 6 w 67"/>
                    <a:gd name="T81" fmla="*/ 110 h 150"/>
                    <a:gd name="T82" fmla="*/ 9 w 67"/>
                    <a:gd name="T83" fmla="*/ 111 h 150"/>
                    <a:gd name="T84" fmla="*/ 24 w 67"/>
                    <a:gd name="T85" fmla="*/ 89 h 150"/>
                    <a:gd name="T86" fmla="*/ 32 w 67"/>
                    <a:gd name="T87" fmla="*/ 93 h 150"/>
                    <a:gd name="T88" fmla="*/ 32 w 67"/>
                    <a:gd name="T89" fmla="*/ 96 h 150"/>
                    <a:gd name="T90" fmla="*/ 29 w 67"/>
                    <a:gd name="T91" fmla="*/ 113 h 150"/>
                    <a:gd name="T92" fmla="*/ 29 w 67"/>
                    <a:gd name="T93" fmla="*/ 115 h 150"/>
                    <a:gd name="T94" fmla="*/ 22 w 67"/>
                    <a:gd name="T95" fmla="*/ 122 h 150"/>
                    <a:gd name="T96" fmla="*/ 10 w 67"/>
                    <a:gd name="T97" fmla="*/ 124 h 150"/>
                    <a:gd name="T98" fmla="*/ 15 w 67"/>
                    <a:gd name="T99" fmla="*/ 144 h 150"/>
                    <a:gd name="T100" fmla="*/ 17 w 67"/>
                    <a:gd name="T101" fmla="*/ 150 h 150"/>
                    <a:gd name="T102" fmla="*/ 38 w 67"/>
                    <a:gd name="T103" fmla="*/ 125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67" h="150">
                      <a:moveTo>
                        <a:pt x="39" y="107"/>
                      </a:moveTo>
                      <a:cubicBezTo>
                        <a:pt x="39" y="103"/>
                        <a:pt x="44" y="96"/>
                        <a:pt x="47" y="96"/>
                      </a:cubicBezTo>
                      <a:cubicBezTo>
                        <a:pt x="50" y="96"/>
                        <a:pt x="50" y="96"/>
                        <a:pt x="50" y="96"/>
                      </a:cubicBezTo>
                      <a:cubicBezTo>
                        <a:pt x="51" y="96"/>
                        <a:pt x="51" y="96"/>
                        <a:pt x="51" y="96"/>
                      </a:cubicBezTo>
                      <a:cubicBezTo>
                        <a:pt x="53" y="98"/>
                        <a:pt x="55" y="101"/>
                        <a:pt x="55" y="104"/>
                      </a:cubicBezTo>
                      <a:cubicBezTo>
                        <a:pt x="55" y="108"/>
                        <a:pt x="49" y="112"/>
                        <a:pt x="46" y="114"/>
                      </a:cubicBezTo>
                      <a:cubicBezTo>
                        <a:pt x="45" y="114"/>
                        <a:pt x="45" y="113"/>
                        <a:pt x="43" y="113"/>
                      </a:cubicBezTo>
                      <a:cubicBezTo>
                        <a:pt x="42" y="113"/>
                        <a:pt x="42" y="113"/>
                        <a:pt x="42" y="113"/>
                      </a:cubicBezTo>
                      <a:cubicBezTo>
                        <a:pt x="39" y="109"/>
                        <a:pt x="39" y="109"/>
                        <a:pt x="39" y="109"/>
                      </a:cubicBezTo>
                      <a:cubicBezTo>
                        <a:pt x="39" y="108"/>
                        <a:pt x="39" y="108"/>
                        <a:pt x="39" y="108"/>
                      </a:cubicBezTo>
                      <a:cubicBezTo>
                        <a:pt x="39" y="107"/>
                        <a:pt x="39" y="107"/>
                        <a:pt x="39" y="107"/>
                      </a:cubicBezTo>
                      <a:close/>
                      <a:moveTo>
                        <a:pt x="21" y="78"/>
                      </a:moveTo>
                      <a:cubicBezTo>
                        <a:pt x="21" y="77"/>
                        <a:pt x="25" y="73"/>
                        <a:pt x="26" y="73"/>
                      </a:cubicBezTo>
                      <a:cubicBezTo>
                        <a:pt x="27" y="73"/>
                        <a:pt x="27" y="73"/>
                        <a:pt x="29" y="73"/>
                      </a:cubicBezTo>
                      <a:cubicBezTo>
                        <a:pt x="30" y="73"/>
                        <a:pt x="30" y="73"/>
                        <a:pt x="30" y="73"/>
                      </a:cubicBezTo>
                      <a:cubicBezTo>
                        <a:pt x="32" y="74"/>
                        <a:pt x="32" y="74"/>
                        <a:pt x="32" y="74"/>
                      </a:cubicBezTo>
                      <a:cubicBezTo>
                        <a:pt x="32" y="76"/>
                        <a:pt x="32" y="76"/>
                        <a:pt x="32" y="76"/>
                      </a:cubicBezTo>
                      <a:cubicBezTo>
                        <a:pt x="32" y="77"/>
                        <a:pt x="32" y="77"/>
                        <a:pt x="32" y="77"/>
                      </a:cubicBezTo>
                      <a:cubicBezTo>
                        <a:pt x="32" y="78"/>
                        <a:pt x="32" y="78"/>
                        <a:pt x="32" y="78"/>
                      </a:cubicBezTo>
                      <a:cubicBezTo>
                        <a:pt x="32" y="79"/>
                        <a:pt x="32" y="79"/>
                        <a:pt x="32" y="79"/>
                      </a:cubicBezTo>
                      <a:cubicBezTo>
                        <a:pt x="31" y="82"/>
                        <a:pt x="29" y="83"/>
                        <a:pt x="25" y="83"/>
                      </a:cubicBezTo>
                      <a:cubicBezTo>
                        <a:pt x="23" y="83"/>
                        <a:pt x="21" y="81"/>
                        <a:pt x="21" y="78"/>
                      </a:cubicBezTo>
                      <a:close/>
                      <a:moveTo>
                        <a:pt x="38" y="125"/>
                      </a:moveTo>
                      <a:cubicBezTo>
                        <a:pt x="43" y="122"/>
                        <a:pt x="47" y="120"/>
                        <a:pt x="53" y="118"/>
                      </a:cubicBezTo>
                      <a:cubicBezTo>
                        <a:pt x="57" y="116"/>
                        <a:pt x="57" y="116"/>
                        <a:pt x="60" y="114"/>
                      </a:cubicBezTo>
                      <a:cubicBezTo>
                        <a:pt x="64" y="111"/>
                        <a:pt x="63" y="110"/>
                        <a:pt x="66" y="108"/>
                      </a:cubicBezTo>
                      <a:cubicBezTo>
                        <a:pt x="67" y="104"/>
                        <a:pt x="67" y="104"/>
                        <a:pt x="67" y="104"/>
                      </a:cubicBezTo>
                      <a:cubicBezTo>
                        <a:pt x="64" y="100"/>
                        <a:pt x="64" y="101"/>
                        <a:pt x="60" y="98"/>
                      </a:cubicBezTo>
                      <a:cubicBezTo>
                        <a:pt x="58" y="96"/>
                        <a:pt x="55" y="95"/>
                        <a:pt x="54" y="92"/>
                      </a:cubicBezTo>
                      <a:cubicBezTo>
                        <a:pt x="53" y="88"/>
                        <a:pt x="53" y="84"/>
                        <a:pt x="51" y="82"/>
                      </a:cubicBezTo>
                      <a:cubicBezTo>
                        <a:pt x="49" y="79"/>
                        <a:pt x="47" y="77"/>
                        <a:pt x="47" y="73"/>
                      </a:cubicBezTo>
                      <a:cubicBezTo>
                        <a:pt x="47" y="72"/>
                        <a:pt x="47" y="72"/>
                        <a:pt x="47" y="71"/>
                      </a:cubicBezTo>
                      <a:cubicBezTo>
                        <a:pt x="49" y="67"/>
                        <a:pt x="47" y="67"/>
                        <a:pt x="53" y="64"/>
                      </a:cubicBezTo>
                      <a:cubicBezTo>
                        <a:pt x="55" y="64"/>
                        <a:pt x="60" y="60"/>
                        <a:pt x="60" y="58"/>
                      </a:cubicBezTo>
                      <a:cubicBezTo>
                        <a:pt x="60" y="55"/>
                        <a:pt x="60" y="55"/>
                        <a:pt x="60" y="55"/>
                      </a:cubicBezTo>
                      <a:cubicBezTo>
                        <a:pt x="60" y="53"/>
                        <a:pt x="56" y="51"/>
                        <a:pt x="53" y="52"/>
                      </a:cubicBezTo>
                      <a:cubicBezTo>
                        <a:pt x="47" y="52"/>
                        <a:pt x="47" y="52"/>
                        <a:pt x="47" y="52"/>
                      </a:cubicBezTo>
                      <a:cubicBezTo>
                        <a:pt x="46" y="52"/>
                        <a:pt x="45" y="51"/>
                        <a:pt x="44" y="50"/>
                      </a:cubicBezTo>
                      <a:cubicBezTo>
                        <a:pt x="44" y="47"/>
                        <a:pt x="44" y="47"/>
                        <a:pt x="44" y="47"/>
                      </a:cubicBezTo>
                      <a:cubicBezTo>
                        <a:pt x="44" y="44"/>
                        <a:pt x="47" y="41"/>
                        <a:pt x="48" y="38"/>
                      </a:cubicBezTo>
                      <a:cubicBezTo>
                        <a:pt x="49" y="34"/>
                        <a:pt x="50" y="33"/>
                        <a:pt x="53" y="30"/>
                      </a:cubicBezTo>
                      <a:cubicBezTo>
                        <a:pt x="56" y="27"/>
                        <a:pt x="66" y="22"/>
                        <a:pt x="66" y="17"/>
                      </a:cubicBezTo>
                      <a:cubicBezTo>
                        <a:pt x="66" y="14"/>
                        <a:pt x="66" y="14"/>
                        <a:pt x="66" y="14"/>
                      </a:cubicBezTo>
                      <a:cubicBezTo>
                        <a:pt x="66" y="13"/>
                        <a:pt x="66" y="13"/>
                        <a:pt x="66" y="13"/>
                      </a:cubicBezTo>
                      <a:cubicBezTo>
                        <a:pt x="65" y="10"/>
                        <a:pt x="62" y="0"/>
                        <a:pt x="58" y="0"/>
                      </a:cubicBezTo>
                      <a:cubicBezTo>
                        <a:pt x="57" y="0"/>
                        <a:pt x="57" y="0"/>
                        <a:pt x="56" y="1"/>
                      </a:cubicBezTo>
                      <a:cubicBezTo>
                        <a:pt x="56" y="3"/>
                        <a:pt x="55" y="3"/>
                        <a:pt x="55" y="5"/>
                      </a:cubicBezTo>
                      <a:cubicBezTo>
                        <a:pt x="55" y="7"/>
                        <a:pt x="55" y="7"/>
                        <a:pt x="55" y="7"/>
                      </a:cubicBezTo>
                      <a:cubicBezTo>
                        <a:pt x="55" y="11"/>
                        <a:pt x="53" y="15"/>
                        <a:pt x="51" y="18"/>
                      </a:cubicBezTo>
                      <a:cubicBezTo>
                        <a:pt x="50" y="18"/>
                        <a:pt x="50" y="18"/>
                        <a:pt x="50" y="18"/>
                      </a:cubicBezTo>
                      <a:cubicBezTo>
                        <a:pt x="48" y="18"/>
                        <a:pt x="48" y="18"/>
                        <a:pt x="47" y="19"/>
                      </a:cubicBezTo>
                      <a:cubicBezTo>
                        <a:pt x="42" y="15"/>
                        <a:pt x="42" y="15"/>
                        <a:pt x="42" y="15"/>
                      </a:cubicBezTo>
                      <a:cubicBezTo>
                        <a:pt x="41" y="15"/>
                        <a:pt x="41" y="15"/>
                        <a:pt x="41" y="15"/>
                      </a:cubicBezTo>
                      <a:cubicBezTo>
                        <a:pt x="40" y="15"/>
                        <a:pt x="40" y="15"/>
                        <a:pt x="40" y="15"/>
                      </a:cubicBezTo>
                      <a:cubicBezTo>
                        <a:pt x="39" y="15"/>
                        <a:pt x="38" y="16"/>
                        <a:pt x="38" y="17"/>
                      </a:cubicBezTo>
                      <a:cubicBezTo>
                        <a:pt x="38" y="19"/>
                        <a:pt x="41" y="22"/>
                        <a:pt x="41" y="26"/>
                      </a:cubicBezTo>
                      <a:cubicBezTo>
                        <a:pt x="41" y="29"/>
                        <a:pt x="41" y="29"/>
                        <a:pt x="41" y="29"/>
                      </a:cubicBezTo>
                      <a:cubicBezTo>
                        <a:pt x="41" y="30"/>
                        <a:pt x="41" y="30"/>
                        <a:pt x="41" y="30"/>
                      </a:cubicBezTo>
                      <a:cubicBezTo>
                        <a:pt x="38" y="33"/>
                        <a:pt x="38" y="33"/>
                        <a:pt x="38" y="33"/>
                      </a:cubicBezTo>
                      <a:cubicBezTo>
                        <a:pt x="37" y="33"/>
                        <a:pt x="37" y="33"/>
                        <a:pt x="37" y="33"/>
                      </a:cubicBezTo>
                      <a:cubicBezTo>
                        <a:pt x="35" y="33"/>
                        <a:pt x="35" y="34"/>
                        <a:pt x="34" y="34"/>
                      </a:cubicBezTo>
                      <a:cubicBezTo>
                        <a:pt x="32" y="33"/>
                        <a:pt x="31" y="31"/>
                        <a:pt x="30" y="29"/>
                      </a:cubicBezTo>
                      <a:cubicBezTo>
                        <a:pt x="24" y="29"/>
                        <a:pt x="30" y="41"/>
                        <a:pt x="19" y="45"/>
                      </a:cubicBezTo>
                      <a:cubicBezTo>
                        <a:pt x="16" y="46"/>
                        <a:pt x="12" y="48"/>
                        <a:pt x="9" y="50"/>
                      </a:cubicBezTo>
                      <a:cubicBezTo>
                        <a:pt x="6" y="51"/>
                        <a:pt x="1" y="53"/>
                        <a:pt x="0" y="55"/>
                      </a:cubicBezTo>
                      <a:cubicBezTo>
                        <a:pt x="1" y="58"/>
                        <a:pt x="1" y="57"/>
                        <a:pt x="4" y="59"/>
                      </a:cubicBezTo>
                      <a:cubicBezTo>
                        <a:pt x="6" y="59"/>
                        <a:pt x="6" y="59"/>
                        <a:pt x="6" y="59"/>
                      </a:cubicBezTo>
                      <a:cubicBezTo>
                        <a:pt x="10" y="59"/>
                        <a:pt x="20" y="51"/>
                        <a:pt x="23" y="51"/>
                      </a:cubicBezTo>
                      <a:cubicBezTo>
                        <a:pt x="25" y="51"/>
                        <a:pt x="24" y="51"/>
                        <a:pt x="27" y="52"/>
                      </a:cubicBezTo>
                      <a:cubicBezTo>
                        <a:pt x="29" y="54"/>
                        <a:pt x="29" y="55"/>
                        <a:pt x="30" y="58"/>
                      </a:cubicBezTo>
                      <a:cubicBezTo>
                        <a:pt x="30" y="59"/>
                        <a:pt x="30" y="59"/>
                        <a:pt x="30" y="59"/>
                      </a:cubicBezTo>
                      <a:cubicBezTo>
                        <a:pt x="30" y="62"/>
                        <a:pt x="28" y="64"/>
                        <a:pt x="26" y="65"/>
                      </a:cubicBezTo>
                      <a:cubicBezTo>
                        <a:pt x="21" y="64"/>
                        <a:pt x="21" y="64"/>
                        <a:pt x="21" y="64"/>
                      </a:cubicBezTo>
                      <a:cubicBezTo>
                        <a:pt x="20" y="64"/>
                        <a:pt x="20" y="64"/>
                        <a:pt x="19" y="64"/>
                      </a:cubicBezTo>
                      <a:cubicBezTo>
                        <a:pt x="18" y="64"/>
                        <a:pt x="18" y="64"/>
                        <a:pt x="18" y="64"/>
                      </a:cubicBezTo>
                      <a:cubicBezTo>
                        <a:pt x="16" y="67"/>
                        <a:pt x="16" y="67"/>
                        <a:pt x="16" y="67"/>
                      </a:cubicBezTo>
                      <a:cubicBezTo>
                        <a:pt x="16" y="68"/>
                        <a:pt x="16" y="68"/>
                        <a:pt x="16" y="68"/>
                      </a:cubicBezTo>
                      <a:cubicBezTo>
                        <a:pt x="16" y="72"/>
                        <a:pt x="16" y="72"/>
                        <a:pt x="16" y="72"/>
                      </a:cubicBezTo>
                      <a:cubicBezTo>
                        <a:pt x="16" y="78"/>
                        <a:pt x="13" y="85"/>
                        <a:pt x="11" y="90"/>
                      </a:cubicBezTo>
                      <a:cubicBezTo>
                        <a:pt x="9" y="94"/>
                        <a:pt x="3" y="100"/>
                        <a:pt x="3" y="105"/>
                      </a:cubicBezTo>
                      <a:cubicBezTo>
                        <a:pt x="3" y="106"/>
                        <a:pt x="4" y="109"/>
                        <a:pt x="5" y="110"/>
                      </a:cubicBezTo>
                      <a:cubicBezTo>
                        <a:pt x="6" y="110"/>
                        <a:pt x="6" y="110"/>
                        <a:pt x="6" y="110"/>
                      </a:cubicBezTo>
                      <a:cubicBezTo>
                        <a:pt x="7" y="110"/>
                        <a:pt x="7" y="110"/>
                        <a:pt x="7" y="110"/>
                      </a:cubicBezTo>
                      <a:cubicBezTo>
                        <a:pt x="9" y="110"/>
                        <a:pt x="8" y="110"/>
                        <a:pt x="9" y="111"/>
                      </a:cubicBezTo>
                      <a:cubicBezTo>
                        <a:pt x="11" y="109"/>
                        <a:pt x="15" y="101"/>
                        <a:pt x="15" y="98"/>
                      </a:cubicBezTo>
                      <a:cubicBezTo>
                        <a:pt x="17" y="94"/>
                        <a:pt x="20" y="89"/>
                        <a:pt x="24" y="89"/>
                      </a:cubicBezTo>
                      <a:cubicBezTo>
                        <a:pt x="25" y="89"/>
                        <a:pt x="25" y="89"/>
                        <a:pt x="26" y="88"/>
                      </a:cubicBezTo>
                      <a:cubicBezTo>
                        <a:pt x="28" y="90"/>
                        <a:pt x="32" y="90"/>
                        <a:pt x="32" y="93"/>
                      </a:cubicBezTo>
                      <a:cubicBezTo>
                        <a:pt x="32" y="94"/>
                        <a:pt x="32" y="94"/>
                        <a:pt x="32" y="94"/>
                      </a:cubicBezTo>
                      <a:cubicBezTo>
                        <a:pt x="32" y="96"/>
                        <a:pt x="32" y="96"/>
                        <a:pt x="32" y="96"/>
                      </a:cubicBezTo>
                      <a:cubicBezTo>
                        <a:pt x="28" y="102"/>
                        <a:pt x="25" y="101"/>
                        <a:pt x="23" y="104"/>
                      </a:cubicBezTo>
                      <a:cubicBezTo>
                        <a:pt x="26" y="109"/>
                        <a:pt x="27" y="108"/>
                        <a:pt x="29" y="113"/>
                      </a:cubicBezTo>
                      <a:cubicBezTo>
                        <a:pt x="29" y="114"/>
                        <a:pt x="29" y="114"/>
                        <a:pt x="29" y="114"/>
                      </a:cubicBezTo>
                      <a:cubicBezTo>
                        <a:pt x="29" y="115"/>
                        <a:pt x="29" y="115"/>
                        <a:pt x="29" y="115"/>
                      </a:cubicBezTo>
                      <a:cubicBezTo>
                        <a:pt x="29" y="116"/>
                        <a:pt x="29" y="116"/>
                        <a:pt x="29" y="116"/>
                      </a:cubicBezTo>
                      <a:cubicBezTo>
                        <a:pt x="28" y="119"/>
                        <a:pt x="26" y="123"/>
                        <a:pt x="22" y="122"/>
                      </a:cubicBezTo>
                      <a:cubicBezTo>
                        <a:pt x="15" y="122"/>
                        <a:pt x="15" y="122"/>
                        <a:pt x="15" y="122"/>
                      </a:cubicBezTo>
                      <a:cubicBezTo>
                        <a:pt x="14" y="122"/>
                        <a:pt x="11" y="124"/>
                        <a:pt x="10" y="124"/>
                      </a:cubicBezTo>
                      <a:cubicBezTo>
                        <a:pt x="13" y="127"/>
                        <a:pt x="23" y="129"/>
                        <a:pt x="23" y="133"/>
                      </a:cubicBezTo>
                      <a:cubicBezTo>
                        <a:pt x="23" y="137"/>
                        <a:pt x="18" y="142"/>
                        <a:pt x="15" y="144"/>
                      </a:cubicBezTo>
                      <a:cubicBezTo>
                        <a:pt x="15" y="150"/>
                        <a:pt x="15" y="150"/>
                        <a:pt x="15" y="150"/>
                      </a:cubicBezTo>
                      <a:cubicBezTo>
                        <a:pt x="17" y="150"/>
                        <a:pt x="17" y="150"/>
                        <a:pt x="17" y="150"/>
                      </a:cubicBezTo>
                      <a:cubicBezTo>
                        <a:pt x="20" y="150"/>
                        <a:pt x="27" y="141"/>
                        <a:pt x="29" y="139"/>
                      </a:cubicBezTo>
                      <a:cubicBezTo>
                        <a:pt x="33" y="135"/>
                        <a:pt x="34" y="129"/>
                        <a:pt x="38" y="12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2" name="iSļïḑé"/>
                <p:cNvSpPr/>
                <p:nvPr/>
              </p:nvSpPr>
              <p:spPr bwMode="auto">
                <a:xfrm>
                  <a:off x="4422776" y="3106738"/>
                  <a:ext cx="412750" cy="596900"/>
                </a:xfrm>
                <a:custGeom>
                  <a:avLst/>
                  <a:gdLst>
                    <a:gd name="T0" fmla="*/ 63 w 125"/>
                    <a:gd name="T1" fmla="*/ 83 h 179"/>
                    <a:gd name="T2" fmla="*/ 69 w 125"/>
                    <a:gd name="T3" fmla="*/ 84 h 179"/>
                    <a:gd name="T4" fmla="*/ 71 w 125"/>
                    <a:gd name="T5" fmla="*/ 95 h 179"/>
                    <a:gd name="T6" fmla="*/ 56 w 125"/>
                    <a:gd name="T7" fmla="*/ 91 h 179"/>
                    <a:gd name="T8" fmla="*/ 77 w 125"/>
                    <a:gd name="T9" fmla="*/ 77 h 179"/>
                    <a:gd name="T10" fmla="*/ 90 w 125"/>
                    <a:gd name="T11" fmla="*/ 82 h 179"/>
                    <a:gd name="T12" fmla="*/ 93 w 125"/>
                    <a:gd name="T13" fmla="*/ 96 h 179"/>
                    <a:gd name="T14" fmla="*/ 88 w 125"/>
                    <a:gd name="T15" fmla="*/ 106 h 179"/>
                    <a:gd name="T16" fmla="*/ 75 w 125"/>
                    <a:gd name="T17" fmla="*/ 89 h 179"/>
                    <a:gd name="T18" fmla="*/ 91 w 125"/>
                    <a:gd name="T19" fmla="*/ 29 h 179"/>
                    <a:gd name="T20" fmla="*/ 95 w 125"/>
                    <a:gd name="T21" fmla="*/ 4 h 179"/>
                    <a:gd name="T22" fmla="*/ 92 w 125"/>
                    <a:gd name="T23" fmla="*/ 0 h 179"/>
                    <a:gd name="T24" fmla="*/ 86 w 125"/>
                    <a:gd name="T25" fmla="*/ 0 h 179"/>
                    <a:gd name="T26" fmla="*/ 80 w 125"/>
                    <a:gd name="T27" fmla="*/ 7 h 179"/>
                    <a:gd name="T28" fmla="*/ 83 w 125"/>
                    <a:gd name="T29" fmla="*/ 30 h 179"/>
                    <a:gd name="T30" fmla="*/ 86 w 125"/>
                    <a:gd name="T31" fmla="*/ 50 h 179"/>
                    <a:gd name="T32" fmla="*/ 46 w 125"/>
                    <a:gd name="T33" fmla="*/ 84 h 179"/>
                    <a:gd name="T34" fmla="*/ 0 w 125"/>
                    <a:gd name="T35" fmla="*/ 99 h 179"/>
                    <a:gd name="T36" fmla="*/ 13 w 125"/>
                    <a:gd name="T37" fmla="*/ 108 h 179"/>
                    <a:gd name="T38" fmla="*/ 30 w 125"/>
                    <a:gd name="T39" fmla="*/ 100 h 179"/>
                    <a:gd name="T40" fmla="*/ 47 w 125"/>
                    <a:gd name="T41" fmla="*/ 92 h 179"/>
                    <a:gd name="T42" fmla="*/ 51 w 125"/>
                    <a:gd name="T43" fmla="*/ 109 h 179"/>
                    <a:gd name="T44" fmla="*/ 50 w 125"/>
                    <a:gd name="T45" fmla="*/ 118 h 179"/>
                    <a:gd name="T46" fmla="*/ 54 w 125"/>
                    <a:gd name="T47" fmla="*/ 125 h 179"/>
                    <a:gd name="T48" fmla="*/ 62 w 125"/>
                    <a:gd name="T49" fmla="*/ 119 h 179"/>
                    <a:gd name="T50" fmla="*/ 62 w 125"/>
                    <a:gd name="T51" fmla="*/ 113 h 179"/>
                    <a:gd name="T52" fmla="*/ 78 w 125"/>
                    <a:gd name="T53" fmla="*/ 111 h 179"/>
                    <a:gd name="T54" fmla="*/ 78 w 125"/>
                    <a:gd name="T55" fmla="*/ 113 h 179"/>
                    <a:gd name="T56" fmla="*/ 78 w 125"/>
                    <a:gd name="T57" fmla="*/ 118 h 179"/>
                    <a:gd name="T58" fmla="*/ 46 w 125"/>
                    <a:gd name="T59" fmla="*/ 147 h 179"/>
                    <a:gd name="T60" fmla="*/ 28 w 125"/>
                    <a:gd name="T61" fmla="*/ 158 h 179"/>
                    <a:gd name="T62" fmla="*/ 1 w 125"/>
                    <a:gd name="T63" fmla="*/ 170 h 179"/>
                    <a:gd name="T64" fmla="*/ 14 w 125"/>
                    <a:gd name="T65" fmla="*/ 178 h 179"/>
                    <a:gd name="T66" fmla="*/ 20 w 125"/>
                    <a:gd name="T67" fmla="*/ 179 h 179"/>
                    <a:gd name="T68" fmla="*/ 22 w 125"/>
                    <a:gd name="T69" fmla="*/ 179 h 179"/>
                    <a:gd name="T70" fmla="*/ 38 w 125"/>
                    <a:gd name="T71" fmla="*/ 169 h 179"/>
                    <a:gd name="T72" fmla="*/ 61 w 125"/>
                    <a:gd name="T73" fmla="*/ 150 h 179"/>
                    <a:gd name="T74" fmla="*/ 79 w 125"/>
                    <a:gd name="T75" fmla="*/ 135 h 179"/>
                    <a:gd name="T76" fmla="*/ 96 w 125"/>
                    <a:gd name="T77" fmla="*/ 119 h 179"/>
                    <a:gd name="T78" fmla="*/ 106 w 125"/>
                    <a:gd name="T79" fmla="*/ 149 h 179"/>
                    <a:gd name="T80" fmla="*/ 125 w 125"/>
                    <a:gd name="T81" fmla="*/ 152 h 179"/>
                    <a:gd name="T82" fmla="*/ 116 w 125"/>
                    <a:gd name="T83" fmla="*/ 120 h 179"/>
                    <a:gd name="T84" fmla="*/ 115 w 125"/>
                    <a:gd name="T85" fmla="*/ 125 h 179"/>
                    <a:gd name="T86" fmla="*/ 109 w 125"/>
                    <a:gd name="T87" fmla="*/ 129 h 179"/>
                    <a:gd name="T88" fmla="*/ 97 w 125"/>
                    <a:gd name="T89" fmla="*/ 92 h 179"/>
                    <a:gd name="T90" fmla="*/ 94 w 125"/>
                    <a:gd name="T91" fmla="*/ 76 h 179"/>
                    <a:gd name="T92" fmla="*/ 110 w 125"/>
                    <a:gd name="T93" fmla="*/ 60 h 179"/>
                    <a:gd name="T94" fmla="*/ 105 w 125"/>
                    <a:gd name="T95" fmla="*/ 57 h 179"/>
                    <a:gd name="T96" fmla="*/ 101 w 125"/>
                    <a:gd name="T97" fmla="*/ 59 h 179"/>
                    <a:gd name="T98" fmla="*/ 91 w 125"/>
                    <a:gd name="T99" fmla="*/ 54 h 179"/>
                    <a:gd name="T100" fmla="*/ 91 w 125"/>
                    <a:gd name="T101" fmla="*/ 29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25" h="179">
                      <a:moveTo>
                        <a:pt x="56" y="91"/>
                      </a:moveTo>
                      <a:cubicBezTo>
                        <a:pt x="56" y="87"/>
                        <a:pt x="60" y="85"/>
                        <a:pt x="63" y="83"/>
                      </a:cubicBezTo>
                      <a:cubicBezTo>
                        <a:pt x="64" y="83"/>
                        <a:pt x="64" y="83"/>
                        <a:pt x="64" y="83"/>
                      </a:cubicBezTo>
                      <a:cubicBezTo>
                        <a:pt x="67" y="83"/>
                        <a:pt x="67" y="84"/>
                        <a:pt x="69" y="84"/>
                      </a:cubicBezTo>
                      <a:cubicBezTo>
                        <a:pt x="71" y="94"/>
                        <a:pt x="71" y="94"/>
                        <a:pt x="71" y="94"/>
                      </a:cubicBezTo>
                      <a:cubicBezTo>
                        <a:pt x="71" y="95"/>
                        <a:pt x="71" y="95"/>
                        <a:pt x="71" y="95"/>
                      </a:cubicBezTo>
                      <a:cubicBezTo>
                        <a:pt x="68" y="100"/>
                        <a:pt x="68" y="99"/>
                        <a:pt x="63" y="101"/>
                      </a:cubicBezTo>
                      <a:cubicBezTo>
                        <a:pt x="61" y="99"/>
                        <a:pt x="56" y="95"/>
                        <a:pt x="56" y="91"/>
                      </a:cubicBezTo>
                      <a:close/>
                      <a:moveTo>
                        <a:pt x="72" y="83"/>
                      </a:moveTo>
                      <a:cubicBezTo>
                        <a:pt x="74" y="79"/>
                        <a:pt x="73" y="79"/>
                        <a:pt x="77" y="77"/>
                      </a:cubicBezTo>
                      <a:cubicBezTo>
                        <a:pt x="79" y="75"/>
                        <a:pt x="82" y="75"/>
                        <a:pt x="83" y="73"/>
                      </a:cubicBezTo>
                      <a:cubicBezTo>
                        <a:pt x="88" y="76"/>
                        <a:pt x="89" y="76"/>
                        <a:pt x="90" y="82"/>
                      </a:cubicBezTo>
                      <a:cubicBezTo>
                        <a:pt x="92" y="95"/>
                        <a:pt x="92" y="95"/>
                        <a:pt x="92" y="95"/>
                      </a:cubicBezTo>
                      <a:cubicBezTo>
                        <a:pt x="93" y="96"/>
                        <a:pt x="93" y="96"/>
                        <a:pt x="93" y="96"/>
                      </a:cubicBezTo>
                      <a:cubicBezTo>
                        <a:pt x="94" y="99"/>
                        <a:pt x="94" y="99"/>
                        <a:pt x="94" y="99"/>
                      </a:cubicBezTo>
                      <a:cubicBezTo>
                        <a:pt x="91" y="105"/>
                        <a:pt x="93" y="103"/>
                        <a:pt x="88" y="106"/>
                      </a:cubicBezTo>
                      <a:cubicBezTo>
                        <a:pt x="83" y="101"/>
                        <a:pt x="82" y="101"/>
                        <a:pt x="79" y="95"/>
                      </a:cubicBezTo>
                      <a:cubicBezTo>
                        <a:pt x="77" y="93"/>
                        <a:pt x="77" y="91"/>
                        <a:pt x="75" y="89"/>
                      </a:cubicBezTo>
                      <a:cubicBezTo>
                        <a:pt x="73" y="87"/>
                        <a:pt x="73" y="86"/>
                        <a:pt x="72" y="83"/>
                      </a:cubicBezTo>
                      <a:close/>
                      <a:moveTo>
                        <a:pt x="91" y="29"/>
                      </a:moveTo>
                      <a:cubicBezTo>
                        <a:pt x="91" y="22"/>
                        <a:pt x="95" y="12"/>
                        <a:pt x="95" y="4"/>
                      </a:cubicBezTo>
                      <a:cubicBezTo>
                        <a:pt x="95" y="4"/>
                        <a:pt x="95" y="4"/>
                        <a:pt x="95" y="4"/>
                      </a:cubicBezTo>
                      <a:cubicBezTo>
                        <a:pt x="95" y="3"/>
                        <a:pt x="95" y="3"/>
                        <a:pt x="95" y="3"/>
                      </a:cubicBezTo>
                      <a:cubicBezTo>
                        <a:pt x="93" y="0"/>
                        <a:pt x="95" y="1"/>
                        <a:pt x="92" y="0"/>
                      </a:cubicBezTo>
                      <a:cubicBezTo>
                        <a:pt x="91" y="0"/>
                        <a:pt x="91" y="0"/>
                        <a:pt x="91" y="0"/>
                      </a:cubicBezTo>
                      <a:cubicBezTo>
                        <a:pt x="86" y="0"/>
                        <a:pt x="86" y="0"/>
                        <a:pt x="86" y="0"/>
                      </a:cubicBezTo>
                      <a:cubicBezTo>
                        <a:pt x="85" y="0"/>
                        <a:pt x="85" y="0"/>
                        <a:pt x="85" y="0"/>
                      </a:cubicBezTo>
                      <a:cubicBezTo>
                        <a:pt x="82" y="1"/>
                        <a:pt x="80" y="4"/>
                        <a:pt x="80" y="7"/>
                      </a:cubicBezTo>
                      <a:cubicBezTo>
                        <a:pt x="83" y="30"/>
                        <a:pt x="83" y="30"/>
                        <a:pt x="83" y="30"/>
                      </a:cubicBezTo>
                      <a:cubicBezTo>
                        <a:pt x="83" y="30"/>
                        <a:pt x="83" y="30"/>
                        <a:pt x="83" y="30"/>
                      </a:cubicBezTo>
                      <a:cubicBezTo>
                        <a:pt x="83" y="38"/>
                        <a:pt x="86" y="44"/>
                        <a:pt x="86" y="49"/>
                      </a:cubicBezTo>
                      <a:cubicBezTo>
                        <a:pt x="86" y="50"/>
                        <a:pt x="86" y="50"/>
                        <a:pt x="86" y="50"/>
                      </a:cubicBezTo>
                      <a:cubicBezTo>
                        <a:pt x="87" y="62"/>
                        <a:pt x="87" y="62"/>
                        <a:pt x="87" y="62"/>
                      </a:cubicBezTo>
                      <a:cubicBezTo>
                        <a:pt x="87" y="68"/>
                        <a:pt x="52" y="81"/>
                        <a:pt x="46" y="84"/>
                      </a:cubicBezTo>
                      <a:cubicBezTo>
                        <a:pt x="39" y="87"/>
                        <a:pt x="31" y="89"/>
                        <a:pt x="23" y="92"/>
                      </a:cubicBezTo>
                      <a:cubicBezTo>
                        <a:pt x="20" y="94"/>
                        <a:pt x="0" y="96"/>
                        <a:pt x="0" y="99"/>
                      </a:cubicBezTo>
                      <a:cubicBezTo>
                        <a:pt x="0" y="101"/>
                        <a:pt x="9" y="108"/>
                        <a:pt x="11" y="108"/>
                      </a:cubicBezTo>
                      <a:cubicBezTo>
                        <a:pt x="13" y="108"/>
                        <a:pt x="13" y="108"/>
                        <a:pt x="13" y="108"/>
                      </a:cubicBezTo>
                      <a:cubicBezTo>
                        <a:pt x="14" y="108"/>
                        <a:pt x="14" y="108"/>
                        <a:pt x="14" y="108"/>
                      </a:cubicBezTo>
                      <a:cubicBezTo>
                        <a:pt x="20" y="105"/>
                        <a:pt x="24" y="103"/>
                        <a:pt x="30" y="100"/>
                      </a:cubicBezTo>
                      <a:cubicBezTo>
                        <a:pt x="34" y="98"/>
                        <a:pt x="41" y="93"/>
                        <a:pt x="45" y="93"/>
                      </a:cubicBezTo>
                      <a:cubicBezTo>
                        <a:pt x="46" y="93"/>
                        <a:pt x="46" y="93"/>
                        <a:pt x="47" y="92"/>
                      </a:cubicBezTo>
                      <a:cubicBezTo>
                        <a:pt x="49" y="94"/>
                        <a:pt x="52" y="96"/>
                        <a:pt x="51" y="101"/>
                      </a:cubicBezTo>
                      <a:cubicBezTo>
                        <a:pt x="51" y="109"/>
                        <a:pt x="51" y="109"/>
                        <a:pt x="51" y="109"/>
                      </a:cubicBezTo>
                      <a:cubicBezTo>
                        <a:pt x="51" y="110"/>
                        <a:pt x="51" y="110"/>
                        <a:pt x="51" y="110"/>
                      </a:cubicBezTo>
                      <a:cubicBezTo>
                        <a:pt x="50" y="118"/>
                        <a:pt x="50" y="118"/>
                        <a:pt x="50" y="118"/>
                      </a:cubicBezTo>
                      <a:cubicBezTo>
                        <a:pt x="50" y="119"/>
                        <a:pt x="50" y="119"/>
                        <a:pt x="50" y="120"/>
                      </a:cubicBezTo>
                      <a:cubicBezTo>
                        <a:pt x="51" y="123"/>
                        <a:pt x="51" y="123"/>
                        <a:pt x="54" y="125"/>
                      </a:cubicBezTo>
                      <a:cubicBezTo>
                        <a:pt x="56" y="125"/>
                        <a:pt x="56" y="125"/>
                        <a:pt x="56" y="125"/>
                      </a:cubicBezTo>
                      <a:cubicBezTo>
                        <a:pt x="59" y="125"/>
                        <a:pt x="60" y="121"/>
                        <a:pt x="62" y="119"/>
                      </a:cubicBezTo>
                      <a:cubicBezTo>
                        <a:pt x="62" y="118"/>
                        <a:pt x="62" y="118"/>
                        <a:pt x="62" y="118"/>
                      </a:cubicBezTo>
                      <a:cubicBezTo>
                        <a:pt x="62" y="113"/>
                        <a:pt x="62" y="113"/>
                        <a:pt x="62" y="113"/>
                      </a:cubicBezTo>
                      <a:cubicBezTo>
                        <a:pt x="63" y="110"/>
                        <a:pt x="68" y="106"/>
                        <a:pt x="71" y="106"/>
                      </a:cubicBezTo>
                      <a:cubicBezTo>
                        <a:pt x="75" y="106"/>
                        <a:pt x="77" y="109"/>
                        <a:pt x="78" y="111"/>
                      </a:cubicBezTo>
                      <a:cubicBezTo>
                        <a:pt x="78" y="112"/>
                        <a:pt x="78" y="112"/>
                        <a:pt x="78" y="112"/>
                      </a:cubicBezTo>
                      <a:cubicBezTo>
                        <a:pt x="78" y="113"/>
                        <a:pt x="78" y="113"/>
                        <a:pt x="78" y="113"/>
                      </a:cubicBezTo>
                      <a:cubicBezTo>
                        <a:pt x="78" y="115"/>
                        <a:pt x="78" y="115"/>
                        <a:pt x="79" y="116"/>
                      </a:cubicBezTo>
                      <a:cubicBezTo>
                        <a:pt x="78" y="117"/>
                        <a:pt x="78" y="117"/>
                        <a:pt x="78" y="118"/>
                      </a:cubicBezTo>
                      <a:cubicBezTo>
                        <a:pt x="78" y="119"/>
                        <a:pt x="78" y="119"/>
                        <a:pt x="78" y="119"/>
                      </a:cubicBezTo>
                      <a:cubicBezTo>
                        <a:pt x="72" y="130"/>
                        <a:pt x="57" y="140"/>
                        <a:pt x="46" y="147"/>
                      </a:cubicBezTo>
                      <a:cubicBezTo>
                        <a:pt x="44" y="148"/>
                        <a:pt x="40" y="151"/>
                        <a:pt x="37" y="152"/>
                      </a:cubicBezTo>
                      <a:cubicBezTo>
                        <a:pt x="35" y="153"/>
                        <a:pt x="29" y="157"/>
                        <a:pt x="28" y="158"/>
                      </a:cubicBezTo>
                      <a:cubicBezTo>
                        <a:pt x="25" y="161"/>
                        <a:pt x="12" y="165"/>
                        <a:pt x="6" y="165"/>
                      </a:cubicBezTo>
                      <a:cubicBezTo>
                        <a:pt x="4" y="165"/>
                        <a:pt x="2" y="168"/>
                        <a:pt x="1" y="170"/>
                      </a:cubicBezTo>
                      <a:cubicBezTo>
                        <a:pt x="4" y="171"/>
                        <a:pt x="4" y="173"/>
                        <a:pt x="7" y="175"/>
                      </a:cubicBezTo>
                      <a:cubicBezTo>
                        <a:pt x="10" y="176"/>
                        <a:pt x="12" y="176"/>
                        <a:pt x="14" y="178"/>
                      </a:cubicBezTo>
                      <a:cubicBezTo>
                        <a:pt x="18" y="179"/>
                        <a:pt x="18" y="179"/>
                        <a:pt x="18" y="179"/>
                      </a:cubicBezTo>
                      <a:cubicBezTo>
                        <a:pt x="20" y="179"/>
                        <a:pt x="18" y="179"/>
                        <a:pt x="20" y="179"/>
                      </a:cubicBezTo>
                      <a:cubicBezTo>
                        <a:pt x="21" y="179"/>
                        <a:pt x="21" y="179"/>
                        <a:pt x="21" y="179"/>
                      </a:cubicBezTo>
                      <a:cubicBezTo>
                        <a:pt x="22" y="179"/>
                        <a:pt x="22" y="179"/>
                        <a:pt x="22" y="179"/>
                      </a:cubicBezTo>
                      <a:cubicBezTo>
                        <a:pt x="26" y="177"/>
                        <a:pt x="30" y="175"/>
                        <a:pt x="33" y="173"/>
                      </a:cubicBezTo>
                      <a:cubicBezTo>
                        <a:pt x="35" y="171"/>
                        <a:pt x="36" y="170"/>
                        <a:pt x="38" y="169"/>
                      </a:cubicBezTo>
                      <a:cubicBezTo>
                        <a:pt x="39" y="168"/>
                        <a:pt x="43" y="166"/>
                        <a:pt x="43" y="166"/>
                      </a:cubicBezTo>
                      <a:cubicBezTo>
                        <a:pt x="49" y="160"/>
                        <a:pt x="55" y="156"/>
                        <a:pt x="61" y="150"/>
                      </a:cubicBezTo>
                      <a:cubicBezTo>
                        <a:pt x="64" y="148"/>
                        <a:pt x="67" y="145"/>
                        <a:pt x="70" y="143"/>
                      </a:cubicBezTo>
                      <a:cubicBezTo>
                        <a:pt x="73" y="140"/>
                        <a:pt x="76" y="137"/>
                        <a:pt x="79" y="135"/>
                      </a:cubicBezTo>
                      <a:cubicBezTo>
                        <a:pt x="82" y="132"/>
                        <a:pt x="85" y="130"/>
                        <a:pt x="87" y="127"/>
                      </a:cubicBezTo>
                      <a:cubicBezTo>
                        <a:pt x="90" y="124"/>
                        <a:pt x="91" y="119"/>
                        <a:pt x="96" y="119"/>
                      </a:cubicBezTo>
                      <a:cubicBezTo>
                        <a:pt x="98" y="119"/>
                        <a:pt x="100" y="126"/>
                        <a:pt x="100" y="128"/>
                      </a:cubicBezTo>
                      <a:cubicBezTo>
                        <a:pt x="100" y="132"/>
                        <a:pt x="105" y="145"/>
                        <a:pt x="106" y="149"/>
                      </a:cubicBezTo>
                      <a:cubicBezTo>
                        <a:pt x="108" y="155"/>
                        <a:pt x="111" y="165"/>
                        <a:pt x="118" y="165"/>
                      </a:cubicBezTo>
                      <a:cubicBezTo>
                        <a:pt x="119" y="163"/>
                        <a:pt x="125" y="161"/>
                        <a:pt x="125" y="152"/>
                      </a:cubicBezTo>
                      <a:cubicBezTo>
                        <a:pt x="125" y="143"/>
                        <a:pt x="120" y="120"/>
                        <a:pt x="117" y="116"/>
                      </a:cubicBezTo>
                      <a:cubicBezTo>
                        <a:pt x="117" y="118"/>
                        <a:pt x="116" y="118"/>
                        <a:pt x="116" y="120"/>
                      </a:cubicBezTo>
                      <a:cubicBezTo>
                        <a:pt x="116" y="123"/>
                        <a:pt x="115" y="121"/>
                        <a:pt x="115" y="124"/>
                      </a:cubicBezTo>
                      <a:cubicBezTo>
                        <a:pt x="115" y="125"/>
                        <a:pt x="115" y="125"/>
                        <a:pt x="115" y="125"/>
                      </a:cubicBezTo>
                      <a:cubicBezTo>
                        <a:pt x="115" y="126"/>
                        <a:pt x="114" y="129"/>
                        <a:pt x="112" y="129"/>
                      </a:cubicBezTo>
                      <a:cubicBezTo>
                        <a:pt x="109" y="129"/>
                        <a:pt x="109" y="129"/>
                        <a:pt x="109" y="129"/>
                      </a:cubicBezTo>
                      <a:cubicBezTo>
                        <a:pt x="105" y="129"/>
                        <a:pt x="102" y="110"/>
                        <a:pt x="100" y="105"/>
                      </a:cubicBezTo>
                      <a:cubicBezTo>
                        <a:pt x="98" y="101"/>
                        <a:pt x="98" y="97"/>
                        <a:pt x="97" y="92"/>
                      </a:cubicBezTo>
                      <a:cubicBezTo>
                        <a:pt x="96" y="87"/>
                        <a:pt x="94" y="86"/>
                        <a:pt x="94" y="79"/>
                      </a:cubicBezTo>
                      <a:cubicBezTo>
                        <a:pt x="94" y="76"/>
                        <a:pt x="94" y="76"/>
                        <a:pt x="94" y="76"/>
                      </a:cubicBezTo>
                      <a:cubicBezTo>
                        <a:pt x="94" y="65"/>
                        <a:pt x="110" y="67"/>
                        <a:pt x="110" y="61"/>
                      </a:cubicBezTo>
                      <a:cubicBezTo>
                        <a:pt x="110" y="60"/>
                        <a:pt x="110" y="60"/>
                        <a:pt x="110" y="60"/>
                      </a:cubicBezTo>
                      <a:cubicBezTo>
                        <a:pt x="110" y="58"/>
                        <a:pt x="109" y="57"/>
                        <a:pt x="108" y="57"/>
                      </a:cubicBezTo>
                      <a:cubicBezTo>
                        <a:pt x="105" y="57"/>
                        <a:pt x="105" y="57"/>
                        <a:pt x="105" y="57"/>
                      </a:cubicBezTo>
                      <a:cubicBezTo>
                        <a:pt x="104" y="57"/>
                        <a:pt x="104" y="57"/>
                        <a:pt x="104" y="57"/>
                      </a:cubicBezTo>
                      <a:cubicBezTo>
                        <a:pt x="103" y="58"/>
                        <a:pt x="102" y="59"/>
                        <a:pt x="101" y="59"/>
                      </a:cubicBezTo>
                      <a:cubicBezTo>
                        <a:pt x="99" y="60"/>
                        <a:pt x="99" y="59"/>
                        <a:pt x="97" y="60"/>
                      </a:cubicBezTo>
                      <a:cubicBezTo>
                        <a:pt x="95" y="59"/>
                        <a:pt x="91" y="56"/>
                        <a:pt x="91" y="54"/>
                      </a:cubicBezTo>
                      <a:cubicBezTo>
                        <a:pt x="91" y="41"/>
                        <a:pt x="91" y="41"/>
                        <a:pt x="91" y="41"/>
                      </a:cubicBezTo>
                      <a:lnTo>
                        <a:pt x="91" y="29"/>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3" name="íšlïďè"/>
                <p:cNvSpPr/>
                <p:nvPr/>
              </p:nvSpPr>
              <p:spPr bwMode="auto">
                <a:xfrm>
                  <a:off x="5478463" y="3581400"/>
                  <a:ext cx="46038" cy="76200"/>
                </a:xfrm>
                <a:custGeom>
                  <a:avLst/>
                  <a:gdLst>
                    <a:gd name="T0" fmla="*/ 14 w 14"/>
                    <a:gd name="T1" fmla="*/ 15 h 23"/>
                    <a:gd name="T2" fmla="*/ 10 w 14"/>
                    <a:gd name="T3" fmla="*/ 6 h 23"/>
                    <a:gd name="T4" fmla="*/ 3 w 14"/>
                    <a:gd name="T5" fmla="*/ 0 h 23"/>
                    <a:gd name="T6" fmla="*/ 0 w 14"/>
                    <a:gd name="T7" fmla="*/ 3 h 23"/>
                    <a:gd name="T8" fmla="*/ 5 w 14"/>
                    <a:gd name="T9" fmla="*/ 11 h 23"/>
                    <a:gd name="T10" fmla="*/ 5 w 14"/>
                    <a:gd name="T11" fmla="*/ 12 h 23"/>
                    <a:gd name="T12" fmla="*/ 5 w 14"/>
                    <a:gd name="T13" fmla="*/ 14 h 23"/>
                    <a:gd name="T14" fmla="*/ 5 w 14"/>
                    <a:gd name="T15" fmla="*/ 15 h 23"/>
                    <a:gd name="T16" fmla="*/ 2 w 14"/>
                    <a:gd name="T17" fmla="*/ 19 h 23"/>
                    <a:gd name="T18" fmla="*/ 2 w 14"/>
                    <a:gd name="T19" fmla="*/ 22 h 23"/>
                    <a:gd name="T20" fmla="*/ 5 w 14"/>
                    <a:gd name="T21" fmla="*/ 23 h 23"/>
                    <a:gd name="T22" fmla="*/ 6 w 14"/>
                    <a:gd name="T23" fmla="*/ 23 h 23"/>
                    <a:gd name="T24" fmla="*/ 11 w 14"/>
                    <a:gd name="T25" fmla="*/ 20 h 23"/>
                    <a:gd name="T26" fmla="*/ 14 w 14"/>
                    <a:gd name="T27" fmla="*/ 15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4" h="23">
                      <a:moveTo>
                        <a:pt x="14" y="15"/>
                      </a:moveTo>
                      <a:cubicBezTo>
                        <a:pt x="14" y="11"/>
                        <a:pt x="12" y="9"/>
                        <a:pt x="10" y="6"/>
                      </a:cubicBezTo>
                      <a:cubicBezTo>
                        <a:pt x="8" y="5"/>
                        <a:pt x="3" y="1"/>
                        <a:pt x="3" y="0"/>
                      </a:cubicBezTo>
                      <a:cubicBezTo>
                        <a:pt x="0" y="3"/>
                        <a:pt x="0" y="3"/>
                        <a:pt x="0" y="3"/>
                      </a:cubicBezTo>
                      <a:cubicBezTo>
                        <a:pt x="5" y="11"/>
                        <a:pt x="5" y="11"/>
                        <a:pt x="5" y="11"/>
                      </a:cubicBezTo>
                      <a:cubicBezTo>
                        <a:pt x="5" y="12"/>
                        <a:pt x="5" y="12"/>
                        <a:pt x="5" y="12"/>
                      </a:cubicBezTo>
                      <a:cubicBezTo>
                        <a:pt x="5" y="14"/>
                        <a:pt x="5" y="14"/>
                        <a:pt x="5" y="14"/>
                      </a:cubicBezTo>
                      <a:cubicBezTo>
                        <a:pt x="5" y="15"/>
                        <a:pt x="5" y="15"/>
                        <a:pt x="5" y="15"/>
                      </a:cubicBezTo>
                      <a:cubicBezTo>
                        <a:pt x="2" y="19"/>
                        <a:pt x="2" y="19"/>
                        <a:pt x="2" y="19"/>
                      </a:cubicBezTo>
                      <a:cubicBezTo>
                        <a:pt x="2" y="22"/>
                        <a:pt x="2" y="22"/>
                        <a:pt x="2" y="22"/>
                      </a:cubicBezTo>
                      <a:cubicBezTo>
                        <a:pt x="5" y="23"/>
                        <a:pt x="5" y="23"/>
                        <a:pt x="5" y="23"/>
                      </a:cubicBezTo>
                      <a:cubicBezTo>
                        <a:pt x="6" y="23"/>
                        <a:pt x="6" y="23"/>
                        <a:pt x="6" y="23"/>
                      </a:cubicBezTo>
                      <a:cubicBezTo>
                        <a:pt x="7" y="23"/>
                        <a:pt x="11" y="21"/>
                        <a:pt x="11" y="20"/>
                      </a:cubicBezTo>
                      <a:cubicBezTo>
                        <a:pt x="13" y="19"/>
                        <a:pt x="13" y="17"/>
                        <a:pt x="14" y="1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4" name="işḷîḑe"/>
                <p:cNvSpPr/>
                <p:nvPr/>
              </p:nvSpPr>
              <p:spPr bwMode="auto">
                <a:xfrm>
                  <a:off x="6310313" y="3136900"/>
                  <a:ext cx="406400" cy="554038"/>
                </a:xfrm>
                <a:custGeom>
                  <a:avLst/>
                  <a:gdLst>
                    <a:gd name="T0" fmla="*/ 101 w 123"/>
                    <a:gd name="T1" fmla="*/ 9 h 166"/>
                    <a:gd name="T2" fmla="*/ 96 w 123"/>
                    <a:gd name="T3" fmla="*/ 0 h 166"/>
                    <a:gd name="T4" fmla="*/ 76 w 123"/>
                    <a:gd name="T5" fmla="*/ 23 h 166"/>
                    <a:gd name="T6" fmla="*/ 66 w 123"/>
                    <a:gd name="T7" fmla="*/ 20 h 166"/>
                    <a:gd name="T8" fmla="*/ 69 w 123"/>
                    <a:gd name="T9" fmla="*/ 29 h 166"/>
                    <a:gd name="T10" fmla="*/ 64 w 123"/>
                    <a:gd name="T11" fmla="*/ 38 h 166"/>
                    <a:gd name="T12" fmla="*/ 71 w 123"/>
                    <a:gd name="T13" fmla="*/ 37 h 166"/>
                    <a:gd name="T14" fmla="*/ 78 w 123"/>
                    <a:gd name="T15" fmla="*/ 38 h 166"/>
                    <a:gd name="T16" fmla="*/ 104 w 123"/>
                    <a:gd name="T17" fmla="*/ 37 h 166"/>
                    <a:gd name="T18" fmla="*/ 97 w 123"/>
                    <a:gd name="T19" fmla="*/ 43 h 166"/>
                    <a:gd name="T20" fmla="*/ 85 w 123"/>
                    <a:gd name="T21" fmla="*/ 56 h 166"/>
                    <a:gd name="T22" fmla="*/ 78 w 123"/>
                    <a:gd name="T23" fmla="*/ 67 h 166"/>
                    <a:gd name="T24" fmla="*/ 72 w 123"/>
                    <a:gd name="T25" fmla="*/ 62 h 166"/>
                    <a:gd name="T26" fmla="*/ 72 w 123"/>
                    <a:gd name="T27" fmla="*/ 48 h 166"/>
                    <a:gd name="T28" fmla="*/ 63 w 123"/>
                    <a:gd name="T29" fmla="*/ 57 h 166"/>
                    <a:gd name="T30" fmla="*/ 56 w 123"/>
                    <a:gd name="T31" fmla="*/ 57 h 166"/>
                    <a:gd name="T32" fmla="*/ 61 w 123"/>
                    <a:gd name="T33" fmla="*/ 66 h 166"/>
                    <a:gd name="T34" fmla="*/ 59 w 123"/>
                    <a:gd name="T35" fmla="*/ 70 h 166"/>
                    <a:gd name="T36" fmla="*/ 68 w 123"/>
                    <a:gd name="T37" fmla="*/ 74 h 166"/>
                    <a:gd name="T38" fmla="*/ 68 w 123"/>
                    <a:gd name="T39" fmla="*/ 78 h 166"/>
                    <a:gd name="T40" fmla="*/ 40 w 123"/>
                    <a:gd name="T41" fmla="*/ 92 h 166"/>
                    <a:gd name="T42" fmla="*/ 24 w 123"/>
                    <a:gd name="T43" fmla="*/ 99 h 166"/>
                    <a:gd name="T44" fmla="*/ 3 w 123"/>
                    <a:gd name="T45" fmla="*/ 105 h 166"/>
                    <a:gd name="T46" fmla="*/ 2 w 123"/>
                    <a:gd name="T47" fmla="*/ 112 h 166"/>
                    <a:gd name="T48" fmla="*/ 14 w 123"/>
                    <a:gd name="T49" fmla="*/ 120 h 166"/>
                    <a:gd name="T50" fmla="*/ 32 w 123"/>
                    <a:gd name="T51" fmla="*/ 108 h 166"/>
                    <a:gd name="T52" fmla="*/ 55 w 123"/>
                    <a:gd name="T53" fmla="*/ 93 h 166"/>
                    <a:gd name="T54" fmla="*/ 63 w 123"/>
                    <a:gd name="T55" fmla="*/ 89 h 166"/>
                    <a:gd name="T56" fmla="*/ 82 w 123"/>
                    <a:gd name="T57" fmla="*/ 83 h 166"/>
                    <a:gd name="T58" fmla="*/ 82 w 123"/>
                    <a:gd name="T59" fmla="*/ 86 h 166"/>
                    <a:gd name="T60" fmla="*/ 74 w 123"/>
                    <a:gd name="T61" fmla="*/ 97 h 166"/>
                    <a:gd name="T62" fmla="*/ 61 w 123"/>
                    <a:gd name="T63" fmla="*/ 107 h 166"/>
                    <a:gd name="T64" fmla="*/ 64 w 123"/>
                    <a:gd name="T65" fmla="*/ 118 h 166"/>
                    <a:gd name="T66" fmla="*/ 55 w 123"/>
                    <a:gd name="T67" fmla="*/ 126 h 166"/>
                    <a:gd name="T68" fmla="*/ 40 w 123"/>
                    <a:gd name="T69" fmla="*/ 129 h 166"/>
                    <a:gd name="T70" fmla="*/ 30 w 123"/>
                    <a:gd name="T71" fmla="*/ 130 h 166"/>
                    <a:gd name="T72" fmla="*/ 35 w 123"/>
                    <a:gd name="T73" fmla="*/ 141 h 166"/>
                    <a:gd name="T74" fmla="*/ 38 w 123"/>
                    <a:gd name="T75" fmla="*/ 141 h 166"/>
                    <a:gd name="T76" fmla="*/ 56 w 123"/>
                    <a:gd name="T77" fmla="*/ 133 h 166"/>
                    <a:gd name="T78" fmla="*/ 63 w 123"/>
                    <a:gd name="T79" fmla="*/ 141 h 166"/>
                    <a:gd name="T80" fmla="*/ 56 w 123"/>
                    <a:gd name="T81" fmla="*/ 154 h 166"/>
                    <a:gd name="T82" fmla="*/ 53 w 123"/>
                    <a:gd name="T83" fmla="*/ 154 h 166"/>
                    <a:gd name="T84" fmla="*/ 49 w 123"/>
                    <a:gd name="T85" fmla="*/ 154 h 166"/>
                    <a:gd name="T86" fmla="*/ 46 w 123"/>
                    <a:gd name="T87" fmla="*/ 156 h 166"/>
                    <a:gd name="T88" fmla="*/ 56 w 123"/>
                    <a:gd name="T89" fmla="*/ 166 h 166"/>
                    <a:gd name="T90" fmla="*/ 71 w 123"/>
                    <a:gd name="T91" fmla="*/ 160 h 166"/>
                    <a:gd name="T92" fmla="*/ 75 w 123"/>
                    <a:gd name="T93" fmla="*/ 146 h 166"/>
                    <a:gd name="T94" fmla="*/ 80 w 123"/>
                    <a:gd name="T95" fmla="*/ 124 h 166"/>
                    <a:gd name="T96" fmla="*/ 94 w 123"/>
                    <a:gd name="T97" fmla="*/ 120 h 166"/>
                    <a:gd name="T98" fmla="*/ 81 w 123"/>
                    <a:gd name="T99" fmla="*/ 117 h 166"/>
                    <a:gd name="T100" fmla="*/ 72 w 123"/>
                    <a:gd name="T101" fmla="*/ 107 h 166"/>
                    <a:gd name="T102" fmla="*/ 78 w 123"/>
                    <a:gd name="T103" fmla="*/ 96 h 166"/>
                    <a:gd name="T104" fmla="*/ 92 w 123"/>
                    <a:gd name="T105" fmla="*/ 89 h 166"/>
                    <a:gd name="T106" fmla="*/ 102 w 123"/>
                    <a:gd name="T107" fmla="*/ 78 h 166"/>
                    <a:gd name="T108" fmla="*/ 95 w 123"/>
                    <a:gd name="T109" fmla="*/ 61 h 166"/>
                    <a:gd name="T110" fmla="*/ 109 w 123"/>
                    <a:gd name="T111" fmla="*/ 48 h 166"/>
                    <a:gd name="T112" fmla="*/ 116 w 123"/>
                    <a:gd name="T113" fmla="*/ 42 h 166"/>
                    <a:gd name="T114" fmla="*/ 121 w 123"/>
                    <a:gd name="T115" fmla="*/ 32 h 166"/>
                    <a:gd name="T116" fmla="*/ 116 w 123"/>
                    <a:gd name="T117" fmla="*/ 17 h 166"/>
                    <a:gd name="T118" fmla="*/ 104 w 123"/>
                    <a:gd name="T119" fmla="*/ 20 h 166"/>
                    <a:gd name="T120" fmla="*/ 93 w 123"/>
                    <a:gd name="T121" fmla="*/ 21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23" h="166">
                      <a:moveTo>
                        <a:pt x="93" y="21"/>
                      </a:moveTo>
                      <a:cubicBezTo>
                        <a:pt x="94" y="14"/>
                        <a:pt x="98" y="14"/>
                        <a:pt x="101" y="9"/>
                      </a:cubicBezTo>
                      <a:cubicBezTo>
                        <a:pt x="101" y="8"/>
                        <a:pt x="101" y="8"/>
                        <a:pt x="101" y="8"/>
                      </a:cubicBezTo>
                      <a:cubicBezTo>
                        <a:pt x="101" y="5"/>
                        <a:pt x="97" y="1"/>
                        <a:pt x="96" y="0"/>
                      </a:cubicBezTo>
                      <a:cubicBezTo>
                        <a:pt x="89" y="3"/>
                        <a:pt x="91" y="6"/>
                        <a:pt x="88" y="13"/>
                      </a:cubicBezTo>
                      <a:cubicBezTo>
                        <a:pt x="85" y="17"/>
                        <a:pt x="82" y="23"/>
                        <a:pt x="76" y="23"/>
                      </a:cubicBezTo>
                      <a:cubicBezTo>
                        <a:pt x="75" y="23"/>
                        <a:pt x="70" y="18"/>
                        <a:pt x="67" y="17"/>
                      </a:cubicBezTo>
                      <a:cubicBezTo>
                        <a:pt x="66" y="20"/>
                        <a:pt x="66" y="20"/>
                        <a:pt x="66" y="20"/>
                      </a:cubicBezTo>
                      <a:cubicBezTo>
                        <a:pt x="67" y="23"/>
                        <a:pt x="69" y="24"/>
                        <a:pt x="69" y="28"/>
                      </a:cubicBezTo>
                      <a:cubicBezTo>
                        <a:pt x="69" y="29"/>
                        <a:pt x="69" y="29"/>
                        <a:pt x="69" y="29"/>
                      </a:cubicBezTo>
                      <a:cubicBezTo>
                        <a:pt x="69" y="29"/>
                        <a:pt x="63" y="36"/>
                        <a:pt x="62" y="37"/>
                      </a:cubicBezTo>
                      <a:cubicBezTo>
                        <a:pt x="63" y="38"/>
                        <a:pt x="61" y="38"/>
                        <a:pt x="64" y="38"/>
                      </a:cubicBezTo>
                      <a:cubicBezTo>
                        <a:pt x="64" y="38"/>
                        <a:pt x="64" y="38"/>
                        <a:pt x="64" y="38"/>
                      </a:cubicBezTo>
                      <a:cubicBezTo>
                        <a:pt x="71" y="37"/>
                        <a:pt x="71" y="37"/>
                        <a:pt x="71" y="37"/>
                      </a:cubicBezTo>
                      <a:cubicBezTo>
                        <a:pt x="74" y="37"/>
                        <a:pt x="74" y="38"/>
                        <a:pt x="78" y="38"/>
                      </a:cubicBezTo>
                      <a:cubicBezTo>
                        <a:pt x="78" y="38"/>
                        <a:pt x="78" y="38"/>
                        <a:pt x="78" y="38"/>
                      </a:cubicBezTo>
                      <a:cubicBezTo>
                        <a:pt x="79" y="38"/>
                        <a:pt x="84" y="33"/>
                        <a:pt x="91" y="32"/>
                      </a:cubicBezTo>
                      <a:cubicBezTo>
                        <a:pt x="96" y="31"/>
                        <a:pt x="104" y="30"/>
                        <a:pt x="104" y="37"/>
                      </a:cubicBezTo>
                      <a:cubicBezTo>
                        <a:pt x="104" y="39"/>
                        <a:pt x="102" y="41"/>
                        <a:pt x="101" y="43"/>
                      </a:cubicBezTo>
                      <a:cubicBezTo>
                        <a:pt x="98" y="43"/>
                        <a:pt x="99" y="43"/>
                        <a:pt x="97" y="43"/>
                      </a:cubicBezTo>
                      <a:cubicBezTo>
                        <a:pt x="96" y="43"/>
                        <a:pt x="93" y="42"/>
                        <a:pt x="92" y="41"/>
                      </a:cubicBezTo>
                      <a:cubicBezTo>
                        <a:pt x="85" y="46"/>
                        <a:pt x="88" y="49"/>
                        <a:pt x="85" y="56"/>
                      </a:cubicBezTo>
                      <a:cubicBezTo>
                        <a:pt x="84" y="57"/>
                        <a:pt x="81" y="64"/>
                        <a:pt x="81" y="64"/>
                      </a:cubicBezTo>
                      <a:cubicBezTo>
                        <a:pt x="80" y="66"/>
                        <a:pt x="80" y="64"/>
                        <a:pt x="78" y="67"/>
                      </a:cubicBezTo>
                      <a:cubicBezTo>
                        <a:pt x="77" y="70"/>
                        <a:pt x="78" y="68"/>
                        <a:pt x="76" y="70"/>
                      </a:cubicBezTo>
                      <a:cubicBezTo>
                        <a:pt x="74" y="67"/>
                        <a:pt x="72" y="66"/>
                        <a:pt x="72" y="62"/>
                      </a:cubicBezTo>
                      <a:cubicBezTo>
                        <a:pt x="72" y="61"/>
                        <a:pt x="75" y="55"/>
                        <a:pt x="76" y="54"/>
                      </a:cubicBezTo>
                      <a:cubicBezTo>
                        <a:pt x="75" y="51"/>
                        <a:pt x="75" y="48"/>
                        <a:pt x="72" y="48"/>
                      </a:cubicBezTo>
                      <a:cubicBezTo>
                        <a:pt x="71" y="48"/>
                        <a:pt x="70" y="49"/>
                        <a:pt x="70" y="49"/>
                      </a:cubicBezTo>
                      <a:cubicBezTo>
                        <a:pt x="70" y="55"/>
                        <a:pt x="67" y="55"/>
                        <a:pt x="63" y="57"/>
                      </a:cubicBezTo>
                      <a:cubicBezTo>
                        <a:pt x="62" y="56"/>
                        <a:pt x="60" y="55"/>
                        <a:pt x="59" y="55"/>
                      </a:cubicBezTo>
                      <a:cubicBezTo>
                        <a:pt x="58" y="55"/>
                        <a:pt x="56" y="57"/>
                        <a:pt x="56" y="57"/>
                      </a:cubicBezTo>
                      <a:cubicBezTo>
                        <a:pt x="58" y="60"/>
                        <a:pt x="59" y="60"/>
                        <a:pt x="61" y="64"/>
                      </a:cubicBezTo>
                      <a:cubicBezTo>
                        <a:pt x="61" y="66"/>
                        <a:pt x="61" y="66"/>
                        <a:pt x="61" y="66"/>
                      </a:cubicBezTo>
                      <a:cubicBezTo>
                        <a:pt x="61" y="67"/>
                        <a:pt x="61" y="67"/>
                        <a:pt x="61" y="67"/>
                      </a:cubicBezTo>
                      <a:cubicBezTo>
                        <a:pt x="59" y="70"/>
                        <a:pt x="59" y="70"/>
                        <a:pt x="59" y="70"/>
                      </a:cubicBezTo>
                      <a:cubicBezTo>
                        <a:pt x="60" y="71"/>
                        <a:pt x="58" y="71"/>
                        <a:pt x="61" y="71"/>
                      </a:cubicBezTo>
                      <a:cubicBezTo>
                        <a:pt x="64" y="71"/>
                        <a:pt x="66" y="72"/>
                        <a:pt x="68" y="74"/>
                      </a:cubicBezTo>
                      <a:cubicBezTo>
                        <a:pt x="68" y="75"/>
                        <a:pt x="68" y="75"/>
                        <a:pt x="68" y="75"/>
                      </a:cubicBezTo>
                      <a:cubicBezTo>
                        <a:pt x="68" y="78"/>
                        <a:pt x="68" y="78"/>
                        <a:pt x="68" y="78"/>
                      </a:cubicBezTo>
                      <a:cubicBezTo>
                        <a:pt x="68" y="82"/>
                        <a:pt x="58" y="85"/>
                        <a:pt x="55" y="86"/>
                      </a:cubicBezTo>
                      <a:cubicBezTo>
                        <a:pt x="50" y="88"/>
                        <a:pt x="44" y="91"/>
                        <a:pt x="40" y="92"/>
                      </a:cubicBezTo>
                      <a:cubicBezTo>
                        <a:pt x="36" y="94"/>
                        <a:pt x="35" y="94"/>
                        <a:pt x="32" y="96"/>
                      </a:cubicBezTo>
                      <a:cubicBezTo>
                        <a:pt x="29" y="97"/>
                        <a:pt x="27" y="97"/>
                        <a:pt x="24" y="99"/>
                      </a:cubicBezTo>
                      <a:cubicBezTo>
                        <a:pt x="20" y="101"/>
                        <a:pt x="13" y="104"/>
                        <a:pt x="9" y="104"/>
                      </a:cubicBezTo>
                      <a:cubicBezTo>
                        <a:pt x="3" y="105"/>
                        <a:pt x="3" y="105"/>
                        <a:pt x="3" y="105"/>
                      </a:cubicBezTo>
                      <a:cubicBezTo>
                        <a:pt x="1" y="105"/>
                        <a:pt x="1" y="106"/>
                        <a:pt x="0" y="107"/>
                      </a:cubicBezTo>
                      <a:cubicBezTo>
                        <a:pt x="0" y="108"/>
                        <a:pt x="0" y="111"/>
                        <a:pt x="2" y="112"/>
                      </a:cubicBezTo>
                      <a:cubicBezTo>
                        <a:pt x="4" y="114"/>
                        <a:pt x="3" y="114"/>
                        <a:pt x="5" y="115"/>
                      </a:cubicBezTo>
                      <a:cubicBezTo>
                        <a:pt x="6" y="116"/>
                        <a:pt x="12" y="119"/>
                        <a:pt x="14" y="120"/>
                      </a:cubicBezTo>
                      <a:cubicBezTo>
                        <a:pt x="15" y="119"/>
                        <a:pt x="15" y="119"/>
                        <a:pt x="17" y="119"/>
                      </a:cubicBezTo>
                      <a:cubicBezTo>
                        <a:pt x="20" y="119"/>
                        <a:pt x="30" y="110"/>
                        <a:pt x="32" y="108"/>
                      </a:cubicBezTo>
                      <a:cubicBezTo>
                        <a:pt x="36" y="104"/>
                        <a:pt x="42" y="101"/>
                        <a:pt x="47" y="98"/>
                      </a:cubicBezTo>
                      <a:cubicBezTo>
                        <a:pt x="50" y="96"/>
                        <a:pt x="52" y="95"/>
                        <a:pt x="55" y="93"/>
                      </a:cubicBezTo>
                      <a:cubicBezTo>
                        <a:pt x="57" y="92"/>
                        <a:pt x="58" y="92"/>
                        <a:pt x="59" y="91"/>
                      </a:cubicBezTo>
                      <a:cubicBezTo>
                        <a:pt x="61" y="90"/>
                        <a:pt x="61" y="90"/>
                        <a:pt x="63" y="89"/>
                      </a:cubicBezTo>
                      <a:cubicBezTo>
                        <a:pt x="68" y="87"/>
                        <a:pt x="74" y="80"/>
                        <a:pt x="79" y="80"/>
                      </a:cubicBezTo>
                      <a:cubicBezTo>
                        <a:pt x="81" y="80"/>
                        <a:pt x="82" y="82"/>
                        <a:pt x="82" y="83"/>
                      </a:cubicBezTo>
                      <a:cubicBezTo>
                        <a:pt x="82" y="85"/>
                        <a:pt x="82" y="85"/>
                        <a:pt x="82" y="85"/>
                      </a:cubicBezTo>
                      <a:cubicBezTo>
                        <a:pt x="82" y="86"/>
                        <a:pt x="82" y="86"/>
                        <a:pt x="82" y="86"/>
                      </a:cubicBezTo>
                      <a:cubicBezTo>
                        <a:pt x="80" y="90"/>
                        <a:pt x="79" y="89"/>
                        <a:pt x="78" y="93"/>
                      </a:cubicBezTo>
                      <a:cubicBezTo>
                        <a:pt x="75" y="94"/>
                        <a:pt x="75" y="94"/>
                        <a:pt x="74" y="97"/>
                      </a:cubicBezTo>
                      <a:cubicBezTo>
                        <a:pt x="69" y="98"/>
                        <a:pt x="71" y="99"/>
                        <a:pt x="67" y="101"/>
                      </a:cubicBezTo>
                      <a:cubicBezTo>
                        <a:pt x="63" y="103"/>
                        <a:pt x="63" y="103"/>
                        <a:pt x="61" y="107"/>
                      </a:cubicBezTo>
                      <a:cubicBezTo>
                        <a:pt x="61" y="110"/>
                        <a:pt x="64" y="114"/>
                        <a:pt x="64" y="117"/>
                      </a:cubicBezTo>
                      <a:cubicBezTo>
                        <a:pt x="64" y="118"/>
                        <a:pt x="64" y="118"/>
                        <a:pt x="64" y="118"/>
                      </a:cubicBezTo>
                      <a:cubicBezTo>
                        <a:pt x="64" y="119"/>
                        <a:pt x="64" y="119"/>
                        <a:pt x="64" y="119"/>
                      </a:cubicBezTo>
                      <a:cubicBezTo>
                        <a:pt x="61" y="123"/>
                        <a:pt x="60" y="125"/>
                        <a:pt x="55" y="126"/>
                      </a:cubicBezTo>
                      <a:cubicBezTo>
                        <a:pt x="51" y="127"/>
                        <a:pt x="43" y="129"/>
                        <a:pt x="41" y="129"/>
                      </a:cubicBezTo>
                      <a:cubicBezTo>
                        <a:pt x="40" y="129"/>
                        <a:pt x="40" y="129"/>
                        <a:pt x="40" y="129"/>
                      </a:cubicBezTo>
                      <a:cubicBezTo>
                        <a:pt x="32" y="130"/>
                        <a:pt x="32" y="130"/>
                        <a:pt x="32" y="130"/>
                      </a:cubicBezTo>
                      <a:cubicBezTo>
                        <a:pt x="30" y="130"/>
                        <a:pt x="30" y="130"/>
                        <a:pt x="30" y="130"/>
                      </a:cubicBezTo>
                      <a:cubicBezTo>
                        <a:pt x="27" y="132"/>
                        <a:pt x="27" y="132"/>
                        <a:pt x="27" y="132"/>
                      </a:cubicBezTo>
                      <a:cubicBezTo>
                        <a:pt x="30" y="136"/>
                        <a:pt x="30" y="138"/>
                        <a:pt x="35" y="141"/>
                      </a:cubicBezTo>
                      <a:cubicBezTo>
                        <a:pt x="36" y="141"/>
                        <a:pt x="36" y="141"/>
                        <a:pt x="36" y="141"/>
                      </a:cubicBezTo>
                      <a:cubicBezTo>
                        <a:pt x="38" y="141"/>
                        <a:pt x="38" y="141"/>
                        <a:pt x="38" y="141"/>
                      </a:cubicBezTo>
                      <a:cubicBezTo>
                        <a:pt x="39" y="141"/>
                        <a:pt x="39" y="141"/>
                        <a:pt x="39" y="141"/>
                      </a:cubicBezTo>
                      <a:cubicBezTo>
                        <a:pt x="43" y="138"/>
                        <a:pt x="51" y="133"/>
                        <a:pt x="56" y="133"/>
                      </a:cubicBezTo>
                      <a:cubicBezTo>
                        <a:pt x="58" y="133"/>
                        <a:pt x="58" y="133"/>
                        <a:pt x="58" y="133"/>
                      </a:cubicBezTo>
                      <a:cubicBezTo>
                        <a:pt x="62" y="133"/>
                        <a:pt x="63" y="137"/>
                        <a:pt x="63" y="141"/>
                      </a:cubicBezTo>
                      <a:cubicBezTo>
                        <a:pt x="63" y="143"/>
                        <a:pt x="63" y="143"/>
                        <a:pt x="63" y="143"/>
                      </a:cubicBezTo>
                      <a:cubicBezTo>
                        <a:pt x="63" y="150"/>
                        <a:pt x="60" y="152"/>
                        <a:pt x="56" y="154"/>
                      </a:cubicBezTo>
                      <a:cubicBezTo>
                        <a:pt x="55" y="154"/>
                        <a:pt x="55" y="154"/>
                        <a:pt x="55" y="154"/>
                      </a:cubicBezTo>
                      <a:cubicBezTo>
                        <a:pt x="53" y="154"/>
                        <a:pt x="53" y="154"/>
                        <a:pt x="53" y="154"/>
                      </a:cubicBezTo>
                      <a:cubicBezTo>
                        <a:pt x="52" y="154"/>
                        <a:pt x="52" y="154"/>
                        <a:pt x="51" y="153"/>
                      </a:cubicBezTo>
                      <a:cubicBezTo>
                        <a:pt x="50" y="154"/>
                        <a:pt x="50" y="154"/>
                        <a:pt x="49" y="154"/>
                      </a:cubicBezTo>
                      <a:cubicBezTo>
                        <a:pt x="47" y="154"/>
                        <a:pt x="47" y="154"/>
                        <a:pt x="47" y="154"/>
                      </a:cubicBezTo>
                      <a:cubicBezTo>
                        <a:pt x="47" y="155"/>
                        <a:pt x="46" y="155"/>
                        <a:pt x="46" y="156"/>
                      </a:cubicBezTo>
                      <a:cubicBezTo>
                        <a:pt x="46" y="158"/>
                        <a:pt x="53" y="165"/>
                        <a:pt x="55" y="166"/>
                      </a:cubicBezTo>
                      <a:cubicBezTo>
                        <a:pt x="56" y="166"/>
                        <a:pt x="56" y="166"/>
                        <a:pt x="56" y="166"/>
                      </a:cubicBezTo>
                      <a:cubicBezTo>
                        <a:pt x="61" y="166"/>
                        <a:pt x="61" y="166"/>
                        <a:pt x="61" y="166"/>
                      </a:cubicBezTo>
                      <a:cubicBezTo>
                        <a:pt x="66" y="166"/>
                        <a:pt x="69" y="163"/>
                        <a:pt x="71" y="160"/>
                      </a:cubicBezTo>
                      <a:cubicBezTo>
                        <a:pt x="74" y="155"/>
                        <a:pt x="74" y="151"/>
                        <a:pt x="76" y="148"/>
                      </a:cubicBezTo>
                      <a:cubicBezTo>
                        <a:pt x="75" y="146"/>
                        <a:pt x="75" y="148"/>
                        <a:pt x="75" y="146"/>
                      </a:cubicBezTo>
                      <a:cubicBezTo>
                        <a:pt x="75" y="138"/>
                        <a:pt x="75" y="138"/>
                        <a:pt x="75" y="138"/>
                      </a:cubicBezTo>
                      <a:cubicBezTo>
                        <a:pt x="75" y="130"/>
                        <a:pt x="74" y="128"/>
                        <a:pt x="80" y="124"/>
                      </a:cubicBezTo>
                      <a:cubicBezTo>
                        <a:pt x="81" y="124"/>
                        <a:pt x="81" y="124"/>
                        <a:pt x="81" y="124"/>
                      </a:cubicBezTo>
                      <a:cubicBezTo>
                        <a:pt x="90" y="124"/>
                        <a:pt x="90" y="127"/>
                        <a:pt x="94" y="120"/>
                      </a:cubicBezTo>
                      <a:cubicBezTo>
                        <a:pt x="92" y="117"/>
                        <a:pt x="91" y="116"/>
                        <a:pt x="88" y="115"/>
                      </a:cubicBezTo>
                      <a:cubicBezTo>
                        <a:pt x="86" y="116"/>
                        <a:pt x="84" y="117"/>
                        <a:pt x="81" y="117"/>
                      </a:cubicBezTo>
                      <a:cubicBezTo>
                        <a:pt x="79" y="117"/>
                        <a:pt x="79" y="117"/>
                        <a:pt x="79" y="117"/>
                      </a:cubicBezTo>
                      <a:cubicBezTo>
                        <a:pt x="77" y="116"/>
                        <a:pt x="72" y="109"/>
                        <a:pt x="72" y="107"/>
                      </a:cubicBezTo>
                      <a:cubicBezTo>
                        <a:pt x="72" y="105"/>
                        <a:pt x="72" y="105"/>
                        <a:pt x="72" y="105"/>
                      </a:cubicBezTo>
                      <a:cubicBezTo>
                        <a:pt x="72" y="99"/>
                        <a:pt x="75" y="100"/>
                        <a:pt x="78" y="96"/>
                      </a:cubicBezTo>
                      <a:cubicBezTo>
                        <a:pt x="80" y="96"/>
                        <a:pt x="80" y="96"/>
                        <a:pt x="80" y="96"/>
                      </a:cubicBezTo>
                      <a:cubicBezTo>
                        <a:pt x="82" y="93"/>
                        <a:pt x="89" y="90"/>
                        <a:pt x="92" y="89"/>
                      </a:cubicBezTo>
                      <a:cubicBezTo>
                        <a:pt x="95" y="87"/>
                        <a:pt x="101" y="83"/>
                        <a:pt x="101" y="80"/>
                      </a:cubicBezTo>
                      <a:cubicBezTo>
                        <a:pt x="101" y="77"/>
                        <a:pt x="101" y="79"/>
                        <a:pt x="102" y="78"/>
                      </a:cubicBezTo>
                      <a:cubicBezTo>
                        <a:pt x="101" y="77"/>
                        <a:pt x="101" y="79"/>
                        <a:pt x="101" y="77"/>
                      </a:cubicBezTo>
                      <a:cubicBezTo>
                        <a:pt x="101" y="73"/>
                        <a:pt x="96" y="64"/>
                        <a:pt x="95" y="61"/>
                      </a:cubicBezTo>
                      <a:cubicBezTo>
                        <a:pt x="95" y="61"/>
                        <a:pt x="101" y="55"/>
                        <a:pt x="102" y="55"/>
                      </a:cubicBezTo>
                      <a:cubicBezTo>
                        <a:pt x="104" y="52"/>
                        <a:pt x="106" y="51"/>
                        <a:pt x="109" y="48"/>
                      </a:cubicBezTo>
                      <a:cubicBezTo>
                        <a:pt x="110" y="47"/>
                        <a:pt x="112" y="46"/>
                        <a:pt x="113" y="45"/>
                      </a:cubicBezTo>
                      <a:cubicBezTo>
                        <a:pt x="114" y="44"/>
                        <a:pt x="115" y="43"/>
                        <a:pt x="116" y="42"/>
                      </a:cubicBezTo>
                      <a:cubicBezTo>
                        <a:pt x="118" y="39"/>
                        <a:pt x="118" y="35"/>
                        <a:pt x="121" y="34"/>
                      </a:cubicBezTo>
                      <a:cubicBezTo>
                        <a:pt x="121" y="32"/>
                        <a:pt x="121" y="32"/>
                        <a:pt x="121" y="32"/>
                      </a:cubicBezTo>
                      <a:cubicBezTo>
                        <a:pt x="121" y="27"/>
                        <a:pt x="123" y="30"/>
                        <a:pt x="120" y="24"/>
                      </a:cubicBezTo>
                      <a:cubicBezTo>
                        <a:pt x="118" y="20"/>
                        <a:pt x="118" y="20"/>
                        <a:pt x="116" y="17"/>
                      </a:cubicBezTo>
                      <a:cubicBezTo>
                        <a:pt x="113" y="17"/>
                        <a:pt x="113" y="17"/>
                        <a:pt x="113" y="17"/>
                      </a:cubicBezTo>
                      <a:cubicBezTo>
                        <a:pt x="111" y="17"/>
                        <a:pt x="105" y="19"/>
                        <a:pt x="104" y="20"/>
                      </a:cubicBezTo>
                      <a:cubicBezTo>
                        <a:pt x="101" y="23"/>
                        <a:pt x="102" y="23"/>
                        <a:pt x="96" y="24"/>
                      </a:cubicBezTo>
                      <a:lnTo>
                        <a:pt x="93" y="2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5" name="íṥḻiďê"/>
                <p:cNvSpPr/>
                <p:nvPr/>
              </p:nvSpPr>
              <p:spPr bwMode="auto">
                <a:xfrm>
                  <a:off x="5159376" y="3357563"/>
                  <a:ext cx="117475" cy="366713"/>
                </a:xfrm>
                <a:custGeom>
                  <a:avLst/>
                  <a:gdLst>
                    <a:gd name="T0" fmla="*/ 23 w 36"/>
                    <a:gd name="T1" fmla="*/ 14 h 110"/>
                    <a:gd name="T2" fmla="*/ 23 w 36"/>
                    <a:gd name="T3" fmla="*/ 12 h 110"/>
                    <a:gd name="T4" fmla="*/ 18 w 36"/>
                    <a:gd name="T5" fmla="*/ 6 h 110"/>
                    <a:gd name="T6" fmla="*/ 13 w 36"/>
                    <a:gd name="T7" fmla="*/ 0 h 110"/>
                    <a:gd name="T8" fmla="*/ 11 w 36"/>
                    <a:gd name="T9" fmla="*/ 4 h 110"/>
                    <a:gd name="T10" fmla="*/ 13 w 36"/>
                    <a:gd name="T11" fmla="*/ 16 h 110"/>
                    <a:gd name="T12" fmla="*/ 12 w 36"/>
                    <a:gd name="T13" fmla="*/ 34 h 110"/>
                    <a:gd name="T14" fmla="*/ 7 w 36"/>
                    <a:gd name="T15" fmla="*/ 65 h 110"/>
                    <a:gd name="T16" fmla="*/ 3 w 36"/>
                    <a:gd name="T17" fmla="*/ 80 h 110"/>
                    <a:gd name="T18" fmla="*/ 0 w 36"/>
                    <a:gd name="T19" fmla="*/ 95 h 110"/>
                    <a:gd name="T20" fmla="*/ 0 w 36"/>
                    <a:gd name="T21" fmla="*/ 98 h 110"/>
                    <a:gd name="T22" fmla="*/ 0 w 36"/>
                    <a:gd name="T23" fmla="*/ 100 h 110"/>
                    <a:gd name="T24" fmla="*/ 4 w 36"/>
                    <a:gd name="T25" fmla="*/ 105 h 110"/>
                    <a:gd name="T26" fmla="*/ 9 w 36"/>
                    <a:gd name="T27" fmla="*/ 110 h 110"/>
                    <a:gd name="T28" fmla="*/ 15 w 36"/>
                    <a:gd name="T29" fmla="*/ 104 h 110"/>
                    <a:gd name="T30" fmla="*/ 18 w 36"/>
                    <a:gd name="T31" fmla="*/ 96 h 110"/>
                    <a:gd name="T32" fmla="*/ 18 w 36"/>
                    <a:gd name="T33" fmla="*/ 90 h 110"/>
                    <a:gd name="T34" fmla="*/ 21 w 36"/>
                    <a:gd name="T35" fmla="*/ 71 h 110"/>
                    <a:gd name="T36" fmla="*/ 25 w 36"/>
                    <a:gd name="T37" fmla="*/ 53 h 110"/>
                    <a:gd name="T38" fmla="*/ 30 w 36"/>
                    <a:gd name="T39" fmla="*/ 36 h 110"/>
                    <a:gd name="T40" fmla="*/ 35 w 36"/>
                    <a:gd name="T41" fmla="*/ 20 h 110"/>
                    <a:gd name="T42" fmla="*/ 33 w 36"/>
                    <a:gd name="T43" fmla="*/ 20 h 110"/>
                    <a:gd name="T44" fmla="*/ 30 w 36"/>
                    <a:gd name="T45" fmla="*/ 22 h 110"/>
                    <a:gd name="T46" fmla="*/ 23 w 36"/>
                    <a:gd name="T47" fmla="*/ 17 h 110"/>
                    <a:gd name="T48" fmla="*/ 23 w 36"/>
                    <a:gd name="T49" fmla="*/ 15 h 110"/>
                    <a:gd name="T50" fmla="*/ 23 w 36"/>
                    <a:gd name="T51" fmla="*/ 14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6" h="110">
                      <a:moveTo>
                        <a:pt x="23" y="14"/>
                      </a:moveTo>
                      <a:cubicBezTo>
                        <a:pt x="23" y="12"/>
                        <a:pt x="23" y="12"/>
                        <a:pt x="23" y="12"/>
                      </a:cubicBezTo>
                      <a:cubicBezTo>
                        <a:pt x="21" y="8"/>
                        <a:pt x="22" y="9"/>
                        <a:pt x="18" y="6"/>
                      </a:cubicBezTo>
                      <a:cubicBezTo>
                        <a:pt x="17" y="4"/>
                        <a:pt x="15" y="2"/>
                        <a:pt x="13" y="0"/>
                      </a:cubicBezTo>
                      <a:cubicBezTo>
                        <a:pt x="12" y="1"/>
                        <a:pt x="11" y="3"/>
                        <a:pt x="11" y="4"/>
                      </a:cubicBezTo>
                      <a:cubicBezTo>
                        <a:pt x="11" y="7"/>
                        <a:pt x="13" y="12"/>
                        <a:pt x="13" y="16"/>
                      </a:cubicBezTo>
                      <a:cubicBezTo>
                        <a:pt x="12" y="34"/>
                        <a:pt x="12" y="34"/>
                        <a:pt x="12" y="34"/>
                      </a:cubicBezTo>
                      <a:cubicBezTo>
                        <a:pt x="12" y="43"/>
                        <a:pt x="9" y="56"/>
                        <a:pt x="7" y="65"/>
                      </a:cubicBezTo>
                      <a:cubicBezTo>
                        <a:pt x="6" y="72"/>
                        <a:pt x="4" y="75"/>
                        <a:pt x="3" y="80"/>
                      </a:cubicBezTo>
                      <a:cubicBezTo>
                        <a:pt x="2" y="85"/>
                        <a:pt x="0" y="91"/>
                        <a:pt x="0" y="95"/>
                      </a:cubicBezTo>
                      <a:cubicBezTo>
                        <a:pt x="0" y="98"/>
                        <a:pt x="0" y="98"/>
                        <a:pt x="0" y="98"/>
                      </a:cubicBezTo>
                      <a:cubicBezTo>
                        <a:pt x="0" y="100"/>
                        <a:pt x="0" y="100"/>
                        <a:pt x="0" y="100"/>
                      </a:cubicBezTo>
                      <a:cubicBezTo>
                        <a:pt x="2" y="102"/>
                        <a:pt x="2" y="103"/>
                        <a:pt x="4" y="105"/>
                      </a:cubicBezTo>
                      <a:cubicBezTo>
                        <a:pt x="6" y="108"/>
                        <a:pt x="7" y="108"/>
                        <a:pt x="9" y="110"/>
                      </a:cubicBezTo>
                      <a:cubicBezTo>
                        <a:pt x="12" y="108"/>
                        <a:pt x="13" y="108"/>
                        <a:pt x="15" y="104"/>
                      </a:cubicBezTo>
                      <a:cubicBezTo>
                        <a:pt x="16" y="102"/>
                        <a:pt x="18" y="99"/>
                        <a:pt x="18" y="96"/>
                      </a:cubicBezTo>
                      <a:cubicBezTo>
                        <a:pt x="18" y="90"/>
                        <a:pt x="18" y="90"/>
                        <a:pt x="18" y="90"/>
                      </a:cubicBezTo>
                      <a:cubicBezTo>
                        <a:pt x="18" y="83"/>
                        <a:pt x="20" y="77"/>
                        <a:pt x="21" y="71"/>
                      </a:cubicBezTo>
                      <a:cubicBezTo>
                        <a:pt x="23" y="65"/>
                        <a:pt x="23" y="59"/>
                        <a:pt x="25" y="53"/>
                      </a:cubicBezTo>
                      <a:cubicBezTo>
                        <a:pt x="26" y="47"/>
                        <a:pt x="29" y="42"/>
                        <a:pt x="30" y="36"/>
                      </a:cubicBezTo>
                      <a:cubicBezTo>
                        <a:pt x="31" y="28"/>
                        <a:pt x="34" y="27"/>
                        <a:pt x="35" y="20"/>
                      </a:cubicBezTo>
                      <a:cubicBezTo>
                        <a:pt x="34" y="19"/>
                        <a:pt x="36" y="20"/>
                        <a:pt x="33" y="20"/>
                      </a:cubicBezTo>
                      <a:cubicBezTo>
                        <a:pt x="33" y="20"/>
                        <a:pt x="30" y="22"/>
                        <a:pt x="30" y="22"/>
                      </a:cubicBezTo>
                      <a:cubicBezTo>
                        <a:pt x="25" y="21"/>
                        <a:pt x="25" y="21"/>
                        <a:pt x="23" y="17"/>
                      </a:cubicBezTo>
                      <a:cubicBezTo>
                        <a:pt x="23" y="15"/>
                        <a:pt x="23" y="15"/>
                        <a:pt x="23" y="15"/>
                      </a:cubicBezTo>
                      <a:lnTo>
                        <a:pt x="23" y="14"/>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nvGrpSpPr>
              <p:cNvPr id="249" name="ïšľîḍê"/>
              <p:cNvGrpSpPr/>
              <p:nvPr/>
            </p:nvGrpSpPr>
            <p:grpSpPr>
              <a:xfrm>
                <a:off x="4412452" y="3781425"/>
                <a:ext cx="2312689" cy="166461"/>
                <a:chOff x="6986588" y="3521075"/>
                <a:chExt cx="1654176" cy="119063"/>
              </a:xfrm>
            </p:grpSpPr>
            <p:sp>
              <p:nvSpPr>
                <p:cNvPr id="250" name="îṩľîḑê"/>
                <p:cNvSpPr/>
                <p:nvPr/>
              </p:nvSpPr>
              <p:spPr bwMode="auto">
                <a:xfrm>
                  <a:off x="6986588" y="3521075"/>
                  <a:ext cx="155575" cy="119063"/>
                </a:xfrm>
                <a:custGeom>
                  <a:avLst/>
                  <a:gdLst>
                    <a:gd name="T0" fmla="*/ 84 w 98"/>
                    <a:gd name="T1" fmla="*/ 0 h 75"/>
                    <a:gd name="T2" fmla="*/ 59 w 98"/>
                    <a:gd name="T3" fmla="*/ 52 h 75"/>
                    <a:gd name="T4" fmla="*/ 57 w 98"/>
                    <a:gd name="T5" fmla="*/ 0 h 75"/>
                    <a:gd name="T6" fmla="*/ 40 w 98"/>
                    <a:gd name="T7" fmla="*/ 0 h 75"/>
                    <a:gd name="T8" fmla="*/ 15 w 98"/>
                    <a:gd name="T9" fmla="*/ 52 h 75"/>
                    <a:gd name="T10" fmla="*/ 15 w 98"/>
                    <a:gd name="T11" fmla="*/ 0 h 75"/>
                    <a:gd name="T12" fmla="*/ 0 w 98"/>
                    <a:gd name="T13" fmla="*/ 0 h 75"/>
                    <a:gd name="T14" fmla="*/ 2 w 98"/>
                    <a:gd name="T15" fmla="*/ 75 h 75"/>
                    <a:gd name="T16" fmla="*/ 19 w 98"/>
                    <a:gd name="T17" fmla="*/ 75 h 75"/>
                    <a:gd name="T18" fmla="*/ 44 w 98"/>
                    <a:gd name="T19" fmla="*/ 21 h 75"/>
                    <a:gd name="T20" fmla="*/ 46 w 98"/>
                    <a:gd name="T21" fmla="*/ 75 h 75"/>
                    <a:gd name="T22" fmla="*/ 63 w 98"/>
                    <a:gd name="T23" fmla="*/ 75 h 75"/>
                    <a:gd name="T24" fmla="*/ 98 w 98"/>
                    <a:gd name="T25" fmla="*/ 0 h 75"/>
                    <a:gd name="T26" fmla="*/ 84 w 98"/>
                    <a:gd name="T27"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98" h="75">
                      <a:moveTo>
                        <a:pt x="84" y="0"/>
                      </a:moveTo>
                      <a:lnTo>
                        <a:pt x="59" y="52"/>
                      </a:lnTo>
                      <a:lnTo>
                        <a:pt x="57" y="0"/>
                      </a:lnTo>
                      <a:lnTo>
                        <a:pt x="40" y="0"/>
                      </a:lnTo>
                      <a:lnTo>
                        <a:pt x="15" y="52"/>
                      </a:lnTo>
                      <a:lnTo>
                        <a:pt x="15" y="0"/>
                      </a:lnTo>
                      <a:lnTo>
                        <a:pt x="0" y="0"/>
                      </a:lnTo>
                      <a:lnTo>
                        <a:pt x="2" y="75"/>
                      </a:lnTo>
                      <a:lnTo>
                        <a:pt x="19" y="75"/>
                      </a:lnTo>
                      <a:lnTo>
                        <a:pt x="44" y="21"/>
                      </a:lnTo>
                      <a:lnTo>
                        <a:pt x="46" y="75"/>
                      </a:lnTo>
                      <a:lnTo>
                        <a:pt x="63" y="75"/>
                      </a:lnTo>
                      <a:lnTo>
                        <a:pt x="98" y="0"/>
                      </a:lnTo>
                      <a:lnTo>
                        <a:pt x="84"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1" name="îṩḷîde"/>
                <p:cNvSpPr/>
                <p:nvPr/>
              </p:nvSpPr>
              <p:spPr bwMode="auto">
                <a:xfrm>
                  <a:off x="7135813" y="3521075"/>
                  <a:ext cx="112713" cy="119063"/>
                </a:xfrm>
                <a:custGeom>
                  <a:avLst/>
                  <a:gdLst>
                    <a:gd name="T0" fmla="*/ 22 w 34"/>
                    <a:gd name="T1" fmla="*/ 20 h 36"/>
                    <a:gd name="T2" fmla="*/ 20 w 34"/>
                    <a:gd name="T3" fmla="*/ 26 h 36"/>
                    <a:gd name="T4" fmla="*/ 18 w 34"/>
                    <a:gd name="T5" fmla="*/ 29 h 36"/>
                    <a:gd name="T6" fmla="*/ 13 w 34"/>
                    <a:gd name="T7" fmla="*/ 30 h 36"/>
                    <a:gd name="T8" fmla="*/ 9 w 34"/>
                    <a:gd name="T9" fmla="*/ 29 h 36"/>
                    <a:gd name="T10" fmla="*/ 7 w 34"/>
                    <a:gd name="T11" fmla="*/ 25 h 36"/>
                    <a:gd name="T12" fmla="*/ 7 w 34"/>
                    <a:gd name="T13" fmla="*/ 24 h 36"/>
                    <a:gd name="T14" fmla="*/ 8 w 34"/>
                    <a:gd name="T15" fmla="*/ 19 h 36"/>
                    <a:gd name="T16" fmla="*/ 12 w 34"/>
                    <a:gd name="T17" fmla="*/ 0 h 36"/>
                    <a:gd name="T18" fmla="*/ 5 w 34"/>
                    <a:gd name="T19" fmla="*/ 0 h 36"/>
                    <a:gd name="T20" fmla="*/ 1 w 34"/>
                    <a:gd name="T21" fmla="*/ 19 h 36"/>
                    <a:gd name="T22" fmla="*/ 0 w 34"/>
                    <a:gd name="T23" fmla="*/ 23 h 36"/>
                    <a:gd name="T24" fmla="*/ 0 w 34"/>
                    <a:gd name="T25" fmla="*/ 25 h 36"/>
                    <a:gd name="T26" fmla="*/ 3 w 34"/>
                    <a:gd name="T27" fmla="*/ 33 h 36"/>
                    <a:gd name="T28" fmla="*/ 13 w 34"/>
                    <a:gd name="T29" fmla="*/ 36 h 36"/>
                    <a:gd name="T30" fmla="*/ 22 w 34"/>
                    <a:gd name="T31" fmla="*/ 34 h 36"/>
                    <a:gd name="T32" fmla="*/ 27 w 34"/>
                    <a:gd name="T33" fmla="*/ 29 h 36"/>
                    <a:gd name="T34" fmla="*/ 30 w 34"/>
                    <a:gd name="T35" fmla="*/ 20 h 36"/>
                    <a:gd name="T36" fmla="*/ 34 w 34"/>
                    <a:gd name="T37" fmla="*/ 0 h 36"/>
                    <a:gd name="T38" fmla="*/ 26 w 34"/>
                    <a:gd name="T39" fmla="*/ 0 h 36"/>
                    <a:gd name="T40" fmla="*/ 22 w 34"/>
                    <a:gd name="T41" fmla="*/ 2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4" h="36">
                      <a:moveTo>
                        <a:pt x="22" y="20"/>
                      </a:moveTo>
                      <a:cubicBezTo>
                        <a:pt x="22" y="23"/>
                        <a:pt x="21" y="25"/>
                        <a:pt x="20" y="26"/>
                      </a:cubicBezTo>
                      <a:cubicBezTo>
                        <a:pt x="20" y="28"/>
                        <a:pt x="19" y="29"/>
                        <a:pt x="18" y="29"/>
                      </a:cubicBezTo>
                      <a:cubicBezTo>
                        <a:pt x="17" y="30"/>
                        <a:pt x="15" y="30"/>
                        <a:pt x="13" y="30"/>
                      </a:cubicBezTo>
                      <a:cubicBezTo>
                        <a:pt x="11" y="30"/>
                        <a:pt x="10" y="30"/>
                        <a:pt x="9" y="29"/>
                      </a:cubicBezTo>
                      <a:cubicBezTo>
                        <a:pt x="8" y="28"/>
                        <a:pt x="7" y="27"/>
                        <a:pt x="7" y="25"/>
                      </a:cubicBezTo>
                      <a:cubicBezTo>
                        <a:pt x="7" y="25"/>
                        <a:pt x="7" y="25"/>
                        <a:pt x="7" y="24"/>
                      </a:cubicBezTo>
                      <a:cubicBezTo>
                        <a:pt x="8" y="19"/>
                        <a:pt x="8" y="19"/>
                        <a:pt x="8" y="19"/>
                      </a:cubicBezTo>
                      <a:cubicBezTo>
                        <a:pt x="12" y="0"/>
                        <a:pt x="12" y="0"/>
                        <a:pt x="12" y="0"/>
                      </a:cubicBezTo>
                      <a:cubicBezTo>
                        <a:pt x="5" y="0"/>
                        <a:pt x="5" y="0"/>
                        <a:pt x="5" y="0"/>
                      </a:cubicBezTo>
                      <a:cubicBezTo>
                        <a:pt x="1" y="19"/>
                        <a:pt x="1" y="19"/>
                        <a:pt x="1" y="19"/>
                      </a:cubicBezTo>
                      <a:cubicBezTo>
                        <a:pt x="1" y="21"/>
                        <a:pt x="0" y="23"/>
                        <a:pt x="0" y="23"/>
                      </a:cubicBezTo>
                      <a:cubicBezTo>
                        <a:pt x="0" y="24"/>
                        <a:pt x="0" y="25"/>
                        <a:pt x="0" y="25"/>
                      </a:cubicBezTo>
                      <a:cubicBezTo>
                        <a:pt x="0" y="29"/>
                        <a:pt x="1" y="31"/>
                        <a:pt x="3" y="33"/>
                      </a:cubicBezTo>
                      <a:cubicBezTo>
                        <a:pt x="6" y="35"/>
                        <a:pt x="9" y="36"/>
                        <a:pt x="13" y="36"/>
                      </a:cubicBezTo>
                      <a:cubicBezTo>
                        <a:pt x="16" y="36"/>
                        <a:pt x="19" y="36"/>
                        <a:pt x="22" y="34"/>
                      </a:cubicBezTo>
                      <a:cubicBezTo>
                        <a:pt x="24" y="33"/>
                        <a:pt x="25" y="31"/>
                        <a:pt x="27" y="29"/>
                      </a:cubicBezTo>
                      <a:cubicBezTo>
                        <a:pt x="28" y="27"/>
                        <a:pt x="29" y="24"/>
                        <a:pt x="30" y="20"/>
                      </a:cubicBezTo>
                      <a:cubicBezTo>
                        <a:pt x="34" y="0"/>
                        <a:pt x="34" y="0"/>
                        <a:pt x="34" y="0"/>
                      </a:cubicBezTo>
                      <a:cubicBezTo>
                        <a:pt x="26" y="0"/>
                        <a:pt x="26" y="0"/>
                        <a:pt x="26" y="0"/>
                      </a:cubicBezTo>
                      <a:lnTo>
                        <a:pt x="22" y="2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2" name="îṣḻîḑê"/>
                <p:cNvSpPr/>
                <p:nvPr/>
              </p:nvSpPr>
              <p:spPr bwMode="auto">
                <a:xfrm>
                  <a:off x="7248526" y="3521075"/>
                  <a:ext cx="114300" cy="119063"/>
                </a:xfrm>
                <a:custGeom>
                  <a:avLst/>
                  <a:gdLst>
                    <a:gd name="T0" fmla="*/ 58 w 72"/>
                    <a:gd name="T1" fmla="*/ 0 h 75"/>
                    <a:gd name="T2" fmla="*/ 52 w 72"/>
                    <a:gd name="T3" fmla="*/ 29 h 75"/>
                    <a:gd name="T4" fmla="*/ 22 w 72"/>
                    <a:gd name="T5" fmla="*/ 29 h 75"/>
                    <a:gd name="T6" fmla="*/ 29 w 72"/>
                    <a:gd name="T7" fmla="*/ 0 h 75"/>
                    <a:gd name="T8" fmla="*/ 14 w 72"/>
                    <a:gd name="T9" fmla="*/ 0 h 75"/>
                    <a:gd name="T10" fmla="*/ 0 w 72"/>
                    <a:gd name="T11" fmla="*/ 75 h 75"/>
                    <a:gd name="T12" fmla="*/ 14 w 72"/>
                    <a:gd name="T13" fmla="*/ 75 h 75"/>
                    <a:gd name="T14" fmla="*/ 20 w 72"/>
                    <a:gd name="T15" fmla="*/ 42 h 75"/>
                    <a:gd name="T16" fmla="*/ 50 w 72"/>
                    <a:gd name="T17" fmla="*/ 42 h 75"/>
                    <a:gd name="T18" fmla="*/ 43 w 72"/>
                    <a:gd name="T19" fmla="*/ 75 h 75"/>
                    <a:gd name="T20" fmla="*/ 58 w 72"/>
                    <a:gd name="T21" fmla="*/ 75 h 75"/>
                    <a:gd name="T22" fmla="*/ 72 w 72"/>
                    <a:gd name="T23" fmla="*/ 0 h 75"/>
                    <a:gd name="T24" fmla="*/ 58 w 72"/>
                    <a:gd name="T25"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2" h="75">
                      <a:moveTo>
                        <a:pt x="58" y="0"/>
                      </a:moveTo>
                      <a:lnTo>
                        <a:pt x="52" y="29"/>
                      </a:lnTo>
                      <a:lnTo>
                        <a:pt x="22" y="29"/>
                      </a:lnTo>
                      <a:lnTo>
                        <a:pt x="29" y="0"/>
                      </a:lnTo>
                      <a:lnTo>
                        <a:pt x="14" y="0"/>
                      </a:lnTo>
                      <a:lnTo>
                        <a:pt x="0" y="75"/>
                      </a:lnTo>
                      <a:lnTo>
                        <a:pt x="14" y="75"/>
                      </a:lnTo>
                      <a:lnTo>
                        <a:pt x="20" y="42"/>
                      </a:lnTo>
                      <a:lnTo>
                        <a:pt x="50" y="42"/>
                      </a:lnTo>
                      <a:lnTo>
                        <a:pt x="43" y="75"/>
                      </a:lnTo>
                      <a:lnTo>
                        <a:pt x="58" y="75"/>
                      </a:lnTo>
                      <a:lnTo>
                        <a:pt x="72" y="0"/>
                      </a:lnTo>
                      <a:lnTo>
                        <a:pt x="58"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3" name="ïṥlíḑê"/>
                <p:cNvSpPr/>
                <p:nvPr/>
              </p:nvSpPr>
              <p:spPr bwMode="auto">
                <a:xfrm>
                  <a:off x="7356476" y="3521075"/>
                  <a:ext cx="112713" cy="119063"/>
                </a:xfrm>
                <a:custGeom>
                  <a:avLst/>
                  <a:gdLst>
                    <a:gd name="T0" fmla="*/ 42 w 71"/>
                    <a:gd name="T1" fmla="*/ 0 h 75"/>
                    <a:gd name="T2" fmla="*/ 0 w 71"/>
                    <a:gd name="T3" fmla="*/ 75 h 75"/>
                    <a:gd name="T4" fmla="*/ 15 w 71"/>
                    <a:gd name="T5" fmla="*/ 75 h 75"/>
                    <a:gd name="T6" fmla="*/ 23 w 71"/>
                    <a:gd name="T7" fmla="*/ 59 h 75"/>
                    <a:gd name="T8" fmla="*/ 54 w 71"/>
                    <a:gd name="T9" fmla="*/ 59 h 75"/>
                    <a:gd name="T10" fmla="*/ 56 w 71"/>
                    <a:gd name="T11" fmla="*/ 75 h 75"/>
                    <a:gd name="T12" fmla="*/ 71 w 71"/>
                    <a:gd name="T13" fmla="*/ 75 h 75"/>
                    <a:gd name="T14" fmla="*/ 58 w 71"/>
                    <a:gd name="T15" fmla="*/ 0 h 75"/>
                    <a:gd name="T16" fmla="*/ 42 w 71"/>
                    <a:gd name="T17" fmla="*/ 0 h 75"/>
                    <a:gd name="T18" fmla="*/ 29 w 71"/>
                    <a:gd name="T19" fmla="*/ 46 h 75"/>
                    <a:gd name="T20" fmla="*/ 48 w 71"/>
                    <a:gd name="T21" fmla="*/ 17 h 75"/>
                    <a:gd name="T22" fmla="*/ 52 w 71"/>
                    <a:gd name="T23" fmla="*/ 46 h 75"/>
                    <a:gd name="T24" fmla="*/ 29 w 71"/>
                    <a:gd name="T25" fmla="*/ 4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75">
                      <a:moveTo>
                        <a:pt x="42" y="0"/>
                      </a:moveTo>
                      <a:lnTo>
                        <a:pt x="0" y="75"/>
                      </a:lnTo>
                      <a:lnTo>
                        <a:pt x="15" y="75"/>
                      </a:lnTo>
                      <a:lnTo>
                        <a:pt x="23" y="59"/>
                      </a:lnTo>
                      <a:lnTo>
                        <a:pt x="54" y="59"/>
                      </a:lnTo>
                      <a:lnTo>
                        <a:pt x="56" y="75"/>
                      </a:lnTo>
                      <a:lnTo>
                        <a:pt x="71" y="75"/>
                      </a:lnTo>
                      <a:lnTo>
                        <a:pt x="58" y="0"/>
                      </a:lnTo>
                      <a:lnTo>
                        <a:pt x="42" y="0"/>
                      </a:lnTo>
                      <a:close/>
                      <a:moveTo>
                        <a:pt x="29" y="46"/>
                      </a:moveTo>
                      <a:lnTo>
                        <a:pt x="48" y="17"/>
                      </a:lnTo>
                      <a:lnTo>
                        <a:pt x="52" y="46"/>
                      </a:lnTo>
                      <a:lnTo>
                        <a:pt x="29" y="46"/>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4" name="îş1íḋe"/>
                <p:cNvSpPr/>
                <p:nvPr/>
              </p:nvSpPr>
              <p:spPr bwMode="auto">
                <a:xfrm>
                  <a:off x="7481888" y="3521075"/>
                  <a:ext cx="119063" cy="119063"/>
                </a:xfrm>
                <a:custGeom>
                  <a:avLst/>
                  <a:gdLst>
                    <a:gd name="T0" fmla="*/ 50 w 75"/>
                    <a:gd name="T1" fmla="*/ 50 h 75"/>
                    <a:gd name="T2" fmla="*/ 31 w 75"/>
                    <a:gd name="T3" fmla="*/ 0 h 75"/>
                    <a:gd name="T4" fmla="*/ 17 w 75"/>
                    <a:gd name="T5" fmla="*/ 0 h 75"/>
                    <a:gd name="T6" fmla="*/ 0 w 75"/>
                    <a:gd name="T7" fmla="*/ 75 h 75"/>
                    <a:gd name="T8" fmla="*/ 15 w 75"/>
                    <a:gd name="T9" fmla="*/ 75 h 75"/>
                    <a:gd name="T10" fmla="*/ 25 w 75"/>
                    <a:gd name="T11" fmla="*/ 25 h 75"/>
                    <a:gd name="T12" fmla="*/ 46 w 75"/>
                    <a:gd name="T13" fmla="*/ 75 h 75"/>
                    <a:gd name="T14" fmla="*/ 58 w 75"/>
                    <a:gd name="T15" fmla="*/ 75 h 75"/>
                    <a:gd name="T16" fmla="*/ 75 w 75"/>
                    <a:gd name="T17" fmla="*/ 0 h 75"/>
                    <a:gd name="T18" fmla="*/ 61 w 75"/>
                    <a:gd name="T19" fmla="*/ 0 h 75"/>
                    <a:gd name="T20" fmla="*/ 50 w 75"/>
                    <a:gd name="T21" fmla="*/ 5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5" h="75">
                      <a:moveTo>
                        <a:pt x="50" y="50"/>
                      </a:moveTo>
                      <a:lnTo>
                        <a:pt x="31" y="0"/>
                      </a:lnTo>
                      <a:lnTo>
                        <a:pt x="17" y="0"/>
                      </a:lnTo>
                      <a:lnTo>
                        <a:pt x="0" y="75"/>
                      </a:lnTo>
                      <a:lnTo>
                        <a:pt x="15" y="75"/>
                      </a:lnTo>
                      <a:lnTo>
                        <a:pt x="25" y="25"/>
                      </a:lnTo>
                      <a:lnTo>
                        <a:pt x="46" y="75"/>
                      </a:lnTo>
                      <a:lnTo>
                        <a:pt x="58" y="75"/>
                      </a:lnTo>
                      <a:lnTo>
                        <a:pt x="75" y="0"/>
                      </a:lnTo>
                      <a:lnTo>
                        <a:pt x="61" y="0"/>
                      </a:lnTo>
                      <a:lnTo>
                        <a:pt x="50" y="5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5" name="îş1ïḋe"/>
                <p:cNvSpPr/>
                <p:nvPr/>
              </p:nvSpPr>
              <p:spPr bwMode="auto">
                <a:xfrm>
                  <a:off x="7653338" y="3521075"/>
                  <a:ext cx="112713" cy="119063"/>
                </a:xfrm>
                <a:custGeom>
                  <a:avLst/>
                  <a:gdLst>
                    <a:gd name="T0" fmla="*/ 22 w 34"/>
                    <a:gd name="T1" fmla="*/ 20 h 36"/>
                    <a:gd name="T2" fmla="*/ 20 w 34"/>
                    <a:gd name="T3" fmla="*/ 26 h 36"/>
                    <a:gd name="T4" fmla="*/ 18 w 34"/>
                    <a:gd name="T5" fmla="*/ 29 h 36"/>
                    <a:gd name="T6" fmla="*/ 13 w 34"/>
                    <a:gd name="T7" fmla="*/ 30 h 36"/>
                    <a:gd name="T8" fmla="*/ 9 w 34"/>
                    <a:gd name="T9" fmla="*/ 29 h 36"/>
                    <a:gd name="T10" fmla="*/ 7 w 34"/>
                    <a:gd name="T11" fmla="*/ 25 h 36"/>
                    <a:gd name="T12" fmla="*/ 7 w 34"/>
                    <a:gd name="T13" fmla="*/ 24 h 36"/>
                    <a:gd name="T14" fmla="*/ 8 w 34"/>
                    <a:gd name="T15" fmla="*/ 19 h 36"/>
                    <a:gd name="T16" fmla="*/ 12 w 34"/>
                    <a:gd name="T17" fmla="*/ 0 h 36"/>
                    <a:gd name="T18" fmla="*/ 5 w 34"/>
                    <a:gd name="T19" fmla="*/ 0 h 36"/>
                    <a:gd name="T20" fmla="*/ 1 w 34"/>
                    <a:gd name="T21" fmla="*/ 19 h 36"/>
                    <a:gd name="T22" fmla="*/ 0 w 34"/>
                    <a:gd name="T23" fmla="*/ 23 h 36"/>
                    <a:gd name="T24" fmla="*/ 0 w 34"/>
                    <a:gd name="T25" fmla="*/ 25 h 36"/>
                    <a:gd name="T26" fmla="*/ 3 w 34"/>
                    <a:gd name="T27" fmla="*/ 33 h 36"/>
                    <a:gd name="T28" fmla="*/ 13 w 34"/>
                    <a:gd name="T29" fmla="*/ 36 h 36"/>
                    <a:gd name="T30" fmla="*/ 22 w 34"/>
                    <a:gd name="T31" fmla="*/ 34 h 36"/>
                    <a:gd name="T32" fmla="*/ 27 w 34"/>
                    <a:gd name="T33" fmla="*/ 29 h 36"/>
                    <a:gd name="T34" fmla="*/ 30 w 34"/>
                    <a:gd name="T35" fmla="*/ 20 h 36"/>
                    <a:gd name="T36" fmla="*/ 34 w 34"/>
                    <a:gd name="T37" fmla="*/ 0 h 36"/>
                    <a:gd name="T38" fmla="*/ 26 w 34"/>
                    <a:gd name="T39" fmla="*/ 0 h 36"/>
                    <a:gd name="T40" fmla="*/ 22 w 34"/>
                    <a:gd name="T41" fmla="*/ 2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4" h="36">
                      <a:moveTo>
                        <a:pt x="22" y="20"/>
                      </a:moveTo>
                      <a:cubicBezTo>
                        <a:pt x="22" y="23"/>
                        <a:pt x="21" y="25"/>
                        <a:pt x="20" y="26"/>
                      </a:cubicBezTo>
                      <a:cubicBezTo>
                        <a:pt x="20" y="28"/>
                        <a:pt x="19" y="29"/>
                        <a:pt x="18" y="29"/>
                      </a:cubicBezTo>
                      <a:cubicBezTo>
                        <a:pt x="17" y="30"/>
                        <a:pt x="15" y="30"/>
                        <a:pt x="13" y="30"/>
                      </a:cubicBezTo>
                      <a:cubicBezTo>
                        <a:pt x="11" y="30"/>
                        <a:pt x="10" y="30"/>
                        <a:pt x="9" y="29"/>
                      </a:cubicBezTo>
                      <a:cubicBezTo>
                        <a:pt x="8" y="28"/>
                        <a:pt x="7" y="27"/>
                        <a:pt x="7" y="25"/>
                      </a:cubicBezTo>
                      <a:cubicBezTo>
                        <a:pt x="7" y="25"/>
                        <a:pt x="7" y="25"/>
                        <a:pt x="7" y="24"/>
                      </a:cubicBezTo>
                      <a:cubicBezTo>
                        <a:pt x="8" y="19"/>
                        <a:pt x="8" y="19"/>
                        <a:pt x="8" y="19"/>
                      </a:cubicBezTo>
                      <a:cubicBezTo>
                        <a:pt x="12" y="0"/>
                        <a:pt x="12" y="0"/>
                        <a:pt x="12" y="0"/>
                      </a:cubicBezTo>
                      <a:cubicBezTo>
                        <a:pt x="5" y="0"/>
                        <a:pt x="5" y="0"/>
                        <a:pt x="5" y="0"/>
                      </a:cubicBezTo>
                      <a:cubicBezTo>
                        <a:pt x="1" y="19"/>
                        <a:pt x="1" y="19"/>
                        <a:pt x="1" y="19"/>
                      </a:cubicBezTo>
                      <a:cubicBezTo>
                        <a:pt x="1" y="21"/>
                        <a:pt x="0" y="23"/>
                        <a:pt x="0" y="23"/>
                      </a:cubicBezTo>
                      <a:cubicBezTo>
                        <a:pt x="0" y="24"/>
                        <a:pt x="0" y="25"/>
                        <a:pt x="0" y="25"/>
                      </a:cubicBezTo>
                      <a:cubicBezTo>
                        <a:pt x="0" y="29"/>
                        <a:pt x="1" y="31"/>
                        <a:pt x="3" y="33"/>
                      </a:cubicBezTo>
                      <a:cubicBezTo>
                        <a:pt x="6" y="35"/>
                        <a:pt x="9" y="36"/>
                        <a:pt x="13" y="36"/>
                      </a:cubicBezTo>
                      <a:cubicBezTo>
                        <a:pt x="16" y="36"/>
                        <a:pt x="19" y="36"/>
                        <a:pt x="22" y="34"/>
                      </a:cubicBezTo>
                      <a:cubicBezTo>
                        <a:pt x="24" y="33"/>
                        <a:pt x="25" y="31"/>
                        <a:pt x="27" y="29"/>
                      </a:cubicBezTo>
                      <a:cubicBezTo>
                        <a:pt x="28" y="27"/>
                        <a:pt x="29" y="24"/>
                        <a:pt x="30" y="20"/>
                      </a:cubicBezTo>
                      <a:cubicBezTo>
                        <a:pt x="34" y="0"/>
                        <a:pt x="34" y="0"/>
                        <a:pt x="34" y="0"/>
                      </a:cubicBezTo>
                      <a:cubicBezTo>
                        <a:pt x="26" y="0"/>
                        <a:pt x="26" y="0"/>
                        <a:pt x="26" y="0"/>
                      </a:cubicBezTo>
                      <a:lnTo>
                        <a:pt x="22" y="2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6" name="íšlídè"/>
                <p:cNvSpPr/>
                <p:nvPr/>
              </p:nvSpPr>
              <p:spPr bwMode="auto">
                <a:xfrm>
                  <a:off x="7766051" y="3521075"/>
                  <a:ext cx="115888" cy="119063"/>
                </a:xfrm>
                <a:custGeom>
                  <a:avLst/>
                  <a:gdLst>
                    <a:gd name="T0" fmla="*/ 58 w 73"/>
                    <a:gd name="T1" fmla="*/ 0 h 75"/>
                    <a:gd name="T2" fmla="*/ 50 w 73"/>
                    <a:gd name="T3" fmla="*/ 50 h 75"/>
                    <a:gd name="T4" fmla="*/ 29 w 73"/>
                    <a:gd name="T5" fmla="*/ 0 h 75"/>
                    <a:gd name="T6" fmla="*/ 15 w 73"/>
                    <a:gd name="T7" fmla="*/ 0 h 75"/>
                    <a:gd name="T8" fmla="*/ 0 w 73"/>
                    <a:gd name="T9" fmla="*/ 75 h 75"/>
                    <a:gd name="T10" fmla="*/ 13 w 73"/>
                    <a:gd name="T11" fmla="*/ 75 h 75"/>
                    <a:gd name="T12" fmla="*/ 23 w 73"/>
                    <a:gd name="T13" fmla="*/ 25 h 75"/>
                    <a:gd name="T14" fmla="*/ 44 w 73"/>
                    <a:gd name="T15" fmla="*/ 75 h 75"/>
                    <a:gd name="T16" fmla="*/ 58 w 73"/>
                    <a:gd name="T17" fmla="*/ 75 h 75"/>
                    <a:gd name="T18" fmla="*/ 73 w 73"/>
                    <a:gd name="T19" fmla="*/ 0 h 75"/>
                    <a:gd name="T20" fmla="*/ 58 w 73"/>
                    <a:gd name="T21"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3" h="75">
                      <a:moveTo>
                        <a:pt x="58" y="0"/>
                      </a:moveTo>
                      <a:lnTo>
                        <a:pt x="50" y="50"/>
                      </a:lnTo>
                      <a:lnTo>
                        <a:pt x="29" y="0"/>
                      </a:lnTo>
                      <a:lnTo>
                        <a:pt x="15" y="0"/>
                      </a:lnTo>
                      <a:lnTo>
                        <a:pt x="0" y="75"/>
                      </a:lnTo>
                      <a:lnTo>
                        <a:pt x="13" y="75"/>
                      </a:lnTo>
                      <a:lnTo>
                        <a:pt x="23" y="25"/>
                      </a:lnTo>
                      <a:lnTo>
                        <a:pt x="44" y="75"/>
                      </a:lnTo>
                      <a:lnTo>
                        <a:pt x="58" y="75"/>
                      </a:lnTo>
                      <a:lnTo>
                        <a:pt x="73" y="0"/>
                      </a:lnTo>
                      <a:lnTo>
                        <a:pt x="58"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7" name="îṣḻîďe"/>
                <p:cNvSpPr/>
                <p:nvPr/>
              </p:nvSpPr>
              <p:spPr bwMode="auto">
                <a:xfrm>
                  <a:off x="7881938" y="3521075"/>
                  <a:ext cx="49213" cy="119063"/>
                </a:xfrm>
                <a:custGeom>
                  <a:avLst/>
                  <a:gdLst>
                    <a:gd name="T0" fmla="*/ 0 w 31"/>
                    <a:gd name="T1" fmla="*/ 75 h 75"/>
                    <a:gd name="T2" fmla="*/ 14 w 31"/>
                    <a:gd name="T3" fmla="*/ 75 h 75"/>
                    <a:gd name="T4" fmla="*/ 31 w 31"/>
                    <a:gd name="T5" fmla="*/ 0 h 75"/>
                    <a:gd name="T6" fmla="*/ 14 w 31"/>
                    <a:gd name="T7" fmla="*/ 0 h 75"/>
                    <a:gd name="T8" fmla="*/ 0 w 31"/>
                    <a:gd name="T9" fmla="*/ 75 h 75"/>
                  </a:gdLst>
                  <a:ahLst/>
                  <a:cxnLst>
                    <a:cxn ang="0">
                      <a:pos x="T0" y="T1"/>
                    </a:cxn>
                    <a:cxn ang="0">
                      <a:pos x="T2" y="T3"/>
                    </a:cxn>
                    <a:cxn ang="0">
                      <a:pos x="T4" y="T5"/>
                    </a:cxn>
                    <a:cxn ang="0">
                      <a:pos x="T6" y="T7"/>
                    </a:cxn>
                    <a:cxn ang="0">
                      <a:pos x="T8" y="T9"/>
                    </a:cxn>
                  </a:cxnLst>
                  <a:rect l="0" t="0" r="r" b="b"/>
                  <a:pathLst>
                    <a:path w="31" h="75">
                      <a:moveTo>
                        <a:pt x="0" y="75"/>
                      </a:moveTo>
                      <a:lnTo>
                        <a:pt x="14" y="75"/>
                      </a:lnTo>
                      <a:lnTo>
                        <a:pt x="31" y="0"/>
                      </a:lnTo>
                      <a:lnTo>
                        <a:pt x="14" y="0"/>
                      </a:lnTo>
                      <a:lnTo>
                        <a:pt x="0" y="75"/>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8" name="íŝḻiḋè"/>
                <p:cNvSpPr/>
                <p:nvPr/>
              </p:nvSpPr>
              <p:spPr bwMode="auto">
                <a:xfrm>
                  <a:off x="7940676" y="3521075"/>
                  <a:ext cx="109538" cy="119063"/>
                </a:xfrm>
                <a:custGeom>
                  <a:avLst/>
                  <a:gdLst>
                    <a:gd name="T0" fmla="*/ 54 w 69"/>
                    <a:gd name="T1" fmla="*/ 0 h 75"/>
                    <a:gd name="T2" fmla="*/ 23 w 69"/>
                    <a:gd name="T3" fmla="*/ 57 h 75"/>
                    <a:gd name="T4" fmla="*/ 15 w 69"/>
                    <a:gd name="T5" fmla="*/ 0 h 75"/>
                    <a:gd name="T6" fmla="*/ 0 w 69"/>
                    <a:gd name="T7" fmla="*/ 0 h 75"/>
                    <a:gd name="T8" fmla="*/ 13 w 69"/>
                    <a:gd name="T9" fmla="*/ 75 h 75"/>
                    <a:gd name="T10" fmla="*/ 29 w 69"/>
                    <a:gd name="T11" fmla="*/ 75 h 75"/>
                    <a:gd name="T12" fmla="*/ 69 w 69"/>
                    <a:gd name="T13" fmla="*/ 0 h 75"/>
                    <a:gd name="T14" fmla="*/ 54 w 69"/>
                    <a:gd name="T15" fmla="*/ 0 h 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9" h="75">
                      <a:moveTo>
                        <a:pt x="54" y="0"/>
                      </a:moveTo>
                      <a:lnTo>
                        <a:pt x="23" y="57"/>
                      </a:lnTo>
                      <a:lnTo>
                        <a:pt x="15" y="0"/>
                      </a:lnTo>
                      <a:lnTo>
                        <a:pt x="0" y="0"/>
                      </a:lnTo>
                      <a:lnTo>
                        <a:pt x="13" y="75"/>
                      </a:lnTo>
                      <a:lnTo>
                        <a:pt x="29" y="75"/>
                      </a:lnTo>
                      <a:lnTo>
                        <a:pt x="69" y="0"/>
                      </a:lnTo>
                      <a:lnTo>
                        <a:pt x="54"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9" name="î$ḷíďé"/>
                <p:cNvSpPr/>
                <p:nvPr/>
              </p:nvSpPr>
              <p:spPr bwMode="auto">
                <a:xfrm>
                  <a:off x="8037513" y="3521075"/>
                  <a:ext cx="111125" cy="119063"/>
                </a:xfrm>
                <a:custGeom>
                  <a:avLst/>
                  <a:gdLst>
                    <a:gd name="T0" fmla="*/ 68 w 70"/>
                    <a:gd name="T1" fmla="*/ 12 h 75"/>
                    <a:gd name="T2" fmla="*/ 70 w 70"/>
                    <a:gd name="T3" fmla="*/ 0 h 75"/>
                    <a:gd name="T4" fmla="*/ 16 w 70"/>
                    <a:gd name="T5" fmla="*/ 0 h 75"/>
                    <a:gd name="T6" fmla="*/ 0 w 70"/>
                    <a:gd name="T7" fmla="*/ 75 h 75"/>
                    <a:gd name="T8" fmla="*/ 58 w 70"/>
                    <a:gd name="T9" fmla="*/ 75 h 75"/>
                    <a:gd name="T10" fmla="*/ 60 w 70"/>
                    <a:gd name="T11" fmla="*/ 63 h 75"/>
                    <a:gd name="T12" fmla="*/ 16 w 70"/>
                    <a:gd name="T13" fmla="*/ 63 h 75"/>
                    <a:gd name="T14" fmla="*/ 22 w 70"/>
                    <a:gd name="T15" fmla="*/ 42 h 75"/>
                    <a:gd name="T16" fmla="*/ 60 w 70"/>
                    <a:gd name="T17" fmla="*/ 42 h 75"/>
                    <a:gd name="T18" fmla="*/ 62 w 70"/>
                    <a:gd name="T19" fmla="*/ 29 h 75"/>
                    <a:gd name="T20" fmla="*/ 24 w 70"/>
                    <a:gd name="T21" fmla="*/ 29 h 75"/>
                    <a:gd name="T22" fmla="*/ 29 w 70"/>
                    <a:gd name="T23" fmla="*/ 12 h 75"/>
                    <a:gd name="T24" fmla="*/ 68 w 70"/>
                    <a:gd name="T25" fmla="*/ 12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0" h="75">
                      <a:moveTo>
                        <a:pt x="68" y="12"/>
                      </a:moveTo>
                      <a:lnTo>
                        <a:pt x="70" y="0"/>
                      </a:lnTo>
                      <a:lnTo>
                        <a:pt x="16" y="0"/>
                      </a:lnTo>
                      <a:lnTo>
                        <a:pt x="0" y="75"/>
                      </a:lnTo>
                      <a:lnTo>
                        <a:pt x="58" y="75"/>
                      </a:lnTo>
                      <a:lnTo>
                        <a:pt x="60" y="63"/>
                      </a:lnTo>
                      <a:lnTo>
                        <a:pt x="16" y="63"/>
                      </a:lnTo>
                      <a:lnTo>
                        <a:pt x="22" y="42"/>
                      </a:lnTo>
                      <a:lnTo>
                        <a:pt x="60" y="42"/>
                      </a:lnTo>
                      <a:lnTo>
                        <a:pt x="62" y="29"/>
                      </a:lnTo>
                      <a:lnTo>
                        <a:pt x="24" y="29"/>
                      </a:lnTo>
                      <a:lnTo>
                        <a:pt x="29" y="12"/>
                      </a:lnTo>
                      <a:lnTo>
                        <a:pt x="68" y="12"/>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0" name="îṡlîďe"/>
                <p:cNvSpPr/>
                <p:nvPr/>
              </p:nvSpPr>
              <p:spPr bwMode="auto">
                <a:xfrm>
                  <a:off x="8145463" y="3521075"/>
                  <a:ext cx="115888" cy="119063"/>
                </a:xfrm>
                <a:custGeom>
                  <a:avLst/>
                  <a:gdLst>
                    <a:gd name="T0" fmla="*/ 30 w 35"/>
                    <a:gd name="T1" fmla="*/ 1 h 36"/>
                    <a:gd name="T2" fmla="*/ 24 w 35"/>
                    <a:gd name="T3" fmla="*/ 0 h 36"/>
                    <a:gd name="T4" fmla="*/ 8 w 35"/>
                    <a:gd name="T5" fmla="*/ 0 h 36"/>
                    <a:gd name="T6" fmla="*/ 0 w 35"/>
                    <a:gd name="T7" fmla="*/ 36 h 36"/>
                    <a:gd name="T8" fmla="*/ 8 w 35"/>
                    <a:gd name="T9" fmla="*/ 36 h 36"/>
                    <a:gd name="T10" fmla="*/ 11 w 35"/>
                    <a:gd name="T11" fmla="*/ 21 h 36"/>
                    <a:gd name="T12" fmla="*/ 14 w 35"/>
                    <a:gd name="T13" fmla="*/ 21 h 36"/>
                    <a:gd name="T14" fmla="*/ 17 w 35"/>
                    <a:gd name="T15" fmla="*/ 22 h 36"/>
                    <a:gd name="T16" fmla="*/ 21 w 35"/>
                    <a:gd name="T17" fmla="*/ 26 h 36"/>
                    <a:gd name="T18" fmla="*/ 24 w 35"/>
                    <a:gd name="T19" fmla="*/ 36 h 36"/>
                    <a:gd name="T20" fmla="*/ 32 w 35"/>
                    <a:gd name="T21" fmla="*/ 36 h 36"/>
                    <a:gd name="T22" fmla="*/ 27 w 35"/>
                    <a:gd name="T23" fmla="*/ 24 h 36"/>
                    <a:gd name="T24" fmla="*/ 24 w 35"/>
                    <a:gd name="T25" fmla="*/ 21 h 36"/>
                    <a:gd name="T26" fmla="*/ 32 w 35"/>
                    <a:gd name="T27" fmla="*/ 17 h 36"/>
                    <a:gd name="T28" fmla="*/ 35 w 35"/>
                    <a:gd name="T29" fmla="*/ 9 h 36"/>
                    <a:gd name="T30" fmla="*/ 34 w 35"/>
                    <a:gd name="T31" fmla="*/ 4 h 36"/>
                    <a:gd name="T32" fmla="*/ 30 w 35"/>
                    <a:gd name="T33" fmla="*/ 1 h 36"/>
                    <a:gd name="T34" fmla="*/ 27 w 35"/>
                    <a:gd name="T35" fmla="*/ 13 h 36"/>
                    <a:gd name="T36" fmla="*/ 24 w 35"/>
                    <a:gd name="T37" fmla="*/ 15 h 36"/>
                    <a:gd name="T38" fmla="*/ 16 w 35"/>
                    <a:gd name="T39" fmla="*/ 16 h 36"/>
                    <a:gd name="T40" fmla="*/ 12 w 35"/>
                    <a:gd name="T41" fmla="*/ 16 h 36"/>
                    <a:gd name="T42" fmla="*/ 14 w 35"/>
                    <a:gd name="T43" fmla="*/ 6 h 36"/>
                    <a:gd name="T44" fmla="*/ 22 w 35"/>
                    <a:gd name="T45" fmla="*/ 6 h 36"/>
                    <a:gd name="T46" fmla="*/ 26 w 35"/>
                    <a:gd name="T47" fmla="*/ 7 h 36"/>
                    <a:gd name="T48" fmla="*/ 28 w 35"/>
                    <a:gd name="T49" fmla="*/ 10 h 36"/>
                    <a:gd name="T50" fmla="*/ 27 w 35"/>
                    <a:gd name="T51" fmla="*/ 13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5" h="36">
                      <a:moveTo>
                        <a:pt x="30" y="1"/>
                      </a:moveTo>
                      <a:cubicBezTo>
                        <a:pt x="28" y="0"/>
                        <a:pt x="26" y="0"/>
                        <a:pt x="24" y="0"/>
                      </a:cubicBezTo>
                      <a:cubicBezTo>
                        <a:pt x="8" y="0"/>
                        <a:pt x="8" y="0"/>
                        <a:pt x="8" y="0"/>
                      </a:cubicBezTo>
                      <a:cubicBezTo>
                        <a:pt x="0" y="36"/>
                        <a:pt x="0" y="36"/>
                        <a:pt x="0" y="36"/>
                      </a:cubicBezTo>
                      <a:cubicBezTo>
                        <a:pt x="8" y="36"/>
                        <a:pt x="8" y="36"/>
                        <a:pt x="8" y="36"/>
                      </a:cubicBezTo>
                      <a:cubicBezTo>
                        <a:pt x="11" y="21"/>
                        <a:pt x="11" y="21"/>
                        <a:pt x="11" y="21"/>
                      </a:cubicBezTo>
                      <a:cubicBezTo>
                        <a:pt x="14" y="21"/>
                        <a:pt x="14" y="21"/>
                        <a:pt x="14" y="21"/>
                      </a:cubicBezTo>
                      <a:cubicBezTo>
                        <a:pt x="15" y="21"/>
                        <a:pt x="17" y="21"/>
                        <a:pt x="17" y="22"/>
                      </a:cubicBezTo>
                      <a:cubicBezTo>
                        <a:pt x="18" y="22"/>
                        <a:pt x="20" y="24"/>
                        <a:pt x="21" y="26"/>
                      </a:cubicBezTo>
                      <a:cubicBezTo>
                        <a:pt x="22" y="31"/>
                        <a:pt x="24" y="34"/>
                        <a:pt x="24" y="36"/>
                      </a:cubicBezTo>
                      <a:cubicBezTo>
                        <a:pt x="32" y="36"/>
                        <a:pt x="32" y="36"/>
                        <a:pt x="32" y="36"/>
                      </a:cubicBezTo>
                      <a:cubicBezTo>
                        <a:pt x="30" y="31"/>
                        <a:pt x="28" y="27"/>
                        <a:pt x="27" y="24"/>
                      </a:cubicBezTo>
                      <a:cubicBezTo>
                        <a:pt x="26" y="23"/>
                        <a:pt x="25" y="21"/>
                        <a:pt x="24" y="21"/>
                      </a:cubicBezTo>
                      <a:cubicBezTo>
                        <a:pt x="28" y="20"/>
                        <a:pt x="30" y="19"/>
                        <a:pt x="32" y="17"/>
                      </a:cubicBezTo>
                      <a:cubicBezTo>
                        <a:pt x="34" y="15"/>
                        <a:pt x="35" y="13"/>
                        <a:pt x="35" y="9"/>
                      </a:cubicBezTo>
                      <a:cubicBezTo>
                        <a:pt x="35" y="7"/>
                        <a:pt x="34" y="6"/>
                        <a:pt x="34" y="4"/>
                      </a:cubicBezTo>
                      <a:cubicBezTo>
                        <a:pt x="33" y="3"/>
                        <a:pt x="31" y="2"/>
                        <a:pt x="30" y="1"/>
                      </a:cubicBezTo>
                      <a:close/>
                      <a:moveTo>
                        <a:pt x="27" y="13"/>
                      </a:moveTo>
                      <a:cubicBezTo>
                        <a:pt x="26" y="14"/>
                        <a:pt x="25" y="14"/>
                        <a:pt x="24" y="15"/>
                      </a:cubicBezTo>
                      <a:cubicBezTo>
                        <a:pt x="22" y="15"/>
                        <a:pt x="20" y="16"/>
                        <a:pt x="16" y="16"/>
                      </a:cubicBezTo>
                      <a:cubicBezTo>
                        <a:pt x="12" y="16"/>
                        <a:pt x="12" y="16"/>
                        <a:pt x="12" y="16"/>
                      </a:cubicBezTo>
                      <a:cubicBezTo>
                        <a:pt x="14" y="6"/>
                        <a:pt x="14" y="6"/>
                        <a:pt x="14" y="6"/>
                      </a:cubicBezTo>
                      <a:cubicBezTo>
                        <a:pt x="22" y="6"/>
                        <a:pt x="22" y="6"/>
                        <a:pt x="22" y="6"/>
                      </a:cubicBezTo>
                      <a:cubicBezTo>
                        <a:pt x="24" y="6"/>
                        <a:pt x="25" y="6"/>
                        <a:pt x="26" y="7"/>
                      </a:cubicBezTo>
                      <a:cubicBezTo>
                        <a:pt x="27" y="7"/>
                        <a:pt x="28" y="8"/>
                        <a:pt x="28" y="10"/>
                      </a:cubicBezTo>
                      <a:cubicBezTo>
                        <a:pt x="28" y="11"/>
                        <a:pt x="27" y="12"/>
                        <a:pt x="27" y="13"/>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1" name="ïşľîḍé"/>
                <p:cNvSpPr/>
                <p:nvPr/>
              </p:nvSpPr>
              <p:spPr bwMode="auto">
                <a:xfrm>
                  <a:off x="8267701" y="3521075"/>
                  <a:ext cx="98425" cy="119063"/>
                </a:xfrm>
                <a:custGeom>
                  <a:avLst/>
                  <a:gdLst>
                    <a:gd name="T0" fmla="*/ 17 w 30"/>
                    <a:gd name="T1" fmla="*/ 5 h 36"/>
                    <a:gd name="T2" fmla="*/ 22 w 30"/>
                    <a:gd name="T3" fmla="*/ 7 h 36"/>
                    <a:gd name="T4" fmla="*/ 23 w 30"/>
                    <a:gd name="T5" fmla="*/ 11 h 36"/>
                    <a:gd name="T6" fmla="*/ 30 w 30"/>
                    <a:gd name="T7" fmla="*/ 10 h 36"/>
                    <a:gd name="T8" fmla="*/ 27 w 30"/>
                    <a:gd name="T9" fmla="*/ 3 h 36"/>
                    <a:gd name="T10" fmla="*/ 17 w 30"/>
                    <a:gd name="T11" fmla="*/ 0 h 36"/>
                    <a:gd name="T12" fmla="*/ 8 w 30"/>
                    <a:gd name="T13" fmla="*/ 3 h 36"/>
                    <a:gd name="T14" fmla="*/ 4 w 30"/>
                    <a:gd name="T15" fmla="*/ 10 h 36"/>
                    <a:gd name="T16" fmla="*/ 6 w 30"/>
                    <a:gd name="T17" fmla="*/ 14 h 36"/>
                    <a:gd name="T18" fmla="*/ 8 w 30"/>
                    <a:gd name="T19" fmla="*/ 18 h 36"/>
                    <a:gd name="T20" fmla="*/ 15 w 30"/>
                    <a:gd name="T21" fmla="*/ 21 h 36"/>
                    <a:gd name="T22" fmla="*/ 20 w 30"/>
                    <a:gd name="T23" fmla="*/ 23 h 36"/>
                    <a:gd name="T24" fmla="*/ 21 w 30"/>
                    <a:gd name="T25" fmla="*/ 26 h 36"/>
                    <a:gd name="T26" fmla="*/ 19 w 30"/>
                    <a:gd name="T27" fmla="*/ 29 h 36"/>
                    <a:gd name="T28" fmla="*/ 14 w 30"/>
                    <a:gd name="T29" fmla="*/ 30 h 36"/>
                    <a:gd name="T30" fmla="*/ 8 w 30"/>
                    <a:gd name="T31" fmla="*/ 28 h 36"/>
                    <a:gd name="T32" fmla="*/ 7 w 30"/>
                    <a:gd name="T33" fmla="*/ 24 h 36"/>
                    <a:gd name="T34" fmla="*/ 0 w 30"/>
                    <a:gd name="T35" fmla="*/ 24 h 36"/>
                    <a:gd name="T36" fmla="*/ 1 w 30"/>
                    <a:gd name="T37" fmla="*/ 30 h 36"/>
                    <a:gd name="T38" fmla="*/ 6 w 30"/>
                    <a:gd name="T39" fmla="*/ 35 h 36"/>
                    <a:gd name="T40" fmla="*/ 14 w 30"/>
                    <a:gd name="T41" fmla="*/ 36 h 36"/>
                    <a:gd name="T42" fmla="*/ 24 w 30"/>
                    <a:gd name="T43" fmla="*/ 33 h 36"/>
                    <a:gd name="T44" fmla="*/ 28 w 30"/>
                    <a:gd name="T45" fmla="*/ 25 h 36"/>
                    <a:gd name="T46" fmla="*/ 26 w 30"/>
                    <a:gd name="T47" fmla="*/ 19 h 36"/>
                    <a:gd name="T48" fmla="*/ 18 w 30"/>
                    <a:gd name="T49" fmla="*/ 14 h 36"/>
                    <a:gd name="T50" fmla="*/ 13 w 30"/>
                    <a:gd name="T51" fmla="*/ 12 h 36"/>
                    <a:gd name="T52" fmla="*/ 11 w 30"/>
                    <a:gd name="T53" fmla="*/ 9 h 36"/>
                    <a:gd name="T54" fmla="*/ 13 w 30"/>
                    <a:gd name="T55" fmla="*/ 6 h 36"/>
                    <a:gd name="T56" fmla="*/ 17 w 30"/>
                    <a:gd name="T57" fmla="*/ 5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0" h="36">
                      <a:moveTo>
                        <a:pt x="17" y="5"/>
                      </a:moveTo>
                      <a:cubicBezTo>
                        <a:pt x="19" y="5"/>
                        <a:pt x="21" y="6"/>
                        <a:pt x="22" y="7"/>
                      </a:cubicBezTo>
                      <a:cubicBezTo>
                        <a:pt x="23" y="8"/>
                        <a:pt x="23" y="9"/>
                        <a:pt x="23" y="11"/>
                      </a:cubicBezTo>
                      <a:cubicBezTo>
                        <a:pt x="30" y="10"/>
                        <a:pt x="30" y="10"/>
                        <a:pt x="30" y="10"/>
                      </a:cubicBezTo>
                      <a:cubicBezTo>
                        <a:pt x="30" y="7"/>
                        <a:pt x="29" y="4"/>
                        <a:pt x="27" y="3"/>
                      </a:cubicBezTo>
                      <a:cubicBezTo>
                        <a:pt x="24" y="1"/>
                        <a:pt x="21" y="0"/>
                        <a:pt x="17" y="0"/>
                      </a:cubicBezTo>
                      <a:cubicBezTo>
                        <a:pt x="13" y="0"/>
                        <a:pt x="10" y="1"/>
                        <a:pt x="8" y="3"/>
                      </a:cubicBezTo>
                      <a:cubicBezTo>
                        <a:pt x="5" y="5"/>
                        <a:pt x="4" y="7"/>
                        <a:pt x="4" y="10"/>
                      </a:cubicBezTo>
                      <a:cubicBezTo>
                        <a:pt x="4" y="12"/>
                        <a:pt x="5" y="13"/>
                        <a:pt x="6" y="14"/>
                      </a:cubicBezTo>
                      <a:cubicBezTo>
                        <a:pt x="6" y="16"/>
                        <a:pt x="7" y="17"/>
                        <a:pt x="8" y="18"/>
                      </a:cubicBezTo>
                      <a:cubicBezTo>
                        <a:pt x="10" y="18"/>
                        <a:pt x="12" y="19"/>
                        <a:pt x="15" y="21"/>
                      </a:cubicBezTo>
                      <a:cubicBezTo>
                        <a:pt x="17" y="22"/>
                        <a:pt x="19" y="23"/>
                        <a:pt x="20" y="23"/>
                      </a:cubicBezTo>
                      <a:cubicBezTo>
                        <a:pt x="20" y="24"/>
                        <a:pt x="21" y="25"/>
                        <a:pt x="21" y="26"/>
                      </a:cubicBezTo>
                      <a:cubicBezTo>
                        <a:pt x="21" y="27"/>
                        <a:pt x="20" y="28"/>
                        <a:pt x="19" y="29"/>
                      </a:cubicBezTo>
                      <a:cubicBezTo>
                        <a:pt x="18" y="30"/>
                        <a:pt x="16" y="30"/>
                        <a:pt x="14" y="30"/>
                      </a:cubicBezTo>
                      <a:cubicBezTo>
                        <a:pt x="11" y="30"/>
                        <a:pt x="9" y="30"/>
                        <a:pt x="8" y="28"/>
                      </a:cubicBezTo>
                      <a:cubicBezTo>
                        <a:pt x="8" y="28"/>
                        <a:pt x="7" y="26"/>
                        <a:pt x="7" y="24"/>
                      </a:cubicBezTo>
                      <a:cubicBezTo>
                        <a:pt x="0" y="24"/>
                        <a:pt x="0" y="24"/>
                        <a:pt x="0" y="24"/>
                      </a:cubicBezTo>
                      <a:cubicBezTo>
                        <a:pt x="0" y="27"/>
                        <a:pt x="0" y="29"/>
                        <a:pt x="1" y="30"/>
                      </a:cubicBezTo>
                      <a:cubicBezTo>
                        <a:pt x="2" y="32"/>
                        <a:pt x="4" y="34"/>
                        <a:pt x="6" y="35"/>
                      </a:cubicBezTo>
                      <a:cubicBezTo>
                        <a:pt x="8" y="36"/>
                        <a:pt x="11" y="36"/>
                        <a:pt x="14" y="36"/>
                      </a:cubicBezTo>
                      <a:cubicBezTo>
                        <a:pt x="18" y="36"/>
                        <a:pt x="22" y="35"/>
                        <a:pt x="24" y="33"/>
                      </a:cubicBezTo>
                      <a:cubicBezTo>
                        <a:pt x="27" y="31"/>
                        <a:pt x="28" y="28"/>
                        <a:pt x="28" y="25"/>
                      </a:cubicBezTo>
                      <a:cubicBezTo>
                        <a:pt x="28" y="22"/>
                        <a:pt x="27" y="20"/>
                        <a:pt x="26" y="19"/>
                      </a:cubicBezTo>
                      <a:cubicBezTo>
                        <a:pt x="25" y="18"/>
                        <a:pt x="22" y="16"/>
                        <a:pt x="18" y="14"/>
                      </a:cubicBezTo>
                      <a:cubicBezTo>
                        <a:pt x="15" y="13"/>
                        <a:pt x="13" y="12"/>
                        <a:pt x="13" y="12"/>
                      </a:cubicBezTo>
                      <a:cubicBezTo>
                        <a:pt x="12" y="11"/>
                        <a:pt x="11" y="10"/>
                        <a:pt x="11" y="9"/>
                      </a:cubicBezTo>
                      <a:cubicBezTo>
                        <a:pt x="11" y="8"/>
                        <a:pt x="12" y="7"/>
                        <a:pt x="13" y="6"/>
                      </a:cubicBezTo>
                      <a:cubicBezTo>
                        <a:pt x="14" y="6"/>
                        <a:pt x="15" y="5"/>
                        <a:pt x="17" y="5"/>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2" name="îṩľîďe"/>
                <p:cNvSpPr/>
                <p:nvPr/>
              </p:nvSpPr>
              <p:spPr bwMode="auto">
                <a:xfrm>
                  <a:off x="8374063" y="3521075"/>
                  <a:ext cx="46038" cy="119063"/>
                </a:xfrm>
                <a:custGeom>
                  <a:avLst/>
                  <a:gdLst>
                    <a:gd name="T0" fmla="*/ 0 w 29"/>
                    <a:gd name="T1" fmla="*/ 75 h 75"/>
                    <a:gd name="T2" fmla="*/ 14 w 29"/>
                    <a:gd name="T3" fmla="*/ 75 h 75"/>
                    <a:gd name="T4" fmla="*/ 29 w 29"/>
                    <a:gd name="T5" fmla="*/ 0 h 75"/>
                    <a:gd name="T6" fmla="*/ 14 w 29"/>
                    <a:gd name="T7" fmla="*/ 0 h 75"/>
                    <a:gd name="T8" fmla="*/ 0 w 29"/>
                    <a:gd name="T9" fmla="*/ 75 h 75"/>
                  </a:gdLst>
                  <a:ahLst/>
                  <a:cxnLst>
                    <a:cxn ang="0">
                      <a:pos x="T0" y="T1"/>
                    </a:cxn>
                    <a:cxn ang="0">
                      <a:pos x="T2" y="T3"/>
                    </a:cxn>
                    <a:cxn ang="0">
                      <a:pos x="T4" y="T5"/>
                    </a:cxn>
                    <a:cxn ang="0">
                      <a:pos x="T6" y="T7"/>
                    </a:cxn>
                    <a:cxn ang="0">
                      <a:pos x="T8" y="T9"/>
                    </a:cxn>
                  </a:cxnLst>
                  <a:rect l="0" t="0" r="r" b="b"/>
                  <a:pathLst>
                    <a:path w="29" h="75">
                      <a:moveTo>
                        <a:pt x="0" y="75"/>
                      </a:moveTo>
                      <a:lnTo>
                        <a:pt x="14" y="75"/>
                      </a:lnTo>
                      <a:lnTo>
                        <a:pt x="29" y="0"/>
                      </a:lnTo>
                      <a:lnTo>
                        <a:pt x="14" y="0"/>
                      </a:lnTo>
                      <a:lnTo>
                        <a:pt x="0" y="75"/>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3" name="iS1idè"/>
                <p:cNvSpPr/>
                <p:nvPr/>
              </p:nvSpPr>
              <p:spPr bwMode="auto">
                <a:xfrm>
                  <a:off x="8432801" y="3521075"/>
                  <a:ext cx="95250" cy="119063"/>
                </a:xfrm>
                <a:custGeom>
                  <a:avLst/>
                  <a:gdLst>
                    <a:gd name="T0" fmla="*/ 0 w 60"/>
                    <a:gd name="T1" fmla="*/ 12 h 75"/>
                    <a:gd name="T2" fmla="*/ 21 w 60"/>
                    <a:gd name="T3" fmla="*/ 12 h 75"/>
                    <a:gd name="T4" fmla="*/ 8 w 60"/>
                    <a:gd name="T5" fmla="*/ 75 h 75"/>
                    <a:gd name="T6" fmla="*/ 23 w 60"/>
                    <a:gd name="T7" fmla="*/ 75 h 75"/>
                    <a:gd name="T8" fmla="*/ 35 w 60"/>
                    <a:gd name="T9" fmla="*/ 12 h 75"/>
                    <a:gd name="T10" fmla="*/ 58 w 60"/>
                    <a:gd name="T11" fmla="*/ 12 h 75"/>
                    <a:gd name="T12" fmla="*/ 60 w 60"/>
                    <a:gd name="T13" fmla="*/ 0 h 75"/>
                    <a:gd name="T14" fmla="*/ 2 w 60"/>
                    <a:gd name="T15" fmla="*/ 0 h 75"/>
                    <a:gd name="T16" fmla="*/ 0 w 60"/>
                    <a:gd name="T17" fmla="*/ 12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0" h="75">
                      <a:moveTo>
                        <a:pt x="0" y="12"/>
                      </a:moveTo>
                      <a:lnTo>
                        <a:pt x="21" y="12"/>
                      </a:lnTo>
                      <a:lnTo>
                        <a:pt x="8" y="75"/>
                      </a:lnTo>
                      <a:lnTo>
                        <a:pt x="23" y="75"/>
                      </a:lnTo>
                      <a:lnTo>
                        <a:pt x="35" y="12"/>
                      </a:lnTo>
                      <a:lnTo>
                        <a:pt x="58" y="12"/>
                      </a:lnTo>
                      <a:lnTo>
                        <a:pt x="60" y="0"/>
                      </a:lnTo>
                      <a:lnTo>
                        <a:pt x="2" y="0"/>
                      </a:lnTo>
                      <a:lnTo>
                        <a:pt x="0" y="12"/>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4" name="iṣḷîḋe"/>
                <p:cNvSpPr/>
                <p:nvPr/>
              </p:nvSpPr>
              <p:spPr bwMode="auto">
                <a:xfrm>
                  <a:off x="8531226" y="3521075"/>
                  <a:ext cx="109538" cy="119063"/>
                </a:xfrm>
                <a:custGeom>
                  <a:avLst/>
                  <a:gdLst>
                    <a:gd name="T0" fmla="*/ 25 w 33"/>
                    <a:gd name="T1" fmla="*/ 0 h 36"/>
                    <a:gd name="T2" fmla="*/ 19 w 33"/>
                    <a:gd name="T3" fmla="*/ 7 h 36"/>
                    <a:gd name="T4" fmla="*/ 16 w 33"/>
                    <a:gd name="T5" fmla="*/ 12 h 36"/>
                    <a:gd name="T6" fmla="*/ 14 w 33"/>
                    <a:gd name="T7" fmla="*/ 15 h 36"/>
                    <a:gd name="T8" fmla="*/ 12 w 33"/>
                    <a:gd name="T9" fmla="*/ 10 h 36"/>
                    <a:gd name="T10" fmla="*/ 8 w 33"/>
                    <a:gd name="T11" fmla="*/ 0 h 36"/>
                    <a:gd name="T12" fmla="*/ 0 w 33"/>
                    <a:gd name="T13" fmla="*/ 0 h 36"/>
                    <a:gd name="T14" fmla="*/ 10 w 33"/>
                    <a:gd name="T15" fmla="*/ 22 h 36"/>
                    <a:gd name="T16" fmla="*/ 7 w 33"/>
                    <a:gd name="T17" fmla="*/ 36 h 36"/>
                    <a:gd name="T18" fmla="*/ 14 w 33"/>
                    <a:gd name="T19" fmla="*/ 36 h 36"/>
                    <a:gd name="T20" fmla="*/ 17 w 33"/>
                    <a:gd name="T21" fmla="*/ 23 h 36"/>
                    <a:gd name="T22" fmla="*/ 33 w 33"/>
                    <a:gd name="T23" fmla="*/ 0 h 36"/>
                    <a:gd name="T24" fmla="*/ 25 w 33"/>
                    <a:gd name="T25" fmla="*/ 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3" h="36">
                      <a:moveTo>
                        <a:pt x="25" y="0"/>
                      </a:moveTo>
                      <a:cubicBezTo>
                        <a:pt x="19" y="7"/>
                        <a:pt x="19" y="7"/>
                        <a:pt x="19" y="7"/>
                      </a:cubicBezTo>
                      <a:cubicBezTo>
                        <a:pt x="16" y="12"/>
                        <a:pt x="16" y="12"/>
                        <a:pt x="16" y="12"/>
                      </a:cubicBezTo>
                      <a:cubicBezTo>
                        <a:pt x="15" y="13"/>
                        <a:pt x="15" y="14"/>
                        <a:pt x="14" y="15"/>
                      </a:cubicBezTo>
                      <a:cubicBezTo>
                        <a:pt x="14" y="14"/>
                        <a:pt x="13" y="13"/>
                        <a:pt x="12" y="10"/>
                      </a:cubicBezTo>
                      <a:cubicBezTo>
                        <a:pt x="8" y="0"/>
                        <a:pt x="8" y="0"/>
                        <a:pt x="8" y="0"/>
                      </a:cubicBezTo>
                      <a:cubicBezTo>
                        <a:pt x="0" y="0"/>
                        <a:pt x="0" y="0"/>
                        <a:pt x="0" y="0"/>
                      </a:cubicBezTo>
                      <a:cubicBezTo>
                        <a:pt x="10" y="22"/>
                        <a:pt x="10" y="22"/>
                        <a:pt x="10" y="22"/>
                      </a:cubicBezTo>
                      <a:cubicBezTo>
                        <a:pt x="7" y="36"/>
                        <a:pt x="7" y="36"/>
                        <a:pt x="7" y="36"/>
                      </a:cubicBezTo>
                      <a:cubicBezTo>
                        <a:pt x="14" y="36"/>
                        <a:pt x="14" y="36"/>
                        <a:pt x="14" y="36"/>
                      </a:cubicBezTo>
                      <a:cubicBezTo>
                        <a:pt x="17" y="23"/>
                        <a:pt x="17" y="23"/>
                        <a:pt x="17" y="23"/>
                      </a:cubicBezTo>
                      <a:cubicBezTo>
                        <a:pt x="33" y="0"/>
                        <a:pt x="33" y="0"/>
                        <a:pt x="33" y="0"/>
                      </a:cubicBezTo>
                      <a:lnTo>
                        <a:pt x="25"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grpSp>
      <p:cxnSp>
        <p:nvCxnSpPr>
          <p:cNvPr id="4" name="直线连接符 3"/>
          <p:cNvCxnSpPr/>
          <p:nvPr userDrawn="1"/>
        </p:nvCxnSpPr>
        <p:spPr>
          <a:xfrm>
            <a:off x="0" y="1016000"/>
            <a:ext cx="12192000"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pic>
        <p:nvPicPr>
          <p:cNvPr id="110" name="图片 109" descr="图片包含 天空, 户外, 建筑物, 日落&#10;&#10;描述已自动生成"/>
          <p:cNvPicPr>
            <a:picLocks noChangeAspect="1"/>
          </p:cNvPicPr>
          <p:nvPr userDrawn="1"/>
        </p:nvPicPr>
        <p:blipFill rotWithShape="1">
          <a:blip r:embed="rId2" cstate="print">
            <a:extLst>
              <a:ext uri="{BEBA8EAE-BF5A-486C-A8C5-ECC9F3942E4B}">
                <a14:imgProps xmlns:a14="http://schemas.microsoft.com/office/drawing/2010/main">
                  <a14:imgLayer r:embed="rId3">
                    <a14:imgEffect>
                      <a14:backgroundRemoval t="10000" b="99500" l="10000" r="98000">
                        <a14:foregroundMark x1="45583" y1="28625" x2="72750" y2="47875"/>
                        <a14:foregroundMark x1="72750" y1="47875" x2="79000" y2="48875"/>
                        <a14:foregroundMark x1="79000" y1="48875" x2="87083" y2="44750"/>
                        <a14:foregroundMark x1="87083" y1="44750" x2="89333" y2="42875"/>
                        <a14:foregroundMark x1="49697" y1="28104" x2="51500" y2="30625"/>
                        <a14:foregroundMark x1="46583" y1="23750" x2="49595" y2="27961"/>
                        <a14:foregroundMark x1="46917" y1="21000" x2="48333" y2="17125"/>
                        <a14:foregroundMark x1="62917" y1="48125" x2="65250" y2="51750"/>
                        <a14:foregroundMark x1="65250" y1="51750" x2="86750" y2="67750"/>
                        <a14:foregroundMark x1="94417" y1="36500" x2="92917" y2="90875"/>
                        <a14:foregroundMark x1="98000" y1="30875" x2="91667" y2="84250"/>
                        <a14:foregroundMark x1="91667" y1="84250" x2="91333" y2="85500"/>
                        <a14:foregroundMark x1="70000" y1="67000" x2="89333" y2="84250"/>
                        <a14:foregroundMark x1="89333" y1="84250" x2="89333" y2="84250"/>
                        <a14:foregroundMark x1="70500" y1="67000" x2="66333" y2="64125"/>
                        <a14:foregroundMark x1="66333" y1="64125" x2="59333" y2="53500"/>
                        <a14:foregroundMark x1="79333" y1="90625" x2="80167" y2="96250"/>
                        <a14:foregroundMark x1="80167" y1="96250" x2="85167" y2="96625"/>
                        <a14:foregroundMark x1="85167" y1="96625" x2="88083" y2="94625"/>
                        <a14:foregroundMark x1="88083" y1="94625" x2="88167" y2="94625"/>
                        <a14:foregroundMark x1="96750" y1="97500" x2="76750" y2="99500"/>
                        <a14:foregroundMark x1="77799" y1="89875" x2="77667" y2="86250"/>
                        <a14:foregroundMark x1="77984" y1="94938" x2="77927" y2="93375"/>
                        <a14:foregroundMark x1="78000" y1="95375" x2="78056" y2="96909"/>
                        <a14:foregroundMark x1="68667" y1="40875" x2="68417" y2="41125"/>
                        <a14:backgroundMark x1="77667" y1="89875" x2="77667" y2="93375"/>
                        <a14:backgroundMark x1="77833" y1="95625" x2="78167" y2="90625"/>
                        <a14:backgroundMark x1="78500" y1="96125" x2="79000" y2="90375"/>
                        <a14:backgroundMark x1="19833" y1="30625" x2="46417" y2="71000"/>
                        <a14:backgroundMark x1="46417" y1="71000" x2="46417" y2="71000"/>
                        <a14:backgroundMark x1="17000" y1="72500" x2="23583" y2="72625"/>
                        <a14:backgroundMark x1="23583" y1="72625" x2="37833" y2="71875"/>
                        <a14:backgroundMark x1="37833" y1="71875" x2="57167" y2="75375"/>
                        <a14:backgroundMark x1="61667" y1="37000" x2="62000" y2="37375"/>
                        <a14:backgroundMark x1="66667" y1="39375" x2="66917" y2="39750"/>
                        <a14:backgroundMark x1="50917" y1="27125" x2="51000" y2="27625"/>
                      </a14:backgroundRemoval>
                    </a14:imgEffect>
                    <a14:imgEffect>
                      <a14:brightnessContrast bright="72000"/>
                    </a14:imgEffect>
                    <a14:imgEffect>
                      <a14:colorTemperature colorTemp="9660"/>
                    </a14:imgEffect>
                    <a14:imgEffect>
                      <a14:saturation sat="111000"/>
                    </a14:imgEffect>
                  </a14:imgLayer>
                </a14:imgProps>
              </a:ext>
              <a:ext uri="{28A0092B-C50C-407E-A947-70E740481C1C}">
                <a14:useLocalDpi xmlns:a14="http://schemas.microsoft.com/office/drawing/2010/main" val="0"/>
              </a:ext>
            </a:extLst>
          </a:blip>
          <a:srcRect l="38743" t="8413"/>
          <a:stretch>
            <a:fillRect/>
          </a:stretch>
        </p:blipFill>
        <p:spPr>
          <a:xfrm flipH="1">
            <a:off x="-1" y="60500"/>
            <a:ext cx="958611" cy="95550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引用">
    <p:spTree>
      <p:nvGrpSpPr>
        <p:cNvPr id="1" name=""/>
        <p:cNvGrpSpPr/>
        <p:nvPr/>
      </p:nvGrpSpPr>
      <p:grpSpPr>
        <a:xfrm>
          <a:off x="0" y="0"/>
          <a:ext cx="0" cy="0"/>
          <a:chOff x="0" y="0"/>
          <a:chExt cx="0" cy="0"/>
        </a:xfrm>
      </p:grpSpPr>
      <p:sp>
        <p:nvSpPr>
          <p:cNvPr id="2" name="标题 1"/>
          <p:cNvSpPr>
            <a:spLocks noGrp="1"/>
          </p:cNvSpPr>
          <p:nvPr>
            <p:ph type="title"/>
          </p:nvPr>
        </p:nvSpPr>
        <p:spPr>
          <a:xfrm>
            <a:off x="803275" y="393486"/>
            <a:ext cx="8970989" cy="663575"/>
          </a:xfrm>
          <a:prstGeom prst="rect">
            <a:avLst/>
          </a:prstGeom>
        </p:spPr>
        <p:txBody>
          <a:bodyPr lIns="0"/>
          <a:lstStyle>
            <a:lvl1pPr>
              <a:defRPr b="1">
                <a:solidFill>
                  <a:schemeClr val="accent2"/>
                </a:solidFill>
              </a:defRPr>
            </a:lvl1pPr>
          </a:lstStyle>
          <a:p>
            <a:r>
              <a:rPr lang="zh-CN" altLang="en-US" dirty="0"/>
              <a:t>单击此处编辑母版标题样式</a:t>
            </a:r>
          </a:p>
        </p:txBody>
      </p:sp>
      <p:grpSp>
        <p:nvGrpSpPr>
          <p:cNvPr id="245" name="组合 244"/>
          <p:cNvGrpSpPr/>
          <p:nvPr userDrawn="1"/>
        </p:nvGrpSpPr>
        <p:grpSpPr>
          <a:xfrm>
            <a:off x="9895088" y="468793"/>
            <a:ext cx="1480571" cy="458860"/>
            <a:chOff x="2558030" y="228446"/>
            <a:chExt cx="6774643" cy="2099603"/>
          </a:xfrm>
        </p:grpSpPr>
        <p:grpSp>
          <p:nvGrpSpPr>
            <p:cNvPr id="246" name="íšḻîďê"/>
            <p:cNvGrpSpPr/>
            <p:nvPr userDrawn="1"/>
          </p:nvGrpSpPr>
          <p:grpSpPr>
            <a:xfrm>
              <a:off x="2558030" y="228446"/>
              <a:ext cx="2085857" cy="2099603"/>
              <a:chOff x="3551238" y="3067050"/>
              <a:chExt cx="722313" cy="727075"/>
            </a:xfrm>
          </p:grpSpPr>
          <p:sp>
            <p:nvSpPr>
              <p:cNvPr id="276" name="ïş1íḍê"/>
              <p:cNvSpPr/>
              <p:nvPr/>
            </p:nvSpPr>
            <p:spPr bwMode="auto">
              <a:xfrm>
                <a:off x="3575051" y="3087688"/>
                <a:ext cx="673100" cy="679450"/>
              </a:xfrm>
              <a:custGeom>
                <a:avLst/>
                <a:gdLst>
                  <a:gd name="T0" fmla="*/ 102 w 204"/>
                  <a:gd name="T1" fmla="*/ 0 h 204"/>
                  <a:gd name="T2" fmla="*/ 204 w 204"/>
                  <a:gd name="T3" fmla="*/ 102 h 204"/>
                  <a:gd name="T4" fmla="*/ 102 w 204"/>
                  <a:gd name="T5" fmla="*/ 204 h 204"/>
                  <a:gd name="T6" fmla="*/ 0 w 204"/>
                  <a:gd name="T7" fmla="*/ 102 h 204"/>
                  <a:gd name="T8" fmla="*/ 102 w 204"/>
                  <a:gd name="T9" fmla="*/ 0 h 204"/>
                  <a:gd name="T10" fmla="*/ 102 w 204"/>
                  <a:gd name="T11" fmla="*/ 25 h 204"/>
                  <a:gd name="T12" fmla="*/ 24 w 204"/>
                  <a:gd name="T13" fmla="*/ 103 h 204"/>
                  <a:gd name="T14" fmla="*/ 102 w 204"/>
                  <a:gd name="T15" fmla="*/ 181 h 204"/>
                  <a:gd name="T16" fmla="*/ 180 w 204"/>
                  <a:gd name="T17" fmla="*/ 103 h 204"/>
                  <a:gd name="T18" fmla="*/ 102 w 204"/>
                  <a:gd name="T19" fmla="*/ 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04" h="204">
                    <a:moveTo>
                      <a:pt x="102" y="0"/>
                    </a:moveTo>
                    <a:cubicBezTo>
                      <a:pt x="159" y="0"/>
                      <a:pt x="204" y="46"/>
                      <a:pt x="204" y="102"/>
                    </a:cubicBezTo>
                    <a:cubicBezTo>
                      <a:pt x="204" y="158"/>
                      <a:pt x="159" y="204"/>
                      <a:pt x="102" y="204"/>
                    </a:cubicBezTo>
                    <a:cubicBezTo>
                      <a:pt x="46" y="204"/>
                      <a:pt x="0" y="158"/>
                      <a:pt x="0" y="102"/>
                    </a:cubicBezTo>
                    <a:cubicBezTo>
                      <a:pt x="0" y="46"/>
                      <a:pt x="46" y="0"/>
                      <a:pt x="102" y="0"/>
                    </a:cubicBezTo>
                    <a:close/>
                    <a:moveTo>
                      <a:pt x="102" y="25"/>
                    </a:moveTo>
                    <a:cubicBezTo>
                      <a:pt x="59" y="25"/>
                      <a:pt x="24" y="60"/>
                      <a:pt x="24" y="103"/>
                    </a:cubicBezTo>
                    <a:cubicBezTo>
                      <a:pt x="24" y="146"/>
                      <a:pt x="59" y="181"/>
                      <a:pt x="102" y="181"/>
                    </a:cubicBezTo>
                    <a:cubicBezTo>
                      <a:pt x="145" y="181"/>
                      <a:pt x="180" y="146"/>
                      <a:pt x="180" y="103"/>
                    </a:cubicBezTo>
                    <a:cubicBezTo>
                      <a:pt x="180" y="60"/>
                      <a:pt x="145" y="25"/>
                      <a:pt x="102" y="25"/>
                    </a:cubicBezTo>
                    <a:close/>
                  </a:path>
                </a:pathLst>
              </a:custGeom>
              <a:solidFill>
                <a:srgbClr val="00523A"/>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7" name="íšḻïḍè"/>
              <p:cNvSpPr/>
              <p:nvPr/>
            </p:nvSpPr>
            <p:spPr bwMode="auto">
              <a:xfrm>
                <a:off x="3621088" y="3103563"/>
                <a:ext cx="584200" cy="203200"/>
              </a:xfrm>
              <a:custGeom>
                <a:avLst/>
                <a:gdLst>
                  <a:gd name="T0" fmla="*/ 8 w 177"/>
                  <a:gd name="T1" fmla="*/ 53 h 61"/>
                  <a:gd name="T2" fmla="*/ 0 w 177"/>
                  <a:gd name="T3" fmla="*/ 56 h 61"/>
                  <a:gd name="T4" fmla="*/ 5 w 177"/>
                  <a:gd name="T5" fmla="*/ 52 h 61"/>
                  <a:gd name="T6" fmla="*/ 4 w 177"/>
                  <a:gd name="T7" fmla="*/ 50 h 61"/>
                  <a:gd name="T8" fmla="*/ 5 w 177"/>
                  <a:gd name="T9" fmla="*/ 48 h 61"/>
                  <a:gd name="T10" fmla="*/ 10 w 177"/>
                  <a:gd name="T11" fmla="*/ 41 h 61"/>
                  <a:gd name="T12" fmla="*/ 17 w 177"/>
                  <a:gd name="T13" fmla="*/ 50 h 61"/>
                  <a:gd name="T14" fmla="*/ 14 w 177"/>
                  <a:gd name="T15" fmla="*/ 35 h 61"/>
                  <a:gd name="T16" fmla="*/ 23 w 177"/>
                  <a:gd name="T17" fmla="*/ 46 h 61"/>
                  <a:gd name="T18" fmla="*/ 31 w 177"/>
                  <a:gd name="T19" fmla="*/ 38 h 61"/>
                  <a:gd name="T20" fmla="*/ 29 w 177"/>
                  <a:gd name="T21" fmla="*/ 40 h 61"/>
                  <a:gd name="T22" fmla="*/ 18 w 177"/>
                  <a:gd name="T23" fmla="*/ 32 h 61"/>
                  <a:gd name="T24" fmla="*/ 19 w 177"/>
                  <a:gd name="T25" fmla="*/ 30 h 61"/>
                  <a:gd name="T26" fmla="*/ 21 w 177"/>
                  <a:gd name="T27" fmla="*/ 27 h 61"/>
                  <a:gd name="T28" fmla="*/ 41 w 177"/>
                  <a:gd name="T29" fmla="*/ 29 h 61"/>
                  <a:gd name="T30" fmla="*/ 43 w 177"/>
                  <a:gd name="T31" fmla="*/ 29 h 61"/>
                  <a:gd name="T32" fmla="*/ 35 w 177"/>
                  <a:gd name="T33" fmla="*/ 35 h 61"/>
                  <a:gd name="T34" fmla="*/ 31 w 177"/>
                  <a:gd name="T35" fmla="*/ 21 h 61"/>
                  <a:gd name="T36" fmla="*/ 46 w 177"/>
                  <a:gd name="T37" fmla="*/ 11 h 61"/>
                  <a:gd name="T38" fmla="*/ 47 w 177"/>
                  <a:gd name="T39" fmla="*/ 11 h 61"/>
                  <a:gd name="T40" fmla="*/ 47 w 177"/>
                  <a:gd name="T41" fmla="*/ 26 h 61"/>
                  <a:gd name="T42" fmla="*/ 39 w 177"/>
                  <a:gd name="T43" fmla="*/ 15 h 61"/>
                  <a:gd name="T44" fmla="*/ 72 w 177"/>
                  <a:gd name="T45" fmla="*/ 16 h 61"/>
                  <a:gd name="T46" fmla="*/ 71 w 177"/>
                  <a:gd name="T47" fmla="*/ 2 h 61"/>
                  <a:gd name="T48" fmla="*/ 65 w 177"/>
                  <a:gd name="T49" fmla="*/ 15 h 61"/>
                  <a:gd name="T50" fmla="*/ 64 w 177"/>
                  <a:gd name="T51" fmla="*/ 4 h 61"/>
                  <a:gd name="T52" fmla="*/ 84 w 177"/>
                  <a:gd name="T53" fmla="*/ 1 h 61"/>
                  <a:gd name="T54" fmla="*/ 84 w 177"/>
                  <a:gd name="T55" fmla="*/ 1 h 61"/>
                  <a:gd name="T56" fmla="*/ 78 w 177"/>
                  <a:gd name="T57" fmla="*/ 16 h 61"/>
                  <a:gd name="T58" fmla="*/ 77 w 177"/>
                  <a:gd name="T59" fmla="*/ 15 h 61"/>
                  <a:gd name="T60" fmla="*/ 90 w 177"/>
                  <a:gd name="T61" fmla="*/ 1 h 61"/>
                  <a:gd name="T62" fmla="*/ 94 w 177"/>
                  <a:gd name="T63" fmla="*/ 15 h 61"/>
                  <a:gd name="T64" fmla="*/ 92 w 177"/>
                  <a:gd name="T65" fmla="*/ 15 h 61"/>
                  <a:gd name="T66" fmla="*/ 113 w 177"/>
                  <a:gd name="T67" fmla="*/ 3 h 61"/>
                  <a:gd name="T68" fmla="*/ 102 w 177"/>
                  <a:gd name="T69" fmla="*/ 2 h 61"/>
                  <a:gd name="T70" fmla="*/ 105 w 177"/>
                  <a:gd name="T71" fmla="*/ 14 h 61"/>
                  <a:gd name="T72" fmla="*/ 117 w 177"/>
                  <a:gd name="T73" fmla="*/ 5 h 61"/>
                  <a:gd name="T74" fmla="*/ 122 w 177"/>
                  <a:gd name="T75" fmla="*/ 19 h 61"/>
                  <a:gd name="T76" fmla="*/ 119 w 177"/>
                  <a:gd name="T77" fmla="*/ 13 h 61"/>
                  <a:gd name="T78" fmla="*/ 121 w 177"/>
                  <a:gd name="T79" fmla="*/ 12 h 61"/>
                  <a:gd name="T80" fmla="*/ 124 w 177"/>
                  <a:gd name="T81" fmla="*/ 10 h 61"/>
                  <a:gd name="T82" fmla="*/ 131 w 177"/>
                  <a:gd name="T83" fmla="*/ 26 h 61"/>
                  <a:gd name="T84" fmla="*/ 126 w 177"/>
                  <a:gd name="T85" fmla="*/ 23 h 61"/>
                  <a:gd name="T86" fmla="*/ 124 w 177"/>
                  <a:gd name="T87" fmla="*/ 23 h 61"/>
                  <a:gd name="T88" fmla="*/ 137 w 177"/>
                  <a:gd name="T89" fmla="*/ 14 h 61"/>
                  <a:gd name="T90" fmla="*/ 133 w 177"/>
                  <a:gd name="T91" fmla="*/ 11 h 61"/>
                  <a:gd name="T92" fmla="*/ 137 w 177"/>
                  <a:gd name="T93" fmla="*/ 32 h 61"/>
                  <a:gd name="T94" fmla="*/ 137 w 177"/>
                  <a:gd name="T95" fmla="*/ 32 h 61"/>
                  <a:gd name="T96" fmla="*/ 145 w 177"/>
                  <a:gd name="T97" fmla="*/ 19 h 61"/>
                  <a:gd name="T98" fmla="*/ 146 w 177"/>
                  <a:gd name="T99" fmla="*/ 19 h 61"/>
                  <a:gd name="T100" fmla="*/ 159 w 177"/>
                  <a:gd name="T101" fmla="*/ 31 h 61"/>
                  <a:gd name="T102" fmla="*/ 149 w 177"/>
                  <a:gd name="T103" fmla="*/ 42 h 61"/>
                  <a:gd name="T104" fmla="*/ 155 w 177"/>
                  <a:gd name="T105" fmla="*/ 27 h 61"/>
                  <a:gd name="T106" fmla="*/ 166 w 177"/>
                  <a:gd name="T107" fmla="*/ 40 h 61"/>
                  <a:gd name="T108" fmla="*/ 160 w 177"/>
                  <a:gd name="T109" fmla="*/ 37 h 61"/>
                  <a:gd name="T110" fmla="*/ 153 w 177"/>
                  <a:gd name="T111" fmla="*/ 46 h 61"/>
                  <a:gd name="T112" fmla="*/ 177 w 177"/>
                  <a:gd name="T113" fmla="*/ 55 h 61"/>
                  <a:gd name="T114" fmla="*/ 162 w 177"/>
                  <a:gd name="T115" fmla="*/ 60 h 61"/>
                  <a:gd name="T116" fmla="*/ 165 w 177"/>
                  <a:gd name="T117" fmla="*/ 55 h 61"/>
                  <a:gd name="T118" fmla="*/ 173 w 177"/>
                  <a:gd name="T119" fmla="*/ 49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77" h="61">
                    <a:moveTo>
                      <a:pt x="6" y="46"/>
                    </a:moveTo>
                    <a:cubicBezTo>
                      <a:pt x="6" y="46"/>
                      <a:pt x="6" y="46"/>
                      <a:pt x="6" y="46"/>
                    </a:cubicBezTo>
                    <a:cubicBezTo>
                      <a:pt x="6" y="46"/>
                      <a:pt x="6" y="46"/>
                      <a:pt x="6" y="46"/>
                    </a:cubicBezTo>
                    <a:cubicBezTo>
                      <a:pt x="6" y="46"/>
                      <a:pt x="6" y="47"/>
                      <a:pt x="6" y="47"/>
                    </a:cubicBezTo>
                    <a:cubicBezTo>
                      <a:pt x="6" y="47"/>
                      <a:pt x="6" y="47"/>
                      <a:pt x="6" y="47"/>
                    </a:cubicBezTo>
                    <a:cubicBezTo>
                      <a:pt x="17" y="57"/>
                      <a:pt x="17" y="57"/>
                      <a:pt x="17" y="57"/>
                    </a:cubicBezTo>
                    <a:cubicBezTo>
                      <a:pt x="17" y="57"/>
                      <a:pt x="17" y="57"/>
                      <a:pt x="17" y="57"/>
                    </a:cubicBezTo>
                    <a:cubicBezTo>
                      <a:pt x="8" y="53"/>
                      <a:pt x="8" y="53"/>
                      <a:pt x="8" y="53"/>
                    </a:cubicBezTo>
                    <a:cubicBezTo>
                      <a:pt x="8" y="54"/>
                      <a:pt x="8" y="54"/>
                      <a:pt x="8" y="54"/>
                    </a:cubicBezTo>
                    <a:cubicBezTo>
                      <a:pt x="15" y="60"/>
                      <a:pt x="15" y="60"/>
                      <a:pt x="15" y="60"/>
                    </a:cubicBezTo>
                    <a:cubicBezTo>
                      <a:pt x="15" y="61"/>
                      <a:pt x="15" y="61"/>
                      <a:pt x="15" y="61"/>
                    </a:cubicBezTo>
                    <a:cubicBezTo>
                      <a:pt x="1" y="55"/>
                      <a:pt x="1" y="55"/>
                      <a:pt x="1" y="55"/>
                    </a:cubicBezTo>
                    <a:cubicBezTo>
                      <a:pt x="1" y="55"/>
                      <a:pt x="1" y="55"/>
                      <a:pt x="1" y="55"/>
                    </a:cubicBezTo>
                    <a:cubicBezTo>
                      <a:pt x="1" y="55"/>
                      <a:pt x="1" y="55"/>
                      <a:pt x="1" y="55"/>
                    </a:cubicBezTo>
                    <a:cubicBezTo>
                      <a:pt x="0" y="56"/>
                      <a:pt x="0" y="56"/>
                      <a:pt x="0" y="56"/>
                    </a:cubicBezTo>
                    <a:cubicBezTo>
                      <a:pt x="0" y="56"/>
                      <a:pt x="0" y="56"/>
                      <a:pt x="0" y="56"/>
                    </a:cubicBezTo>
                    <a:cubicBezTo>
                      <a:pt x="2" y="53"/>
                      <a:pt x="2" y="53"/>
                      <a:pt x="2" y="53"/>
                    </a:cubicBezTo>
                    <a:cubicBezTo>
                      <a:pt x="2" y="53"/>
                      <a:pt x="2" y="53"/>
                      <a:pt x="2" y="53"/>
                    </a:cubicBezTo>
                    <a:cubicBezTo>
                      <a:pt x="2" y="53"/>
                      <a:pt x="2" y="53"/>
                      <a:pt x="2" y="53"/>
                    </a:cubicBezTo>
                    <a:cubicBezTo>
                      <a:pt x="2" y="53"/>
                      <a:pt x="2" y="54"/>
                      <a:pt x="2" y="54"/>
                    </a:cubicBezTo>
                    <a:cubicBezTo>
                      <a:pt x="2" y="54"/>
                      <a:pt x="2" y="54"/>
                      <a:pt x="2" y="54"/>
                    </a:cubicBezTo>
                    <a:cubicBezTo>
                      <a:pt x="11" y="58"/>
                      <a:pt x="11" y="58"/>
                      <a:pt x="11" y="58"/>
                    </a:cubicBezTo>
                    <a:cubicBezTo>
                      <a:pt x="12" y="58"/>
                      <a:pt x="12" y="58"/>
                      <a:pt x="12" y="58"/>
                    </a:cubicBezTo>
                    <a:cubicBezTo>
                      <a:pt x="5" y="52"/>
                      <a:pt x="5" y="52"/>
                      <a:pt x="5" y="52"/>
                    </a:cubicBezTo>
                    <a:cubicBezTo>
                      <a:pt x="4" y="52"/>
                      <a:pt x="4" y="52"/>
                      <a:pt x="4" y="52"/>
                    </a:cubicBezTo>
                    <a:cubicBezTo>
                      <a:pt x="3" y="52"/>
                      <a:pt x="3" y="52"/>
                      <a:pt x="3" y="52"/>
                    </a:cubicBezTo>
                    <a:cubicBezTo>
                      <a:pt x="3" y="52"/>
                      <a:pt x="3" y="52"/>
                      <a:pt x="3" y="52"/>
                    </a:cubicBezTo>
                    <a:cubicBezTo>
                      <a:pt x="3" y="52"/>
                      <a:pt x="3" y="52"/>
                      <a:pt x="3" y="52"/>
                    </a:cubicBezTo>
                    <a:cubicBezTo>
                      <a:pt x="2" y="52"/>
                      <a:pt x="2" y="52"/>
                      <a:pt x="2" y="52"/>
                    </a:cubicBezTo>
                    <a:cubicBezTo>
                      <a:pt x="4" y="49"/>
                      <a:pt x="4" y="49"/>
                      <a:pt x="4" y="49"/>
                    </a:cubicBezTo>
                    <a:cubicBezTo>
                      <a:pt x="4" y="49"/>
                      <a:pt x="4" y="49"/>
                      <a:pt x="4" y="49"/>
                    </a:cubicBezTo>
                    <a:cubicBezTo>
                      <a:pt x="4" y="50"/>
                      <a:pt x="4" y="50"/>
                      <a:pt x="4" y="50"/>
                    </a:cubicBezTo>
                    <a:cubicBezTo>
                      <a:pt x="4" y="50"/>
                      <a:pt x="4" y="50"/>
                      <a:pt x="4" y="50"/>
                    </a:cubicBezTo>
                    <a:cubicBezTo>
                      <a:pt x="4" y="50"/>
                      <a:pt x="4" y="50"/>
                      <a:pt x="4" y="51"/>
                    </a:cubicBezTo>
                    <a:cubicBezTo>
                      <a:pt x="13" y="54"/>
                      <a:pt x="13" y="54"/>
                      <a:pt x="13" y="54"/>
                    </a:cubicBezTo>
                    <a:cubicBezTo>
                      <a:pt x="13" y="54"/>
                      <a:pt x="13" y="54"/>
                      <a:pt x="13" y="54"/>
                    </a:cubicBezTo>
                    <a:cubicBezTo>
                      <a:pt x="6" y="48"/>
                      <a:pt x="6" y="48"/>
                      <a:pt x="6" y="48"/>
                    </a:cubicBezTo>
                    <a:cubicBezTo>
                      <a:pt x="6" y="48"/>
                      <a:pt x="6" y="48"/>
                      <a:pt x="5" y="48"/>
                    </a:cubicBezTo>
                    <a:cubicBezTo>
                      <a:pt x="5" y="48"/>
                      <a:pt x="5" y="48"/>
                      <a:pt x="5" y="48"/>
                    </a:cubicBezTo>
                    <a:cubicBezTo>
                      <a:pt x="5" y="48"/>
                      <a:pt x="5" y="48"/>
                      <a:pt x="5" y="48"/>
                    </a:cubicBezTo>
                    <a:cubicBezTo>
                      <a:pt x="4" y="48"/>
                      <a:pt x="4" y="48"/>
                      <a:pt x="4" y="48"/>
                    </a:cubicBezTo>
                    <a:cubicBezTo>
                      <a:pt x="6" y="46"/>
                      <a:pt x="6" y="46"/>
                      <a:pt x="6" y="46"/>
                    </a:cubicBezTo>
                    <a:close/>
                    <a:moveTo>
                      <a:pt x="22" y="48"/>
                    </a:moveTo>
                    <a:cubicBezTo>
                      <a:pt x="22" y="49"/>
                      <a:pt x="21" y="49"/>
                      <a:pt x="21" y="49"/>
                    </a:cubicBezTo>
                    <a:cubicBezTo>
                      <a:pt x="20" y="50"/>
                      <a:pt x="19" y="49"/>
                      <a:pt x="18" y="48"/>
                    </a:cubicBezTo>
                    <a:cubicBezTo>
                      <a:pt x="10" y="42"/>
                      <a:pt x="10" y="42"/>
                      <a:pt x="10" y="42"/>
                    </a:cubicBezTo>
                    <a:cubicBezTo>
                      <a:pt x="10" y="42"/>
                      <a:pt x="10" y="41"/>
                      <a:pt x="10" y="41"/>
                    </a:cubicBezTo>
                    <a:cubicBezTo>
                      <a:pt x="10" y="41"/>
                      <a:pt x="10" y="41"/>
                      <a:pt x="10" y="41"/>
                    </a:cubicBezTo>
                    <a:cubicBezTo>
                      <a:pt x="10" y="40"/>
                      <a:pt x="10" y="40"/>
                      <a:pt x="10" y="40"/>
                    </a:cubicBezTo>
                    <a:cubicBezTo>
                      <a:pt x="10" y="40"/>
                      <a:pt x="10" y="40"/>
                      <a:pt x="10" y="40"/>
                    </a:cubicBezTo>
                    <a:cubicBezTo>
                      <a:pt x="7" y="43"/>
                      <a:pt x="7" y="43"/>
                      <a:pt x="7" y="43"/>
                    </a:cubicBezTo>
                    <a:cubicBezTo>
                      <a:pt x="8" y="43"/>
                      <a:pt x="8" y="43"/>
                      <a:pt x="8" y="43"/>
                    </a:cubicBezTo>
                    <a:cubicBezTo>
                      <a:pt x="8" y="43"/>
                      <a:pt x="8" y="43"/>
                      <a:pt x="8" y="43"/>
                    </a:cubicBezTo>
                    <a:cubicBezTo>
                      <a:pt x="8" y="43"/>
                      <a:pt x="8" y="43"/>
                      <a:pt x="8" y="43"/>
                    </a:cubicBezTo>
                    <a:cubicBezTo>
                      <a:pt x="9" y="43"/>
                      <a:pt x="9" y="43"/>
                      <a:pt x="9" y="43"/>
                    </a:cubicBezTo>
                    <a:cubicBezTo>
                      <a:pt x="17" y="50"/>
                      <a:pt x="17" y="50"/>
                      <a:pt x="17" y="50"/>
                    </a:cubicBezTo>
                    <a:cubicBezTo>
                      <a:pt x="18" y="50"/>
                      <a:pt x="19" y="51"/>
                      <a:pt x="20" y="50"/>
                    </a:cubicBezTo>
                    <a:cubicBezTo>
                      <a:pt x="21" y="50"/>
                      <a:pt x="22" y="50"/>
                      <a:pt x="23" y="49"/>
                    </a:cubicBezTo>
                    <a:cubicBezTo>
                      <a:pt x="24" y="48"/>
                      <a:pt x="24" y="47"/>
                      <a:pt x="24" y="46"/>
                    </a:cubicBezTo>
                    <a:cubicBezTo>
                      <a:pt x="24" y="45"/>
                      <a:pt x="23" y="44"/>
                      <a:pt x="22" y="43"/>
                    </a:cubicBezTo>
                    <a:cubicBezTo>
                      <a:pt x="14" y="36"/>
                      <a:pt x="14" y="36"/>
                      <a:pt x="14" y="36"/>
                    </a:cubicBezTo>
                    <a:cubicBezTo>
                      <a:pt x="14" y="36"/>
                      <a:pt x="14" y="36"/>
                      <a:pt x="14" y="36"/>
                    </a:cubicBezTo>
                    <a:cubicBezTo>
                      <a:pt x="14" y="36"/>
                      <a:pt x="14" y="36"/>
                      <a:pt x="14" y="35"/>
                    </a:cubicBezTo>
                    <a:cubicBezTo>
                      <a:pt x="14" y="35"/>
                      <a:pt x="14" y="35"/>
                      <a:pt x="14" y="35"/>
                    </a:cubicBezTo>
                    <a:cubicBezTo>
                      <a:pt x="14" y="35"/>
                      <a:pt x="14" y="35"/>
                      <a:pt x="14" y="35"/>
                    </a:cubicBezTo>
                    <a:cubicBezTo>
                      <a:pt x="12" y="37"/>
                      <a:pt x="12" y="37"/>
                      <a:pt x="12" y="37"/>
                    </a:cubicBezTo>
                    <a:cubicBezTo>
                      <a:pt x="12" y="38"/>
                      <a:pt x="12" y="38"/>
                      <a:pt x="12" y="38"/>
                    </a:cubicBezTo>
                    <a:cubicBezTo>
                      <a:pt x="13" y="37"/>
                      <a:pt x="13" y="37"/>
                      <a:pt x="13" y="37"/>
                    </a:cubicBezTo>
                    <a:cubicBezTo>
                      <a:pt x="13" y="37"/>
                      <a:pt x="13" y="37"/>
                      <a:pt x="13" y="37"/>
                    </a:cubicBezTo>
                    <a:cubicBezTo>
                      <a:pt x="13" y="37"/>
                      <a:pt x="14" y="37"/>
                      <a:pt x="14" y="37"/>
                    </a:cubicBezTo>
                    <a:cubicBezTo>
                      <a:pt x="22" y="44"/>
                      <a:pt x="22" y="44"/>
                      <a:pt x="22" y="44"/>
                    </a:cubicBezTo>
                    <a:cubicBezTo>
                      <a:pt x="23" y="44"/>
                      <a:pt x="23" y="45"/>
                      <a:pt x="23" y="46"/>
                    </a:cubicBezTo>
                    <a:cubicBezTo>
                      <a:pt x="23" y="47"/>
                      <a:pt x="23" y="47"/>
                      <a:pt x="22" y="48"/>
                    </a:cubicBezTo>
                    <a:close/>
                    <a:moveTo>
                      <a:pt x="33" y="36"/>
                    </a:moveTo>
                    <a:cubicBezTo>
                      <a:pt x="33" y="36"/>
                      <a:pt x="33" y="36"/>
                      <a:pt x="33" y="36"/>
                    </a:cubicBezTo>
                    <a:cubicBezTo>
                      <a:pt x="33" y="36"/>
                      <a:pt x="34" y="36"/>
                      <a:pt x="34" y="36"/>
                    </a:cubicBezTo>
                    <a:cubicBezTo>
                      <a:pt x="34" y="35"/>
                      <a:pt x="34" y="35"/>
                      <a:pt x="34" y="35"/>
                    </a:cubicBezTo>
                    <a:cubicBezTo>
                      <a:pt x="35" y="36"/>
                      <a:pt x="35" y="36"/>
                      <a:pt x="35" y="36"/>
                    </a:cubicBezTo>
                    <a:cubicBezTo>
                      <a:pt x="32" y="39"/>
                      <a:pt x="32" y="39"/>
                      <a:pt x="32" y="39"/>
                    </a:cubicBezTo>
                    <a:cubicBezTo>
                      <a:pt x="31" y="38"/>
                      <a:pt x="31" y="38"/>
                      <a:pt x="31" y="38"/>
                    </a:cubicBezTo>
                    <a:cubicBezTo>
                      <a:pt x="32" y="38"/>
                      <a:pt x="32" y="38"/>
                      <a:pt x="32" y="38"/>
                    </a:cubicBezTo>
                    <a:cubicBezTo>
                      <a:pt x="32" y="38"/>
                      <a:pt x="32" y="37"/>
                      <a:pt x="32" y="37"/>
                    </a:cubicBezTo>
                    <a:cubicBezTo>
                      <a:pt x="32" y="37"/>
                      <a:pt x="32" y="37"/>
                      <a:pt x="32" y="37"/>
                    </a:cubicBezTo>
                    <a:cubicBezTo>
                      <a:pt x="27" y="32"/>
                      <a:pt x="27" y="32"/>
                      <a:pt x="27" y="32"/>
                    </a:cubicBezTo>
                    <a:cubicBezTo>
                      <a:pt x="23" y="36"/>
                      <a:pt x="23" y="36"/>
                      <a:pt x="23" y="36"/>
                    </a:cubicBezTo>
                    <a:cubicBezTo>
                      <a:pt x="28" y="40"/>
                      <a:pt x="28" y="40"/>
                      <a:pt x="28" y="40"/>
                    </a:cubicBezTo>
                    <a:cubicBezTo>
                      <a:pt x="28" y="41"/>
                      <a:pt x="28" y="41"/>
                      <a:pt x="28" y="41"/>
                    </a:cubicBezTo>
                    <a:cubicBezTo>
                      <a:pt x="28" y="41"/>
                      <a:pt x="29" y="41"/>
                      <a:pt x="29" y="40"/>
                    </a:cubicBezTo>
                    <a:cubicBezTo>
                      <a:pt x="29" y="40"/>
                      <a:pt x="29" y="40"/>
                      <a:pt x="29" y="40"/>
                    </a:cubicBezTo>
                    <a:cubicBezTo>
                      <a:pt x="30" y="41"/>
                      <a:pt x="30" y="41"/>
                      <a:pt x="30" y="41"/>
                    </a:cubicBezTo>
                    <a:cubicBezTo>
                      <a:pt x="27" y="43"/>
                      <a:pt x="27" y="43"/>
                      <a:pt x="27" y="43"/>
                    </a:cubicBezTo>
                    <a:cubicBezTo>
                      <a:pt x="26" y="43"/>
                      <a:pt x="26" y="43"/>
                      <a:pt x="26" y="43"/>
                    </a:cubicBezTo>
                    <a:cubicBezTo>
                      <a:pt x="27" y="43"/>
                      <a:pt x="27" y="43"/>
                      <a:pt x="27" y="43"/>
                    </a:cubicBezTo>
                    <a:cubicBezTo>
                      <a:pt x="27" y="42"/>
                      <a:pt x="27" y="42"/>
                      <a:pt x="27" y="42"/>
                    </a:cubicBezTo>
                    <a:cubicBezTo>
                      <a:pt x="27" y="42"/>
                      <a:pt x="27" y="42"/>
                      <a:pt x="27" y="41"/>
                    </a:cubicBezTo>
                    <a:cubicBezTo>
                      <a:pt x="18" y="32"/>
                      <a:pt x="18" y="32"/>
                      <a:pt x="18" y="32"/>
                    </a:cubicBezTo>
                    <a:cubicBezTo>
                      <a:pt x="18" y="32"/>
                      <a:pt x="17" y="32"/>
                      <a:pt x="17" y="32"/>
                    </a:cubicBezTo>
                    <a:cubicBezTo>
                      <a:pt x="17" y="32"/>
                      <a:pt x="17" y="32"/>
                      <a:pt x="17" y="32"/>
                    </a:cubicBezTo>
                    <a:cubicBezTo>
                      <a:pt x="16" y="32"/>
                      <a:pt x="16" y="32"/>
                      <a:pt x="16" y="32"/>
                    </a:cubicBezTo>
                    <a:cubicBezTo>
                      <a:pt x="16" y="32"/>
                      <a:pt x="16" y="32"/>
                      <a:pt x="16" y="32"/>
                    </a:cubicBezTo>
                    <a:cubicBezTo>
                      <a:pt x="19" y="29"/>
                      <a:pt x="19" y="29"/>
                      <a:pt x="19" y="29"/>
                    </a:cubicBezTo>
                    <a:cubicBezTo>
                      <a:pt x="19" y="29"/>
                      <a:pt x="19" y="29"/>
                      <a:pt x="19" y="29"/>
                    </a:cubicBezTo>
                    <a:cubicBezTo>
                      <a:pt x="19" y="30"/>
                      <a:pt x="19" y="30"/>
                      <a:pt x="19" y="30"/>
                    </a:cubicBezTo>
                    <a:cubicBezTo>
                      <a:pt x="19" y="30"/>
                      <a:pt x="19" y="30"/>
                      <a:pt x="19" y="30"/>
                    </a:cubicBezTo>
                    <a:cubicBezTo>
                      <a:pt x="19" y="30"/>
                      <a:pt x="19" y="31"/>
                      <a:pt x="19" y="31"/>
                    </a:cubicBezTo>
                    <a:cubicBezTo>
                      <a:pt x="23" y="35"/>
                      <a:pt x="23" y="35"/>
                      <a:pt x="23" y="35"/>
                    </a:cubicBezTo>
                    <a:cubicBezTo>
                      <a:pt x="27" y="31"/>
                      <a:pt x="27" y="31"/>
                      <a:pt x="27" y="31"/>
                    </a:cubicBezTo>
                    <a:cubicBezTo>
                      <a:pt x="23" y="27"/>
                      <a:pt x="23" y="27"/>
                      <a:pt x="23" y="27"/>
                    </a:cubicBezTo>
                    <a:cubicBezTo>
                      <a:pt x="23" y="27"/>
                      <a:pt x="22" y="27"/>
                      <a:pt x="22" y="27"/>
                    </a:cubicBezTo>
                    <a:cubicBezTo>
                      <a:pt x="22" y="27"/>
                      <a:pt x="22" y="27"/>
                      <a:pt x="22" y="27"/>
                    </a:cubicBezTo>
                    <a:cubicBezTo>
                      <a:pt x="21" y="27"/>
                      <a:pt x="21" y="27"/>
                      <a:pt x="21" y="27"/>
                    </a:cubicBezTo>
                    <a:cubicBezTo>
                      <a:pt x="21" y="27"/>
                      <a:pt x="21" y="27"/>
                      <a:pt x="21" y="27"/>
                    </a:cubicBezTo>
                    <a:cubicBezTo>
                      <a:pt x="24" y="24"/>
                      <a:pt x="24" y="24"/>
                      <a:pt x="24" y="24"/>
                    </a:cubicBezTo>
                    <a:cubicBezTo>
                      <a:pt x="24" y="25"/>
                      <a:pt x="24" y="25"/>
                      <a:pt x="24" y="25"/>
                    </a:cubicBezTo>
                    <a:cubicBezTo>
                      <a:pt x="24" y="25"/>
                      <a:pt x="24" y="25"/>
                      <a:pt x="24" y="25"/>
                    </a:cubicBezTo>
                    <a:cubicBezTo>
                      <a:pt x="24" y="25"/>
                      <a:pt x="24" y="25"/>
                      <a:pt x="24" y="26"/>
                    </a:cubicBezTo>
                    <a:cubicBezTo>
                      <a:pt x="24" y="26"/>
                      <a:pt x="24" y="26"/>
                      <a:pt x="24" y="26"/>
                    </a:cubicBezTo>
                    <a:cubicBezTo>
                      <a:pt x="33" y="36"/>
                      <a:pt x="33" y="36"/>
                      <a:pt x="33" y="36"/>
                    </a:cubicBezTo>
                    <a:close/>
                    <a:moveTo>
                      <a:pt x="38" y="26"/>
                    </a:moveTo>
                    <a:cubicBezTo>
                      <a:pt x="41" y="29"/>
                      <a:pt x="41" y="29"/>
                      <a:pt x="41" y="29"/>
                    </a:cubicBezTo>
                    <a:cubicBezTo>
                      <a:pt x="41" y="29"/>
                      <a:pt x="41" y="30"/>
                      <a:pt x="41" y="30"/>
                    </a:cubicBezTo>
                    <a:cubicBezTo>
                      <a:pt x="41" y="30"/>
                      <a:pt x="41" y="30"/>
                      <a:pt x="41" y="30"/>
                    </a:cubicBezTo>
                    <a:cubicBezTo>
                      <a:pt x="41" y="31"/>
                      <a:pt x="41" y="31"/>
                      <a:pt x="41" y="31"/>
                    </a:cubicBezTo>
                    <a:cubicBezTo>
                      <a:pt x="41" y="31"/>
                      <a:pt x="41" y="31"/>
                      <a:pt x="41" y="31"/>
                    </a:cubicBezTo>
                    <a:cubicBezTo>
                      <a:pt x="44" y="29"/>
                      <a:pt x="44" y="29"/>
                      <a:pt x="44" y="29"/>
                    </a:cubicBezTo>
                    <a:cubicBezTo>
                      <a:pt x="44" y="28"/>
                      <a:pt x="44" y="28"/>
                      <a:pt x="44" y="28"/>
                    </a:cubicBezTo>
                    <a:cubicBezTo>
                      <a:pt x="44" y="29"/>
                      <a:pt x="44" y="29"/>
                      <a:pt x="44" y="29"/>
                    </a:cubicBezTo>
                    <a:cubicBezTo>
                      <a:pt x="43" y="29"/>
                      <a:pt x="43" y="29"/>
                      <a:pt x="43" y="29"/>
                    </a:cubicBezTo>
                    <a:cubicBezTo>
                      <a:pt x="43" y="29"/>
                      <a:pt x="42" y="29"/>
                      <a:pt x="42" y="28"/>
                    </a:cubicBezTo>
                    <a:cubicBezTo>
                      <a:pt x="31" y="18"/>
                      <a:pt x="31" y="18"/>
                      <a:pt x="31" y="18"/>
                    </a:cubicBezTo>
                    <a:cubicBezTo>
                      <a:pt x="30" y="20"/>
                      <a:pt x="30" y="20"/>
                      <a:pt x="30" y="20"/>
                    </a:cubicBezTo>
                    <a:cubicBezTo>
                      <a:pt x="35" y="33"/>
                      <a:pt x="35" y="33"/>
                      <a:pt x="35" y="33"/>
                    </a:cubicBezTo>
                    <a:cubicBezTo>
                      <a:pt x="35" y="33"/>
                      <a:pt x="35" y="34"/>
                      <a:pt x="35" y="34"/>
                    </a:cubicBezTo>
                    <a:cubicBezTo>
                      <a:pt x="35" y="34"/>
                      <a:pt x="35" y="34"/>
                      <a:pt x="35" y="35"/>
                    </a:cubicBezTo>
                    <a:cubicBezTo>
                      <a:pt x="35" y="35"/>
                      <a:pt x="35" y="35"/>
                      <a:pt x="35" y="35"/>
                    </a:cubicBezTo>
                    <a:cubicBezTo>
                      <a:pt x="35" y="35"/>
                      <a:pt x="35" y="35"/>
                      <a:pt x="35" y="35"/>
                    </a:cubicBezTo>
                    <a:cubicBezTo>
                      <a:pt x="38" y="33"/>
                      <a:pt x="38" y="33"/>
                      <a:pt x="38" y="33"/>
                    </a:cubicBezTo>
                    <a:cubicBezTo>
                      <a:pt x="38" y="33"/>
                      <a:pt x="38" y="33"/>
                      <a:pt x="38" y="33"/>
                    </a:cubicBezTo>
                    <a:cubicBezTo>
                      <a:pt x="37" y="33"/>
                      <a:pt x="37" y="33"/>
                      <a:pt x="37" y="33"/>
                    </a:cubicBezTo>
                    <a:cubicBezTo>
                      <a:pt x="37" y="33"/>
                      <a:pt x="37" y="33"/>
                      <a:pt x="36" y="33"/>
                    </a:cubicBezTo>
                    <a:cubicBezTo>
                      <a:pt x="36" y="33"/>
                      <a:pt x="36" y="32"/>
                      <a:pt x="36" y="32"/>
                    </a:cubicBezTo>
                    <a:cubicBezTo>
                      <a:pt x="34" y="29"/>
                      <a:pt x="34" y="29"/>
                      <a:pt x="34" y="29"/>
                    </a:cubicBezTo>
                    <a:cubicBezTo>
                      <a:pt x="38" y="26"/>
                      <a:pt x="38" y="26"/>
                      <a:pt x="38" y="26"/>
                    </a:cubicBezTo>
                    <a:close/>
                    <a:moveTo>
                      <a:pt x="31" y="21"/>
                    </a:moveTo>
                    <a:cubicBezTo>
                      <a:pt x="31" y="21"/>
                      <a:pt x="31" y="21"/>
                      <a:pt x="31" y="21"/>
                    </a:cubicBezTo>
                    <a:cubicBezTo>
                      <a:pt x="34" y="28"/>
                      <a:pt x="34" y="28"/>
                      <a:pt x="34" y="28"/>
                    </a:cubicBezTo>
                    <a:cubicBezTo>
                      <a:pt x="37" y="26"/>
                      <a:pt x="37" y="26"/>
                      <a:pt x="37" y="26"/>
                    </a:cubicBezTo>
                    <a:cubicBezTo>
                      <a:pt x="31" y="21"/>
                      <a:pt x="31" y="21"/>
                      <a:pt x="31" y="21"/>
                    </a:cubicBezTo>
                    <a:close/>
                    <a:moveTo>
                      <a:pt x="51" y="21"/>
                    </a:moveTo>
                    <a:cubicBezTo>
                      <a:pt x="51" y="21"/>
                      <a:pt x="51" y="21"/>
                      <a:pt x="51" y="21"/>
                    </a:cubicBezTo>
                    <a:cubicBezTo>
                      <a:pt x="46" y="11"/>
                      <a:pt x="46" y="11"/>
                      <a:pt x="46" y="11"/>
                    </a:cubicBezTo>
                    <a:cubicBezTo>
                      <a:pt x="46" y="11"/>
                      <a:pt x="46" y="11"/>
                      <a:pt x="46" y="11"/>
                    </a:cubicBezTo>
                    <a:cubicBezTo>
                      <a:pt x="46" y="11"/>
                      <a:pt x="46" y="11"/>
                      <a:pt x="45" y="11"/>
                    </a:cubicBezTo>
                    <a:cubicBezTo>
                      <a:pt x="45" y="11"/>
                      <a:pt x="45" y="11"/>
                      <a:pt x="45" y="11"/>
                    </a:cubicBezTo>
                    <a:cubicBezTo>
                      <a:pt x="44" y="11"/>
                      <a:pt x="44" y="11"/>
                      <a:pt x="44" y="11"/>
                    </a:cubicBezTo>
                    <a:cubicBezTo>
                      <a:pt x="48" y="9"/>
                      <a:pt x="48" y="9"/>
                      <a:pt x="48" y="9"/>
                    </a:cubicBezTo>
                    <a:cubicBezTo>
                      <a:pt x="48" y="10"/>
                      <a:pt x="48" y="10"/>
                      <a:pt x="48" y="10"/>
                    </a:cubicBezTo>
                    <a:cubicBezTo>
                      <a:pt x="47" y="10"/>
                      <a:pt x="47" y="10"/>
                      <a:pt x="47" y="10"/>
                    </a:cubicBezTo>
                    <a:cubicBezTo>
                      <a:pt x="47" y="10"/>
                      <a:pt x="47" y="10"/>
                      <a:pt x="47" y="10"/>
                    </a:cubicBezTo>
                    <a:cubicBezTo>
                      <a:pt x="47" y="10"/>
                      <a:pt x="47" y="11"/>
                      <a:pt x="47" y="11"/>
                    </a:cubicBezTo>
                    <a:cubicBezTo>
                      <a:pt x="53" y="24"/>
                      <a:pt x="53" y="24"/>
                      <a:pt x="53" y="24"/>
                    </a:cubicBezTo>
                    <a:cubicBezTo>
                      <a:pt x="53" y="24"/>
                      <a:pt x="53" y="24"/>
                      <a:pt x="53" y="24"/>
                    </a:cubicBezTo>
                    <a:cubicBezTo>
                      <a:pt x="53" y="24"/>
                      <a:pt x="53" y="24"/>
                      <a:pt x="53" y="24"/>
                    </a:cubicBezTo>
                    <a:cubicBezTo>
                      <a:pt x="40" y="15"/>
                      <a:pt x="40" y="15"/>
                      <a:pt x="40" y="15"/>
                    </a:cubicBezTo>
                    <a:cubicBezTo>
                      <a:pt x="40" y="15"/>
                      <a:pt x="40" y="15"/>
                      <a:pt x="40" y="15"/>
                    </a:cubicBezTo>
                    <a:cubicBezTo>
                      <a:pt x="46" y="26"/>
                      <a:pt x="46" y="26"/>
                      <a:pt x="46" y="26"/>
                    </a:cubicBezTo>
                    <a:cubicBezTo>
                      <a:pt x="46" y="26"/>
                      <a:pt x="46" y="26"/>
                      <a:pt x="46" y="26"/>
                    </a:cubicBezTo>
                    <a:cubicBezTo>
                      <a:pt x="47" y="26"/>
                      <a:pt x="47" y="26"/>
                      <a:pt x="47" y="26"/>
                    </a:cubicBezTo>
                    <a:cubicBezTo>
                      <a:pt x="48" y="26"/>
                      <a:pt x="48" y="26"/>
                      <a:pt x="48" y="26"/>
                    </a:cubicBezTo>
                    <a:cubicBezTo>
                      <a:pt x="48" y="26"/>
                      <a:pt x="48" y="26"/>
                      <a:pt x="48" y="26"/>
                    </a:cubicBezTo>
                    <a:cubicBezTo>
                      <a:pt x="45" y="28"/>
                      <a:pt x="45" y="28"/>
                      <a:pt x="45" y="28"/>
                    </a:cubicBezTo>
                    <a:cubicBezTo>
                      <a:pt x="44" y="28"/>
                      <a:pt x="44" y="28"/>
                      <a:pt x="44" y="28"/>
                    </a:cubicBezTo>
                    <a:cubicBezTo>
                      <a:pt x="45" y="27"/>
                      <a:pt x="45" y="27"/>
                      <a:pt x="45" y="27"/>
                    </a:cubicBezTo>
                    <a:cubicBezTo>
                      <a:pt x="45" y="27"/>
                      <a:pt x="45" y="27"/>
                      <a:pt x="45" y="27"/>
                    </a:cubicBezTo>
                    <a:cubicBezTo>
                      <a:pt x="46" y="27"/>
                      <a:pt x="46" y="26"/>
                      <a:pt x="45" y="26"/>
                    </a:cubicBezTo>
                    <a:cubicBezTo>
                      <a:pt x="39" y="15"/>
                      <a:pt x="39" y="15"/>
                      <a:pt x="39" y="15"/>
                    </a:cubicBezTo>
                    <a:cubicBezTo>
                      <a:pt x="39" y="14"/>
                      <a:pt x="39" y="14"/>
                      <a:pt x="39" y="14"/>
                    </a:cubicBezTo>
                    <a:cubicBezTo>
                      <a:pt x="39" y="14"/>
                      <a:pt x="39" y="14"/>
                      <a:pt x="38" y="14"/>
                    </a:cubicBezTo>
                    <a:cubicBezTo>
                      <a:pt x="38" y="15"/>
                      <a:pt x="38" y="15"/>
                      <a:pt x="38" y="15"/>
                    </a:cubicBezTo>
                    <a:cubicBezTo>
                      <a:pt x="37" y="14"/>
                      <a:pt x="37" y="14"/>
                      <a:pt x="37" y="14"/>
                    </a:cubicBezTo>
                    <a:cubicBezTo>
                      <a:pt x="40" y="13"/>
                      <a:pt x="40" y="13"/>
                      <a:pt x="40" y="13"/>
                    </a:cubicBezTo>
                    <a:cubicBezTo>
                      <a:pt x="51" y="21"/>
                      <a:pt x="51" y="21"/>
                      <a:pt x="51" y="21"/>
                    </a:cubicBezTo>
                    <a:close/>
                    <a:moveTo>
                      <a:pt x="70" y="17"/>
                    </a:moveTo>
                    <a:cubicBezTo>
                      <a:pt x="70" y="17"/>
                      <a:pt x="71" y="17"/>
                      <a:pt x="72" y="16"/>
                    </a:cubicBezTo>
                    <a:cubicBezTo>
                      <a:pt x="72" y="15"/>
                      <a:pt x="72" y="14"/>
                      <a:pt x="72" y="14"/>
                    </a:cubicBezTo>
                    <a:cubicBezTo>
                      <a:pt x="70" y="3"/>
                      <a:pt x="70" y="3"/>
                      <a:pt x="70" y="3"/>
                    </a:cubicBezTo>
                    <a:cubicBezTo>
                      <a:pt x="70" y="3"/>
                      <a:pt x="69" y="3"/>
                      <a:pt x="69" y="3"/>
                    </a:cubicBezTo>
                    <a:cubicBezTo>
                      <a:pt x="69" y="3"/>
                      <a:pt x="69" y="3"/>
                      <a:pt x="69" y="3"/>
                    </a:cubicBezTo>
                    <a:cubicBezTo>
                      <a:pt x="68" y="3"/>
                      <a:pt x="68" y="3"/>
                      <a:pt x="68" y="3"/>
                    </a:cubicBezTo>
                    <a:cubicBezTo>
                      <a:pt x="68" y="2"/>
                      <a:pt x="68" y="2"/>
                      <a:pt x="68" y="2"/>
                    </a:cubicBezTo>
                    <a:cubicBezTo>
                      <a:pt x="71" y="1"/>
                      <a:pt x="71" y="1"/>
                      <a:pt x="71" y="1"/>
                    </a:cubicBezTo>
                    <a:cubicBezTo>
                      <a:pt x="71" y="2"/>
                      <a:pt x="71" y="2"/>
                      <a:pt x="71" y="2"/>
                    </a:cubicBezTo>
                    <a:cubicBezTo>
                      <a:pt x="71" y="2"/>
                      <a:pt x="71" y="2"/>
                      <a:pt x="71" y="2"/>
                    </a:cubicBezTo>
                    <a:cubicBezTo>
                      <a:pt x="71" y="2"/>
                      <a:pt x="70" y="2"/>
                      <a:pt x="70" y="2"/>
                    </a:cubicBezTo>
                    <a:cubicBezTo>
                      <a:pt x="70" y="3"/>
                      <a:pt x="70" y="3"/>
                      <a:pt x="70" y="3"/>
                    </a:cubicBezTo>
                    <a:cubicBezTo>
                      <a:pt x="73" y="13"/>
                      <a:pt x="73" y="13"/>
                      <a:pt x="73" y="13"/>
                    </a:cubicBezTo>
                    <a:cubicBezTo>
                      <a:pt x="73" y="15"/>
                      <a:pt x="73" y="16"/>
                      <a:pt x="72" y="16"/>
                    </a:cubicBezTo>
                    <a:cubicBezTo>
                      <a:pt x="71" y="17"/>
                      <a:pt x="71" y="18"/>
                      <a:pt x="70" y="18"/>
                    </a:cubicBezTo>
                    <a:cubicBezTo>
                      <a:pt x="68" y="18"/>
                      <a:pt x="67" y="18"/>
                      <a:pt x="66" y="18"/>
                    </a:cubicBezTo>
                    <a:cubicBezTo>
                      <a:pt x="66" y="17"/>
                      <a:pt x="65" y="17"/>
                      <a:pt x="65" y="15"/>
                    </a:cubicBezTo>
                    <a:cubicBezTo>
                      <a:pt x="62" y="5"/>
                      <a:pt x="62" y="5"/>
                      <a:pt x="62" y="5"/>
                    </a:cubicBezTo>
                    <a:cubicBezTo>
                      <a:pt x="62" y="5"/>
                      <a:pt x="62" y="4"/>
                      <a:pt x="62" y="4"/>
                    </a:cubicBezTo>
                    <a:cubicBezTo>
                      <a:pt x="62" y="4"/>
                      <a:pt x="62" y="4"/>
                      <a:pt x="61" y="4"/>
                    </a:cubicBezTo>
                    <a:cubicBezTo>
                      <a:pt x="61" y="4"/>
                      <a:pt x="61" y="4"/>
                      <a:pt x="61" y="4"/>
                    </a:cubicBezTo>
                    <a:cubicBezTo>
                      <a:pt x="61" y="4"/>
                      <a:pt x="61" y="4"/>
                      <a:pt x="61" y="4"/>
                    </a:cubicBezTo>
                    <a:cubicBezTo>
                      <a:pt x="65" y="3"/>
                      <a:pt x="65" y="3"/>
                      <a:pt x="65" y="3"/>
                    </a:cubicBezTo>
                    <a:cubicBezTo>
                      <a:pt x="65" y="4"/>
                      <a:pt x="65" y="4"/>
                      <a:pt x="65" y="4"/>
                    </a:cubicBezTo>
                    <a:cubicBezTo>
                      <a:pt x="64" y="4"/>
                      <a:pt x="64" y="4"/>
                      <a:pt x="64" y="4"/>
                    </a:cubicBezTo>
                    <a:cubicBezTo>
                      <a:pt x="64" y="4"/>
                      <a:pt x="64" y="4"/>
                      <a:pt x="64" y="4"/>
                    </a:cubicBezTo>
                    <a:cubicBezTo>
                      <a:pt x="64" y="4"/>
                      <a:pt x="64" y="4"/>
                      <a:pt x="64" y="5"/>
                    </a:cubicBezTo>
                    <a:cubicBezTo>
                      <a:pt x="66" y="15"/>
                      <a:pt x="66" y="15"/>
                      <a:pt x="66" y="15"/>
                    </a:cubicBezTo>
                    <a:cubicBezTo>
                      <a:pt x="66" y="16"/>
                      <a:pt x="67" y="17"/>
                      <a:pt x="67" y="17"/>
                    </a:cubicBezTo>
                    <a:cubicBezTo>
                      <a:pt x="68" y="18"/>
                      <a:pt x="69" y="18"/>
                      <a:pt x="70" y="17"/>
                    </a:cubicBezTo>
                    <a:close/>
                    <a:moveTo>
                      <a:pt x="84" y="12"/>
                    </a:moveTo>
                    <a:cubicBezTo>
                      <a:pt x="84" y="12"/>
                      <a:pt x="84" y="12"/>
                      <a:pt x="84" y="12"/>
                    </a:cubicBezTo>
                    <a:cubicBezTo>
                      <a:pt x="84" y="1"/>
                      <a:pt x="84" y="1"/>
                      <a:pt x="84" y="1"/>
                    </a:cubicBezTo>
                    <a:cubicBezTo>
                      <a:pt x="84" y="1"/>
                      <a:pt x="84" y="1"/>
                      <a:pt x="83" y="1"/>
                    </a:cubicBezTo>
                    <a:cubicBezTo>
                      <a:pt x="83" y="1"/>
                      <a:pt x="83" y="1"/>
                      <a:pt x="83" y="1"/>
                    </a:cubicBezTo>
                    <a:cubicBezTo>
                      <a:pt x="82" y="1"/>
                      <a:pt x="82" y="1"/>
                      <a:pt x="82" y="1"/>
                    </a:cubicBezTo>
                    <a:cubicBezTo>
                      <a:pt x="82" y="0"/>
                      <a:pt x="82" y="0"/>
                      <a:pt x="82" y="0"/>
                    </a:cubicBezTo>
                    <a:cubicBezTo>
                      <a:pt x="86" y="0"/>
                      <a:pt x="86" y="0"/>
                      <a:pt x="86" y="0"/>
                    </a:cubicBezTo>
                    <a:cubicBezTo>
                      <a:pt x="86" y="1"/>
                      <a:pt x="86" y="1"/>
                      <a:pt x="86" y="1"/>
                    </a:cubicBezTo>
                    <a:cubicBezTo>
                      <a:pt x="85" y="1"/>
                      <a:pt x="85" y="1"/>
                      <a:pt x="85" y="1"/>
                    </a:cubicBezTo>
                    <a:cubicBezTo>
                      <a:pt x="85" y="1"/>
                      <a:pt x="85" y="1"/>
                      <a:pt x="84" y="1"/>
                    </a:cubicBezTo>
                    <a:cubicBezTo>
                      <a:pt x="84" y="1"/>
                      <a:pt x="84" y="1"/>
                      <a:pt x="84" y="1"/>
                    </a:cubicBezTo>
                    <a:cubicBezTo>
                      <a:pt x="85" y="16"/>
                      <a:pt x="85" y="16"/>
                      <a:pt x="85" y="16"/>
                    </a:cubicBezTo>
                    <a:cubicBezTo>
                      <a:pt x="85" y="16"/>
                      <a:pt x="85" y="16"/>
                      <a:pt x="85" y="16"/>
                    </a:cubicBezTo>
                    <a:cubicBezTo>
                      <a:pt x="85" y="16"/>
                      <a:pt x="85" y="16"/>
                      <a:pt x="85" y="16"/>
                    </a:cubicBezTo>
                    <a:cubicBezTo>
                      <a:pt x="77" y="3"/>
                      <a:pt x="77" y="3"/>
                      <a:pt x="77" y="3"/>
                    </a:cubicBezTo>
                    <a:cubicBezTo>
                      <a:pt x="77" y="3"/>
                      <a:pt x="77" y="3"/>
                      <a:pt x="77" y="3"/>
                    </a:cubicBezTo>
                    <a:cubicBezTo>
                      <a:pt x="77" y="15"/>
                      <a:pt x="77" y="15"/>
                      <a:pt x="77" y="15"/>
                    </a:cubicBezTo>
                    <a:cubicBezTo>
                      <a:pt x="77" y="15"/>
                      <a:pt x="78" y="15"/>
                      <a:pt x="78" y="16"/>
                    </a:cubicBezTo>
                    <a:cubicBezTo>
                      <a:pt x="78" y="16"/>
                      <a:pt x="78" y="16"/>
                      <a:pt x="78" y="16"/>
                    </a:cubicBezTo>
                    <a:cubicBezTo>
                      <a:pt x="79" y="16"/>
                      <a:pt x="79" y="16"/>
                      <a:pt x="79" y="16"/>
                    </a:cubicBezTo>
                    <a:cubicBezTo>
                      <a:pt x="79" y="16"/>
                      <a:pt x="79" y="16"/>
                      <a:pt x="79" y="16"/>
                    </a:cubicBezTo>
                    <a:cubicBezTo>
                      <a:pt x="75" y="16"/>
                      <a:pt x="75" y="16"/>
                      <a:pt x="75" y="16"/>
                    </a:cubicBezTo>
                    <a:cubicBezTo>
                      <a:pt x="75" y="16"/>
                      <a:pt x="75" y="16"/>
                      <a:pt x="75" y="16"/>
                    </a:cubicBezTo>
                    <a:cubicBezTo>
                      <a:pt x="76" y="16"/>
                      <a:pt x="76" y="16"/>
                      <a:pt x="76" y="16"/>
                    </a:cubicBezTo>
                    <a:cubicBezTo>
                      <a:pt x="76" y="16"/>
                      <a:pt x="77" y="16"/>
                      <a:pt x="77" y="16"/>
                    </a:cubicBezTo>
                    <a:cubicBezTo>
                      <a:pt x="77" y="15"/>
                      <a:pt x="77" y="15"/>
                      <a:pt x="77" y="15"/>
                    </a:cubicBezTo>
                    <a:cubicBezTo>
                      <a:pt x="76" y="2"/>
                      <a:pt x="76" y="2"/>
                      <a:pt x="76" y="2"/>
                    </a:cubicBezTo>
                    <a:cubicBezTo>
                      <a:pt x="76" y="2"/>
                      <a:pt x="76" y="2"/>
                      <a:pt x="76" y="1"/>
                    </a:cubicBezTo>
                    <a:cubicBezTo>
                      <a:pt x="76" y="1"/>
                      <a:pt x="75" y="1"/>
                      <a:pt x="75" y="1"/>
                    </a:cubicBezTo>
                    <a:cubicBezTo>
                      <a:pt x="74" y="1"/>
                      <a:pt x="74" y="1"/>
                      <a:pt x="74" y="1"/>
                    </a:cubicBezTo>
                    <a:cubicBezTo>
                      <a:pt x="74" y="1"/>
                      <a:pt x="74" y="1"/>
                      <a:pt x="74" y="1"/>
                    </a:cubicBezTo>
                    <a:cubicBezTo>
                      <a:pt x="77" y="1"/>
                      <a:pt x="77" y="1"/>
                      <a:pt x="77" y="1"/>
                    </a:cubicBezTo>
                    <a:cubicBezTo>
                      <a:pt x="84" y="12"/>
                      <a:pt x="84" y="12"/>
                      <a:pt x="84" y="12"/>
                    </a:cubicBezTo>
                    <a:close/>
                    <a:moveTo>
                      <a:pt x="90" y="1"/>
                    </a:moveTo>
                    <a:cubicBezTo>
                      <a:pt x="90" y="0"/>
                      <a:pt x="90" y="0"/>
                      <a:pt x="90" y="0"/>
                    </a:cubicBezTo>
                    <a:cubicBezTo>
                      <a:pt x="98" y="1"/>
                      <a:pt x="98" y="1"/>
                      <a:pt x="98" y="1"/>
                    </a:cubicBezTo>
                    <a:cubicBezTo>
                      <a:pt x="98" y="1"/>
                      <a:pt x="98" y="1"/>
                      <a:pt x="98" y="1"/>
                    </a:cubicBezTo>
                    <a:cubicBezTo>
                      <a:pt x="96" y="1"/>
                      <a:pt x="96" y="1"/>
                      <a:pt x="96" y="1"/>
                    </a:cubicBezTo>
                    <a:cubicBezTo>
                      <a:pt x="95" y="1"/>
                      <a:pt x="95" y="1"/>
                      <a:pt x="95" y="1"/>
                    </a:cubicBezTo>
                    <a:cubicBezTo>
                      <a:pt x="95" y="1"/>
                      <a:pt x="95" y="1"/>
                      <a:pt x="95" y="2"/>
                    </a:cubicBezTo>
                    <a:cubicBezTo>
                      <a:pt x="94" y="15"/>
                      <a:pt x="94" y="15"/>
                      <a:pt x="94" y="15"/>
                    </a:cubicBezTo>
                    <a:cubicBezTo>
                      <a:pt x="94" y="15"/>
                      <a:pt x="94" y="15"/>
                      <a:pt x="94" y="15"/>
                    </a:cubicBezTo>
                    <a:cubicBezTo>
                      <a:pt x="94" y="15"/>
                      <a:pt x="94" y="15"/>
                      <a:pt x="95" y="15"/>
                    </a:cubicBezTo>
                    <a:cubicBezTo>
                      <a:pt x="97" y="16"/>
                      <a:pt x="97" y="16"/>
                      <a:pt x="97" y="16"/>
                    </a:cubicBezTo>
                    <a:cubicBezTo>
                      <a:pt x="97" y="16"/>
                      <a:pt x="97" y="16"/>
                      <a:pt x="97" y="16"/>
                    </a:cubicBezTo>
                    <a:cubicBezTo>
                      <a:pt x="89" y="16"/>
                      <a:pt x="89" y="16"/>
                      <a:pt x="89" y="16"/>
                    </a:cubicBezTo>
                    <a:cubicBezTo>
                      <a:pt x="89" y="15"/>
                      <a:pt x="89" y="15"/>
                      <a:pt x="89" y="15"/>
                    </a:cubicBezTo>
                    <a:cubicBezTo>
                      <a:pt x="91" y="15"/>
                      <a:pt x="91" y="15"/>
                      <a:pt x="91" y="15"/>
                    </a:cubicBezTo>
                    <a:cubicBezTo>
                      <a:pt x="92" y="15"/>
                      <a:pt x="92" y="15"/>
                      <a:pt x="92" y="15"/>
                    </a:cubicBezTo>
                    <a:cubicBezTo>
                      <a:pt x="92" y="15"/>
                      <a:pt x="92" y="15"/>
                      <a:pt x="92" y="15"/>
                    </a:cubicBezTo>
                    <a:cubicBezTo>
                      <a:pt x="93" y="2"/>
                      <a:pt x="93" y="2"/>
                      <a:pt x="93" y="2"/>
                    </a:cubicBezTo>
                    <a:cubicBezTo>
                      <a:pt x="93" y="1"/>
                      <a:pt x="93" y="1"/>
                      <a:pt x="93" y="1"/>
                    </a:cubicBezTo>
                    <a:cubicBezTo>
                      <a:pt x="93" y="1"/>
                      <a:pt x="93" y="1"/>
                      <a:pt x="92" y="1"/>
                    </a:cubicBezTo>
                    <a:cubicBezTo>
                      <a:pt x="90" y="1"/>
                      <a:pt x="90" y="1"/>
                      <a:pt x="90" y="1"/>
                    </a:cubicBezTo>
                    <a:close/>
                    <a:moveTo>
                      <a:pt x="109" y="3"/>
                    </a:moveTo>
                    <a:cubicBezTo>
                      <a:pt x="109" y="2"/>
                      <a:pt x="109" y="2"/>
                      <a:pt x="109" y="2"/>
                    </a:cubicBezTo>
                    <a:cubicBezTo>
                      <a:pt x="113" y="3"/>
                      <a:pt x="113" y="3"/>
                      <a:pt x="113" y="3"/>
                    </a:cubicBezTo>
                    <a:cubicBezTo>
                      <a:pt x="113" y="3"/>
                      <a:pt x="113" y="3"/>
                      <a:pt x="113" y="3"/>
                    </a:cubicBezTo>
                    <a:cubicBezTo>
                      <a:pt x="112" y="3"/>
                      <a:pt x="112" y="3"/>
                      <a:pt x="112" y="3"/>
                    </a:cubicBezTo>
                    <a:cubicBezTo>
                      <a:pt x="112" y="3"/>
                      <a:pt x="112" y="3"/>
                      <a:pt x="111" y="4"/>
                    </a:cubicBezTo>
                    <a:cubicBezTo>
                      <a:pt x="111" y="4"/>
                      <a:pt x="111" y="4"/>
                      <a:pt x="111" y="4"/>
                    </a:cubicBezTo>
                    <a:cubicBezTo>
                      <a:pt x="105" y="17"/>
                      <a:pt x="105" y="17"/>
                      <a:pt x="105" y="17"/>
                    </a:cubicBezTo>
                    <a:cubicBezTo>
                      <a:pt x="104" y="17"/>
                      <a:pt x="104" y="17"/>
                      <a:pt x="104" y="17"/>
                    </a:cubicBezTo>
                    <a:cubicBezTo>
                      <a:pt x="103" y="3"/>
                      <a:pt x="103" y="3"/>
                      <a:pt x="103" y="3"/>
                    </a:cubicBezTo>
                    <a:cubicBezTo>
                      <a:pt x="103" y="3"/>
                      <a:pt x="103" y="2"/>
                      <a:pt x="103" y="2"/>
                    </a:cubicBezTo>
                    <a:cubicBezTo>
                      <a:pt x="103" y="2"/>
                      <a:pt x="103" y="2"/>
                      <a:pt x="102" y="2"/>
                    </a:cubicBezTo>
                    <a:cubicBezTo>
                      <a:pt x="102" y="2"/>
                      <a:pt x="102" y="2"/>
                      <a:pt x="102" y="2"/>
                    </a:cubicBezTo>
                    <a:cubicBezTo>
                      <a:pt x="102" y="1"/>
                      <a:pt x="102" y="1"/>
                      <a:pt x="102" y="1"/>
                    </a:cubicBezTo>
                    <a:cubicBezTo>
                      <a:pt x="106" y="2"/>
                      <a:pt x="106" y="2"/>
                      <a:pt x="106" y="2"/>
                    </a:cubicBezTo>
                    <a:cubicBezTo>
                      <a:pt x="106" y="2"/>
                      <a:pt x="106" y="2"/>
                      <a:pt x="106" y="2"/>
                    </a:cubicBezTo>
                    <a:cubicBezTo>
                      <a:pt x="105" y="2"/>
                      <a:pt x="105" y="2"/>
                      <a:pt x="105" y="2"/>
                    </a:cubicBezTo>
                    <a:cubicBezTo>
                      <a:pt x="105" y="2"/>
                      <a:pt x="105" y="2"/>
                      <a:pt x="105" y="2"/>
                    </a:cubicBezTo>
                    <a:cubicBezTo>
                      <a:pt x="105" y="3"/>
                      <a:pt x="105" y="3"/>
                      <a:pt x="105" y="3"/>
                    </a:cubicBezTo>
                    <a:cubicBezTo>
                      <a:pt x="105" y="14"/>
                      <a:pt x="105" y="14"/>
                      <a:pt x="105" y="14"/>
                    </a:cubicBezTo>
                    <a:cubicBezTo>
                      <a:pt x="106" y="14"/>
                      <a:pt x="106" y="14"/>
                      <a:pt x="106" y="14"/>
                    </a:cubicBezTo>
                    <a:cubicBezTo>
                      <a:pt x="110" y="4"/>
                      <a:pt x="110" y="4"/>
                      <a:pt x="110" y="4"/>
                    </a:cubicBezTo>
                    <a:cubicBezTo>
                      <a:pt x="110" y="4"/>
                      <a:pt x="110" y="4"/>
                      <a:pt x="110" y="3"/>
                    </a:cubicBezTo>
                    <a:cubicBezTo>
                      <a:pt x="110" y="3"/>
                      <a:pt x="110" y="3"/>
                      <a:pt x="110" y="3"/>
                    </a:cubicBezTo>
                    <a:cubicBezTo>
                      <a:pt x="109" y="3"/>
                      <a:pt x="109" y="3"/>
                      <a:pt x="109" y="3"/>
                    </a:cubicBezTo>
                    <a:close/>
                    <a:moveTo>
                      <a:pt x="116" y="5"/>
                    </a:moveTo>
                    <a:cubicBezTo>
                      <a:pt x="116" y="5"/>
                      <a:pt x="116" y="5"/>
                      <a:pt x="116" y="5"/>
                    </a:cubicBezTo>
                    <a:cubicBezTo>
                      <a:pt x="117" y="5"/>
                      <a:pt x="117" y="5"/>
                      <a:pt x="117" y="5"/>
                    </a:cubicBezTo>
                    <a:cubicBezTo>
                      <a:pt x="117" y="5"/>
                      <a:pt x="117" y="6"/>
                      <a:pt x="117" y="6"/>
                    </a:cubicBezTo>
                    <a:cubicBezTo>
                      <a:pt x="113" y="18"/>
                      <a:pt x="113" y="18"/>
                      <a:pt x="113" y="18"/>
                    </a:cubicBezTo>
                    <a:cubicBezTo>
                      <a:pt x="113" y="18"/>
                      <a:pt x="113" y="19"/>
                      <a:pt x="113" y="19"/>
                    </a:cubicBezTo>
                    <a:cubicBezTo>
                      <a:pt x="112" y="19"/>
                      <a:pt x="112" y="19"/>
                      <a:pt x="112" y="19"/>
                    </a:cubicBezTo>
                    <a:cubicBezTo>
                      <a:pt x="111" y="18"/>
                      <a:pt x="111" y="18"/>
                      <a:pt x="111" y="18"/>
                    </a:cubicBezTo>
                    <a:cubicBezTo>
                      <a:pt x="111" y="19"/>
                      <a:pt x="111" y="19"/>
                      <a:pt x="111" y="19"/>
                    </a:cubicBezTo>
                    <a:cubicBezTo>
                      <a:pt x="120" y="22"/>
                      <a:pt x="120" y="22"/>
                      <a:pt x="120" y="22"/>
                    </a:cubicBezTo>
                    <a:cubicBezTo>
                      <a:pt x="122" y="19"/>
                      <a:pt x="122" y="19"/>
                      <a:pt x="122" y="19"/>
                    </a:cubicBezTo>
                    <a:cubicBezTo>
                      <a:pt x="122" y="18"/>
                      <a:pt x="122" y="18"/>
                      <a:pt x="122" y="18"/>
                    </a:cubicBezTo>
                    <a:cubicBezTo>
                      <a:pt x="121" y="19"/>
                      <a:pt x="120" y="20"/>
                      <a:pt x="120" y="20"/>
                    </a:cubicBezTo>
                    <a:cubicBezTo>
                      <a:pt x="119" y="21"/>
                      <a:pt x="118" y="21"/>
                      <a:pt x="117" y="20"/>
                    </a:cubicBezTo>
                    <a:cubicBezTo>
                      <a:pt x="115" y="20"/>
                      <a:pt x="115" y="20"/>
                      <a:pt x="115" y="20"/>
                    </a:cubicBezTo>
                    <a:cubicBezTo>
                      <a:pt x="115" y="20"/>
                      <a:pt x="114" y="19"/>
                      <a:pt x="114" y="19"/>
                    </a:cubicBezTo>
                    <a:cubicBezTo>
                      <a:pt x="114" y="19"/>
                      <a:pt x="114" y="19"/>
                      <a:pt x="114" y="19"/>
                    </a:cubicBezTo>
                    <a:cubicBezTo>
                      <a:pt x="116" y="12"/>
                      <a:pt x="116" y="12"/>
                      <a:pt x="116" y="12"/>
                    </a:cubicBezTo>
                    <a:cubicBezTo>
                      <a:pt x="119" y="13"/>
                      <a:pt x="119" y="13"/>
                      <a:pt x="119" y="13"/>
                    </a:cubicBezTo>
                    <a:cubicBezTo>
                      <a:pt x="120" y="13"/>
                      <a:pt x="120" y="13"/>
                      <a:pt x="120" y="14"/>
                    </a:cubicBezTo>
                    <a:cubicBezTo>
                      <a:pt x="120" y="14"/>
                      <a:pt x="120" y="15"/>
                      <a:pt x="120" y="15"/>
                    </a:cubicBezTo>
                    <a:cubicBezTo>
                      <a:pt x="120" y="16"/>
                      <a:pt x="120" y="16"/>
                      <a:pt x="120" y="16"/>
                    </a:cubicBezTo>
                    <a:cubicBezTo>
                      <a:pt x="120" y="16"/>
                      <a:pt x="120" y="16"/>
                      <a:pt x="120" y="16"/>
                    </a:cubicBezTo>
                    <a:cubicBezTo>
                      <a:pt x="122" y="11"/>
                      <a:pt x="122" y="11"/>
                      <a:pt x="122" y="11"/>
                    </a:cubicBezTo>
                    <a:cubicBezTo>
                      <a:pt x="122" y="11"/>
                      <a:pt x="122" y="11"/>
                      <a:pt x="122" y="11"/>
                    </a:cubicBezTo>
                    <a:cubicBezTo>
                      <a:pt x="121" y="11"/>
                      <a:pt x="121" y="11"/>
                      <a:pt x="121" y="11"/>
                    </a:cubicBezTo>
                    <a:cubicBezTo>
                      <a:pt x="121" y="12"/>
                      <a:pt x="121" y="12"/>
                      <a:pt x="121" y="12"/>
                    </a:cubicBezTo>
                    <a:cubicBezTo>
                      <a:pt x="120" y="13"/>
                      <a:pt x="120" y="13"/>
                      <a:pt x="119" y="12"/>
                    </a:cubicBezTo>
                    <a:cubicBezTo>
                      <a:pt x="117" y="12"/>
                      <a:pt x="117" y="12"/>
                      <a:pt x="117" y="12"/>
                    </a:cubicBezTo>
                    <a:cubicBezTo>
                      <a:pt x="118" y="6"/>
                      <a:pt x="118" y="6"/>
                      <a:pt x="118" y="6"/>
                    </a:cubicBezTo>
                    <a:cubicBezTo>
                      <a:pt x="118" y="6"/>
                      <a:pt x="119" y="6"/>
                      <a:pt x="119" y="6"/>
                    </a:cubicBezTo>
                    <a:cubicBezTo>
                      <a:pt x="119" y="6"/>
                      <a:pt x="119" y="6"/>
                      <a:pt x="119" y="6"/>
                    </a:cubicBezTo>
                    <a:cubicBezTo>
                      <a:pt x="122" y="7"/>
                      <a:pt x="122" y="7"/>
                      <a:pt x="122" y="7"/>
                    </a:cubicBezTo>
                    <a:cubicBezTo>
                      <a:pt x="122" y="7"/>
                      <a:pt x="123" y="7"/>
                      <a:pt x="123" y="8"/>
                    </a:cubicBezTo>
                    <a:cubicBezTo>
                      <a:pt x="124" y="8"/>
                      <a:pt x="124" y="9"/>
                      <a:pt x="124" y="10"/>
                    </a:cubicBezTo>
                    <a:cubicBezTo>
                      <a:pt x="125" y="10"/>
                      <a:pt x="125" y="10"/>
                      <a:pt x="125" y="10"/>
                    </a:cubicBezTo>
                    <a:cubicBezTo>
                      <a:pt x="125" y="7"/>
                      <a:pt x="125" y="7"/>
                      <a:pt x="125" y="7"/>
                    </a:cubicBezTo>
                    <a:cubicBezTo>
                      <a:pt x="116" y="4"/>
                      <a:pt x="116" y="4"/>
                      <a:pt x="116" y="4"/>
                    </a:cubicBezTo>
                    <a:cubicBezTo>
                      <a:pt x="116" y="5"/>
                      <a:pt x="116" y="5"/>
                      <a:pt x="116" y="5"/>
                    </a:cubicBezTo>
                    <a:close/>
                    <a:moveTo>
                      <a:pt x="136" y="17"/>
                    </a:moveTo>
                    <a:cubicBezTo>
                      <a:pt x="136" y="18"/>
                      <a:pt x="135" y="19"/>
                      <a:pt x="134" y="19"/>
                    </a:cubicBezTo>
                    <a:cubicBezTo>
                      <a:pt x="133" y="19"/>
                      <a:pt x="133" y="19"/>
                      <a:pt x="132" y="19"/>
                    </a:cubicBezTo>
                    <a:cubicBezTo>
                      <a:pt x="131" y="26"/>
                      <a:pt x="131" y="26"/>
                      <a:pt x="131" y="26"/>
                    </a:cubicBezTo>
                    <a:cubicBezTo>
                      <a:pt x="131" y="26"/>
                      <a:pt x="131" y="27"/>
                      <a:pt x="131" y="27"/>
                    </a:cubicBezTo>
                    <a:cubicBezTo>
                      <a:pt x="131" y="27"/>
                      <a:pt x="131" y="27"/>
                      <a:pt x="132" y="27"/>
                    </a:cubicBezTo>
                    <a:cubicBezTo>
                      <a:pt x="132" y="27"/>
                      <a:pt x="132" y="27"/>
                      <a:pt x="132" y="27"/>
                    </a:cubicBezTo>
                    <a:cubicBezTo>
                      <a:pt x="132" y="28"/>
                      <a:pt x="132" y="28"/>
                      <a:pt x="132" y="28"/>
                    </a:cubicBezTo>
                    <a:cubicBezTo>
                      <a:pt x="130" y="27"/>
                      <a:pt x="130" y="27"/>
                      <a:pt x="130" y="27"/>
                    </a:cubicBezTo>
                    <a:cubicBezTo>
                      <a:pt x="130" y="18"/>
                      <a:pt x="130" y="18"/>
                      <a:pt x="130" y="18"/>
                    </a:cubicBezTo>
                    <a:cubicBezTo>
                      <a:pt x="129" y="17"/>
                      <a:pt x="129" y="17"/>
                      <a:pt x="129" y="17"/>
                    </a:cubicBezTo>
                    <a:cubicBezTo>
                      <a:pt x="126" y="23"/>
                      <a:pt x="126" y="23"/>
                      <a:pt x="126" y="23"/>
                    </a:cubicBezTo>
                    <a:cubicBezTo>
                      <a:pt x="125" y="24"/>
                      <a:pt x="125" y="24"/>
                      <a:pt x="126" y="24"/>
                    </a:cubicBezTo>
                    <a:cubicBezTo>
                      <a:pt x="126" y="24"/>
                      <a:pt x="126" y="24"/>
                      <a:pt x="126" y="24"/>
                    </a:cubicBezTo>
                    <a:cubicBezTo>
                      <a:pt x="126" y="25"/>
                      <a:pt x="126" y="25"/>
                      <a:pt x="126" y="25"/>
                    </a:cubicBezTo>
                    <a:cubicBezTo>
                      <a:pt x="126" y="25"/>
                      <a:pt x="126" y="25"/>
                      <a:pt x="126" y="25"/>
                    </a:cubicBezTo>
                    <a:cubicBezTo>
                      <a:pt x="122" y="23"/>
                      <a:pt x="122" y="23"/>
                      <a:pt x="122" y="23"/>
                    </a:cubicBezTo>
                    <a:cubicBezTo>
                      <a:pt x="123" y="23"/>
                      <a:pt x="123" y="23"/>
                      <a:pt x="123" y="23"/>
                    </a:cubicBezTo>
                    <a:cubicBezTo>
                      <a:pt x="123" y="23"/>
                      <a:pt x="123" y="23"/>
                      <a:pt x="123" y="23"/>
                    </a:cubicBezTo>
                    <a:cubicBezTo>
                      <a:pt x="123" y="23"/>
                      <a:pt x="124" y="23"/>
                      <a:pt x="124" y="23"/>
                    </a:cubicBezTo>
                    <a:cubicBezTo>
                      <a:pt x="124" y="23"/>
                      <a:pt x="124" y="23"/>
                      <a:pt x="124" y="23"/>
                    </a:cubicBezTo>
                    <a:cubicBezTo>
                      <a:pt x="130" y="11"/>
                      <a:pt x="130" y="11"/>
                      <a:pt x="130" y="11"/>
                    </a:cubicBezTo>
                    <a:cubicBezTo>
                      <a:pt x="130" y="11"/>
                      <a:pt x="130" y="11"/>
                      <a:pt x="130" y="10"/>
                    </a:cubicBezTo>
                    <a:cubicBezTo>
                      <a:pt x="130" y="10"/>
                      <a:pt x="130" y="10"/>
                      <a:pt x="130" y="10"/>
                    </a:cubicBezTo>
                    <a:cubicBezTo>
                      <a:pt x="129" y="10"/>
                      <a:pt x="129" y="10"/>
                      <a:pt x="129" y="10"/>
                    </a:cubicBezTo>
                    <a:cubicBezTo>
                      <a:pt x="130" y="9"/>
                      <a:pt x="130" y="9"/>
                      <a:pt x="130" y="9"/>
                    </a:cubicBezTo>
                    <a:cubicBezTo>
                      <a:pt x="134" y="12"/>
                      <a:pt x="134" y="12"/>
                      <a:pt x="134" y="12"/>
                    </a:cubicBezTo>
                    <a:cubicBezTo>
                      <a:pt x="135" y="12"/>
                      <a:pt x="136" y="13"/>
                      <a:pt x="137" y="14"/>
                    </a:cubicBezTo>
                    <a:cubicBezTo>
                      <a:pt x="137" y="15"/>
                      <a:pt x="137" y="16"/>
                      <a:pt x="136" y="17"/>
                    </a:cubicBezTo>
                    <a:close/>
                    <a:moveTo>
                      <a:pt x="129" y="17"/>
                    </a:moveTo>
                    <a:cubicBezTo>
                      <a:pt x="131" y="18"/>
                      <a:pt x="131" y="18"/>
                      <a:pt x="131" y="18"/>
                    </a:cubicBezTo>
                    <a:cubicBezTo>
                      <a:pt x="131" y="18"/>
                      <a:pt x="132" y="18"/>
                      <a:pt x="133" y="18"/>
                    </a:cubicBezTo>
                    <a:cubicBezTo>
                      <a:pt x="134" y="18"/>
                      <a:pt x="134" y="17"/>
                      <a:pt x="135" y="16"/>
                    </a:cubicBezTo>
                    <a:cubicBezTo>
                      <a:pt x="135" y="15"/>
                      <a:pt x="136" y="15"/>
                      <a:pt x="135" y="14"/>
                    </a:cubicBezTo>
                    <a:cubicBezTo>
                      <a:pt x="135" y="13"/>
                      <a:pt x="135" y="12"/>
                      <a:pt x="133" y="12"/>
                    </a:cubicBezTo>
                    <a:cubicBezTo>
                      <a:pt x="133" y="11"/>
                      <a:pt x="133" y="11"/>
                      <a:pt x="133" y="11"/>
                    </a:cubicBezTo>
                    <a:cubicBezTo>
                      <a:pt x="132" y="11"/>
                      <a:pt x="132" y="11"/>
                      <a:pt x="132" y="11"/>
                    </a:cubicBezTo>
                    <a:cubicBezTo>
                      <a:pt x="132" y="11"/>
                      <a:pt x="132" y="11"/>
                      <a:pt x="132" y="12"/>
                    </a:cubicBezTo>
                    <a:cubicBezTo>
                      <a:pt x="129" y="17"/>
                      <a:pt x="129" y="17"/>
                      <a:pt x="129" y="17"/>
                    </a:cubicBezTo>
                    <a:close/>
                    <a:moveTo>
                      <a:pt x="141" y="25"/>
                    </a:moveTo>
                    <a:cubicBezTo>
                      <a:pt x="142" y="27"/>
                      <a:pt x="142" y="28"/>
                      <a:pt x="142" y="28"/>
                    </a:cubicBezTo>
                    <a:cubicBezTo>
                      <a:pt x="142" y="29"/>
                      <a:pt x="142" y="30"/>
                      <a:pt x="142" y="30"/>
                    </a:cubicBezTo>
                    <a:cubicBezTo>
                      <a:pt x="141" y="31"/>
                      <a:pt x="141" y="32"/>
                      <a:pt x="140" y="32"/>
                    </a:cubicBezTo>
                    <a:cubicBezTo>
                      <a:pt x="139" y="32"/>
                      <a:pt x="138" y="32"/>
                      <a:pt x="137" y="32"/>
                    </a:cubicBezTo>
                    <a:cubicBezTo>
                      <a:pt x="137" y="31"/>
                      <a:pt x="136" y="30"/>
                      <a:pt x="136" y="29"/>
                    </a:cubicBezTo>
                    <a:cubicBezTo>
                      <a:pt x="135" y="28"/>
                      <a:pt x="136" y="27"/>
                      <a:pt x="136" y="26"/>
                    </a:cubicBezTo>
                    <a:cubicBezTo>
                      <a:pt x="136" y="26"/>
                      <a:pt x="136" y="26"/>
                      <a:pt x="136" y="26"/>
                    </a:cubicBezTo>
                    <a:cubicBezTo>
                      <a:pt x="134" y="30"/>
                      <a:pt x="134" y="30"/>
                      <a:pt x="134" y="30"/>
                    </a:cubicBezTo>
                    <a:cubicBezTo>
                      <a:pt x="134" y="30"/>
                      <a:pt x="134" y="30"/>
                      <a:pt x="134" y="30"/>
                    </a:cubicBezTo>
                    <a:cubicBezTo>
                      <a:pt x="135" y="30"/>
                      <a:pt x="135" y="30"/>
                      <a:pt x="135" y="30"/>
                    </a:cubicBezTo>
                    <a:cubicBezTo>
                      <a:pt x="135" y="30"/>
                      <a:pt x="135" y="30"/>
                      <a:pt x="136" y="31"/>
                    </a:cubicBezTo>
                    <a:cubicBezTo>
                      <a:pt x="136" y="31"/>
                      <a:pt x="136" y="32"/>
                      <a:pt x="137" y="32"/>
                    </a:cubicBezTo>
                    <a:cubicBezTo>
                      <a:pt x="138" y="33"/>
                      <a:pt x="139" y="33"/>
                      <a:pt x="140" y="33"/>
                    </a:cubicBezTo>
                    <a:cubicBezTo>
                      <a:pt x="142" y="33"/>
                      <a:pt x="142" y="32"/>
                      <a:pt x="143" y="31"/>
                    </a:cubicBezTo>
                    <a:cubicBezTo>
                      <a:pt x="144" y="30"/>
                      <a:pt x="144" y="29"/>
                      <a:pt x="144" y="28"/>
                    </a:cubicBezTo>
                    <a:cubicBezTo>
                      <a:pt x="144" y="27"/>
                      <a:pt x="143" y="26"/>
                      <a:pt x="142" y="25"/>
                    </a:cubicBezTo>
                    <a:cubicBezTo>
                      <a:pt x="141" y="23"/>
                      <a:pt x="141" y="22"/>
                      <a:pt x="141" y="22"/>
                    </a:cubicBezTo>
                    <a:cubicBezTo>
                      <a:pt x="141" y="21"/>
                      <a:pt x="141" y="20"/>
                      <a:pt x="141" y="20"/>
                    </a:cubicBezTo>
                    <a:cubicBezTo>
                      <a:pt x="142" y="19"/>
                      <a:pt x="142" y="19"/>
                      <a:pt x="143" y="19"/>
                    </a:cubicBezTo>
                    <a:cubicBezTo>
                      <a:pt x="144" y="18"/>
                      <a:pt x="144" y="18"/>
                      <a:pt x="145" y="19"/>
                    </a:cubicBezTo>
                    <a:cubicBezTo>
                      <a:pt x="146" y="20"/>
                      <a:pt x="147" y="20"/>
                      <a:pt x="147" y="21"/>
                    </a:cubicBezTo>
                    <a:cubicBezTo>
                      <a:pt x="147" y="22"/>
                      <a:pt x="147" y="23"/>
                      <a:pt x="147" y="24"/>
                    </a:cubicBezTo>
                    <a:cubicBezTo>
                      <a:pt x="147" y="24"/>
                      <a:pt x="147" y="24"/>
                      <a:pt x="147" y="24"/>
                    </a:cubicBezTo>
                    <a:cubicBezTo>
                      <a:pt x="149" y="21"/>
                      <a:pt x="149" y="21"/>
                      <a:pt x="149" y="21"/>
                    </a:cubicBezTo>
                    <a:cubicBezTo>
                      <a:pt x="149" y="21"/>
                      <a:pt x="149" y="21"/>
                      <a:pt x="148" y="21"/>
                    </a:cubicBezTo>
                    <a:cubicBezTo>
                      <a:pt x="148" y="21"/>
                      <a:pt x="148" y="21"/>
                      <a:pt x="148" y="21"/>
                    </a:cubicBezTo>
                    <a:cubicBezTo>
                      <a:pt x="148" y="21"/>
                      <a:pt x="147" y="20"/>
                      <a:pt x="147" y="20"/>
                    </a:cubicBezTo>
                    <a:cubicBezTo>
                      <a:pt x="147" y="19"/>
                      <a:pt x="146" y="19"/>
                      <a:pt x="146" y="19"/>
                    </a:cubicBezTo>
                    <a:cubicBezTo>
                      <a:pt x="145" y="18"/>
                      <a:pt x="144" y="18"/>
                      <a:pt x="143" y="18"/>
                    </a:cubicBezTo>
                    <a:cubicBezTo>
                      <a:pt x="141" y="18"/>
                      <a:pt x="141" y="19"/>
                      <a:pt x="140" y="19"/>
                    </a:cubicBezTo>
                    <a:cubicBezTo>
                      <a:pt x="139" y="20"/>
                      <a:pt x="139" y="21"/>
                      <a:pt x="139" y="22"/>
                    </a:cubicBezTo>
                    <a:cubicBezTo>
                      <a:pt x="140" y="23"/>
                      <a:pt x="140" y="24"/>
                      <a:pt x="141" y="25"/>
                    </a:cubicBezTo>
                    <a:close/>
                    <a:moveTo>
                      <a:pt x="154" y="26"/>
                    </a:moveTo>
                    <a:cubicBezTo>
                      <a:pt x="154" y="26"/>
                      <a:pt x="154" y="26"/>
                      <a:pt x="154" y="26"/>
                    </a:cubicBezTo>
                    <a:cubicBezTo>
                      <a:pt x="159" y="31"/>
                      <a:pt x="159" y="31"/>
                      <a:pt x="159" y="31"/>
                    </a:cubicBezTo>
                    <a:cubicBezTo>
                      <a:pt x="159" y="31"/>
                      <a:pt x="159" y="31"/>
                      <a:pt x="159" y="31"/>
                    </a:cubicBezTo>
                    <a:cubicBezTo>
                      <a:pt x="158" y="30"/>
                      <a:pt x="158" y="30"/>
                      <a:pt x="158" y="30"/>
                    </a:cubicBezTo>
                    <a:cubicBezTo>
                      <a:pt x="157" y="29"/>
                      <a:pt x="157" y="29"/>
                      <a:pt x="157" y="29"/>
                    </a:cubicBezTo>
                    <a:cubicBezTo>
                      <a:pt x="157" y="29"/>
                      <a:pt x="157" y="29"/>
                      <a:pt x="156" y="30"/>
                    </a:cubicBezTo>
                    <a:cubicBezTo>
                      <a:pt x="147" y="39"/>
                      <a:pt x="147" y="39"/>
                      <a:pt x="147" y="39"/>
                    </a:cubicBezTo>
                    <a:cubicBezTo>
                      <a:pt x="147" y="39"/>
                      <a:pt x="147" y="39"/>
                      <a:pt x="147" y="40"/>
                    </a:cubicBezTo>
                    <a:cubicBezTo>
                      <a:pt x="147" y="40"/>
                      <a:pt x="147" y="40"/>
                      <a:pt x="148" y="40"/>
                    </a:cubicBezTo>
                    <a:cubicBezTo>
                      <a:pt x="149" y="42"/>
                      <a:pt x="149" y="42"/>
                      <a:pt x="149" y="42"/>
                    </a:cubicBezTo>
                    <a:cubicBezTo>
                      <a:pt x="149" y="42"/>
                      <a:pt x="149" y="42"/>
                      <a:pt x="149" y="42"/>
                    </a:cubicBezTo>
                    <a:cubicBezTo>
                      <a:pt x="143" y="37"/>
                      <a:pt x="143" y="37"/>
                      <a:pt x="143" y="37"/>
                    </a:cubicBezTo>
                    <a:cubicBezTo>
                      <a:pt x="144" y="37"/>
                      <a:pt x="144" y="37"/>
                      <a:pt x="144" y="37"/>
                    </a:cubicBezTo>
                    <a:cubicBezTo>
                      <a:pt x="145" y="38"/>
                      <a:pt x="145" y="38"/>
                      <a:pt x="145" y="38"/>
                    </a:cubicBezTo>
                    <a:cubicBezTo>
                      <a:pt x="146" y="38"/>
                      <a:pt x="146" y="38"/>
                      <a:pt x="146" y="38"/>
                    </a:cubicBezTo>
                    <a:cubicBezTo>
                      <a:pt x="146" y="38"/>
                      <a:pt x="146" y="38"/>
                      <a:pt x="146" y="38"/>
                    </a:cubicBezTo>
                    <a:cubicBezTo>
                      <a:pt x="155" y="29"/>
                      <a:pt x="155" y="29"/>
                      <a:pt x="155" y="29"/>
                    </a:cubicBezTo>
                    <a:cubicBezTo>
                      <a:pt x="155" y="28"/>
                      <a:pt x="156" y="28"/>
                      <a:pt x="156" y="28"/>
                    </a:cubicBezTo>
                    <a:cubicBezTo>
                      <a:pt x="156" y="28"/>
                      <a:pt x="155" y="28"/>
                      <a:pt x="155" y="27"/>
                    </a:cubicBezTo>
                    <a:cubicBezTo>
                      <a:pt x="154" y="26"/>
                      <a:pt x="154" y="26"/>
                      <a:pt x="154" y="26"/>
                    </a:cubicBezTo>
                    <a:close/>
                    <a:moveTo>
                      <a:pt x="155" y="50"/>
                    </a:moveTo>
                    <a:cubicBezTo>
                      <a:pt x="156" y="50"/>
                      <a:pt x="156" y="50"/>
                      <a:pt x="156" y="50"/>
                    </a:cubicBezTo>
                    <a:cubicBezTo>
                      <a:pt x="155" y="49"/>
                      <a:pt x="155" y="49"/>
                      <a:pt x="155" y="49"/>
                    </a:cubicBezTo>
                    <a:cubicBezTo>
                      <a:pt x="155" y="49"/>
                      <a:pt x="155" y="49"/>
                      <a:pt x="155" y="49"/>
                    </a:cubicBezTo>
                    <a:cubicBezTo>
                      <a:pt x="155" y="49"/>
                      <a:pt x="155" y="48"/>
                      <a:pt x="155" y="48"/>
                    </a:cubicBezTo>
                    <a:cubicBezTo>
                      <a:pt x="165" y="40"/>
                      <a:pt x="165" y="40"/>
                      <a:pt x="165" y="40"/>
                    </a:cubicBezTo>
                    <a:cubicBezTo>
                      <a:pt x="166" y="40"/>
                      <a:pt x="166" y="40"/>
                      <a:pt x="166" y="40"/>
                    </a:cubicBezTo>
                    <a:cubicBezTo>
                      <a:pt x="166" y="40"/>
                      <a:pt x="166" y="40"/>
                      <a:pt x="167" y="40"/>
                    </a:cubicBezTo>
                    <a:cubicBezTo>
                      <a:pt x="167" y="41"/>
                      <a:pt x="167" y="42"/>
                      <a:pt x="167" y="42"/>
                    </a:cubicBezTo>
                    <a:cubicBezTo>
                      <a:pt x="167" y="43"/>
                      <a:pt x="167" y="43"/>
                      <a:pt x="166" y="45"/>
                    </a:cubicBezTo>
                    <a:cubicBezTo>
                      <a:pt x="166" y="45"/>
                      <a:pt x="166" y="45"/>
                      <a:pt x="166" y="45"/>
                    </a:cubicBezTo>
                    <a:cubicBezTo>
                      <a:pt x="169" y="42"/>
                      <a:pt x="169" y="42"/>
                      <a:pt x="169" y="42"/>
                    </a:cubicBezTo>
                    <a:cubicBezTo>
                      <a:pt x="163" y="35"/>
                      <a:pt x="163" y="35"/>
                      <a:pt x="163" y="35"/>
                    </a:cubicBezTo>
                    <a:cubicBezTo>
                      <a:pt x="160" y="37"/>
                      <a:pt x="160" y="37"/>
                      <a:pt x="160" y="37"/>
                    </a:cubicBezTo>
                    <a:cubicBezTo>
                      <a:pt x="160" y="37"/>
                      <a:pt x="160" y="37"/>
                      <a:pt x="160" y="37"/>
                    </a:cubicBezTo>
                    <a:cubicBezTo>
                      <a:pt x="162" y="37"/>
                      <a:pt x="163" y="37"/>
                      <a:pt x="163" y="37"/>
                    </a:cubicBezTo>
                    <a:cubicBezTo>
                      <a:pt x="163" y="37"/>
                      <a:pt x="164" y="37"/>
                      <a:pt x="164" y="38"/>
                    </a:cubicBezTo>
                    <a:cubicBezTo>
                      <a:pt x="165" y="38"/>
                      <a:pt x="165" y="38"/>
                      <a:pt x="165" y="38"/>
                    </a:cubicBezTo>
                    <a:cubicBezTo>
                      <a:pt x="165" y="39"/>
                      <a:pt x="165" y="39"/>
                      <a:pt x="164" y="39"/>
                    </a:cubicBezTo>
                    <a:cubicBezTo>
                      <a:pt x="154" y="47"/>
                      <a:pt x="154" y="47"/>
                      <a:pt x="154" y="47"/>
                    </a:cubicBezTo>
                    <a:cubicBezTo>
                      <a:pt x="154" y="47"/>
                      <a:pt x="154" y="47"/>
                      <a:pt x="154" y="47"/>
                    </a:cubicBezTo>
                    <a:cubicBezTo>
                      <a:pt x="154" y="47"/>
                      <a:pt x="153" y="47"/>
                      <a:pt x="153" y="47"/>
                    </a:cubicBezTo>
                    <a:cubicBezTo>
                      <a:pt x="153" y="46"/>
                      <a:pt x="153" y="46"/>
                      <a:pt x="153" y="46"/>
                    </a:cubicBezTo>
                    <a:cubicBezTo>
                      <a:pt x="152" y="47"/>
                      <a:pt x="152" y="47"/>
                      <a:pt x="152" y="47"/>
                    </a:cubicBezTo>
                    <a:cubicBezTo>
                      <a:pt x="155" y="50"/>
                      <a:pt x="155" y="50"/>
                      <a:pt x="155" y="50"/>
                    </a:cubicBezTo>
                    <a:close/>
                    <a:moveTo>
                      <a:pt x="174" y="54"/>
                    </a:moveTo>
                    <a:cubicBezTo>
                      <a:pt x="174" y="54"/>
                      <a:pt x="175" y="54"/>
                      <a:pt x="175" y="53"/>
                    </a:cubicBezTo>
                    <a:cubicBezTo>
                      <a:pt x="175" y="53"/>
                      <a:pt x="175" y="53"/>
                      <a:pt x="174" y="53"/>
                    </a:cubicBezTo>
                    <a:cubicBezTo>
                      <a:pt x="174" y="52"/>
                      <a:pt x="174" y="52"/>
                      <a:pt x="174" y="52"/>
                    </a:cubicBezTo>
                    <a:cubicBezTo>
                      <a:pt x="175" y="52"/>
                      <a:pt x="175" y="52"/>
                      <a:pt x="175" y="52"/>
                    </a:cubicBezTo>
                    <a:cubicBezTo>
                      <a:pt x="177" y="55"/>
                      <a:pt x="177" y="55"/>
                      <a:pt x="177" y="55"/>
                    </a:cubicBezTo>
                    <a:cubicBezTo>
                      <a:pt x="176" y="55"/>
                      <a:pt x="176" y="55"/>
                      <a:pt x="176" y="55"/>
                    </a:cubicBezTo>
                    <a:cubicBezTo>
                      <a:pt x="176" y="55"/>
                      <a:pt x="176" y="55"/>
                      <a:pt x="176" y="55"/>
                    </a:cubicBezTo>
                    <a:cubicBezTo>
                      <a:pt x="176" y="55"/>
                      <a:pt x="176" y="55"/>
                      <a:pt x="175" y="55"/>
                    </a:cubicBezTo>
                    <a:cubicBezTo>
                      <a:pt x="175" y="55"/>
                      <a:pt x="175" y="55"/>
                      <a:pt x="174" y="55"/>
                    </a:cubicBezTo>
                    <a:cubicBezTo>
                      <a:pt x="166" y="56"/>
                      <a:pt x="166" y="56"/>
                      <a:pt x="166" y="56"/>
                    </a:cubicBezTo>
                    <a:cubicBezTo>
                      <a:pt x="162" y="58"/>
                      <a:pt x="162" y="58"/>
                      <a:pt x="162" y="58"/>
                    </a:cubicBezTo>
                    <a:cubicBezTo>
                      <a:pt x="162" y="59"/>
                      <a:pt x="162" y="59"/>
                      <a:pt x="162" y="59"/>
                    </a:cubicBezTo>
                    <a:cubicBezTo>
                      <a:pt x="161" y="59"/>
                      <a:pt x="162" y="59"/>
                      <a:pt x="162" y="60"/>
                    </a:cubicBezTo>
                    <a:cubicBezTo>
                      <a:pt x="162" y="60"/>
                      <a:pt x="162" y="60"/>
                      <a:pt x="162" y="60"/>
                    </a:cubicBezTo>
                    <a:cubicBezTo>
                      <a:pt x="162" y="61"/>
                      <a:pt x="162" y="61"/>
                      <a:pt x="162" y="61"/>
                    </a:cubicBezTo>
                    <a:cubicBezTo>
                      <a:pt x="159" y="56"/>
                      <a:pt x="159" y="56"/>
                      <a:pt x="159" y="56"/>
                    </a:cubicBezTo>
                    <a:cubicBezTo>
                      <a:pt x="160" y="56"/>
                      <a:pt x="160" y="56"/>
                      <a:pt x="160" y="56"/>
                    </a:cubicBezTo>
                    <a:cubicBezTo>
                      <a:pt x="160" y="57"/>
                      <a:pt x="160" y="57"/>
                      <a:pt x="160" y="57"/>
                    </a:cubicBezTo>
                    <a:cubicBezTo>
                      <a:pt x="160" y="57"/>
                      <a:pt x="160" y="57"/>
                      <a:pt x="161" y="57"/>
                    </a:cubicBezTo>
                    <a:cubicBezTo>
                      <a:pt x="161" y="57"/>
                      <a:pt x="161" y="57"/>
                      <a:pt x="161" y="57"/>
                    </a:cubicBezTo>
                    <a:cubicBezTo>
                      <a:pt x="165" y="55"/>
                      <a:pt x="165" y="55"/>
                      <a:pt x="165" y="55"/>
                    </a:cubicBezTo>
                    <a:cubicBezTo>
                      <a:pt x="171" y="48"/>
                      <a:pt x="171" y="48"/>
                      <a:pt x="171" y="48"/>
                    </a:cubicBezTo>
                    <a:cubicBezTo>
                      <a:pt x="171" y="48"/>
                      <a:pt x="171" y="48"/>
                      <a:pt x="171" y="47"/>
                    </a:cubicBezTo>
                    <a:cubicBezTo>
                      <a:pt x="171" y="47"/>
                      <a:pt x="171" y="47"/>
                      <a:pt x="171" y="47"/>
                    </a:cubicBezTo>
                    <a:cubicBezTo>
                      <a:pt x="171" y="46"/>
                      <a:pt x="171" y="46"/>
                      <a:pt x="171" y="46"/>
                    </a:cubicBezTo>
                    <a:cubicBezTo>
                      <a:pt x="171" y="46"/>
                      <a:pt x="171" y="46"/>
                      <a:pt x="171" y="46"/>
                    </a:cubicBezTo>
                    <a:cubicBezTo>
                      <a:pt x="173" y="50"/>
                      <a:pt x="173" y="50"/>
                      <a:pt x="173" y="50"/>
                    </a:cubicBezTo>
                    <a:cubicBezTo>
                      <a:pt x="173" y="50"/>
                      <a:pt x="173" y="50"/>
                      <a:pt x="173" y="50"/>
                    </a:cubicBezTo>
                    <a:cubicBezTo>
                      <a:pt x="173" y="49"/>
                      <a:pt x="173" y="49"/>
                      <a:pt x="173" y="49"/>
                    </a:cubicBezTo>
                    <a:cubicBezTo>
                      <a:pt x="172" y="49"/>
                      <a:pt x="172" y="49"/>
                      <a:pt x="172" y="49"/>
                    </a:cubicBezTo>
                    <a:cubicBezTo>
                      <a:pt x="172" y="49"/>
                      <a:pt x="172" y="49"/>
                      <a:pt x="171" y="49"/>
                    </a:cubicBezTo>
                    <a:cubicBezTo>
                      <a:pt x="167" y="55"/>
                      <a:pt x="167" y="55"/>
                      <a:pt x="167" y="55"/>
                    </a:cubicBezTo>
                    <a:cubicBezTo>
                      <a:pt x="167" y="55"/>
                      <a:pt x="167" y="55"/>
                      <a:pt x="167" y="55"/>
                    </a:cubicBezTo>
                    <a:lnTo>
                      <a:pt x="174" y="54"/>
                    </a:lnTo>
                    <a:close/>
                  </a:path>
                </a:pathLst>
              </a:custGeom>
              <a:solidFill>
                <a:srgbClr val="FFFFFF"/>
              </a:solidFill>
              <a:ln w="3175" cap="flat">
                <a:solidFill>
                  <a:srgbClr val="FFFFFF"/>
                </a:solidFill>
                <a:prstDash val="solid"/>
                <a:miter lim="800000"/>
              </a:ln>
            </p:spPr>
            <p:txBody>
              <a:bodyPr anchor="ctr"/>
              <a:lstStyle/>
              <a:p>
                <a:pPr algn="ctr"/>
                <a:endParaRPr/>
              </a:p>
            </p:txBody>
          </p:sp>
          <p:sp>
            <p:nvSpPr>
              <p:cNvPr id="278" name="ïśľíḓé"/>
              <p:cNvSpPr/>
              <p:nvPr/>
            </p:nvSpPr>
            <p:spPr bwMode="auto">
              <a:xfrm>
                <a:off x="3667126" y="3184525"/>
                <a:ext cx="492125" cy="496888"/>
              </a:xfrm>
              <a:custGeom>
                <a:avLst/>
                <a:gdLst>
                  <a:gd name="T0" fmla="*/ 74 w 149"/>
                  <a:gd name="T1" fmla="*/ 0 h 149"/>
                  <a:gd name="T2" fmla="*/ 149 w 149"/>
                  <a:gd name="T3" fmla="*/ 74 h 149"/>
                  <a:gd name="T4" fmla="*/ 74 w 149"/>
                  <a:gd name="T5" fmla="*/ 149 h 149"/>
                  <a:gd name="T6" fmla="*/ 0 w 149"/>
                  <a:gd name="T7" fmla="*/ 74 h 149"/>
                  <a:gd name="T8" fmla="*/ 74 w 149"/>
                  <a:gd name="T9" fmla="*/ 0 h 149"/>
                  <a:gd name="T10" fmla="*/ 74 w 149"/>
                  <a:gd name="T11" fmla="*/ 2 h 149"/>
                  <a:gd name="T12" fmla="*/ 2 w 149"/>
                  <a:gd name="T13" fmla="*/ 74 h 149"/>
                  <a:gd name="T14" fmla="*/ 74 w 149"/>
                  <a:gd name="T15" fmla="*/ 146 h 149"/>
                  <a:gd name="T16" fmla="*/ 146 w 149"/>
                  <a:gd name="T17" fmla="*/ 74 h 149"/>
                  <a:gd name="T18" fmla="*/ 74 w 149"/>
                  <a:gd name="T19" fmla="*/ 2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49" h="149">
                    <a:moveTo>
                      <a:pt x="74" y="0"/>
                    </a:moveTo>
                    <a:cubicBezTo>
                      <a:pt x="115" y="0"/>
                      <a:pt x="149" y="33"/>
                      <a:pt x="149" y="74"/>
                    </a:cubicBezTo>
                    <a:cubicBezTo>
                      <a:pt x="149" y="115"/>
                      <a:pt x="115" y="149"/>
                      <a:pt x="74" y="149"/>
                    </a:cubicBezTo>
                    <a:cubicBezTo>
                      <a:pt x="33" y="149"/>
                      <a:pt x="0" y="115"/>
                      <a:pt x="0" y="74"/>
                    </a:cubicBezTo>
                    <a:cubicBezTo>
                      <a:pt x="0" y="33"/>
                      <a:pt x="33" y="0"/>
                      <a:pt x="74" y="0"/>
                    </a:cubicBezTo>
                    <a:close/>
                    <a:moveTo>
                      <a:pt x="74" y="2"/>
                    </a:moveTo>
                    <a:cubicBezTo>
                      <a:pt x="35" y="2"/>
                      <a:pt x="2" y="34"/>
                      <a:pt x="2" y="74"/>
                    </a:cubicBezTo>
                    <a:cubicBezTo>
                      <a:pt x="2" y="114"/>
                      <a:pt x="35" y="146"/>
                      <a:pt x="74" y="146"/>
                    </a:cubicBezTo>
                    <a:cubicBezTo>
                      <a:pt x="114" y="146"/>
                      <a:pt x="146" y="114"/>
                      <a:pt x="146" y="74"/>
                    </a:cubicBezTo>
                    <a:cubicBezTo>
                      <a:pt x="146" y="34"/>
                      <a:pt x="114" y="2"/>
                      <a:pt x="74" y="2"/>
                    </a:cubicBezTo>
                    <a:close/>
                  </a:path>
                </a:pathLst>
              </a:custGeom>
              <a:solidFill>
                <a:srgbClr val="00523A"/>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9" name="ïslíḍê"/>
              <p:cNvSpPr/>
              <p:nvPr/>
            </p:nvSpPr>
            <p:spPr bwMode="auto">
              <a:xfrm>
                <a:off x="3775076" y="3248025"/>
                <a:ext cx="274638" cy="146050"/>
              </a:xfrm>
              <a:custGeom>
                <a:avLst/>
                <a:gdLst>
                  <a:gd name="T0" fmla="*/ 10 w 83"/>
                  <a:gd name="T1" fmla="*/ 43 h 44"/>
                  <a:gd name="T2" fmla="*/ 18 w 83"/>
                  <a:gd name="T3" fmla="*/ 39 h 44"/>
                  <a:gd name="T4" fmla="*/ 67 w 83"/>
                  <a:gd name="T5" fmla="*/ 39 h 44"/>
                  <a:gd name="T6" fmla="*/ 73 w 83"/>
                  <a:gd name="T7" fmla="*/ 42 h 44"/>
                  <a:gd name="T8" fmla="*/ 76 w 83"/>
                  <a:gd name="T9" fmla="*/ 43 h 44"/>
                  <a:gd name="T10" fmla="*/ 83 w 83"/>
                  <a:gd name="T11" fmla="*/ 35 h 44"/>
                  <a:gd name="T12" fmla="*/ 76 w 83"/>
                  <a:gd name="T13" fmla="*/ 37 h 44"/>
                  <a:gd name="T14" fmla="*/ 69 w 83"/>
                  <a:gd name="T15" fmla="*/ 33 h 44"/>
                  <a:gd name="T16" fmla="*/ 70 w 83"/>
                  <a:gd name="T17" fmla="*/ 26 h 44"/>
                  <a:gd name="T18" fmla="*/ 64 w 83"/>
                  <a:gd name="T19" fmla="*/ 30 h 44"/>
                  <a:gd name="T20" fmla="*/ 59 w 83"/>
                  <a:gd name="T21" fmla="*/ 31 h 44"/>
                  <a:gd name="T22" fmla="*/ 56 w 83"/>
                  <a:gd name="T23" fmla="*/ 29 h 44"/>
                  <a:gd name="T24" fmla="*/ 56 w 83"/>
                  <a:gd name="T25" fmla="*/ 24 h 44"/>
                  <a:gd name="T26" fmla="*/ 58 w 83"/>
                  <a:gd name="T27" fmla="*/ 23 h 44"/>
                  <a:gd name="T28" fmla="*/ 58 w 83"/>
                  <a:gd name="T29" fmla="*/ 19 h 44"/>
                  <a:gd name="T30" fmla="*/ 54 w 83"/>
                  <a:gd name="T31" fmla="*/ 19 h 44"/>
                  <a:gd name="T32" fmla="*/ 53 w 83"/>
                  <a:gd name="T33" fmla="*/ 21 h 44"/>
                  <a:gd name="T34" fmla="*/ 44 w 83"/>
                  <a:gd name="T35" fmla="*/ 21 h 44"/>
                  <a:gd name="T36" fmla="*/ 43 w 83"/>
                  <a:gd name="T37" fmla="*/ 18 h 44"/>
                  <a:gd name="T38" fmla="*/ 44 w 83"/>
                  <a:gd name="T39" fmla="*/ 13 h 44"/>
                  <a:gd name="T40" fmla="*/ 43 w 83"/>
                  <a:gd name="T41" fmla="*/ 8 h 44"/>
                  <a:gd name="T42" fmla="*/ 43 w 83"/>
                  <a:gd name="T43" fmla="*/ 6 h 44"/>
                  <a:gd name="T44" fmla="*/ 43 w 83"/>
                  <a:gd name="T45" fmla="*/ 2 h 44"/>
                  <a:gd name="T46" fmla="*/ 43 w 83"/>
                  <a:gd name="T47" fmla="*/ 0 h 44"/>
                  <a:gd name="T48" fmla="*/ 40 w 83"/>
                  <a:gd name="T49" fmla="*/ 0 h 44"/>
                  <a:gd name="T50" fmla="*/ 39 w 83"/>
                  <a:gd name="T51" fmla="*/ 2 h 44"/>
                  <a:gd name="T52" fmla="*/ 39 w 83"/>
                  <a:gd name="T53" fmla="*/ 6 h 44"/>
                  <a:gd name="T54" fmla="*/ 39 w 83"/>
                  <a:gd name="T55" fmla="*/ 8 h 44"/>
                  <a:gd name="T56" fmla="*/ 38 w 83"/>
                  <a:gd name="T57" fmla="*/ 13 h 44"/>
                  <a:gd name="T58" fmla="*/ 38 w 83"/>
                  <a:gd name="T59" fmla="*/ 18 h 44"/>
                  <a:gd name="T60" fmla="*/ 38 w 83"/>
                  <a:gd name="T61" fmla="*/ 21 h 44"/>
                  <a:gd name="T62" fmla="*/ 30 w 83"/>
                  <a:gd name="T63" fmla="*/ 21 h 44"/>
                  <a:gd name="T64" fmla="*/ 29 w 83"/>
                  <a:gd name="T65" fmla="*/ 19 h 44"/>
                  <a:gd name="T66" fmla="*/ 25 w 83"/>
                  <a:gd name="T67" fmla="*/ 19 h 44"/>
                  <a:gd name="T68" fmla="*/ 25 w 83"/>
                  <a:gd name="T69" fmla="*/ 23 h 44"/>
                  <a:gd name="T70" fmla="*/ 26 w 83"/>
                  <a:gd name="T71" fmla="*/ 24 h 44"/>
                  <a:gd name="T72" fmla="*/ 27 w 83"/>
                  <a:gd name="T73" fmla="*/ 29 h 44"/>
                  <a:gd name="T74" fmla="*/ 22 w 83"/>
                  <a:gd name="T75" fmla="*/ 31 h 44"/>
                  <a:gd name="T76" fmla="*/ 13 w 83"/>
                  <a:gd name="T77" fmla="*/ 26 h 44"/>
                  <a:gd name="T78" fmla="*/ 13 w 83"/>
                  <a:gd name="T79" fmla="*/ 35 h 44"/>
                  <a:gd name="T80" fmla="*/ 7 w 83"/>
                  <a:gd name="T81" fmla="*/ 37 h 44"/>
                  <a:gd name="T82" fmla="*/ 0 w 83"/>
                  <a:gd name="T83" fmla="*/ 34 h 44"/>
                  <a:gd name="T84" fmla="*/ 5 w 83"/>
                  <a:gd name="T85" fmla="*/ 42 h 44"/>
                  <a:gd name="T86" fmla="*/ 10 w 83"/>
                  <a:gd name="T87" fmla="*/ 43 h 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83" h="44">
                    <a:moveTo>
                      <a:pt x="10" y="43"/>
                    </a:moveTo>
                    <a:cubicBezTo>
                      <a:pt x="18" y="39"/>
                      <a:pt x="18" y="39"/>
                      <a:pt x="18" y="39"/>
                    </a:cubicBezTo>
                    <a:cubicBezTo>
                      <a:pt x="67" y="39"/>
                      <a:pt x="67" y="39"/>
                      <a:pt x="67" y="39"/>
                    </a:cubicBezTo>
                    <a:cubicBezTo>
                      <a:pt x="73" y="42"/>
                      <a:pt x="73" y="42"/>
                      <a:pt x="73" y="42"/>
                    </a:cubicBezTo>
                    <a:cubicBezTo>
                      <a:pt x="74" y="43"/>
                      <a:pt x="75" y="43"/>
                      <a:pt x="76" y="43"/>
                    </a:cubicBezTo>
                    <a:cubicBezTo>
                      <a:pt x="80" y="42"/>
                      <a:pt x="83" y="35"/>
                      <a:pt x="83" y="35"/>
                    </a:cubicBezTo>
                    <a:cubicBezTo>
                      <a:pt x="83" y="35"/>
                      <a:pt x="79" y="38"/>
                      <a:pt x="76" y="37"/>
                    </a:cubicBezTo>
                    <a:cubicBezTo>
                      <a:pt x="73" y="37"/>
                      <a:pt x="69" y="36"/>
                      <a:pt x="69" y="33"/>
                    </a:cubicBezTo>
                    <a:cubicBezTo>
                      <a:pt x="69" y="30"/>
                      <a:pt x="70" y="27"/>
                      <a:pt x="70" y="26"/>
                    </a:cubicBezTo>
                    <a:cubicBezTo>
                      <a:pt x="70" y="26"/>
                      <a:pt x="67" y="29"/>
                      <a:pt x="64" y="30"/>
                    </a:cubicBezTo>
                    <a:cubicBezTo>
                      <a:pt x="61" y="32"/>
                      <a:pt x="60" y="31"/>
                      <a:pt x="59" y="31"/>
                    </a:cubicBezTo>
                    <a:cubicBezTo>
                      <a:pt x="57" y="30"/>
                      <a:pt x="56" y="29"/>
                      <a:pt x="56" y="29"/>
                    </a:cubicBezTo>
                    <a:cubicBezTo>
                      <a:pt x="56" y="24"/>
                      <a:pt x="56" y="24"/>
                      <a:pt x="56" y="24"/>
                    </a:cubicBezTo>
                    <a:cubicBezTo>
                      <a:pt x="58" y="23"/>
                      <a:pt x="58" y="23"/>
                      <a:pt x="58" y="23"/>
                    </a:cubicBezTo>
                    <a:cubicBezTo>
                      <a:pt x="58" y="19"/>
                      <a:pt x="58" y="19"/>
                      <a:pt x="58" y="19"/>
                    </a:cubicBezTo>
                    <a:cubicBezTo>
                      <a:pt x="54" y="19"/>
                      <a:pt x="54" y="19"/>
                      <a:pt x="54" y="19"/>
                    </a:cubicBezTo>
                    <a:cubicBezTo>
                      <a:pt x="54" y="19"/>
                      <a:pt x="54" y="21"/>
                      <a:pt x="53" y="21"/>
                    </a:cubicBezTo>
                    <a:cubicBezTo>
                      <a:pt x="52" y="21"/>
                      <a:pt x="44" y="21"/>
                      <a:pt x="44" y="21"/>
                    </a:cubicBezTo>
                    <a:cubicBezTo>
                      <a:pt x="44" y="21"/>
                      <a:pt x="43" y="20"/>
                      <a:pt x="43" y="18"/>
                    </a:cubicBezTo>
                    <a:cubicBezTo>
                      <a:pt x="44" y="17"/>
                      <a:pt x="44" y="17"/>
                      <a:pt x="44" y="13"/>
                    </a:cubicBezTo>
                    <a:cubicBezTo>
                      <a:pt x="44" y="10"/>
                      <a:pt x="44" y="9"/>
                      <a:pt x="43" y="8"/>
                    </a:cubicBezTo>
                    <a:cubicBezTo>
                      <a:pt x="43" y="7"/>
                      <a:pt x="42" y="7"/>
                      <a:pt x="43" y="6"/>
                    </a:cubicBezTo>
                    <a:cubicBezTo>
                      <a:pt x="44" y="5"/>
                      <a:pt x="44" y="4"/>
                      <a:pt x="43" y="2"/>
                    </a:cubicBezTo>
                    <a:cubicBezTo>
                      <a:pt x="42" y="1"/>
                      <a:pt x="43" y="2"/>
                      <a:pt x="43" y="0"/>
                    </a:cubicBezTo>
                    <a:cubicBezTo>
                      <a:pt x="40" y="0"/>
                      <a:pt x="40" y="0"/>
                      <a:pt x="40" y="0"/>
                    </a:cubicBezTo>
                    <a:cubicBezTo>
                      <a:pt x="39" y="0"/>
                      <a:pt x="40" y="1"/>
                      <a:pt x="39" y="2"/>
                    </a:cubicBezTo>
                    <a:cubicBezTo>
                      <a:pt x="38" y="3"/>
                      <a:pt x="38" y="5"/>
                      <a:pt x="39" y="6"/>
                    </a:cubicBezTo>
                    <a:cubicBezTo>
                      <a:pt x="39" y="7"/>
                      <a:pt x="40" y="7"/>
                      <a:pt x="39" y="8"/>
                    </a:cubicBezTo>
                    <a:cubicBezTo>
                      <a:pt x="38" y="9"/>
                      <a:pt x="38" y="10"/>
                      <a:pt x="38" y="13"/>
                    </a:cubicBezTo>
                    <a:cubicBezTo>
                      <a:pt x="38" y="16"/>
                      <a:pt x="38" y="17"/>
                      <a:pt x="38" y="18"/>
                    </a:cubicBezTo>
                    <a:cubicBezTo>
                      <a:pt x="39" y="20"/>
                      <a:pt x="38" y="21"/>
                      <a:pt x="38" y="21"/>
                    </a:cubicBezTo>
                    <a:cubicBezTo>
                      <a:pt x="37" y="21"/>
                      <a:pt x="30" y="21"/>
                      <a:pt x="30" y="21"/>
                    </a:cubicBezTo>
                    <a:cubicBezTo>
                      <a:pt x="30" y="21"/>
                      <a:pt x="29" y="20"/>
                      <a:pt x="29" y="19"/>
                    </a:cubicBezTo>
                    <a:cubicBezTo>
                      <a:pt x="25" y="19"/>
                      <a:pt x="25" y="19"/>
                      <a:pt x="25" y="19"/>
                    </a:cubicBezTo>
                    <a:cubicBezTo>
                      <a:pt x="25" y="23"/>
                      <a:pt x="25" y="23"/>
                      <a:pt x="25" y="23"/>
                    </a:cubicBezTo>
                    <a:cubicBezTo>
                      <a:pt x="26" y="24"/>
                      <a:pt x="26" y="24"/>
                      <a:pt x="26" y="24"/>
                    </a:cubicBezTo>
                    <a:cubicBezTo>
                      <a:pt x="27" y="29"/>
                      <a:pt x="27" y="29"/>
                      <a:pt x="27" y="29"/>
                    </a:cubicBezTo>
                    <a:cubicBezTo>
                      <a:pt x="27" y="29"/>
                      <a:pt x="24" y="31"/>
                      <a:pt x="22" y="31"/>
                    </a:cubicBezTo>
                    <a:cubicBezTo>
                      <a:pt x="19" y="31"/>
                      <a:pt x="13" y="26"/>
                      <a:pt x="13" y="26"/>
                    </a:cubicBezTo>
                    <a:cubicBezTo>
                      <a:pt x="13" y="26"/>
                      <a:pt x="14" y="33"/>
                      <a:pt x="13" y="35"/>
                    </a:cubicBezTo>
                    <a:cubicBezTo>
                      <a:pt x="13" y="37"/>
                      <a:pt x="10" y="37"/>
                      <a:pt x="7" y="37"/>
                    </a:cubicBezTo>
                    <a:cubicBezTo>
                      <a:pt x="4" y="37"/>
                      <a:pt x="0" y="35"/>
                      <a:pt x="0" y="34"/>
                    </a:cubicBezTo>
                    <a:cubicBezTo>
                      <a:pt x="0" y="34"/>
                      <a:pt x="3" y="40"/>
                      <a:pt x="5" y="42"/>
                    </a:cubicBezTo>
                    <a:cubicBezTo>
                      <a:pt x="7" y="44"/>
                      <a:pt x="10" y="43"/>
                      <a:pt x="10" y="43"/>
                    </a:cubicBez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80" name="íṡļïdê"/>
              <p:cNvSpPr/>
              <p:nvPr/>
            </p:nvSpPr>
            <p:spPr bwMode="auto">
              <a:xfrm>
                <a:off x="3614738" y="3370263"/>
                <a:ext cx="596900" cy="241300"/>
              </a:xfrm>
              <a:custGeom>
                <a:avLst/>
                <a:gdLst>
                  <a:gd name="T0" fmla="*/ 58 w 181"/>
                  <a:gd name="T1" fmla="*/ 72 h 72"/>
                  <a:gd name="T2" fmla="*/ 8 w 181"/>
                  <a:gd name="T3" fmla="*/ 72 h 72"/>
                  <a:gd name="T4" fmla="*/ 3 w 181"/>
                  <a:gd name="T5" fmla="*/ 63 h 72"/>
                  <a:gd name="T6" fmla="*/ 6 w 181"/>
                  <a:gd name="T7" fmla="*/ 63 h 72"/>
                  <a:gd name="T8" fmla="*/ 11 w 181"/>
                  <a:gd name="T9" fmla="*/ 55 h 72"/>
                  <a:gd name="T10" fmla="*/ 14 w 181"/>
                  <a:gd name="T11" fmla="*/ 55 h 72"/>
                  <a:gd name="T12" fmla="*/ 14 w 181"/>
                  <a:gd name="T13" fmla="*/ 29 h 72"/>
                  <a:gd name="T14" fmla="*/ 0 w 181"/>
                  <a:gd name="T15" fmla="*/ 4 h 72"/>
                  <a:gd name="T16" fmla="*/ 30 w 181"/>
                  <a:gd name="T17" fmla="*/ 0 h 72"/>
                  <a:gd name="T18" fmla="*/ 58 w 181"/>
                  <a:gd name="T19" fmla="*/ 8 h 72"/>
                  <a:gd name="T20" fmla="*/ 51 w 181"/>
                  <a:gd name="T21" fmla="*/ 25 h 72"/>
                  <a:gd name="T22" fmla="*/ 131 w 181"/>
                  <a:gd name="T23" fmla="*/ 25 h 72"/>
                  <a:gd name="T24" fmla="*/ 122 w 181"/>
                  <a:gd name="T25" fmla="*/ 8 h 72"/>
                  <a:gd name="T26" fmla="*/ 150 w 181"/>
                  <a:gd name="T27" fmla="*/ 0 h 72"/>
                  <a:gd name="T28" fmla="*/ 181 w 181"/>
                  <a:gd name="T29" fmla="*/ 5 h 72"/>
                  <a:gd name="T30" fmla="*/ 166 w 181"/>
                  <a:gd name="T31" fmla="*/ 28 h 72"/>
                  <a:gd name="T32" fmla="*/ 166 w 181"/>
                  <a:gd name="T33" fmla="*/ 55 h 72"/>
                  <a:gd name="T34" fmla="*/ 171 w 181"/>
                  <a:gd name="T35" fmla="*/ 55 h 72"/>
                  <a:gd name="T36" fmla="*/ 178 w 181"/>
                  <a:gd name="T37" fmla="*/ 65 h 72"/>
                  <a:gd name="T38" fmla="*/ 174 w 181"/>
                  <a:gd name="T39" fmla="*/ 72 h 72"/>
                  <a:gd name="T40" fmla="*/ 58 w 181"/>
                  <a:gd name="T41" fmla="*/ 72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1" h="72">
                    <a:moveTo>
                      <a:pt x="58" y="72"/>
                    </a:moveTo>
                    <a:cubicBezTo>
                      <a:pt x="8" y="72"/>
                      <a:pt x="8" y="72"/>
                      <a:pt x="8" y="72"/>
                    </a:cubicBezTo>
                    <a:cubicBezTo>
                      <a:pt x="3" y="63"/>
                      <a:pt x="3" y="63"/>
                      <a:pt x="3" y="63"/>
                    </a:cubicBezTo>
                    <a:cubicBezTo>
                      <a:pt x="6" y="63"/>
                      <a:pt x="6" y="63"/>
                      <a:pt x="6" y="63"/>
                    </a:cubicBezTo>
                    <a:cubicBezTo>
                      <a:pt x="7" y="61"/>
                      <a:pt x="10" y="57"/>
                      <a:pt x="11" y="55"/>
                    </a:cubicBezTo>
                    <a:cubicBezTo>
                      <a:pt x="12" y="55"/>
                      <a:pt x="13" y="55"/>
                      <a:pt x="14" y="55"/>
                    </a:cubicBezTo>
                    <a:cubicBezTo>
                      <a:pt x="14" y="45"/>
                      <a:pt x="14" y="39"/>
                      <a:pt x="14" y="29"/>
                    </a:cubicBezTo>
                    <a:cubicBezTo>
                      <a:pt x="6" y="25"/>
                      <a:pt x="0" y="19"/>
                      <a:pt x="0" y="4"/>
                    </a:cubicBezTo>
                    <a:cubicBezTo>
                      <a:pt x="13" y="19"/>
                      <a:pt x="25" y="20"/>
                      <a:pt x="30" y="0"/>
                    </a:cubicBezTo>
                    <a:cubicBezTo>
                      <a:pt x="40" y="22"/>
                      <a:pt x="50" y="16"/>
                      <a:pt x="58" y="8"/>
                    </a:cubicBezTo>
                    <a:cubicBezTo>
                      <a:pt x="59" y="17"/>
                      <a:pt x="51" y="24"/>
                      <a:pt x="51" y="25"/>
                    </a:cubicBezTo>
                    <a:cubicBezTo>
                      <a:pt x="131" y="25"/>
                      <a:pt x="131" y="25"/>
                      <a:pt x="131" y="25"/>
                    </a:cubicBezTo>
                    <a:cubicBezTo>
                      <a:pt x="128" y="21"/>
                      <a:pt x="123" y="15"/>
                      <a:pt x="122" y="8"/>
                    </a:cubicBezTo>
                    <a:cubicBezTo>
                      <a:pt x="131" y="18"/>
                      <a:pt x="141" y="23"/>
                      <a:pt x="150" y="0"/>
                    </a:cubicBezTo>
                    <a:cubicBezTo>
                      <a:pt x="160" y="23"/>
                      <a:pt x="169" y="16"/>
                      <a:pt x="181" y="5"/>
                    </a:cubicBezTo>
                    <a:cubicBezTo>
                      <a:pt x="178" y="23"/>
                      <a:pt x="174" y="23"/>
                      <a:pt x="166" y="28"/>
                    </a:cubicBezTo>
                    <a:cubicBezTo>
                      <a:pt x="166" y="38"/>
                      <a:pt x="166" y="45"/>
                      <a:pt x="166" y="55"/>
                    </a:cubicBezTo>
                    <a:cubicBezTo>
                      <a:pt x="168" y="55"/>
                      <a:pt x="169" y="55"/>
                      <a:pt x="171" y="55"/>
                    </a:cubicBezTo>
                    <a:cubicBezTo>
                      <a:pt x="178" y="65"/>
                      <a:pt x="178" y="65"/>
                      <a:pt x="178" y="65"/>
                    </a:cubicBezTo>
                    <a:cubicBezTo>
                      <a:pt x="174" y="72"/>
                      <a:pt x="174" y="72"/>
                      <a:pt x="174" y="72"/>
                    </a:cubicBezTo>
                    <a:lnTo>
                      <a:pt x="58" y="72"/>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81" name="iş1ïďe"/>
              <p:cNvSpPr/>
              <p:nvPr/>
            </p:nvSpPr>
            <p:spPr bwMode="auto">
              <a:xfrm>
                <a:off x="3624263" y="3381375"/>
                <a:ext cx="577850" cy="200025"/>
              </a:xfrm>
              <a:custGeom>
                <a:avLst/>
                <a:gdLst>
                  <a:gd name="T0" fmla="*/ 130 w 175"/>
                  <a:gd name="T1" fmla="*/ 51 h 60"/>
                  <a:gd name="T2" fmla="*/ 130 w 175"/>
                  <a:gd name="T3" fmla="*/ 50 h 60"/>
                  <a:gd name="T4" fmla="*/ 48 w 175"/>
                  <a:gd name="T5" fmla="*/ 50 h 60"/>
                  <a:gd name="T6" fmla="*/ 48 w 175"/>
                  <a:gd name="T7" fmla="*/ 51 h 60"/>
                  <a:gd name="T8" fmla="*/ 52 w 175"/>
                  <a:gd name="T9" fmla="*/ 51 h 60"/>
                  <a:gd name="T10" fmla="*/ 48 w 175"/>
                  <a:gd name="T11" fmla="*/ 60 h 60"/>
                  <a:gd name="T12" fmla="*/ 7 w 175"/>
                  <a:gd name="T13" fmla="*/ 60 h 60"/>
                  <a:gd name="T14" fmla="*/ 10 w 175"/>
                  <a:gd name="T15" fmla="*/ 54 h 60"/>
                  <a:gd name="T16" fmla="*/ 14 w 175"/>
                  <a:gd name="T17" fmla="*/ 54 h 60"/>
                  <a:gd name="T18" fmla="*/ 13 w 175"/>
                  <a:gd name="T19" fmla="*/ 25 h 60"/>
                  <a:gd name="T20" fmla="*/ 0 w 175"/>
                  <a:gd name="T21" fmla="*/ 7 h 60"/>
                  <a:gd name="T22" fmla="*/ 28 w 175"/>
                  <a:gd name="T23" fmla="*/ 0 h 60"/>
                  <a:gd name="T24" fmla="*/ 55 w 175"/>
                  <a:gd name="T25" fmla="*/ 7 h 60"/>
                  <a:gd name="T26" fmla="*/ 48 w 175"/>
                  <a:gd name="T27" fmla="*/ 22 h 60"/>
                  <a:gd name="T28" fmla="*/ 127 w 175"/>
                  <a:gd name="T29" fmla="*/ 22 h 60"/>
                  <a:gd name="T30" fmla="*/ 119 w 175"/>
                  <a:gd name="T31" fmla="*/ 7 h 60"/>
                  <a:gd name="T32" fmla="*/ 147 w 175"/>
                  <a:gd name="T33" fmla="*/ 0 h 60"/>
                  <a:gd name="T34" fmla="*/ 175 w 175"/>
                  <a:gd name="T35" fmla="*/ 7 h 60"/>
                  <a:gd name="T36" fmla="*/ 161 w 175"/>
                  <a:gd name="T37" fmla="*/ 24 h 60"/>
                  <a:gd name="T38" fmla="*/ 161 w 175"/>
                  <a:gd name="T39" fmla="*/ 53 h 60"/>
                  <a:gd name="T40" fmla="*/ 165 w 175"/>
                  <a:gd name="T41" fmla="*/ 53 h 60"/>
                  <a:gd name="T42" fmla="*/ 169 w 175"/>
                  <a:gd name="T43" fmla="*/ 60 h 60"/>
                  <a:gd name="T44" fmla="*/ 128 w 175"/>
                  <a:gd name="T45" fmla="*/ 60 h 60"/>
                  <a:gd name="T46" fmla="*/ 124 w 175"/>
                  <a:gd name="T47" fmla="*/ 51 h 60"/>
                  <a:gd name="T48" fmla="*/ 130 w 175"/>
                  <a:gd name="T49" fmla="*/ 51 h 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75" h="60">
                    <a:moveTo>
                      <a:pt x="130" y="51"/>
                    </a:moveTo>
                    <a:cubicBezTo>
                      <a:pt x="130" y="50"/>
                      <a:pt x="130" y="50"/>
                      <a:pt x="130" y="50"/>
                    </a:cubicBezTo>
                    <a:cubicBezTo>
                      <a:pt x="48" y="50"/>
                      <a:pt x="48" y="50"/>
                      <a:pt x="48" y="50"/>
                    </a:cubicBezTo>
                    <a:cubicBezTo>
                      <a:pt x="48" y="51"/>
                      <a:pt x="48" y="51"/>
                      <a:pt x="48" y="51"/>
                    </a:cubicBezTo>
                    <a:cubicBezTo>
                      <a:pt x="52" y="51"/>
                      <a:pt x="52" y="51"/>
                      <a:pt x="52" y="51"/>
                    </a:cubicBezTo>
                    <a:cubicBezTo>
                      <a:pt x="48" y="60"/>
                      <a:pt x="48" y="60"/>
                      <a:pt x="48" y="60"/>
                    </a:cubicBezTo>
                    <a:cubicBezTo>
                      <a:pt x="34" y="60"/>
                      <a:pt x="20" y="60"/>
                      <a:pt x="7" y="60"/>
                    </a:cubicBezTo>
                    <a:cubicBezTo>
                      <a:pt x="8" y="58"/>
                      <a:pt x="9" y="56"/>
                      <a:pt x="10" y="54"/>
                    </a:cubicBezTo>
                    <a:cubicBezTo>
                      <a:pt x="11" y="54"/>
                      <a:pt x="12" y="54"/>
                      <a:pt x="14" y="54"/>
                    </a:cubicBezTo>
                    <a:cubicBezTo>
                      <a:pt x="14" y="44"/>
                      <a:pt x="13" y="34"/>
                      <a:pt x="13" y="25"/>
                    </a:cubicBezTo>
                    <a:cubicBezTo>
                      <a:pt x="5" y="20"/>
                      <a:pt x="1" y="14"/>
                      <a:pt x="0" y="7"/>
                    </a:cubicBezTo>
                    <a:cubicBezTo>
                      <a:pt x="12" y="18"/>
                      <a:pt x="22" y="17"/>
                      <a:pt x="28" y="0"/>
                    </a:cubicBezTo>
                    <a:cubicBezTo>
                      <a:pt x="37" y="22"/>
                      <a:pt x="47" y="15"/>
                      <a:pt x="55" y="7"/>
                    </a:cubicBezTo>
                    <a:cubicBezTo>
                      <a:pt x="55" y="14"/>
                      <a:pt x="50" y="17"/>
                      <a:pt x="48" y="22"/>
                    </a:cubicBezTo>
                    <a:cubicBezTo>
                      <a:pt x="127" y="22"/>
                      <a:pt x="127" y="22"/>
                      <a:pt x="127" y="22"/>
                    </a:cubicBezTo>
                    <a:cubicBezTo>
                      <a:pt x="125" y="18"/>
                      <a:pt x="120" y="14"/>
                      <a:pt x="119" y="7"/>
                    </a:cubicBezTo>
                    <a:cubicBezTo>
                      <a:pt x="127" y="15"/>
                      <a:pt x="137" y="22"/>
                      <a:pt x="147" y="0"/>
                    </a:cubicBezTo>
                    <a:cubicBezTo>
                      <a:pt x="153" y="17"/>
                      <a:pt x="163" y="18"/>
                      <a:pt x="175" y="7"/>
                    </a:cubicBezTo>
                    <a:cubicBezTo>
                      <a:pt x="173" y="14"/>
                      <a:pt x="169" y="19"/>
                      <a:pt x="161" y="24"/>
                    </a:cubicBezTo>
                    <a:cubicBezTo>
                      <a:pt x="161" y="34"/>
                      <a:pt x="161" y="44"/>
                      <a:pt x="161" y="53"/>
                    </a:cubicBezTo>
                    <a:cubicBezTo>
                      <a:pt x="162" y="53"/>
                      <a:pt x="164" y="53"/>
                      <a:pt x="165" y="53"/>
                    </a:cubicBezTo>
                    <a:cubicBezTo>
                      <a:pt x="166" y="55"/>
                      <a:pt x="167" y="58"/>
                      <a:pt x="169" y="60"/>
                    </a:cubicBezTo>
                    <a:cubicBezTo>
                      <a:pt x="155" y="60"/>
                      <a:pt x="142" y="60"/>
                      <a:pt x="128" y="60"/>
                    </a:cubicBezTo>
                    <a:cubicBezTo>
                      <a:pt x="124" y="51"/>
                      <a:pt x="124" y="51"/>
                      <a:pt x="124" y="51"/>
                    </a:cubicBezTo>
                    <a:lnTo>
                      <a:pt x="130" y="51"/>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82" name="ïṩḷíḍé"/>
              <p:cNvSpPr/>
              <p:nvPr/>
            </p:nvSpPr>
            <p:spPr bwMode="auto">
              <a:xfrm>
                <a:off x="4065588"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3" name="ïśľíḍè"/>
              <p:cNvSpPr/>
              <p:nvPr/>
            </p:nvSpPr>
            <p:spPr bwMode="auto">
              <a:xfrm>
                <a:off x="3740151"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4" name="í$ḻîḋè"/>
              <p:cNvSpPr/>
              <p:nvPr/>
            </p:nvSpPr>
            <p:spPr bwMode="auto">
              <a:xfrm>
                <a:off x="4125913"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5" name="iṣļíḋe"/>
              <p:cNvSpPr/>
              <p:nvPr/>
            </p:nvSpPr>
            <p:spPr bwMode="auto">
              <a:xfrm>
                <a:off x="3709988"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6" name="iṩḷiḓé"/>
              <p:cNvSpPr/>
              <p:nvPr/>
            </p:nvSpPr>
            <p:spPr bwMode="auto">
              <a:xfrm>
                <a:off x="4095751"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7" name="iSľiḍè"/>
              <p:cNvSpPr/>
              <p:nvPr/>
            </p:nvSpPr>
            <p:spPr bwMode="auto">
              <a:xfrm>
                <a:off x="3663951" y="3460750"/>
                <a:ext cx="495300" cy="317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8" name="ïṩḷîḍe"/>
              <p:cNvSpPr/>
              <p:nvPr/>
            </p:nvSpPr>
            <p:spPr bwMode="auto">
              <a:xfrm>
                <a:off x="3663951" y="3473450"/>
                <a:ext cx="115888"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9" name="íšḻiḑê"/>
              <p:cNvSpPr/>
              <p:nvPr/>
            </p:nvSpPr>
            <p:spPr bwMode="auto">
              <a:xfrm>
                <a:off x="3789363" y="3473450"/>
                <a:ext cx="428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0" name="ïṩļïďè"/>
              <p:cNvSpPr/>
              <p:nvPr/>
            </p:nvSpPr>
            <p:spPr bwMode="auto">
              <a:xfrm>
                <a:off x="3851276" y="3473450"/>
                <a:ext cx="57150"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1" name="îṥlïḋê"/>
              <p:cNvSpPr/>
              <p:nvPr/>
            </p:nvSpPr>
            <p:spPr bwMode="auto">
              <a:xfrm>
                <a:off x="3917951" y="3473450"/>
                <a:ext cx="555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2" name="îṧľïdè"/>
              <p:cNvSpPr/>
              <p:nvPr/>
            </p:nvSpPr>
            <p:spPr bwMode="auto">
              <a:xfrm>
                <a:off x="3994151" y="3473450"/>
                <a:ext cx="428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3" name="iSḷîḓê"/>
              <p:cNvSpPr/>
              <p:nvPr/>
            </p:nvSpPr>
            <p:spPr bwMode="auto">
              <a:xfrm>
                <a:off x="4046538" y="3473450"/>
                <a:ext cx="11271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4" name="îślíďè"/>
              <p:cNvSpPr/>
              <p:nvPr/>
            </p:nvSpPr>
            <p:spPr bwMode="auto">
              <a:xfrm>
                <a:off x="3979863" y="3473450"/>
                <a:ext cx="7938"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5" name="iSḻïḍè"/>
              <p:cNvSpPr/>
              <p:nvPr/>
            </p:nvSpPr>
            <p:spPr bwMode="auto">
              <a:xfrm>
                <a:off x="3838576" y="3473450"/>
                <a:ext cx="6350"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6" name="ïṡliḑê"/>
              <p:cNvSpPr/>
              <p:nvPr/>
            </p:nvSpPr>
            <p:spPr bwMode="auto">
              <a:xfrm>
                <a:off x="3851276" y="3384550"/>
                <a:ext cx="26988"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97" name="islïďé"/>
              <p:cNvSpPr/>
              <p:nvPr/>
            </p:nvSpPr>
            <p:spPr bwMode="auto">
              <a:xfrm>
                <a:off x="3817938" y="3384550"/>
                <a:ext cx="26988" cy="15875"/>
              </a:xfrm>
              <a:custGeom>
                <a:avLst/>
                <a:gdLst>
                  <a:gd name="T0" fmla="*/ 7 w 8"/>
                  <a:gd name="T1" fmla="*/ 0 h 5"/>
                  <a:gd name="T2" fmla="*/ 8 w 8"/>
                  <a:gd name="T3" fmla="*/ 2 h 5"/>
                  <a:gd name="T4" fmla="*/ 1 w 8"/>
                  <a:gd name="T5" fmla="*/ 5 h 5"/>
                  <a:gd name="T6" fmla="*/ 7 w 8"/>
                  <a:gd name="T7" fmla="*/ 0 h 5"/>
                  <a:gd name="T8" fmla="*/ 7 w 8"/>
                  <a:gd name="T9" fmla="*/ 0 h 5"/>
                  <a:gd name="T10" fmla="*/ 7 w 8"/>
                  <a:gd name="T11" fmla="*/ 0 h 5"/>
                </a:gdLst>
                <a:ahLst/>
                <a:cxnLst>
                  <a:cxn ang="0">
                    <a:pos x="T0" y="T1"/>
                  </a:cxn>
                  <a:cxn ang="0">
                    <a:pos x="T2" y="T3"/>
                  </a:cxn>
                  <a:cxn ang="0">
                    <a:pos x="T4" y="T5"/>
                  </a:cxn>
                  <a:cxn ang="0">
                    <a:pos x="T6" y="T7"/>
                  </a:cxn>
                  <a:cxn ang="0">
                    <a:pos x="T8" y="T9"/>
                  </a:cxn>
                  <a:cxn ang="0">
                    <a:pos x="T10" y="T11"/>
                  </a:cxn>
                </a:cxnLst>
                <a:rect l="0" t="0" r="r" b="b"/>
                <a:pathLst>
                  <a:path w="8" h="5">
                    <a:moveTo>
                      <a:pt x="7" y="0"/>
                    </a:moveTo>
                    <a:cubicBezTo>
                      <a:pt x="8" y="2"/>
                      <a:pt x="8" y="2"/>
                      <a:pt x="8" y="2"/>
                    </a:cubicBezTo>
                    <a:cubicBezTo>
                      <a:pt x="1" y="5"/>
                      <a:pt x="1" y="5"/>
                      <a:pt x="1" y="5"/>
                    </a:cubicBezTo>
                    <a:cubicBezTo>
                      <a:pt x="1" y="5"/>
                      <a:pt x="0" y="2"/>
                      <a:pt x="7" y="0"/>
                    </a:cubicBezTo>
                    <a:close/>
                    <a:moveTo>
                      <a:pt x="7" y="0"/>
                    </a:moveTo>
                    <a:cubicBezTo>
                      <a:pt x="7" y="0"/>
                      <a:pt x="7" y="0"/>
                      <a:pt x="7"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98" name="îṥḷîdé"/>
              <p:cNvSpPr/>
              <p:nvPr/>
            </p:nvSpPr>
            <p:spPr bwMode="auto">
              <a:xfrm>
                <a:off x="3983038" y="3384550"/>
                <a:ext cx="26988" cy="15875"/>
              </a:xfrm>
              <a:custGeom>
                <a:avLst/>
                <a:gdLst>
                  <a:gd name="T0" fmla="*/ 1 w 8"/>
                  <a:gd name="T1" fmla="*/ 0 h 5"/>
                  <a:gd name="T2" fmla="*/ 0 w 8"/>
                  <a:gd name="T3" fmla="*/ 2 h 5"/>
                  <a:gd name="T4" fmla="*/ 7 w 8"/>
                  <a:gd name="T5" fmla="*/ 5 h 5"/>
                  <a:gd name="T6" fmla="*/ 1 w 8"/>
                  <a:gd name="T7" fmla="*/ 0 h 5"/>
                  <a:gd name="T8" fmla="*/ 1 w 8"/>
                  <a:gd name="T9" fmla="*/ 0 h 5"/>
                  <a:gd name="T10" fmla="*/ 1 w 8"/>
                  <a:gd name="T11" fmla="*/ 0 h 5"/>
                </a:gdLst>
                <a:ahLst/>
                <a:cxnLst>
                  <a:cxn ang="0">
                    <a:pos x="T0" y="T1"/>
                  </a:cxn>
                  <a:cxn ang="0">
                    <a:pos x="T2" y="T3"/>
                  </a:cxn>
                  <a:cxn ang="0">
                    <a:pos x="T4" y="T5"/>
                  </a:cxn>
                  <a:cxn ang="0">
                    <a:pos x="T6" y="T7"/>
                  </a:cxn>
                  <a:cxn ang="0">
                    <a:pos x="T8" y="T9"/>
                  </a:cxn>
                  <a:cxn ang="0">
                    <a:pos x="T10" y="T11"/>
                  </a:cxn>
                </a:cxnLst>
                <a:rect l="0" t="0" r="r" b="b"/>
                <a:pathLst>
                  <a:path w="8" h="5">
                    <a:moveTo>
                      <a:pt x="1" y="0"/>
                    </a:moveTo>
                    <a:cubicBezTo>
                      <a:pt x="0" y="2"/>
                      <a:pt x="0" y="2"/>
                      <a:pt x="0" y="2"/>
                    </a:cubicBezTo>
                    <a:cubicBezTo>
                      <a:pt x="7" y="5"/>
                      <a:pt x="7" y="5"/>
                      <a:pt x="7" y="5"/>
                    </a:cubicBezTo>
                    <a:cubicBezTo>
                      <a:pt x="7" y="5"/>
                      <a:pt x="8" y="2"/>
                      <a:pt x="1" y="0"/>
                    </a:cubicBezTo>
                    <a:close/>
                    <a:moveTo>
                      <a:pt x="1" y="0"/>
                    </a:moveTo>
                    <a:cubicBezTo>
                      <a:pt x="1" y="0"/>
                      <a:pt x="1" y="0"/>
                      <a:pt x="1"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99" name="isḷîḋé"/>
              <p:cNvSpPr/>
              <p:nvPr/>
            </p:nvSpPr>
            <p:spPr bwMode="auto">
              <a:xfrm>
                <a:off x="3884613" y="3384550"/>
                <a:ext cx="26988"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0" name="iśḷïḑè"/>
              <p:cNvSpPr/>
              <p:nvPr/>
            </p:nvSpPr>
            <p:spPr bwMode="auto">
              <a:xfrm>
                <a:off x="3917951" y="3384550"/>
                <a:ext cx="25400"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1" name="iṧľiďé"/>
              <p:cNvSpPr/>
              <p:nvPr/>
            </p:nvSpPr>
            <p:spPr bwMode="auto">
              <a:xfrm>
                <a:off x="3951288" y="3384550"/>
                <a:ext cx="25400"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2" name="išľïḍé"/>
              <p:cNvSpPr/>
              <p:nvPr/>
            </p:nvSpPr>
            <p:spPr bwMode="auto">
              <a:xfrm>
                <a:off x="3771901" y="3484563"/>
                <a:ext cx="7938"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3" name="îŝlîḑè"/>
              <p:cNvSpPr/>
              <p:nvPr/>
            </p:nvSpPr>
            <p:spPr bwMode="auto">
              <a:xfrm>
                <a:off x="3786188" y="3484563"/>
                <a:ext cx="46038" cy="60325"/>
              </a:xfrm>
              <a:custGeom>
                <a:avLst/>
                <a:gdLst>
                  <a:gd name="T0" fmla="*/ 8 w 29"/>
                  <a:gd name="T1" fmla="*/ 0 h 38"/>
                  <a:gd name="T2" fmla="*/ 20 w 29"/>
                  <a:gd name="T3" fmla="*/ 0 h 38"/>
                  <a:gd name="T4" fmla="*/ 29 w 29"/>
                  <a:gd name="T5" fmla="*/ 8 h 38"/>
                  <a:gd name="T6" fmla="*/ 29 w 29"/>
                  <a:gd name="T7" fmla="*/ 38 h 38"/>
                  <a:gd name="T8" fmla="*/ 0 w 29"/>
                  <a:gd name="T9" fmla="*/ 38 h 38"/>
                  <a:gd name="T10" fmla="*/ 0 w 29"/>
                  <a:gd name="T11" fmla="*/ 8 h 38"/>
                  <a:gd name="T12" fmla="*/ 8 w 29"/>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29" h="38">
                    <a:moveTo>
                      <a:pt x="8" y="0"/>
                    </a:moveTo>
                    <a:lnTo>
                      <a:pt x="20" y="0"/>
                    </a:lnTo>
                    <a:lnTo>
                      <a:pt x="29" y="8"/>
                    </a:lnTo>
                    <a:lnTo>
                      <a:pt x="29" y="38"/>
                    </a:lnTo>
                    <a:lnTo>
                      <a:pt x="0" y="38"/>
                    </a:lnTo>
                    <a:lnTo>
                      <a:pt x="0" y="8"/>
                    </a:lnTo>
                    <a:lnTo>
                      <a:pt x="8"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4" name="îṩḻíḓe"/>
              <p:cNvSpPr/>
              <p:nvPr/>
            </p:nvSpPr>
            <p:spPr bwMode="auto">
              <a:xfrm>
                <a:off x="3994151" y="3484563"/>
                <a:ext cx="46038" cy="60325"/>
              </a:xfrm>
              <a:custGeom>
                <a:avLst/>
                <a:gdLst>
                  <a:gd name="T0" fmla="*/ 8 w 29"/>
                  <a:gd name="T1" fmla="*/ 0 h 38"/>
                  <a:gd name="T2" fmla="*/ 18 w 29"/>
                  <a:gd name="T3" fmla="*/ 0 h 38"/>
                  <a:gd name="T4" fmla="*/ 29 w 29"/>
                  <a:gd name="T5" fmla="*/ 8 h 38"/>
                  <a:gd name="T6" fmla="*/ 29 w 29"/>
                  <a:gd name="T7" fmla="*/ 38 h 38"/>
                  <a:gd name="T8" fmla="*/ 0 w 29"/>
                  <a:gd name="T9" fmla="*/ 38 h 38"/>
                  <a:gd name="T10" fmla="*/ 0 w 29"/>
                  <a:gd name="T11" fmla="*/ 8 h 38"/>
                  <a:gd name="T12" fmla="*/ 8 w 29"/>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29" h="38">
                    <a:moveTo>
                      <a:pt x="8" y="0"/>
                    </a:moveTo>
                    <a:lnTo>
                      <a:pt x="18" y="0"/>
                    </a:lnTo>
                    <a:lnTo>
                      <a:pt x="29" y="8"/>
                    </a:lnTo>
                    <a:lnTo>
                      <a:pt x="29" y="38"/>
                    </a:lnTo>
                    <a:lnTo>
                      <a:pt x="0" y="38"/>
                    </a:lnTo>
                    <a:lnTo>
                      <a:pt x="0" y="8"/>
                    </a:lnTo>
                    <a:lnTo>
                      <a:pt x="8"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5" name="î$1îdè"/>
              <p:cNvSpPr/>
              <p:nvPr/>
            </p:nvSpPr>
            <p:spPr bwMode="auto">
              <a:xfrm>
                <a:off x="3851276" y="3484563"/>
                <a:ext cx="122238" cy="60325"/>
              </a:xfrm>
              <a:custGeom>
                <a:avLst/>
                <a:gdLst>
                  <a:gd name="T0" fmla="*/ 9 w 77"/>
                  <a:gd name="T1" fmla="*/ 0 h 38"/>
                  <a:gd name="T2" fmla="*/ 69 w 77"/>
                  <a:gd name="T3" fmla="*/ 0 h 38"/>
                  <a:gd name="T4" fmla="*/ 77 w 77"/>
                  <a:gd name="T5" fmla="*/ 8 h 38"/>
                  <a:gd name="T6" fmla="*/ 77 w 77"/>
                  <a:gd name="T7" fmla="*/ 38 h 38"/>
                  <a:gd name="T8" fmla="*/ 0 w 77"/>
                  <a:gd name="T9" fmla="*/ 38 h 38"/>
                  <a:gd name="T10" fmla="*/ 0 w 77"/>
                  <a:gd name="T11" fmla="*/ 8 h 38"/>
                  <a:gd name="T12" fmla="*/ 9 w 77"/>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77" h="38">
                    <a:moveTo>
                      <a:pt x="9" y="0"/>
                    </a:moveTo>
                    <a:lnTo>
                      <a:pt x="69" y="0"/>
                    </a:lnTo>
                    <a:lnTo>
                      <a:pt x="77" y="8"/>
                    </a:lnTo>
                    <a:lnTo>
                      <a:pt x="77" y="38"/>
                    </a:lnTo>
                    <a:lnTo>
                      <a:pt x="0" y="38"/>
                    </a:lnTo>
                    <a:lnTo>
                      <a:pt x="0" y="8"/>
                    </a:lnTo>
                    <a:lnTo>
                      <a:pt x="9"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6" name="iśľïḓe"/>
              <p:cNvSpPr/>
              <p:nvPr/>
            </p:nvSpPr>
            <p:spPr bwMode="auto">
              <a:xfrm>
                <a:off x="4046538" y="3484563"/>
                <a:ext cx="6350"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7" name="iṣļïḑè"/>
              <p:cNvSpPr/>
              <p:nvPr/>
            </p:nvSpPr>
            <p:spPr bwMode="auto">
              <a:xfrm>
                <a:off x="3838576" y="3484563"/>
                <a:ext cx="6350"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8" name="iṡḷidé"/>
              <p:cNvSpPr/>
              <p:nvPr/>
            </p:nvSpPr>
            <p:spPr bwMode="auto">
              <a:xfrm>
                <a:off x="3979863" y="3484563"/>
                <a:ext cx="3175"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9" name="íṡḷíḋe"/>
              <p:cNvSpPr/>
              <p:nvPr/>
            </p:nvSpPr>
            <p:spPr bwMode="auto">
              <a:xfrm>
                <a:off x="3811588" y="3551238"/>
                <a:ext cx="20478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0" name="íŝ1iḑê"/>
              <p:cNvSpPr/>
              <p:nvPr/>
            </p:nvSpPr>
            <p:spPr bwMode="auto">
              <a:xfrm>
                <a:off x="3805238" y="3557588"/>
                <a:ext cx="214313"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1" name="îṩḷiḑe"/>
              <p:cNvSpPr/>
              <p:nvPr/>
            </p:nvSpPr>
            <p:spPr bwMode="auto">
              <a:xfrm>
                <a:off x="3802063" y="3567113"/>
                <a:ext cx="220663" cy="1588"/>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2" name="iṧḻiḑê"/>
              <p:cNvSpPr/>
              <p:nvPr/>
            </p:nvSpPr>
            <p:spPr bwMode="auto">
              <a:xfrm>
                <a:off x="3802063" y="3570288"/>
                <a:ext cx="22383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3" name="ïṣḻîḋè"/>
              <p:cNvSpPr/>
              <p:nvPr/>
            </p:nvSpPr>
            <p:spPr bwMode="auto">
              <a:xfrm>
                <a:off x="3795713" y="3581400"/>
                <a:ext cx="234950"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4" name="îṡ1îḍé"/>
              <p:cNvSpPr/>
              <p:nvPr/>
            </p:nvSpPr>
            <p:spPr bwMode="auto">
              <a:xfrm>
                <a:off x="3633788" y="3587750"/>
                <a:ext cx="560388" cy="6350"/>
              </a:xfrm>
              <a:custGeom>
                <a:avLst/>
                <a:gdLst>
                  <a:gd name="T0" fmla="*/ 0 w 353"/>
                  <a:gd name="T1" fmla="*/ 0 h 4"/>
                  <a:gd name="T2" fmla="*/ 353 w 353"/>
                  <a:gd name="T3" fmla="*/ 0 h 4"/>
                  <a:gd name="T4" fmla="*/ 351 w 353"/>
                  <a:gd name="T5" fmla="*/ 4 h 4"/>
                  <a:gd name="T6" fmla="*/ 2 w 353"/>
                  <a:gd name="T7" fmla="*/ 4 h 4"/>
                  <a:gd name="T8" fmla="*/ 0 w 353"/>
                  <a:gd name="T9" fmla="*/ 0 h 4"/>
                </a:gdLst>
                <a:ahLst/>
                <a:cxnLst>
                  <a:cxn ang="0">
                    <a:pos x="T0" y="T1"/>
                  </a:cxn>
                  <a:cxn ang="0">
                    <a:pos x="T2" y="T3"/>
                  </a:cxn>
                  <a:cxn ang="0">
                    <a:pos x="T4" y="T5"/>
                  </a:cxn>
                  <a:cxn ang="0">
                    <a:pos x="T6" y="T7"/>
                  </a:cxn>
                  <a:cxn ang="0">
                    <a:pos x="T8" y="T9"/>
                  </a:cxn>
                </a:cxnLst>
                <a:rect l="0" t="0" r="r" b="b"/>
                <a:pathLst>
                  <a:path w="353" h="4">
                    <a:moveTo>
                      <a:pt x="0" y="0"/>
                    </a:moveTo>
                    <a:lnTo>
                      <a:pt x="353" y="0"/>
                    </a:lnTo>
                    <a:lnTo>
                      <a:pt x="351" y="4"/>
                    </a:lnTo>
                    <a:lnTo>
                      <a:pt x="2" y="4"/>
                    </a:lnTo>
                    <a:lnTo>
                      <a:pt x="0" y="0"/>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15" name="îš1íḑe"/>
              <p:cNvSpPr/>
              <p:nvPr/>
            </p:nvSpPr>
            <p:spPr bwMode="auto">
              <a:xfrm>
                <a:off x="3640138" y="3600450"/>
                <a:ext cx="547688" cy="6350"/>
              </a:xfrm>
              <a:custGeom>
                <a:avLst/>
                <a:gdLst>
                  <a:gd name="T0" fmla="*/ 0 w 345"/>
                  <a:gd name="T1" fmla="*/ 0 h 4"/>
                  <a:gd name="T2" fmla="*/ 345 w 345"/>
                  <a:gd name="T3" fmla="*/ 0 h 4"/>
                  <a:gd name="T4" fmla="*/ 343 w 345"/>
                  <a:gd name="T5" fmla="*/ 4 h 4"/>
                  <a:gd name="T6" fmla="*/ 2 w 345"/>
                  <a:gd name="T7" fmla="*/ 4 h 4"/>
                  <a:gd name="T8" fmla="*/ 0 w 345"/>
                  <a:gd name="T9" fmla="*/ 0 h 4"/>
                </a:gdLst>
                <a:ahLst/>
                <a:cxnLst>
                  <a:cxn ang="0">
                    <a:pos x="T0" y="T1"/>
                  </a:cxn>
                  <a:cxn ang="0">
                    <a:pos x="T2" y="T3"/>
                  </a:cxn>
                  <a:cxn ang="0">
                    <a:pos x="T4" y="T5"/>
                  </a:cxn>
                  <a:cxn ang="0">
                    <a:pos x="T6" y="T7"/>
                  </a:cxn>
                  <a:cxn ang="0">
                    <a:pos x="T8" y="T9"/>
                  </a:cxn>
                </a:cxnLst>
                <a:rect l="0" t="0" r="r" b="b"/>
                <a:pathLst>
                  <a:path w="345" h="4">
                    <a:moveTo>
                      <a:pt x="0" y="0"/>
                    </a:moveTo>
                    <a:lnTo>
                      <a:pt x="345" y="0"/>
                    </a:lnTo>
                    <a:lnTo>
                      <a:pt x="343" y="4"/>
                    </a:lnTo>
                    <a:lnTo>
                      <a:pt x="2" y="4"/>
                    </a:lnTo>
                    <a:lnTo>
                      <a:pt x="0" y="0"/>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16" name="iš1ïḍe"/>
              <p:cNvSpPr/>
              <p:nvPr/>
            </p:nvSpPr>
            <p:spPr bwMode="auto">
              <a:xfrm>
                <a:off x="3736976" y="3406775"/>
                <a:ext cx="352425" cy="4763"/>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7" name="îSḻîde"/>
              <p:cNvSpPr/>
              <p:nvPr/>
            </p:nvSpPr>
            <p:spPr bwMode="auto">
              <a:xfrm>
                <a:off x="3746501" y="3417888"/>
                <a:ext cx="3333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8" name="î$ḻîḑé"/>
              <p:cNvSpPr/>
              <p:nvPr/>
            </p:nvSpPr>
            <p:spPr bwMode="auto">
              <a:xfrm>
                <a:off x="3805238" y="3417888"/>
                <a:ext cx="211138" cy="1588"/>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9" name="íŝļïḓe"/>
              <p:cNvSpPr/>
              <p:nvPr/>
            </p:nvSpPr>
            <p:spPr bwMode="auto">
              <a:xfrm>
                <a:off x="3811588"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20" name="îS1iḍé"/>
              <p:cNvSpPr/>
              <p:nvPr/>
            </p:nvSpPr>
            <p:spPr bwMode="auto">
              <a:xfrm>
                <a:off x="3802063"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21" name="išlïdé"/>
              <p:cNvSpPr/>
              <p:nvPr/>
            </p:nvSpPr>
            <p:spPr bwMode="auto">
              <a:xfrm>
                <a:off x="3789363" y="3421063"/>
                <a:ext cx="6350"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22" name="ïSlïde"/>
              <p:cNvSpPr/>
              <p:nvPr/>
            </p:nvSpPr>
            <p:spPr bwMode="auto">
              <a:xfrm>
                <a:off x="3822701"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3" name="îşľïďe"/>
              <p:cNvSpPr/>
              <p:nvPr/>
            </p:nvSpPr>
            <p:spPr bwMode="auto">
              <a:xfrm>
                <a:off x="3832226"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4" name="ïşľíďê"/>
              <p:cNvSpPr/>
              <p:nvPr/>
            </p:nvSpPr>
            <p:spPr bwMode="auto">
              <a:xfrm>
                <a:off x="38449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5" name="íś1ïdè"/>
              <p:cNvSpPr/>
              <p:nvPr/>
            </p:nvSpPr>
            <p:spPr bwMode="auto">
              <a:xfrm>
                <a:off x="3854451"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0" y="0"/>
                      <a:pt x="1" y="0"/>
                      <a:pt x="2" y="0"/>
                    </a:cubicBezTo>
                    <a:cubicBezTo>
                      <a:pt x="2" y="3"/>
                      <a:pt x="2" y="6"/>
                      <a:pt x="2"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6" name="iṩḷiḍe"/>
              <p:cNvSpPr/>
              <p:nvPr/>
            </p:nvSpPr>
            <p:spPr bwMode="auto">
              <a:xfrm>
                <a:off x="3865563"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7" name="ïŝ1iďè"/>
              <p:cNvSpPr/>
              <p:nvPr/>
            </p:nvSpPr>
            <p:spPr bwMode="auto">
              <a:xfrm>
                <a:off x="3878263"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8" name="íṩļíḋê"/>
              <p:cNvSpPr/>
              <p:nvPr/>
            </p:nvSpPr>
            <p:spPr bwMode="auto">
              <a:xfrm>
                <a:off x="3887788"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9" name="ïṧ1ïdè"/>
              <p:cNvSpPr/>
              <p:nvPr/>
            </p:nvSpPr>
            <p:spPr bwMode="auto">
              <a:xfrm>
                <a:off x="3897313"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0" name="íŝḻîḍé"/>
              <p:cNvSpPr/>
              <p:nvPr/>
            </p:nvSpPr>
            <p:spPr bwMode="auto">
              <a:xfrm>
                <a:off x="3908426"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1" name="îşḻïḓé"/>
              <p:cNvSpPr/>
              <p:nvPr/>
            </p:nvSpPr>
            <p:spPr bwMode="auto">
              <a:xfrm>
                <a:off x="39211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2" name="íśļíďè"/>
              <p:cNvSpPr/>
              <p:nvPr/>
            </p:nvSpPr>
            <p:spPr bwMode="auto">
              <a:xfrm>
                <a:off x="3930651"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3" name="iŝ1ïdé"/>
              <p:cNvSpPr/>
              <p:nvPr/>
            </p:nvSpPr>
            <p:spPr bwMode="auto">
              <a:xfrm>
                <a:off x="3940176"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4" name="is1ídè"/>
              <p:cNvSpPr/>
              <p:nvPr/>
            </p:nvSpPr>
            <p:spPr bwMode="auto">
              <a:xfrm>
                <a:off x="3951288"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2" y="0"/>
                      <a:pt x="2" y="0"/>
                    </a:cubicBezTo>
                    <a:cubicBezTo>
                      <a:pt x="2" y="3"/>
                      <a:pt x="2" y="6"/>
                      <a:pt x="2" y="9"/>
                    </a:cubicBezTo>
                    <a:cubicBezTo>
                      <a:pt x="2"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5" name="islíďê"/>
              <p:cNvSpPr/>
              <p:nvPr/>
            </p:nvSpPr>
            <p:spPr bwMode="auto">
              <a:xfrm>
                <a:off x="3963988"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6" name="iṩlíḑê"/>
              <p:cNvSpPr/>
              <p:nvPr/>
            </p:nvSpPr>
            <p:spPr bwMode="auto">
              <a:xfrm>
                <a:off x="3973513"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7" name="îṥḷïďê"/>
              <p:cNvSpPr/>
              <p:nvPr/>
            </p:nvSpPr>
            <p:spPr bwMode="auto">
              <a:xfrm>
                <a:off x="3983038"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8" name="íṥḻïďè"/>
              <p:cNvSpPr/>
              <p:nvPr/>
            </p:nvSpPr>
            <p:spPr bwMode="auto">
              <a:xfrm>
                <a:off x="39973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9" name="íṡḷíḍè"/>
              <p:cNvSpPr/>
              <p:nvPr/>
            </p:nvSpPr>
            <p:spPr bwMode="auto">
              <a:xfrm>
                <a:off x="4006851"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0" name="î$ḷîḑé"/>
              <p:cNvSpPr/>
              <p:nvPr/>
            </p:nvSpPr>
            <p:spPr bwMode="auto">
              <a:xfrm>
                <a:off x="4016376" y="3421063"/>
                <a:ext cx="6350"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1" name="í$ľîdè"/>
              <p:cNvSpPr/>
              <p:nvPr/>
            </p:nvSpPr>
            <p:spPr bwMode="auto">
              <a:xfrm>
                <a:off x="4025901" y="3421063"/>
                <a:ext cx="7938"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2" name="iṥ1iḍè"/>
              <p:cNvSpPr/>
              <p:nvPr/>
            </p:nvSpPr>
            <p:spPr bwMode="auto">
              <a:xfrm>
                <a:off x="4040188" y="3417888"/>
                <a:ext cx="3968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3" name="ïslidé"/>
              <p:cNvSpPr/>
              <p:nvPr/>
            </p:nvSpPr>
            <p:spPr bwMode="auto">
              <a:xfrm>
                <a:off x="3679826"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4" name="íṡlïďè"/>
              <p:cNvSpPr/>
              <p:nvPr/>
            </p:nvSpPr>
            <p:spPr bwMode="auto">
              <a:xfrm>
                <a:off x="3884613" y="3490913"/>
                <a:ext cx="55563" cy="53975"/>
              </a:xfrm>
              <a:custGeom>
                <a:avLst/>
                <a:gdLst>
                  <a:gd name="T0" fmla="*/ 0 w 35"/>
                  <a:gd name="T1" fmla="*/ 0 h 34"/>
                  <a:gd name="T2" fmla="*/ 35 w 35"/>
                  <a:gd name="T3" fmla="*/ 0 h 34"/>
                  <a:gd name="T4" fmla="*/ 35 w 35"/>
                  <a:gd name="T5" fmla="*/ 34 h 34"/>
                  <a:gd name="T6" fmla="*/ 0 w 35"/>
                  <a:gd name="T7" fmla="*/ 34 h 34"/>
                  <a:gd name="T8" fmla="*/ 0 w 35"/>
                  <a:gd name="T9" fmla="*/ 0 h 34"/>
                  <a:gd name="T10" fmla="*/ 0 w 35"/>
                  <a:gd name="T11" fmla="*/ 0 h 34"/>
                  <a:gd name="T12" fmla="*/ 4 w 35"/>
                  <a:gd name="T13" fmla="*/ 8 h 34"/>
                  <a:gd name="T14" fmla="*/ 4 w 35"/>
                  <a:gd name="T15" fmla="*/ 27 h 34"/>
                  <a:gd name="T16" fmla="*/ 8 w 35"/>
                  <a:gd name="T17" fmla="*/ 27 h 34"/>
                  <a:gd name="T18" fmla="*/ 8 w 35"/>
                  <a:gd name="T19" fmla="*/ 8 h 34"/>
                  <a:gd name="T20" fmla="*/ 4 w 35"/>
                  <a:gd name="T21" fmla="*/ 8 h 34"/>
                  <a:gd name="T22" fmla="*/ 4 w 35"/>
                  <a:gd name="T23" fmla="*/ 8 h 34"/>
                  <a:gd name="T24" fmla="*/ 29 w 35"/>
                  <a:gd name="T25" fmla="*/ 8 h 34"/>
                  <a:gd name="T26" fmla="*/ 29 w 35"/>
                  <a:gd name="T27" fmla="*/ 27 h 34"/>
                  <a:gd name="T28" fmla="*/ 31 w 35"/>
                  <a:gd name="T29" fmla="*/ 27 h 34"/>
                  <a:gd name="T30" fmla="*/ 31 w 35"/>
                  <a:gd name="T31" fmla="*/ 8 h 34"/>
                  <a:gd name="T32" fmla="*/ 29 w 35"/>
                  <a:gd name="T33" fmla="*/ 8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35" h="34">
                    <a:moveTo>
                      <a:pt x="0" y="0"/>
                    </a:moveTo>
                    <a:lnTo>
                      <a:pt x="35" y="0"/>
                    </a:lnTo>
                    <a:lnTo>
                      <a:pt x="35" y="34"/>
                    </a:lnTo>
                    <a:lnTo>
                      <a:pt x="0" y="34"/>
                    </a:lnTo>
                    <a:lnTo>
                      <a:pt x="0" y="0"/>
                    </a:lnTo>
                    <a:lnTo>
                      <a:pt x="0" y="0"/>
                    </a:lnTo>
                    <a:close/>
                    <a:moveTo>
                      <a:pt x="4" y="8"/>
                    </a:moveTo>
                    <a:lnTo>
                      <a:pt x="4" y="27"/>
                    </a:lnTo>
                    <a:lnTo>
                      <a:pt x="8" y="27"/>
                    </a:lnTo>
                    <a:lnTo>
                      <a:pt x="8" y="8"/>
                    </a:lnTo>
                    <a:lnTo>
                      <a:pt x="4" y="8"/>
                    </a:lnTo>
                    <a:lnTo>
                      <a:pt x="4" y="8"/>
                    </a:lnTo>
                    <a:close/>
                    <a:moveTo>
                      <a:pt x="29" y="8"/>
                    </a:moveTo>
                    <a:lnTo>
                      <a:pt x="29" y="27"/>
                    </a:lnTo>
                    <a:lnTo>
                      <a:pt x="31" y="27"/>
                    </a:lnTo>
                    <a:lnTo>
                      <a:pt x="31" y="8"/>
                    </a:lnTo>
                    <a:lnTo>
                      <a:pt x="29" y="8"/>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45" name="iṧ1ïḓè"/>
              <p:cNvSpPr/>
              <p:nvPr/>
            </p:nvSpPr>
            <p:spPr bwMode="auto">
              <a:xfrm>
                <a:off x="3551238" y="3067050"/>
                <a:ext cx="722313" cy="727075"/>
              </a:xfrm>
              <a:custGeom>
                <a:avLst/>
                <a:gdLst>
                  <a:gd name="T0" fmla="*/ 109 w 219"/>
                  <a:gd name="T1" fmla="*/ 0 h 218"/>
                  <a:gd name="T2" fmla="*/ 219 w 219"/>
                  <a:gd name="T3" fmla="*/ 109 h 218"/>
                  <a:gd name="T4" fmla="*/ 109 w 219"/>
                  <a:gd name="T5" fmla="*/ 218 h 218"/>
                  <a:gd name="T6" fmla="*/ 0 w 219"/>
                  <a:gd name="T7" fmla="*/ 109 h 218"/>
                  <a:gd name="T8" fmla="*/ 109 w 219"/>
                  <a:gd name="T9" fmla="*/ 0 h 218"/>
                  <a:gd name="T10" fmla="*/ 109 w 219"/>
                  <a:gd name="T11" fmla="*/ 3 h 218"/>
                  <a:gd name="T12" fmla="*/ 4 w 219"/>
                  <a:gd name="T13" fmla="*/ 109 h 218"/>
                  <a:gd name="T14" fmla="*/ 109 w 219"/>
                  <a:gd name="T15" fmla="*/ 215 h 218"/>
                  <a:gd name="T16" fmla="*/ 215 w 219"/>
                  <a:gd name="T17" fmla="*/ 109 h 218"/>
                  <a:gd name="T18" fmla="*/ 109 w 219"/>
                  <a:gd name="T19" fmla="*/ 3 h 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9" h="218">
                    <a:moveTo>
                      <a:pt x="109" y="0"/>
                    </a:moveTo>
                    <a:cubicBezTo>
                      <a:pt x="170" y="0"/>
                      <a:pt x="219" y="49"/>
                      <a:pt x="219" y="109"/>
                    </a:cubicBezTo>
                    <a:cubicBezTo>
                      <a:pt x="219" y="169"/>
                      <a:pt x="170" y="218"/>
                      <a:pt x="109" y="218"/>
                    </a:cubicBezTo>
                    <a:cubicBezTo>
                      <a:pt x="49" y="218"/>
                      <a:pt x="0" y="169"/>
                      <a:pt x="0" y="109"/>
                    </a:cubicBezTo>
                    <a:cubicBezTo>
                      <a:pt x="0" y="49"/>
                      <a:pt x="49" y="0"/>
                      <a:pt x="109" y="0"/>
                    </a:cubicBezTo>
                    <a:close/>
                    <a:moveTo>
                      <a:pt x="109" y="3"/>
                    </a:moveTo>
                    <a:cubicBezTo>
                      <a:pt x="51" y="3"/>
                      <a:pt x="4" y="51"/>
                      <a:pt x="4" y="109"/>
                    </a:cubicBezTo>
                    <a:cubicBezTo>
                      <a:pt x="4" y="167"/>
                      <a:pt x="51" y="215"/>
                      <a:pt x="109" y="215"/>
                    </a:cubicBezTo>
                    <a:cubicBezTo>
                      <a:pt x="168" y="215"/>
                      <a:pt x="215" y="167"/>
                      <a:pt x="215" y="109"/>
                    </a:cubicBezTo>
                    <a:cubicBezTo>
                      <a:pt x="215" y="51"/>
                      <a:pt x="168" y="3"/>
                      <a:pt x="109" y="3"/>
                    </a:cubicBez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nvGrpSpPr>
            <p:cNvPr id="247" name="íşḷïḑe"/>
            <p:cNvGrpSpPr/>
            <p:nvPr userDrawn="1"/>
          </p:nvGrpSpPr>
          <p:grpSpPr>
            <a:xfrm>
              <a:off x="4894762" y="471192"/>
              <a:ext cx="4437911" cy="1614111"/>
              <a:chOff x="4412452" y="3106738"/>
              <a:chExt cx="2312689" cy="841148"/>
            </a:xfrm>
          </p:grpSpPr>
          <p:grpSp>
            <p:nvGrpSpPr>
              <p:cNvPr id="248" name="îṥľíḑé"/>
              <p:cNvGrpSpPr/>
              <p:nvPr/>
            </p:nvGrpSpPr>
            <p:grpSpPr>
              <a:xfrm>
                <a:off x="4422776" y="3106738"/>
                <a:ext cx="2293937" cy="617538"/>
                <a:chOff x="4422776" y="3106738"/>
                <a:chExt cx="2293937" cy="617538"/>
              </a:xfrm>
            </p:grpSpPr>
            <p:sp>
              <p:nvSpPr>
                <p:cNvPr id="265" name="išḻiḑé"/>
                <p:cNvSpPr/>
                <p:nvPr/>
              </p:nvSpPr>
              <p:spPr bwMode="auto">
                <a:xfrm>
                  <a:off x="4811713" y="3200400"/>
                  <a:ext cx="49213" cy="100013"/>
                </a:xfrm>
                <a:custGeom>
                  <a:avLst/>
                  <a:gdLst>
                    <a:gd name="T0" fmla="*/ 0 w 15"/>
                    <a:gd name="T1" fmla="*/ 1 h 30"/>
                    <a:gd name="T2" fmla="*/ 1 w 15"/>
                    <a:gd name="T3" fmla="*/ 12 h 30"/>
                    <a:gd name="T4" fmla="*/ 0 w 15"/>
                    <a:gd name="T5" fmla="*/ 21 h 30"/>
                    <a:gd name="T6" fmla="*/ 2 w 15"/>
                    <a:gd name="T7" fmla="*/ 28 h 30"/>
                    <a:gd name="T8" fmla="*/ 7 w 15"/>
                    <a:gd name="T9" fmla="*/ 30 h 30"/>
                    <a:gd name="T10" fmla="*/ 12 w 15"/>
                    <a:gd name="T11" fmla="*/ 26 h 30"/>
                    <a:gd name="T12" fmla="*/ 15 w 15"/>
                    <a:gd name="T13" fmla="*/ 18 h 30"/>
                    <a:gd name="T14" fmla="*/ 3 w 15"/>
                    <a:gd name="T15" fmla="*/ 0 h 30"/>
                    <a:gd name="T16" fmla="*/ 0 w 15"/>
                    <a:gd name="T17" fmla="*/ 1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5" h="30">
                      <a:moveTo>
                        <a:pt x="0" y="1"/>
                      </a:moveTo>
                      <a:cubicBezTo>
                        <a:pt x="1" y="12"/>
                        <a:pt x="1" y="12"/>
                        <a:pt x="1" y="12"/>
                      </a:cubicBezTo>
                      <a:cubicBezTo>
                        <a:pt x="1" y="13"/>
                        <a:pt x="0" y="18"/>
                        <a:pt x="0" y="21"/>
                      </a:cubicBezTo>
                      <a:cubicBezTo>
                        <a:pt x="0" y="24"/>
                        <a:pt x="2" y="25"/>
                        <a:pt x="2" y="28"/>
                      </a:cubicBezTo>
                      <a:cubicBezTo>
                        <a:pt x="7" y="30"/>
                        <a:pt x="7" y="30"/>
                        <a:pt x="7" y="30"/>
                      </a:cubicBezTo>
                      <a:cubicBezTo>
                        <a:pt x="9" y="27"/>
                        <a:pt x="10" y="29"/>
                        <a:pt x="12" y="26"/>
                      </a:cubicBezTo>
                      <a:cubicBezTo>
                        <a:pt x="14" y="23"/>
                        <a:pt x="14" y="21"/>
                        <a:pt x="15" y="18"/>
                      </a:cubicBezTo>
                      <a:cubicBezTo>
                        <a:pt x="12" y="7"/>
                        <a:pt x="13" y="5"/>
                        <a:pt x="3" y="0"/>
                      </a:cubicBezTo>
                      <a:lnTo>
                        <a:pt x="0" y="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6" name="íṥľíďè"/>
                <p:cNvSpPr/>
                <p:nvPr/>
              </p:nvSpPr>
              <p:spPr bwMode="auto">
                <a:xfrm>
                  <a:off x="5221288" y="3184525"/>
                  <a:ext cx="36513" cy="122238"/>
                </a:xfrm>
                <a:custGeom>
                  <a:avLst/>
                  <a:gdLst>
                    <a:gd name="T0" fmla="*/ 0 w 11"/>
                    <a:gd name="T1" fmla="*/ 3 h 37"/>
                    <a:gd name="T2" fmla="*/ 2 w 11"/>
                    <a:gd name="T3" fmla="*/ 14 h 37"/>
                    <a:gd name="T4" fmla="*/ 0 w 11"/>
                    <a:gd name="T5" fmla="*/ 33 h 37"/>
                    <a:gd name="T6" fmla="*/ 0 w 11"/>
                    <a:gd name="T7" fmla="*/ 36 h 37"/>
                    <a:gd name="T8" fmla="*/ 2 w 11"/>
                    <a:gd name="T9" fmla="*/ 37 h 37"/>
                    <a:gd name="T10" fmla="*/ 8 w 11"/>
                    <a:gd name="T11" fmla="*/ 27 h 37"/>
                    <a:gd name="T12" fmla="*/ 11 w 11"/>
                    <a:gd name="T13" fmla="*/ 17 h 37"/>
                    <a:gd name="T14" fmla="*/ 11 w 11"/>
                    <a:gd name="T15" fmla="*/ 15 h 37"/>
                    <a:gd name="T16" fmla="*/ 7 w 11"/>
                    <a:gd name="T17" fmla="*/ 2 h 37"/>
                    <a:gd name="T18" fmla="*/ 2 w 11"/>
                    <a:gd name="T19" fmla="*/ 0 h 37"/>
                    <a:gd name="T20" fmla="*/ 0 w 11"/>
                    <a:gd name="T21" fmla="*/ 3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1" h="37">
                      <a:moveTo>
                        <a:pt x="0" y="3"/>
                      </a:moveTo>
                      <a:cubicBezTo>
                        <a:pt x="2" y="14"/>
                        <a:pt x="2" y="14"/>
                        <a:pt x="2" y="14"/>
                      </a:cubicBezTo>
                      <a:cubicBezTo>
                        <a:pt x="2" y="19"/>
                        <a:pt x="0" y="27"/>
                        <a:pt x="0" y="33"/>
                      </a:cubicBezTo>
                      <a:cubicBezTo>
                        <a:pt x="0" y="36"/>
                        <a:pt x="0" y="36"/>
                        <a:pt x="0" y="36"/>
                      </a:cubicBezTo>
                      <a:cubicBezTo>
                        <a:pt x="2" y="36"/>
                        <a:pt x="1" y="37"/>
                        <a:pt x="2" y="37"/>
                      </a:cubicBezTo>
                      <a:cubicBezTo>
                        <a:pt x="3" y="37"/>
                        <a:pt x="7" y="28"/>
                        <a:pt x="8" y="27"/>
                      </a:cubicBezTo>
                      <a:cubicBezTo>
                        <a:pt x="9" y="24"/>
                        <a:pt x="11" y="21"/>
                        <a:pt x="11" y="17"/>
                      </a:cubicBezTo>
                      <a:cubicBezTo>
                        <a:pt x="11" y="15"/>
                        <a:pt x="11" y="15"/>
                        <a:pt x="11" y="15"/>
                      </a:cubicBezTo>
                      <a:cubicBezTo>
                        <a:pt x="11" y="7"/>
                        <a:pt x="8" y="7"/>
                        <a:pt x="7" y="2"/>
                      </a:cubicBezTo>
                      <a:cubicBezTo>
                        <a:pt x="2" y="0"/>
                        <a:pt x="2" y="0"/>
                        <a:pt x="2" y="0"/>
                      </a:cubicBezTo>
                      <a:cubicBezTo>
                        <a:pt x="2" y="1"/>
                        <a:pt x="0" y="1"/>
                        <a:pt x="0" y="3"/>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7" name="íś1iḑe"/>
                <p:cNvSpPr/>
                <p:nvPr/>
              </p:nvSpPr>
              <p:spPr bwMode="auto">
                <a:xfrm>
                  <a:off x="4554538" y="3251200"/>
                  <a:ext cx="119063" cy="58738"/>
                </a:xfrm>
                <a:custGeom>
                  <a:avLst/>
                  <a:gdLst>
                    <a:gd name="T0" fmla="*/ 0 w 36"/>
                    <a:gd name="T1" fmla="*/ 15 h 18"/>
                    <a:gd name="T2" fmla="*/ 2 w 36"/>
                    <a:gd name="T3" fmla="*/ 16 h 18"/>
                    <a:gd name="T4" fmla="*/ 13 w 36"/>
                    <a:gd name="T5" fmla="*/ 18 h 18"/>
                    <a:gd name="T6" fmla="*/ 16 w 36"/>
                    <a:gd name="T7" fmla="*/ 18 h 18"/>
                    <a:gd name="T8" fmla="*/ 22 w 36"/>
                    <a:gd name="T9" fmla="*/ 17 h 18"/>
                    <a:gd name="T10" fmla="*/ 23 w 36"/>
                    <a:gd name="T11" fmla="*/ 17 h 18"/>
                    <a:gd name="T12" fmla="*/ 30 w 36"/>
                    <a:gd name="T13" fmla="*/ 13 h 18"/>
                    <a:gd name="T14" fmla="*/ 36 w 36"/>
                    <a:gd name="T15" fmla="*/ 8 h 18"/>
                    <a:gd name="T16" fmla="*/ 36 w 36"/>
                    <a:gd name="T17" fmla="*/ 7 h 18"/>
                    <a:gd name="T18" fmla="*/ 36 w 36"/>
                    <a:gd name="T19" fmla="*/ 4 h 18"/>
                    <a:gd name="T20" fmla="*/ 32 w 36"/>
                    <a:gd name="T21" fmla="*/ 0 h 18"/>
                    <a:gd name="T22" fmla="*/ 24 w 36"/>
                    <a:gd name="T23" fmla="*/ 3 h 18"/>
                    <a:gd name="T24" fmla="*/ 16 w 36"/>
                    <a:gd name="T25" fmla="*/ 7 h 18"/>
                    <a:gd name="T26" fmla="*/ 0 w 36"/>
                    <a:gd name="T27" fmla="*/ 15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6" h="18">
                      <a:moveTo>
                        <a:pt x="0" y="15"/>
                      </a:moveTo>
                      <a:cubicBezTo>
                        <a:pt x="1" y="16"/>
                        <a:pt x="1" y="16"/>
                        <a:pt x="2" y="16"/>
                      </a:cubicBezTo>
                      <a:cubicBezTo>
                        <a:pt x="6" y="16"/>
                        <a:pt x="9" y="18"/>
                        <a:pt x="13" y="18"/>
                      </a:cubicBezTo>
                      <a:cubicBezTo>
                        <a:pt x="16" y="18"/>
                        <a:pt x="16" y="18"/>
                        <a:pt x="16" y="18"/>
                      </a:cubicBezTo>
                      <a:cubicBezTo>
                        <a:pt x="22" y="17"/>
                        <a:pt x="22" y="17"/>
                        <a:pt x="22" y="17"/>
                      </a:cubicBezTo>
                      <a:cubicBezTo>
                        <a:pt x="23" y="17"/>
                        <a:pt x="23" y="17"/>
                        <a:pt x="23" y="17"/>
                      </a:cubicBezTo>
                      <a:cubicBezTo>
                        <a:pt x="26" y="16"/>
                        <a:pt x="28" y="14"/>
                        <a:pt x="30" y="13"/>
                      </a:cubicBezTo>
                      <a:cubicBezTo>
                        <a:pt x="34" y="11"/>
                        <a:pt x="33" y="10"/>
                        <a:pt x="36" y="8"/>
                      </a:cubicBezTo>
                      <a:cubicBezTo>
                        <a:pt x="36" y="7"/>
                        <a:pt x="36" y="7"/>
                        <a:pt x="36" y="7"/>
                      </a:cubicBezTo>
                      <a:cubicBezTo>
                        <a:pt x="36" y="4"/>
                        <a:pt x="36" y="4"/>
                        <a:pt x="36" y="4"/>
                      </a:cubicBezTo>
                      <a:cubicBezTo>
                        <a:pt x="36" y="1"/>
                        <a:pt x="33" y="2"/>
                        <a:pt x="32" y="0"/>
                      </a:cubicBezTo>
                      <a:cubicBezTo>
                        <a:pt x="29" y="1"/>
                        <a:pt x="27" y="1"/>
                        <a:pt x="24" y="3"/>
                      </a:cubicBezTo>
                      <a:cubicBezTo>
                        <a:pt x="21" y="4"/>
                        <a:pt x="19" y="6"/>
                        <a:pt x="16" y="7"/>
                      </a:cubicBezTo>
                      <a:cubicBezTo>
                        <a:pt x="11" y="11"/>
                        <a:pt x="4" y="10"/>
                        <a:pt x="0" y="1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8" name="iṩ1iḋè"/>
                <p:cNvSpPr/>
                <p:nvPr/>
              </p:nvSpPr>
              <p:spPr bwMode="auto">
                <a:xfrm>
                  <a:off x="6359526" y="3263900"/>
                  <a:ext cx="93663" cy="139700"/>
                </a:xfrm>
                <a:custGeom>
                  <a:avLst/>
                  <a:gdLst>
                    <a:gd name="T0" fmla="*/ 15 w 28"/>
                    <a:gd name="T1" fmla="*/ 1 h 42"/>
                    <a:gd name="T2" fmla="*/ 6 w 28"/>
                    <a:gd name="T3" fmla="*/ 11 h 42"/>
                    <a:gd name="T4" fmla="*/ 6 w 28"/>
                    <a:gd name="T5" fmla="*/ 13 h 42"/>
                    <a:gd name="T6" fmla="*/ 5 w 28"/>
                    <a:gd name="T7" fmla="*/ 16 h 42"/>
                    <a:gd name="T8" fmla="*/ 6 w 28"/>
                    <a:gd name="T9" fmla="*/ 20 h 42"/>
                    <a:gd name="T10" fmla="*/ 6 w 28"/>
                    <a:gd name="T11" fmla="*/ 21 h 42"/>
                    <a:gd name="T12" fmla="*/ 0 w 28"/>
                    <a:gd name="T13" fmla="*/ 38 h 42"/>
                    <a:gd name="T14" fmla="*/ 0 w 28"/>
                    <a:gd name="T15" fmla="*/ 41 h 42"/>
                    <a:gd name="T16" fmla="*/ 3 w 28"/>
                    <a:gd name="T17" fmla="*/ 42 h 42"/>
                    <a:gd name="T18" fmla="*/ 9 w 28"/>
                    <a:gd name="T19" fmla="*/ 32 h 42"/>
                    <a:gd name="T20" fmla="*/ 12 w 28"/>
                    <a:gd name="T21" fmla="*/ 26 h 42"/>
                    <a:gd name="T22" fmla="*/ 14 w 28"/>
                    <a:gd name="T23" fmla="*/ 26 h 42"/>
                    <a:gd name="T24" fmla="*/ 20 w 28"/>
                    <a:gd name="T25" fmla="*/ 26 h 42"/>
                    <a:gd name="T26" fmla="*/ 28 w 28"/>
                    <a:gd name="T27" fmla="*/ 14 h 42"/>
                    <a:gd name="T28" fmla="*/ 28 w 28"/>
                    <a:gd name="T29" fmla="*/ 6 h 42"/>
                    <a:gd name="T30" fmla="*/ 28 w 28"/>
                    <a:gd name="T31" fmla="*/ 5 h 42"/>
                    <a:gd name="T32" fmla="*/ 27 w 28"/>
                    <a:gd name="T33" fmla="*/ 3 h 42"/>
                    <a:gd name="T34" fmla="*/ 26 w 28"/>
                    <a:gd name="T35" fmla="*/ 3 h 42"/>
                    <a:gd name="T36" fmla="*/ 24 w 28"/>
                    <a:gd name="T37" fmla="*/ 3 h 42"/>
                    <a:gd name="T38" fmla="*/ 23 w 28"/>
                    <a:gd name="T39" fmla="*/ 3 h 42"/>
                    <a:gd name="T40" fmla="*/ 20 w 28"/>
                    <a:gd name="T41" fmla="*/ 0 h 42"/>
                    <a:gd name="T42" fmla="*/ 15 w 28"/>
                    <a:gd name="T43" fmla="*/ 1 h 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 h="42">
                      <a:moveTo>
                        <a:pt x="15" y="1"/>
                      </a:moveTo>
                      <a:cubicBezTo>
                        <a:pt x="15" y="10"/>
                        <a:pt x="8" y="6"/>
                        <a:pt x="6" y="11"/>
                      </a:cubicBezTo>
                      <a:cubicBezTo>
                        <a:pt x="6" y="13"/>
                        <a:pt x="6" y="13"/>
                        <a:pt x="6" y="13"/>
                      </a:cubicBezTo>
                      <a:cubicBezTo>
                        <a:pt x="6" y="14"/>
                        <a:pt x="5" y="14"/>
                        <a:pt x="5" y="16"/>
                      </a:cubicBezTo>
                      <a:cubicBezTo>
                        <a:pt x="6" y="20"/>
                        <a:pt x="6" y="20"/>
                        <a:pt x="6" y="20"/>
                      </a:cubicBezTo>
                      <a:cubicBezTo>
                        <a:pt x="6" y="21"/>
                        <a:pt x="6" y="21"/>
                        <a:pt x="6" y="21"/>
                      </a:cubicBezTo>
                      <a:cubicBezTo>
                        <a:pt x="6" y="29"/>
                        <a:pt x="0" y="31"/>
                        <a:pt x="0" y="38"/>
                      </a:cubicBezTo>
                      <a:cubicBezTo>
                        <a:pt x="0" y="41"/>
                        <a:pt x="0" y="41"/>
                        <a:pt x="0" y="41"/>
                      </a:cubicBezTo>
                      <a:cubicBezTo>
                        <a:pt x="2" y="42"/>
                        <a:pt x="2" y="42"/>
                        <a:pt x="3" y="42"/>
                      </a:cubicBezTo>
                      <a:cubicBezTo>
                        <a:pt x="7" y="42"/>
                        <a:pt x="9" y="36"/>
                        <a:pt x="9" y="32"/>
                      </a:cubicBezTo>
                      <a:cubicBezTo>
                        <a:pt x="9" y="29"/>
                        <a:pt x="10" y="26"/>
                        <a:pt x="12" y="26"/>
                      </a:cubicBezTo>
                      <a:cubicBezTo>
                        <a:pt x="14" y="26"/>
                        <a:pt x="14" y="26"/>
                        <a:pt x="14" y="26"/>
                      </a:cubicBezTo>
                      <a:cubicBezTo>
                        <a:pt x="20" y="26"/>
                        <a:pt x="20" y="26"/>
                        <a:pt x="20" y="26"/>
                      </a:cubicBezTo>
                      <a:cubicBezTo>
                        <a:pt x="24" y="24"/>
                        <a:pt x="28" y="21"/>
                        <a:pt x="28" y="14"/>
                      </a:cubicBezTo>
                      <a:cubicBezTo>
                        <a:pt x="28" y="6"/>
                        <a:pt x="28" y="6"/>
                        <a:pt x="28" y="6"/>
                      </a:cubicBezTo>
                      <a:cubicBezTo>
                        <a:pt x="28" y="5"/>
                        <a:pt x="28" y="5"/>
                        <a:pt x="28" y="5"/>
                      </a:cubicBezTo>
                      <a:cubicBezTo>
                        <a:pt x="27" y="3"/>
                        <a:pt x="27" y="3"/>
                        <a:pt x="27" y="3"/>
                      </a:cubicBezTo>
                      <a:cubicBezTo>
                        <a:pt x="26" y="3"/>
                        <a:pt x="26" y="3"/>
                        <a:pt x="26" y="3"/>
                      </a:cubicBezTo>
                      <a:cubicBezTo>
                        <a:pt x="24" y="3"/>
                        <a:pt x="24" y="3"/>
                        <a:pt x="24" y="3"/>
                      </a:cubicBezTo>
                      <a:cubicBezTo>
                        <a:pt x="23" y="3"/>
                        <a:pt x="23" y="3"/>
                        <a:pt x="23" y="3"/>
                      </a:cubicBezTo>
                      <a:cubicBezTo>
                        <a:pt x="20" y="0"/>
                        <a:pt x="20" y="0"/>
                        <a:pt x="20" y="0"/>
                      </a:cubicBezTo>
                      <a:lnTo>
                        <a:pt x="15" y="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9" name="íṩlïḓè"/>
                <p:cNvSpPr/>
                <p:nvPr/>
              </p:nvSpPr>
              <p:spPr bwMode="auto">
                <a:xfrm>
                  <a:off x="5826126" y="3273425"/>
                  <a:ext cx="223838" cy="293688"/>
                </a:xfrm>
                <a:custGeom>
                  <a:avLst/>
                  <a:gdLst>
                    <a:gd name="T0" fmla="*/ 38 w 68"/>
                    <a:gd name="T1" fmla="*/ 16 h 88"/>
                    <a:gd name="T2" fmla="*/ 40 w 68"/>
                    <a:gd name="T3" fmla="*/ 5 h 88"/>
                    <a:gd name="T4" fmla="*/ 36 w 68"/>
                    <a:gd name="T5" fmla="*/ 1 h 88"/>
                    <a:gd name="T6" fmla="*/ 36 w 68"/>
                    <a:gd name="T7" fmla="*/ 1 h 88"/>
                    <a:gd name="T8" fmla="*/ 33 w 68"/>
                    <a:gd name="T9" fmla="*/ 0 h 88"/>
                    <a:gd name="T10" fmla="*/ 24 w 68"/>
                    <a:gd name="T11" fmla="*/ 7 h 88"/>
                    <a:gd name="T12" fmla="*/ 24 w 68"/>
                    <a:gd name="T13" fmla="*/ 8 h 88"/>
                    <a:gd name="T14" fmla="*/ 26 w 68"/>
                    <a:gd name="T15" fmla="*/ 18 h 88"/>
                    <a:gd name="T16" fmla="*/ 27 w 68"/>
                    <a:gd name="T17" fmla="*/ 28 h 88"/>
                    <a:gd name="T18" fmla="*/ 27 w 68"/>
                    <a:gd name="T19" fmla="*/ 39 h 88"/>
                    <a:gd name="T20" fmla="*/ 16 w 68"/>
                    <a:gd name="T21" fmla="*/ 48 h 88"/>
                    <a:gd name="T22" fmla="*/ 7 w 68"/>
                    <a:gd name="T23" fmla="*/ 49 h 88"/>
                    <a:gd name="T24" fmla="*/ 5 w 68"/>
                    <a:gd name="T25" fmla="*/ 49 h 88"/>
                    <a:gd name="T26" fmla="*/ 4 w 68"/>
                    <a:gd name="T27" fmla="*/ 49 h 88"/>
                    <a:gd name="T28" fmla="*/ 0 w 68"/>
                    <a:gd name="T29" fmla="*/ 54 h 88"/>
                    <a:gd name="T30" fmla="*/ 5 w 68"/>
                    <a:gd name="T31" fmla="*/ 60 h 88"/>
                    <a:gd name="T32" fmla="*/ 11 w 68"/>
                    <a:gd name="T33" fmla="*/ 60 h 88"/>
                    <a:gd name="T34" fmla="*/ 13 w 68"/>
                    <a:gd name="T35" fmla="*/ 59 h 88"/>
                    <a:gd name="T36" fmla="*/ 20 w 68"/>
                    <a:gd name="T37" fmla="*/ 66 h 88"/>
                    <a:gd name="T38" fmla="*/ 17 w 68"/>
                    <a:gd name="T39" fmla="*/ 72 h 88"/>
                    <a:gd name="T40" fmla="*/ 13 w 68"/>
                    <a:gd name="T41" fmla="*/ 76 h 88"/>
                    <a:gd name="T42" fmla="*/ 2 w 68"/>
                    <a:gd name="T43" fmla="*/ 82 h 88"/>
                    <a:gd name="T44" fmla="*/ 2 w 68"/>
                    <a:gd name="T45" fmla="*/ 83 h 88"/>
                    <a:gd name="T46" fmla="*/ 2 w 68"/>
                    <a:gd name="T47" fmla="*/ 87 h 88"/>
                    <a:gd name="T48" fmla="*/ 4 w 68"/>
                    <a:gd name="T49" fmla="*/ 88 h 88"/>
                    <a:gd name="T50" fmla="*/ 25 w 68"/>
                    <a:gd name="T51" fmla="*/ 77 h 88"/>
                    <a:gd name="T52" fmla="*/ 31 w 68"/>
                    <a:gd name="T53" fmla="*/ 69 h 88"/>
                    <a:gd name="T54" fmla="*/ 40 w 68"/>
                    <a:gd name="T55" fmla="*/ 63 h 88"/>
                    <a:gd name="T56" fmla="*/ 52 w 68"/>
                    <a:gd name="T57" fmla="*/ 70 h 88"/>
                    <a:gd name="T58" fmla="*/ 48 w 68"/>
                    <a:gd name="T59" fmla="*/ 79 h 88"/>
                    <a:gd name="T60" fmla="*/ 59 w 68"/>
                    <a:gd name="T61" fmla="*/ 81 h 88"/>
                    <a:gd name="T62" fmla="*/ 68 w 68"/>
                    <a:gd name="T63" fmla="*/ 71 h 88"/>
                    <a:gd name="T64" fmla="*/ 59 w 68"/>
                    <a:gd name="T65" fmla="*/ 62 h 88"/>
                    <a:gd name="T66" fmla="*/ 44 w 68"/>
                    <a:gd name="T67" fmla="*/ 60 h 88"/>
                    <a:gd name="T68" fmla="*/ 42 w 68"/>
                    <a:gd name="T69" fmla="*/ 60 h 88"/>
                    <a:gd name="T70" fmla="*/ 36 w 68"/>
                    <a:gd name="T71" fmla="*/ 53 h 88"/>
                    <a:gd name="T72" fmla="*/ 48 w 68"/>
                    <a:gd name="T73" fmla="*/ 42 h 88"/>
                    <a:gd name="T74" fmla="*/ 59 w 68"/>
                    <a:gd name="T75" fmla="*/ 32 h 88"/>
                    <a:gd name="T76" fmla="*/ 59 w 68"/>
                    <a:gd name="T77" fmla="*/ 30 h 88"/>
                    <a:gd name="T78" fmla="*/ 59 w 68"/>
                    <a:gd name="T79" fmla="*/ 29 h 88"/>
                    <a:gd name="T80" fmla="*/ 54 w 68"/>
                    <a:gd name="T81" fmla="*/ 26 h 88"/>
                    <a:gd name="T82" fmla="*/ 51 w 68"/>
                    <a:gd name="T83" fmla="*/ 27 h 88"/>
                    <a:gd name="T84" fmla="*/ 50 w 68"/>
                    <a:gd name="T85" fmla="*/ 27 h 88"/>
                    <a:gd name="T86" fmla="*/ 41 w 68"/>
                    <a:gd name="T87" fmla="*/ 33 h 88"/>
                    <a:gd name="T88" fmla="*/ 38 w 68"/>
                    <a:gd name="T89" fmla="*/ 28 h 88"/>
                    <a:gd name="T90" fmla="*/ 38 w 68"/>
                    <a:gd name="T91" fmla="*/ 27 h 88"/>
                    <a:gd name="T92" fmla="*/ 38 w 68"/>
                    <a:gd name="T93" fmla="*/ 16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68" h="88">
                      <a:moveTo>
                        <a:pt x="38" y="16"/>
                      </a:moveTo>
                      <a:cubicBezTo>
                        <a:pt x="39" y="11"/>
                        <a:pt x="40" y="9"/>
                        <a:pt x="40" y="5"/>
                      </a:cubicBezTo>
                      <a:cubicBezTo>
                        <a:pt x="40" y="3"/>
                        <a:pt x="38" y="1"/>
                        <a:pt x="36" y="1"/>
                      </a:cubicBezTo>
                      <a:cubicBezTo>
                        <a:pt x="36" y="1"/>
                        <a:pt x="36" y="1"/>
                        <a:pt x="36" y="1"/>
                      </a:cubicBezTo>
                      <a:cubicBezTo>
                        <a:pt x="34" y="1"/>
                        <a:pt x="34" y="1"/>
                        <a:pt x="33" y="0"/>
                      </a:cubicBezTo>
                      <a:cubicBezTo>
                        <a:pt x="28" y="3"/>
                        <a:pt x="28" y="1"/>
                        <a:pt x="24" y="7"/>
                      </a:cubicBezTo>
                      <a:cubicBezTo>
                        <a:pt x="24" y="8"/>
                        <a:pt x="24" y="8"/>
                        <a:pt x="24" y="8"/>
                      </a:cubicBezTo>
                      <a:cubicBezTo>
                        <a:pt x="24" y="12"/>
                        <a:pt x="26" y="14"/>
                        <a:pt x="26" y="18"/>
                      </a:cubicBezTo>
                      <a:cubicBezTo>
                        <a:pt x="27" y="28"/>
                        <a:pt x="27" y="28"/>
                        <a:pt x="27" y="28"/>
                      </a:cubicBezTo>
                      <a:cubicBezTo>
                        <a:pt x="27" y="39"/>
                        <a:pt x="27" y="39"/>
                        <a:pt x="27" y="39"/>
                      </a:cubicBezTo>
                      <a:cubicBezTo>
                        <a:pt x="28" y="45"/>
                        <a:pt x="22" y="48"/>
                        <a:pt x="16" y="48"/>
                      </a:cubicBezTo>
                      <a:cubicBezTo>
                        <a:pt x="7" y="49"/>
                        <a:pt x="7" y="49"/>
                        <a:pt x="7" y="49"/>
                      </a:cubicBezTo>
                      <a:cubicBezTo>
                        <a:pt x="5" y="49"/>
                        <a:pt x="5" y="49"/>
                        <a:pt x="5" y="49"/>
                      </a:cubicBezTo>
                      <a:cubicBezTo>
                        <a:pt x="4" y="49"/>
                        <a:pt x="4" y="49"/>
                        <a:pt x="4" y="49"/>
                      </a:cubicBezTo>
                      <a:cubicBezTo>
                        <a:pt x="2" y="50"/>
                        <a:pt x="0" y="51"/>
                        <a:pt x="0" y="54"/>
                      </a:cubicBezTo>
                      <a:cubicBezTo>
                        <a:pt x="0" y="56"/>
                        <a:pt x="3" y="60"/>
                        <a:pt x="5" y="60"/>
                      </a:cubicBezTo>
                      <a:cubicBezTo>
                        <a:pt x="11" y="60"/>
                        <a:pt x="11" y="60"/>
                        <a:pt x="11" y="60"/>
                      </a:cubicBezTo>
                      <a:cubicBezTo>
                        <a:pt x="12" y="60"/>
                        <a:pt x="12" y="60"/>
                        <a:pt x="13" y="59"/>
                      </a:cubicBezTo>
                      <a:cubicBezTo>
                        <a:pt x="17" y="62"/>
                        <a:pt x="17" y="60"/>
                        <a:pt x="20" y="66"/>
                      </a:cubicBezTo>
                      <a:cubicBezTo>
                        <a:pt x="18" y="69"/>
                        <a:pt x="20" y="68"/>
                        <a:pt x="17" y="72"/>
                      </a:cubicBezTo>
                      <a:cubicBezTo>
                        <a:pt x="15" y="73"/>
                        <a:pt x="15" y="75"/>
                        <a:pt x="13" y="76"/>
                      </a:cubicBezTo>
                      <a:cubicBezTo>
                        <a:pt x="8" y="79"/>
                        <a:pt x="7" y="80"/>
                        <a:pt x="2" y="82"/>
                      </a:cubicBezTo>
                      <a:cubicBezTo>
                        <a:pt x="2" y="83"/>
                        <a:pt x="2" y="83"/>
                        <a:pt x="2" y="83"/>
                      </a:cubicBezTo>
                      <a:cubicBezTo>
                        <a:pt x="2" y="87"/>
                        <a:pt x="2" y="87"/>
                        <a:pt x="2" y="87"/>
                      </a:cubicBezTo>
                      <a:cubicBezTo>
                        <a:pt x="4" y="87"/>
                        <a:pt x="3" y="88"/>
                        <a:pt x="4" y="88"/>
                      </a:cubicBezTo>
                      <a:cubicBezTo>
                        <a:pt x="13" y="88"/>
                        <a:pt x="20" y="82"/>
                        <a:pt x="25" y="77"/>
                      </a:cubicBezTo>
                      <a:cubicBezTo>
                        <a:pt x="26" y="76"/>
                        <a:pt x="30" y="71"/>
                        <a:pt x="31" y="69"/>
                      </a:cubicBezTo>
                      <a:cubicBezTo>
                        <a:pt x="33" y="65"/>
                        <a:pt x="35" y="63"/>
                        <a:pt x="40" y="63"/>
                      </a:cubicBezTo>
                      <a:cubicBezTo>
                        <a:pt x="45" y="63"/>
                        <a:pt x="49" y="67"/>
                        <a:pt x="52" y="70"/>
                      </a:cubicBezTo>
                      <a:cubicBezTo>
                        <a:pt x="48" y="79"/>
                        <a:pt x="48" y="79"/>
                        <a:pt x="48" y="79"/>
                      </a:cubicBezTo>
                      <a:cubicBezTo>
                        <a:pt x="50" y="79"/>
                        <a:pt x="58" y="81"/>
                        <a:pt x="59" y="81"/>
                      </a:cubicBezTo>
                      <a:cubicBezTo>
                        <a:pt x="65" y="81"/>
                        <a:pt x="67" y="76"/>
                        <a:pt x="68" y="71"/>
                      </a:cubicBezTo>
                      <a:cubicBezTo>
                        <a:pt x="67" y="65"/>
                        <a:pt x="63" y="64"/>
                        <a:pt x="59" y="62"/>
                      </a:cubicBezTo>
                      <a:cubicBezTo>
                        <a:pt x="53" y="59"/>
                        <a:pt x="51" y="60"/>
                        <a:pt x="44" y="60"/>
                      </a:cubicBezTo>
                      <a:cubicBezTo>
                        <a:pt x="43" y="60"/>
                        <a:pt x="43" y="60"/>
                        <a:pt x="42" y="60"/>
                      </a:cubicBezTo>
                      <a:cubicBezTo>
                        <a:pt x="40" y="59"/>
                        <a:pt x="36" y="56"/>
                        <a:pt x="36" y="53"/>
                      </a:cubicBezTo>
                      <a:cubicBezTo>
                        <a:pt x="36" y="51"/>
                        <a:pt x="45" y="44"/>
                        <a:pt x="48" y="42"/>
                      </a:cubicBezTo>
                      <a:cubicBezTo>
                        <a:pt x="50" y="41"/>
                        <a:pt x="59" y="34"/>
                        <a:pt x="59" y="32"/>
                      </a:cubicBezTo>
                      <a:cubicBezTo>
                        <a:pt x="59" y="30"/>
                        <a:pt x="59" y="30"/>
                        <a:pt x="59" y="30"/>
                      </a:cubicBezTo>
                      <a:cubicBezTo>
                        <a:pt x="59" y="29"/>
                        <a:pt x="59" y="29"/>
                        <a:pt x="59" y="29"/>
                      </a:cubicBezTo>
                      <a:cubicBezTo>
                        <a:pt x="54" y="26"/>
                        <a:pt x="54" y="26"/>
                        <a:pt x="54" y="26"/>
                      </a:cubicBezTo>
                      <a:cubicBezTo>
                        <a:pt x="53" y="27"/>
                        <a:pt x="53" y="27"/>
                        <a:pt x="51" y="27"/>
                      </a:cubicBezTo>
                      <a:cubicBezTo>
                        <a:pt x="50" y="27"/>
                        <a:pt x="50" y="27"/>
                        <a:pt x="50" y="27"/>
                      </a:cubicBezTo>
                      <a:cubicBezTo>
                        <a:pt x="46" y="32"/>
                        <a:pt x="46" y="30"/>
                        <a:pt x="41" y="33"/>
                      </a:cubicBezTo>
                      <a:cubicBezTo>
                        <a:pt x="40" y="31"/>
                        <a:pt x="39" y="30"/>
                        <a:pt x="38" y="28"/>
                      </a:cubicBezTo>
                      <a:cubicBezTo>
                        <a:pt x="38" y="27"/>
                        <a:pt x="38" y="27"/>
                        <a:pt x="38" y="27"/>
                      </a:cubicBezTo>
                      <a:lnTo>
                        <a:pt x="38" y="16"/>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0" name="ísḷïďè"/>
                <p:cNvSpPr/>
                <p:nvPr/>
              </p:nvSpPr>
              <p:spPr bwMode="auto">
                <a:xfrm>
                  <a:off x="4518026" y="3506788"/>
                  <a:ext cx="53975" cy="71438"/>
                </a:xfrm>
                <a:custGeom>
                  <a:avLst/>
                  <a:gdLst>
                    <a:gd name="T0" fmla="*/ 14 w 16"/>
                    <a:gd name="T1" fmla="*/ 17 h 21"/>
                    <a:gd name="T2" fmla="*/ 16 w 16"/>
                    <a:gd name="T3" fmla="*/ 12 h 21"/>
                    <a:gd name="T4" fmla="*/ 11 w 16"/>
                    <a:gd name="T5" fmla="*/ 5 h 21"/>
                    <a:gd name="T6" fmla="*/ 5 w 16"/>
                    <a:gd name="T7" fmla="*/ 0 h 21"/>
                    <a:gd name="T8" fmla="*/ 2 w 16"/>
                    <a:gd name="T9" fmla="*/ 4 h 21"/>
                    <a:gd name="T10" fmla="*/ 2 w 16"/>
                    <a:gd name="T11" fmla="*/ 5 h 21"/>
                    <a:gd name="T12" fmla="*/ 2 w 16"/>
                    <a:gd name="T13" fmla="*/ 8 h 21"/>
                    <a:gd name="T14" fmla="*/ 2 w 16"/>
                    <a:gd name="T15" fmla="*/ 9 h 21"/>
                    <a:gd name="T16" fmla="*/ 0 w 16"/>
                    <a:gd name="T17" fmla="*/ 17 h 21"/>
                    <a:gd name="T18" fmla="*/ 3 w 16"/>
                    <a:gd name="T19" fmla="*/ 21 h 21"/>
                    <a:gd name="T20" fmla="*/ 4 w 16"/>
                    <a:gd name="T21" fmla="*/ 21 h 21"/>
                    <a:gd name="T22" fmla="*/ 5 w 16"/>
                    <a:gd name="T23" fmla="*/ 21 h 21"/>
                    <a:gd name="T24" fmla="*/ 14 w 16"/>
                    <a:gd name="T25" fmla="*/ 17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1">
                      <a:moveTo>
                        <a:pt x="14" y="17"/>
                      </a:moveTo>
                      <a:cubicBezTo>
                        <a:pt x="14" y="15"/>
                        <a:pt x="16" y="13"/>
                        <a:pt x="16" y="12"/>
                      </a:cubicBezTo>
                      <a:cubicBezTo>
                        <a:pt x="16" y="11"/>
                        <a:pt x="12" y="7"/>
                        <a:pt x="11" y="5"/>
                      </a:cubicBezTo>
                      <a:cubicBezTo>
                        <a:pt x="11" y="3"/>
                        <a:pt x="8" y="0"/>
                        <a:pt x="5" y="0"/>
                      </a:cubicBezTo>
                      <a:cubicBezTo>
                        <a:pt x="4" y="0"/>
                        <a:pt x="3" y="3"/>
                        <a:pt x="2" y="4"/>
                      </a:cubicBezTo>
                      <a:cubicBezTo>
                        <a:pt x="2" y="5"/>
                        <a:pt x="2" y="5"/>
                        <a:pt x="2" y="5"/>
                      </a:cubicBezTo>
                      <a:cubicBezTo>
                        <a:pt x="2" y="8"/>
                        <a:pt x="2" y="8"/>
                        <a:pt x="2" y="8"/>
                      </a:cubicBezTo>
                      <a:cubicBezTo>
                        <a:pt x="2" y="9"/>
                        <a:pt x="2" y="9"/>
                        <a:pt x="2" y="9"/>
                      </a:cubicBezTo>
                      <a:cubicBezTo>
                        <a:pt x="1" y="11"/>
                        <a:pt x="0" y="14"/>
                        <a:pt x="0" y="17"/>
                      </a:cubicBezTo>
                      <a:cubicBezTo>
                        <a:pt x="0" y="19"/>
                        <a:pt x="1" y="20"/>
                        <a:pt x="3" y="21"/>
                      </a:cubicBezTo>
                      <a:cubicBezTo>
                        <a:pt x="4" y="21"/>
                        <a:pt x="4" y="21"/>
                        <a:pt x="4" y="21"/>
                      </a:cubicBezTo>
                      <a:cubicBezTo>
                        <a:pt x="5" y="21"/>
                        <a:pt x="5" y="21"/>
                        <a:pt x="5" y="21"/>
                      </a:cubicBezTo>
                      <a:cubicBezTo>
                        <a:pt x="7" y="21"/>
                        <a:pt x="11" y="17"/>
                        <a:pt x="14" y="17"/>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1" name="îṧļîḓé"/>
                <p:cNvSpPr/>
                <p:nvPr/>
              </p:nvSpPr>
              <p:spPr bwMode="auto">
                <a:xfrm>
                  <a:off x="5319713" y="3133725"/>
                  <a:ext cx="222250" cy="500063"/>
                </a:xfrm>
                <a:custGeom>
                  <a:avLst/>
                  <a:gdLst>
                    <a:gd name="T0" fmla="*/ 47 w 67"/>
                    <a:gd name="T1" fmla="*/ 96 h 150"/>
                    <a:gd name="T2" fmla="*/ 51 w 67"/>
                    <a:gd name="T3" fmla="*/ 96 h 150"/>
                    <a:gd name="T4" fmla="*/ 46 w 67"/>
                    <a:gd name="T5" fmla="*/ 114 h 150"/>
                    <a:gd name="T6" fmla="*/ 42 w 67"/>
                    <a:gd name="T7" fmla="*/ 113 h 150"/>
                    <a:gd name="T8" fmla="*/ 39 w 67"/>
                    <a:gd name="T9" fmla="*/ 108 h 150"/>
                    <a:gd name="T10" fmla="*/ 21 w 67"/>
                    <a:gd name="T11" fmla="*/ 78 h 150"/>
                    <a:gd name="T12" fmla="*/ 29 w 67"/>
                    <a:gd name="T13" fmla="*/ 73 h 150"/>
                    <a:gd name="T14" fmla="*/ 32 w 67"/>
                    <a:gd name="T15" fmla="*/ 74 h 150"/>
                    <a:gd name="T16" fmla="*/ 32 w 67"/>
                    <a:gd name="T17" fmla="*/ 77 h 150"/>
                    <a:gd name="T18" fmla="*/ 32 w 67"/>
                    <a:gd name="T19" fmla="*/ 79 h 150"/>
                    <a:gd name="T20" fmla="*/ 21 w 67"/>
                    <a:gd name="T21" fmla="*/ 78 h 150"/>
                    <a:gd name="T22" fmla="*/ 53 w 67"/>
                    <a:gd name="T23" fmla="*/ 118 h 150"/>
                    <a:gd name="T24" fmla="*/ 66 w 67"/>
                    <a:gd name="T25" fmla="*/ 108 h 150"/>
                    <a:gd name="T26" fmla="*/ 60 w 67"/>
                    <a:gd name="T27" fmla="*/ 98 h 150"/>
                    <a:gd name="T28" fmla="*/ 51 w 67"/>
                    <a:gd name="T29" fmla="*/ 82 h 150"/>
                    <a:gd name="T30" fmla="*/ 47 w 67"/>
                    <a:gd name="T31" fmla="*/ 71 h 150"/>
                    <a:gd name="T32" fmla="*/ 60 w 67"/>
                    <a:gd name="T33" fmla="*/ 58 h 150"/>
                    <a:gd name="T34" fmla="*/ 53 w 67"/>
                    <a:gd name="T35" fmla="*/ 52 h 150"/>
                    <a:gd name="T36" fmla="*/ 44 w 67"/>
                    <a:gd name="T37" fmla="*/ 50 h 150"/>
                    <a:gd name="T38" fmla="*/ 48 w 67"/>
                    <a:gd name="T39" fmla="*/ 38 h 150"/>
                    <a:gd name="T40" fmla="*/ 66 w 67"/>
                    <a:gd name="T41" fmla="*/ 17 h 150"/>
                    <a:gd name="T42" fmla="*/ 66 w 67"/>
                    <a:gd name="T43" fmla="*/ 13 h 150"/>
                    <a:gd name="T44" fmla="*/ 56 w 67"/>
                    <a:gd name="T45" fmla="*/ 1 h 150"/>
                    <a:gd name="T46" fmla="*/ 55 w 67"/>
                    <a:gd name="T47" fmla="*/ 7 h 150"/>
                    <a:gd name="T48" fmla="*/ 50 w 67"/>
                    <a:gd name="T49" fmla="*/ 18 h 150"/>
                    <a:gd name="T50" fmla="*/ 42 w 67"/>
                    <a:gd name="T51" fmla="*/ 15 h 150"/>
                    <a:gd name="T52" fmla="*/ 40 w 67"/>
                    <a:gd name="T53" fmla="*/ 15 h 150"/>
                    <a:gd name="T54" fmla="*/ 41 w 67"/>
                    <a:gd name="T55" fmla="*/ 26 h 150"/>
                    <a:gd name="T56" fmla="*/ 41 w 67"/>
                    <a:gd name="T57" fmla="*/ 30 h 150"/>
                    <a:gd name="T58" fmla="*/ 37 w 67"/>
                    <a:gd name="T59" fmla="*/ 33 h 150"/>
                    <a:gd name="T60" fmla="*/ 30 w 67"/>
                    <a:gd name="T61" fmla="*/ 29 h 150"/>
                    <a:gd name="T62" fmla="*/ 9 w 67"/>
                    <a:gd name="T63" fmla="*/ 50 h 150"/>
                    <a:gd name="T64" fmla="*/ 4 w 67"/>
                    <a:gd name="T65" fmla="*/ 59 h 150"/>
                    <a:gd name="T66" fmla="*/ 23 w 67"/>
                    <a:gd name="T67" fmla="*/ 51 h 150"/>
                    <a:gd name="T68" fmla="*/ 30 w 67"/>
                    <a:gd name="T69" fmla="*/ 58 h 150"/>
                    <a:gd name="T70" fmla="*/ 26 w 67"/>
                    <a:gd name="T71" fmla="*/ 65 h 150"/>
                    <a:gd name="T72" fmla="*/ 19 w 67"/>
                    <a:gd name="T73" fmla="*/ 64 h 150"/>
                    <a:gd name="T74" fmla="*/ 16 w 67"/>
                    <a:gd name="T75" fmla="*/ 67 h 150"/>
                    <a:gd name="T76" fmla="*/ 16 w 67"/>
                    <a:gd name="T77" fmla="*/ 72 h 150"/>
                    <a:gd name="T78" fmla="*/ 3 w 67"/>
                    <a:gd name="T79" fmla="*/ 105 h 150"/>
                    <a:gd name="T80" fmla="*/ 6 w 67"/>
                    <a:gd name="T81" fmla="*/ 110 h 150"/>
                    <a:gd name="T82" fmla="*/ 9 w 67"/>
                    <a:gd name="T83" fmla="*/ 111 h 150"/>
                    <a:gd name="T84" fmla="*/ 24 w 67"/>
                    <a:gd name="T85" fmla="*/ 89 h 150"/>
                    <a:gd name="T86" fmla="*/ 32 w 67"/>
                    <a:gd name="T87" fmla="*/ 93 h 150"/>
                    <a:gd name="T88" fmla="*/ 32 w 67"/>
                    <a:gd name="T89" fmla="*/ 96 h 150"/>
                    <a:gd name="T90" fmla="*/ 29 w 67"/>
                    <a:gd name="T91" fmla="*/ 113 h 150"/>
                    <a:gd name="T92" fmla="*/ 29 w 67"/>
                    <a:gd name="T93" fmla="*/ 115 h 150"/>
                    <a:gd name="T94" fmla="*/ 22 w 67"/>
                    <a:gd name="T95" fmla="*/ 122 h 150"/>
                    <a:gd name="T96" fmla="*/ 10 w 67"/>
                    <a:gd name="T97" fmla="*/ 124 h 150"/>
                    <a:gd name="T98" fmla="*/ 15 w 67"/>
                    <a:gd name="T99" fmla="*/ 144 h 150"/>
                    <a:gd name="T100" fmla="*/ 17 w 67"/>
                    <a:gd name="T101" fmla="*/ 150 h 150"/>
                    <a:gd name="T102" fmla="*/ 38 w 67"/>
                    <a:gd name="T103" fmla="*/ 125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67" h="150">
                      <a:moveTo>
                        <a:pt x="39" y="107"/>
                      </a:moveTo>
                      <a:cubicBezTo>
                        <a:pt x="39" y="103"/>
                        <a:pt x="44" y="96"/>
                        <a:pt x="47" y="96"/>
                      </a:cubicBezTo>
                      <a:cubicBezTo>
                        <a:pt x="50" y="96"/>
                        <a:pt x="50" y="96"/>
                        <a:pt x="50" y="96"/>
                      </a:cubicBezTo>
                      <a:cubicBezTo>
                        <a:pt x="51" y="96"/>
                        <a:pt x="51" y="96"/>
                        <a:pt x="51" y="96"/>
                      </a:cubicBezTo>
                      <a:cubicBezTo>
                        <a:pt x="53" y="98"/>
                        <a:pt x="55" y="101"/>
                        <a:pt x="55" y="104"/>
                      </a:cubicBezTo>
                      <a:cubicBezTo>
                        <a:pt x="55" y="108"/>
                        <a:pt x="49" y="112"/>
                        <a:pt x="46" y="114"/>
                      </a:cubicBezTo>
                      <a:cubicBezTo>
                        <a:pt x="45" y="114"/>
                        <a:pt x="45" y="113"/>
                        <a:pt x="43" y="113"/>
                      </a:cubicBezTo>
                      <a:cubicBezTo>
                        <a:pt x="42" y="113"/>
                        <a:pt x="42" y="113"/>
                        <a:pt x="42" y="113"/>
                      </a:cubicBezTo>
                      <a:cubicBezTo>
                        <a:pt x="39" y="109"/>
                        <a:pt x="39" y="109"/>
                        <a:pt x="39" y="109"/>
                      </a:cubicBezTo>
                      <a:cubicBezTo>
                        <a:pt x="39" y="108"/>
                        <a:pt x="39" y="108"/>
                        <a:pt x="39" y="108"/>
                      </a:cubicBezTo>
                      <a:cubicBezTo>
                        <a:pt x="39" y="107"/>
                        <a:pt x="39" y="107"/>
                        <a:pt x="39" y="107"/>
                      </a:cubicBezTo>
                      <a:close/>
                      <a:moveTo>
                        <a:pt x="21" y="78"/>
                      </a:moveTo>
                      <a:cubicBezTo>
                        <a:pt x="21" y="77"/>
                        <a:pt x="25" y="73"/>
                        <a:pt x="26" y="73"/>
                      </a:cubicBezTo>
                      <a:cubicBezTo>
                        <a:pt x="27" y="73"/>
                        <a:pt x="27" y="73"/>
                        <a:pt x="29" y="73"/>
                      </a:cubicBezTo>
                      <a:cubicBezTo>
                        <a:pt x="30" y="73"/>
                        <a:pt x="30" y="73"/>
                        <a:pt x="30" y="73"/>
                      </a:cubicBezTo>
                      <a:cubicBezTo>
                        <a:pt x="32" y="74"/>
                        <a:pt x="32" y="74"/>
                        <a:pt x="32" y="74"/>
                      </a:cubicBezTo>
                      <a:cubicBezTo>
                        <a:pt x="32" y="76"/>
                        <a:pt x="32" y="76"/>
                        <a:pt x="32" y="76"/>
                      </a:cubicBezTo>
                      <a:cubicBezTo>
                        <a:pt x="32" y="77"/>
                        <a:pt x="32" y="77"/>
                        <a:pt x="32" y="77"/>
                      </a:cubicBezTo>
                      <a:cubicBezTo>
                        <a:pt x="32" y="78"/>
                        <a:pt x="32" y="78"/>
                        <a:pt x="32" y="78"/>
                      </a:cubicBezTo>
                      <a:cubicBezTo>
                        <a:pt x="32" y="79"/>
                        <a:pt x="32" y="79"/>
                        <a:pt x="32" y="79"/>
                      </a:cubicBezTo>
                      <a:cubicBezTo>
                        <a:pt x="31" y="82"/>
                        <a:pt x="29" y="83"/>
                        <a:pt x="25" y="83"/>
                      </a:cubicBezTo>
                      <a:cubicBezTo>
                        <a:pt x="23" y="83"/>
                        <a:pt x="21" y="81"/>
                        <a:pt x="21" y="78"/>
                      </a:cubicBezTo>
                      <a:close/>
                      <a:moveTo>
                        <a:pt x="38" y="125"/>
                      </a:moveTo>
                      <a:cubicBezTo>
                        <a:pt x="43" y="122"/>
                        <a:pt x="47" y="120"/>
                        <a:pt x="53" y="118"/>
                      </a:cubicBezTo>
                      <a:cubicBezTo>
                        <a:pt x="57" y="116"/>
                        <a:pt x="57" y="116"/>
                        <a:pt x="60" y="114"/>
                      </a:cubicBezTo>
                      <a:cubicBezTo>
                        <a:pt x="64" y="111"/>
                        <a:pt x="63" y="110"/>
                        <a:pt x="66" y="108"/>
                      </a:cubicBezTo>
                      <a:cubicBezTo>
                        <a:pt x="67" y="104"/>
                        <a:pt x="67" y="104"/>
                        <a:pt x="67" y="104"/>
                      </a:cubicBezTo>
                      <a:cubicBezTo>
                        <a:pt x="64" y="100"/>
                        <a:pt x="64" y="101"/>
                        <a:pt x="60" y="98"/>
                      </a:cubicBezTo>
                      <a:cubicBezTo>
                        <a:pt x="58" y="96"/>
                        <a:pt x="55" y="95"/>
                        <a:pt x="54" y="92"/>
                      </a:cubicBezTo>
                      <a:cubicBezTo>
                        <a:pt x="53" y="88"/>
                        <a:pt x="53" y="84"/>
                        <a:pt x="51" y="82"/>
                      </a:cubicBezTo>
                      <a:cubicBezTo>
                        <a:pt x="49" y="79"/>
                        <a:pt x="47" y="77"/>
                        <a:pt x="47" y="73"/>
                      </a:cubicBezTo>
                      <a:cubicBezTo>
                        <a:pt x="47" y="72"/>
                        <a:pt x="47" y="72"/>
                        <a:pt x="47" y="71"/>
                      </a:cubicBezTo>
                      <a:cubicBezTo>
                        <a:pt x="49" y="67"/>
                        <a:pt x="47" y="67"/>
                        <a:pt x="53" y="64"/>
                      </a:cubicBezTo>
                      <a:cubicBezTo>
                        <a:pt x="55" y="64"/>
                        <a:pt x="60" y="60"/>
                        <a:pt x="60" y="58"/>
                      </a:cubicBezTo>
                      <a:cubicBezTo>
                        <a:pt x="60" y="55"/>
                        <a:pt x="60" y="55"/>
                        <a:pt x="60" y="55"/>
                      </a:cubicBezTo>
                      <a:cubicBezTo>
                        <a:pt x="60" y="53"/>
                        <a:pt x="56" y="51"/>
                        <a:pt x="53" y="52"/>
                      </a:cubicBezTo>
                      <a:cubicBezTo>
                        <a:pt x="47" y="52"/>
                        <a:pt x="47" y="52"/>
                        <a:pt x="47" y="52"/>
                      </a:cubicBezTo>
                      <a:cubicBezTo>
                        <a:pt x="46" y="52"/>
                        <a:pt x="45" y="51"/>
                        <a:pt x="44" y="50"/>
                      </a:cubicBezTo>
                      <a:cubicBezTo>
                        <a:pt x="44" y="47"/>
                        <a:pt x="44" y="47"/>
                        <a:pt x="44" y="47"/>
                      </a:cubicBezTo>
                      <a:cubicBezTo>
                        <a:pt x="44" y="44"/>
                        <a:pt x="47" y="41"/>
                        <a:pt x="48" y="38"/>
                      </a:cubicBezTo>
                      <a:cubicBezTo>
                        <a:pt x="49" y="34"/>
                        <a:pt x="50" y="33"/>
                        <a:pt x="53" y="30"/>
                      </a:cubicBezTo>
                      <a:cubicBezTo>
                        <a:pt x="56" y="27"/>
                        <a:pt x="66" y="22"/>
                        <a:pt x="66" y="17"/>
                      </a:cubicBezTo>
                      <a:cubicBezTo>
                        <a:pt x="66" y="14"/>
                        <a:pt x="66" y="14"/>
                        <a:pt x="66" y="14"/>
                      </a:cubicBezTo>
                      <a:cubicBezTo>
                        <a:pt x="66" y="13"/>
                        <a:pt x="66" y="13"/>
                        <a:pt x="66" y="13"/>
                      </a:cubicBezTo>
                      <a:cubicBezTo>
                        <a:pt x="65" y="10"/>
                        <a:pt x="62" y="0"/>
                        <a:pt x="58" y="0"/>
                      </a:cubicBezTo>
                      <a:cubicBezTo>
                        <a:pt x="57" y="0"/>
                        <a:pt x="57" y="0"/>
                        <a:pt x="56" y="1"/>
                      </a:cubicBezTo>
                      <a:cubicBezTo>
                        <a:pt x="56" y="3"/>
                        <a:pt x="55" y="3"/>
                        <a:pt x="55" y="5"/>
                      </a:cubicBezTo>
                      <a:cubicBezTo>
                        <a:pt x="55" y="7"/>
                        <a:pt x="55" y="7"/>
                        <a:pt x="55" y="7"/>
                      </a:cubicBezTo>
                      <a:cubicBezTo>
                        <a:pt x="55" y="11"/>
                        <a:pt x="53" y="15"/>
                        <a:pt x="51" y="18"/>
                      </a:cubicBezTo>
                      <a:cubicBezTo>
                        <a:pt x="50" y="18"/>
                        <a:pt x="50" y="18"/>
                        <a:pt x="50" y="18"/>
                      </a:cubicBezTo>
                      <a:cubicBezTo>
                        <a:pt x="48" y="18"/>
                        <a:pt x="48" y="18"/>
                        <a:pt x="47" y="19"/>
                      </a:cubicBezTo>
                      <a:cubicBezTo>
                        <a:pt x="42" y="15"/>
                        <a:pt x="42" y="15"/>
                        <a:pt x="42" y="15"/>
                      </a:cubicBezTo>
                      <a:cubicBezTo>
                        <a:pt x="41" y="15"/>
                        <a:pt x="41" y="15"/>
                        <a:pt x="41" y="15"/>
                      </a:cubicBezTo>
                      <a:cubicBezTo>
                        <a:pt x="40" y="15"/>
                        <a:pt x="40" y="15"/>
                        <a:pt x="40" y="15"/>
                      </a:cubicBezTo>
                      <a:cubicBezTo>
                        <a:pt x="39" y="15"/>
                        <a:pt x="38" y="16"/>
                        <a:pt x="38" y="17"/>
                      </a:cubicBezTo>
                      <a:cubicBezTo>
                        <a:pt x="38" y="19"/>
                        <a:pt x="41" y="22"/>
                        <a:pt x="41" y="26"/>
                      </a:cubicBezTo>
                      <a:cubicBezTo>
                        <a:pt x="41" y="29"/>
                        <a:pt x="41" y="29"/>
                        <a:pt x="41" y="29"/>
                      </a:cubicBezTo>
                      <a:cubicBezTo>
                        <a:pt x="41" y="30"/>
                        <a:pt x="41" y="30"/>
                        <a:pt x="41" y="30"/>
                      </a:cubicBezTo>
                      <a:cubicBezTo>
                        <a:pt x="38" y="33"/>
                        <a:pt x="38" y="33"/>
                        <a:pt x="38" y="33"/>
                      </a:cubicBezTo>
                      <a:cubicBezTo>
                        <a:pt x="37" y="33"/>
                        <a:pt x="37" y="33"/>
                        <a:pt x="37" y="33"/>
                      </a:cubicBezTo>
                      <a:cubicBezTo>
                        <a:pt x="35" y="33"/>
                        <a:pt x="35" y="34"/>
                        <a:pt x="34" y="34"/>
                      </a:cubicBezTo>
                      <a:cubicBezTo>
                        <a:pt x="32" y="33"/>
                        <a:pt x="31" y="31"/>
                        <a:pt x="30" y="29"/>
                      </a:cubicBezTo>
                      <a:cubicBezTo>
                        <a:pt x="24" y="29"/>
                        <a:pt x="30" y="41"/>
                        <a:pt x="19" y="45"/>
                      </a:cubicBezTo>
                      <a:cubicBezTo>
                        <a:pt x="16" y="46"/>
                        <a:pt x="12" y="48"/>
                        <a:pt x="9" y="50"/>
                      </a:cubicBezTo>
                      <a:cubicBezTo>
                        <a:pt x="6" y="51"/>
                        <a:pt x="1" y="53"/>
                        <a:pt x="0" y="55"/>
                      </a:cubicBezTo>
                      <a:cubicBezTo>
                        <a:pt x="1" y="58"/>
                        <a:pt x="1" y="57"/>
                        <a:pt x="4" y="59"/>
                      </a:cubicBezTo>
                      <a:cubicBezTo>
                        <a:pt x="6" y="59"/>
                        <a:pt x="6" y="59"/>
                        <a:pt x="6" y="59"/>
                      </a:cubicBezTo>
                      <a:cubicBezTo>
                        <a:pt x="10" y="59"/>
                        <a:pt x="20" y="51"/>
                        <a:pt x="23" y="51"/>
                      </a:cubicBezTo>
                      <a:cubicBezTo>
                        <a:pt x="25" y="51"/>
                        <a:pt x="24" y="51"/>
                        <a:pt x="27" y="52"/>
                      </a:cubicBezTo>
                      <a:cubicBezTo>
                        <a:pt x="29" y="54"/>
                        <a:pt x="29" y="55"/>
                        <a:pt x="30" y="58"/>
                      </a:cubicBezTo>
                      <a:cubicBezTo>
                        <a:pt x="30" y="59"/>
                        <a:pt x="30" y="59"/>
                        <a:pt x="30" y="59"/>
                      </a:cubicBezTo>
                      <a:cubicBezTo>
                        <a:pt x="30" y="62"/>
                        <a:pt x="28" y="64"/>
                        <a:pt x="26" y="65"/>
                      </a:cubicBezTo>
                      <a:cubicBezTo>
                        <a:pt x="21" y="64"/>
                        <a:pt x="21" y="64"/>
                        <a:pt x="21" y="64"/>
                      </a:cubicBezTo>
                      <a:cubicBezTo>
                        <a:pt x="20" y="64"/>
                        <a:pt x="20" y="64"/>
                        <a:pt x="19" y="64"/>
                      </a:cubicBezTo>
                      <a:cubicBezTo>
                        <a:pt x="18" y="64"/>
                        <a:pt x="18" y="64"/>
                        <a:pt x="18" y="64"/>
                      </a:cubicBezTo>
                      <a:cubicBezTo>
                        <a:pt x="16" y="67"/>
                        <a:pt x="16" y="67"/>
                        <a:pt x="16" y="67"/>
                      </a:cubicBezTo>
                      <a:cubicBezTo>
                        <a:pt x="16" y="68"/>
                        <a:pt x="16" y="68"/>
                        <a:pt x="16" y="68"/>
                      </a:cubicBezTo>
                      <a:cubicBezTo>
                        <a:pt x="16" y="72"/>
                        <a:pt x="16" y="72"/>
                        <a:pt x="16" y="72"/>
                      </a:cubicBezTo>
                      <a:cubicBezTo>
                        <a:pt x="16" y="78"/>
                        <a:pt x="13" y="85"/>
                        <a:pt x="11" y="90"/>
                      </a:cubicBezTo>
                      <a:cubicBezTo>
                        <a:pt x="9" y="94"/>
                        <a:pt x="3" y="100"/>
                        <a:pt x="3" y="105"/>
                      </a:cubicBezTo>
                      <a:cubicBezTo>
                        <a:pt x="3" y="106"/>
                        <a:pt x="4" y="109"/>
                        <a:pt x="5" y="110"/>
                      </a:cubicBezTo>
                      <a:cubicBezTo>
                        <a:pt x="6" y="110"/>
                        <a:pt x="6" y="110"/>
                        <a:pt x="6" y="110"/>
                      </a:cubicBezTo>
                      <a:cubicBezTo>
                        <a:pt x="7" y="110"/>
                        <a:pt x="7" y="110"/>
                        <a:pt x="7" y="110"/>
                      </a:cubicBezTo>
                      <a:cubicBezTo>
                        <a:pt x="9" y="110"/>
                        <a:pt x="8" y="110"/>
                        <a:pt x="9" y="111"/>
                      </a:cubicBezTo>
                      <a:cubicBezTo>
                        <a:pt x="11" y="109"/>
                        <a:pt x="15" y="101"/>
                        <a:pt x="15" y="98"/>
                      </a:cubicBezTo>
                      <a:cubicBezTo>
                        <a:pt x="17" y="94"/>
                        <a:pt x="20" y="89"/>
                        <a:pt x="24" y="89"/>
                      </a:cubicBezTo>
                      <a:cubicBezTo>
                        <a:pt x="25" y="89"/>
                        <a:pt x="25" y="89"/>
                        <a:pt x="26" y="88"/>
                      </a:cubicBezTo>
                      <a:cubicBezTo>
                        <a:pt x="28" y="90"/>
                        <a:pt x="32" y="90"/>
                        <a:pt x="32" y="93"/>
                      </a:cubicBezTo>
                      <a:cubicBezTo>
                        <a:pt x="32" y="94"/>
                        <a:pt x="32" y="94"/>
                        <a:pt x="32" y="94"/>
                      </a:cubicBezTo>
                      <a:cubicBezTo>
                        <a:pt x="32" y="96"/>
                        <a:pt x="32" y="96"/>
                        <a:pt x="32" y="96"/>
                      </a:cubicBezTo>
                      <a:cubicBezTo>
                        <a:pt x="28" y="102"/>
                        <a:pt x="25" y="101"/>
                        <a:pt x="23" y="104"/>
                      </a:cubicBezTo>
                      <a:cubicBezTo>
                        <a:pt x="26" y="109"/>
                        <a:pt x="27" y="108"/>
                        <a:pt x="29" y="113"/>
                      </a:cubicBezTo>
                      <a:cubicBezTo>
                        <a:pt x="29" y="114"/>
                        <a:pt x="29" y="114"/>
                        <a:pt x="29" y="114"/>
                      </a:cubicBezTo>
                      <a:cubicBezTo>
                        <a:pt x="29" y="115"/>
                        <a:pt x="29" y="115"/>
                        <a:pt x="29" y="115"/>
                      </a:cubicBezTo>
                      <a:cubicBezTo>
                        <a:pt x="29" y="116"/>
                        <a:pt x="29" y="116"/>
                        <a:pt x="29" y="116"/>
                      </a:cubicBezTo>
                      <a:cubicBezTo>
                        <a:pt x="28" y="119"/>
                        <a:pt x="26" y="123"/>
                        <a:pt x="22" y="122"/>
                      </a:cubicBezTo>
                      <a:cubicBezTo>
                        <a:pt x="15" y="122"/>
                        <a:pt x="15" y="122"/>
                        <a:pt x="15" y="122"/>
                      </a:cubicBezTo>
                      <a:cubicBezTo>
                        <a:pt x="14" y="122"/>
                        <a:pt x="11" y="124"/>
                        <a:pt x="10" y="124"/>
                      </a:cubicBezTo>
                      <a:cubicBezTo>
                        <a:pt x="13" y="127"/>
                        <a:pt x="23" y="129"/>
                        <a:pt x="23" y="133"/>
                      </a:cubicBezTo>
                      <a:cubicBezTo>
                        <a:pt x="23" y="137"/>
                        <a:pt x="18" y="142"/>
                        <a:pt x="15" y="144"/>
                      </a:cubicBezTo>
                      <a:cubicBezTo>
                        <a:pt x="15" y="150"/>
                        <a:pt x="15" y="150"/>
                        <a:pt x="15" y="150"/>
                      </a:cubicBezTo>
                      <a:cubicBezTo>
                        <a:pt x="17" y="150"/>
                        <a:pt x="17" y="150"/>
                        <a:pt x="17" y="150"/>
                      </a:cubicBezTo>
                      <a:cubicBezTo>
                        <a:pt x="20" y="150"/>
                        <a:pt x="27" y="141"/>
                        <a:pt x="29" y="139"/>
                      </a:cubicBezTo>
                      <a:cubicBezTo>
                        <a:pt x="33" y="135"/>
                        <a:pt x="34" y="129"/>
                        <a:pt x="38" y="12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2" name="iSļïḑé"/>
                <p:cNvSpPr/>
                <p:nvPr/>
              </p:nvSpPr>
              <p:spPr bwMode="auto">
                <a:xfrm>
                  <a:off x="4422776" y="3106738"/>
                  <a:ext cx="412750" cy="596900"/>
                </a:xfrm>
                <a:custGeom>
                  <a:avLst/>
                  <a:gdLst>
                    <a:gd name="T0" fmla="*/ 63 w 125"/>
                    <a:gd name="T1" fmla="*/ 83 h 179"/>
                    <a:gd name="T2" fmla="*/ 69 w 125"/>
                    <a:gd name="T3" fmla="*/ 84 h 179"/>
                    <a:gd name="T4" fmla="*/ 71 w 125"/>
                    <a:gd name="T5" fmla="*/ 95 h 179"/>
                    <a:gd name="T6" fmla="*/ 56 w 125"/>
                    <a:gd name="T7" fmla="*/ 91 h 179"/>
                    <a:gd name="T8" fmla="*/ 77 w 125"/>
                    <a:gd name="T9" fmla="*/ 77 h 179"/>
                    <a:gd name="T10" fmla="*/ 90 w 125"/>
                    <a:gd name="T11" fmla="*/ 82 h 179"/>
                    <a:gd name="T12" fmla="*/ 93 w 125"/>
                    <a:gd name="T13" fmla="*/ 96 h 179"/>
                    <a:gd name="T14" fmla="*/ 88 w 125"/>
                    <a:gd name="T15" fmla="*/ 106 h 179"/>
                    <a:gd name="T16" fmla="*/ 75 w 125"/>
                    <a:gd name="T17" fmla="*/ 89 h 179"/>
                    <a:gd name="T18" fmla="*/ 91 w 125"/>
                    <a:gd name="T19" fmla="*/ 29 h 179"/>
                    <a:gd name="T20" fmla="*/ 95 w 125"/>
                    <a:gd name="T21" fmla="*/ 4 h 179"/>
                    <a:gd name="T22" fmla="*/ 92 w 125"/>
                    <a:gd name="T23" fmla="*/ 0 h 179"/>
                    <a:gd name="T24" fmla="*/ 86 w 125"/>
                    <a:gd name="T25" fmla="*/ 0 h 179"/>
                    <a:gd name="T26" fmla="*/ 80 w 125"/>
                    <a:gd name="T27" fmla="*/ 7 h 179"/>
                    <a:gd name="T28" fmla="*/ 83 w 125"/>
                    <a:gd name="T29" fmla="*/ 30 h 179"/>
                    <a:gd name="T30" fmla="*/ 86 w 125"/>
                    <a:gd name="T31" fmla="*/ 50 h 179"/>
                    <a:gd name="T32" fmla="*/ 46 w 125"/>
                    <a:gd name="T33" fmla="*/ 84 h 179"/>
                    <a:gd name="T34" fmla="*/ 0 w 125"/>
                    <a:gd name="T35" fmla="*/ 99 h 179"/>
                    <a:gd name="T36" fmla="*/ 13 w 125"/>
                    <a:gd name="T37" fmla="*/ 108 h 179"/>
                    <a:gd name="T38" fmla="*/ 30 w 125"/>
                    <a:gd name="T39" fmla="*/ 100 h 179"/>
                    <a:gd name="T40" fmla="*/ 47 w 125"/>
                    <a:gd name="T41" fmla="*/ 92 h 179"/>
                    <a:gd name="T42" fmla="*/ 51 w 125"/>
                    <a:gd name="T43" fmla="*/ 109 h 179"/>
                    <a:gd name="T44" fmla="*/ 50 w 125"/>
                    <a:gd name="T45" fmla="*/ 118 h 179"/>
                    <a:gd name="T46" fmla="*/ 54 w 125"/>
                    <a:gd name="T47" fmla="*/ 125 h 179"/>
                    <a:gd name="T48" fmla="*/ 62 w 125"/>
                    <a:gd name="T49" fmla="*/ 119 h 179"/>
                    <a:gd name="T50" fmla="*/ 62 w 125"/>
                    <a:gd name="T51" fmla="*/ 113 h 179"/>
                    <a:gd name="T52" fmla="*/ 78 w 125"/>
                    <a:gd name="T53" fmla="*/ 111 h 179"/>
                    <a:gd name="T54" fmla="*/ 78 w 125"/>
                    <a:gd name="T55" fmla="*/ 113 h 179"/>
                    <a:gd name="T56" fmla="*/ 78 w 125"/>
                    <a:gd name="T57" fmla="*/ 118 h 179"/>
                    <a:gd name="T58" fmla="*/ 46 w 125"/>
                    <a:gd name="T59" fmla="*/ 147 h 179"/>
                    <a:gd name="T60" fmla="*/ 28 w 125"/>
                    <a:gd name="T61" fmla="*/ 158 h 179"/>
                    <a:gd name="T62" fmla="*/ 1 w 125"/>
                    <a:gd name="T63" fmla="*/ 170 h 179"/>
                    <a:gd name="T64" fmla="*/ 14 w 125"/>
                    <a:gd name="T65" fmla="*/ 178 h 179"/>
                    <a:gd name="T66" fmla="*/ 20 w 125"/>
                    <a:gd name="T67" fmla="*/ 179 h 179"/>
                    <a:gd name="T68" fmla="*/ 22 w 125"/>
                    <a:gd name="T69" fmla="*/ 179 h 179"/>
                    <a:gd name="T70" fmla="*/ 38 w 125"/>
                    <a:gd name="T71" fmla="*/ 169 h 179"/>
                    <a:gd name="T72" fmla="*/ 61 w 125"/>
                    <a:gd name="T73" fmla="*/ 150 h 179"/>
                    <a:gd name="T74" fmla="*/ 79 w 125"/>
                    <a:gd name="T75" fmla="*/ 135 h 179"/>
                    <a:gd name="T76" fmla="*/ 96 w 125"/>
                    <a:gd name="T77" fmla="*/ 119 h 179"/>
                    <a:gd name="T78" fmla="*/ 106 w 125"/>
                    <a:gd name="T79" fmla="*/ 149 h 179"/>
                    <a:gd name="T80" fmla="*/ 125 w 125"/>
                    <a:gd name="T81" fmla="*/ 152 h 179"/>
                    <a:gd name="T82" fmla="*/ 116 w 125"/>
                    <a:gd name="T83" fmla="*/ 120 h 179"/>
                    <a:gd name="T84" fmla="*/ 115 w 125"/>
                    <a:gd name="T85" fmla="*/ 125 h 179"/>
                    <a:gd name="T86" fmla="*/ 109 w 125"/>
                    <a:gd name="T87" fmla="*/ 129 h 179"/>
                    <a:gd name="T88" fmla="*/ 97 w 125"/>
                    <a:gd name="T89" fmla="*/ 92 h 179"/>
                    <a:gd name="T90" fmla="*/ 94 w 125"/>
                    <a:gd name="T91" fmla="*/ 76 h 179"/>
                    <a:gd name="T92" fmla="*/ 110 w 125"/>
                    <a:gd name="T93" fmla="*/ 60 h 179"/>
                    <a:gd name="T94" fmla="*/ 105 w 125"/>
                    <a:gd name="T95" fmla="*/ 57 h 179"/>
                    <a:gd name="T96" fmla="*/ 101 w 125"/>
                    <a:gd name="T97" fmla="*/ 59 h 179"/>
                    <a:gd name="T98" fmla="*/ 91 w 125"/>
                    <a:gd name="T99" fmla="*/ 54 h 179"/>
                    <a:gd name="T100" fmla="*/ 91 w 125"/>
                    <a:gd name="T101" fmla="*/ 29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25" h="179">
                      <a:moveTo>
                        <a:pt x="56" y="91"/>
                      </a:moveTo>
                      <a:cubicBezTo>
                        <a:pt x="56" y="87"/>
                        <a:pt x="60" y="85"/>
                        <a:pt x="63" y="83"/>
                      </a:cubicBezTo>
                      <a:cubicBezTo>
                        <a:pt x="64" y="83"/>
                        <a:pt x="64" y="83"/>
                        <a:pt x="64" y="83"/>
                      </a:cubicBezTo>
                      <a:cubicBezTo>
                        <a:pt x="67" y="83"/>
                        <a:pt x="67" y="84"/>
                        <a:pt x="69" y="84"/>
                      </a:cubicBezTo>
                      <a:cubicBezTo>
                        <a:pt x="71" y="94"/>
                        <a:pt x="71" y="94"/>
                        <a:pt x="71" y="94"/>
                      </a:cubicBezTo>
                      <a:cubicBezTo>
                        <a:pt x="71" y="95"/>
                        <a:pt x="71" y="95"/>
                        <a:pt x="71" y="95"/>
                      </a:cubicBezTo>
                      <a:cubicBezTo>
                        <a:pt x="68" y="100"/>
                        <a:pt x="68" y="99"/>
                        <a:pt x="63" y="101"/>
                      </a:cubicBezTo>
                      <a:cubicBezTo>
                        <a:pt x="61" y="99"/>
                        <a:pt x="56" y="95"/>
                        <a:pt x="56" y="91"/>
                      </a:cubicBezTo>
                      <a:close/>
                      <a:moveTo>
                        <a:pt x="72" y="83"/>
                      </a:moveTo>
                      <a:cubicBezTo>
                        <a:pt x="74" y="79"/>
                        <a:pt x="73" y="79"/>
                        <a:pt x="77" y="77"/>
                      </a:cubicBezTo>
                      <a:cubicBezTo>
                        <a:pt x="79" y="75"/>
                        <a:pt x="82" y="75"/>
                        <a:pt x="83" y="73"/>
                      </a:cubicBezTo>
                      <a:cubicBezTo>
                        <a:pt x="88" y="76"/>
                        <a:pt x="89" y="76"/>
                        <a:pt x="90" y="82"/>
                      </a:cubicBezTo>
                      <a:cubicBezTo>
                        <a:pt x="92" y="95"/>
                        <a:pt x="92" y="95"/>
                        <a:pt x="92" y="95"/>
                      </a:cubicBezTo>
                      <a:cubicBezTo>
                        <a:pt x="93" y="96"/>
                        <a:pt x="93" y="96"/>
                        <a:pt x="93" y="96"/>
                      </a:cubicBezTo>
                      <a:cubicBezTo>
                        <a:pt x="94" y="99"/>
                        <a:pt x="94" y="99"/>
                        <a:pt x="94" y="99"/>
                      </a:cubicBezTo>
                      <a:cubicBezTo>
                        <a:pt x="91" y="105"/>
                        <a:pt x="93" y="103"/>
                        <a:pt x="88" y="106"/>
                      </a:cubicBezTo>
                      <a:cubicBezTo>
                        <a:pt x="83" y="101"/>
                        <a:pt x="82" y="101"/>
                        <a:pt x="79" y="95"/>
                      </a:cubicBezTo>
                      <a:cubicBezTo>
                        <a:pt x="77" y="93"/>
                        <a:pt x="77" y="91"/>
                        <a:pt x="75" y="89"/>
                      </a:cubicBezTo>
                      <a:cubicBezTo>
                        <a:pt x="73" y="87"/>
                        <a:pt x="73" y="86"/>
                        <a:pt x="72" y="83"/>
                      </a:cubicBezTo>
                      <a:close/>
                      <a:moveTo>
                        <a:pt x="91" y="29"/>
                      </a:moveTo>
                      <a:cubicBezTo>
                        <a:pt x="91" y="22"/>
                        <a:pt x="95" y="12"/>
                        <a:pt x="95" y="4"/>
                      </a:cubicBezTo>
                      <a:cubicBezTo>
                        <a:pt x="95" y="4"/>
                        <a:pt x="95" y="4"/>
                        <a:pt x="95" y="4"/>
                      </a:cubicBezTo>
                      <a:cubicBezTo>
                        <a:pt x="95" y="3"/>
                        <a:pt x="95" y="3"/>
                        <a:pt x="95" y="3"/>
                      </a:cubicBezTo>
                      <a:cubicBezTo>
                        <a:pt x="93" y="0"/>
                        <a:pt x="95" y="1"/>
                        <a:pt x="92" y="0"/>
                      </a:cubicBezTo>
                      <a:cubicBezTo>
                        <a:pt x="91" y="0"/>
                        <a:pt x="91" y="0"/>
                        <a:pt x="91" y="0"/>
                      </a:cubicBezTo>
                      <a:cubicBezTo>
                        <a:pt x="86" y="0"/>
                        <a:pt x="86" y="0"/>
                        <a:pt x="86" y="0"/>
                      </a:cubicBezTo>
                      <a:cubicBezTo>
                        <a:pt x="85" y="0"/>
                        <a:pt x="85" y="0"/>
                        <a:pt x="85" y="0"/>
                      </a:cubicBezTo>
                      <a:cubicBezTo>
                        <a:pt x="82" y="1"/>
                        <a:pt x="80" y="4"/>
                        <a:pt x="80" y="7"/>
                      </a:cubicBezTo>
                      <a:cubicBezTo>
                        <a:pt x="83" y="30"/>
                        <a:pt x="83" y="30"/>
                        <a:pt x="83" y="30"/>
                      </a:cubicBezTo>
                      <a:cubicBezTo>
                        <a:pt x="83" y="30"/>
                        <a:pt x="83" y="30"/>
                        <a:pt x="83" y="30"/>
                      </a:cubicBezTo>
                      <a:cubicBezTo>
                        <a:pt x="83" y="38"/>
                        <a:pt x="86" y="44"/>
                        <a:pt x="86" y="49"/>
                      </a:cubicBezTo>
                      <a:cubicBezTo>
                        <a:pt x="86" y="50"/>
                        <a:pt x="86" y="50"/>
                        <a:pt x="86" y="50"/>
                      </a:cubicBezTo>
                      <a:cubicBezTo>
                        <a:pt x="87" y="62"/>
                        <a:pt x="87" y="62"/>
                        <a:pt x="87" y="62"/>
                      </a:cubicBezTo>
                      <a:cubicBezTo>
                        <a:pt x="87" y="68"/>
                        <a:pt x="52" y="81"/>
                        <a:pt x="46" y="84"/>
                      </a:cubicBezTo>
                      <a:cubicBezTo>
                        <a:pt x="39" y="87"/>
                        <a:pt x="31" y="89"/>
                        <a:pt x="23" y="92"/>
                      </a:cubicBezTo>
                      <a:cubicBezTo>
                        <a:pt x="20" y="94"/>
                        <a:pt x="0" y="96"/>
                        <a:pt x="0" y="99"/>
                      </a:cubicBezTo>
                      <a:cubicBezTo>
                        <a:pt x="0" y="101"/>
                        <a:pt x="9" y="108"/>
                        <a:pt x="11" y="108"/>
                      </a:cubicBezTo>
                      <a:cubicBezTo>
                        <a:pt x="13" y="108"/>
                        <a:pt x="13" y="108"/>
                        <a:pt x="13" y="108"/>
                      </a:cubicBezTo>
                      <a:cubicBezTo>
                        <a:pt x="14" y="108"/>
                        <a:pt x="14" y="108"/>
                        <a:pt x="14" y="108"/>
                      </a:cubicBezTo>
                      <a:cubicBezTo>
                        <a:pt x="20" y="105"/>
                        <a:pt x="24" y="103"/>
                        <a:pt x="30" y="100"/>
                      </a:cubicBezTo>
                      <a:cubicBezTo>
                        <a:pt x="34" y="98"/>
                        <a:pt x="41" y="93"/>
                        <a:pt x="45" y="93"/>
                      </a:cubicBezTo>
                      <a:cubicBezTo>
                        <a:pt x="46" y="93"/>
                        <a:pt x="46" y="93"/>
                        <a:pt x="47" y="92"/>
                      </a:cubicBezTo>
                      <a:cubicBezTo>
                        <a:pt x="49" y="94"/>
                        <a:pt x="52" y="96"/>
                        <a:pt x="51" y="101"/>
                      </a:cubicBezTo>
                      <a:cubicBezTo>
                        <a:pt x="51" y="109"/>
                        <a:pt x="51" y="109"/>
                        <a:pt x="51" y="109"/>
                      </a:cubicBezTo>
                      <a:cubicBezTo>
                        <a:pt x="51" y="110"/>
                        <a:pt x="51" y="110"/>
                        <a:pt x="51" y="110"/>
                      </a:cubicBezTo>
                      <a:cubicBezTo>
                        <a:pt x="50" y="118"/>
                        <a:pt x="50" y="118"/>
                        <a:pt x="50" y="118"/>
                      </a:cubicBezTo>
                      <a:cubicBezTo>
                        <a:pt x="50" y="119"/>
                        <a:pt x="50" y="119"/>
                        <a:pt x="50" y="120"/>
                      </a:cubicBezTo>
                      <a:cubicBezTo>
                        <a:pt x="51" y="123"/>
                        <a:pt x="51" y="123"/>
                        <a:pt x="54" y="125"/>
                      </a:cubicBezTo>
                      <a:cubicBezTo>
                        <a:pt x="56" y="125"/>
                        <a:pt x="56" y="125"/>
                        <a:pt x="56" y="125"/>
                      </a:cubicBezTo>
                      <a:cubicBezTo>
                        <a:pt x="59" y="125"/>
                        <a:pt x="60" y="121"/>
                        <a:pt x="62" y="119"/>
                      </a:cubicBezTo>
                      <a:cubicBezTo>
                        <a:pt x="62" y="118"/>
                        <a:pt x="62" y="118"/>
                        <a:pt x="62" y="118"/>
                      </a:cubicBezTo>
                      <a:cubicBezTo>
                        <a:pt x="62" y="113"/>
                        <a:pt x="62" y="113"/>
                        <a:pt x="62" y="113"/>
                      </a:cubicBezTo>
                      <a:cubicBezTo>
                        <a:pt x="63" y="110"/>
                        <a:pt x="68" y="106"/>
                        <a:pt x="71" y="106"/>
                      </a:cubicBezTo>
                      <a:cubicBezTo>
                        <a:pt x="75" y="106"/>
                        <a:pt x="77" y="109"/>
                        <a:pt x="78" y="111"/>
                      </a:cubicBezTo>
                      <a:cubicBezTo>
                        <a:pt x="78" y="112"/>
                        <a:pt x="78" y="112"/>
                        <a:pt x="78" y="112"/>
                      </a:cubicBezTo>
                      <a:cubicBezTo>
                        <a:pt x="78" y="113"/>
                        <a:pt x="78" y="113"/>
                        <a:pt x="78" y="113"/>
                      </a:cubicBezTo>
                      <a:cubicBezTo>
                        <a:pt x="78" y="115"/>
                        <a:pt x="78" y="115"/>
                        <a:pt x="79" y="116"/>
                      </a:cubicBezTo>
                      <a:cubicBezTo>
                        <a:pt x="78" y="117"/>
                        <a:pt x="78" y="117"/>
                        <a:pt x="78" y="118"/>
                      </a:cubicBezTo>
                      <a:cubicBezTo>
                        <a:pt x="78" y="119"/>
                        <a:pt x="78" y="119"/>
                        <a:pt x="78" y="119"/>
                      </a:cubicBezTo>
                      <a:cubicBezTo>
                        <a:pt x="72" y="130"/>
                        <a:pt x="57" y="140"/>
                        <a:pt x="46" y="147"/>
                      </a:cubicBezTo>
                      <a:cubicBezTo>
                        <a:pt x="44" y="148"/>
                        <a:pt x="40" y="151"/>
                        <a:pt x="37" y="152"/>
                      </a:cubicBezTo>
                      <a:cubicBezTo>
                        <a:pt x="35" y="153"/>
                        <a:pt x="29" y="157"/>
                        <a:pt x="28" y="158"/>
                      </a:cubicBezTo>
                      <a:cubicBezTo>
                        <a:pt x="25" y="161"/>
                        <a:pt x="12" y="165"/>
                        <a:pt x="6" y="165"/>
                      </a:cubicBezTo>
                      <a:cubicBezTo>
                        <a:pt x="4" y="165"/>
                        <a:pt x="2" y="168"/>
                        <a:pt x="1" y="170"/>
                      </a:cubicBezTo>
                      <a:cubicBezTo>
                        <a:pt x="4" y="171"/>
                        <a:pt x="4" y="173"/>
                        <a:pt x="7" y="175"/>
                      </a:cubicBezTo>
                      <a:cubicBezTo>
                        <a:pt x="10" y="176"/>
                        <a:pt x="12" y="176"/>
                        <a:pt x="14" y="178"/>
                      </a:cubicBezTo>
                      <a:cubicBezTo>
                        <a:pt x="18" y="179"/>
                        <a:pt x="18" y="179"/>
                        <a:pt x="18" y="179"/>
                      </a:cubicBezTo>
                      <a:cubicBezTo>
                        <a:pt x="20" y="179"/>
                        <a:pt x="18" y="179"/>
                        <a:pt x="20" y="179"/>
                      </a:cubicBezTo>
                      <a:cubicBezTo>
                        <a:pt x="21" y="179"/>
                        <a:pt x="21" y="179"/>
                        <a:pt x="21" y="179"/>
                      </a:cubicBezTo>
                      <a:cubicBezTo>
                        <a:pt x="22" y="179"/>
                        <a:pt x="22" y="179"/>
                        <a:pt x="22" y="179"/>
                      </a:cubicBezTo>
                      <a:cubicBezTo>
                        <a:pt x="26" y="177"/>
                        <a:pt x="30" y="175"/>
                        <a:pt x="33" y="173"/>
                      </a:cubicBezTo>
                      <a:cubicBezTo>
                        <a:pt x="35" y="171"/>
                        <a:pt x="36" y="170"/>
                        <a:pt x="38" y="169"/>
                      </a:cubicBezTo>
                      <a:cubicBezTo>
                        <a:pt x="39" y="168"/>
                        <a:pt x="43" y="166"/>
                        <a:pt x="43" y="166"/>
                      </a:cubicBezTo>
                      <a:cubicBezTo>
                        <a:pt x="49" y="160"/>
                        <a:pt x="55" y="156"/>
                        <a:pt x="61" y="150"/>
                      </a:cubicBezTo>
                      <a:cubicBezTo>
                        <a:pt x="64" y="148"/>
                        <a:pt x="67" y="145"/>
                        <a:pt x="70" y="143"/>
                      </a:cubicBezTo>
                      <a:cubicBezTo>
                        <a:pt x="73" y="140"/>
                        <a:pt x="76" y="137"/>
                        <a:pt x="79" y="135"/>
                      </a:cubicBezTo>
                      <a:cubicBezTo>
                        <a:pt x="82" y="132"/>
                        <a:pt x="85" y="130"/>
                        <a:pt x="87" y="127"/>
                      </a:cubicBezTo>
                      <a:cubicBezTo>
                        <a:pt x="90" y="124"/>
                        <a:pt x="91" y="119"/>
                        <a:pt x="96" y="119"/>
                      </a:cubicBezTo>
                      <a:cubicBezTo>
                        <a:pt x="98" y="119"/>
                        <a:pt x="100" y="126"/>
                        <a:pt x="100" y="128"/>
                      </a:cubicBezTo>
                      <a:cubicBezTo>
                        <a:pt x="100" y="132"/>
                        <a:pt x="105" y="145"/>
                        <a:pt x="106" y="149"/>
                      </a:cubicBezTo>
                      <a:cubicBezTo>
                        <a:pt x="108" y="155"/>
                        <a:pt x="111" y="165"/>
                        <a:pt x="118" y="165"/>
                      </a:cubicBezTo>
                      <a:cubicBezTo>
                        <a:pt x="119" y="163"/>
                        <a:pt x="125" y="161"/>
                        <a:pt x="125" y="152"/>
                      </a:cubicBezTo>
                      <a:cubicBezTo>
                        <a:pt x="125" y="143"/>
                        <a:pt x="120" y="120"/>
                        <a:pt x="117" y="116"/>
                      </a:cubicBezTo>
                      <a:cubicBezTo>
                        <a:pt x="117" y="118"/>
                        <a:pt x="116" y="118"/>
                        <a:pt x="116" y="120"/>
                      </a:cubicBezTo>
                      <a:cubicBezTo>
                        <a:pt x="116" y="123"/>
                        <a:pt x="115" y="121"/>
                        <a:pt x="115" y="124"/>
                      </a:cubicBezTo>
                      <a:cubicBezTo>
                        <a:pt x="115" y="125"/>
                        <a:pt x="115" y="125"/>
                        <a:pt x="115" y="125"/>
                      </a:cubicBezTo>
                      <a:cubicBezTo>
                        <a:pt x="115" y="126"/>
                        <a:pt x="114" y="129"/>
                        <a:pt x="112" y="129"/>
                      </a:cubicBezTo>
                      <a:cubicBezTo>
                        <a:pt x="109" y="129"/>
                        <a:pt x="109" y="129"/>
                        <a:pt x="109" y="129"/>
                      </a:cubicBezTo>
                      <a:cubicBezTo>
                        <a:pt x="105" y="129"/>
                        <a:pt x="102" y="110"/>
                        <a:pt x="100" y="105"/>
                      </a:cubicBezTo>
                      <a:cubicBezTo>
                        <a:pt x="98" y="101"/>
                        <a:pt x="98" y="97"/>
                        <a:pt x="97" y="92"/>
                      </a:cubicBezTo>
                      <a:cubicBezTo>
                        <a:pt x="96" y="87"/>
                        <a:pt x="94" y="86"/>
                        <a:pt x="94" y="79"/>
                      </a:cubicBezTo>
                      <a:cubicBezTo>
                        <a:pt x="94" y="76"/>
                        <a:pt x="94" y="76"/>
                        <a:pt x="94" y="76"/>
                      </a:cubicBezTo>
                      <a:cubicBezTo>
                        <a:pt x="94" y="65"/>
                        <a:pt x="110" y="67"/>
                        <a:pt x="110" y="61"/>
                      </a:cubicBezTo>
                      <a:cubicBezTo>
                        <a:pt x="110" y="60"/>
                        <a:pt x="110" y="60"/>
                        <a:pt x="110" y="60"/>
                      </a:cubicBezTo>
                      <a:cubicBezTo>
                        <a:pt x="110" y="58"/>
                        <a:pt x="109" y="57"/>
                        <a:pt x="108" y="57"/>
                      </a:cubicBezTo>
                      <a:cubicBezTo>
                        <a:pt x="105" y="57"/>
                        <a:pt x="105" y="57"/>
                        <a:pt x="105" y="57"/>
                      </a:cubicBezTo>
                      <a:cubicBezTo>
                        <a:pt x="104" y="57"/>
                        <a:pt x="104" y="57"/>
                        <a:pt x="104" y="57"/>
                      </a:cubicBezTo>
                      <a:cubicBezTo>
                        <a:pt x="103" y="58"/>
                        <a:pt x="102" y="59"/>
                        <a:pt x="101" y="59"/>
                      </a:cubicBezTo>
                      <a:cubicBezTo>
                        <a:pt x="99" y="60"/>
                        <a:pt x="99" y="59"/>
                        <a:pt x="97" y="60"/>
                      </a:cubicBezTo>
                      <a:cubicBezTo>
                        <a:pt x="95" y="59"/>
                        <a:pt x="91" y="56"/>
                        <a:pt x="91" y="54"/>
                      </a:cubicBezTo>
                      <a:cubicBezTo>
                        <a:pt x="91" y="41"/>
                        <a:pt x="91" y="41"/>
                        <a:pt x="91" y="41"/>
                      </a:cubicBezTo>
                      <a:lnTo>
                        <a:pt x="91" y="29"/>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3" name="íšlïďè"/>
                <p:cNvSpPr/>
                <p:nvPr/>
              </p:nvSpPr>
              <p:spPr bwMode="auto">
                <a:xfrm>
                  <a:off x="5478463" y="3581400"/>
                  <a:ext cx="46038" cy="76200"/>
                </a:xfrm>
                <a:custGeom>
                  <a:avLst/>
                  <a:gdLst>
                    <a:gd name="T0" fmla="*/ 14 w 14"/>
                    <a:gd name="T1" fmla="*/ 15 h 23"/>
                    <a:gd name="T2" fmla="*/ 10 w 14"/>
                    <a:gd name="T3" fmla="*/ 6 h 23"/>
                    <a:gd name="T4" fmla="*/ 3 w 14"/>
                    <a:gd name="T5" fmla="*/ 0 h 23"/>
                    <a:gd name="T6" fmla="*/ 0 w 14"/>
                    <a:gd name="T7" fmla="*/ 3 h 23"/>
                    <a:gd name="T8" fmla="*/ 5 w 14"/>
                    <a:gd name="T9" fmla="*/ 11 h 23"/>
                    <a:gd name="T10" fmla="*/ 5 w 14"/>
                    <a:gd name="T11" fmla="*/ 12 h 23"/>
                    <a:gd name="T12" fmla="*/ 5 w 14"/>
                    <a:gd name="T13" fmla="*/ 14 h 23"/>
                    <a:gd name="T14" fmla="*/ 5 w 14"/>
                    <a:gd name="T15" fmla="*/ 15 h 23"/>
                    <a:gd name="T16" fmla="*/ 2 w 14"/>
                    <a:gd name="T17" fmla="*/ 19 h 23"/>
                    <a:gd name="T18" fmla="*/ 2 w 14"/>
                    <a:gd name="T19" fmla="*/ 22 h 23"/>
                    <a:gd name="T20" fmla="*/ 5 w 14"/>
                    <a:gd name="T21" fmla="*/ 23 h 23"/>
                    <a:gd name="T22" fmla="*/ 6 w 14"/>
                    <a:gd name="T23" fmla="*/ 23 h 23"/>
                    <a:gd name="T24" fmla="*/ 11 w 14"/>
                    <a:gd name="T25" fmla="*/ 20 h 23"/>
                    <a:gd name="T26" fmla="*/ 14 w 14"/>
                    <a:gd name="T27" fmla="*/ 15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4" h="23">
                      <a:moveTo>
                        <a:pt x="14" y="15"/>
                      </a:moveTo>
                      <a:cubicBezTo>
                        <a:pt x="14" y="11"/>
                        <a:pt x="12" y="9"/>
                        <a:pt x="10" y="6"/>
                      </a:cubicBezTo>
                      <a:cubicBezTo>
                        <a:pt x="8" y="5"/>
                        <a:pt x="3" y="1"/>
                        <a:pt x="3" y="0"/>
                      </a:cubicBezTo>
                      <a:cubicBezTo>
                        <a:pt x="0" y="3"/>
                        <a:pt x="0" y="3"/>
                        <a:pt x="0" y="3"/>
                      </a:cubicBezTo>
                      <a:cubicBezTo>
                        <a:pt x="5" y="11"/>
                        <a:pt x="5" y="11"/>
                        <a:pt x="5" y="11"/>
                      </a:cubicBezTo>
                      <a:cubicBezTo>
                        <a:pt x="5" y="12"/>
                        <a:pt x="5" y="12"/>
                        <a:pt x="5" y="12"/>
                      </a:cubicBezTo>
                      <a:cubicBezTo>
                        <a:pt x="5" y="14"/>
                        <a:pt x="5" y="14"/>
                        <a:pt x="5" y="14"/>
                      </a:cubicBezTo>
                      <a:cubicBezTo>
                        <a:pt x="5" y="15"/>
                        <a:pt x="5" y="15"/>
                        <a:pt x="5" y="15"/>
                      </a:cubicBezTo>
                      <a:cubicBezTo>
                        <a:pt x="2" y="19"/>
                        <a:pt x="2" y="19"/>
                        <a:pt x="2" y="19"/>
                      </a:cubicBezTo>
                      <a:cubicBezTo>
                        <a:pt x="2" y="22"/>
                        <a:pt x="2" y="22"/>
                        <a:pt x="2" y="22"/>
                      </a:cubicBezTo>
                      <a:cubicBezTo>
                        <a:pt x="5" y="23"/>
                        <a:pt x="5" y="23"/>
                        <a:pt x="5" y="23"/>
                      </a:cubicBezTo>
                      <a:cubicBezTo>
                        <a:pt x="6" y="23"/>
                        <a:pt x="6" y="23"/>
                        <a:pt x="6" y="23"/>
                      </a:cubicBezTo>
                      <a:cubicBezTo>
                        <a:pt x="7" y="23"/>
                        <a:pt x="11" y="21"/>
                        <a:pt x="11" y="20"/>
                      </a:cubicBezTo>
                      <a:cubicBezTo>
                        <a:pt x="13" y="19"/>
                        <a:pt x="13" y="17"/>
                        <a:pt x="14" y="1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4" name="işḷîḑe"/>
                <p:cNvSpPr/>
                <p:nvPr/>
              </p:nvSpPr>
              <p:spPr bwMode="auto">
                <a:xfrm>
                  <a:off x="6310313" y="3136900"/>
                  <a:ext cx="406400" cy="554038"/>
                </a:xfrm>
                <a:custGeom>
                  <a:avLst/>
                  <a:gdLst>
                    <a:gd name="T0" fmla="*/ 101 w 123"/>
                    <a:gd name="T1" fmla="*/ 9 h 166"/>
                    <a:gd name="T2" fmla="*/ 96 w 123"/>
                    <a:gd name="T3" fmla="*/ 0 h 166"/>
                    <a:gd name="T4" fmla="*/ 76 w 123"/>
                    <a:gd name="T5" fmla="*/ 23 h 166"/>
                    <a:gd name="T6" fmla="*/ 66 w 123"/>
                    <a:gd name="T7" fmla="*/ 20 h 166"/>
                    <a:gd name="T8" fmla="*/ 69 w 123"/>
                    <a:gd name="T9" fmla="*/ 29 h 166"/>
                    <a:gd name="T10" fmla="*/ 64 w 123"/>
                    <a:gd name="T11" fmla="*/ 38 h 166"/>
                    <a:gd name="T12" fmla="*/ 71 w 123"/>
                    <a:gd name="T13" fmla="*/ 37 h 166"/>
                    <a:gd name="T14" fmla="*/ 78 w 123"/>
                    <a:gd name="T15" fmla="*/ 38 h 166"/>
                    <a:gd name="T16" fmla="*/ 104 w 123"/>
                    <a:gd name="T17" fmla="*/ 37 h 166"/>
                    <a:gd name="T18" fmla="*/ 97 w 123"/>
                    <a:gd name="T19" fmla="*/ 43 h 166"/>
                    <a:gd name="T20" fmla="*/ 85 w 123"/>
                    <a:gd name="T21" fmla="*/ 56 h 166"/>
                    <a:gd name="T22" fmla="*/ 78 w 123"/>
                    <a:gd name="T23" fmla="*/ 67 h 166"/>
                    <a:gd name="T24" fmla="*/ 72 w 123"/>
                    <a:gd name="T25" fmla="*/ 62 h 166"/>
                    <a:gd name="T26" fmla="*/ 72 w 123"/>
                    <a:gd name="T27" fmla="*/ 48 h 166"/>
                    <a:gd name="T28" fmla="*/ 63 w 123"/>
                    <a:gd name="T29" fmla="*/ 57 h 166"/>
                    <a:gd name="T30" fmla="*/ 56 w 123"/>
                    <a:gd name="T31" fmla="*/ 57 h 166"/>
                    <a:gd name="T32" fmla="*/ 61 w 123"/>
                    <a:gd name="T33" fmla="*/ 66 h 166"/>
                    <a:gd name="T34" fmla="*/ 59 w 123"/>
                    <a:gd name="T35" fmla="*/ 70 h 166"/>
                    <a:gd name="T36" fmla="*/ 68 w 123"/>
                    <a:gd name="T37" fmla="*/ 74 h 166"/>
                    <a:gd name="T38" fmla="*/ 68 w 123"/>
                    <a:gd name="T39" fmla="*/ 78 h 166"/>
                    <a:gd name="T40" fmla="*/ 40 w 123"/>
                    <a:gd name="T41" fmla="*/ 92 h 166"/>
                    <a:gd name="T42" fmla="*/ 24 w 123"/>
                    <a:gd name="T43" fmla="*/ 99 h 166"/>
                    <a:gd name="T44" fmla="*/ 3 w 123"/>
                    <a:gd name="T45" fmla="*/ 105 h 166"/>
                    <a:gd name="T46" fmla="*/ 2 w 123"/>
                    <a:gd name="T47" fmla="*/ 112 h 166"/>
                    <a:gd name="T48" fmla="*/ 14 w 123"/>
                    <a:gd name="T49" fmla="*/ 120 h 166"/>
                    <a:gd name="T50" fmla="*/ 32 w 123"/>
                    <a:gd name="T51" fmla="*/ 108 h 166"/>
                    <a:gd name="T52" fmla="*/ 55 w 123"/>
                    <a:gd name="T53" fmla="*/ 93 h 166"/>
                    <a:gd name="T54" fmla="*/ 63 w 123"/>
                    <a:gd name="T55" fmla="*/ 89 h 166"/>
                    <a:gd name="T56" fmla="*/ 82 w 123"/>
                    <a:gd name="T57" fmla="*/ 83 h 166"/>
                    <a:gd name="T58" fmla="*/ 82 w 123"/>
                    <a:gd name="T59" fmla="*/ 86 h 166"/>
                    <a:gd name="T60" fmla="*/ 74 w 123"/>
                    <a:gd name="T61" fmla="*/ 97 h 166"/>
                    <a:gd name="T62" fmla="*/ 61 w 123"/>
                    <a:gd name="T63" fmla="*/ 107 h 166"/>
                    <a:gd name="T64" fmla="*/ 64 w 123"/>
                    <a:gd name="T65" fmla="*/ 118 h 166"/>
                    <a:gd name="T66" fmla="*/ 55 w 123"/>
                    <a:gd name="T67" fmla="*/ 126 h 166"/>
                    <a:gd name="T68" fmla="*/ 40 w 123"/>
                    <a:gd name="T69" fmla="*/ 129 h 166"/>
                    <a:gd name="T70" fmla="*/ 30 w 123"/>
                    <a:gd name="T71" fmla="*/ 130 h 166"/>
                    <a:gd name="T72" fmla="*/ 35 w 123"/>
                    <a:gd name="T73" fmla="*/ 141 h 166"/>
                    <a:gd name="T74" fmla="*/ 38 w 123"/>
                    <a:gd name="T75" fmla="*/ 141 h 166"/>
                    <a:gd name="T76" fmla="*/ 56 w 123"/>
                    <a:gd name="T77" fmla="*/ 133 h 166"/>
                    <a:gd name="T78" fmla="*/ 63 w 123"/>
                    <a:gd name="T79" fmla="*/ 141 h 166"/>
                    <a:gd name="T80" fmla="*/ 56 w 123"/>
                    <a:gd name="T81" fmla="*/ 154 h 166"/>
                    <a:gd name="T82" fmla="*/ 53 w 123"/>
                    <a:gd name="T83" fmla="*/ 154 h 166"/>
                    <a:gd name="T84" fmla="*/ 49 w 123"/>
                    <a:gd name="T85" fmla="*/ 154 h 166"/>
                    <a:gd name="T86" fmla="*/ 46 w 123"/>
                    <a:gd name="T87" fmla="*/ 156 h 166"/>
                    <a:gd name="T88" fmla="*/ 56 w 123"/>
                    <a:gd name="T89" fmla="*/ 166 h 166"/>
                    <a:gd name="T90" fmla="*/ 71 w 123"/>
                    <a:gd name="T91" fmla="*/ 160 h 166"/>
                    <a:gd name="T92" fmla="*/ 75 w 123"/>
                    <a:gd name="T93" fmla="*/ 146 h 166"/>
                    <a:gd name="T94" fmla="*/ 80 w 123"/>
                    <a:gd name="T95" fmla="*/ 124 h 166"/>
                    <a:gd name="T96" fmla="*/ 94 w 123"/>
                    <a:gd name="T97" fmla="*/ 120 h 166"/>
                    <a:gd name="T98" fmla="*/ 81 w 123"/>
                    <a:gd name="T99" fmla="*/ 117 h 166"/>
                    <a:gd name="T100" fmla="*/ 72 w 123"/>
                    <a:gd name="T101" fmla="*/ 107 h 166"/>
                    <a:gd name="T102" fmla="*/ 78 w 123"/>
                    <a:gd name="T103" fmla="*/ 96 h 166"/>
                    <a:gd name="T104" fmla="*/ 92 w 123"/>
                    <a:gd name="T105" fmla="*/ 89 h 166"/>
                    <a:gd name="T106" fmla="*/ 102 w 123"/>
                    <a:gd name="T107" fmla="*/ 78 h 166"/>
                    <a:gd name="T108" fmla="*/ 95 w 123"/>
                    <a:gd name="T109" fmla="*/ 61 h 166"/>
                    <a:gd name="T110" fmla="*/ 109 w 123"/>
                    <a:gd name="T111" fmla="*/ 48 h 166"/>
                    <a:gd name="T112" fmla="*/ 116 w 123"/>
                    <a:gd name="T113" fmla="*/ 42 h 166"/>
                    <a:gd name="T114" fmla="*/ 121 w 123"/>
                    <a:gd name="T115" fmla="*/ 32 h 166"/>
                    <a:gd name="T116" fmla="*/ 116 w 123"/>
                    <a:gd name="T117" fmla="*/ 17 h 166"/>
                    <a:gd name="T118" fmla="*/ 104 w 123"/>
                    <a:gd name="T119" fmla="*/ 20 h 166"/>
                    <a:gd name="T120" fmla="*/ 93 w 123"/>
                    <a:gd name="T121" fmla="*/ 21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23" h="166">
                      <a:moveTo>
                        <a:pt x="93" y="21"/>
                      </a:moveTo>
                      <a:cubicBezTo>
                        <a:pt x="94" y="14"/>
                        <a:pt x="98" y="14"/>
                        <a:pt x="101" y="9"/>
                      </a:cubicBezTo>
                      <a:cubicBezTo>
                        <a:pt x="101" y="8"/>
                        <a:pt x="101" y="8"/>
                        <a:pt x="101" y="8"/>
                      </a:cubicBezTo>
                      <a:cubicBezTo>
                        <a:pt x="101" y="5"/>
                        <a:pt x="97" y="1"/>
                        <a:pt x="96" y="0"/>
                      </a:cubicBezTo>
                      <a:cubicBezTo>
                        <a:pt x="89" y="3"/>
                        <a:pt x="91" y="6"/>
                        <a:pt x="88" y="13"/>
                      </a:cubicBezTo>
                      <a:cubicBezTo>
                        <a:pt x="85" y="17"/>
                        <a:pt x="82" y="23"/>
                        <a:pt x="76" y="23"/>
                      </a:cubicBezTo>
                      <a:cubicBezTo>
                        <a:pt x="75" y="23"/>
                        <a:pt x="70" y="18"/>
                        <a:pt x="67" y="17"/>
                      </a:cubicBezTo>
                      <a:cubicBezTo>
                        <a:pt x="66" y="20"/>
                        <a:pt x="66" y="20"/>
                        <a:pt x="66" y="20"/>
                      </a:cubicBezTo>
                      <a:cubicBezTo>
                        <a:pt x="67" y="23"/>
                        <a:pt x="69" y="24"/>
                        <a:pt x="69" y="28"/>
                      </a:cubicBezTo>
                      <a:cubicBezTo>
                        <a:pt x="69" y="29"/>
                        <a:pt x="69" y="29"/>
                        <a:pt x="69" y="29"/>
                      </a:cubicBezTo>
                      <a:cubicBezTo>
                        <a:pt x="69" y="29"/>
                        <a:pt x="63" y="36"/>
                        <a:pt x="62" y="37"/>
                      </a:cubicBezTo>
                      <a:cubicBezTo>
                        <a:pt x="63" y="38"/>
                        <a:pt x="61" y="38"/>
                        <a:pt x="64" y="38"/>
                      </a:cubicBezTo>
                      <a:cubicBezTo>
                        <a:pt x="64" y="38"/>
                        <a:pt x="64" y="38"/>
                        <a:pt x="64" y="38"/>
                      </a:cubicBezTo>
                      <a:cubicBezTo>
                        <a:pt x="71" y="37"/>
                        <a:pt x="71" y="37"/>
                        <a:pt x="71" y="37"/>
                      </a:cubicBezTo>
                      <a:cubicBezTo>
                        <a:pt x="74" y="37"/>
                        <a:pt x="74" y="38"/>
                        <a:pt x="78" y="38"/>
                      </a:cubicBezTo>
                      <a:cubicBezTo>
                        <a:pt x="78" y="38"/>
                        <a:pt x="78" y="38"/>
                        <a:pt x="78" y="38"/>
                      </a:cubicBezTo>
                      <a:cubicBezTo>
                        <a:pt x="79" y="38"/>
                        <a:pt x="84" y="33"/>
                        <a:pt x="91" y="32"/>
                      </a:cubicBezTo>
                      <a:cubicBezTo>
                        <a:pt x="96" y="31"/>
                        <a:pt x="104" y="30"/>
                        <a:pt x="104" y="37"/>
                      </a:cubicBezTo>
                      <a:cubicBezTo>
                        <a:pt x="104" y="39"/>
                        <a:pt x="102" y="41"/>
                        <a:pt x="101" y="43"/>
                      </a:cubicBezTo>
                      <a:cubicBezTo>
                        <a:pt x="98" y="43"/>
                        <a:pt x="99" y="43"/>
                        <a:pt x="97" y="43"/>
                      </a:cubicBezTo>
                      <a:cubicBezTo>
                        <a:pt x="96" y="43"/>
                        <a:pt x="93" y="42"/>
                        <a:pt x="92" y="41"/>
                      </a:cubicBezTo>
                      <a:cubicBezTo>
                        <a:pt x="85" y="46"/>
                        <a:pt x="88" y="49"/>
                        <a:pt x="85" y="56"/>
                      </a:cubicBezTo>
                      <a:cubicBezTo>
                        <a:pt x="84" y="57"/>
                        <a:pt x="81" y="64"/>
                        <a:pt x="81" y="64"/>
                      </a:cubicBezTo>
                      <a:cubicBezTo>
                        <a:pt x="80" y="66"/>
                        <a:pt x="80" y="64"/>
                        <a:pt x="78" y="67"/>
                      </a:cubicBezTo>
                      <a:cubicBezTo>
                        <a:pt x="77" y="70"/>
                        <a:pt x="78" y="68"/>
                        <a:pt x="76" y="70"/>
                      </a:cubicBezTo>
                      <a:cubicBezTo>
                        <a:pt x="74" y="67"/>
                        <a:pt x="72" y="66"/>
                        <a:pt x="72" y="62"/>
                      </a:cubicBezTo>
                      <a:cubicBezTo>
                        <a:pt x="72" y="61"/>
                        <a:pt x="75" y="55"/>
                        <a:pt x="76" y="54"/>
                      </a:cubicBezTo>
                      <a:cubicBezTo>
                        <a:pt x="75" y="51"/>
                        <a:pt x="75" y="48"/>
                        <a:pt x="72" y="48"/>
                      </a:cubicBezTo>
                      <a:cubicBezTo>
                        <a:pt x="71" y="48"/>
                        <a:pt x="70" y="49"/>
                        <a:pt x="70" y="49"/>
                      </a:cubicBezTo>
                      <a:cubicBezTo>
                        <a:pt x="70" y="55"/>
                        <a:pt x="67" y="55"/>
                        <a:pt x="63" y="57"/>
                      </a:cubicBezTo>
                      <a:cubicBezTo>
                        <a:pt x="62" y="56"/>
                        <a:pt x="60" y="55"/>
                        <a:pt x="59" y="55"/>
                      </a:cubicBezTo>
                      <a:cubicBezTo>
                        <a:pt x="58" y="55"/>
                        <a:pt x="56" y="57"/>
                        <a:pt x="56" y="57"/>
                      </a:cubicBezTo>
                      <a:cubicBezTo>
                        <a:pt x="58" y="60"/>
                        <a:pt x="59" y="60"/>
                        <a:pt x="61" y="64"/>
                      </a:cubicBezTo>
                      <a:cubicBezTo>
                        <a:pt x="61" y="66"/>
                        <a:pt x="61" y="66"/>
                        <a:pt x="61" y="66"/>
                      </a:cubicBezTo>
                      <a:cubicBezTo>
                        <a:pt x="61" y="67"/>
                        <a:pt x="61" y="67"/>
                        <a:pt x="61" y="67"/>
                      </a:cubicBezTo>
                      <a:cubicBezTo>
                        <a:pt x="59" y="70"/>
                        <a:pt x="59" y="70"/>
                        <a:pt x="59" y="70"/>
                      </a:cubicBezTo>
                      <a:cubicBezTo>
                        <a:pt x="60" y="71"/>
                        <a:pt x="58" y="71"/>
                        <a:pt x="61" y="71"/>
                      </a:cubicBezTo>
                      <a:cubicBezTo>
                        <a:pt x="64" y="71"/>
                        <a:pt x="66" y="72"/>
                        <a:pt x="68" y="74"/>
                      </a:cubicBezTo>
                      <a:cubicBezTo>
                        <a:pt x="68" y="75"/>
                        <a:pt x="68" y="75"/>
                        <a:pt x="68" y="75"/>
                      </a:cubicBezTo>
                      <a:cubicBezTo>
                        <a:pt x="68" y="78"/>
                        <a:pt x="68" y="78"/>
                        <a:pt x="68" y="78"/>
                      </a:cubicBezTo>
                      <a:cubicBezTo>
                        <a:pt x="68" y="82"/>
                        <a:pt x="58" y="85"/>
                        <a:pt x="55" y="86"/>
                      </a:cubicBezTo>
                      <a:cubicBezTo>
                        <a:pt x="50" y="88"/>
                        <a:pt x="44" y="91"/>
                        <a:pt x="40" y="92"/>
                      </a:cubicBezTo>
                      <a:cubicBezTo>
                        <a:pt x="36" y="94"/>
                        <a:pt x="35" y="94"/>
                        <a:pt x="32" y="96"/>
                      </a:cubicBezTo>
                      <a:cubicBezTo>
                        <a:pt x="29" y="97"/>
                        <a:pt x="27" y="97"/>
                        <a:pt x="24" y="99"/>
                      </a:cubicBezTo>
                      <a:cubicBezTo>
                        <a:pt x="20" y="101"/>
                        <a:pt x="13" y="104"/>
                        <a:pt x="9" y="104"/>
                      </a:cubicBezTo>
                      <a:cubicBezTo>
                        <a:pt x="3" y="105"/>
                        <a:pt x="3" y="105"/>
                        <a:pt x="3" y="105"/>
                      </a:cubicBezTo>
                      <a:cubicBezTo>
                        <a:pt x="1" y="105"/>
                        <a:pt x="1" y="106"/>
                        <a:pt x="0" y="107"/>
                      </a:cubicBezTo>
                      <a:cubicBezTo>
                        <a:pt x="0" y="108"/>
                        <a:pt x="0" y="111"/>
                        <a:pt x="2" y="112"/>
                      </a:cubicBezTo>
                      <a:cubicBezTo>
                        <a:pt x="4" y="114"/>
                        <a:pt x="3" y="114"/>
                        <a:pt x="5" y="115"/>
                      </a:cubicBezTo>
                      <a:cubicBezTo>
                        <a:pt x="6" y="116"/>
                        <a:pt x="12" y="119"/>
                        <a:pt x="14" y="120"/>
                      </a:cubicBezTo>
                      <a:cubicBezTo>
                        <a:pt x="15" y="119"/>
                        <a:pt x="15" y="119"/>
                        <a:pt x="17" y="119"/>
                      </a:cubicBezTo>
                      <a:cubicBezTo>
                        <a:pt x="20" y="119"/>
                        <a:pt x="30" y="110"/>
                        <a:pt x="32" y="108"/>
                      </a:cubicBezTo>
                      <a:cubicBezTo>
                        <a:pt x="36" y="104"/>
                        <a:pt x="42" y="101"/>
                        <a:pt x="47" y="98"/>
                      </a:cubicBezTo>
                      <a:cubicBezTo>
                        <a:pt x="50" y="96"/>
                        <a:pt x="52" y="95"/>
                        <a:pt x="55" y="93"/>
                      </a:cubicBezTo>
                      <a:cubicBezTo>
                        <a:pt x="57" y="92"/>
                        <a:pt x="58" y="92"/>
                        <a:pt x="59" y="91"/>
                      </a:cubicBezTo>
                      <a:cubicBezTo>
                        <a:pt x="61" y="90"/>
                        <a:pt x="61" y="90"/>
                        <a:pt x="63" y="89"/>
                      </a:cubicBezTo>
                      <a:cubicBezTo>
                        <a:pt x="68" y="87"/>
                        <a:pt x="74" y="80"/>
                        <a:pt x="79" y="80"/>
                      </a:cubicBezTo>
                      <a:cubicBezTo>
                        <a:pt x="81" y="80"/>
                        <a:pt x="82" y="82"/>
                        <a:pt x="82" y="83"/>
                      </a:cubicBezTo>
                      <a:cubicBezTo>
                        <a:pt x="82" y="85"/>
                        <a:pt x="82" y="85"/>
                        <a:pt x="82" y="85"/>
                      </a:cubicBezTo>
                      <a:cubicBezTo>
                        <a:pt x="82" y="86"/>
                        <a:pt x="82" y="86"/>
                        <a:pt x="82" y="86"/>
                      </a:cubicBezTo>
                      <a:cubicBezTo>
                        <a:pt x="80" y="90"/>
                        <a:pt x="79" y="89"/>
                        <a:pt x="78" y="93"/>
                      </a:cubicBezTo>
                      <a:cubicBezTo>
                        <a:pt x="75" y="94"/>
                        <a:pt x="75" y="94"/>
                        <a:pt x="74" y="97"/>
                      </a:cubicBezTo>
                      <a:cubicBezTo>
                        <a:pt x="69" y="98"/>
                        <a:pt x="71" y="99"/>
                        <a:pt x="67" y="101"/>
                      </a:cubicBezTo>
                      <a:cubicBezTo>
                        <a:pt x="63" y="103"/>
                        <a:pt x="63" y="103"/>
                        <a:pt x="61" y="107"/>
                      </a:cubicBezTo>
                      <a:cubicBezTo>
                        <a:pt x="61" y="110"/>
                        <a:pt x="64" y="114"/>
                        <a:pt x="64" y="117"/>
                      </a:cubicBezTo>
                      <a:cubicBezTo>
                        <a:pt x="64" y="118"/>
                        <a:pt x="64" y="118"/>
                        <a:pt x="64" y="118"/>
                      </a:cubicBezTo>
                      <a:cubicBezTo>
                        <a:pt x="64" y="119"/>
                        <a:pt x="64" y="119"/>
                        <a:pt x="64" y="119"/>
                      </a:cubicBezTo>
                      <a:cubicBezTo>
                        <a:pt x="61" y="123"/>
                        <a:pt x="60" y="125"/>
                        <a:pt x="55" y="126"/>
                      </a:cubicBezTo>
                      <a:cubicBezTo>
                        <a:pt x="51" y="127"/>
                        <a:pt x="43" y="129"/>
                        <a:pt x="41" y="129"/>
                      </a:cubicBezTo>
                      <a:cubicBezTo>
                        <a:pt x="40" y="129"/>
                        <a:pt x="40" y="129"/>
                        <a:pt x="40" y="129"/>
                      </a:cubicBezTo>
                      <a:cubicBezTo>
                        <a:pt x="32" y="130"/>
                        <a:pt x="32" y="130"/>
                        <a:pt x="32" y="130"/>
                      </a:cubicBezTo>
                      <a:cubicBezTo>
                        <a:pt x="30" y="130"/>
                        <a:pt x="30" y="130"/>
                        <a:pt x="30" y="130"/>
                      </a:cubicBezTo>
                      <a:cubicBezTo>
                        <a:pt x="27" y="132"/>
                        <a:pt x="27" y="132"/>
                        <a:pt x="27" y="132"/>
                      </a:cubicBezTo>
                      <a:cubicBezTo>
                        <a:pt x="30" y="136"/>
                        <a:pt x="30" y="138"/>
                        <a:pt x="35" y="141"/>
                      </a:cubicBezTo>
                      <a:cubicBezTo>
                        <a:pt x="36" y="141"/>
                        <a:pt x="36" y="141"/>
                        <a:pt x="36" y="141"/>
                      </a:cubicBezTo>
                      <a:cubicBezTo>
                        <a:pt x="38" y="141"/>
                        <a:pt x="38" y="141"/>
                        <a:pt x="38" y="141"/>
                      </a:cubicBezTo>
                      <a:cubicBezTo>
                        <a:pt x="39" y="141"/>
                        <a:pt x="39" y="141"/>
                        <a:pt x="39" y="141"/>
                      </a:cubicBezTo>
                      <a:cubicBezTo>
                        <a:pt x="43" y="138"/>
                        <a:pt x="51" y="133"/>
                        <a:pt x="56" y="133"/>
                      </a:cubicBezTo>
                      <a:cubicBezTo>
                        <a:pt x="58" y="133"/>
                        <a:pt x="58" y="133"/>
                        <a:pt x="58" y="133"/>
                      </a:cubicBezTo>
                      <a:cubicBezTo>
                        <a:pt x="62" y="133"/>
                        <a:pt x="63" y="137"/>
                        <a:pt x="63" y="141"/>
                      </a:cubicBezTo>
                      <a:cubicBezTo>
                        <a:pt x="63" y="143"/>
                        <a:pt x="63" y="143"/>
                        <a:pt x="63" y="143"/>
                      </a:cubicBezTo>
                      <a:cubicBezTo>
                        <a:pt x="63" y="150"/>
                        <a:pt x="60" y="152"/>
                        <a:pt x="56" y="154"/>
                      </a:cubicBezTo>
                      <a:cubicBezTo>
                        <a:pt x="55" y="154"/>
                        <a:pt x="55" y="154"/>
                        <a:pt x="55" y="154"/>
                      </a:cubicBezTo>
                      <a:cubicBezTo>
                        <a:pt x="53" y="154"/>
                        <a:pt x="53" y="154"/>
                        <a:pt x="53" y="154"/>
                      </a:cubicBezTo>
                      <a:cubicBezTo>
                        <a:pt x="52" y="154"/>
                        <a:pt x="52" y="154"/>
                        <a:pt x="51" y="153"/>
                      </a:cubicBezTo>
                      <a:cubicBezTo>
                        <a:pt x="50" y="154"/>
                        <a:pt x="50" y="154"/>
                        <a:pt x="49" y="154"/>
                      </a:cubicBezTo>
                      <a:cubicBezTo>
                        <a:pt x="47" y="154"/>
                        <a:pt x="47" y="154"/>
                        <a:pt x="47" y="154"/>
                      </a:cubicBezTo>
                      <a:cubicBezTo>
                        <a:pt x="47" y="155"/>
                        <a:pt x="46" y="155"/>
                        <a:pt x="46" y="156"/>
                      </a:cubicBezTo>
                      <a:cubicBezTo>
                        <a:pt x="46" y="158"/>
                        <a:pt x="53" y="165"/>
                        <a:pt x="55" y="166"/>
                      </a:cubicBezTo>
                      <a:cubicBezTo>
                        <a:pt x="56" y="166"/>
                        <a:pt x="56" y="166"/>
                        <a:pt x="56" y="166"/>
                      </a:cubicBezTo>
                      <a:cubicBezTo>
                        <a:pt x="61" y="166"/>
                        <a:pt x="61" y="166"/>
                        <a:pt x="61" y="166"/>
                      </a:cubicBezTo>
                      <a:cubicBezTo>
                        <a:pt x="66" y="166"/>
                        <a:pt x="69" y="163"/>
                        <a:pt x="71" y="160"/>
                      </a:cubicBezTo>
                      <a:cubicBezTo>
                        <a:pt x="74" y="155"/>
                        <a:pt x="74" y="151"/>
                        <a:pt x="76" y="148"/>
                      </a:cubicBezTo>
                      <a:cubicBezTo>
                        <a:pt x="75" y="146"/>
                        <a:pt x="75" y="148"/>
                        <a:pt x="75" y="146"/>
                      </a:cubicBezTo>
                      <a:cubicBezTo>
                        <a:pt x="75" y="138"/>
                        <a:pt x="75" y="138"/>
                        <a:pt x="75" y="138"/>
                      </a:cubicBezTo>
                      <a:cubicBezTo>
                        <a:pt x="75" y="130"/>
                        <a:pt x="74" y="128"/>
                        <a:pt x="80" y="124"/>
                      </a:cubicBezTo>
                      <a:cubicBezTo>
                        <a:pt x="81" y="124"/>
                        <a:pt x="81" y="124"/>
                        <a:pt x="81" y="124"/>
                      </a:cubicBezTo>
                      <a:cubicBezTo>
                        <a:pt x="90" y="124"/>
                        <a:pt x="90" y="127"/>
                        <a:pt x="94" y="120"/>
                      </a:cubicBezTo>
                      <a:cubicBezTo>
                        <a:pt x="92" y="117"/>
                        <a:pt x="91" y="116"/>
                        <a:pt x="88" y="115"/>
                      </a:cubicBezTo>
                      <a:cubicBezTo>
                        <a:pt x="86" y="116"/>
                        <a:pt x="84" y="117"/>
                        <a:pt x="81" y="117"/>
                      </a:cubicBezTo>
                      <a:cubicBezTo>
                        <a:pt x="79" y="117"/>
                        <a:pt x="79" y="117"/>
                        <a:pt x="79" y="117"/>
                      </a:cubicBezTo>
                      <a:cubicBezTo>
                        <a:pt x="77" y="116"/>
                        <a:pt x="72" y="109"/>
                        <a:pt x="72" y="107"/>
                      </a:cubicBezTo>
                      <a:cubicBezTo>
                        <a:pt x="72" y="105"/>
                        <a:pt x="72" y="105"/>
                        <a:pt x="72" y="105"/>
                      </a:cubicBezTo>
                      <a:cubicBezTo>
                        <a:pt x="72" y="99"/>
                        <a:pt x="75" y="100"/>
                        <a:pt x="78" y="96"/>
                      </a:cubicBezTo>
                      <a:cubicBezTo>
                        <a:pt x="80" y="96"/>
                        <a:pt x="80" y="96"/>
                        <a:pt x="80" y="96"/>
                      </a:cubicBezTo>
                      <a:cubicBezTo>
                        <a:pt x="82" y="93"/>
                        <a:pt x="89" y="90"/>
                        <a:pt x="92" y="89"/>
                      </a:cubicBezTo>
                      <a:cubicBezTo>
                        <a:pt x="95" y="87"/>
                        <a:pt x="101" y="83"/>
                        <a:pt x="101" y="80"/>
                      </a:cubicBezTo>
                      <a:cubicBezTo>
                        <a:pt x="101" y="77"/>
                        <a:pt x="101" y="79"/>
                        <a:pt x="102" y="78"/>
                      </a:cubicBezTo>
                      <a:cubicBezTo>
                        <a:pt x="101" y="77"/>
                        <a:pt x="101" y="79"/>
                        <a:pt x="101" y="77"/>
                      </a:cubicBezTo>
                      <a:cubicBezTo>
                        <a:pt x="101" y="73"/>
                        <a:pt x="96" y="64"/>
                        <a:pt x="95" y="61"/>
                      </a:cubicBezTo>
                      <a:cubicBezTo>
                        <a:pt x="95" y="61"/>
                        <a:pt x="101" y="55"/>
                        <a:pt x="102" y="55"/>
                      </a:cubicBezTo>
                      <a:cubicBezTo>
                        <a:pt x="104" y="52"/>
                        <a:pt x="106" y="51"/>
                        <a:pt x="109" y="48"/>
                      </a:cubicBezTo>
                      <a:cubicBezTo>
                        <a:pt x="110" y="47"/>
                        <a:pt x="112" y="46"/>
                        <a:pt x="113" y="45"/>
                      </a:cubicBezTo>
                      <a:cubicBezTo>
                        <a:pt x="114" y="44"/>
                        <a:pt x="115" y="43"/>
                        <a:pt x="116" y="42"/>
                      </a:cubicBezTo>
                      <a:cubicBezTo>
                        <a:pt x="118" y="39"/>
                        <a:pt x="118" y="35"/>
                        <a:pt x="121" y="34"/>
                      </a:cubicBezTo>
                      <a:cubicBezTo>
                        <a:pt x="121" y="32"/>
                        <a:pt x="121" y="32"/>
                        <a:pt x="121" y="32"/>
                      </a:cubicBezTo>
                      <a:cubicBezTo>
                        <a:pt x="121" y="27"/>
                        <a:pt x="123" y="30"/>
                        <a:pt x="120" y="24"/>
                      </a:cubicBezTo>
                      <a:cubicBezTo>
                        <a:pt x="118" y="20"/>
                        <a:pt x="118" y="20"/>
                        <a:pt x="116" y="17"/>
                      </a:cubicBezTo>
                      <a:cubicBezTo>
                        <a:pt x="113" y="17"/>
                        <a:pt x="113" y="17"/>
                        <a:pt x="113" y="17"/>
                      </a:cubicBezTo>
                      <a:cubicBezTo>
                        <a:pt x="111" y="17"/>
                        <a:pt x="105" y="19"/>
                        <a:pt x="104" y="20"/>
                      </a:cubicBezTo>
                      <a:cubicBezTo>
                        <a:pt x="101" y="23"/>
                        <a:pt x="102" y="23"/>
                        <a:pt x="96" y="24"/>
                      </a:cubicBezTo>
                      <a:lnTo>
                        <a:pt x="93" y="2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5" name="íṥḻiďê"/>
                <p:cNvSpPr/>
                <p:nvPr/>
              </p:nvSpPr>
              <p:spPr bwMode="auto">
                <a:xfrm>
                  <a:off x="5159376" y="3357563"/>
                  <a:ext cx="117475" cy="366713"/>
                </a:xfrm>
                <a:custGeom>
                  <a:avLst/>
                  <a:gdLst>
                    <a:gd name="T0" fmla="*/ 23 w 36"/>
                    <a:gd name="T1" fmla="*/ 14 h 110"/>
                    <a:gd name="T2" fmla="*/ 23 w 36"/>
                    <a:gd name="T3" fmla="*/ 12 h 110"/>
                    <a:gd name="T4" fmla="*/ 18 w 36"/>
                    <a:gd name="T5" fmla="*/ 6 h 110"/>
                    <a:gd name="T6" fmla="*/ 13 w 36"/>
                    <a:gd name="T7" fmla="*/ 0 h 110"/>
                    <a:gd name="T8" fmla="*/ 11 w 36"/>
                    <a:gd name="T9" fmla="*/ 4 h 110"/>
                    <a:gd name="T10" fmla="*/ 13 w 36"/>
                    <a:gd name="T11" fmla="*/ 16 h 110"/>
                    <a:gd name="T12" fmla="*/ 12 w 36"/>
                    <a:gd name="T13" fmla="*/ 34 h 110"/>
                    <a:gd name="T14" fmla="*/ 7 w 36"/>
                    <a:gd name="T15" fmla="*/ 65 h 110"/>
                    <a:gd name="T16" fmla="*/ 3 w 36"/>
                    <a:gd name="T17" fmla="*/ 80 h 110"/>
                    <a:gd name="T18" fmla="*/ 0 w 36"/>
                    <a:gd name="T19" fmla="*/ 95 h 110"/>
                    <a:gd name="T20" fmla="*/ 0 w 36"/>
                    <a:gd name="T21" fmla="*/ 98 h 110"/>
                    <a:gd name="T22" fmla="*/ 0 w 36"/>
                    <a:gd name="T23" fmla="*/ 100 h 110"/>
                    <a:gd name="T24" fmla="*/ 4 w 36"/>
                    <a:gd name="T25" fmla="*/ 105 h 110"/>
                    <a:gd name="T26" fmla="*/ 9 w 36"/>
                    <a:gd name="T27" fmla="*/ 110 h 110"/>
                    <a:gd name="T28" fmla="*/ 15 w 36"/>
                    <a:gd name="T29" fmla="*/ 104 h 110"/>
                    <a:gd name="T30" fmla="*/ 18 w 36"/>
                    <a:gd name="T31" fmla="*/ 96 h 110"/>
                    <a:gd name="T32" fmla="*/ 18 w 36"/>
                    <a:gd name="T33" fmla="*/ 90 h 110"/>
                    <a:gd name="T34" fmla="*/ 21 w 36"/>
                    <a:gd name="T35" fmla="*/ 71 h 110"/>
                    <a:gd name="T36" fmla="*/ 25 w 36"/>
                    <a:gd name="T37" fmla="*/ 53 h 110"/>
                    <a:gd name="T38" fmla="*/ 30 w 36"/>
                    <a:gd name="T39" fmla="*/ 36 h 110"/>
                    <a:gd name="T40" fmla="*/ 35 w 36"/>
                    <a:gd name="T41" fmla="*/ 20 h 110"/>
                    <a:gd name="T42" fmla="*/ 33 w 36"/>
                    <a:gd name="T43" fmla="*/ 20 h 110"/>
                    <a:gd name="T44" fmla="*/ 30 w 36"/>
                    <a:gd name="T45" fmla="*/ 22 h 110"/>
                    <a:gd name="T46" fmla="*/ 23 w 36"/>
                    <a:gd name="T47" fmla="*/ 17 h 110"/>
                    <a:gd name="T48" fmla="*/ 23 w 36"/>
                    <a:gd name="T49" fmla="*/ 15 h 110"/>
                    <a:gd name="T50" fmla="*/ 23 w 36"/>
                    <a:gd name="T51" fmla="*/ 14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6" h="110">
                      <a:moveTo>
                        <a:pt x="23" y="14"/>
                      </a:moveTo>
                      <a:cubicBezTo>
                        <a:pt x="23" y="12"/>
                        <a:pt x="23" y="12"/>
                        <a:pt x="23" y="12"/>
                      </a:cubicBezTo>
                      <a:cubicBezTo>
                        <a:pt x="21" y="8"/>
                        <a:pt x="22" y="9"/>
                        <a:pt x="18" y="6"/>
                      </a:cubicBezTo>
                      <a:cubicBezTo>
                        <a:pt x="17" y="4"/>
                        <a:pt x="15" y="2"/>
                        <a:pt x="13" y="0"/>
                      </a:cubicBezTo>
                      <a:cubicBezTo>
                        <a:pt x="12" y="1"/>
                        <a:pt x="11" y="3"/>
                        <a:pt x="11" y="4"/>
                      </a:cubicBezTo>
                      <a:cubicBezTo>
                        <a:pt x="11" y="7"/>
                        <a:pt x="13" y="12"/>
                        <a:pt x="13" y="16"/>
                      </a:cubicBezTo>
                      <a:cubicBezTo>
                        <a:pt x="12" y="34"/>
                        <a:pt x="12" y="34"/>
                        <a:pt x="12" y="34"/>
                      </a:cubicBezTo>
                      <a:cubicBezTo>
                        <a:pt x="12" y="43"/>
                        <a:pt x="9" y="56"/>
                        <a:pt x="7" y="65"/>
                      </a:cubicBezTo>
                      <a:cubicBezTo>
                        <a:pt x="6" y="72"/>
                        <a:pt x="4" y="75"/>
                        <a:pt x="3" y="80"/>
                      </a:cubicBezTo>
                      <a:cubicBezTo>
                        <a:pt x="2" y="85"/>
                        <a:pt x="0" y="91"/>
                        <a:pt x="0" y="95"/>
                      </a:cubicBezTo>
                      <a:cubicBezTo>
                        <a:pt x="0" y="98"/>
                        <a:pt x="0" y="98"/>
                        <a:pt x="0" y="98"/>
                      </a:cubicBezTo>
                      <a:cubicBezTo>
                        <a:pt x="0" y="100"/>
                        <a:pt x="0" y="100"/>
                        <a:pt x="0" y="100"/>
                      </a:cubicBezTo>
                      <a:cubicBezTo>
                        <a:pt x="2" y="102"/>
                        <a:pt x="2" y="103"/>
                        <a:pt x="4" y="105"/>
                      </a:cubicBezTo>
                      <a:cubicBezTo>
                        <a:pt x="6" y="108"/>
                        <a:pt x="7" y="108"/>
                        <a:pt x="9" y="110"/>
                      </a:cubicBezTo>
                      <a:cubicBezTo>
                        <a:pt x="12" y="108"/>
                        <a:pt x="13" y="108"/>
                        <a:pt x="15" y="104"/>
                      </a:cubicBezTo>
                      <a:cubicBezTo>
                        <a:pt x="16" y="102"/>
                        <a:pt x="18" y="99"/>
                        <a:pt x="18" y="96"/>
                      </a:cubicBezTo>
                      <a:cubicBezTo>
                        <a:pt x="18" y="90"/>
                        <a:pt x="18" y="90"/>
                        <a:pt x="18" y="90"/>
                      </a:cubicBezTo>
                      <a:cubicBezTo>
                        <a:pt x="18" y="83"/>
                        <a:pt x="20" y="77"/>
                        <a:pt x="21" y="71"/>
                      </a:cubicBezTo>
                      <a:cubicBezTo>
                        <a:pt x="23" y="65"/>
                        <a:pt x="23" y="59"/>
                        <a:pt x="25" y="53"/>
                      </a:cubicBezTo>
                      <a:cubicBezTo>
                        <a:pt x="26" y="47"/>
                        <a:pt x="29" y="42"/>
                        <a:pt x="30" y="36"/>
                      </a:cubicBezTo>
                      <a:cubicBezTo>
                        <a:pt x="31" y="28"/>
                        <a:pt x="34" y="27"/>
                        <a:pt x="35" y="20"/>
                      </a:cubicBezTo>
                      <a:cubicBezTo>
                        <a:pt x="34" y="19"/>
                        <a:pt x="36" y="20"/>
                        <a:pt x="33" y="20"/>
                      </a:cubicBezTo>
                      <a:cubicBezTo>
                        <a:pt x="33" y="20"/>
                        <a:pt x="30" y="22"/>
                        <a:pt x="30" y="22"/>
                      </a:cubicBezTo>
                      <a:cubicBezTo>
                        <a:pt x="25" y="21"/>
                        <a:pt x="25" y="21"/>
                        <a:pt x="23" y="17"/>
                      </a:cubicBezTo>
                      <a:cubicBezTo>
                        <a:pt x="23" y="15"/>
                        <a:pt x="23" y="15"/>
                        <a:pt x="23" y="15"/>
                      </a:cubicBezTo>
                      <a:lnTo>
                        <a:pt x="23" y="14"/>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nvGrpSpPr>
              <p:cNvPr id="249" name="ïšľîḍê"/>
              <p:cNvGrpSpPr/>
              <p:nvPr/>
            </p:nvGrpSpPr>
            <p:grpSpPr>
              <a:xfrm>
                <a:off x="4412452" y="3781425"/>
                <a:ext cx="2312689" cy="166461"/>
                <a:chOff x="6986588" y="3521075"/>
                <a:chExt cx="1654176" cy="119063"/>
              </a:xfrm>
            </p:grpSpPr>
            <p:sp>
              <p:nvSpPr>
                <p:cNvPr id="250" name="îṩľîḑê"/>
                <p:cNvSpPr/>
                <p:nvPr/>
              </p:nvSpPr>
              <p:spPr bwMode="auto">
                <a:xfrm>
                  <a:off x="6986588" y="3521075"/>
                  <a:ext cx="155575" cy="119063"/>
                </a:xfrm>
                <a:custGeom>
                  <a:avLst/>
                  <a:gdLst>
                    <a:gd name="T0" fmla="*/ 84 w 98"/>
                    <a:gd name="T1" fmla="*/ 0 h 75"/>
                    <a:gd name="T2" fmla="*/ 59 w 98"/>
                    <a:gd name="T3" fmla="*/ 52 h 75"/>
                    <a:gd name="T4" fmla="*/ 57 w 98"/>
                    <a:gd name="T5" fmla="*/ 0 h 75"/>
                    <a:gd name="T6" fmla="*/ 40 w 98"/>
                    <a:gd name="T7" fmla="*/ 0 h 75"/>
                    <a:gd name="T8" fmla="*/ 15 w 98"/>
                    <a:gd name="T9" fmla="*/ 52 h 75"/>
                    <a:gd name="T10" fmla="*/ 15 w 98"/>
                    <a:gd name="T11" fmla="*/ 0 h 75"/>
                    <a:gd name="T12" fmla="*/ 0 w 98"/>
                    <a:gd name="T13" fmla="*/ 0 h 75"/>
                    <a:gd name="T14" fmla="*/ 2 w 98"/>
                    <a:gd name="T15" fmla="*/ 75 h 75"/>
                    <a:gd name="T16" fmla="*/ 19 w 98"/>
                    <a:gd name="T17" fmla="*/ 75 h 75"/>
                    <a:gd name="T18" fmla="*/ 44 w 98"/>
                    <a:gd name="T19" fmla="*/ 21 h 75"/>
                    <a:gd name="T20" fmla="*/ 46 w 98"/>
                    <a:gd name="T21" fmla="*/ 75 h 75"/>
                    <a:gd name="T22" fmla="*/ 63 w 98"/>
                    <a:gd name="T23" fmla="*/ 75 h 75"/>
                    <a:gd name="T24" fmla="*/ 98 w 98"/>
                    <a:gd name="T25" fmla="*/ 0 h 75"/>
                    <a:gd name="T26" fmla="*/ 84 w 98"/>
                    <a:gd name="T27"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98" h="75">
                      <a:moveTo>
                        <a:pt x="84" y="0"/>
                      </a:moveTo>
                      <a:lnTo>
                        <a:pt x="59" y="52"/>
                      </a:lnTo>
                      <a:lnTo>
                        <a:pt x="57" y="0"/>
                      </a:lnTo>
                      <a:lnTo>
                        <a:pt x="40" y="0"/>
                      </a:lnTo>
                      <a:lnTo>
                        <a:pt x="15" y="52"/>
                      </a:lnTo>
                      <a:lnTo>
                        <a:pt x="15" y="0"/>
                      </a:lnTo>
                      <a:lnTo>
                        <a:pt x="0" y="0"/>
                      </a:lnTo>
                      <a:lnTo>
                        <a:pt x="2" y="75"/>
                      </a:lnTo>
                      <a:lnTo>
                        <a:pt x="19" y="75"/>
                      </a:lnTo>
                      <a:lnTo>
                        <a:pt x="44" y="21"/>
                      </a:lnTo>
                      <a:lnTo>
                        <a:pt x="46" y="75"/>
                      </a:lnTo>
                      <a:lnTo>
                        <a:pt x="63" y="75"/>
                      </a:lnTo>
                      <a:lnTo>
                        <a:pt x="98" y="0"/>
                      </a:lnTo>
                      <a:lnTo>
                        <a:pt x="84"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1" name="îṩḷîde"/>
                <p:cNvSpPr/>
                <p:nvPr/>
              </p:nvSpPr>
              <p:spPr bwMode="auto">
                <a:xfrm>
                  <a:off x="7135813" y="3521075"/>
                  <a:ext cx="112713" cy="119063"/>
                </a:xfrm>
                <a:custGeom>
                  <a:avLst/>
                  <a:gdLst>
                    <a:gd name="T0" fmla="*/ 22 w 34"/>
                    <a:gd name="T1" fmla="*/ 20 h 36"/>
                    <a:gd name="T2" fmla="*/ 20 w 34"/>
                    <a:gd name="T3" fmla="*/ 26 h 36"/>
                    <a:gd name="T4" fmla="*/ 18 w 34"/>
                    <a:gd name="T5" fmla="*/ 29 h 36"/>
                    <a:gd name="T6" fmla="*/ 13 w 34"/>
                    <a:gd name="T7" fmla="*/ 30 h 36"/>
                    <a:gd name="T8" fmla="*/ 9 w 34"/>
                    <a:gd name="T9" fmla="*/ 29 h 36"/>
                    <a:gd name="T10" fmla="*/ 7 w 34"/>
                    <a:gd name="T11" fmla="*/ 25 h 36"/>
                    <a:gd name="T12" fmla="*/ 7 w 34"/>
                    <a:gd name="T13" fmla="*/ 24 h 36"/>
                    <a:gd name="T14" fmla="*/ 8 w 34"/>
                    <a:gd name="T15" fmla="*/ 19 h 36"/>
                    <a:gd name="T16" fmla="*/ 12 w 34"/>
                    <a:gd name="T17" fmla="*/ 0 h 36"/>
                    <a:gd name="T18" fmla="*/ 5 w 34"/>
                    <a:gd name="T19" fmla="*/ 0 h 36"/>
                    <a:gd name="T20" fmla="*/ 1 w 34"/>
                    <a:gd name="T21" fmla="*/ 19 h 36"/>
                    <a:gd name="T22" fmla="*/ 0 w 34"/>
                    <a:gd name="T23" fmla="*/ 23 h 36"/>
                    <a:gd name="T24" fmla="*/ 0 w 34"/>
                    <a:gd name="T25" fmla="*/ 25 h 36"/>
                    <a:gd name="T26" fmla="*/ 3 w 34"/>
                    <a:gd name="T27" fmla="*/ 33 h 36"/>
                    <a:gd name="T28" fmla="*/ 13 w 34"/>
                    <a:gd name="T29" fmla="*/ 36 h 36"/>
                    <a:gd name="T30" fmla="*/ 22 w 34"/>
                    <a:gd name="T31" fmla="*/ 34 h 36"/>
                    <a:gd name="T32" fmla="*/ 27 w 34"/>
                    <a:gd name="T33" fmla="*/ 29 h 36"/>
                    <a:gd name="T34" fmla="*/ 30 w 34"/>
                    <a:gd name="T35" fmla="*/ 20 h 36"/>
                    <a:gd name="T36" fmla="*/ 34 w 34"/>
                    <a:gd name="T37" fmla="*/ 0 h 36"/>
                    <a:gd name="T38" fmla="*/ 26 w 34"/>
                    <a:gd name="T39" fmla="*/ 0 h 36"/>
                    <a:gd name="T40" fmla="*/ 22 w 34"/>
                    <a:gd name="T41" fmla="*/ 2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4" h="36">
                      <a:moveTo>
                        <a:pt x="22" y="20"/>
                      </a:moveTo>
                      <a:cubicBezTo>
                        <a:pt x="22" y="23"/>
                        <a:pt x="21" y="25"/>
                        <a:pt x="20" y="26"/>
                      </a:cubicBezTo>
                      <a:cubicBezTo>
                        <a:pt x="20" y="28"/>
                        <a:pt x="19" y="29"/>
                        <a:pt x="18" y="29"/>
                      </a:cubicBezTo>
                      <a:cubicBezTo>
                        <a:pt x="17" y="30"/>
                        <a:pt x="15" y="30"/>
                        <a:pt x="13" y="30"/>
                      </a:cubicBezTo>
                      <a:cubicBezTo>
                        <a:pt x="11" y="30"/>
                        <a:pt x="10" y="30"/>
                        <a:pt x="9" y="29"/>
                      </a:cubicBezTo>
                      <a:cubicBezTo>
                        <a:pt x="8" y="28"/>
                        <a:pt x="7" y="27"/>
                        <a:pt x="7" y="25"/>
                      </a:cubicBezTo>
                      <a:cubicBezTo>
                        <a:pt x="7" y="25"/>
                        <a:pt x="7" y="25"/>
                        <a:pt x="7" y="24"/>
                      </a:cubicBezTo>
                      <a:cubicBezTo>
                        <a:pt x="8" y="19"/>
                        <a:pt x="8" y="19"/>
                        <a:pt x="8" y="19"/>
                      </a:cubicBezTo>
                      <a:cubicBezTo>
                        <a:pt x="12" y="0"/>
                        <a:pt x="12" y="0"/>
                        <a:pt x="12" y="0"/>
                      </a:cubicBezTo>
                      <a:cubicBezTo>
                        <a:pt x="5" y="0"/>
                        <a:pt x="5" y="0"/>
                        <a:pt x="5" y="0"/>
                      </a:cubicBezTo>
                      <a:cubicBezTo>
                        <a:pt x="1" y="19"/>
                        <a:pt x="1" y="19"/>
                        <a:pt x="1" y="19"/>
                      </a:cubicBezTo>
                      <a:cubicBezTo>
                        <a:pt x="1" y="21"/>
                        <a:pt x="0" y="23"/>
                        <a:pt x="0" y="23"/>
                      </a:cubicBezTo>
                      <a:cubicBezTo>
                        <a:pt x="0" y="24"/>
                        <a:pt x="0" y="25"/>
                        <a:pt x="0" y="25"/>
                      </a:cubicBezTo>
                      <a:cubicBezTo>
                        <a:pt x="0" y="29"/>
                        <a:pt x="1" y="31"/>
                        <a:pt x="3" y="33"/>
                      </a:cubicBezTo>
                      <a:cubicBezTo>
                        <a:pt x="6" y="35"/>
                        <a:pt x="9" y="36"/>
                        <a:pt x="13" y="36"/>
                      </a:cubicBezTo>
                      <a:cubicBezTo>
                        <a:pt x="16" y="36"/>
                        <a:pt x="19" y="36"/>
                        <a:pt x="22" y="34"/>
                      </a:cubicBezTo>
                      <a:cubicBezTo>
                        <a:pt x="24" y="33"/>
                        <a:pt x="25" y="31"/>
                        <a:pt x="27" y="29"/>
                      </a:cubicBezTo>
                      <a:cubicBezTo>
                        <a:pt x="28" y="27"/>
                        <a:pt x="29" y="24"/>
                        <a:pt x="30" y="20"/>
                      </a:cubicBezTo>
                      <a:cubicBezTo>
                        <a:pt x="34" y="0"/>
                        <a:pt x="34" y="0"/>
                        <a:pt x="34" y="0"/>
                      </a:cubicBezTo>
                      <a:cubicBezTo>
                        <a:pt x="26" y="0"/>
                        <a:pt x="26" y="0"/>
                        <a:pt x="26" y="0"/>
                      </a:cubicBezTo>
                      <a:lnTo>
                        <a:pt x="22" y="2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2" name="îṣḻîḑê"/>
                <p:cNvSpPr/>
                <p:nvPr/>
              </p:nvSpPr>
              <p:spPr bwMode="auto">
                <a:xfrm>
                  <a:off x="7248526" y="3521075"/>
                  <a:ext cx="114300" cy="119063"/>
                </a:xfrm>
                <a:custGeom>
                  <a:avLst/>
                  <a:gdLst>
                    <a:gd name="T0" fmla="*/ 58 w 72"/>
                    <a:gd name="T1" fmla="*/ 0 h 75"/>
                    <a:gd name="T2" fmla="*/ 52 w 72"/>
                    <a:gd name="T3" fmla="*/ 29 h 75"/>
                    <a:gd name="T4" fmla="*/ 22 w 72"/>
                    <a:gd name="T5" fmla="*/ 29 h 75"/>
                    <a:gd name="T6" fmla="*/ 29 w 72"/>
                    <a:gd name="T7" fmla="*/ 0 h 75"/>
                    <a:gd name="T8" fmla="*/ 14 w 72"/>
                    <a:gd name="T9" fmla="*/ 0 h 75"/>
                    <a:gd name="T10" fmla="*/ 0 w 72"/>
                    <a:gd name="T11" fmla="*/ 75 h 75"/>
                    <a:gd name="T12" fmla="*/ 14 w 72"/>
                    <a:gd name="T13" fmla="*/ 75 h 75"/>
                    <a:gd name="T14" fmla="*/ 20 w 72"/>
                    <a:gd name="T15" fmla="*/ 42 h 75"/>
                    <a:gd name="T16" fmla="*/ 50 w 72"/>
                    <a:gd name="T17" fmla="*/ 42 h 75"/>
                    <a:gd name="T18" fmla="*/ 43 w 72"/>
                    <a:gd name="T19" fmla="*/ 75 h 75"/>
                    <a:gd name="T20" fmla="*/ 58 w 72"/>
                    <a:gd name="T21" fmla="*/ 75 h 75"/>
                    <a:gd name="T22" fmla="*/ 72 w 72"/>
                    <a:gd name="T23" fmla="*/ 0 h 75"/>
                    <a:gd name="T24" fmla="*/ 58 w 72"/>
                    <a:gd name="T25"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2" h="75">
                      <a:moveTo>
                        <a:pt x="58" y="0"/>
                      </a:moveTo>
                      <a:lnTo>
                        <a:pt x="52" y="29"/>
                      </a:lnTo>
                      <a:lnTo>
                        <a:pt x="22" y="29"/>
                      </a:lnTo>
                      <a:lnTo>
                        <a:pt x="29" y="0"/>
                      </a:lnTo>
                      <a:lnTo>
                        <a:pt x="14" y="0"/>
                      </a:lnTo>
                      <a:lnTo>
                        <a:pt x="0" y="75"/>
                      </a:lnTo>
                      <a:lnTo>
                        <a:pt x="14" y="75"/>
                      </a:lnTo>
                      <a:lnTo>
                        <a:pt x="20" y="42"/>
                      </a:lnTo>
                      <a:lnTo>
                        <a:pt x="50" y="42"/>
                      </a:lnTo>
                      <a:lnTo>
                        <a:pt x="43" y="75"/>
                      </a:lnTo>
                      <a:lnTo>
                        <a:pt x="58" y="75"/>
                      </a:lnTo>
                      <a:lnTo>
                        <a:pt x="72" y="0"/>
                      </a:lnTo>
                      <a:lnTo>
                        <a:pt x="58"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3" name="ïṥlíḑê"/>
                <p:cNvSpPr/>
                <p:nvPr/>
              </p:nvSpPr>
              <p:spPr bwMode="auto">
                <a:xfrm>
                  <a:off x="7356476" y="3521075"/>
                  <a:ext cx="112713" cy="119063"/>
                </a:xfrm>
                <a:custGeom>
                  <a:avLst/>
                  <a:gdLst>
                    <a:gd name="T0" fmla="*/ 42 w 71"/>
                    <a:gd name="T1" fmla="*/ 0 h 75"/>
                    <a:gd name="T2" fmla="*/ 0 w 71"/>
                    <a:gd name="T3" fmla="*/ 75 h 75"/>
                    <a:gd name="T4" fmla="*/ 15 w 71"/>
                    <a:gd name="T5" fmla="*/ 75 h 75"/>
                    <a:gd name="T6" fmla="*/ 23 w 71"/>
                    <a:gd name="T7" fmla="*/ 59 h 75"/>
                    <a:gd name="T8" fmla="*/ 54 w 71"/>
                    <a:gd name="T9" fmla="*/ 59 h 75"/>
                    <a:gd name="T10" fmla="*/ 56 w 71"/>
                    <a:gd name="T11" fmla="*/ 75 h 75"/>
                    <a:gd name="T12" fmla="*/ 71 w 71"/>
                    <a:gd name="T13" fmla="*/ 75 h 75"/>
                    <a:gd name="T14" fmla="*/ 58 w 71"/>
                    <a:gd name="T15" fmla="*/ 0 h 75"/>
                    <a:gd name="T16" fmla="*/ 42 w 71"/>
                    <a:gd name="T17" fmla="*/ 0 h 75"/>
                    <a:gd name="T18" fmla="*/ 29 w 71"/>
                    <a:gd name="T19" fmla="*/ 46 h 75"/>
                    <a:gd name="T20" fmla="*/ 48 w 71"/>
                    <a:gd name="T21" fmla="*/ 17 h 75"/>
                    <a:gd name="T22" fmla="*/ 52 w 71"/>
                    <a:gd name="T23" fmla="*/ 46 h 75"/>
                    <a:gd name="T24" fmla="*/ 29 w 71"/>
                    <a:gd name="T25" fmla="*/ 4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75">
                      <a:moveTo>
                        <a:pt x="42" y="0"/>
                      </a:moveTo>
                      <a:lnTo>
                        <a:pt x="0" y="75"/>
                      </a:lnTo>
                      <a:lnTo>
                        <a:pt x="15" y="75"/>
                      </a:lnTo>
                      <a:lnTo>
                        <a:pt x="23" y="59"/>
                      </a:lnTo>
                      <a:lnTo>
                        <a:pt x="54" y="59"/>
                      </a:lnTo>
                      <a:lnTo>
                        <a:pt x="56" y="75"/>
                      </a:lnTo>
                      <a:lnTo>
                        <a:pt x="71" y="75"/>
                      </a:lnTo>
                      <a:lnTo>
                        <a:pt x="58" y="0"/>
                      </a:lnTo>
                      <a:lnTo>
                        <a:pt x="42" y="0"/>
                      </a:lnTo>
                      <a:close/>
                      <a:moveTo>
                        <a:pt x="29" y="46"/>
                      </a:moveTo>
                      <a:lnTo>
                        <a:pt x="48" y="17"/>
                      </a:lnTo>
                      <a:lnTo>
                        <a:pt x="52" y="46"/>
                      </a:lnTo>
                      <a:lnTo>
                        <a:pt x="29" y="46"/>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4" name="îş1íḋe"/>
                <p:cNvSpPr/>
                <p:nvPr/>
              </p:nvSpPr>
              <p:spPr bwMode="auto">
                <a:xfrm>
                  <a:off x="7481888" y="3521075"/>
                  <a:ext cx="119063" cy="119063"/>
                </a:xfrm>
                <a:custGeom>
                  <a:avLst/>
                  <a:gdLst>
                    <a:gd name="T0" fmla="*/ 50 w 75"/>
                    <a:gd name="T1" fmla="*/ 50 h 75"/>
                    <a:gd name="T2" fmla="*/ 31 w 75"/>
                    <a:gd name="T3" fmla="*/ 0 h 75"/>
                    <a:gd name="T4" fmla="*/ 17 w 75"/>
                    <a:gd name="T5" fmla="*/ 0 h 75"/>
                    <a:gd name="T6" fmla="*/ 0 w 75"/>
                    <a:gd name="T7" fmla="*/ 75 h 75"/>
                    <a:gd name="T8" fmla="*/ 15 w 75"/>
                    <a:gd name="T9" fmla="*/ 75 h 75"/>
                    <a:gd name="T10" fmla="*/ 25 w 75"/>
                    <a:gd name="T11" fmla="*/ 25 h 75"/>
                    <a:gd name="T12" fmla="*/ 46 w 75"/>
                    <a:gd name="T13" fmla="*/ 75 h 75"/>
                    <a:gd name="T14" fmla="*/ 58 w 75"/>
                    <a:gd name="T15" fmla="*/ 75 h 75"/>
                    <a:gd name="T16" fmla="*/ 75 w 75"/>
                    <a:gd name="T17" fmla="*/ 0 h 75"/>
                    <a:gd name="T18" fmla="*/ 61 w 75"/>
                    <a:gd name="T19" fmla="*/ 0 h 75"/>
                    <a:gd name="T20" fmla="*/ 50 w 75"/>
                    <a:gd name="T21" fmla="*/ 5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5" h="75">
                      <a:moveTo>
                        <a:pt x="50" y="50"/>
                      </a:moveTo>
                      <a:lnTo>
                        <a:pt x="31" y="0"/>
                      </a:lnTo>
                      <a:lnTo>
                        <a:pt x="17" y="0"/>
                      </a:lnTo>
                      <a:lnTo>
                        <a:pt x="0" y="75"/>
                      </a:lnTo>
                      <a:lnTo>
                        <a:pt x="15" y="75"/>
                      </a:lnTo>
                      <a:lnTo>
                        <a:pt x="25" y="25"/>
                      </a:lnTo>
                      <a:lnTo>
                        <a:pt x="46" y="75"/>
                      </a:lnTo>
                      <a:lnTo>
                        <a:pt x="58" y="75"/>
                      </a:lnTo>
                      <a:lnTo>
                        <a:pt x="75" y="0"/>
                      </a:lnTo>
                      <a:lnTo>
                        <a:pt x="61" y="0"/>
                      </a:lnTo>
                      <a:lnTo>
                        <a:pt x="50" y="5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5" name="îş1ïḋe"/>
                <p:cNvSpPr/>
                <p:nvPr/>
              </p:nvSpPr>
              <p:spPr bwMode="auto">
                <a:xfrm>
                  <a:off x="7653338" y="3521075"/>
                  <a:ext cx="112713" cy="119063"/>
                </a:xfrm>
                <a:custGeom>
                  <a:avLst/>
                  <a:gdLst>
                    <a:gd name="T0" fmla="*/ 22 w 34"/>
                    <a:gd name="T1" fmla="*/ 20 h 36"/>
                    <a:gd name="T2" fmla="*/ 20 w 34"/>
                    <a:gd name="T3" fmla="*/ 26 h 36"/>
                    <a:gd name="T4" fmla="*/ 18 w 34"/>
                    <a:gd name="T5" fmla="*/ 29 h 36"/>
                    <a:gd name="T6" fmla="*/ 13 w 34"/>
                    <a:gd name="T7" fmla="*/ 30 h 36"/>
                    <a:gd name="T8" fmla="*/ 9 w 34"/>
                    <a:gd name="T9" fmla="*/ 29 h 36"/>
                    <a:gd name="T10" fmla="*/ 7 w 34"/>
                    <a:gd name="T11" fmla="*/ 25 h 36"/>
                    <a:gd name="T12" fmla="*/ 7 w 34"/>
                    <a:gd name="T13" fmla="*/ 24 h 36"/>
                    <a:gd name="T14" fmla="*/ 8 w 34"/>
                    <a:gd name="T15" fmla="*/ 19 h 36"/>
                    <a:gd name="T16" fmla="*/ 12 w 34"/>
                    <a:gd name="T17" fmla="*/ 0 h 36"/>
                    <a:gd name="T18" fmla="*/ 5 w 34"/>
                    <a:gd name="T19" fmla="*/ 0 h 36"/>
                    <a:gd name="T20" fmla="*/ 1 w 34"/>
                    <a:gd name="T21" fmla="*/ 19 h 36"/>
                    <a:gd name="T22" fmla="*/ 0 w 34"/>
                    <a:gd name="T23" fmla="*/ 23 h 36"/>
                    <a:gd name="T24" fmla="*/ 0 w 34"/>
                    <a:gd name="T25" fmla="*/ 25 h 36"/>
                    <a:gd name="T26" fmla="*/ 3 w 34"/>
                    <a:gd name="T27" fmla="*/ 33 h 36"/>
                    <a:gd name="T28" fmla="*/ 13 w 34"/>
                    <a:gd name="T29" fmla="*/ 36 h 36"/>
                    <a:gd name="T30" fmla="*/ 22 w 34"/>
                    <a:gd name="T31" fmla="*/ 34 h 36"/>
                    <a:gd name="T32" fmla="*/ 27 w 34"/>
                    <a:gd name="T33" fmla="*/ 29 h 36"/>
                    <a:gd name="T34" fmla="*/ 30 w 34"/>
                    <a:gd name="T35" fmla="*/ 20 h 36"/>
                    <a:gd name="T36" fmla="*/ 34 w 34"/>
                    <a:gd name="T37" fmla="*/ 0 h 36"/>
                    <a:gd name="T38" fmla="*/ 26 w 34"/>
                    <a:gd name="T39" fmla="*/ 0 h 36"/>
                    <a:gd name="T40" fmla="*/ 22 w 34"/>
                    <a:gd name="T41" fmla="*/ 2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4" h="36">
                      <a:moveTo>
                        <a:pt x="22" y="20"/>
                      </a:moveTo>
                      <a:cubicBezTo>
                        <a:pt x="22" y="23"/>
                        <a:pt x="21" y="25"/>
                        <a:pt x="20" y="26"/>
                      </a:cubicBezTo>
                      <a:cubicBezTo>
                        <a:pt x="20" y="28"/>
                        <a:pt x="19" y="29"/>
                        <a:pt x="18" y="29"/>
                      </a:cubicBezTo>
                      <a:cubicBezTo>
                        <a:pt x="17" y="30"/>
                        <a:pt x="15" y="30"/>
                        <a:pt x="13" y="30"/>
                      </a:cubicBezTo>
                      <a:cubicBezTo>
                        <a:pt x="11" y="30"/>
                        <a:pt x="10" y="30"/>
                        <a:pt x="9" y="29"/>
                      </a:cubicBezTo>
                      <a:cubicBezTo>
                        <a:pt x="8" y="28"/>
                        <a:pt x="7" y="27"/>
                        <a:pt x="7" y="25"/>
                      </a:cubicBezTo>
                      <a:cubicBezTo>
                        <a:pt x="7" y="25"/>
                        <a:pt x="7" y="25"/>
                        <a:pt x="7" y="24"/>
                      </a:cubicBezTo>
                      <a:cubicBezTo>
                        <a:pt x="8" y="19"/>
                        <a:pt x="8" y="19"/>
                        <a:pt x="8" y="19"/>
                      </a:cubicBezTo>
                      <a:cubicBezTo>
                        <a:pt x="12" y="0"/>
                        <a:pt x="12" y="0"/>
                        <a:pt x="12" y="0"/>
                      </a:cubicBezTo>
                      <a:cubicBezTo>
                        <a:pt x="5" y="0"/>
                        <a:pt x="5" y="0"/>
                        <a:pt x="5" y="0"/>
                      </a:cubicBezTo>
                      <a:cubicBezTo>
                        <a:pt x="1" y="19"/>
                        <a:pt x="1" y="19"/>
                        <a:pt x="1" y="19"/>
                      </a:cubicBezTo>
                      <a:cubicBezTo>
                        <a:pt x="1" y="21"/>
                        <a:pt x="0" y="23"/>
                        <a:pt x="0" y="23"/>
                      </a:cubicBezTo>
                      <a:cubicBezTo>
                        <a:pt x="0" y="24"/>
                        <a:pt x="0" y="25"/>
                        <a:pt x="0" y="25"/>
                      </a:cubicBezTo>
                      <a:cubicBezTo>
                        <a:pt x="0" y="29"/>
                        <a:pt x="1" y="31"/>
                        <a:pt x="3" y="33"/>
                      </a:cubicBezTo>
                      <a:cubicBezTo>
                        <a:pt x="6" y="35"/>
                        <a:pt x="9" y="36"/>
                        <a:pt x="13" y="36"/>
                      </a:cubicBezTo>
                      <a:cubicBezTo>
                        <a:pt x="16" y="36"/>
                        <a:pt x="19" y="36"/>
                        <a:pt x="22" y="34"/>
                      </a:cubicBezTo>
                      <a:cubicBezTo>
                        <a:pt x="24" y="33"/>
                        <a:pt x="25" y="31"/>
                        <a:pt x="27" y="29"/>
                      </a:cubicBezTo>
                      <a:cubicBezTo>
                        <a:pt x="28" y="27"/>
                        <a:pt x="29" y="24"/>
                        <a:pt x="30" y="20"/>
                      </a:cubicBezTo>
                      <a:cubicBezTo>
                        <a:pt x="34" y="0"/>
                        <a:pt x="34" y="0"/>
                        <a:pt x="34" y="0"/>
                      </a:cubicBezTo>
                      <a:cubicBezTo>
                        <a:pt x="26" y="0"/>
                        <a:pt x="26" y="0"/>
                        <a:pt x="26" y="0"/>
                      </a:cubicBezTo>
                      <a:lnTo>
                        <a:pt x="22" y="2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6" name="íšlídè"/>
                <p:cNvSpPr/>
                <p:nvPr/>
              </p:nvSpPr>
              <p:spPr bwMode="auto">
                <a:xfrm>
                  <a:off x="7766051" y="3521075"/>
                  <a:ext cx="115888" cy="119063"/>
                </a:xfrm>
                <a:custGeom>
                  <a:avLst/>
                  <a:gdLst>
                    <a:gd name="T0" fmla="*/ 58 w 73"/>
                    <a:gd name="T1" fmla="*/ 0 h 75"/>
                    <a:gd name="T2" fmla="*/ 50 w 73"/>
                    <a:gd name="T3" fmla="*/ 50 h 75"/>
                    <a:gd name="T4" fmla="*/ 29 w 73"/>
                    <a:gd name="T5" fmla="*/ 0 h 75"/>
                    <a:gd name="T6" fmla="*/ 15 w 73"/>
                    <a:gd name="T7" fmla="*/ 0 h 75"/>
                    <a:gd name="T8" fmla="*/ 0 w 73"/>
                    <a:gd name="T9" fmla="*/ 75 h 75"/>
                    <a:gd name="T10" fmla="*/ 13 w 73"/>
                    <a:gd name="T11" fmla="*/ 75 h 75"/>
                    <a:gd name="T12" fmla="*/ 23 w 73"/>
                    <a:gd name="T13" fmla="*/ 25 h 75"/>
                    <a:gd name="T14" fmla="*/ 44 w 73"/>
                    <a:gd name="T15" fmla="*/ 75 h 75"/>
                    <a:gd name="T16" fmla="*/ 58 w 73"/>
                    <a:gd name="T17" fmla="*/ 75 h 75"/>
                    <a:gd name="T18" fmla="*/ 73 w 73"/>
                    <a:gd name="T19" fmla="*/ 0 h 75"/>
                    <a:gd name="T20" fmla="*/ 58 w 73"/>
                    <a:gd name="T21"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3" h="75">
                      <a:moveTo>
                        <a:pt x="58" y="0"/>
                      </a:moveTo>
                      <a:lnTo>
                        <a:pt x="50" y="50"/>
                      </a:lnTo>
                      <a:lnTo>
                        <a:pt x="29" y="0"/>
                      </a:lnTo>
                      <a:lnTo>
                        <a:pt x="15" y="0"/>
                      </a:lnTo>
                      <a:lnTo>
                        <a:pt x="0" y="75"/>
                      </a:lnTo>
                      <a:lnTo>
                        <a:pt x="13" y="75"/>
                      </a:lnTo>
                      <a:lnTo>
                        <a:pt x="23" y="25"/>
                      </a:lnTo>
                      <a:lnTo>
                        <a:pt x="44" y="75"/>
                      </a:lnTo>
                      <a:lnTo>
                        <a:pt x="58" y="75"/>
                      </a:lnTo>
                      <a:lnTo>
                        <a:pt x="73" y="0"/>
                      </a:lnTo>
                      <a:lnTo>
                        <a:pt x="58"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7" name="îṣḻîďe"/>
                <p:cNvSpPr/>
                <p:nvPr/>
              </p:nvSpPr>
              <p:spPr bwMode="auto">
                <a:xfrm>
                  <a:off x="7881938" y="3521075"/>
                  <a:ext cx="49213" cy="119063"/>
                </a:xfrm>
                <a:custGeom>
                  <a:avLst/>
                  <a:gdLst>
                    <a:gd name="T0" fmla="*/ 0 w 31"/>
                    <a:gd name="T1" fmla="*/ 75 h 75"/>
                    <a:gd name="T2" fmla="*/ 14 w 31"/>
                    <a:gd name="T3" fmla="*/ 75 h 75"/>
                    <a:gd name="T4" fmla="*/ 31 w 31"/>
                    <a:gd name="T5" fmla="*/ 0 h 75"/>
                    <a:gd name="T6" fmla="*/ 14 w 31"/>
                    <a:gd name="T7" fmla="*/ 0 h 75"/>
                    <a:gd name="T8" fmla="*/ 0 w 31"/>
                    <a:gd name="T9" fmla="*/ 75 h 75"/>
                  </a:gdLst>
                  <a:ahLst/>
                  <a:cxnLst>
                    <a:cxn ang="0">
                      <a:pos x="T0" y="T1"/>
                    </a:cxn>
                    <a:cxn ang="0">
                      <a:pos x="T2" y="T3"/>
                    </a:cxn>
                    <a:cxn ang="0">
                      <a:pos x="T4" y="T5"/>
                    </a:cxn>
                    <a:cxn ang="0">
                      <a:pos x="T6" y="T7"/>
                    </a:cxn>
                    <a:cxn ang="0">
                      <a:pos x="T8" y="T9"/>
                    </a:cxn>
                  </a:cxnLst>
                  <a:rect l="0" t="0" r="r" b="b"/>
                  <a:pathLst>
                    <a:path w="31" h="75">
                      <a:moveTo>
                        <a:pt x="0" y="75"/>
                      </a:moveTo>
                      <a:lnTo>
                        <a:pt x="14" y="75"/>
                      </a:lnTo>
                      <a:lnTo>
                        <a:pt x="31" y="0"/>
                      </a:lnTo>
                      <a:lnTo>
                        <a:pt x="14" y="0"/>
                      </a:lnTo>
                      <a:lnTo>
                        <a:pt x="0" y="75"/>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8" name="íŝḻiḋè"/>
                <p:cNvSpPr/>
                <p:nvPr/>
              </p:nvSpPr>
              <p:spPr bwMode="auto">
                <a:xfrm>
                  <a:off x="7940676" y="3521075"/>
                  <a:ext cx="109538" cy="119063"/>
                </a:xfrm>
                <a:custGeom>
                  <a:avLst/>
                  <a:gdLst>
                    <a:gd name="T0" fmla="*/ 54 w 69"/>
                    <a:gd name="T1" fmla="*/ 0 h 75"/>
                    <a:gd name="T2" fmla="*/ 23 w 69"/>
                    <a:gd name="T3" fmla="*/ 57 h 75"/>
                    <a:gd name="T4" fmla="*/ 15 w 69"/>
                    <a:gd name="T5" fmla="*/ 0 h 75"/>
                    <a:gd name="T6" fmla="*/ 0 w 69"/>
                    <a:gd name="T7" fmla="*/ 0 h 75"/>
                    <a:gd name="T8" fmla="*/ 13 w 69"/>
                    <a:gd name="T9" fmla="*/ 75 h 75"/>
                    <a:gd name="T10" fmla="*/ 29 w 69"/>
                    <a:gd name="T11" fmla="*/ 75 h 75"/>
                    <a:gd name="T12" fmla="*/ 69 w 69"/>
                    <a:gd name="T13" fmla="*/ 0 h 75"/>
                    <a:gd name="T14" fmla="*/ 54 w 69"/>
                    <a:gd name="T15" fmla="*/ 0 h 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9" h="75">
                      <a:moveTo>
                        <a:pt x="54" y="0"/>
                      </a:moveTo>
                      <a:lnTo>
                        <a:pt x="23" y="57"/>
                      </a:lnTo>
                      <a:lnTo>
                        <a:pt x="15" y="0"/>
                      </a:lnTo>
                      <a:lnTo>
                        <a:pt x="0" y="0"/>
                      </a:lnTo>
                      <a:lnTo>
                        <a:pt x="13" y="75"/>
                      </a:lnTo>
                      <a:lnTo>
                        <a:pt x="29" y="75"/>
                      </a:lnTo>
                      <a:lnTo>
                        <a:pt x="69" y="0"/>
                      </a:lnTo>
                      <a:lnTo>
                        <a:pt x="54"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9" name="î$ḷíďé"/>
                <p:cNvSpPr/>
                <p:nvPr/>
              </p:nvSpPr>
              <p:spPr bwMode="auto">
                <a:xfrm>
                  <a:off x="8037513" y="3521075"/>
                  <a:ext cx="111125" cy="119063"/>
                </a:xfrm>
                <a:custGeom>
                  <a:avLst/>
                  <a:gdLst>
                    <a:gd name="T0" fmla="*/ 68 w 70"/>
                    <a:gd name="T1" fmla="*/ 12 h 75"/>
                    <a:gd name="T2" fmla="*/ 70 w 70"/>
                    <a:gd name="T3" fmla="*/ 0 h 75"/>
                    <a:gd name="T4" fmla="*/ 16 w 70"/>
                    <a:gd name="T5" fmla="*/ 0 h 75"/>
                    <a:gd name="T6" fmla="*/ 0 w 70"/>
                    <a:gd name="T7" fmla="*/ 75 h 75"/>
                    <a:gd name="T8" fmla="*/ 58 w 70"/>
                    <a:gd name="T9" fmla="*/ 75 h 75"/>
                    <a:gd name="T10" fmla="*/ 60 w 70"/>
                    <a:gd name="T11" fmla="*/ 63 h 75"/>
                    <a:gd name="T12" fmla="*/ 16 w 70"/>
                    <a:gd name="T13" fmla="*/ 63 h 75"/>
                    <a:gd name="T14" fmla="*/ 22 w 70"/>
                    <a:gd name="T15" fmla="*/ 42 h 75"/>
                    <a:gd name="T16" fmla="*/ 60 w 70"/>
                    <a:gd name="T17" fmla="*/ 42 h 75"/>
                    <a:gd name="T18" fmla="*/ 62 w 70"/>
                    <a:gd name="T19" fmla="*/ 29 h 75"/>
                    <a:gd name="T20" fmla="*/ 24 w 70"/>
                    <a:gd name="T21" fmla="*/ 29 h 75"/>
                    <a:gd name="T22" fmla="*/ 29 w 70"/>
                    <a:gd name="T23" fmla="*/ 12 h 75"/>
                    <a:gd name="T24" fmla="*/ 68 w 70"/>
                    <a:gd name="T25" fmla="*/ 12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0" h="75">
                      <a:moveTo>
                        <a:pt x="68" y="12"/>
                      </a:moveTo>
                      <a:lnTo>
                        <a:pt x="70" y="0"/>
                      </a:lnTo>
                      <a:lnTo>
                        <a:pt x="16" y="0"/>
                      </a:lnTo>
                      <a:lnTo>
                        <a:pt x="0" y="75"/>
                      </a:lnTo>
                      <a:lnTo>
                        <a:pt x="58" y="75"/>
                      </a:lnTo>
                      <a:lnTo>
                        <a:pt x="60" y="63"/>
                      </a:lnTo>
                      <a:lnTo>
                        <a:pt x="16" y="63"/>
                      </a:lnTo>
                      <a:lnTo>
                        <a:pt x="22" y="42"/>
                      </a:lnTo>
                      <a:lnTo>
                        <a:pt x="60" y="42"/>
                      </a:lnTo>
                      <a:lnTo>
                        <a:pt x="62" y="29"/>
                      </a:lnTo>
                      <a:lnTo>
                        <a:pt x="24" y="29"/>
                      </a:lnTo>
                      <a:lnTo>
                        <a:pt x="29" y="12"/>
                      </a:lnTo>
                      <a:lnTo>
                        <a:pt x="68" y="12"/>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0" name="îṡlîďe"/>
                <p:cNvSpPr/>
                <p:nvPr/>
              </p:nvSpPr>
              <p:spPr bwMode="auto">
                <a:xfrm>
                  <a:off x="8145463" y="3521075"/>
                  <a:ext cx="115888" cy="119063"/>
                </a:xfrm>
                <a:custGeom>
                  <a:avLst/>
                  <a:gdLst>
                    <a:gd name="T0" fmla="*/ 30 w 35"/>
                    <a:gd name="T1" fmla="*/ 1 h 36"/>
                    <a:gd name="T2" fmla="*/ 24 w 35"/>
                    <a:gd name="T3" fmla="*/ 0 h 36"/>
                    <a:gd name="T4" fmla="*/ 8 w 35"/>
                    <a:gd name="T5" fmla="*/ 0 h 36"/>
                    <a:gd name="T6" fmla="*/ 0 w 35"/>
                    <a:gd name="T7" fmla="*/ 36 h 36"/>
                    <a:gd name="T8" fmla="*/ 8 w 35"/>
                    <a:gd name="T9" fmla="*/ 36 h 36"/>
                    <a:gd name="T10" fmla="*/ 11 w 35"/>
                    <a:gd name="T11" fmla="*/ 21 h 36"/>
                    <a:gd name="T12" fmla="*/ 14 w 35"/>
                    <a:gd name="T13" fmla="*/ 21 h 36"/>
                    <a:gd name="T14" fmla="*/ 17 w 35"/>
                    <a:gd name="T15" fmla="*/ 22 h 36"/>
                    <a:gd name="T16" fmla="*/ 21 w 35"/>
                    <a:gd name="T17" fmla="*/ 26 h 36"/>
                    <a:gd name="T18" fmla="*/ 24 w 35"/>
                    <a:gd name="T19" fmla="*/ 36 h 36"/>
                    <a:gd name="T20" fmla="*/ 32 w 35"/>
                    <a:gd name="T21" fmla="*/ 36 h 36"/>
                    <a:gd name="T22" fmla="*/ 27 w 35"/>
                    <a:gd name="T23" fmla="*/ 24 h 36"/>
                    <a:gd name="T24" fmla="*/ 24 w 35"/>
                    <a:gd name="T25" fmla="*/ 21 h 36"/>
                    <a:gd name="T26" fmla="*/ 32 w 35"/>
                    <a:gd name="T27" fmla="*/ 17 h 36"/>
                    <a:gd name="T28" fmla="*/ 35 w 35"/>
                    <a:gd name="T29" fmla="*/ 9 h 36"/>
                    <a:gd name="T30" fmla="*/ 34 w 35"/>
                    <a:gd name="T31" fmla="*/ 4 h 36"/>
                    <a:gd name="T32" fmla="*/ 30 w 35"/>
                    <a:gd name="T33" fmla="*/ 1 h 36"/>
                    <a:gd name="T34" fmla="*/ 27 w 35"/>
                    <a:gd name="T35" fmla="*/ 13 h 36"/>
                    <a:gd name="T36" fmla="*/ 24 w 35"/>
                    <a:gd name="T37" fmla="*/ 15 h 36"/>
                    <a:gd name="T38" fmla="*/ 16 w 35"/>
                    <a:gd name="T39" fmla="*/ 16 h 36"/>
                    <a:gd name="T40" fmla="*/ 12 w 35"/>
                    <a:gd name="T41" fmla="*/ 16 h 36"/>
                    <a:gd name="T42" fmla="*/ 14 w 35"/>
                    <a:gd name="T43" fmla="*/ 6 h 36"/>
                    <a:gd name="T44" fmla="*/ 22 w 35"/>
                    <a:gd name="T45" fmla="*/ 6 h 36"/>
                    <a:gd name="T46" fmla="*/ 26 w 35"/>
                    <a:gd name="T47" fmla="*/ 7 h 36"/>
                    <a:gd name="T48" fmla="*/ 28 w 35"/>
                    <a:gd name="T49" fmla="*/ 10 h 36"/>
                    <a:gd name="T50" fmla="*/ 27 w 35"/>
                    <a:gd name="T51" fmla="*/ 13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5" h="36">
                      <a:moveTo>
                        <a:pt x="30" y="1"/>
                      </a:moveTo>
                      <a:cubicBezTo>
                        <a:pt x="28" y="0"/>
                        <a:pt x="26" y="0"/>
                        <a:pt x="24" y="0"/>
                      </a:cubicBezTo>
                      <a:cubicBezTo>
                        <a:pt x="8" y="0"/>
                        <a:pt x="8" y="0"/>
                        <a:pt x="8" y="0"/>
                      </a:cubicBezTo>
                      <a:cubicBezTo>
                        <a:pt x="0" y="36"/>
                        <a:pt x="0" y="36"/>
                        <a:pt x="0" y="36"/>
                      </a:cubicBezTo>
                      <a:cubicBezTo>
                        <a:pt x="8" y="36"/>
                        <a:pt x="8" y="36"/>
                        <a:pt x="8" y="36"/>
                      </a:cubicBezTo>
                      <a:cubicBezTo>
                        <a:pt x="11" y="21"/>
                        <a:pt x="11" y="21"/>
                        <a:pt x="11" y="21"/>
                      </a:cubicBezTo>
                      <a:cubicBezTo>
                        <a:pt x="14" y="21"/>
                        <a:pt x="14" y="21"/>
                        <a:pt x="14" y="21"/>
                      </a:cubicBezTo>
                      <a:cubicBezTo>
                        <a:pt x="15" y="21"/>
                        <a:pt x="17" y="21"/>
                        <a:pt x="17" y="22"/>
                      </a:cubicBezTo>
                      <a:cubicBezTo>
                        <a:pt x="18" y="22"/>
                        <a:pt x="20" y="24"/>
                        <a:pt x="21" y="26"/>
                      </a:cubicBezTo>
                      <a:cubicBezTo>
                        <a:pt x="22" y="31"/>
                        <a:pt x="24" y="34"/>
                        <a:pt x="24" y="36"/>
                      </a:cubicBezTo>
                      <a:cubicBezTo>
                        <a:pt x="32" y="36"/>
                        <a:pt x="32" y="36"/>
                        <a:pt x="32" y="36"/>
                      </a:cubicBezTo>
                      <a:cubicBezTo>
                        <a:pt x="30" y="31"/>
                        <a:pt x="28" y="27"/>
                        <a:pt x="27" y="24"/>
                      </a:cubicBezTo>
                      <a:cubicBezTo>
                        <a:pt x="26" y="23"/>
                        <a:pt x="25" y="21"/>
                        <a:pt x="24" y="21"/>
                      </a:cubicBezTo>
                      <a:cubicBezTo>
                        <a:pt x="28" y="20"/>
                        <a:pt x="30" y="19"/>
                        <a:pt x="32" y="17"/>
                      </a:cubicBezTo>
                      <a:cubicBezTo>
                        <a:pt x="34" y="15"/>
                        <a:pt x="35" y="13"/>
                        <a:pt x="35" y="9"/>
                      </a:cubicBezTo>
                      <a:cubicBezTo>
                        <a:pt x="35" y="7"/>
                        <a:pt x="34" y="6"/>
                        <a:pt x="34" y="4"/>
                      </a:cubicBezTo>
                      <a:cubicBezTo>
                        <a:pt x="33" y="3"/>
                        <a:pt x="31" y="2"/>
                        <a:pt x="30" y="1"/>
                      </a:cubicBezTo>
                      <a:close/>
                      <a:moveTo>
                        <a:pt x="27" y="13"/>
                      </a:moveTo>
                      <a:cubicBezTo>
                        <a:pt x="26" y="14"/>
                        <a:pt x="25" y="14"/>
                        <a:pt x="24" y="15"/>
                      </a:cubicBezTo>
                      <a:cubicBezTo>
                        <a:pt x="22" y="15"/>
                        <a:pt x="20" y="16"/>
                        <a:pt x="16" y="16"/>
                      </a:cubicBezTo>
                      <a:cubicBezTo>
                        <a:pt x="12" y="16"/>
                        <a:pt x="12" y="16"/>
                        <a:pt x="12" y="16"/>
                      </a:cubicBezTo>
                      <a:cubicBezTo>
                        <a:pt x="14" y="6"/>
                        <a:pt x="14" y="6"/>
                        <a:pt x="14" y="6"/>
                      </a:cubicBezTo>
                      <a:cubicBezTo>
                        <a:pt x="22" y="6"/>
                        <a:pt x="22" y="6"/>
                        <a:pt x="22" y="6"/>
                      </a:cubicBezTo>
                      <a:cubicBezTo>
                        <a:pt x="24" y="6"/>
                        <a:pt x="25" y="6"/>
                        <a:pt x="26" y="7"/>
                      </a:cubicBezTo>
                      <a:cubicBezTo>
                        <a:pt x="27" y="7"/>
                        <a:pt x="28" y="8"/>
                        <a:pt x="28" y="10"/>
                      </a:cubicBezTo>
                      <a:cubicBezTo>
                        <a:pt x="28" y="11"/>
                        <a:pt x="27" y="12"/>
                        <a:pt x="27" y="13"/>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1" name="ïşľîḍé"/>
                <p:cNvSpPr/>
                <p:nvPr/>
              </p:nvSpPr>
              <p:spPr bwMode="auto">
                <a:xfrm>
                  <a:off x="8267701" y="3521075"/>
                  <a:ext cx="98425" cy="119063"/>
                </a:xfrm>
                <a:custGeom>
                  <a:avLst/>
                  <a:gdLst>
                    <a:gd name="T0" fmla="*/ 17 w 30"/>
                    <a:gd name="T1" fmla="*/ 5 h 36"/>
                    <a:gd name="T2" fmla="*/ 22 w 30"/>
                    <a:gd name="T3" fmla="*/ 7 h 36"/>
                    <a:gd name="T4" fmla="*/ 23 w 30"/>
                    <a:gd name="T5" fmla="*/ 11 h 36"/>
                    <a:gd name="T6" fmla="*/ 30 w 30"/>
                    <a:gd name="T7" fmla="*/ 10 h 36"/>
                    <a:gd name="T8" fmla="*/ 27 w 30"/>
                    <a:gd name="T9" fmla="*/ 3 h 36"/>
                    <a:gd name="T10" fmla="*/ 17 w 30"/>
                    <a:gd name="T11" fmla="*/ 0 h 36"/>
                    <a:gd name="T12" fmla="*/ 8 w 30"/>
                    <a:gd name="T13" fmla="*/ 3 h 36"/>
                    <a:gd name="T14" fmla="*/ 4 w 30"/>
                    <a:gd name="T15" fmla="*/ 10 h 36"/>
                    <a:gd name="T16" fmla="*/ 6 w 30"/>
                    <a:gd name="T17" fmla="*/ 14 h 36"/>
                    <a:gd name="T18" fmla="*/ 8 w 30"/>
                    <a:gd name="T19" fmla="*/ 18 h 36"/>
                    <a:gd name="T20" fmla="*/ 15 w 30"/>
                    <a:gd name="T21" fmla="*/ 21 h 36"/>
                    <a:gd name="T22" fmla="*/ 20 w 30"/>
                    <a:gd name="T23" fmla="*/ 23 h 36"/>
                    <a:gd name="T24" fmla="*/ 21 w 30"/>
                    <a:gd name="T25" fmla="*/ 26 h 36"/>
                    <a:gd name="T26" fmla="*/ 19 w 30"/>
                    <a:gd name="T27" fmla="*/ 29 h 36"/>
                    <a:gd name="T28" fmla="*/ 14 w 30"/>
                    <a:gd name="T29" fmla="*/ 30 h 36"/>
                    <a:gd name="T30" fmla="*/ 8 w 30"/>
                    <a:gd name="T31" fmla="*/ 28 h 36"/>
                    <a:gd name="T32" fmla="*/ 7 w 30"/>
                    <a:gd name="T33" fmla="*/ 24 h 36"/>
                    <a:gd name="T34" fmla="*/ 0 w 30"/>
                    <a:gd name="T35" fmla="*/ 24 h 36"/>
                    <a:gd name="T36" fmla="*/ 1 w 30"/>
                    <a:gd name="T37" fmla="*/ 30 h 36"/>
                    <a:gd name="T38" fmla="*/ 6 w 30"/>
                    <a:gd name="T39" fmla="*/ 35 h 36"/>
                    <a:gd name="T40" fmla="*/ 14 w 30"/>
                    <a:gd name="T41" fmla="*/ 36 h 36"/>
                    <a:gd name="T42" fmla="*/ 24 w 30"/>
                    <a:gd name="T43" fmla="*/ 33 h 36"/>
                    <a:gd name="T44" fmla="*/ 28 w 30"/>
                    <a:gd name="T45" fmla="*/ 25 h 36"/>
                    <a:gd name="T46" fmla="*/ 26 w 30"/>
                    <a:gd name="T47" fmla="*/ 19 h 36"/>
                    <a:gd name="T48" fmla="*/ 18 w 30"/>
                    <a:gd name="T49" fmla="*/ 14 h 36"/>
                    <a:gd name="T50" fmla="*/ 13 w 30"/>
                    <a:gd name="T51" fmla="*/ 12 h 36"/>
                    <a:gd name="T52" fmla="*/ 11 w 30"/>
                    <a:gd name="T53" fmla="*/ 9 h 36"/>
                    <a:gd name="T54" fmla="*/ 13 w 30"/>
                    <a:gd name="T55" fmla="*/ 6 h 36"/>
                    <a:gd name="T56" fmla="*/ 17 w 30"/>
                    <a:gd name="T57" fmla="*/ 5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0" h="36">
                      <a:moveTo>
                        <a:pt x="17" y="5"/>
                      </a:moveTo>
                      <a:cubicBezTo>
                        <a:pt x="19" y="5"/>
                        <a:pt x="21" y="6"/>
                        <a:pt x="22" y="7"/>
                      </a:cubicBezTo>
                      <a:cubicBezTo>
                        <a:pt x="23" y="8"/>
                        <a:pt x="23" y="9"/>
                        <a:pt x="23" y="11"/>
                      </a:cubicBezTo>
                      <a:cubicBezTo>
                        <a:pt x="30" y="10"/>
                        <a:pt x="30" y="10"/>
                        <a:pt x="30" y="10"/>
                      </a:cubicBezTo>
                      <a:cubicBezTo>
                        <a:pt x="30" y="7"/>
                        <a:pt x="29" y="4"/>
                        <a:pt x="27" y="3"/>
                      </a:cubicBezTo>
                      <a:cubicBezTo>
                        <a:pt x="24" y="1"/>
                        <a:pt x="21" y="0"/>
                        <a:pt x="17" y="0"/>
                      </a:cubicBezTo>
                      <a:cubicBezTo>
                        <a:pt x="13" y="0"/>
                        <a:pt x="10" y="1"/>
                        <a:pt x="8" y="3"/>
                      </a:cubicBezTo>
                      <a:cubicBezTo>
                        <a:pt x="5" y="5"/>
                        <a:pt x="4" y="7"/>
                        <a:pt x="4" y="10"/>
                      </a:cubicBezTo>
                      <a:cubicBezTo>
                        <a:pt x="4" y="12"/>
                        <a:pt x="5" y="13"/>
                        <a:pt x="6" y="14"/>
                      </a:cubicBezTo>
                      <a:cubicBezTo>
                        <a:pt x="6" y="16"/>
                        <a:pt x="7" y="17"/>
                        <a:pt x="8" y="18"/>
                      </a:cubicBezTo>
                      <a:cubicBezTo>
                        <a:pt x="10" y="18"/>
                        <a:pt x="12" y="19"/>
                        <a:pt x="15" y="21"/>
                      </a:cubicBezTo>
                      <a:cubicBezTo>
                        <a:pt x="17" y="22"/>
                        <a:pt x="19" y="23"/>
                        <a:pt x="20" y="23"/>
                      </a:cubicBezTo>
                      <a:cubicBezTo>
                        <a:pt x="20" y="24"/>
                        <a:pt x="21" y="25"/>
                        <a:pt x="21" y="26"/>
                      </a:cubicBezTo>
                      <a:cubicBezTo>
                        <a:pt x="21" y="27"/>
                        <a:pt x="20" y="28"/>
                        <a:pt x="19" y="29"/>
                      </a:cubicBezTo>
                      <a:cubicBezTo>
                        <a:pt x="18" y="30"/>
                        <a:pt x="16" y="30"/>
                        <a:pt x="14" y="30"/>
                      </a:cubicBezTo>
                      <a:cubicBezTo>
                        <a:pt x="11" y="30"/>
                        <a:pt x="9" y="30"/>
                        <a:pt x="8" y="28"/>
                      </a:cubicBezTo>
                      <a:cubicBezTo>
                        <a:pt x="8" y="28"/>
                        <a:pt x="7" y="26"/>
                        <a:pt x="7" y="24"/>
                      </a:cubicBezTo>
                      <a:cubicBezTo>
                        <a:pt x="0" y="24"/>
                        <a:pt x="0" y="24"/>
                        <a:pt x="0" y="24"/>
                      </a:cubicBezTo>
                      <a:cubicBezTo>
                        <a:pt x="0" y="27"/>
                        <a:pt x="0" y="29"/>
                        <a:pt x="1" y="30"/>
                      </a:cubicBezTo>
                      <a:cubicBezTo>
                        <a:pt x="2" y="32"/>
                        <a:pt x="4" y="34"/>
                        <a:pt x="6" y="35"/>
                      </a:cubicBezTo>
                      <a:cubicBezTo>
                        <a:pt x="8" y="36"/>
                        <a:pt x="11" y="36"/>
                        <a:pt x="14" y="36"/>
                      </a:cubicBezTo>
                      <a:cubicBezTo>
                        <a:pt x="18" y="36"/>
                        <a:pt x="22" y="35"/>
                        <a:pt x="24" y="33"/>
                      </a:cubicBezTo>
                      <a:cubicBezTo>
                        <a:pt x="27" y="31"/>
                        <a:pt x="28" y="28"/>
                        <a:pt x="28" y="25"/>
                      </a:cubicBezTo>
                      <a:cubicBezTo>
                        <a:pt x="28" y="22"/>
                        <a:pt x="27" y="20"/>
                        <a:pt x="26" y="19"/>
                      </a:cubicBezTo>
                      <a:cubicBezTo>
                        <a:pt x="25" y="18"/>
                        <a:pt x="22" y="16"/>
                        <a:pt x="18" y="14"/>
                      </a:cubicBezTo>
                      <a:cubicBezTo>
                        <a:pt x="15" y="13"/>
                        <a:pt x="13" y="12"/>
                        <a:pt x="13" y="12"/>
                      </a:cubicBezTo>
                      <a:cubicBezTo>
                        <a:pt x="12" y="11"/>
                        <a:pt x="11" y="10"/>
                        <a:pt x="11" y="9"/>
                      </a:cubicBezTo>
                      <a:cubicBezTo>
                        <a:pt x="11" y="8"/>
                        <a:pt x="12" y="7"/>
                        <a:pt x="13" y="6"/>
                      </a:cubicBezTo>
                      <a:cubicBezTo>
                        <a:pt x="14" y="6"/>
                        <a:pt x="15" y="5"/>
                        <a:pt x="17" y="5"/>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2" name="îṩľîďe"/>
                <p:cNvSpPr/>
                <p:nvPr/>
              </p:nvSpPr>
              <p:spPr bwMode="auto">
                <a:xfrm>
                  <a:off x="8374063" y="3521075"/>
                  <a:ext cx="46038" cy="119063"/>
                </a:xfrm>
                <a:custGeom>
                  <a:avLst/>
                  <a:gdLst>
                    <a:gd name="T0" fmla="*/ 0 w 29"/>
                    <a:gd name="T1" fmla="*/ 75 h 75"/>
                    <a:gd name="T2" fmla="*/ 14 w 29"/>
                    <a:gd name="T3" fmla="*/ 75 h 75"/>
                    <a:gd name="T4" fmla="*/ 29 w 29"/>
                    <a:gd name="T5" fmla="*/ 0 h 75"/>
                    <a:gd name="T6" fmla="*/ 14 w 29"/>
                    <a:gd name="T7" fmla="*/ 0 h 75"/>
                    <a:gd name="T8" fmla="*/ 0 w 29"/>
                    <a:gd name="T9" fmla="*/ 75 h 75"/>
                  </a:gdLst>
                  <a:ahLst/>
                  <a:cxnLst>
                    <a:cxn ang="0">
                      <a:pos x="T0" y="T1"/>
                    </a:cxn>
                    <a:cxn ang="0">
                      <a:pos x="T2" y="T3"/>
                    </a:cxn>
                    <a:cxn ang="0">
                      <a:pos x="T4" y="T5"/>
                    </a:cxn>
                    <a:cxn ang="0">
                      <a:pos x="T6" y="T7"/>
                    </a:cxn>
                    <a:cxn ang="0">
                      <a:pos x="T8" y="T9"/>
                    </a:cxn>
                  </a:cxnLst>
                  <a:rect l="0" t="0" r="r" b="b"/>
                  <a:pathLst>
                    <a:path w="29" h="75">
                      <a:moveTo>
                        <a:pt x="0" y="75"/>
                      </a:moveTo>
                      <a:lnTo>
                        <a:pt x="14" y="75"/>
                      </a:lnTo>
                      <a:lnTo>
                        <a:pt x="29" y="0"/>
                      </a:lnTo>
                      <a:lnTo>
                        <a:pt x="14" y="0"/>
                      </a:lnTo>
                      <a:lnTo>
                        <a:pt x="0" y="75"/>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3" name="iS1idè"/>
                <p:cNvSpPr/>
                <p:nvPr/>
              </p:nvSpPr>
              <p:spPr bwMode="auto">
                <a:xfrm>
                  <a:off x="8432801" y="3521075"/>
                  <a:ext cx="95250" cy="119063"/>
                </a:xfrm>
                <a:custGeom>
                  <a:avLst/>
                  <a:gdLst>
                    <a:gd name="T0" fmla="*/ 0 w 60"/>
                    <a:gd name="T1" fmla="*/ 12 h 75"/>
                    <a:gd name="T2" fmla="*/ 21 w 60"/>
                    <a:gd name="T3" fmla="*/ 12 h 75"/>
                    <a:gd name="T4" fmla="*/ 8 w 60"/>
                    <a:gd name="T5" fmla="*/ 75 h 75"/>
                    <a:gd name="T6" fmla="*/ 23 w 60"/>
                    <a:gd name="T7" fmla="*/ 75 h 75"/>
                    <a:gd name="T8" fmla="*/ 35 w 60"/>
                    <a:gd name="T9" fmla="*/ 12 h 75"/>
                    <a:gd name="T10" fmla="*/ 58 w 60"/>
                    <a:gd name="T11" fmla="*/ 12 h 75"/>
                    <a:gd name="T12" fmla="*/ 60 w 60"/>
                    <a:gd name="T13" fmla="*/ 0 h 75"/>
                    <a:gd name="T14" fmla="*/ 2 w 60"/>
                    <a:gd name="T15" fmla="*/ 0 h 75"/>
                    <a:gd name="T16" fmla="*/ 0 w 60"/>
                    <a:gd name="T17" fmla="*/ 12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0" h="75">
                      <a:moveTo>
                        <a:pt x="0" y="12"/>
                      </a:moveTo>
                      <a:lnTo>
                        <a:pt x="21" y="12"/>
                      </a:lnTo>
                      <a:lnTo>
                        <a:pt x="8" y="75"/>
                      </a:lnTo>
                      <a:lnTo>
                        <a:pt x="23" y="75"/>
                      </a:lnTo>
                      <a:lnTo>
                        <a:pt x="35" y="12"/>
                      </a:lnTo>
                      <a:lnTo>
                        <a:pt x="58" y="12"/>
                      </a:lnTo>
                      <a:lnTo>
                        <a:pt x="60" y="0"/>
                      </a:lnTo>
                      <a:lnTo>
                        <a:pt x="2" y="0"/>
                      </a:lnTo>
                      <a:lnTo>
                        <a:pt x="0" y="12"/>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4" name="iṣḷîḋe"/>
                <p:cNvSpPr/>
                <p:nvPr/>
              </p:nvSpPr>
              <p:spPr bwMode="auto">
                <a:xfrm>
                  <a:off x="8531226" y="3521075"/>
                  <a:ext cx="109538" cy="119063"/>
                </a:xfrm>
                <a:custGeom>
                  <a:avLst/>
                  <a:gdLst>
                    <a:gd name="T0" fmla="*/ 25 w 33"/>
                    <a:gd name="T1" fmla="*/ 0 h 36"/>
                    <a:gd name="T2" fmla="*/ 19 w 33"/>
                    <a:gd name="T3" fmla="*/ 7 h 36"/>
                    <a:gd name="T4" fmla="*/ 16 w 33"/>
                    <a:gd name="T5" fmla="*/ 12 h 36"/>
                    <a:gd name="T6" fmla="*/ 14 w 33"/>
                    <a:gd name="T7" fmla="*/ 15 h 36"/>
                    <a:gd name="T8" fmla="*/ 12 w 33"/>
                    <a:gd name="T9" fmla="*/ 10 h 36"/>
                    <a:gd name="T10" fmla="*/ 8 w 33"/>
                    <a:gd name="T11" fmla="*/ 0 h 36"/>
                    <a:gd name="T12" fmla="*/ 0 w 33"/>
                    <a:gd name="T13" fmla="*/ 0 h 36"/>
                    <a:gd name="T14" fmla="*/ 10 w 33"/>
                    <a:gd name="T15" fmla="*/ 22 h 36"/>
                    <a:gd name="T16" fmla="*/ 7 w 33"/>
                    <a:gd name="T17" fmla="*/ 36 h 36"/>
                    <a:gd name="T18" fmla="*/ 14 w 33"/>
                    <a:gd name="T19" fmla="*/ 36 h 36"/>
                    <a:gd name="T20" fmla="*/ 17 w 33"/>
                    <a:gd name="T21" fmla="*/ 23 h 36"/>
                    <a:gd name="T22" fmla="*/ 33 w 33"/>
                    <a:gd name="T23" fmla="*/ 0 h 36"/>
                    <a:gd name="T24" fmla="*/ 25 w 33"/>
                    <a:gd name="T25" fmla="*/ 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3" h="36">
                      <a:moveTo>
                        <a:pt x="25" y="0"/>
                      </a:moveTo>
                      <a:cubicBezTo>
                        <a:pt x="19" y="7"/>
                        <a:pt x="19" y="7"/>
                        <a:pt x="19" y="7"/>
                      </a:cubicBezTo>
                      <a:cubicBezTo>
                        <a:pt x="16" y="12"/>
                        <a:pt x="16" y="12"/>
                        <a:pt x="16" y="12"/>
                      </a:cubicBezTo>
                      <a:cubicBezTo>
                        <a:pt x="15" y="13"/>
                        <a:pt x="15" y="14"/>
                        <a:pt x="14" y="15"/>
                      </a:cubicBezTo>
                      <a:cubicBezTo>
                        <a:pt x="14" y="14"/>
                        <a:pt x="13" y="13"/>
                        <a:pt x="12" y="10"/>
                      </a:cubicBezTo>
                      <a:cubicBezTo>
                        <a:pt x="8" y="0"/>
                        <a:pt x="8" y="0"/>
                        <a:pt x="8" y="0"/>
                      </a:cubicBezTo>
                      <a:cubicBezTo>
                        <a:pt x="0" y="0"/>
                        <a:pt x="0" y="0"/>
                        <a:pt x="0" y="0"/>
                      </a:cubicBezTo>
                      <a:cubicBezTo>
                        <a:pt x="10" y="22"/>
                        <a:pt x="10" y="22"/>
                        <a:pt x="10" y="22"/>
                      </a:cubicBezTo>
                      <a:cubicBezTo>
                        <a:pt x="7" y="36"/>
                        <a:pt x="7" y="36"/>
                        <a:pt x="7" y="36"/>
                      </a:cubicBezTo>
                      <a:cubicBezTo>
                        <a:pt x="14" y="36"/>
                        <a:pt x="14" y="36"/>
                        <a:pt x="14" y="36"/>
                      </a:cubicBezTo>
                      <a:cubicBezTo>
                        <a:pt x="17" y="23"/>
                        <a:pt x="17" y="23"/>
                        <a:pt x="17" y="23"/>
                      </a:cubicBezTo>
                      <a:cubicBezTo>
                        <a:pt x="33" y="0"/>
                        <a:pt x="33" y="0"/>
                        <a:pt x="33" y="0"/>
                      </a:cubicBezTo>
                      <a:lnTo>
                        <a:pt x="25"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grpSp>
      <p:cxnSp>
        <p:nvCxnSpPr>
          <p:cNvPr id="4" name="直线连接符 3"/>
          <p:cNvCxnSpPr/>
          <p:nvPr userDrawn="1"/>
        </p:nvCxnSpPr>
        <p:spPr>
          <a:xfrm>
            <a:off x="0" y="1016000"/>
            <a:ext cx="12192000"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pic>
        <p:nvPicPr>
          <p:cNvPr id="110" name="图片 109" descr="图片包含 天空, 户外, 建筑物, 日落&#10;&#10;描述已自动生成"/>
          <p:cNvPicPr>
            <a:picLocks noChangeAspect="1"/>
          </p:cNvPicPr>
          <p:nvPr userDrawn="1"/>
        </p:nvPicPr>
        <p:blipFill rotWithShape="1">
          <a:blip r:embed="rId2" cstate="print">
            <a:extLst>
              <a:ext uri="{BEBA8EAE-BF5A-486C-A8C5-ECC9F3942E4B}">
                <a14:imgProps xmlns:a14="http://schemas.microsoft.com/office/drawing/2010/main">
                  <a14:imgLayer r:embed="rId3">
                    <a14:imgEffect>
                      <a14:backgroundRemoval t="10000" b="99500" l="10000" r="98000">
                        <a14:foregroundMark x1="45583" y1="28625" x2="72750" y2="47875"/>
                        <a14:foregroundMark x1="72750" y1="47875" x2="79000" y2="48875"/>
                        <a14:foregroundMark x1="79000" y1="48875" x2="87083" y2="44750"/>
                        <a14:foregroundMark x1="87083" y1="44750" x2="89333" y2="42875"/>
                        <a14:foregroundMark x1="49697" y1="28104" x2="51500" y2="30625"/>
                        <a14:foregroundMark x1="46583" y1="23750" x2="49595" y2="27961"/>
                        <a14:foregroundMark x1="46917" y1="21000" x2="48333" y2="17125"/>
                        <a14:foregroundMark x1="62917" y1="48125" x2="65250" y2="51750"/>
                        <a14:foregroundMark x1="65250" y1="51750" x2="86750" y2="67750"/>
                        <a14:foregroundMark x1="94417" y1="36500" x2="92917" y2="90875"/>
                        <a14:foregroundMark x1="98000" y1="30875" x2="91667" y2="84250"/>
                        <a14:foregroundMark x1="91667" y1="84250" x2="91333" y2="85500"/>
                        <a14:foregroundMark x1="70000" y1="67000" x2="89333" y2="84250"/>
                        <a14:foregroundMark x1="89333" y1="84250" x2="89333" y2="84250"/>
                        <a14:foregroundMark x1="70500" y1="67000" x2="66333" y2="64125"/>
                        <a14:foregroundMark x1="66333" y1="64125" x2="59333" y2="53500"/>
                        <a14:foregroundMark x1="79333" y1="90625" x2="80167" y2="96250"/>
                        <a14:foregroundMark x1="80167" y1="96250" x2="85167" y2="96625"/>
                        <a14:foregroundMark x1="85167" y1="96625" x2="88083" y2="94625"/>
                        <a14:foregroundMark x1="88083" y1="94625" x2="88167" y2="94625"/>
                        <a14:foregroundMark x1="96750" y1="97500" x2="76750" y2="99500"/>
                        <a14:foregroundMark x1="77799" y1="89875" x2="77667" y2="86250"/>
                        <a14:foregroundMark x1="77984" y1="94938" x2="77927" y2="93375"/>
                        <a14:foregroundMark x1="78000" y1="95375" x2="78056" y2="96909"/>
                        <a14:foregroundMark x1="68667" y1="40875" x2="68417" y2="41125"/>
                        <a14:backgroundMark x1="77667" y1="89875" x2="77667" y2="93375"/>
                        <a14:backgroundMark x1="77833" y1="95625" x2="78167" y2="90625"/>
                        <a14:backgroundMark x1="78500" y1="96125" x2="79000" y2="90375"/>
                        <a14:backgroundMark x1="19833" y1="30625" x2="46417" y2="71000"/>
                        <a14:backgroundMark x1="46417" y1="71000" x2="46417" y2="71000"/>
                        <a14:backgroundMark x1="17000" y1="72500" x2="23583" y2="72625"/>
                        <a14:backgroundMark x1="23583" y1="72625" x2="37833" y2="71875"/>
                        <a14:backgroundMark x1="37833" y1="71875" x2="57167" y2="75375"/>
                        <a14:backgroundMark x1="61667" y1="37000" x2="62000" y2="37375"/>
                        <a14:backgroundMark x1="66667" y1="39375" x2="66917" y2="39750"/>
                        <a14:backgroundMark x1="50917" y1="27125" x2="51000" y2="27625"/>
                      </a14:backgroundRemoval>
                    </a14:imgEffect>
                    <a14:imgEffect>
                      <a14:brightnessContrast bright="72000"/>
                    </a14:imgEffect>
                    <a14:imgEffect>
                      <a14:colorTemperature colorTemp="9660"/>
                    </a14:imgEffect>
                    <a14:imgEffect>
                      <a14:saturation sat="111000"/>
                    </a14:imgEffect>
                  </a14:imgLayer>
                </a14:imgProps>
              </a:ext>
              <a:ext uri="{28A0092B-C50C-407E-A947-70E740481C1C}">
                <a14:useLocalDpi xmlns:a14="http://schemas.microsoft.com/office/drawing/2010/main" val="0"/>
              </a:ext>
            </a:extLst>
          </a:blip>
          <a:srcRect l="38743" t="8413"/>
          <a:stretch>
            <a:fillRect/>
          </a:stretch>
        </p:blipFill>
        <p:spPr>
          <a:xfrm flipH="1">
            <a:off x="-1" y="60500"/>
            <a:ext cx="958611" cy="955500"/>
          </a:xfrm>
          <a:prstGeom prst="rect">
            <a:avLst/>
          </a:prstGeom>
        </p:spPr>
      </p:pic>
      <p:grpSp>
        <p:nvGrpSpPr>
          <p:cNvPr id="108" name="组合 107"/>
          <p:cNvGrpSpPr/>
          <p:nvPr userDrawn="1"/>
        </p:nvGrpSpPr>
        <p:grpSpPr>
          <a:xfrm flipH="1">
            <a:off x="7081926" y="1542464"/>
            <a:ext cx="3346546" cy="2744651"/>
            <a:chOff x="5391486" y="1250127"/>
            <a:chExt cx="1521247" cy="1247642"/>
          </a:xfrm>
        </p:grpSpPr>
        <p:sp>
          <p:nvSpPr>
            <p:cNvPr id="109" name="任意形状 108"/>
            <p:cNvSpPr/>
            <p:nvPr/>
          </p:nvSpPr>
          <p:spPr>
            <a:xfrm>
              <a:off x="5391486" y="1250127"/>
              <a:ext cx="634765" cy="1247642"/>
            </a:xfrm>
            <a:custGeom>
              <a:avLst/>
              <a:gdLst/>
              <a:ahLst/>
              <a:cxnLst/>
              <a:rect l="l" t="t" r="r" b="b"/>
              <a:pathLst>
                <a:path w="634765" h="1247642">
                  <a:moveTo>
                    <a:pt x="353863" y="0"/>
                  </a:moveTo>
                  <a:lnTo>
                    <a:pt x="598284" y="0"/>
                  </a:lnTo>
                  <a:lnTo>
                    <a:pt x="324678" y="612877"/>
                  </a:lnTo>
                  <a:lnTo>
                    <a:pt x="634765" y="612877"/>
                  </a:lnTo>
                  <a:lnTo>
                    <a:pt x="634765" y="1247642"/>
                  </a:lnTo>
                  <a:lnTo>
                    <a:pt x="0" y="1247642"/>
                  </a:lnTo>
                  <a:lnTo>
                    <a:pt x="0" y="609229"/>
                  </a:lnTo>
                  <a:lnTo>
                    <a:pt x="353863" y="0"/>
                  </a:lnTo>
                  <a:close/>
                </a:path>
              </a:pathLst>
            </a:custGeom>
            <a:solidFill>
              <a:schemeClr val="tx2">
                <a:alpha val="1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kumimoji="1" lang="zh-CN" altLang="en-US"/>
            </a:p>
          </p:txBody>
        </p:sp>
        <p:sp>
          <p:nvSpPr>
            <p:cNvPr id="111" name="任意形状 110"/>
            <p:cNvSpPr/>
            <p:nvPr/>
          </p:nvSpPr>
          <p:spPr>
            <a:xfrm>
              <a:off x="6277968" y="1250127"/>
              <a:ext cx="634765" cy="1247642"/>
            </a:xfrm>
            <a:custGeom>
              <a:avLst/>
              <a:gdLst/>
              <a:ahLst/>
              <a:cxnLst/>
              <a:rect l="l" t="t" r="r" b="b"/>
              <a:pathLst>
                <a:path w="634765" h="1247642">
                  <a:moveTo>
                    <a:pt x="353863" y="0"/>
                  </a:moveTo>
                  <a:lnTo>
                    <a:pt x="598284" y="0"/>
                  </a:lnTo>
                  <a:lnTo>
                    <a:pt x="324678" y="612877"/>
                  </a:lnTo>
                  <a:lnTo>
                    <a:pt x="634765" y="612877"/>
                  </a:lnTo>
                  <a:lnTo>
                    <a:pt x="634765" y="1247642"/>
                  </a:lnTo>
                  <a:lnTo>
                    <a:pt x="0" y="1247642"/>
                  </a:lnTo>
                  <a:lnTo>
                    <a:pt x="0" y="609229"/>
                  </a:lnTo>
                  <a:lnTo>
                    <a:pt x="353863" y="0"/>
                  </a:lnTo>
                  <a:close/>
                </a:path>
              </a:pathLst>
            </a:custGeom>
            <a:solidFill>
              <a:schemeClr val="tx2">
                <a:alpha val="1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kumimoji="1" lang="zh-CN" altLang="en-US"/>
            </a:p>
          </p:txBody>
        </p:sp>
      </p:grpSp>
      <p:sp>
        <p:nvSpPr>
          <p:cNvPr id="113" name="矩形标注 112"/>
          <p:cNvSpPr/>
          <p:nvPr userDrawn="1"/>
        </p:nvSpPr>
        <p:spPr>
          <a:xfrm>
            <a:off x="4295775" y="1792186"/>
            <a:ext cx="7092949" cy="3985468"/>
          </a:xfrm>
          <a:prstGeom prst="wedgeRectCallout">
            <a:avLst>
              <a:gd name="adj1" fmla="val -57128"/>
              <a:gd name="adj2" fmla="val -8009"/>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a:bodyPr>
          <a:lstStyle/>
          <a:p>
            <a:pPr>
              <a:lnSpc>
                <a:spcPct val="130000"/>
              </a:lnSpc>
            </a:pPr>
            <a:endParaRPr kumimoji="1" lang="en-US" altLang="zh-CN" sz="2000" dirty="0">
              <a:solidFill>
                <a:schemeClr val="tx1">
                  <a:lumMod val="75000"/>
                  <a:lumOff val="25000"/>
                </a:schemeClr>
              </a:solidFill>
            </a:endParaRPr>
          </a:p>
          <a:p>
            <a:pPr>
              <a:lnSpc>
                <a:spcPct val="130000"/>
              </a:lnSpc>
            </a:pPr>
            <a:endParaRPr kumimoji="1" lang="en-US" altLang="zh-CN" sz="2000" dirty="0">
              <a:solidFill>
                <a:schemeClr val="tx1">
                  <a:lumMod val="75000"/>
                  <a:lumOff val="25000"/>
                </a:schemeClr>
              </a:solidFill>
            </a:endParaRPr>
          </a:p>
          <a:p>
            <a:pPr>
              <a:lnSpc>
                <a:spcPct val="130000"/>
              </a:lnSpc>
            </a:pPr>
            <a:endParaRPr kumimoji="1" lang="en-US" altLang="zh-CN" sz="2000" dirty="0">
              <a:solidFill>
                <a:schemeClr val="tx1">
                  <a:lumMod val="75000"/>
                  <a:lumOff val="25000"/>
                </a:schemeClr>
              </a:solidFill>
            </a:endParaRPr>
          </a:p>
        </p:txBody>
      </p:sp>
      <p:sp>
        <p:nvSpPr>
          <p:cNvPr id="114" name="椭圆 113"/>
          <p:cNvSpPr/>
          <p:nvPr userDrawn="1"/>
        </p:nvSpPr>
        <p:spPr>
          <a:xfrm>
            <a:off x="994874" y="1801406"/>
            <a:ext cx="2586526" cy="2586526"/>
          </a:xfrm>
          <a:prstGeom prst="ellipse">
            <a:avLst/>
          </a:prstGeom>
          <a:noFill/>
          <a:ln cmpd="thickThin">
            <a:solidFill>
              <a:schemeClr val="accent2"/>
            </a:solidFill>
            <a:prstDash val="dash"/>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kumimoji="1" lang="zh-CN" altLang="en-US"/>
          </a:p>
        </p:txBody>
      </p:sp>
      <p:sp>
        <p:nvSpPr>
          <p:cNvPr id="117" name="图片占位符 116"/>
          <p:cNvSpPr>
            <a:spLocks noGrp="1"/>
          </p:cNvSpPr>
          <p:nvPr>
            <p:ph type="pic" sz="quarter" idx="10"/>
          </p:nvPr>
        </p:nvSpPr>
        <p:spPr>
          <a:xfrm>
            <a:off x="1139471" y="1946004"/>
            <a:ext cx="2297332" cy="2297332"/>
          </a:xfrm>
          <a:custGeom>
            <a:avLst/>
            <a:gdLst>
              <a:gd name="connsiteX0" fmla="*/ 1148666 w 2297332"/>
              <a:gd name="connsiteY0" fmla="*/ 0 h 2297332"/>
              <a:gd name="connsiteX1" fmla="*/ 2297332 w 2297332"/>
              <a:gd name="connsiteY1" fmla="*/ 1148666 h 2297332"/>
              <a:gd name="connsiteX2" fmla="*/ 1148666 w 2297332"/>
              <a:gd name="connsiteY2" fmla="*/ 2297332 h 2297332"/>
              <a:gd name="connsiteX3" fmla="*/ 0 w 2297332"/>
              <a:gd name="connsiteY3" fmla="*/ 1148666 h 2297332"/>
              <a:gd name="connsiteX4" fmla="*/ 1148666 w 2297332"/>
              <a:gd name="connsiteY4" fmla="*/ 0 h 22973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97332" h="2297332">
                <a:moveTo>
                  <a:pt x="1148666" y="0"/>
                </a:moveTo>
                <a:cubicBezTo>
                  <a:pt x="1783057" y="0"/>
                  <a:pt x="2297332" y="514275"/>
                  <a:pt x="2297332" y="1148666"/>
                </a:cubicBezTo>
                <a:cubicBezTo>
                  <a:pt x="2297332" y="1783057"/>
                  <a:pt x="1783057" y="2297332"/>
                  <a:pt x="1148666" y="2297332"/>
                </a:cubicBezTo>
                <a:cubicBezTo>
                  <a:pt x="514275" y="2297332"/>
                  <a:pt x="0" y="1783057"/>
                  <a:pt x="0" y="1148666"/>
                </a:cubicBezTo>
                <a:cubicBezTo>
                  <a:pt x="0" y="514275"/>
                  <a:pt x="514275" y="0"/>
                  <a:pt x="1148666" y="0"/>
                </a:cubicBezTo>
                <a:close/>
              </a:path>
            </a:pathLst>
          </a:custGeom>
          <a:ln w="12700">
            <a:solidFill>
              <a:schemeClr val="accent2"/>
            </a:solidFill>
          </a:ln>
        </p:spPr>
        <p:txBody>
          <a:bodyPr wrap="square">
            <a:noAutofit/>
          </a:bodyPr>
          <a:lstStyle/>
          <a:p>
            <a:endParaRPr kumimoji="1" lang="zh-CN" alt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单张图片1">
    <p:spTree>
      <p:nvGrpSpPr>
        <p:cNvPr id="1" name=""/>
        <p:cNvGrpSpPr/>
        <p:nvPr/>
      </p:nvGrpSpPr>
      <p:grpSpPr>
        <a:xfrm>
          <a:off x="0" y="0"/>
          <a:ext cx="0" cy="0"/>
          <a:chOff x="0" y="0"/>
          <a:chExt cx="0" cy="0"/>
        </a:xfrm>
      </p:grpSpPr>
      <p:sp>
        <p:nvSpPr>
          <p:cNvPr id="2" name="标题 1"/>
          <p:cNvSpPr>
            <a:spLocks noGrp="1"/>
          </p:cNvSpPr>
          <p:nvPr>
            <p:ph type="title"/>
          </p:nvPr>
        </p:nvSpPr>
        <p:spPr>
          <a:xfrm>
            <a:off x="803275" y="393486"/>
            <a:ext cx="8970989" cy="663575"/>
          </a:xfrm>
          <a:prstGeom prst="rect">
            <a:avLst/>
          </a:prstGeom>
        </p:spPr>
        <p:txBody>
          <a:bodyPr lIns="0"/>
          <a:lstStyle>
            <a:lvl1pPr>
              <a:defRPr b="1">
                <a:solidFill>
                  <a:schemeClr val="accent2"/>
                </a:solidFill>
              </a:defRPr>
            </a:lvl1pPr>
          </a:lstStyle>
          <a:p>
            <a:r>
              <a:rPr lang="zh-CN" altLang="en-US" dirty="0"/>
              <a:t>单击此处编辑母版标题样式</a:t>
            </a:r>
          </a:p>
        </p:txBody>
      </p:sp>
      <p:grpSp>
        <p:nvGrpSpPr>
          <p:cNvPr id="245" name="组合 244"/>
          <p:cNvGrpSpPr/>
          <p:nvPr userDrawn="1"/>
        </p:nvGrpSpPr>
        <p:grpSpPr>
          <a:xfrm>
            <a:off x="9895088" y="468793"/>
            <a:ext cx="1480571" cy="458860"/>
            <a:chOff x="2558030" y="228446"/>
            <a:chExt cx="6774643" cy="2099603"/>
          </a:xfrm>
        </p:grpSpPr>
        <p:grpSp>
          <p:nvGrpSpPr>
            <p:cNvPr id="246" name="íšḻîďê"/>
            <p:cNvGrpSpPr/>
            <p:nvPr userDrawn="1"/>
          </p:nvGrpSpPr>
          <p:grpSpPr>
            <a:xfrm>
              <a:off x="2558030" y="228446"/>
              <a:ext cx="2085857" cy="2099603"/>
              <a:chOff x="3551238" y="3067050"/>
              <a:chExt cx="722313" cy="727075"/>
            </a:xfrm>
          </p:grpSpPr>
          <p:sp>
            <p:nvSpPr>
              <p:cNvPr id="276" name="ïş1íḍê"/>
              <p:cNvSpPr/>
              <p:nvPr/>
            </p:nvSpPr>
            <p:spPr bwMode="auto">
              <a:xfrm>
                <a:off x="3575051" y="3087688"/>
                <a:ext cx="673100" cy="679450"/>
              </a:xfrm>
              <a:custGeom>
                <a:avLst/>
                <a:gdLst>
                  <a:gd name="T0" fmla="*/ 102 w 204"/>
                  <a:gd name="T1" fmla="*/ 0 h 204"/>
                  <a:gd name="T2" fmla="*/ 204 w 204"/>
                  <a:gd name="T3" fmla="*/ 102 h 204"/>
                  <a:gd name="T4" fmla="*/ 102 w 204"/>
                  <a:gd name="T5" fmla="*/ 204 h 204"/>
                  <a:gd name="T6" fmla="*/ 0 w 204"/>
                  <a:gd name="T7" fmla="*/ 102 h 204"/>
                  <a:gd name="T8" fmla="*/ 102 w 204"/>
                  <a:gd name="T9" fmla="*/ 0 h 204"/>
                  <a:gd name="T10" fmla="*/ 102 w 204"/>
                  <a:gd name="T11" fmla="*/ 25 h 204"/>
                  <a:gd name="T12" fmla="*/ 24 w 204"/>
                  <a:gd name="T13" fmla="*/ 103 h 204"/>
                  <a:gd name="T14" fmla="*/ 102 w 204"/>
                  <a:gd name="T15" fmla="*/ 181 h 204"/>
                  <a:gd name="T16" fmla="*/ 180 w 204"/>
                  <a:gd name="T17" fmla="*/ 103 h 204"/>
                  <a:gd name="T18" fmla="*/ 102 w 204"/>
                  <a:gd name="T19" fmla="*/ 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04" h="204">
                    <a:moveTo>
                      <a:pt x="102" y="0"/>
                    </a:moveTo>
                    <a:cubicBezTo>
                      <a:pt x="159" y="0"/>
                      <a:pt x="204" y="46"/>
                      <a:pt x="204" y="102"/>
                    </a:cubicBezTo>
                    <a:cubicBezTo>
                      <a:pt x="204" y="158"/>
                      <a:pt x="159" y="204"/>
                      <a:pt x="102" y="204"/>
                    </a:cubicBezTo>
                    <a:cubicBezTo>
                      <a:pt x="46" y="204"/>
                      <a:pt x="0" y="158"/>
                      <a:pt x="0" y="102"/>
                    </a:cubicBezTo>
                    <a:cubicBezTo>
                      <a:pt x="0" y="46"/>
                      <a:pt x="46" y="0"/>
                      <a:pt x="102" y="0"/>
                    </a:cubicBezTo>
                    <a:close/>
                    <a:moveTo>
                      <a:pt x="102" y="25"/>
                    </a:moveTo>
                    <a:cubicBezTo>
                      <a:pt x="59" y="25"/>
                      <a:pt x="24" y="60"/>
                      <a:pt x="24" y="103"/>
                    </a:cubicBezTo>
                    <a:cubicBezTo>
                      <a:pt x="24" y="146"/>
                      <a:pt x="59" y="181"/>
                      <a:pt x="102" y="181"/>
                    </a:cubicBezTo>
                    <a:cubicBezTo>
                      <a:pt x="145" y="181"/>
                      <a:pt x="180" y="146"/>
                      <a:pt x="180" y="103"/>
                    </a:cubicBezTo>
                    <a:cubicBezTo>
                      <a:pt x="180" y="60"/>
                      <a:pt x="145" y="25"/>
                      <a:pt x="102" y="25"/>
                    </a:cubicBezTo>
                    <a:close/>
                  </a:path>
                </a:pathLst>
              </a:custGeom>
              <a:solidFill>
                <a:srgbClr val="00523A"/>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7" name="íšḻïḍè"/>
              <p:cNvSpPr/>
              <p:nvPr/>
            </p:nvSpPr>
            <p:spPr bwMode="auto">
              <a:xfrm>
                <a:off x="3621088" y="3103563"/>
                <a:ext cx="584200" cy="203200"/>
              </a:xfrm>
              <a:custGeom>
                <a:avLst/>
                <a:gdLst>
                  <a:gd name="T0" fmla="*/ 8 w 177"/>
                  <a:gd name="T1" fmla="*/ 53 h 61"/>
                  <a:gd name="T2" fmla="*/ 0 w 177"/>
                  <a:gd name="T3" fmla="*/ 56 h 61"/>
                  <a:gd name="T4" fmla="*/ 5 w 177"/>
                  <a:gd name="T5" fmla="*/ 52 h 61"/>
                  <a:gd name="T6" fmla="*/ 4 w 177"/>
                  <a:gd name="T7" fmla="*/ 50 h 61"/>
                  <a:gd name="T8" fmla="*/ 5 w 177"/>
                  <a:gd name="T9" fmla="*/ 48 h 61"/>
                  <a:gd name="T10" fmla="*/ 10 w 177"/>
                  <a:gd name="T11" fmla="*/ 41 h 61"/>
                  <a:gd name="T12" fmla="*/ 17 w 177"/>
                  <a:gd name="T13" fmla="*/ 50 h 61"/>
                  <a:gd name="T14" fmla="*/ 14 w 177"/>
                  <a:gd name="T15" fmla="*/ 35 h 61"/>
                  <a:gd name="T16" fmla="*/ 23 w 177"/>
                  <a:gd name="T17" fmla="*/ 46 h 61"/>
                  <a:gd name="T18" fmla="*/ 31 w 177"/>
                  <a:gd name="T19" fmla="*/ 38 h 61"/>
                  <a:gd name="T20" fmla="*/ 29 w 177"/>
                  <a:gd name="T21" fmla="*/ 40 h 61"/>
                  <a:gd name="T22" fmla="*/ 18 w 177"/>
                  <a:gd name="T23" fmla="*/ 32 h 61"/>
                  <a:gd name="T24" fmla="*/ 19 w 177"/>
                  <a:gd name="T25" fmla="*/ 30 h 61"/>
                  <a:gd name="T26" fmla="*/ 21 w 177"/>
                  <a:gd name="T27" fmla="*/ 27 h 61"/>
                  <a:gd name="T28" fmla="*/ 41 w 177"/>
                  <a:gd name="T29" fmla="*/ 29 h 61"/>
                  <a:gd name="T30" fmla="*/ 43 w 177"/>
                  <a:gd name="T31" fmla="*/ 29 h 61"/>
                  <a:gd name="T32" fmla="*/ 35 w 177"/>
                  <a:gd name="T33" fmla="*/ 35 h 61"/>
                  <a:gd name="T34" fmla="*/ 31 w 177"/>
                  <a:gd name="T35" fmla="*/ 21 h 61"/>
                  <a:gd name="T36" fmla="*/ 46 w 177"/>
                  <a:gd name="T37" fmla="*/ 11 h 61"/>
                  <a:gd name="T38" fmla="*/ 47 w 177"/>
                  <a:gd name="T39" fmla="*/ 11 h 61"/>
                  <a:gd name="T40" fmla="*/ 47 w 177"/>
                  <a:gd name="T41" fmla="*/ 26 h 61"/>
                  <a:gd name="T42" fmla="*/ 39 w 177"/>
                  <a:gd name="T43" fmla="*/ 15 h 61"/>
                  <a:gd name="T44" fmla="*/ 72 w 177"/>
                  <a:gd name="T45" fmla="*/ 16 h 61"/>
                  <a:gd name="T46" fmla="*/ 71 w 177"/>
                  <a:gd name="T47" fmla="*/ 2 h 61"/>
                  <a:gd name="T48" fmla="*/ 65 w 177"/>
                  <a:gd name="T49" fmla="*/ 15 h 61"/>
                  <a:gd name="T50" fmla="*/ 64 w 177"/>
                  <a:gd name="T51" fmla="*/ 4 h 61"/>
                  <a:gd name="T52" fmla="*/ 84 w 177"/>
                  <a:gd name="T53" fmla="*/ 1 h 61"/>
                  <a:gd name="T54" fmla="*/ 84 w 177"/>
                  <a:gd name="T55" fmla="*/ 1 h 61"/>
                  <a:gd name="T56" fmla="*/ 78 w 177"/>
                  <a:gd name="T57" fmla="*/ 16 h 61"/>
                  <a:gd name="T58" fmla="*/ 77 w 177"/>
                  <a:gd name="T59" fmla="*/ 15 h 61"/>
                  <a:gd name="T60" fmla="*/ 90 w 177"/>
                  <a:gd name="T61" fmla="*/ 1 h 61"/>
                  <a:gd name="T62" fmla="*/ 94 w 177"/>
                  <a:gd name="T63" fmla="*/ 15 h 61"/>
                  <a:gd name="T64" fmla="*/ 92 w 177"/>
                  <a:gd name="T65" fmla="*/ 15 h 61"/>
                  <a:gd name="T66" fmla="*/ 113 w 177"/>
                  <a:gd name="T67" fmla="*/ 3 h 61"/>
                  <a:gd name="T68" fmla="*/ 102 w 177"/>
                  <a:gd name="T69" fmla="*/ 2 h 61"/>
                  <a:gd name="T70" fmla="*/ 105 w 177"/>
                  <a:gd name="T71" fmla="*/ 14 h 61"/>
                  <a:gd name="T72" fmla="*/ 117 w 177"/>
                  <a:gd name="T73" fmla="*/ 5 h 61"/>
                  <a:gd name="T74" fmla="*/ 122 w 177"/>
                  <a:gd name="T75" fmla="*/ 19 h 61"/>
                  <a:gd name="T76" fmla="*/ 119 w 177"/>
                  <a:gd name="T77" fmla="*/ 13 h 61"/>
                  <a:gd name="T78" fmla="*/ 121 w 177"/>
                  <a:gd name="T79" fmla="*/ 12 h 61"/>
                  <a:gd name="T80" fmla="*/ 124 w 177"/>
                  <a:gd name="T81" fmla="*/ 10 h 61"/>
                  <a:gd name="T82" fmla="*/ 131 w 177"/>
                  <a:gd name="T83" fmla="*/ 26 h 61"/>
                  <a:gd name="T84" fmla="*/ 126 w 177"/>
                  <a:gd name="T85" fmla="*/ 23 h 61"/>
                  <a:gd name="T86" fmla="*/ 124 w 177"/>
                  <a:gd name="T87" fmla="*/ 23 h 61"/>
                  <a:gd name="T88" fmla="*/ 137 w 177"/>
                  <a:gd name="T89" fmla="*/ 14 h 61"/>
                  <a:gd name="T90" fmla="*/ 133 w 177"/>
                  <a:gd name="T91" fmla="*/ 11 h 61"/>
                  <a:gd name="T92" fmla="*/ 137 w 177"/>
                  <a:gd name="T93" fmla="*/ 32 h 61"/>
                  <a:gd name="T94" fmla="*/ 137 w 177"/>
                  <a:gd name="T95" fmla="*/ 32 h 61"/>
                  <a:gd name="T96" fmla="*/ 145 w 177"/>
                  <a:gd name="T97" fmla="*/ 19 h 61"/>
                  <a:gd name="T98" fmla="*/ 146 w 177"/>
                  <a:gd name="T99" fmla="*/ 19 h 61"/>
                  <a:gd name="T100" fmla="*/ 159 w 177"/>
                  <a:gd name="T101" fmla="*/ 31 h 61"/>
                  <a:gd name="T102" fmla="*/ 149 w 177"/>
                  <a:gd name="T103" fmla="*/ 42 h 61"/>
                  <a:gd name="T104" fmla="*/ 155 w 177"/>
                  <a:gd name="T105" fmla="*/ 27 h 61"/>
                  <a:gd name="T106" fmla="*/ 166 w 177"/>
                  <a:gd name="T107" fmla="*/ 40 h 61"/>
                  <a:gd name="T108" fmla="*/ 160 w 177"/>
                  <a:gd name="T109" fmla="*/ 37 h 61"/>
                  <a:gd name="T110" fmla="*/ 153 w 177"/>
                  <a:gd name="T111" fmla="*/ 46 h 61"/>
                  <a:gd name="T112" fmla="*/ 177 w 177"/>
                  <a:gd name="T113" fmla="*/ 55 h 61"/>
                  <a:gd name="T114" fmla="*/ 162 w 177"/>
                  <a:gd name="T115" fmla="*/ 60 h 61"/>
                  <a:gd name="T116" fmla="*/ 165 w 177"/>
                  <a:gd name="T117" fmla="*/ 55 h 61"/>
                  <a:gd name="T118" fmla="*/ 173 w 177"/>
                  <a:gd name="T119" fmla="*/ 49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77" h="61">
                    <a:moveTo>
                      <a:pt x="6" y="46"/>
                    </a:moveTo>
                    <a:cubicBezTo>
                      <a:pt x="6" y="46"/>
                      <a:pt x="6" y="46"/>
                      <a:pt x="6" y="46"/>
                    </a:cubicBezTo>
                    <a:cubicBezTo>
                      <a:pt x="6" y="46"/>
                      <a:pt x="6" y="46"/>
                      <a:pt x="6" y="46"/>
                    </a:cubicBezTo>
                    <a:cubicBezTo>
                      <a:pt x="6" y="46"/>
                      <a:pt x="6" y="47"/>
                      <a:pt x="6" y="47"/>
                    </a:cubicBezTo>
                    <a:cubicBezTo>
                      <a:pt x="6" y="47"/>
                      <a:pt x="6" y="47"/>
                      <a:pt x="6" y="47"/>
                    </a:cubicBezTo>
                    <a:cubicBezTo>
                      <a:pt x="17" y="57"/>
                      <a:pt x="17" y="57"/>
                      <a:pt x="17" y="57"/>
                    </a:cubicBezTo>
                    <a:cubicBezTo>
                      <a:pt x="17" y="57"/>
                      <a:pt x="17" y="57"/>
                      <a:pt x="17" y="57"/>
                    </a:cubicBezTo>
                    <a:cubicBezTo>
                      <a:pt x="8" y="53"/>
                      <a:pt x="8" y="53"/>
                      <a:pt x="8" y="53"/>
                    </a:cubicBezTo>
                    <a:cubicBezTo>
                      <a:pt x="8" y="54"/>
                      <a:pt x="8" y="54"/>
                      <a:pt x="8" y="54"/>
                    </a:cubicBezTo>
                    <a:cubicBezTo>
                      <a:pt x="15" y="60"/>
                      <a:pt x="15" y="60"/>
                      <a:pt x="15" y="60"/>
                    </a:cubicBezTo>
                    <a:cubicBezTo>
                      <a:pt x="15" y="61"/>
                      <a:pt x="15" y="61"/>
                      <a:pt x="15" y="61"/>
                    </a:cubicBezTo>
                    <a:cubicBezTo>
                      <a:pt x="1" y="55"/>
                      <a:pt x="1" y="55"/>
                      <a:pt x="1" y="55"/>
                    </a:cubicBezTo>
                    <a:cubicBezTo>
                      <a:pt x="1" y="55"/>
                      <a:pt x="1" y="55"/>
                      <a:pt x="1" y="55"/>
                    </a:cubicBezTo>
                    <a:cubicBezTo>
                      <a:pt x="1" y="55"/>
                      <a:pt x="1" y="55"/>
                      <a:pt x="1" y="55"/>
                    </a:cubicBezTo>
                    <a:cubicBezTo>
                      <a:pt x="0" y="56"/>
                      <a:pt x="0" y="56"/>
                      <a:pt x="0" y="56"/>
                    </a:cubicBezTo>
                    <a:cubicBezTo>
                      <a:pt x="0" y="56"/>
                      <a:pt x="0" y="56"/>
                      <a:pt x="0" y="56"/>
                    </a:cubicBezTo>
                    <a:cubicBezTo>
                      <a:pt x="2" y="53"/>
                      <a:pt x="2" y="53"/>
                      <a:pt x="2" y="53"/>
                    </a:cubicBezTo>
                    <a:cubicBezTo>
                      <a:pt x="2" y="53"/>
                      <a:pt x="2" y="53"/>
                      <a:pt x="2" y="53"/>
                    </a:cubicBezTo>
                    <a:cubicBezTo>
                      <a:pt x="2" y="53"/>
                      <a:pt x="2" y="53"/>
                      <a:pt x="2" y="53"/>
                    </a:cubicBezTo>
                    <a:cubicBezTo>
                      <a:pt x="2" y="53"/>
                      <a:pt x="2" y="54"/>
                      <a:pt x="2" y="54"/>
                    </a:cubicBezTo>
                    <a:cubicBezTo>
                      <a:pt x="2" y="54"/>
                      <a:pt x="2" y="54"/>
                      <a:pt x="2" y="54"/>
                    </a:cubicBezTo>
                    <a:cubicBezTo>
                      <a:pt x="11" y="58"/>
                      <a:pt x="11" y="58"/>
                      <a:pt x="11" y="58"/>
                    </a:cubicBezTo>
                    <a:cubicBezTo>
                      <a:pt x="12" y="58"/>
                      <a:pt x="12" y="58"/>
                      <a:pt x="12" y="58"/>
                    </a:cubicBezTo>
                    <a:cubicBezTo>
                      <a:pt x="5" y="52"/>
                      <a:pt x="5" y="52"/>
                      <a:pt x="5" y="52"/>
                    </a:cubicBezTo>
                    <a:cubicBezTo>
                      <a:pt x="4" y="52"/>
                      <a:pt x="4" y="52"/>
                      <a:pt x="4" y="52"/>
                    </a:cubicBezTo>
                    <a:cubicBezTo>
                      <a:pt x="3" y="52"/>
                      <a:pt x="3" y="52"/>
                      <a:pt x="3" y="52"/>
                    </a:cubicBezTo>
                    <a:cubicBezTo>
                      <a:pt x="3" y="52"/>
                      <a:pt x="3" y="52"/>
                      <a:pt x="3" y="52"/>
                    </a:cubicBezTo>
                    <a:cubicBezTo>
                      <a:pt x="3" y="52"/>
                      <a:pt x="3" y="52"/>
                      <a:pt x="3" y="52"/>
                    </a:cubicBezTo>
                    <a:cubicBezTo>
                      <a:pt x="2" y="52"/>
                      <a:pt x="2" y="52"/>
                      <a:pt x="2" y="52"/>
                    </a:cubicBezTo>
                    <a:cubicBezTo>
                      <a:pt x="4" y="49"/>
                      <a:pt x="4" y="49"/>
                      <a:pt x="4" y="49"/>
                    </a:cubicBezTo>
                    <a:cubicBezTo>
                      <a:pt x="4" y="49"/>
                      <a:pt x="4" y="49"/>
                      <a:pt x="4" y="49"/>
                    </a:cubicBezTo>
                    <a:cubicBezTo>
                      <a:pt x="4" y="50"/>
                      <a:pt x="4" y="50"/>
                      <a:pt x="4" y="50"/>
                    </a:cubicBezTo>
                    <a:cubicBezTo>
                      <a:pt x="4" y="50"/>
                      <a:pt x="4" y="50"/>
                      <a:pt x="4" y="50"/>
                    </a:cubicBezTo>
                    <a:cubicBezTo>
                      <a:pt x="4" y="50"/>
                      <a:pt x="4" y="50"/>
                      <a:pt x="4" y="51"/>
                    </a:cubicBezTo>
                    <a:cubicBezTo>
                      <a:pt x="13" y="54"/>
                      <a:pt x="13" y="54"/>
                      <a:pt x="13" y="54"/>
                    </a:cubicBezTo>
                    <a:cubicBezTo>
                      <a:pt x="13" y="54"/>
                      <a:pt x="13" y="54"/>
                      <a:pt x="13" y="54"/>
                    </a:cubicBezTo>
                    <a:cubicBezTo>
                      <a:pt x="6" y="48"/>
                      <a:pt x="6" y="48"/>
                      <a:pt x="6" y="48"/>
                    </a:cubicBezTo>
                    <a:cubicBezTo>
                      <a:pt x="6" y="48"/>
                      <a:pt x="6" y="48"/>
                      <a:pt x="5" y="48"/>
                    </a:cubicBezTo>
                    <a:cubicBezTo>
                      <a:pt x="5" y="48"/>
                      <a:pt x="5" y="48"/>
                      <a:pt x="5" y="48"/>
                    </a:cubicBezTo>
                    <a:cubicBezTo>
                      <a:pt x="5" y="48"/>
                      <a:pt x="5" y="48"/>
                      <a:pt x="5" y="48"/>
                    </a:cubicBezTo>
                    <a:cubicBezTo>
                      <a:pt x="4" y="48"/>
                      <a:pt x="4" y="48"/>
                      <a:pt x="4" y="48"/>
                    </a:cubicBezTo>
                    <a:cubicBezTo>
                      <a:pt x="6" y="46"/>
                      <a:pt x="6" y="46"/>
                      <a:pt x="6" y="46"/>
                    </a:cubicBezTo>
                    <a:close/>
                    <a:moveTo>
                      <a:pt x="22" y="48"/>
                    </a:moveTo>
                    <a:cubicBezTo>
                      <a:pt x="22" y="49"/>
                      <a:pt x="21" y="49"/>
                      <a:pt x="21" y="49"/>
                    </a:cubicBezTo>
                    <a:cubicBezTo>
                      <a:pt x="20" y="50"/>
                      <a:pt x="19" y="49"/>
                      <a:pt x="18" y="48"/>
                    </a:cubicBezTo>
                    <a:cubicBezTo>
                      <a:pt x="10" y="42"/>
                      <a:pt x="10" y="42"/>
                      <a:pt x="10" y="42"/>
                    </a:cubicBezTo>
                    <a:cubicBezTo>
                      <a:pt x="10" y="42"/>
                      <a:pt x="10" y="41"/>
                      <a:pt x="10" y="41"/>
                    </a:cubicBezTo>
                    <a:cubicBezTo>
                      <a:pt x="10" y="41"/>
                      <a:pt x="10" y="41"/>
                      <a:pt x="10" y="41"/>
                    </a:cubicBezTo>
                    <a:cubicBezTo>
                      <a:pt x="10" y="40"/>
                      <a:pt x="10" y="40"/>
                      <a:pt x="10" y="40"/>
                    </a:cubicBezTo>
                    <a:cubicBezTo>
                      <a:pt x="10" y="40"/>
                      <a:pt x="10" y="40"/>
                      <a:pt x="10" y="40"/>
                    </a:cubicBezTo>
                    <a:cubicBezTo>
                      <a:pt x="7" y="43"/>
                      <a:pt x="7" y="43"/>
                      <a:pt x="7" y="43"/>
                    </a:cubicBezTo>
                    <a:cubicBezTo>
                      <a:pt x="8" y="43"/>
                      <a:pt x="8" y="43"/>
                      <a:pt x="8" y="43"/>
                    </a:cubicBezTo>
                    <a:cubicBezTo>
                      <a:pt x="8" y="43"/>
                      <a:pt x="8" y="43"/>
                      <a:pt x="8" y="43"/>
                    </a:cubicBezTo>
                    <a:cubicBezTo>
                      <a:pt x="8" y="43"/>
                      <a:pt x="8" y="43"/>
                      <a:pt x="8" y="43"/>
                    </a:cubicBezTo>
                    <a:cubicBezTo>
                      <a:pt x="9" y="43"/>
                      <a:pt x="9" y="43"/>
                      <a:pt x="9" y="43"/>
                    </a:cubicBezTo>
                    <a:cubicBezTo>
                      <a:pt x="17" y="50"/>
                      <a:pt x="17" y="50"/>
                      <a:pt x="17" y="50"/>
                    </a:cubicBezTo>
                    <a:cubicBezTo>
                      <a:pt x="18" y="50"/>
                      <a:pt x="19" y="51"/>
                      <a:pt x="20" y="50"/>
                    </a:cubicBezTo>
                    <a:cubicBezTo>
                      <a:pt x="21" y="50"/>
                      <a:pt x="22" y="50"/>
                      <a:pt x="23" y="49"/>
                    </a:cubicBezTo>
                    <a:cubicBezTo>
                      <a:pt x="24" y="48"/>
                      <a:pt x="24" y="47"/>
                      <a:pt x="24" y="46"/>
                    </a:cubicBezTo>
                    <a:cubicBezTo>
                      <a:pt x="24" y="45"/>
                      <a:pt x="23" y="44"/>
                      <a:pt x="22" y="43"/>
                    </a:cubicBezTo>
                    <a:cubicBezTo>
                      <a:pt x="14" y="36"/>
                      <a:pt x="14" y="36"/>
                      <a:pt x="14" y="36"/>
                    </a:cubicBezTo>
                    <a:cubicBezTo>
                      <a:pt x="14" y="36"/>
                      <a:pt x="14" y="36"/>
                      <a:pt x="14" y="36"/>
                    </a:cubicBezTo>
                    <a:cubicBezTo>
                      <a:pt x="14" y="36"/>
                      <a:pt x="14" y="36"/>
                      <a:pt x="14" y="35"/>
                    </a:cubicBezTo>
                    <a:cubicBezTo>
                      <a:pt x="14" y="35"/>
                      <a:pt x="14" y="35"/>
                      <a:pt x="14" y="35"/>
                    </a:cubicBezTo>
                    <a:cubicBezTo>
                      <a:pt x="14" y="35"/>
                      <a:pt x="14" y="35"/>
                      <a:pt x="14" y="35"/>
                    </a:cubicBezTo>
                    <a:cubicBezTo>
                      <a:pt x="12" y="37"/>
                      <a:pt x="12" y="37"/>
                      <a:pt x="12" y="37"/>
                    </a:cubicBezTo>
                    <a:cubicBezTo>
                      <a:pt x="12" y="38"/>
                      <a:pt x="12" y="38"/>
                      <a:pt x="12" y="38"/>
                    </a:cubicBezTo>
                    <a:cubicBezTo>
                      <a:pt x="13" y="37"/>
                      <a:pt x="13" y="37"/>
                      <a:pt x="13" y="37"/>
                    </a:cubicBezTo>
                    <a:cubicBezTo>
                      <a:pt x="13" y="37"/>
                      <a:pt x="13" y="37"/>
                      <a:pt x="13" y="37"/>
                    </a:cubicBezTo>
                    <a:cubicBezTo>
                      <a:pt x="13" y="37"/>
                      <a:pt x="14" y="37"/>
                      <a:pt x="14" y="37"/>
                    </a:cubicBezTo>
                    <a:cubicBezTo>
                      <a:pt x="22" y="44"/>
                      <a:pt x="22" y="44"/>
                      <a:pt x="22" y="44"/>
                    </a:cubicBezTo>
                    <a:cubicBezTo>
                      <a:pt x="23" y="44"/>
                      <a:pt x="23" y="45"/>
                      <a:pt x="23" y="46"/>
                    </a:cubicBezTo>
                    <a:cubicBezTo>
                      <a:pt x="23" y="47"/>
                      <a:pt x="23" y="47"/>
                      <a:pt x="22" y="48"/>
                    </a:cubicBezTo>
                    <a:close/>
                    <a:moveTo>
                      <a:pt x="33" y="36"/>
                    </a:moveTo>
                    <a:cubicBezTo>
                      <a:pt x="33" y="36"/>
                      <a:pt x="33" y="36"/>
                      <a:pt x="33" y="36"/>
                    </a:cubicBezTo>
                    <a:cubicBezTo>
                      <a:pt x="33" y="36"/>
                      <a:pt x="34" y="36"/>
                      <a:pt x="34" y="36"/>
                    </a:cubicBezTo>
                    <a:cubicBezTo>
                      <a:pt x="34" y="35"/>
                      <a:pt x="34" y="35"/>
                      <a:pt x="34" y="35"/>
                    </a:cubicBezTo>
                    <a:cubicBezTo>
                      <a:pt x="35" y="36"/>
                      <a:pt x="35" y="36"/>
                      <a:pt x="35" y="36"/>
                    </a:cubicBezTo>
                    <a:cubicBezTo>
                      <a:pt x="32" y="39"/>
                      <a:pt x="32" y="39"/>
                      <a:pt x="32" y="39"/>
                    </a:cubicBezTo>
                    <a:cubicBezTo>
                      <a:pt x="31" y="38"/>
                      <a:pt x="31" y="38"/>
                      <a:pt x="31" y="38"/>
                    </a:cubicBezTo>
                    <a:cubicBezTo>
                      <a:pt x="32" y="38"/>
                      <a:pt x="32" y="38"/>
                      <a:pt x="32" y="38"/>
                    </a:cubicBezTo>
                    <a:cubicBezTo>
                      <a:pt x="32" y="38"/>
                      <a:pt x="32" y="37"/>
                      <a:pt x="32" y="37"/>
                    </a:cubicBezTo>
                    <a:cubicBezTo>
                      <a:pt x="32" y="37"/>
                      <a:pt x="32" y="37"/>
                      <a:pt x="32" y="37"/>
                    </a:cubicBezTo>
                    <a:cubicBezTo>
                      <a:pt x="27" y="32"/>
                      <a:pt x="27" y="32"/>
                      <a:pt x="27" y="32"/>
                    </a:cubicBezTo>
                    <a:cubicBezTo>
                      <a:pt x="23" y="36"/>
                      <a:pt x="23" y="36"/>
                      <a:pt x="23" y="36"/>
                    </a:cubicBezTo>
                    <a:cubicBezTo>
                      <a:pt x="28" y="40"/>
                      <a:pt x="28" y="40"/>
                      <a:pt x="28" y="40"/>
                    </a:cubicBezTo>
                    <a:cubicBezTo>
                      <a:pt x="28" y="41"/>
                      <a:pt x="28" y="41"/>
                      <a:pt x="28" y="41"/>
                    </a:cubicBezTo>
                    <a:cubicBezTo>
                      <a:pt x="28" y="41"/>
                      <a:pt x="29" y="41"/>
                      <a:pt x="29" y="40"/>
                    </a:cubicBezTo>
                    <a:cubicBezTo>
                      <a:pt x="29" y="40"/>
                      <a:pt x="29" y="40"/>
                      <a:pt x="29" y="40"/>
                    </a:cubicBezTo>
                    <a:cubicBezTo>
                      <a:pt x="30" y="41"/>
                      <a:pt x="30" y="41"/>
                      <a:pt x="30" y="41"/>
                    </a:cubicBezTo>
                    <a:cubicBezTo>
                      <a:pt x="27" y="43"/>
                      <a:pt x="27" y="43"/>
                      <a:pt x="27" y="43"/>
                    </a:cubicBezTo>
                    <a:cubicBezTo>
                      <a:pt x="26" y="43"/>
                      <a:pt x="26" y="43"/>
                      <a:pt x="26" y="43"/>
                    </a:cubicBezTo>
                    <a:cubicBezTo>
                      <a:pt x="27" y="43"/>
                      <a:pt x="27" y="43"/>
                      <a:pt x="27" y="43"/>
                    </a:cubicBezTo>
                    <a:cubicBezTo>
                      <a:pt x="27" y="42"/>
                      <a:pt x="27" y="42"/>
                      <a:pt x="27" y="42"/>
                    </a:cubicBezTo>
                    <a:cubicBezTo>
                      <a:pt x="27" y="42"/>
                      <a:pt x="27" y="42"/>
                      <a:pt x="27" y="41"/>
                    </a:cubicBezTo>
                    <a:cubicBezTo>
                      <a:pt x="18" y="32"/>
                      <a:pt x="18" y="32"/>
                      <a:pt x="18" y="32"/>
                    </a:cubicBezTo>
                    <a:cubicBezTo>
                      <a:pt x="18" y="32"/>
                      <a:pt x="17" y="32"/>
                      <a:pt x="17" y="32"/>
                    </a:cubicBezTo>
                    <a:cubicBezTo>
                      <a:pt x="17" y="32"/>
                      <a:pt x="17" y="32"/>
                      <a:pt x="17" y="32"/>
                    </a:cubicBezTo>
                    <a:cubicBezTo>
                      <a:pt x="16" y="32"/>
                      <a:pt x="16" y="32"/>
                      <a:pt x="16" y="32"/>
                    </a:cubicBezTo>
                    <a:cubicBezTo>
                      <a:pt x="16" y="32"/>
                      <a:pt x="16" y="32"/>
                      <a:pt x="16" y="32"/>
                    </a:cubicBezTo>
                    <a:cubicBezTo>
                      <a:pt x="19" y="29"/>
                      <a:pt x="19" y="29"/>
                      <a:pt x="19" y="29"/>
                    </a:cubicBezTo>
                    <a:cubicBezTo>
                      <a:pt x="19" y="29"/>
                      <a:pt x="19" y="29"/>
                      <a:pt x="19" y="29"/>
                    </a:cubicBezTo>
                    <a:cubicBezTo>
                      <a:pt x="19" y="30"/>
                      <a:pt x="19" y="30"/>
                      <a:pt x="19" y="30"/>
                    </a:cubicBezTo>
                    <a:cubicBezTo>
                      <a:pt x="19" y="30"/>
                      <a:pt x="19" y="30"/>
                      <a:pt x="19" y="30"/>
                    </a:cubicBezTo>
                    <a:cubicBezTo>
                      <a:pt x="19" y="30"/>
                      <a:pt x="19" y="31"/>
                      <a:pt x="19" y="31"/>
                    </a:cubicBezTo>
                    <a:cubicBezTo>
                      <a:pt x="23" y="35"/>
                      <a:pt x="23" y="35"/>
                      <a:pt x="23" y="35"/>
                    </a:cubicBezTo>
                    <a:cubicBezTo>
                      <a:pt x="27" y="31"/>
                      <a:pt x="27" y="31"/>
                      <a:pt x="27" y="31"/>
                    </a:cubicBezTo>
                    <a:cubicBezTo>
                      <a:pt x="23" y="27"/>
                      <a:pt x="23" y="27"/>
                      <a:pt x="23" y="27"/>
                    </a:cubicBezTo>
                    <a:cubicBezTo>
                      <a:pt x="23" y="27"/>
                      <a:pt x="22" y="27"/>
                      <a:pt x="22" y="27"/>
                    </a:cubicBezTo>
                    <a:cubicBezTo>
                      <a:pt x="22" y="27"/>
                      <a:pt x="22" y="27"/>
                      <a:pt x="22" y="27"/>
                    </a:cubicBezTo>
                    <a:cubicBezTo>
                      <a:pt x="21" y="27"/>
                      <a:pt x="21" y="27"/>
                      <a:pt x="21" y="27"/>
                    </a:cubicBezTo>
                    <a:cubicBezTo>
                      <a:pt x="21" y="27"/>
                      <a:pt x="21" y="27"/>
                      <a:pt x="21" y="27"/>
                    </a:cubicBezTo>
                    <a:cubicBezTo>
                      <a:pt x="24" y="24"/>
                      <a:pt x="24" y="24"/>
                      <a:pt x="24" y="24"/>
                    </a:cubicBezTo>
                    <a:cubicBezTo>
                      <a:pt x="24" y="25"/>
                      <a:pt x="24" y="25"/>
                      <a:pt x="24" y="25"/>
                    </a:cubicBezTo>
                    <a:cubicBezTo>
                      <a:pt x="24" y="25"/>
                      <a:pt x="24" y="25"/>
                      <a:pt x="24" y="25"/>
                    </a:cubicBezTo>
                    <a:cubicBezTo>
                      <a:pt x="24" y="25"/>
                      <a:pt x="24" y="25"/>
                      <a:pt x="24" y="26"/>
                    </a:cubicBezTo>
                    <a:cubicBezTo>
                      <a:pt x="24" y="26"/>
                      <a:pt x="24" y="26"/>
                      <a:pt x="24" y="26"/>
                    </a:cubicBezTo>
                    <a:cubicBezTo>
                      <a:pt x="33" y="36"/>
                      <a:pt x="33" y="36"/>
                      <a:pt x="33" y="36"/>
                    </a:cubicBezTo>
                    <a:close/>
                    <a:moveTo>
                      <a:pt x="38" y="26"/>
                    </a:moveTo>
                    <a:cubicBezTo>
                      <a:pt x="41" y="29"/>
                      <a:pt x="41" y="29"/>
                      <a:pt x="41" y="29"/>
                    </a:cubicBezTo>
                    <a:cubicBezTo>
                      <a:pt x="41" y="29"/>
                      <a:pt x="41" y="30"/>
                      <a:pt x="41" y="30"/>
                    </a:cubicBezTo>
                    <a:cubicBezTo>
                      <a:pt x="41" y="30"/>
                      <a:pt x="41" y="30"/>
                      <a:pt x="41" y="30"/>
                    </a:cubicBezTo>
                    <a:cubicBezTo>
                      <a:pt x="41" y="31"/>
                      <a:pt x="41" y="31"/>
                      <a:pt x="41" y="31"/>
                    </a:cubicBezTo>
                    <a:cubicBezTo>
                      <a:pt x="41" y="31"/>
                      <a:pt x="41" y="31"/>
                      <a:pt x="41" y="31"/>
                    </a:cubicBezTo>
                    <a:cubicBezTo>
                      <a:pt x="44" y="29"/>
                      <a:pt x="44" y="29"/>
                      <a:pt x="44" y="29"/>
                    </a:cubicBezTo>
                    <a:cubicBezTo>
                      <a:pt x="44" y="28"/>
                      <a:pt x="44" y="28"/>
                      <a:pt x="44" y="28"/>
                    </a:cubicBezTo>
                    <a:cubicBezTo>
                      <a:pt x="44" y="29"/>
                      <a:pt x="44" y="29"/>
                      <a:pt x="44" y="29"/>
                    </a:cubicBezTo>
                    <a:cubicBezTo>
                      <a:pt x="43" y="29"/>
                      <a:pt x="43" y="29"/>
                      <a:pt x="43" y="29"/>
                    </a:cubicBezTo>
                    <a:cubicBezTo>
                      <a:pt x="43" y="29"/>
                      <a:pt x="42" y="29"/>
                      <a:pt x="42" y="28"/>
                    </a:cubicBezTo>
                    <a:cubicBezTo>
                      <a:pt x="31" y="18"/>
                      <a:pt x="31" y="18"/>
                      <a:pt x="31" y="18"/>
                    </a:cubicBezTo>
                    <a:cubicBezTo>
                      <a:pt x="30" y="20"/>
                      <a:pt x="30" y="20"/>
                      <a:pt x="30" y="20"/>
                    </a:cubicBezTo>
                    <a:cubicBezTo>
                      <a:pt x="35" y="33"/>
                      <a:pt x="35" y="33"/>
                      <a:pt x="35" y="33"/>
                    </a:cubicBezTo>
                    <a:cubicBezTo>
                      <a:pt x="35" y="33"/>
                      <a:pt x="35" y="34"/>
                      <a:pt x="35" y="34"/>
                    </a:cubicBezTo>
                    <a:cubicBezTo>
                      <a:pt x="35" y="34"/>
                      <a:pt x="35" y="34"/>
                      <a:pt x="35" y="35"/>
                    </a:cubicBezTo>
                    <a:cubicBezTo>
                      <a:pt x="35" y="35"/>
                      <a:pt x="35" y="35"/>
                      <a:pt x="35" y="35"/>
                    </a:cubicBezTo>
                    <a:cubicBezTo>
                      <a:pt x="35" y="35"/>
                      <a:pt x="35" y="35"/>
                      <a:pt x="35" y="35"/>
                    </a:cubicBezTo>
                    <a:cubicBezTo>
                      <a:pt x="38" y="33"/>
                      <a:pt x="38" y="33"/>
                      <a:pt x="38" y="33"/>
                    </a:cubicBezTo>
                    <a:cubicBezTo>
                      <a:pt x="38" y="33"/>
                      <a:pt x="38" y="33"/>
                      <a:pt x="38" y="33"/>
                    </a:cubicBezTo>
                    <a:cubicBezTo>
                      <a:pt x="37" y="33"/>
                      <a:pt x="37" y="33"/>
                      <a:pt x="37" y="33"/>
                    </a:cubicBezTo>
                    <a:cubicBezTo>
                      <a:pt x="37" y="33"/>
                      <a:pt x="37" y="33"/>
                      <a:pt x="36" y="33"/>
                    </a:cubicBezTo>
                    <a:cubicBezTo>
                      <a:pt x="36" y="33"/>
                      <a:pt x="36" y="32"/>
                      <a:pt x="36" y="32"/>
                    </a:cubicBezTo>
                    <a:cubicBezTo>
                      <a:pt x="34" y="29"/>
                      <a:pt x="34" y="29"/>
                      <a:pt x="34" y="29"/>
                    </a:cubicBezTo>
                    <a:cubicBezTo>
                      <a:pt x="38" y="26"/>
                      <a:pt x="38" y="26"/>
                      <a:pt x="38" y="26"/>
                    </a:cubicBezTo>
                    <a:close/>
                    <a:moveTo>
                      <a:pt x="31" y="21"/>
                    </a:moveTo>
                    <a:cubicBezTo>
                      <a:pt x="31" y="21"/>
                      <a:pt x="31" y="21"/>
                      <a:pt x="31" y="21"/>
                    </a:cubicBezTo>
                    <a:cubicBezTo>
                      <a:pt x="34" y="28"/>
                      <a:pt x="34" y="28"/>
                      <a:pt x="34" y="28"/>
                    </a:cubicBezTo>
                    <a:cubicBezTo>
                      <a:pt x="37" y="26"/>
                      <a:pt x="37" y="26"/>
                      <a:pt x="37" y="26"/>
                    </a:cubicBezTo>
                    <a:cubicBezTo>
                      <a:pt x="31" y="21"/>
                      <a:pt x="31" y="21"/>
                      <a:pt x="31" y="21"/>
                    </a:cubicBezTo>
                    <a:close/>
                    <a:moveTo>
                      <a:pt x="51" y="21"/>
                    </a:moveTo>
                    <a:cubicBezTo>
                      <a:pt x="51" y="21"/>
                      <a:pt x="51" y="21"/>
                      <a:pt x="51" y="21"/>
                    </a:cubicBezTo>
                    <a:cubicBezTo>
                      <a:pt x="46" y="11"/>
                      <a:pt x="46" y="11"/>
                      <a:pt x="46" y="11"/>
                    </a:cubicBezTo>
                    <a:cubicBezTo>
                      <a:pt x="46" y="11"/>
                      <a:pt x="46" y="11"/>
                      <a:pt x="46" y="11"/>
                    </a:cubicBezTo>
                    <a:cubicBezTo>
                      <a:pt x="46" y="11"/>
                      <a:pt x="46" y="11"/>
                      <a:pt x="45" y="11"/>
                    </a:cubicBezTo>
                    <a:cubicBezTo>
                      <a:pt x="45" y="11"/>
                      <a:pt x="45" y="11"/>
                      <a:pt x="45" y="11"/>
                    </a:cubicBezTo>
                    <a:cubicBezTo>
                      <a:pt x="44" y="11"/>
                      <a:pt x="44" y="11"/>
                      <a:pt x="44" y="11"/>
                    </a:cubicBezTo>
                    <a:cubicBezTo>
                      <a:pt x="48" y="9"/>
                      <a:pt x="48" y="9"/>
                      <a:pt x="48" y="9"/>
                    </a:cubicBezTo>
                    <a:cubicBezTo>
                      <a:pt x="48" y="10"/>
                      <a:pt x="48" y="10"/>
                      <a:pt x="48" y="10"/>
                    </a:cubicBezTo>
                    <a:cubicBezTo>
                      <a:pt x="47" y="10"/>
                      <a:pt x="47" y="10"/>
                      <a:pt x="47" y="10"/>
                    </a:cubicBezTo>
                    <a:cubicBezTo>
                      <a:pt x="47" y="10"/>
                      <a:pt x="47" y="10"/>
                      <a:pt x="47" y="10"/>
                    </a:cubicBezTo>
                    <a:cubicBezTo>
                      <a:pt x="47" y="10"/>
                      <a:pt x="47" y="11"/>
                      <a:pt x="47" y="11"/>
                    </a:cubicBezTo>
                    <a:cubicBezTo>
                      <a:pt x="53" y="24"/>
                      <a:pt x="53" y="24"/>
                      <a:pt x="53" y="24"/>
                    </a:cubicBezTo>
                    <a:cubicBezTo>
                      <a:pt x="53" y="24"/>
                      <a:pt x="53" y="24"/>
                      <a:pt x="53" y="24"/>
                    </a:cubicBezTo>
                    <a:cubicBezTo>
                      <a:pt x="53" y="24"/>
                      <a:pt x="53" y="24"/>
                      <a:pt x="53" y="24"/>
                    </a:cubicBezTo>
                    <a:cubicBezTo>
                      <a:pt x="40" y="15"/>
                      <a:pt x="40" y="15"/>
                      <a:pt x="40" y="15"/>
                    </a:cubicBezTo>
                    <a:cubicBezTo>
                      <a:pt x="40" y="15"/>
                      <a:pt x="40" y="15"/>
                      <a:pt x="40" y="15"/>
                    </a:cubicBezTo>
                    <a:cubicBezTo>
                      <a:pt x="46" y="26"/>
                      <a:pt x="46" y="26"/>
                      <a:pt x="46" y="26"/>
                    </a:cubicBezTo>
                    <a:cubicBezTo>
                      <a:pt x="46" y="26"/>
                      <a:pt x="46" y="26"/>
                      <a:pt x="46" y="26"/>
                    </a:cubicBezTo>
                    <a:cubicBezTo>
                      <a:pt x="47" y="26"/>
                      <a:pt x="47" y="26"/>
                      <a:pt x="47" y="26"/>
                    </a:cubicBezTo>
                    <a:cubicBezTo>
                      <a:pt x="48" y="26"/>
                      <a:pt x="48" y="26"/>
                      <a:pt x="48" y="26"/>
                    </a:cubicBezTo>
                    <a:cubicBezTo>
                      <a:pt x="48" y="26"/>
                      <a:pt x="48" y="26"/>
                      <a:pt x="48" y="26"/>
                    </a:cubicBezTo>
                    <a:cubicBezTo>
                      <a:pt x="45" y="28"/>
                      <a:pt x="45" y="28"/>
                      <a:pt x="45" y="28"/>
                    </a:cubicBezTo>
                    <a:cubicBezTo>
                      <a:pt x="44" y="28"/>
                      <a:pt x="44" y="28"/>
                      <a:pt x="44" y="28"/>
                    </a:cubicBezTo>
                    <a:cubicBezTo>
                      <a:pt x="45" y="27"/>
                      <a:pt x="45" y="27"/>
                      <a:pt x="45" y="27"/>
                    </a:cubicBezTo>
                    <a:cubicBezTo>
                      <a:pt x="45" y="27"/>
                      <a:pt x="45" y="27"/>
                      <a:pt x="45" y="27"/>
                    </a:cubicBezTo>
                    <a:cubicBezTo>
                      <a:pt x="46" y="27"/>
                      <a:pt x="46" y="26"/>
                      <a:pt x="45" y="26"/>
                    </a:cubicBezTo>
                    <a:cubicBezTo>
                      <a:pt x="39" y="15"/>
                      <a:pt x="39" y="15"/>
                      <a:pt x="39" y="15"/>
                    </a:cubicBezTo>
                    <a:cubicBezTo>
                      <a:pt x="39" y="14"/>
                      <a:pt x="39" y="14"/>
                      <a:pt x="39" y="14"/>
                    </a:cubicBezTo>
                    <a:cubicBezTo>
                      <a:pt x="39" y="14"/>
                      <a:pt x="39" y="14"/>
                      <a:pt x="38" y="14"/>
                    </a:cubicBezTo>
                    <a:cubicBezTo>
                      <a:pt x="38" y="15"/>
                      <a:pt x="38" y="15"/>
                      <a:pt x="38" y="15"/>
                    </a:cubicBezTo>
                    <a:cubicBezTo>
                      <a:pt x="37" y="14"/>
                      <a:pt x="37" y="14"/>
                      <a:pt x="37" y="14"/>
                    </a:cubicBezTo>
                    <a:cubicBezTo>
                      <a:pt x="40" y="13"/>
                      <a:pt x="40" y="13"/>
                      <a:pt x="40" y="13"/>
                    </a:cubicBezTo>
                    <a:cubicBezTo>
                      <a:pt x="51" y="21"/>
                      <a:pt x="51" y="21"/>
                      <a:pt x="51" y="21"/>
                    </a:cubicBezTo>
                    <a:close/>
                    <a:moveTo>
                      <a:pt x="70" y="17"/>
                    </a:moveTo>
                    <a:cubicBezTo>
                      <a:pt x="70" y="17"/>
                      <a:pt x="71" y="17"/>
                      <a:pt x="72" y="16"/>
                    </a:cubicBezTo>
                    <a:cubicBezTo>
                      <a:pt x="72" y="15"/>
                      <a:pt x="72" y="14"/>
                      <a:pt x="72" y="14"/>
                    </a:cubicBezTo>
                    <a:cubicBezTo>
                      <a:pt x="70" y="3"/>
                      <a:pt x="70" y="3"/>
                      <a:pt x="70" y="3"/>
                    </a:cubicBezTo>
                    <a:cubicBezTo>
                      <a:pt x="70" y="3"/>
                      <a:pt x="69" y="3"/>
                      <a:pt x="69" y="3"/>
                    </a:cubicBezTo>
                    <a:cubicBezTo>
                      <a:pt x="69" y="3"/>
                      <a:pt x="69" y="3"/>
                      <a:pt x="69" y="3"/>
                    </a:cubicBezTo>
                    <a:cubicBezTo>
                      <a:pt x="68" y="3"/>
                      <a:pt x="68" y="3"/>
                      <a:pt x="68" y="3"/>
                    </a:cubicBezTo>
                    <a:cubicBezTo>
                      <a:pt x="68" y="2"/>
                      <a:pt x="68" y="2"/>
                      <a:pt x="68" y="2"/>
                    </a:cubicBezTo>
                    <a:cubicBezTo>
                      <a:pt x="71" y="1"/>
                      <a:pt x="71" y="1"/>
                      <a:pt x="71" y="1"/>
                    </a:cubicBezTo>
                    <a:cubicBezTo>
                      <a:pt x="71" y="2"/>
                      <a:pt x="71" y="2"/>
                      <a:pt x="71" y="2"/>
                    </a:cubicBezTo>
                    <a:cubicBezTo>
                      <a:pt x="71" y="2"/>
                      <a:pt x="71" y="2"/>
                      <a:pt x="71" y="2"/>
                    </a:cubicBezTo>
                    <a:cubicBezTo>
                      <a:pt x="71" y="2"/>
                      <a:pt x="70" y="2"/>
                      <a:pt x="70" y="2"/>
                    </a:cubicBezTo>
                    <a:cubicBezTo>
                      <a:pt x="70" y="3"/>
                      <a:pt x="70" y="3"/>
                      <a:pt x="70" y="3"/>
                    </a:cubicBezTo>
                    <a:cubicBezTo>
                      <a:pt x="73" y="13"/>
                      <a:pt x="73" y="13"/>
                      <a:pt x="73" y="13"/>
                    </a:cubicBezTo>
                    <a:cubicBezTo>
                      <a:pt x="73" y="15"/>
                      <a:pt x="73" y="16"/>
                      <a:pt x="72" y="16"/>
                    </a:cubicBezTo>
                    <a:cubicBezTo>
                      <a:pt x="71" y="17"/>
                      <a:pt x="71" y="18"/>
                      <a:pt x="70" y="18"/>
                    </a:cubicBezTo>
                    <a:cubicBezTo>
                      <a:pt x="68" y="18"/>
                      <a:pt x="67" y="18"/>
                      <a:pt x="66" y="18"/>
                    </a:cubicBezTo>
                    <a:cubicBezTo>
                      <a:pt x="66" y="17"/>
                      <a:pt x="65" y="17"/>
                      <a:pt x="65" y="15"/>
                    </a:cubicBezTo>
                    <a:cubicBezTo>
                      <a:pt x="62" y="5"/>
                      <a:pt x="62" y="5"/>
                      <a:pt x="62" y="5"/>
                    </a:cubicBezTo>
                    <a:cubicBezTo>
                      <a:pt x="62" y="5"/>
                      <a:pt x="62" y="4"/>
                      <a:pt x="62" y="4"/>
                    </a:cubicBezTo>
                    <a:cubicBezTo>
                      <a:pt x="62" y="4"/>
                      <a:pt x="62" y="4"/>
                      <a:pt x="61" y="4"/>
                    </a:cubicBezTo>
                    <a:cubicBezTo>
                      <a:pt x="61" y="4"/>
                      <a:pt x="61" y="4"/>
                      <a:pt x="61" y="4"/>
                    </a:cubicBezTo>
                    <a:cubicBezTo>
                      <a:pt x="61" y="4"/>
                      <a:pt x="61" y="4"/>
                      <a:pt x="61" y="4"/>
                    </a:cubicBezTo>
                    <a:cubicBezTo>
                      <a:pt x="65" y="3"/>
                      <a:pt x="65" y="3"/>
                      <a:pt x="65" y="3"/>
                    </a:cubicBezTo>
                    <a:cubicBezTo>
                      <a:pt x="65" y="4"/>
                      <a:pt x="65" y="4"/>
                      <a:pt x="65" y="4"/>
                    </a:cubicBezTo>
                    <a:cubicBezTo>
                      <a:pt x="64" y="4"/>
                      <a:pt x="64" y="4"/>
                      <a:pt x="64" y="4"/>
                    </a:cubicBezTo>
                    <a:cubicBezTo>
                      <a:pt x="64" y="4"/>
                      <a:pt x="64" y="4"/>
                      <a:pt x="64" y="4"/>
                    </a:cubicBezTo>
                    <a:cubicBezTo>
                      <a:pt x="64" y="4"/>
                      <a:pt x="64" y="4"/>
                      <a:pt x="64" y="5"/>
                    </a:cubicBezTo>
                    <a:cubicBezTo>
                      <a:pt x="66" y="15"/>
                      <a:pt x="66" y="15"/>
                      <a:pt x="66" y="15"/>
                    </a:cubicBezTo>
                    <a:cubicBezTo>
                      <a:pt x="66" y="16"/>
                      <a:pt x="67" y="17"/>
                      <a:pt x="67" y="17"/>
                    </a:cubicBezTo>
                    <a:cubicBezTo>
                      <a:pt x="68" y="18"/>
                      <a:pt x="69" y="18"/>
                      <a:pt x="70" y="17"/>
                    </a:cubicBezTo>
                    <a:close/>
                    <a:moveTo>
                      <a:pt x="84" y="12"/>
                    </a:moveTo>
                    <a:cubicBezTo>
                      <a:pt x="84" y="12"/>
                      <a:pt x="84" y="12"/>
                      <a:pt x="84" y="12"/>
                    </a:cubicBezTo>
                    <a:cubicBezTo>
                      <a:pt x="84" y="1"/>
                      <a:pt x="84" y="1"/>
                      <a:pt x="84" y="1"/>
                    </a:cubicBezTo>
                    <a:cubicBezTo>
                      <a:pt x="84" y="1"/>
                      <a:pt x="84" y="1"/>
                      <a:pt x="83" y="1"/>
                    </a:cubicBezTo>
                    <a:cubicBezTo>
                      <a:pt x="83" y="1"/>
                      <a:pt x="83" y="1"/>
                      <a:pt x="83" y="1"/>
                    </a:cubicBezTo>
                    <a:cubicBezTo>
                      <a:pt x="82" y="1"/>
                      <a:pt x="82" y="1"/>
                      <a:pt x="82" y="1"/>
                    </a:cubicBezTo>
                    <a:cubicBezTo>
                      <a:pt x="82" y="0"/>
                      <a:pt x="82" y="0"/>
                      <a:pt x="82" y="0"/>
                    </a:cubicBezTo>
                    <a:cubicBezTo>
                      <a:pt x="86" y="0"/>
                      <a:pt x="86" y="0"/>
                      <a:pt x="86" y="0"/>
                    </a:cubicBezTo>
                    <a:cubicBezTo>
                      <a:pt x="86" y="1"/>
                      <a:pt x="86" y="1"/>
                      <a:pt x="86" y="1"/>
                    </a:cubicBezTo>
                    <a:cubicBezTo>
                      <a:pt x="85" y="1"/>
                      <a:pt x="85" y="1"/>
                      <a:pt x="85" y="1"/>
                    </a:cubicBezTo>
                    <a:cubicBezTo>
                      <a:pt x="85" y="1"/>
                      <a:pt x="85" y="1"/>
                      <a:pt x="84" y="1"/>
                    </a:cubicBezTo>
                    <a:cubicBezTo>
                      <a:pt x="84" y="1"/>
                      <a:pt x="84" y="1"/>
                      <a:pt x="84" y="1"/>
                    </a:cubicBezTo>
                    <a:cubicBezTo>
                      <a:pt x="85" y="16"/>
                      <a:pt x="85" y="16"/>
                      <a:pt x="85" y="16"/>
                    </a:cubicBezTo>
                    <a:cubicBezTo>
                      <a:pt x="85" y="16"/>
                      <a:pt x="85" y="16"/>
                      <a:pt x="85" y="16"/>
                    </a:cubicBezTo>
                    <a:cubicBezTo>
                      <a:pt x="85" y="16"/>
                      <a:pt x="85" y="16"/>
                      <a:pt x="85" y="16"/>
                    </a:cubicBezTo>
                    <a:cubicBezTo>
                      <a:pt x="77" y="3"/>
                      <a:pt x="77" y="3"/>
                      <a:pt x="77" y="3"/>
                    </a:cubicBezTo>
                    <a:cubicBezTo>
                      <a:pt x="77" y="3"/>
                      <a:pt x="77" y="3"/>
                      <a:pt x="77" y="3"/>
                    </a:cubicBezTo>
                    <a:cubicBezTo>
                      <a:pt x="77" y="15"/>
                      <a:pt x="77" y="15"/>
                      <a:pt x="77" y="15"/>
                    </a:cubicBezTo>
                    <a:cubicBezTo>
                      <a:pt x="77" y="15"/>
                      <a:pt x="78" y="15"/>
                      <a:pt x="78" y="16"/>
                    </a:cubicBezTo>
                    <a:cubicBezTo>
                      <a:pt x="78" y="16"/>
                      <a:pt x="78" y="16"/>
                      <a:pt x="78" y="16"/>
                    </a:cubicBezTo>
                    <a:cubicBezTo>
                      <a:pt x="79" y="16"/>
                      <a:pt x="79" y="16"/>
                      <a:pt x="79" y="16"/>
                    </a:cubicBezTo>
                    <a:cubicBezTo>
                      <a:pt x="79" y="16"/>
                      <a:pt x="79" y="16"/>
                      <a:pt x="79" y="16"/>
                    </a:cubicBezTo>
                    <a:cubicBezTo>
                      <a:pt x="75" y="16"/>
                      <a:pt x="75" y="16"/>
                      <a:pt x="75" y="16"/>
                    </a:cubicBezTo>
                    <a:cubicBezTo>
                      <a:pt x="75" y="16"/>
                      <a:pt x="75" y="16"/>
                      <a:pt x="75" y="16"/>
                    </a:cubicBezTo>
                    <a:cubicBezTo>
                      <a:pt x="76" y="16"/>
                      <a:pt x="76" y="16"/>
                      <a:pt x="76" y="16"/>
                    </a:cubicBezTo>
                    <a:cubicBezTo>
                      <a:pt x="76" y="16"/>
                      <a:pt x="77" y="16"/>
                      <a:pt x="77" y="16"/>
                    </a:cubicBezTo>
                    <a:cubicBezTo>
                      <a:pt x="77" y="15"/>
                      <a:pt x="77" y="15"/>
                      <a:pt x="77" y="15"/>
                    </a:cubicBezTo>
                    <a:cubicBezTo>
                      <a:pt x="76" y="2"/>
                      <a:pt x="76" y="2"/>
                      <a:pt x="76" y="2"/>
                    </a:cubicBezTo>
                    <a:cubicBezTo>
                      <a:pt x="76" y="2"/>
                      <a:pt x="76" y="2"/>
                      <a:pt x="76" y="1"/>
                    </a:cubicBezTo>
                    <a:cubicBezTo>
                      <a:pt x="76" y="1"/>
                      <a:pt x="75" y="1"/>
                      <a:pt x="75" y="1"/>
                    </a:cubicBezTo>
                    <a:cubicBezTo>
                      <a:pt x="74" y="1"/>
                      <a:pt x="74" y="1"/>
                      <a:pt x="74" y="1"/>
                    </a:cubicBezTo>
                    <a:cubicBezTo>
                      <a:pt x="74" y="1"/>
                      <a:pt x="74" y="1"/>
                      <a:pt x="74" y="1"/>
                    </a:cubicBezTo>
                    <a:cubicBezTo>
                      <a:pt x="77" y="1"/>
                      <a:pt x="77" y="1"/>
                      <a:pt x="77" y="1"/>
                    </a:cubicBezTo>
                    <a:cubicBezTo>
                      <a:pt x="84" y="12"/>
                      <a:pt x="84" y="12"/>
                      <a:pt x="84" y="12"/>
                    </a:cubicBezTo>
                    <a:close/>
                    <a:moveTo>
                      <a:pt x="90" y="1"/>
                    </a:moveTo>
                    <a:cubicBezTo>
                      <a:pt x="90" y="0"/>
                      <a:pt x="90" y="0"/>
                      <a:pt x="90" y="0"/>
                    </a:cubicBezTo>
                    <a:cubicBezTo>
                      <a:pt x="98" y="1"/>
                      <a:pt x="98" y="1"/>
                      <a:pt x="98" y="1"/>
                    </a:cubicBezTo>
                    <a:cubicBezTo>
                      <a:pt x="98" y="1"/>
                      <a:pt x="98" y="1"/>
                      <a:pt x="98" y="1"/>
                    </a:cubicBezTo>
                    <a:cubicBezTo>
                      <a:pt x="96" y="1"/>
                      <a:pt x="96" y="1"/>
                      <a:pt x="96" y="1"/>
                    </a:cubicBezTo>
                    <a:cubicBezTo>
                      <a:pt x="95" y="1"/>
                      <a:pt x="95" y="1"/>
                      <a:pt x="95" y="1"/>
                    </a:cubicBezTo>
                    <a:cubicBezTo>
                      <a:pt x="95" y="1"/>
                      <a:pt x="95" y="1"/>
                      <a:pt x="95" y="2"/>
                    </a:cubicBezTo>
                    <a:cubicBezTo>
                      <a:pt x="94" y="15"/>
                      <a:pt x="94" y="15"/>
                      <a:pt x="94" y="15"/>
                    </a:cubicBezTo>
                    <a:cubicBezTo>
                      <a:pt x="94" y="15"/>
                      <a:pt x="94" y="15"/>
                      <a:pt x="94" y="15"/>
                    </a:cubicBezTo>
                    <a:cubicBezTo>
                      <a:pt x="94" y="15"/>
                      <a:pt x="94" y="15"/>
                      <a:pt x="95" y="15"/>
                    </a:cubicBezTo>
                    <a:cubicBezTo>
                      <a:pt x="97" y="16"/>
                      <a:pt x="97" y="16"/>
                      <a:pt x="97" y="16"/>
                    </a:cubicBezTo>
                    <a:cubicBezTo>
                      <a:pt x="97" y="16"/>
                      <a:pt x="97" y="16"/>
                      <a:pt x="97" y="16"/>
                    </a:cubicBezTo>
                    <a:cubicBezTo>
                      <a:pt x="89" y="16"/>
                      <a:pt x="89" y="16"/>
                      <a:pt x="89" y="16"/>
                    </a:cubicBezTo>
                    <a:cubicBezTo>
                      <a:pt x="89" y="15"/>
                      <a:pt x="89" y="15"/>
                      <a:pt x="89" y="15"/>
                    </a:cubicBezTo>
                    <a:cubicBezTo>
                      <a:pt x="91" y="15"/>
                      <a:pt x="91" y="15"/>
                      <a:pt x="91" y="15"/>
                    </a:cubicBezTo>
                    <a:cubicBezTo>
                      <a:pt x="92" y="15"/>
                      <a:pt x="92" y="15"/>
                      <a:pt x="92" y="15"/>
                    </a:cubicBezTo>
                    <a:cubicBezTo>
                      <a:pt x="92" y="15"/>
                      <a:pt x="92" y="15"/>
                      <a:pt x="92" y="15"/>
                    </a:cubicBezTo>
                    <a:cubicBezTo>
                      <a:pt x="93" y="2"/>
                      <a:pt x="93" y="2"/>
                      <a:pt x="93" y="2"/>
                    </a:cubicBezTo>
                    <a:cubicBezTo>
                      <a:pt x="93" y="1"/>
                      <a:pt x="93" y="1"/>
                      <a:pt x="93" y="1"/>
                    </a:cubicBezTo>
                    <a:cubicBezTo>
                      <a:pt x="93" y="1"/>
                      <a:pt x="93" y="1"/>
                      <a:pt x="92" y="1"/>
                    </a:cubicBezTo>
                    <a:cubicBezTo>
                      <a:pt x="90" y="1"/>
                      <a:pt x="90" y="1"/>
                      <a:pt x="90" y="1"/>
                    </a:cubicBezTo>
                    <a:close/>
                    <a:moveTo>
                      <a:pt x="109" y="3"/>
                    </a:moveTo>
                    <a:cubicBezTo>
                      <a:pt x="109" y="2"/>
                      <a:pt x="109" y="2"/>
                      <a:pt x="109" y="2"/>
                    </a:cubicBezTo>
                    <a:cubicBezTo>
                      <a:pt x="113" y="3"/>
                      <a:pt x="113" y="3"/>
                      <a:pt x="113" y="3"/>
                    </a:cubicBezTo>
                    <a:cubicBezTo>
                      <a:pt x="113" y="3"/>
                      <a:pt x="113" y="3"/>
                      <a:pt x="113" y="3"/>
                    </a:cubicBezTo>
                    <a:cubicBezTo>
                      <a:pt x="112" y="3"/>
                      <a:pt x="112" y="3"/>
                      <a:pt x="112" y="3"/>
                    </a:cubicBezTo>
                    <a:cubicBezTo>
                      <a:pt x="112" y="3"/>
                      <a:pt x="112" y="3"/>
                      <a:pt x="111" y="4"/>
                    </a:cubicBezTo>
                    <a:cubicBezTo>
                      <a:pt x="111" y="4"/>
                      <a:pt x="111" y="4"/>
                      <a:pt x="111" y="4"/>
                    </a:cubicBezTo>
                    <a:cubicBezTo>
                      <a:pt x="105" y="17"/>
                      <a:pt x="105" y="17"/>
                      <a:pt x="105" y="17"/>
                    </a:cubicBezTo>
                    <a:cubicBezTo>
                      <a:pt x="104" y="17"/>
                      <a:pt x="104" y="17"/>
                      <a:pt x="104" y="17"/>
                    </a:cubicBezTo>
                    <a:cubicBezTo>
                      <a:pt x="103" y="3"/>
                      <a:pt x="103" y="3"/>
                      <a:pt x="103" y="3"/>
                    </a:cubicBezTo>
                    <a:cubicBezTo>
                      <a:pt x="103" y="3"/>
                      <a:pt x="103" y="2"/>
                      <a:pt x="103" y="2"/>
                    </a:cubicBezTo>
                    <a:cubicBezTo>
                      <a:pt x="103" y="2"/>
                      <a:pt x="103" y="2"/>
                      <a:pt x="102" y="2"/>
                    </a:cubicBezTo>
                    <a:cubicBezTo>
                      <a:pt x="102" y="2"/>
                      <a:pt x="102" y="2"/>
                      <a:pt x="102" y="2"/>
                    </a:cubicBezTo>
                    <a:cubicBezTo>
                      <a:pt x="102" y="1"/>
                      <a:pt x="102" y="1"/>
                      <a:pt x="102" y="1"/>
                    </a:cubicBezTo>
                    <a:cubicBezTo>
                      <a:pt x="106" y="2"/>
                      <a:pt x="106" y="2"/>
                      <a:pt x="106" y="2"/>
                    </a:cubicBezTo>
                    <a:cubicBezTo>
                      <a:pt x="106" y="2"/>
                      <a:pt x="106" y="2"/>
                      <a:pt x="106" y="2"/>
                    </a:cubicBezTo>
                    <a:cubicBezTo>
                      <a:pt x="105" y="2"/>
                      <a:pt x="105" y="2"/>
                      <a:pt x="105" y="2"/>
                    </a:cubicBezTo>
                    <a:cubicBezTo>
                      <a:pt x="105" y="2"/>
                      <a:pt x="105" y="2"/>
                      <a:pt x="105" y="2"/>
                    </a:cubicBezTo>
                    <a:cubicBezTo>
                      <a:pt x="105" y="3"/>
                      <a:pt x="105" y="3"/>
                      <a:pt x="105" y="3"/>
                    </a:cubicBezTo>
                    <a:cubicBezTo>
                      <a:pt x="105" y="14"/>
                      <a:pt x="105" y="14"/>
                      <a:pt x="105" y="14"/>
                    </a:cubicBezTo>
                    <a:cubicBezTo>
                      <a:pt x="106" y="14"/>
                      <a:pt x="106" y="14"/>
                      <a:pt x="106" y="14"/>
                    </a:cubicBezTo>
                    <a:cubicBezTo>
                      <a:pt x="110" y="4"/>
                      <a:pt x="110" y="4"/>
                      <a:pt x="110" y="4"/>
                    </a:cubicBezTo>
                    <a:cubicBezTo>
                      <a:pt x="110" y="4"/>
                      <a:pt x="110" y="4"/>
                      <a:pt x="110" y="3"/>
                    </a:cubicBezTo>
                    <a:cubicBezTo>
                      <a:pt x="110" y="3"/>
                      <a:pt x="110" y="3"/>
                      <a:pt x="110" y="3"/>
                    </a:cubicBezTo>
                    <a:cubicBezTo>
                      <a:pt x="109" y="3"/>
                      <a:pt x="109" y="3"/>
                      <a:pt x="109" y="3"/>
                    </a:cubicBezTo>
                    <a:close/>
                    <a:moveTo>
                      <a:pt x="116" y="5"/>
                    </a:moveTo>
                    <a:cubicBezTo>
                      <a:pt x="116" y="5"/>
                      <a:pt x="116" y="5"/>
                      <a:pt x="116" y="5"/>
                    </a:cubicBezTo>
                    <a:cubicBezTo>
                      <a:pt x="117" y="5"/>
                      <a:pt x="117" y="5"/>
                      <a:pt x="117" y="5"/>
                    </a:cubicBezTo>
                    <a:cubicBezTo>
                      <a:pt x="117" y="5"/>
                      <a:pt x="117" y="6"/>
                      <a:pt x="117" y="6"/>
                    </a:cubicBezTo>
                    <a:cubicBezTo>
                      <a:pt x="113" y="18"/>
                      <a:pt x="113" y="18"/>
                      <a:pt x="113" y="18"/>
                    </a:cubicBezTo>
                    <a:cubicBezTo>
                      <a:pt x="113" y="18"/>
                      <a:pt x="113" y="19"/>
                      <a:pt x="113" y="19"/>
                    </a:cubicBezTo>
                    <a:cubicBezTo>
                      <a:pt x="112" y="19"/>
                      <a:pt x="112" y="19"/>
                      <a:pt x="112" y="19"/>
                    </a:cubicBezTo>
                    <a:cubicBezTo>
                      <a:pt x="111" y="18"/>
                      <a:pt x="111" y="18"/>
                      <a:pt x="111" y="18"/>
                    </a:cubicBezTo>
                    <a:cubicBezTo>
                      <a:pt x="111" y="19"/>
                      <a:pt x="111" y="19"/>
                      <a:pt x="111" y="19"/>
                    </a:cubicBezTo>
                    <a:cubicBezTo>
                      <a:pt x="120" y="22"/>
                      <a:pt x="120" y="22"/>
                      <a:pt x="120" y="22"/>
                    </a:cubicBezTo>
                    <a:cubicBezTo>
                      <a:pt x="122" y="19"/>
                      <a:pt x="122" y="19"/>
                      <a:pt x="122" y="19"/>
                    </a:cubicBezTo>
                    <a:cubicBezTo>
                      <a:pt x="122" y="18"/>
                      <a:pt x="122" y="18"/>
                      <a:pt x="122" y="18"/>
                    </a:cubicBezTo>
                    <a:cubicBezTo>
                      <a:pt x="121" y="19"/>
                      <a:pt x="120" y="20"/>
                      <a:pt x="120" y="20"/>
                    </a:cubicBezTo>
                    <a:cubicBezTo>
                      <a:pt x="119" y="21"/>
                      <a:pt x="118" y="21"/>
                      <a:pt x="117" y="20"/>
                    </a:cubicBezTo>
                    <a:cubicBezTo>
                      <a:pt x="115" y="20"/>
                      <a:pt x="115" y="20"/>
                      <a:pt x="115" y="20"/>
                    </a:cubicBezTo>
                    <a:cubicBezTo>
                      <a:pt x="115" y="20"/>
                      <a:pt x="114" y="19"/>
                      <a:pt x="114" y="19"/>
                    </a:cubicBezTo>
                    <a:cubicBezTo>
                      <a:pt x="114" y="19"/>
                      <a:pt x="114" y="19"/>
                      <a:pt x="114" y="19"/>
                    </a:cubicBezTo>
                    <a:cubicBezTo>
                      <a:pt x="116" y="12"/>
                      <a:pt x="116" y="12"/>
                      <a:pt x="116" y="12"/>
                    </a:cubicBezTo>
                    <a:cubicBezTo>
                      <a:pt x="119" y="13"/>
                      <a:pt x="119" y="13"/>
                      <a:pt x="119" y="13"/>
                    </a:cubicBezTo>
                    <a:cubicBezTo>
                      <a:pt x="120" y="13"/>
                      <a:pt x="120" y="13"/>
                      <a:pt x="120" y="14"/>
                    </a:cubicBezTo>
                    <a:cubicBezTo>
                      <a:pt x="120" y="14"/>
                      <a:pt x="120" y="15"/>
                      <a:pt x="120" y="15"/>
                    </a:cubicBezTo>
                    <a:cubicBezTo>
                      <a:pt x="120" y="16"/>
                      <a:pt x="120" y="16"/>
                      <a:pt x="120" y="16"/>
                    </a:cubicBezTo>
                    <a:cubicBezTo>
                      <a:pt x="120" y="16"/>
                      <a:pt x="120" y="16"/>
                      <a:pt x="120" y="16"/>
                    </a:cubicBezTo>
                    <a:cubicBezTo>
                      <a:pt x="122" y="11"/>
                      <a:pt x="122" y="11"/>
                      <a:pt x="122" y="11"/>
                    </a:cubicBezTo>
                    <a:cubicBezTo>
                      <a:pt x="122" y="11"/>
                      <a:pt x="122" y="11"/>
                      <a:pt x="122" y="11"/>
                    </a:cubicBezTo>
                    <a:cubicBezTo>
                      <a:pt x="121" y="11"/>
                      <a:pt x="121" y="11"/>
                      <a:pt x="121" y="11"/>
                    </a:cubicBezTo>
                    <a:cubicBezTo>
                      <a:pt x="121" y="12"/>
                      <a:pt x="121" y="12"/>
                      <a:pt x="121" y="12"/>
                    </a:cubicBezTo>
                    <a:cubicBezTo>
                      <a:pt x="120" y="13"/>
                      <a:pt x="120" y="13"/>
                      <a:pt x="119" y="12"/>
                    </a:cubicBezTo>
                    <a:cubicBezTo>
                      <a:pt x="117" y="12"/>
                      <a:pt x="117" y="12"/>
                      <a:pt x="117" y="12"/>
                    </a:cubicBezTo>
                    <a:cubicBezTo>
                      <a:pt x="118" y="6"/>
                      <a:pt x="118" y="6"/>
                      <a:pt x="118" y="6"/>
                    </a:cubicBezTo>
                    <a:cubicBezTo>
                      <a:pt x="118" y="6"/>
                      <a:pt x="119" y="6"/>
                      <a:pt x="119" y="6"/>
                    </a:cubicBezTo>
                    <a:cubicBezTo>
                      <a:pt x="119" y="6"/>
                      <a:pt x="119" y="6"/>
                      <a:pt x="119" y="6"/>
                    </a:cubicBezTo>
                    <a:cubicBezTo>
                      <a:pt x="122" y="7"/>
                      <a:pt x="122" y="7"/>
                      <a:pt x="122" y="7"/>
                    </a:cubicBezTo>
                    <a:cubicBezTo>
                      <a:pt x="122" y="7"/>
                      <a:pt x="123" y="7"/>
                      <a:pt x="123" y="8"/>
                    </a:cubicBezTo>
                    <a:cubicBezTo>
                      <a:pt x="124" y="8"/>
                      <a:pt x="124" y="9"/>
                      <a:pt x="124" y="10"/>
                    </a:cubicBezTo>
                    <a:cubicBezTo>
                      <a:pt x="125" y="10"/>
                      <a:pt x="125" y="10"/>
                      <a:pt x="125" y="10"/>
                    </a:cubicBezTo>
                    <a:cubicBezTo>
                      <a:pt x="125" y="7"/>
                      <a:pt x="125" y="7"/>
                      <a:pt x="125" y="7"/>
                    </a:cubicBezTo>
                    <a:cubicBezTo>
                      <a:pt x="116" y="4"/>
                      <a:pt x="116" y="4"/>
                      <a:pt x="116" y="4"/>
                    </a:cubicBezTo>
                    <a:cubicBezTo>
                      <a:pt x="116" y="5"/>
                      <a:pt x="116" y="5"/>
                      <a:pt x="116" y="5"/>
                    </a:cubicBezTo>
                    <a:close/>
                    <a:moveTo>
                      <a:pt x="136" y="17"/>
                    </a:moveTo>
                    <a:cubicBezTo>
                      <a:pt x="136" y="18"/>
                      <a:pt x="135" y="19"/>
                      <a:pt x="134" y="19"/>
                    </a:cubicBezTo>
                    <a:cubicBezTo>
                      <a:pt x="133" y="19"/>
                      <a:pt x="133" y="19"/>
                      <a:pt x="132" y="19"/>
                    </a:cubicBezTo>
                    <a:cubicBezTo>
                      <a:pt x="131" y="26"/>
                      <a:pt x="131" y="26"/>
                      <a:pt x="131" y="26"/>
                    </a:cubicBezTo>
                    <a:cubicBezTo>
                      <a:pt x="131" y="26"/>
                      <a:pt x="131" y="27"/>
                      <a:pt x="131" y="27"/>
                    </a:cubicBezTo>
                    <a:cubicBezTo>
                      <a:pt x="131" y="27"/>
                      <a:pt x="131" y="27"/>
                      <a:pt x="132" y="27"/>
                    </a:cubicBezTo>
                    <a:cubicBezTo>
                      <a:pt x="132" y="27"/>
                      <a:pt x="132" y="27"/>
                      <a:pt x="132" y="27"/>
                    </a:cubicBezTo>
                    <a:cubicBezTo>
                      <a:pt x="132" y="28"/>
                      <a:pt x="132" y="28"/>
                      <a:pt x="132" y="28"/>
                    </a:cubicBezTo>
                    <a:cubicBezTo>
                      <a:pt x="130" y="27"/>
                      <a:pt x="130" y="27"/>
                      <a:pt x="130" y="27"/>
                    </a:cubicBezTo>
                    <a:cubicBezTo>
                      <a:pt x="130" y="18"/>
                      <a:pt x="130" y="18"/>
                      <a:pt x="130" y="18"/>
                    </a:cubicBezTo>
                    <a:cubicBezTo>
                      <a:pt x="129" y="17"/>
                      <a:pt x="129" y="17"/>
                      <a:pt x="129" y="17"/>
                    </a:cubicBezTo>
                    <a:cubicBezTo>
                      <a:pt x="126" y="23"/>
                      <a:pt x="126" y="23"/>
                      <a:pt x="126" y="23"/>
                    </a:cubicBezTo>
                    <a:cubicBezTo>
                      <a:pt x="125" y="24"/>
                      <a:pt x="125" y="24"/>
                      <a:pt x="126" y="24"/>
                    </a:cubicBezTo>
                    <a:cubicBezTo>
                      <a:pt x="126" y="24"/>
                      <a:pt x="126" y="24"/>
                      <a:pt x="126" y="24"/>
                    </a:cubicBezTo>
                    <a:cubicBezTo>
                      <a:pt x="126" y="25"/>
                      <a:pt x="126" y="25"/>
                      <a:pt x="126" y="25"/>
                    </a:cubicBezTo>
                    <a:cubicBezTo>
                      <a:pt x="126" y="25"/>
                      <a:pt x="126" y="25"/>
                      <a:pt x="126" y="25"/>
                    </a:cubicBezTo>
                    <a:cubicBezTo>
                      <a:pt x="122" y="23"/>
                      <a:pt x="122" y="23"/>
                      <a:pt x="122" y="23"/>
                    </a:cubicBezTo>
                    <a:cubicBezTo>
                      <a:pt x="123" y="23"/>
                      <a:pt x="123" y="23"/>
                      <a:pt x="123" y="23"/>
                    </a:cubicBezTo>
                    <a:cubicBezTo>
                      <a:pt x="123" y="23"/>
                      <a:pt x="123" y="23"/>
                      <a:pt x="123" y="23"/>
                    </a:cubicBezTo>
                    <a:cubicBezTo>
                      <a:pt x="123" y="23"/>
                      <a:pt x="124" y="23"/>
                      <a:pt x="124" y="23"/>
                    </a:cubicBezTo>
                    <a:cubicBezTo>
                      <a:pt x="124" y="23"/>
                      <a:pt x="124" y="23"/>
                      <a:pt x="124" y="23"/>
                    </a:cubicBezTo>
                    <a:cubicBezTo>
                      <a:pt x="130" y="11"/>
                      <a:pt x="130" y="11"/>
                      <a:pt x="130" y="11"/>
                    </a:cubicBezTo>
                    <a:cubicBezTo>
                      <a:pt x="130" y="11"/>
                      <a:pt x="130" y="11"/>
                      <a:pt x="130" y="10"/>
                    </a:cubicBezTo>
                    <a:cubicBezTo>
                      <a:pt x="130" y="10"/>
                      <a:pt x="130" y="10"/>
                      <a:pt x="130" y="10"/>
                    </a:cubicBezTo>
                    <a:cubicBezTo>
                      <a:pt x="129" y="10"/>
                      <a:pt x="129" y="10"/>
                      <a:pt x="129" y="10"/>
                    </a:cubicBezTo>
                    <a:cubicBezTo>
                      <a:pt x="130" y="9"/>
                      <a:pt x="130" y="9"/>
                      <a:pt x="130" y="9"/>
                    </a:cubicBezTo>
                    <a:cubicBezTo>
                      <a:pt x="134" y="12"/>
                      <a:pt x="134" y="12"/>
                      <a:pt x="134" y="12"/>
                    </a:cubicBezTo>
                    <a:cubicBezTo>
                      <a:pt x="135" y="12"/>
                      <a:pt x="136" y="13"/>
                      <a:pt x="137" y="14"/>
                    </a:cubicBezTo>
                    <a:cubicBezTo>
                      <a:pt x="137" y="15"/>
                      <a:pt x="137" y="16"/>
                      <a:pt x="136" y="17"/>
                    </a:cubicBezTo>
                    <a:close/>
                    <a:moveTo>
                      <a:pt x="129" y="17"/>
                    </a:moveTo>
                    <a:cubicBezTo>
                      <a:pt x="131" y="18"/>
                      <a:pt x="131" y="18"/>
                      <a:pt x="131" y="18"/>
                    </a:cubicBezTo>
                    <a:cubicBezTo>
                      <a:pt x="131" y="18"/>
                      <a:pt x="132" y="18"/>
                      <a:pt x="133" y="18"/>
                    </a:cubicBezTo>
                    <a:cubicBezTo>
                      <a:pt x="134" y="18"/>
                      <a:pt x="134" y="17"/>
                      <a:pt x="135" y="16"/>
                    </a:cubicBezTo>
                    <a:cubicBezTo>
                      <a:pt x="135" y="15"/>
                      <a:pt x="136" y="15"/>
                      <a:pt x="135" y="14"/>
                    </a:cubicBezTo>
                    <a:cubicBezTo>
                      <a:pt x="135" y="13"/>
                      <a:pt x="135" y="12"/>
                      <a:pt x="133" y="12"/>
                    </a:cubicBezTo>
                    <a:cubicBezTo>
                      <a:pt x="133" y="11"/>
                      <a:pt x="133" y="11"/>
                      <a:pt x="133" y="11"/>
                    </a:cubicBezTo>
                    <a:cubicBezTo>
                      <a:pt x="132" y="11"/>
                      <a:pt x="132" y="11"/>
                      <a:pt x="132" y="11"/>
                    </a:cubicBezTo>
                    <a:cubicBezTo>
                      <a:pt x="132" y="11"/>
                      <a:pt x="132" y="11"/>
                      <a:pt x="132" y="12"/>
                    </a:cubicBezTo>
                    <a:cubicBezTo>
                      <a:pt x="129" y="17"/>
                      <a:pt x="129" y="17"/>
                      <a:pt x="129" y="17"/>
                    </a:cubicBezTo>
                    <a:close/>
                    <a:moveTo>
                      <a:pt x="141" y="25"/>
                    </a:moveTo>
                    <a:cubicBezTo>
                      <a:pt x="142" y="27"/>
                      <a:pt x="142" y="28"/>
                      <a:pt x="142" y="28"/>
                    </a:cubicBezTo>
                    <a:cubicBezTo>
                      <a:pt x="142" y="29"/>
                      <a:pt x="142" y="30"/>
                      <a:pt x="142" y="30"/>
                    </a:cubicBezTo>
                    <a:cubicBezTo>
                      <a:pt x="141" y="31"/>
                      <a:pt x="141" y="32"/>
                      <a:pt x="140" y="32"/>
                    </a:cubicBezTo>
                    <a:cubicBezTo>
                      <a:pt x="139" y="32"/>
                      <a:pt x="138" y="32"/>
                      <a:pt x="137" y="32"/>
                    </a:cubicBezTo>
                    <a:cubicBezTo>
                      <a:pt x="137" y="31"/>
                      <a:pt x="136" y="30"/>
                      <a:pt x="136" y="29"/>
                    </a:cubicBezTo>
                    <a:cubicBezTo>
                      <a:pt x="135" y="28"/>
                      <a:pt x="136" y="27"/>
                      <a:pt x="136" y="26"/>
                    </a:cubicBezTo>
                    <a:cubicBezTo>
                      <a:pt x="136" y="26"/>
                      <a:pt x="136" y="26"/>
                      <a:pt x="136" y="26"/>
                    </a:cubicBezTo>
                    <a:cubicBezTo>
                      <a:pt x="134" y="30"/>
                      <a:pt x="134" y="30"/>
                      <a:pt x="134" y="30"/>
                    </a:cubicBezTo>
                    <a:cubicBezTo>
                      <a:pt x="134" y="30"/>
                      <a:pt x="134" y="30"/>
                      <a:pt x="134" y="30"/>
                    </a:cubicBezTo>
                    <a:cubicBezTo>
                      <a:pt x="135" y="30"/>
                      <a:pt x="135" y="30"/>
                      <a:pt x="135" y="30"/>
                    </a:cubicBezTo>
                    <a:cubicBezTo>
                      <a:pt x="135" y="30"/>
                      <a:pt x="135" y="30"/>
                      <a:pt x="136" y="31"/>
                    </a:cubicBezTo>
                    <a:cubicBezTo>
                      <a:pt x="136" y="31"/>
                      <a:pt x="136" y="32"/>
                      <a:pt x="137" y="32"/>
                    </a:cubicBezTo>
                    <a:cubicBezTo>
                      <a:pt x="138" y="33"/>
                      <a:pt x="139" y="33"/>
                      <a:pt x="140" y="33"/>
                    </a:cubicBezTo>
                    <a:cubicBezTo>
                      <a:pt x="142" y="33"/>
                      <a:pt x="142" y="32"/>
                      <a:pt x="143" y="31"/>
                    </a:cubicBezTo>
                    <a:cubicBezTo>
                      <a:pt x="144" y="30"/>
                      <a:pt x="144" y="29"/>
                      <a:pt x="144" y="28"/>
                    </a:cubicBezTo>
                    <a:cubicBezTo>
                      <a:pt x="144" y="27"/>
                      <a:pt x="143" y="26"/>
                      <a:pt x="142" y="25"/>
                    </a:cubicBezTo>
                    <a:cubicBezTo>
                      <a:pt x="141" y="23"/>
                      <a:pt x="141" y="22"/>
                      <a:pt x="141" y="22"/>
                    </a:cubicBezTo>
                    <a:cubicBezTo>
                      <a:pt x="141" y="21"/>
                      <a:pt x="141" y="20"/>
                      <a:pt x="141" y="20"/>
                    </a:cubicBezTo>
                    <a:cubicBezTo>
                      <a:pt x="142" y="19"/>
                      <a:pt x="142" y="19"/>
                      <a:pt x="143" y="19"/>
                    </a:cubicBezTo>
                    <a:cubicBezTo>
                      <a:pt x="144" y="18"/>
                      <a:pt x="144" y="18"/>
                      <a:pt x="145" y="19"/>
                    </a:cubicBezTo>
                    <a:cubicBezTo>
                      <a:pt x="146" y="20"/>
                      <a:pt x="147" y="20"/>
                      <a:pt x="147" y="21"/>
                    </a:cubicBezTo>
                    <a:cubicBezTo>
                      <a:pt x="147" y="22"/>
                      <a:pt x="147" y="23"/>
                      <a:pt x="147" y="24"/>
                    </a:cubicBezTo>
                    <a:cubicBezTo>
                      <a:pt x="147" y="24"/>
                      <a:pt x="147" y="24"/>
                      <a:pt x="147" y="24"/>
                    </a:cubicBezTo>
                    <a:cubicBezTo>
                      <a:pt x="149" y="21"/>
                      <a:pt x="149" y="21"/>
                      <a:pt x="149" y="21"/>
                    </a:cubicBezTo>
                    <a:cubicBezTo>
                      <a:pt x="149" y="21"/>
                      <a:pt x="149" y="21"/>
                      <a:pt x="148" y="21"/>
                    </a:cubicBezTo>
                    <a:cubicBezTo>
                      <a:pt x="148" y="21"/>
                      <a:pt x="148" y="21"/>
                      <a:pt x="148" y="21"/>
                    </a:cubicBezTo>
                    <a:cubicBezTo>
                      <a:pt x="148" y="21"/>
                      <a:pt x="147" y="20"/>
                      <a:pt x="147" y="20"/>
                    </a:cubicBezTo>
                    <a:cubicBezTo>
                      <a:pt x="147" y="19"/>
                      <a:pt x="146" y="19"/>
                      <a:pt x="146" y="19"/>
                    </a:cubicBezTo>
                    <a:cubicBezTo>
                      <a:pt x="145" y="18"/>
                      <a:pt x="144" y="18"/>
                      <a:pt x="143" y="18"/>
                    </a:cubicBezTo>
                    <a:cubicBezTo>
                      <a:pt x="141" y="18"/>
                      <a:pt x="141" y="19"/>
                      <a:pt x="140" y="19"/>
                    </a:cubicBezTo>
                    <a:cubicBezTo>
                      <a:pt x="139" y="20"/>
                      <a:pt x="139" y="21"/>
                      <a:pt x="139" y="22"/>
                    </a:cubicBezTo>
                    <a:cubicBezTo>
                      <a:pt x="140" y="23"/>
                      <a:pt x="140" y="24"/>
                      <a:pt x="141" y="25"/>
                    </a:cubicBezTo>
                    <a:close/>
                    <a:moveTo>
                      <a:pt x="154" y="26"/>
                    </a:moveTo>
                    <a:cubicBezTo>
                      <a:pt x="154" y="26"/>
                      <a:pt x="154" y="26"/>
                      <a:pt x="154" y="26"/>
                    </a:cubicBezTo>
                    <a:cubicBezTo>
                      <a:pt x="159" y="31"/>
                      <a:pt x="159" y="31"/>
                      <a:pt x="159" y="31"/>
                    </a:cubicBezTo>
                    <a:cubicBezTo>
                      <a:pt x="159" y="31"/>
                      <a:pt x="159" y="31"/>
                      <a:pt x="159" y="31"/>
                    </a:cubicBezTo>
                    <a:cubicBezTo>
                      <a:pt x="158" y="30"/>
                      <a:pt x="158" y="30"/>
                      <a:pt x="158" y="30"/>
                    </a:cubicBezTo>
                    <a:cubicBezTo>
                      <a:pt x="157" y="29"/>
                      <a:pt x="157" y="29"/>
                      <a:pt x="157" y="29"/>
                    </a:cubicBezTo>
                    <a:cubicBezTo>
                      <a:pt x="157" y="29"/>
                      <a:pt x="157" y="29"/>
                      <a:pt x="156" y="30"/>
                    </a:cubicBezTo>
                    <a:cubicBezTo>
                      <a:pt x="147" y="39"/>
                      <a:pt x="147" y="39"/>
                      <a:pt x="147" y="39"/>
                    </a:cubicBezTo>
                    <a:cubicBezTo>
                      <a:pt x="147" y="39"/>
                      <a:pt x="147" y="39"/>
                      <a:pt x="147" y="40"/>
                    </a:cubicBezTo>
                    <a:cubicBezTo>
                      <a:pt x="147" y="40"/>
                      <a:pt x="147" y="40"/>
                      <a:pt x="148" y="40"/>
                    </a:cubicBezTo>
                    <a:cubicBezTo>
                      <a:pt x="149" y="42"/>
                      <a:pt x="149" y="42"/>
                      <a:pt x="149" y="42"/>
                    </a:cubicBezTo>
                    <a:cubicBezTo>
                      <a:pt x="149" y="42"/>
                      <a:pt x="149" y="42"/>
                      <a:pt x="149" y="42"/>
                    </a:cubicBezTo>
                    <a:cubicBezTo>
                      <a:pt x="143" y="37"/>
                      <a:pt x="143" y="37"/>
                      <a:pt x="143" y="37"/>
                    </a:cubicBezTo>
                    <a:cubicBezTo>
                      <a:pt x="144" y="37"/>
                      <a:pt x="144" y="37"/>
                      <a:pt x="144" y="37"/>
                    </a:cubicBezTo>
                    <a:cubicBezTo>
                      <a:pt x="145" y="38"/>
                      <a:pt x="145" y="38"/>
                      <a:pt x="145" y="38"/>
                    </a:cubicBezTo>
                    <a:cubicBezTo>
                      <a:pt x="146" y="38"/>
                      <a:pt x="146" y="38"/>
                      <a:pt x="146" y="38"/>
                    </a:cubicBezTo>
                    <a:cubicBezTo>
                      <a:pt x="146" y="38"/>
                      <a:pt x="146" y="38"/>
                      <a:pt x="146" y="38"/>
                    </a:cubicBezTo>
                    <a:cubicBezTo>
                      <a:pt x="155" y="29"/>
                      <a:pt x="155" y="29"/>
                      <a:pt x="155" y="29"/>
                    </a:cubicBezTo>
                    <a:cubicBezTo>
                      <a:pt x="155" y="28"/>
                      <a:pt x="156" y="28"/>
                      <a:pt x="156" y="28"/>
                    </a:cubicBezTo>
                    <a:cubicBezTo>
                      <a:pt x="156" y="28"/>
                      <a:pt x="155" y="28"/>
                      <a:pt x="155" y="27"/>
                    </a:cubicBezTo>
                    <a:cubicBezTo>
                      <a:pt x="154" y="26"/>
                      <a:pt x="154" y="26"/>
                      <a:pt x="154" y="26"/>
                    </a:cubicBezTo>
                    <a:close/>
                    <a:moveTo>
                      <a:pt x="155" y="50"/>
                    </a:moveTo>
                    <a:cubicBezTo>
                      <a:pt x="156" y="50"/>
                      <a:pt x="156" y="50"/>
                      <a:pt x="156" y="50"/>
                    </a:cubicBezTo>
                    <a:cubicBezTo>
                      <a:pt x="155" y="49"/>
                      <a:pt x="155" y="49"/>
                      <a:pt x="155" y="49"/>
                    </a:cubicBezTo>
                    <a:cubicBezTo>
                      <a:pt x="155" y="49"/>
                      <a:pt x="155" y="49"/>
                      <a:pt x="155" y="49"/>
                    </a:cubicBezTo>
                    <a:cubicBezTo>
                      <a:pt x="155" y="49"/>
                      <a:pt x="155" y="48"/>
                      <a:pt x="155" y="48"/>
                    </a:cubicBezTo>
                    <a:cubicBezTo>
                      <a:pt x="165" y="40"/>
                      <a:pt x="165" y="40"/>
                      <a:pt x="165" y="40"/>
                    </a:cubicBezTo>
                    <a:cubicBezTo>
                      <a:pt x="166" y="40"/>
                      <a:pt x="166" y="40"/>
                      <a:pt x="166" y="40"/>
                    </a:cubicBezTo>
                    <a:cubicBezTo>
                      <a:pt x="166" y="40"/>
                      <a:pt x="166" y="40"/>
                      <a:pt x="167" y="40"/>
                    </a:cubicBezTo>
                    <a:cubicBezTo>
                      <a:pt x="167" y="41"/>
                      <a:pt x="167" y="42"/>
                      <a:pt x="167" y="42"/>
                    </a:cubicBezTo>
                    <a:cubicBezTo>
                      <a:pt x="167" y="43"/>
                      <a:pt x="167" y="43"/>
                      <a:pt x="166" y="45"/>
                    </a:cubicBezTo>
                    <a:cubicBezTo>
                      <a:pt x="166" y="45"/>
                      <a:pt x="166" y="45"/>
                      <a:pt x="166" y="45"/>
                    </a:cubicBezTo>
                    <a:cubicBezTo>
                      <a:pt x="169" y="42"/>
                      <a:pt x="169" y="42"/>
                      <a:pt x="169" y="42"/>
                    </a:cubicBezTo>
                    <a:cubicBezTo>
                      <a:pt x="163" y="35"/>
                      <a:pt x="163" y="35"/>
                      <a:pt x="163" y="35"/>
                    </a:cubicBezTo>
                    <a:cubicBezTo>
                      <a:pt x="160" y="37"/>
                      <a:pt x="160" y="37"/>
                      <a:pt x="160" y="37"/>
                    </a:cubicBezTo>
                    <a:cubicBezTo>
                      <a:pt x="160" y="37"/>
                      <a:pt x="160" y="37"/>
                      <a:pt x="160" y="37"/>
                    </a:cubicBezTo>
                    <a:cubicBezTo>
                      <a:pt x="162" y="37"/>
                      <a:pt x="163" y="37"/>
                      <a:pt x="163" y="37"/>
                    </a:cubicBezTo>
                    <a:cubicBezTo>
                      <a:pt x="163" y="37"/>
                      <a:pt x="164" y="37"/>
                      <a:pt x="164" y="38"/>
                    </a:cubicBezTo>
                    <a:cubicBezTo>
                      <a:pt x="165" y="38"/>
                      <a:pt x="165" y="38"/>
                      <a:pt x="165" y="38"/>
                    </a:cubicBezTo>
                    <a:cubicBezTo>
                      <a:pt x="165" y="39"/>
                      <a:pt x="165" y="39"/>
                      <a:pt x="164" y="39"/>
                    </a:cubicBezTo>
                    <a:cubicBezTo>
                      <a:pt x="154" y="47"/>
                      <a:pt x="154" y="47"/>
                      <a:pt x="154" y="47"/>
                    </a:cubicBezTo>
                    <a:cubicBezTo>
                      <a:pt x="154" y="47"/>
                      <a:pt x="154" y="47"/>
                      <a:pt x="154" y="47"/>
                    </a:cubicBezTo>
                    <a:cubicBezTo>
                      <a:pt x="154" y="47"/>
                      <a:pt x="153" y="47"/>
                      <a:pt x="153" y="47"/>
                    </a:cubicBezTo>
                    <a:cubicBezTo>
                      <a:pt x="153" y="46"/>
                      <a:pt x="153" y="46"/>
                      <a:pt x="153" y="46"/>
                    </a:cubicBezTo>
                    <a:cubicBezTo>
                      <a:pt x="152" y="47"/>
                      <a:pt x="152" y="47"/>
                      <a:pt x="152" y="47"/>
                    </a:cubicBezTo>
                    <a:cubicBezTo>
                      <a:pt x="155" y="50"/>
                      <a:pt x="155" y="50"/>
                      <a:pt x="155" y="50"/>
                    </a:cubicBezTo>
                    <a:close/>
                    <a:moveTo>
                      <a:pt x="174" y="54"/>
                    </a:moveTo>
                    <a:cubicBezTo>
                      <a:pt x="174" y="54"/>
                      <a:pt x="175" y="54"/>
                      <a:pt x="175" y="53"/>
                    </a:cubicBezTo>
                    <a:cubicBezTo>
                      <a:pt x="175" y="53"/>
                      <a:pt x="175" y="53"/>
                      <a:pt x="174" y="53"/>
                    </a:cubicBezTo>
                    <a:cubicBezTo>
                      <a:pt x="174" y="52"/>
                      <a:pt x="174" y="52"/>
                      <a:pt x="174" y="52"/>
                    </a:cubicBezTo>
                    <a:cubicBezTo>
                      <a:pt x="175" y="52"/>
                      <a:pt x="175" y="52"/>
                      <a:pt x="175" y="52"/>
                    </a:cubicBezTo>
                    <a:cubicBezTo>
                      <a:pt x="177" y="55"/>
                      <a:pt x="177" y="55"/>
                      <a:pt x="177" y="55"/>
                    </a:cubicBezTo>
                    <a:cubicBezTo>
                      <a:pt x="176" y="55"/>
                      <a:pt x="176" y="55"/>
                      <a:pt x="176" y="55"/>
                    </a:cubicBezTo>
                    <a:cubicBezTo>
                      <a:pt x="176" y="55"/>
                      <a:pt x="176" y="55"/>
                      <a:pt x="176" y="55"/>
                    </a:cubicBezTo>
                    <a:cubicBezTo>
                      <a:pt x="176" y="55"/>
                      <a:pt x="176" y="55"/>
                      <a:pt x="175" y="55"/>
                    </a:cubicBezTo>
                    <a:cubicBezTo>
                      <a:pt x="175" y="55"/>
                      <a:pt x="175" y="55"/>
                      <a:pt x="174" y="55"/>
                    </a:cubicBezTo>
                    <a:cubicBezTo>
                      <a:pt x="166" y="56"/>
                      <a:pt x="166" y="56"/>
                      <a:pt x="166" y="56"/>
                    </a:cubicBezTo>
                    <a:cubicBezTo>
                      <a:pt x="162" y="58"/>
                      <a:pt x="162" y="58"/>
                      <a:pt x="162" y="58"/>
                    </a:cubicBezTo>
                    <a:cubicBezTo>
                      <a:pt x="162" y="59"/>
                      <a:pt x="162" y="59"/>
                      <a:pt x="162" y="59"/>
                    </a:cubicBezTo>
                    <a:cubicBezTo>
                      <a:pt x="161" y="59"/>
                      <a:pt x="162" y="59"/>
                      <a:pt x="162" y="60"/>
                    </a:cubicBezTo>
                    <a:cubicBezTo>
                      <a:pt x="162" y="60"/>
                      <a:pt x="162" y="60"/>
                      <a:pt x="162" y="60"/>
                    </a:cubicBezTo>
                    <a:cubicBezTo>
                      <a:pt x="162" y="61"/>
                      <a:pt x="162" y="61"/>
                      <a:pt x="162" y="61"/>
                    </a:cubicBezTo>
                    <a:cubicBezTo>
                      <a:pt x="159" y="56"/>
                      <a:pt x="159" y="56"/>
                      <a:pt x="159" y="56"/>
                    </a:cubicBezTo>
                    <a:cubicBezTo>
                      <a:pt x="160" y="56"/>
                      <a:pt x="160" y="56"/>
                      <a:pt x="160" y="56"/>
                    </a:cubicBezTo>
                    <a:cubicBezTo>
                      <a:pt x="160" y="57"/>
                      <a:pt x="160" y="57"/>
                      <a:pt x="160" y="57"/>
                    </a:cubicBezTo>
                    <a:cubicBezTo>
                      <a:pt x="160" y="57"/>
                      <a:pt x="160" y="57"/>
                      <a:pt x="161" y="57"/>
                    </a:cubicBezTo>
                    <a:cubicBezTo>
                      <a:pt x="161" y="57"/>
                      <a:pt x="161" y="57"/>
                      <a:pt x="161" y="57"/>
                    </a:cubicBezTo>
                    <a:cubicBezTo>
                      <a:pt x="165" y="55"/>
                      <a:pt x="165" y="55"/>
                      <a:pt x="165" y="55"/>
                    </a:cubicBezTo>
                    <a:cubicBezTo>
                      <a:pt x="171" y="48"/>
                      <a:pt x="171" y="48"/>
                      <a:pt x="171" y="48"/>
                    </a:cubicBezTo>
                    <a:cubicBezTo>
                      <a:pt x="171" y="48"/>
                      <a:pt x="171" y="48"/>
                      <a:pt x="171" y="47"/>
                    </a:cubicBezTo>
                    <a:cubicBezTo>
                      <a:pt x="171" y="47"/>
                      <a:pt x="171" y="47"/>
                      <a:pt x="171" y="47"/>
                    </a:cubicBezTo>
                    <a:cubicBezTo>
                      <a:pt x="171" y="46"/>
                      <a:pt x="171" y="46"/>
                      <a:pt x="171" y="46"/>
                    </a:cubicBezTo>
                    <a:cubicBezTo>
                      <a:pt x="171" y="46"/>
                      <a:pt x="171" y="46"/>
                      <a:pt x="171" y="46"/>
                    </a:cubicBezTo>
                    <a:cubicBezTo>
                      <a:pt x="173" y="50"/>
                      <a:pt x="173" y="50"/>
                      <a:pt x="173" y="50"/>
                    </a:cubicBezTo>
                    <a:cubicBezTo>
                      <a:pt x="173" y="50"/>
                      <a:pt x="173" y="50"/>
                      <a:pt x="173" y="50"/>
                    </a:cubicBezTo>
                    <a:cubicBezTo>
                      <a:pt x="173" y="49"/>
                      <a:pt x="173" y="49"/>
                      <a:pt x="173" y="49"/>
                    </a:cubicBezTo>
                    <a:cubicBezTo>
                      <a:pt x="172" y="49"/>
                      <a:pt x="172" y="49"/>
                      <a:pt x="172" y="49"/>
                    </a:cubicBezTo>
                    <a:cubicBezTo>
                      <a:pt x="172" y="49"/>
                      <a:pt x="172" y="49"/>
                      <a:pt x="171" y="49"/>
                    </a:cubicBezTo>
                    <a:cubicBezTo>
                      <a:pt x="167" y="55"/>
                      <a:pt x="167" y="55"/>
                      <a:pt x="167" y="55"/>
                    </a:cubicBezTo>
                    <a:cubicBezTo>
                      <a:pt x="167" y="55"/>
                      <a:pt x="167" y="55"/>
                      <a:pt x="167" y="55"/>
                    </a:cubicBezTo>
                    <a:lnTo>
                      <a:pt x="174" y="54"/>
                    </a:lnTo>
                    <a:close/>
                  </a:path>
                </a:pathLst>
              </a:custGeom>
              <a:solidFill>
                <a:srgbClr val="FFFFFF"/>
              </a:solidFill>
              <a:ln w="3175" cap="flat">
                <a:solidFill>
                  <a:srgbClr val="FFFFFF"/>
                </a:solidFill>
                <a:prstDash val="solid"/>
                <a:miter lim="800000"/>
              </a:ln>
            </p:spPr>
            <p:txBody>
              <a:bodyPr anchor="ctr"/>
              <a:lstStyle/>
              <a:p>
                <a:pPr algn="ctr"/>
                <a:endParaRPr/>
              </a:p>
            </p:txBody>
          </p:sp>
          <p:sp>
            <p:nvSpPr>
              <p:cNvPr id="278" name="ïśľíḓé"/>
              <p:cNvSpPr/>
              <p:nvPr/>
            </p:nvSpPr>
            <p:spPr bwMode="auto">
              <a:xfrm>
                <a:off x="3667126" y="3184525"/>
                <a:ext cx="492125" cy="496888"/>
              </a:xfrm>
              <a:custGeom>
                <a:avLst/>
                <a:gdLst>
                  <a:gd name="T0" fmla="*/ 74 w 149"/>
                  <a:gd name="T1" fmla="*/ 0 h 149"/>
                  <a:gd name="T2" fmla="*/ 149 w 149"/>
                  <a:gd name="T3" fmla="*/ 74 h 149"/>
                  <a:gd name="T4" fmla="*/ 74 w 149"/>
                  <a:gd name="T5" fmla="*/ 149 h 149"/>
                  <a:gd name="T6" fmla="*/ 0 w 149"/>
                  <a:gd name="T7" fmla="*/ 74 h 149"/>
                  <a:gd name="T8" fmla="*/ 74 w 149"/>
                  <a:gd name="T9" fmla="*/ 0 h 149"/>
                  <a:gd name="T10" fmla="*/ 74 w 149"/>
                  <a:gd name="T11" fmla="*/ 2 h 149"/>
                  <a:gd name="T12" fmla="*/ 2 w 149"/>
                  <a:gd name="T13" fmla="*/ 74 h 149"/>
                  <a:gd name="T14" fmla="*/ 74 w 149"/>
                  <a:gd name="T15" fmla="*/ 146 h 149"/>
                  <a:gd name="T16" fmla="*/ 146 w 149"/>
                  <a:gd name="T17" fmla="*/ 74 h 149"/>
                  <a:gd name="T18" fmla="*/ 74 w 149"/>
                  <a:gd name="T19" fmla="*/ 2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49" h="149">
                    <a:moveTo>
                      <a:pt x="74" y="0"/>
                    </a:moveTo>
                    <a:cubicBezTo>
                      <a:pt x="115" y="0"/>
                      <a:pt x="149" y="33"/>
                      <a:pt x="149" y="74"/>
                    </a:cubicBezTo>
                    <a:cubicBezTo>
                      <a:pt x="149" y="115"/>
                      <a:pt x="115" y="149"/>
                      <a:pt x="74" y="149"/>
                    </a:cubicBezTo>
                    <a:cubicBezTo>
                      <a:pt x="33" y="149"/>
                      <a:pt x="0" y="115"/>
                      <a:pt x="0" y="74"/>
                    </a:cubicBezTo>
                    <a:cubicBezTo>
                      <a:pt x="0" y="33"/>
                      <a:pt x="33" y="0"/>
                      <a:pt x="74" y="0"/>
                    </a:cubicBezTo>
                    <a:close/>
                    <a:moveTo>
                      <a:pt x="74" y="2"/>
                    </a:moveTo>
                    <a:cubicBezTo>
                      <a:pt x="35" y="2"/>
                      <a:pt x="2" y="34"/>
                      <a:pt x="2" y="74"/>
                    </a:cubicBezTo>
                    <a:cubicBezTo>
                      <a:pt x="2" y="114"/>
                      <a:pt x="35" y="146"/>
                      <a:pt x="74" y="146"/>
                    </a:cubicBezTo>
                    <a:cubicBezTo>
                      <a:pt x="114" y="146"/>
                      <a:pt x="146" y="114"/>
                      <a:pt x="146" y="74"/>
                    </a:cubicBezTo>
                    <a:cubicBezTo>
                      <a:pt x="146" y="34"/>
                      <a:pt x="114" y="2"/>
                      <a:pt x="74" y="2"/>
                    </a:cubicBezTo>
                    <a:close/>
                  </a:path>
                </a:pathLst>
              </a:custGeom>
              <a:solidFill>
                <a:srgbClr val="00523A"/>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9" name="ïslíḍê"/>
              <p:cNvSpPr/>
              <p:nvPr/>
            </p:nvSpPr>
            <p:spPr bwMode="auto">
              <a:xfrm>
                <a:off x="3775076" y="3248025"/>
                <a:ext cx="274638" cy="146050"/>
              </a:xfrm>
              <a:custGeom>
                <a:avLst/>
                <a:gdLst>
                  <a:gd name="T0" fmla="*/ 10 w 83"/>
                  <a:gd name="T1" fmla="*/ 43 h 44"/>
                  <a:gd name="T2" fmla="*/ 18 w 83"/>
                  <a:gd name="T3" fmla="*/ 39 h 44"/>
                  <a:gd name="T4" fmla="*/ 67 w 83"/>
                  <a:gd name="T5" fmla="*/ 39 h 44"/>
                  <a:gd name="T6" fmla="*/ 73 w 83"/>
                  <a:gd name="T7" fmla="*/ 42 h 44"/>
                  <a:gd name="T8" fmla="*/ 76 w 83"/>
                  <a:gd name="T9" fmla="*/ 43 h 44"/>
                  <a:gd name="T10" fmla="*/ 83 w 83"/>
                  <a:gd name="T11" fmla="*/ 35 h 44"/>
                  <a:gd name="T12" fmla="*/ 76 w 83"/>
                  <a:gd name="T13" fmla="*/ 37 h 44"/>
                  <a:gd name="T14" fmla="*/ 69 w 83"/>
                  <a:gd name="T15" fmla="*/ 33 h 44"/>
                  <a:gd name="T16" fmla="*/ 70 w 83"/>
                  <a:gd name="T17" fmla="*/ 26 h 44"/>
                  <a:gd name="T18" fmla="*/ 64 w 83"/>
                  <a:gd name="T19" fmla="*/ 30 h 44"/>
                  <a:gd name="T20" fmla="*/ 59 w 83"/>
                  <a:gd name="T21" fmla="*/ 31 h 44"/>
                  <a:gd name="T22" fmla="*/ 56 w 83"/>
                  <a:gd name="T23" fmla="*/ 29 h 44"/>
                  <a:gd name="T24" fmla="*/ 56 w 83"/>
                  <a:gd name="T25" fmla="*/ 24 h 44"/>
                  <a:gd name="T26" fmla="*/ 58 w 83"/>
                  <a:gd name="T27" fmla="*/ 23 h 44"/>
                  <a:gd name="T28" fmla="*/ 58 w 83"/>
                  <a:gd name="T29" fmla="*/ 19 h 44"/>
                  <a:gd name="T30" fmla="*/ 54 w 83"/>
                  <a:gd name="T31" fmla="*/ 19 h 44"/>
                  <a:gd name="T32" fmla="*/ 53 w 83"/>
                  <a:gd name="T33" fmla="*/ 21 h 44"/>
                  <a:gd name="T34" fmla="*/ 44 w 83"/>
                  <a:gd name="T35" fmla="*/ 21 h 44"/>
                  <a:gd name="T36" fmla="*/ 43 w 83"/>
                  <a:gd name="T37" fmla="*/ 18 h 44"/>
                  <a:gd name="T38" fmla="*/ 44 w 83"/>
                  <a:gd name="T39" fmla="*/ 13 h 44"/>
                  <a:gd name="T40" fmla="*/ 43 w 83"/>
                  <a:gd name="T41" fmla="*/ 8 h 44"/>
                  <a:gd name="T42" fmla="*/ 43 w 83"/>
                  <a:gd name="T43" fmla="*/ 6 h 44"/>
                  <a:gd name="T44" fmla="*/ 43 w 83"/>
                  <a:gd name="T45" fmla="*/ 2 h 44"/>
                  <a:gd name="T46" fmla="*/ 43 w 83"/>
                  <a:gd name="T47" fmla="*/ 0 h 44"/>
                  <a:gd name="T48" fmla="*/ 40 w 83"/>
                  <a:gd name="T49" fmla="*/ 0 h 44"/>
                  <a:gd name="T50" fmla="*/ 39 w 83"/>
                  <a:gd name="T51" fmla="*/ 2 h 44"/>
                  <a:gd name="T52" fmla="*/ 39 w 83"/>
                  <a:gd name="T53" fmla="*/ 6 h 44"/>
                  <a:gd name="T54" fmla="*/ 39 w 83"/>
                  <a:gd name="T55" fmla="*/ 8 h 44"/>
                  <a:gd name="T56" fmla="*/ 38 w 83"/>
                  <a:gd name="T57" fmla="*/ 13 h 44"/>
                  <a:gd name="T58" fmla="*/ 38 w 83"/>
                  <a:gd name="T59" fmla="*/ 18 h 44"/>
                  <a:gd name="T60" fmla="*/ 38 w 83"/>
                  <a:gd name="T61" fmla="*/ 21 h 44"/>
                  <a:gd name="T62" fmla="*/ 30 w 83"/>
                  <a:gd name="T63" fmla="*/ 21 h 44"/>
                  <a:gd name="T64" fmla="*/ 29 w 83"/>
                  <a:gd name="T65" fmla="*/ 19 h 44"/>
                  <a:gd name="T66" fmla="*/ 25 w 83"/>
                  <a:gd name="T67" fmla="*/ 19 h 44"/>
                  <a:gd name="T68" fmla="*/ 25 w 83"/>
                  <a:gd name="T69" fmla="*/ 23 h 44"/>
                  <a:gd name="T70" fmla="*/ 26 w 83"/>
                  <a:gd name="T71" fmla="*/ 24 h 44"/>
                  <a:gd name="T72" fmla="*/ 27 w 83"/>
                  <a:gd name="T73" fmla="*/ 29 h 44"/>
                  <a:gd name="T74" fmla="*/ 22 w 83"/>
                  <a:gd name="T75" fmla="*/ 31 h 44"/>
                  <a:gd name="T76" fmla="*/ 13 w 83"/>
                  <a:gd name="T77" fmla="*/ 26 h 44"/>
                  <a:gd name="T78" fmla="*/ 13 w 83"/>
                  <a:gd name="T79" fmla="*/ 35 h 44"/>
                  <a:gd name="T80" fmla="*/ 7 w 83"/>
                  <a:gd name="T81" fmla="*/ 37 h 44"/>
                  <a:gd name="T82" fmla="*/ 0 w 83"/>
                  <a:gd name="T83" fmla="*/ 34 h 44"/>
                  <a:gd name="T84" fmla="*/ 5 w 83"/>
                  <a:gd name="T85" fmla="*/ 42 h 44"/>
                  <a:gd name="T86" fmla="*/ 10 w 83"/>
                  <a:gd name="T87" fmla="*/ 43 h 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83" h="44">
                    <a:moveTo>
                      <a:pt x="10" y="43"/>
                    </a:moveTo>
                    <a:cubicBezTo>
                      <a:pt x="18" y="39"/>
                      <a:pt x="18" y="39"/>
                      <a:pt x="18" y="39"/>
                    </a:cubicBezTo>
                    <a:cubicBezTo>
                      <a:pt x="67" y="39"/>
                      <a:pt x="67" y="39"/>
                      <a:pt x="67" y="39"/>
                    </a:cubicBezTo>
                    <a:cubicBezTo>
                      <a:pt x="73" y="42"/>
                      <a:pt x="73" y="42"/>
                      <a:pt x="73" y="42"/>
                    </a:cubicBezTo>
                    <a:cubicBezTo>
                      <a:pt x="74" y="43"/>
                      <a:pt x="75" y="43"/>
                      <a:pt x="76" y="43"/>
                    </a:cubicBezTo>
                    <a:cubicBezTo>
                      <a:pt x="80" y="42"/>
                      <a:pt x="83" y="35"/>
                      <a:pt x="83" y="35"/>
                    </a:cubicBezTo>
                    <a:cubicBezTo>
                      <a:pt x="83" y="35"/>
                      <a:pt x="79" y="38"/>
                      <a:pt x="76" y="37"/>
                    </a:cubicBezTo>
                    <a:cubicBezTo>
                      <a:pt x="73" y="37"/>
                      <a:pt x="69" y="36"/>
                      <a:pt x="69" y="33"/>
                    </a:cubicBezTo>
                    <a:cubicBezTo>
                      <a:pt x="69" y="30"/>
                      <a:pt x="70" y="27"/>
                      <a:pt x="70" y="26"/>
                    </a:cubicBezTo>
                    <a:cubicBezTo>
                      <a:pt x="70" y="26"/>
                      <a:pt x="67" y="29"/>
                      <a:pt x="64" y="30"/>
                    </a:cubicBezTo>
                    <a:cubicBezTo>
                      <a:pt x="61" y="32"/>
                      <a:pt x="60" y="31"/>
                      <a:pt x="59" y="31"/>
                    </a:cubicBezTo>
                    <a:cubicBezTo>
                      <a:pt x="57" y="30"/>
                      <a:pt x="56" y="29"/>
                      <a:pt x="56" y="29"/>
                    </a:cubicBezTo>
                    <a:cubicBezTo>
                      <a:pt x="56" y="24"/>
                      <a:pt x="56" y="24"/>
                      <a:pt x="56" y="24"/>
                    </a:cubicBezTo>
                    <a:cubicBezTo>
                      <a:pt x="58" y="23"/>
                      <a:pt x="58" y="23"/>
                      <a:pt x="58" y="23"/>
                    </a:cubicBezTo>
                    <a:cubicBezTo>
                      <a:pt x="58" y="19"/>
                      <a:pt x="58" y="19"/>
                      <a:pt x="58" y="19"/>
                    </a:cubicBezTo>
                    <a:cubicBezTo>
                      <a:pt x="54" y="19"/>
                      <a:pt x="54" y="19"/>
                      <a:pt x="54" y="19"/>
                    </a:cubicBezTo>
                    <a:cubicBezTo>
                      <a:pt x="54" y="19"/>
                      <a:pt x="54" y="21"/>
                      <a:pt x="53" y="21"/>
                    </a:cubicBezTo>
                    <a:cubicBezTo>
                      <a:pt x="52" y="21"/>
                      <a:pt x="44" y="21"/>
                      <a:pt x="44" y="21"/>
                    </a:cubicBezTo>
                    <a:cubicBezTo>
                      <a:pt x="44" y="21"/>
                      <a:pt x="43" y="20"/>
                      <a:pt x="43" y="18"/>
                    </a:cubicBezTo>
                    <a:cubicBezTo>
                      <a:pt x="44" y="17"/>
                      <a:pt x="44" y="17"/>
                      <a:pt x="44" y="13"/>
                    </a:cubicBezTo>
                    <a:cubicBezTo>
                      <a:pt x="44" y="10"/>
                      <a:pt x="44" y="9"/>
                      <a:pt x="43" y="8"/>
                    </a:cubicBezTo>
                    <a:cubicBezTo>
                      <a:pt x="43" y="7"/>
                      <a:pt x="42" y="7"/>
                      <a:pt x="43" y="6"/>
                    </a:cubicBezTo>
                    <a:cubicBezTo>
                      <a:pt x="44" y="5"/>
                      <a:pt x="44" y="4"/>
                      <a:pt x="43" y="2"/>
                    </a:cubicBezTo>
                    <a:cubicBezTo>
                      <a:pt x="42" y="1"/>
                      <a:pt x="43" y="2"/>
                      <a:pt x="43" y="0"/>
                    </a:cubicBezTo>
                    <a:cubicBezTo>
                      <a:pt x="40" y="0"/>
                      <a:pt x="40" y="0"/>
                      <a:pt x="40" y="0"/>
                    </a:cubicBezTo>
                    <a:cubicBezTo>
                      <a:pt x="39" y="0"/>
                      <a:pt x="40" y="1"/>
                      <a:pt x="39" y="2"/>
                    </a:cubicBezTo>
                    <a:cubicBezTo>
                      <a:pt x="38" y="3"/>
                      <a:pt x="38" y="5"/>
                      <a:pt x="39" y="6"/>
                    </a:cubicBezTo>
                    <a:cubicBezTo>
                      <a:pt x="39" y="7"/>
                      <a:pt x="40" y="7"/>
                      <a:pt x="39" y="8"/>
                    </a:cubicBezTo>
                    <a:cubicBezTo>
                      <a:pt x="38" y="9"/>
                      <a:pt x="38" y="10"/>
                      <a:pt x="38" y="13"/>
                    </a:cubicBezTo>
                    <a:cubicBezTo>
                      <a:pt x="38" y="16"/>
                      <a:pt x="38" y="17"/>
                      <a:pt x="38" y="18"/>
                    </a:cubicBezTo>
                    <a:cubicBezTo>
                      <a:pt x="39" y="20"/>
                      <a:pt x="38" y="21"/>
                      <a:pt x="38" y="21"/>
                    </a:cubicBezTo>
                    <a:cubicBezTo>
                      <a:pt x="37" y="21"/>
                      <a:pt x="30" y="21"/>
                      <a:pt x="30" y="21"/>
                    </a:cubicBezTo>
                    <a:cubicBezTo>
                      <a:pt x="30" y="21"/>
                      <a:pt x="29" y="20"/>
                      <a:pt x="29" y="19"/>
                    </a:cubicBezTo>
                    <a:cubicBezTo>
                      <a:pt x="25" y="19"/>
                      <a:pt x="25" y="19"/>
                      <a:pt x="25" y="19"/>
                    </a:cubicBezTo>
                    <a:cubicBezTo>
                      <a:pt x="25" y="23"/>
                      <a:pt x="25" y="23"/>
                      <a:pt x="25" y="23"/>
                    </a:cubicBezTo>
                    <a:cubicBezTo>
                      <a:pt x="26" y="24"/>
                      <a:pt x="26" y="24"/>
                      <a:pt x="26" y="24"/>
                    </a:cubicBezTo>
                    <a:cubicBezTo>
                      <a:pt x="27" y="29"/>
                      <a:pt x="27" y="29"/>
                      <a:pt x="27" y="29"/>
                    </a:cubicBezTo>
                    <a:cubicBezTo>
                      <a:pt x="27" y="29"/>
                      <a:pt x="24" y="31"/>
                      <a:pt x="22" y="31"/>
                    </a:cubicBezTo>
                    <a:cubicBezTo>
                      <a:pt x="19" y="31"/>
                      <a:pt x="13" y="26"/>
                      <a:pt x="13" y="26"/>
                    </a:cubicBezTo>
                    <a:cubicBezTo>
                      <a:pt x="13" y="26"/>
                      <a:pt x="14" y="33"/>
                      <a:pt x="13" y="35"/>
                    </a:cubicBezTo>
                    <a:cubicBezTo>
                      <a:pt x="13" y="37"/>
                      <a:pt x="10" y="37"/>
                      <a:pt x="7" y="37"/>
                    </a:cubicBezTo>
                    <a:cubicBezTo>
                      <a:pt x="4" y="37"/>
                      <a:pt x="0" y="35"/>
                      <a:pt x="0" y="34"/>
                    </a:cubicBezTo>
                    <a:cubicBezTo>
                      <a:pt x="0" y="34"/>
                      <a:pt x="3" y="40"/>
                      <a:pt x="5" y="42"/>
                    </a:cubicBezTo>
                    <a:cubicBezTo>
                      <a:pt x="7" y="44"/>
                      <a:pt x="10" y="43"/>
                      <a:pt x="10" y="43"/>
                    </a:cubicBez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80" name="íṡļïdê"/>
              <p:cNvSpPr/>
              <p:nvPr/>
            </p:nvSpPr>
            <p:spPr bwMode="auto">
              <a:xfrm>
                <a:off x="3614738" y="3370263"/>
                <a:ext cx="596900" cy="241300"/>
              </a:xfrm>
              <a:custGeom>
                <a:avLst/>
                <a:gdLst>
                  <a:gd name="T0" fmla="*/ 58 w 181"/>
                  <a:gd name="T1" fmla="*/ 72 h 72"/>
                  <a:gd name="T2" fmla="*/ 8 w 181"/>
                  <a:gd name="T3" fmla="*/ 72 h 72"/>
                  <a:gd name="T4" fmla="*/ 3 w 181"/>
                  <a:gd name="T5" fmla="*/ 63 h 72"/>
                  <a:gd name="T6" fmla="*/ 6 w 181"/>
                  <a:gd name="T7" fmla="*/ 63 h 72"/>
                  <a:gd name="T8" fmla="*/ 11 w 181"/>
                  <a:gd name="T9" fmla="*/ 55 h 72"/>
                  <a:gd name="T10" fmla="*/ 14 w 181"/>
                  <a:gd name="T11" fmla="*/ 55 h 72"/>
                  <a:gd name="T12" fmla="*/ 14 w 181"/>
                  <a:gd name="T13" fmla="*/ 29 h 72"/>
                  <a:gd name="T14" fmla="*/ 0 w 181"/>
                  <a:gd name="T15" fmla="*/ 4 h 72"/>
                  <a:gd name="T16" fmla="*/ 30 w 181"/>
                  <a:gd name="T17" fmla="*/ 0 h 72"/>
                  <a:gd name="T18" fmla="*/ 58 w 181"/>
                  <a:gd name="T19" fmla="*/ 8 h 72"/>
                  <a:gd name="T20" fmla="*/ 51 w 181"/>
                  <a:gd name="T21" fmla="*/ 25 h 72"/>
                  <a:gd name="T22" fmla="*/ 131 w 181"/>
                  <a:gd name="T23" fmla="*/ 25 h 72"/>
                  <a:gd name="T24" fmla="*/ 122 w 181"/>
                  <a:gd name="T25" fmla="*/ 8 h 72"/>
                  <a:gd name="T26" fmla="*/ 150 w 181"/>
                  <a:gd name="T27" fmla="*/ 0 h 72"/>
                  <a:gd name="T28" fmla="*/ 181 w 181"/>
                  <a:gd name="T29" fmla="*/ 5 h 72"/>
                  <a:gd name="T30" fmla="*/ 166 w 181"/>
                  <a:gd name="T31" fmla="*/ 28 h 72"/>
                  <a:gd name="T32" fmla="*/ 166 w 181"/>
                  <a:gd name="T33" fmla="*/ 55 h 72"/>
                  <a:gd name="T34" fmla="*/ 171 w 181"/>
                  <a:gd name="T35" fmla="*/ 55 h 72"/>
                  <a:gd name="T36" fmla="*/ 178 w 181"/>
                  <a:gd name="T37" fmla="*/ 65 h 72"/>
                  <a:gd name="T38" fmla="*/ 174 w 181"/>
                  <a:gd name="T39" fmla="*/ 72 h 72"/>
                  <a:gd name="T40" fmla="*/ 58 w 181"/>
                  <a:gd name="T41" fmla="*/ 72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1" h="72">
                    <a:moveTo>
                      <a:pt x="58" y="72"/>
                    </a:moveTo>
                    <a:cubicBezTo>
                      <a:pt x="8" y="72"/>
                      <a:pt x="8" y="72"/>
                      <a:pt x="8" y="72"/>
                    </a:cubicBezTo>
                    <a:cubicBezTo>
                      <a:pt x="3" y="63"/>
                      <a:pt x="3" y="63"/>
                      <a:pt x="3" y="63"/>
                    </a:cubicBezTo>
                    <a:cubicBezTo>
                      <a:pt x="6" y="63"/>
                      <a:pt x="6" y="63"/>
                      <a:pt x="6" y="63"/>
                    </a:cubicBezTo>
                    <a:cubicBezTo>
                      <a:pt x="7" y="61"/>
                      <a:pt x="10" y="57"/>
                      <a:pt x="11" y="55"/>
                    </a:cubicBezTo>
                    <a:cubicBezTo>
                      <a:pt x="12" y="55"/>
                      <a:pt x="13" y="55"/>
                      <a:pt x="14" y="55"/>
                    </a:cubicBezTo>
                    <a:cubicBezTo>
                      <a:pt x="14" y="45"/>
                      <a:pt x="14" y="39"/>
                      <a:pt x="14" y="29"/>
                    </a:cubicBezTo>
                    <a:cubicBezTo>
                      <a:pt x="6" y="25"/>
                      <a:pt x="0" y="19"/>
                      <a:pt x="0" y="4"/>
                    </a:cubicBezTo>
                    <a:cubicBezTo>
                      <a:pt x="13" y="19"/>
                      <a:pt x="25" y="20"/>
                      <a:pt x="30" y="0"/>
                    </a:cubicBezTo>
                    <a:cubicBezTo>
                      <a:pt x="40" y="22"/>
                      <a:pt x="50" y="16"/>
                      <a:pt x="58" y="8"/>
                    </a:cubicBezTo>
                    <a:cubicBezTo>
                      <a:pt x="59" y="17"/>
                      <a:pt x="51" y="24"/>
                      <a:pt x="51" y="25"/>
                    </a:cubicBezTo>
                    <a:cubicBezTo>
                      <a:pt x="131" y="25"/>
                      <a:pt x="131" y="25"/>
                      <a:pt x="131" y="25"/>
                    </a:cubicBezTo>
                    <a:cubicBezTo>
                      <a:pt x="128" y="21"/>
                      <a:pt x="123" y="15"/>
                      <a:pt x="122" y="8"/>
                    </a:cubicBezTo>
                    <a:cubicBezTo>
                      <a:pt x="131" y="18"/>
                      <a:pt x="141" y="23"/>
                      <a:pt x="150" y="0"/>
                    </a:cubicBezTo>
                    <a:cubicBezTo>
                      <a:pt x="160" y="23"/>
                      <a:pt x="169" y="16"/>
                      <a:pt x="181" y="5"/>
                    </a:cubicBezTo>
                    <a:cubicBezTo>
                      <a:pt x="178" y="23"/>
                      <a:pt x="174" y="23"/>
                      <a:pt x="166" y="28"/>
                    </a:cubicBezTo>
                    <a:cubicBezTo>
                      <a:pt x="166" y="38"/>
                      <a:pt x="166" y="45"/>
                      <a:pt x="166" y="55"/>
                    </a:cubicBezTo>
                    <a:cubicBezTo>
                      <a:pt x="168" y="55"/>
                      <a:pt x="169" y="55"/>
                      <a:pt x="171" y="55"/>
                    </a:cubicBezTo>
                    <a:cubicBezTo>
                      <a:pt x="178" y="65"/>
                      <a:pt x="178" y="65"/>
                      <a:pt x="178" y="65"/>
                    </a:cubicBezTo>
                    <a:cubicBezTo>
                      <a:pt x="174" y="72"/>
                      <a:pt x="174" y="72"/>
                      <a:pt x="174" y="72"/>
                    </a:cubicBezTo>
                    <a:lnTo>
                      <a:pt x="58" y="72"/>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81" name="iş1ïďe"/>
              <p:cNvSpPr/>
              <p:nvPr/>
            </p:nvSpPr>
            <p:spPr bwMode="auto">
              <a:xfrm>
                <a:off x="3624263" y="3381375"/>
                <a:ext cx="577850" cy="200025"/>
              </a:xfrm>
              <a:custGeom>
                <a:avLst/>
                <a:gdLst>
                  <a:gd name="T0" fmla="*/ 130 w 175"/>
                  <a:gd name="T1" fmla="*/ 51 h 60"/>
                  <a:gd name="T2" fmla="*/ 130 w 175"/>
                  <a:gd name="T3" fmla="*/ 50 h 60"/>
                  <a:gd name="T4" fmla="*/ 48 w 175"/>
                  <a:gd name="T5" fmla="*/ 50 h 60"/>
                  <a:gd name="T6" fmla="*/ 48 w 175"/>
                  <a:gd name="T7" fmla="*/ 51 h 60"/>
                  <a:gd name="T8" fmla="*/ 52 w 175"/>
                  <a:gd name="T9" fmla="*/ 51 h 60"/>
                  <a:gd name="T10" fmla="*/ 48 w 175"/>
                  <a:gd name="T11" fmla="*/ 60 h 60"/>
                  <a:gd name="T12" fmla="*/ 7 w 175"/>
                  <a:gd name="T13" fmla="*/ 60 h 60"/>
                  <a:gd name="T14" fmla="*/ 10 w 175"/>
                  <a:gd name="T15" fmla="*/ 54 h 60"/>
                  <a:gd name="T16" fmla="*/ 14 w 175"/>
                  <a:gd name="T17" fmla="*/ 54 h 60"/>
                  <a:gd name="T18" fmla="*/ 13 w 175"/>
                  <a:gd name="T19" fmla="*/ 25 h 60"/>
                  <a:gd name="T20" fmla="*/ 0 w 175"/>
                  <a:gd name="T21" fmla="*/ 7 h 60"/>
                  <a:gd name="T22" fmla="*/ 28 w 175"/>
                  <a:gd name="T23" fmla="*/ 0 h 60"/>
                  <a:gd name="T24" fmla="*/ 55 w 175"/>
                  <a:gd name="T25" fmla="*/ 7 h 60"/>
                  <a:gd name="T26" fmla="*/ 48 w 175"/>
                  <a:gd name="T27" fmla="*/ 22 h 60"/>
                  <a:gd name="T28" fmla="*/ 127 w 175"/>
                  <a:gd name="T29" fmla="*/ 22 h 60"/>
                  <a:gd name="T30" fmla="*/ 119 w 175"/>
                  <a:gd name="T31" fmla="*/ 7 h 60"/>
                  <a:gd name="T32" fmla="*/ 147 w 175"/>
                  <a:gd name="T33" fmla="*/ 0 h 60"/>
                  <a:gd name="T34" fmla="*/ 175 w 175"/>
                  <a:gd name="T35" fmla="*/ 7 h 60"/>
                  <a:gd name="T36" fmla="*/ 161 w 175"/>
                  <a:gd name="T37" fmla="*/ 24 h 60"/>
                  <a:gd name="T38" fmla="*/ 161 w 175"/>
                  <a:gd name="T39" fmla="*/ 53 h 60"/>
                  <a:gd name="T40" fmla="*/ 165 w 175"/>
                  <a:gd name="T41" fmla="*/ 53 h 60"/>
                  <a:gd name="T42" fmla="*/ 169 w 175"/>
                  <a:gd name="T43" fmla="*/ 60 h 60"/>
                  <a:gd name="T44" fmla="*/ 128 w 175"/>
                  <a:gd name="T45" fmla="*/ 60 h 60"/>
                  <a:gd name="T46" fmla="*/ 124 w 175"/>
                  <a:gd name="T47" fmla="*/ 51 h 60"/>
                  <a:gd name="T48" fmla="*/ 130 w 175"/>
                  <a:gd name="T49" fmla="*/ 51 h 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75" h="60">
                    <a:moveTo>
                      <a:pt x="130" y="51"/>
                    </a:moveTo>
                    <a:cubicBezTo>
                      <a:pt x="130" y="50"/>
                      <a:pt x="130" y="50"/>
                      <a:pt x="130" y="50"/>
                    </a:cubicBezTo>
                    <a:cubicBezTo>
                      <a:pt x="48" y="50"/>
                      <a:pt x="48" y="50"/>
                      <a:pt x="48" y="50"/>
                    </a:cubicBezTo>
                    <a:cubicBezTo>
                      <a:pt x="48" y="51"/>
                      <a:pt x="48" y="51"/>
                      <a:pt x="48" y="51"/>
                    </a:cubicBezTo>
                    <a:cubicBezTo>
                      <a:pt x="52" y="51"/>
                      <a:pt x="52" y="51"/>
                      <a:pt x="52" y="51"/>
                    </a:cubicBezTo>
                    <a:cubicBezTo>
                      <a:pt x="48" y="60"/>
                      <a:pt x="48" y="60"/>
                      <a:pt x="48" y="60"/>
                    </a:cubicBezTo>
                    <a:cubicBezTo>
                      <a:pt x="34" y="60"/>
                      <a:pt x="20" y="60"/>
                      <a:pt x="7" y="60"/>
                    </a:cubicBezTo>
                    <a:cubicBezTo>
                      <a:pt x="8" y="58"/>
                      <a:pt x="9" y="56"/>
                      <a:pt x="10" y="54"/>
                    </a:cubicBezTo>
                    <a:cubicBezTo>
                      <a:pt x="11" y="54"/>
                      <a:pt x="12" y="54"/>
                      <a:pt x="14" y="54"/>
                    </a:cubicBezTo>
                    <a:cubicBezTo>
                      <a:pt x="14" y="44"/>
                      <a:pt x="13" y="34"/>
                      <a:pt x="13" y="25"/>
                    </a:cubicBezTo>
                    <a:cubicBezTo>
                      <a:pt x="5" y="20"/>
                      <a:pt x="1" y="14"/>
                      <a:pt x="0" y="7"/>
                    </a:cubicBezTo>
                    <a:cubicBezTo>
                      <a:pt x="12" y="18"/>
                      <a:pt x="22" y="17"/>
                      <a:pt x="28" y="0"/>
                    </a:cubicBezTo>
                    <a:cubicBezTo>
                      <a:pt x="37" y="22"/>
                      <a:pt x="47" y="15"/>
                      <a:pt x="55" y="7"/>
                    </a:cubicBezTo>
                    <a:cubicBezTo>
                      <a:pt x="55" y="14"/>
                      <a:pt x="50" y="17"/>
                      <a:pt x="48" y="22"/>
                    </a:cubicBezTo>
                    <a:cubicBezTo>
                      <a:pt x="127" y="22"/>
                      <a:pt x="127" y="22"/>
                      <a:pt x="127" y="22"/>
                    </a:cubicBezTo>
                    <a:cubicBezTo>
                      <a:pt x="125" y="18"/>
                      <a:pt x="120" y="14"/>
                      <a:pt x="119" y="7"/>
                    </a:cubicBezTo>
                    <a:cubicBezTo>
                      <a:pt x="127" y="15"/>
                      <a:pt x="137" y="22"/>
                      <a:pt x="147" y="0"/>
                    </a:cubicBezTo>
                    <a:cubicBezTo>
                      <a:pt x="153" y="17"/>
                      <a:pt x="163" y="18"/>
                      <a:pt x="175" y="7"/>
                    </a:cubicBezTo>
                    <a:cubicBezTo>
                      <a:pt x="173" y="14"/>
                      <a:pt x="169" y="19"/>
                      <a:pt x="161" y="24"/>
                    </a:cubicBezTo>
                    <a:cubicBezTo>
                      <a:pt x="161" y="34"/>
                      <a:pt x="161" y="44"/>
                      <a:pt x="161" y="53"/>
                    </a:cubicBezTo>
                    <a:cubicBezTo>
                      <a:pt x="162" y="53"/>
                      <a:pt x="164" y="53"/>
                      <a:pt x="165" y="53"/>
                    </a:cubicBezTo>
                    <a:cubicBezTo>
                      <a:pt x="166" y="55"/>
                      <a:pt x="167" y="58"/>
                      <a:pt x="169" y="60"/>
                    </a:cubicBezTo>
                    <a:cubicBezTo>
                      <a:pt x="155" y="60"/>
                      <a:pt x="142" y="60"/>
                      <a:pt x="128" y="60"/>
                    </a:cubicBezTo>
                    <a:cubicBezTo>
                      <a:pt x="124" y="51"/>
                      <a:pt x="124" y="51"/>
                      <a:pt x="124" y="51"/>
                    </a:cubicBezTo>
                    <a:lnTo>
                      <a:pt x="130" y="51"/>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82" name="ïṩḷíḍé"/>
              <p:cNvSpPr/>
              <p:nvPr/>
            </p:nvSpPr>
            <p:spPr bwMode="auto">
              <a:xfrm>
                <a:off x="4065588"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3" name="ïśľíḍè"/>
              <p:cNvSpPr/>
              <p:nvPr/>
            </p:nvSpPr>
            <p:spPr bwMode="auto">
              <a:xfrm>
                <a:off x="3740151"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4" name="í$ḻîḋè"/>
              <p:cNvSpPr/>
              <p:nvPr/>
            </p:nvSpPr>
            <p:spPr bwMode="auto">
              <a:xfrm>
                <a:off x="4125913"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5" name="iṣļíḋe"/>
              <p:cNvSpPr/>
              <p:nvPr/>
            </p:nvSpPr>
            <p:spPr bwMode="auto">
              <a:xfrm>
                <a:off x="3709988"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6" name="iṩḷiḓé"/>
              <p:cNvSpPr/>
              <p:nvPr/>
            </p:nvSpPr>
            <p:spPr bwMode="auto">
              <a:xfrm>
                <a:off x="4095751"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7" name="iSľiḍè"/>
              <p:cNvSpPr/>
              <p:nvPr/>
            </p:nvSpPr>
            <p:spPr bwMode="auto">
              <a:xfrm>
                <a:off x="3663951" y="3460750"/>
                <a:ext cx="495300" cy="317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8" name="ïṩḷîḍe"/>
              <p:cNvSpPr/>
              <p:nvPr/>
            </p:nvSpPr>
            <p:spPr bwMode="auto">
              <a:xfrm>
                <a:off x="3663951" y="3473450"/>
                <a:ext cx="115888"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9" name="íšḻiḑê"/>
              <p:cNvSpPr/>
              <p:nvPr/>
            </p:nvSpPr>
            <p:spPr bwMode="auto">
              <a:xfrm>
                <a:off x="3789363" y="3473450"/>
                <a:ext cx="428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0" name="ïṩļïďè"/>
              <p:cNvSpPr/>
              <p:nvPr/>
            </p:nvSpPr>
            <p:spPr bwMode="auto">
              <a:xfrm>
                <a:off x="3851276" y="3473450"/>
                <a:ext cx="57150"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1" name="îṥlïḋê"/>
              <p:cNvSpPr/>
              <p:nvPr/>
            </p:nvSpPr>
            <p:spPr bwMode="auto">
              <a:xfrm>
                <a:off x="3917951" y="3473450"/>
                <a:ext cx="555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2" name="îṧľïdè"/>
              <p:cNvSpPr/>
              <p:nvPr/>
            </p:nvSpPr>
            <p:spPr bwMode="auto">
              <a:xfrm>
                <a:off x="3994151" y="3473450"/>
                <a:ext cx="428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3" name="iSḷîḓê"/>
              <p:cNvSpPr/>
              <p:nvPr/>
            </p:nvSpPr>
            <p:spPr bwMode="auto">
              <a:xfrm>
                <a:off x="4046538" y="3473450"/>
                <a:ext cx="11271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4" name="îślíďè"/>
              <p:cNvSpPr/>
              <p:nvPr/>
            </p:nvSpPr>
            <p:spPr bwMode="auto">
              <a:xfrm>
                <a:off x="3979863" y="3473450"/>
                <a:ext cx="7938"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5" name="iSḻïḍè"/>
              <p:cNvSpPr/>
              <p:nvPr/>
            </p:nvSpPr>
            <p:spPr bwMode="auto">
              <a:xfrm>
                <a:off x="3838576" y="3473450"/>
                <a:ext cx="6350"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6" name="ïṡliḑê"/>
              <p:cNvSpPr/>
              <p:nvPr/>
            </p:nvSpPr>
            <p:spPr bwMode="auto">
              <a:xfrm>
                <a:off x="3851276" y="3384550"/>
                <a:ext cx="26988"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97" name="islïďé"/>
              <p:cNvSpPr/>
              <p:nvPr/>
            </p:nvSpPr>
            <p:spPr bwMode="auto">
              <a:xfrm>
                <a:off x="3817938" y="3384550"/>
                <a:ext cx="26988" cy="15875"/>
              </a:xfrm>
              <a:custGeom>
                <a:avLst/>
                <a:gdLst>
                  <a:gd name="T0" fmla="*/ 7 w 8"/>
                  <a:gd name="T1" fmla="*/ 0 h 5"/>
                  <a:gd name="T2" fmla="*/ 8 w 8"/>
                  <a:gd name="T3" fmla="*/ 2 h 5"/>
                  <a:gd name="T4" fmla="*/ 1 w 8"/>
                  <a:gd name="T5" fmla="*/ 5 h 5"/>
                  <a:gd name="T6" fmla="*/ 7 w 8"/>
                  <a:gd name="T7" fmla="*/ 0 h 5"/>
                  <a:gd name="T8" fmla="*/ 7 w 8"/>
                  <a:gd name="T9" fmla="*/ 0 h 5"/>
                  <a:gd name="T10" fmla="*/ 7 w 8"/>
                  <a:gd name="T11" fmla="*/ 0 h 5"/>
                </a:gdLst>
                <a:ahLst/>
                <a:cxnLst>
                  <a:cxn ang="0">
                    <a:pos x="T0" y="T1"/>
                  </a:cxn>
                  <a:cxn ang="0">
                    <a:pos x="T2" y="T3"/>
                  </a:cxn>
                  <a:cxn ang="0">
                    <a:pos x="T4" y="T5"/>
                  </a:cxn>
                  <a:cxn ang="0">
                    <a:pos x="T6" y="T7"/>
                  </a:cxn>
                  <a:cxn ang="0">
                    <a:pos x="T8" y="T9"/>
                  </a:cxn>
                  <a:cxn ang="0">
                    <a:pos x="T10" y="T11"/>
                  </a:cxn>
                </a:cxnLst>
                <a:rect l="0" t="0" r="r" b="b"/>
                <a:pathLst>
                  <a:path w="8" h="5">
                    <a:moveTo>
                      <a:pt x="7" y="0"/>
                    </a:moveTo>
                    <a:cubicBezTo>
                      <a:pt x="8" y="2"/>
                      <a:pt x="8" y="2"/>
                      <a:pt x="8" y="2"/>
                    </a:cubicBezTo>
                    <a:cubicBezTo>
                      <a:pt x="1" y="5"/>
                      <a:pt x="1" y="5"/>
                      <a:pt x="1" y="5"/>
                    </a:cubicBezTo>
                    <a:cubicBezTo>
                      <a:pt x="1" y="5"/>
                      <a:pt x="0" y="2"/>
                      <a:pt x="7" y="0"/>
                    </a:cubicBezTo>
                    <a:close/>
                    <a:moveTo>
                      <a:pt x="7" y="0"/>
                    </a:moveTo>
                    <a:cubicBezTo>
                      <a:pt x="7" y="0"/>
                      <a:pt x="7" y="0"/>
                      <a:pt x="7"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98" name="îṥḷîdé"/>
              <p:cNvSpPr/>
              <p:nvPr/>
            </p:nvSpPr>
            <p:spPr bwMode="auto">
              <a:xfrm>
                <a:off x="3983038" y="3384550"/>
                <a:ext cx="26988" cy="15875"/>
              </a:xfrm>
              <a:custGeom>
                <a:avLst/>
                <a:gdLst>
                  <a:gd name="T0" fmla="*/ 1 w 8"/>
                  <a:gd name="T1" fmla="*/ 0 h 5"/>
                  <a:gd name="T2" fmla="*/ 0 w 8"/>
                  <a:gd name="T3" fmla="*/ 2 h 5"/>
                  <a:gd name="T4" fmla="*/ 7 w 8"/>
                  <a:gd name="T5" fmla="*/ 5 h 5"/>
                  <a:gd name="T6" fmla="*/ 1 w 8"/>
                  <a:gd name="T7" fmla="*/ 0 h 5"/>
                  <a:gd name="T8" fmla="*/ 1 w 8"/>
                  <a:gd name="T9" fmla="*/ 0 h 5"/>
                  <a:gd name="T10" fmla="*/ 1 w 8"/>
                  <a:gd name="T11" fmla="*/ 0 h 5"/>
                </a:gdLst>
                <a:ahLst/>
                <a:cxnLst>
                  <a:cxn ang="0">
                    <a:pos x="T0" y="T1"/>
                  </a:cxn>
                  <a:cxn ang="0">
                    <a:pos x="T2" y="T3"/>
                  </a:cxn>
                  <a:cxn ang="0">
                    <a:pos x="T4" y="T5"/>
                  </a:cxn>
                  <a:cxn ang="0">
                    <a:pos x="T6" y="T7"/>
                  </a:cxn>
                  <a:cxn ang="0">
                    <a:pos x="T8" y="T9"/>
                  </a:cxn>
                  <a:cxn ang="0">
                    <a:pos x="T10" y="T11"/>
                  </a:cxn>
                </a:cxnLst>
                <a:rect l="0" t="0" r="r" b="b"/>
                <a:pathLst>
                  <a:path w="8" h="5">
                    <a:moveTo>
                      <a:pt x="1" y="0"/>
                    </a:moveTo>
                    <a:cubicBezTo>
                      <a:pt x="0" y="2"/>
                      <a:pt x="0" y="2"/>
                      <a:pt x="0" y="2"/>
                    </a:cubicBezTo>
                    <a:cubicBezTo>
                      <a:pt x="7" y="5"/>
                      <a:pt x="7" y="5"/>
                      <a:pt x="7" y="5"/>
                    </a:cubicBezTo>
                    <a:cubicBezTo>
                      <a:pt x="7" y="5"/>
                      <a:pt x="8" y="2"/>
                      <a:pt x="1" y="0"/>
                    </a:cubicBezTo>
                    <a:close/>
                    <a:moveTo>
                      <a:pt x="1" y="0"/>
                    </a:moveTo>
                    <a:cubicBezTo>
                      <a:pt x="1" y="0"/>
                      <a:pt x="1" y="0"/>
                      <a:pt x="1"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99" name="isḷîḋé"/>
              <p:cNvSpPr/>
              <p:nvPr/>
            </p:nvSpPr>
            <p:spPr bwMode="auto">
              <a:xfrm>
                <a:off x="3884613" y="3384550"/>
                <a:ext cx="26988"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0" name="iśḷïḑè"/>
              <p:cNvSpPr/>
              <p:nvPr/>
            </p:nvSpPr>
            <p:spPr bwMode="auto">
              <a:xfrm>
                <a:off x="3917951" y="3384550"/>
                <a:ext cx="25400"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1" name="iṧľiďé"/>
              <p:cNvSpPr/>
              <p:nvPr/>
            </p:nvSpPr>
            <p:spPr bwMode="auto">
              <a:xfrm>
                <a:off x="3951288" y="3384550"/>
                <a:ext cx="25400"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2" name="išľïḍé"/>
              <p:cNvSpPr/>
              <p:nvPr/>
            </p:nvSpPr>
            <p:spPr bwMode="auto">
              <a:xfrm>
                <a:off x="3771901" y="3484563"/>
                <a:ext cx="7938"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3" name="îŝlîḑè"/>
              <p:cNvSpPr/>
              <p:nvPr/>
            </p:nvSpPr>
            <p:spPr bwMode="auto">
              <a:xfrm>
                <a:off x="3786188" y="3484563"/>
                <a:ext cx="46038" cy="60325"/>
              </a:xfrm>
              <a:custGeom>
                <a:avLst/>
                <a:gdLst>
                  <a:gd name="T0" fmla="*/ 8 w 29"/>
                  <a:gd name="T1" fmla="*/ 0 h 38"/>
                  <a:gd name="T2" fmla="*/ 20 w 29"/>
                  <a:gd name="T3" fmla="*/ 0 h 38"/>
                  <a:gd name="T4" fmla="*/ 29 w 29"/>
                  <a:gd name="T5" fmla="*/ 8 h 38"/>
                  <a:gd name="T6" fmla="*/ 29 w 29"/>
                  <a:gd name="T7" fmla="*/ 38 h 38"/>
                  <a:gd name="T8" fmla="*/ 0 w 29"/>
                  <a:gd name="T9" fmla="*/ 38 h 38"/>
                  <a:gd name="T10" fmla="*/ 0 w 29"/>
                  <a:gd name="T11" fmla="*/ 8 h 38"/>
                  <a:gd name="T12" fmla="*/ 8 w 29"/>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29" h="38">
                    <a:moveTo>
                      <a:pt x="8" y="0"/>
                    </a:moveTo>
                    <a:lnTo>
                      <a:pt x="20" y="0"/>
                    </a:lnTo>
                    <a:lnTo>
                      <a:pt x="29" y="8"/>
                    </a:lnTo>
                    <a:lnTo>
                      <a:pt x="29" y="38"/>
                    </a:lnTo>
                    <a:lnTo>
                      <a:pt x="0" y="38"/>
                    </a:lnTo>
                    <a:lnTo>
                      <a:pt x="0" y="8"/>
                    </a:lnTo>
                    <a:lnTo>
                      <a:pt x="8"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4" name="îṩḻíḓe"/>
              <p:cNvSpPr/>
              <p:nvPr/>
            </p:nvSpPr>
            <p:spPr bwMode="auto">
              <a:xfrm>
                <a:off x="3994151" y="3484563"/>
                <a:ext cx="46038" cy="60325"/>
              </a:xfrm>
              <a:custGeom>
                <a:avLst/>
                <a:gdLst>
                  <a:gd name="T0" fmla="*/ 8 w 29"/>
                  <a:gd name="T1" fmla="*/ 0 h 38"/>
                  <a:gd name="T2" fmla="*/ 18 w 29"/>
                  <a:gd name="T3" fmla="*/ 0 h 38"/>
                  <a:gd name="T4" fmla="*/ 29 w 29"/>
                  <a:gd name="T5" fmla="*/ 8 h 38"/>
                  <a:gd name="T6" fmla="*/ 29 w 29"/>
                  <a:gd name="T7" fmla="*/ 38 h 38"/>
                  <a:gd name="T8" fmla="*/ 0 w 29"/>
                  <a:gd name="T9" fmla="*/ 38 h 38"/>
                  <a:gd name="T10" fmla="*/ 0 w 29"/>
                  <a:gd name="T11" fmla="*/ 8 h 38"/>
                  <a:gd name="T12" fmla="*/ 8 w 29"/>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29" h="38">
                    <a:moveTo>
                      <a:pt x="8" y="0"/>
                    </a:moveTo>
                    <a:lnTo>
                      <a:pt x="18" y="0"/>
                    </a:lnTo>
                    <a:lnTo>
                      <a:pt x="29" y="8"/>
                    </a:lnTo>
                    <a:lnTo>
                      <a:pt x="29" y="38"/>
                    </a:lnTo>
                    <a:lnTo>
                      <a:pt x="0" y="38"/>
                    </a:lnTo>
                    <a:lnTo>
                      <a:pt x="0" y="8"/>
                    </a:lnTo>
                    <a:lnTo>
                      <a:pt x="8"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5" name="î$1îdè"/>
              <p:cNvSpPr/>
              <p:nvPr/>
            </p:nvSpPr>
            <p:spPr bwMode="auto">
              <a:xfrm>
                <a:off x="3851276" y="3484563"/>
                <a:ext cx="122238" cy="60325"/>
              </a:xfrm>
              <a:custGeom>
                <a:avLst/>
                <a:gdLst>
                  <a:gd name="T0" fmla="*/ 9 w 77"/>
                  <a:gd name="T1" fmla="*/ 0 h 38"/>
                  <a:gd name="T2" fmla="*/ 69 w 77"/>
                  <a:gd name="T3" fmla="*/ 0 h 38"/>
                  <a:gd name="T4" fmla="*/ 77 w 77"/>
                  <a:gd name="T5" fmla="*/ 8 h 38"/>
                  <a:gd name="T6" fmla="*/ 77 w 77"/>
                  <a:gd name="T7" fmla="*/ 38 h 38"/>
                  <a:gd name="T8" fmla="*/ 0 w 77"/>
                  <a:gd name="T9" fmla="*/ 38 h 38"/>
                  <a:gd name="T10" fmla="*/ 0 w 77"/>
                  <a:gd name="T11" fmla="*/ 8 h 38"/>
                  <a:gd name="T12" fmla="*/ 9 w 77"/>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77" h="38">
                    <a:moveTo>
                      <a:pt x="9" y="0"/>
                    </a:moveTo>
                    <a:lnTo>
                      <a:pt x="69" y="0"/>
                    </a:lnTo>
                    <a:lnTo>
                      <a:pt x="77" y="8"/>
                    </a:lnTo>
                    <a:lnTo>
                      <a:pt x="77" y="38"/>
                    </a:lnTo>
                    <a:lnTo>
                      <a:pt x="0" y="38"/>
                    </a:lnTo>
                    <a:lnTo>
                      <a:pt x="0" y="8"/>
                    </a:lnTo>
                    <a:lnTo>
                      <a:pt x="9"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6" name="iśľïḓe"/>
              <p:cNvSpPr/>
              <p:nvPr/>
            </p:nvSpPr>
            <p:spPr bwMode="auto">
              <a:xfrm>
                <a:off x="4046538" y="3484563"/>
                <a:ext cx="6350"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7" name="iṣļïḑè"/>
              <p:cNvSpPr/>
              <p:nvPr/>
            </p:nvSpPr>
            <p:spPr bwMode="auto">
              <a:xfrm>
                <a:off x="3838576" y="3484563"/>
                <a:ext cx="6350"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8" name="iṡḷidé"/>
              <p:cNvSpPr/>
              <p:nvPr/>
            </p:nvSpPr>
            <p:spPr bwMode="auto">
              <a:xfrm>
                <a:off x="3979863" y="3484563"/>
                <a:ext cx="3175"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9" name="íṡḷíḋe"/>
              <p:cNvSpPr/>
              <p:nvPr/>
            </p:nvSpPr>
            <p:spPr bwMode="auto">
              <a:xfrm>
                <a:off x="3811588" y="3551238"/>
                <a:ext cx="20478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0" name="íŝ1iḑê"/>
              <p:cNvSpPr/>
              <p:nvPr/>
            </p:nvSpPr>
            <p:spPr bwMode="auto">
              <a:xfrm>
                <a:off x="3805238" y="3557588"/>
                <a:ext cx="214313"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1" name="îṩḷiḑe"/>
              <p:cNvSpPr/>
              <p:nvPr/>
            </p:nvSpPr>
            <p:spPr bwMode="auto">
              <a:xfrm>
                <a:off x="3802063" y="3567113"/>
                <a:ext cx="220663" cy="1588"/>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2" name="iṧḻiḑê"/>
              <p:cNvSpPr/>
              <p:nvPr/>
            </p:nvSpPr>
            <p:spPr bwMode="auto">
              <a:xfrm>
                <a:off x="3802063" y="3570288"/>
                <a:ext cx="22383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3" name="ïṣḻîḋè"/>
              <p:cNvSpPr/>
              <p:nvPr/>
            </p:nvSpPr>
            <p:spPr bwMode="auto">
              <a:xfrm>
                <a:off x="3795713" y="3581400"/>
                <a:ext cx="234950"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4" name="îṡ1îḍé"/>
              <p:cNvSpPr/>
              <p:nvPr/>
            </p:nvSpPr>
            <p:spPr bwMode="auto">
              <a:xfrm>
                <a:off x="3633788" y="3587750"/>
                <a:ext cx="560388" cy="6350"/>
              </a:xfrm>
              <a:custGeom>
                <a:avLst/>
                <a:gdLst>
                  <a:gd name="T0" fmla="*/ 0 w 353"/>
                  <a:gd name="T1" fmla="*/ 0 h 4"/>
                  <a:gd name="T2" fmla="*/ 353 w 353"/>
                  <a:gd name="T3" fmla="*/ 0 h 4"/>
                  <a:gd name="T4" fmla="*/ 351 w 353"/>
                  <a:gd name="T5" fmla="*/ 4 h 4"/>
                  <a:gd name="T6" fmla="*/ 2 w 353"/>
                  <a:gd name="T7" fmla="*/ 4 h 4"/>
                  <a:gd name="T8" fmla="*/ 0 w 353"/>
                  <a:gd name="T9" fmla="*/ 0 h 4"/>
                </a:gdLst>
                <a:ahLst/>
                <a:cxnLst>
                  <a:cxn ang="0">
                    <a:pos x="T0" y="T1"/>
                  </a:cxn>
                  <a:cxn ang="0">
                    <a:pos x="T2" y="T3"/>
                  </a:cxn>
                  <a:cxn ang="0">
                    <a:pos x="T4" y="T5"/>
                  </a:cxn>
                  <a:cxn ang="0">
                    <a:pos x="T6" y="T7"/>
                  </a:cxn>
                  <a:cxn ang="0">
                    <a:pos x="T8" y="T9"/>
                  </a:cxn>
                </a:cxnLst>
                <a:rect l="0" t="0" r="r" b="b"/>
                <a:pathLst>
                  <a:path w="353" h="4">
                    <a:moveTo>
                      <a:pt x="0" y="0"/>
                    </a:moveTo>
                    <a:lnTo>
                      <a:pt x="353" y="0"/>
                    </a:lnTo>
                    <a:lnTo>
                      <a:pt x="351" y="4"/>
                    </a:lnTo>
                    <a:lnTo>
                      <a:pt x="2" y="4"/>
                    </a:lnTo>
                    <a:lnTo>
                      <a:pt x="0" y="0"/>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15" name="îš1íḑe"/>
              <p:cNvSpPr/>
              <p:nvPr/>
            </p:nvSpPr>
            <p:spPr bwMode="auto">
              <a:xfrm>
                <a:off x="3640138" y="3600450"/>
                <a:ext cx="547688" cy="6350"/>
              </a:xfrm>
              <a:custGeom>
                <a:avLst/>
                <a:gdLst>
                  <a:gd name="T0" fmla="*/ 0 w 345"/>
                  <a:gd name="T1" fmla="*/ 0 h 4"/>
                  <a:gd name="T2" fmla="*/ 345 w 345"/>
                  <a:gd name="T3" fmla="*/ 0 h 4"/>
                  <a:gd name="T4" fmla="*/ 343 w 345"/>
                  <a:gd name="T5" fmla="*/ 4 h 4"/>
                  <a:gd name="T6" fmla="*/ 2 w 345"/>
                  <a:gd name="T7" fmla="*/ 4 h 4"/>
                  <a:gd name="T8" fmla="*/ 0 w 345"/>
                  <a:gd name="T9" fmla="*/ 0 h 4"/>
                </a:gdLst>
                <a:ahLst/>
                <a:cxnLst>
                  <a:cxn ang="0">
                    <a:pos x="T0" y="T1"/>
                  </a:cxn>
                  <a:cxn ang="0">
                    <a:pos x="T2" y="T3"/>
                  </a:cxn>
                  <a:cxn ang="0">
                    <a:pos x="T4" y="T5"/>
                  </a:cxn>
                  <a:cxn ang="0">
                    <a:pos x="T6" y="T7"/>
                  </a:cxn>
                  <a:cxn ang="0">
                    <a:pos x="T8" y="T9"/>
                  </a:cxn>
                </a:cxnLst>
                <a:rect l="0" t="0" r="r" b="b"/>
                <a:pathLst>
                  <a:path w="345" h="4">
                    <a:moveTo>
                      <a:pt x="0" y="0"/>
                    </a:moveTo>
                    <a:lnTo>
                      <a:pt x="345" y="0"/>
                    </a:lnTo>
                    <a:lnTo>
                      <a:pt x="343" y="4"/>
                    </a:lnTo>
                    <a:lnTo>
                      <a:pt x="2" y="4"/>
                    </a:lnTo>
                    <a:lnTo>
                      <a:pt x="0" y="0"/>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16" name="iš1ïḍe"/>
              <p:cNvSpPr/>
              <p:nvPr/>
            </p:nvSpPr>
            <p:spPr bwMode="auto">
              <a:xfrm>
                <a:off x="3736976" y="3406775"/>
                <a:ext cx="352425" cy="4763"/>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7" name="îSḻîde"/>
              <p:cNvSpPr/>
              <p:nvPr/>
            </p:nvSpPr>
            <p:spPr bwMode="auto">
              <a:xfrm>
                <a:off x="3746501" y="3417888"/>
                <a:ext cx="3333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8" name="î$ḻîḑé"/>
              <p:cNvSpPr/>
              <p:nvPr/>
            </p:nvSpPr>
            <p:spPr bwMode="auto">
              <a:xfrm>
                <a:off x="3805238" y="3417888"/>
                <a:ext cx="211138" cy="1588"/>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9" name="íŝļïḓe"/>
              <p:cNvSpPr/>
              <p:nvPr/>
            </p:nvSpPr>
            <p:spPr bwMode="auto">
              <a:xfrm>
                <a:off x="3811588"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20" name="îS1iḍé"/>
              <p:cNvSpPr/>
              <p:nvPr/>
            </p:nvSpPr>
            <p:spPr bwMode="auto">
              <a:xfrm>
                <a:off x="3802063"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21" name="išlïdé"/>
              <p:cNvSpPr/>
              <p:nvPr/>
            </p:nvSpPr>
            <p:spPr bwMode="auto">
              <a:xfrm>
                <a:off x="3789363" y="3421063"/>
                <a:ext cx="6350"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22" name="ïSlïde"/>
              <p:cNvSpPr/>
              <p:nvPr/>
            </p:nvSpPr>
            <p:spPr bwMode="auto">
              <a:xfrm>
                <a:off x="3822701"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3" name="îşľïďe"/>
              <p:cNvSpPr/>
              <p:nvPr/>
            </p:nvSpPr>
            <p:spPr bwMode="auto">
              <a:xfrm>
                <a:off x="3832226"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4" name="ïşľíďê"/>
              <p:cNvSpPr/>
              <p:nvPr/>
            </p:nvSpPr>
            <p:spPr bwMode="auto">
              <a:xfrm>
                <a:off x="38449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5" name="íś1ïdè"/>
              <p:cNvSpPr/>
              <p:nvPr/>
            </p:nvSpPr>
            <p:spPr bwMode="auto">
              <a:xfrm>
                <a:off x="3854451"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0" y="0"/>
                      <a:pt x="1" y="0"/>
                      <a:pt x="2" y="0"/>
                    </a:cubicBezTo>
                    <a:cubicBezTo>
                      <a:pt x="2" y="3"/>
                      <a:pt x="2" y="6"/>
                      <a:pt x="2"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6" name="iṩḷiḍe"/>
              <p:cNvSpPr/>
              <p:nvPr/>
            </p:nvSpPr>
            <p:spPr bwMode="auto">
              <a:xfrm>
                <a:off x="3865563"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7" name="ïŝ1iďè"/>
              <p:cNvSpPr/>
              <p:nvPr/>
            </p:nvSpPr>
            <p:spPr bwMode="auto">
              <a:xfrm>
                <a:off x="3878263"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8" name="íṩļíḋê"/>
              <p:cNvSpPr/>
              <p:nvPr/>
            </p:nvSpPr>
            <p:spPr bwMode="auto">
              <a:xfrm>
                <a:off x="3887788"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9" name="ïṧ1ïdè"/>
              <p:cNvSpPr/>
              <p:nvPr/>
            </p:nvSpPr>
            <p:spPr bwMode="auto">
              <a:xfrm>
                <a:off x="3897313"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0" name="íŝḻîḍé"/>
              <p:cNvSpPr/>
              <p:nvPr/>
            </p:nvSpPr>
            <p:spPr bwMode="auto">
              <a:xfrm>
                <a:off x="3908426"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1" name="îşḻïḓé"/>
              <p:cNvSpPr/>
              <p:nvPr/>
            </p:nvSpPr>
            <p:spPr bwMode="auto">
              <a:xfrm>
                <a:off x="39211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2" name="íśļíďè"/>
              <p:cNvSpPr/>
              <p:nvPr/>
            </p:nvSpPr>
            <p:spPr bwMode="auto">
              <a:xfrm>
                <a:off x="3930651"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3" name="iŝ1ïdé"/>
              <p:cNvSpPr/>
              <p:nvPr/>
            </p:nvSpPr>
            <p:spPr bwMode="auto">
              <a:xfrm>
                <a:off x="3940176"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4" name="is1ídè"/>
              <p:cNvSpPr/>
              <p:nvPr/>
            </p:nvSpPr>
            <p:spPr bwMode="auto">
              <a:xfrm>
                <a:off x="3951288"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2" y="0"/>
                      <a:pt x="2" y="0"/>
                    </a:cubicBezTo>
                    <a:cubicBezTo>
                      <a:pt x="2" y="3"/>
                      <a:pt x="2" y="6"/>
                      <a:pt x="2" y="9"/>
                    </a:cubicBezTo>
                    <a:cubicBezTo>
                      <a:pt x="2"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5" name="islíďê"/>
              <p:cNvSpPr/>
              <p:nvPr/>
            </p:nvSpPr>
            <p:spPr bwMode="auto">
              <a:xfrm>
                <a:off x="3963988"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6" name="iṩlíḑê"/>
              <p:cNvSpPr/>
              <p:nvPr/>
            </p:nvSpPr>
            <p:spPr bwMode="auto">
              <a:xfrm>
                <a:off x="3973513"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7" name="îṥḷïďê"/>
              <p:cNvSpPr/>
              <p:nvPr/>
            </p:nvSpPr>
            <p:spPr bwMode="auto">
              <a:xfrm>
                <a:off x="3983038"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8" name="íṥḻïďè"/>
              <p:cNvSpPr/>
              <p:nvPr/>
            </p:nvSpPr>
            <p:spPr bwMode="auto">
              <a:xfrm>
                <a:off x="39973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9" name="íṡḷíḍè"/>
              <p:cNvSpPr/>
              <p:nvPr/>
            </p:nvSpPr>
            <p:spPr bwMode="auto">
              <a:xfrm>
                <a:off x="4006851"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0" name="î$ḷîḑé"/>
              <p:cNvSpPr/>
              <p:nvPr/>
            </p:nvSpPr>
            <p:spPr bwMode="auto">
              <a:xfrm>
                <a:off x="4016376" y="3421063"/>
                <a:ext cx="6350"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1" name="í$ľîdè"/>
              <p:cNvSpPr/>
              <p:nvPr/>
            </p:nvSpPr>
            <p:spPr bwMode="auto">
              <a:xfrm>
                <a:off x="4025901" y="3421063"/>
                <a:ext cx="7938"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2" name="iṥ1iḍè"/>
              <p:cNvSpPr/>
              <p:nvPr/>
            </p:nvSpPr>
            <p:spPr bwMode="auto">
              <a:xfrm>
                <a:off x="4040188" y="3417888"/>
                <a:ext cx="3968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3" name="ïslidé"/>
              <p:cNvSpPr/>
              <p:nvPr/>
            </p:nvSpPr>
            <p:spPr bwMode="auto">
              <a:xfrm>
                <a:off x="3679826"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4" name="íṡlïďè"/>
              <p:cNvSpPr/>
              <p:nvPr/>
            </p:nvSpPr>
            <p:spPr bwMode="auto">
              <a:xfrm>
                <a:off x="3884613" y="3490913"/>
                <a:ext cx="55563" cy="53975"/>
              </a:xfrm>
              <a:custGeom>
                <a:avLst/>
                <a:gdLst>
                  <a:gd name="T0" fmla="*/ 0 w 35"/>
                  <a:gd name="T1" fmla="*/ 0 h 34"/>
                  <a:gd name="T2" fmla="*/ 35 w 35"/>
                  <a:gd name="T3" fmla="*/ 0 h 34"/>
                  <a:gd name="T4" fmla="*/ 35 w 35"/>
                  <a:gd name="T5" fmla="*/ 34 h 34"/>
                  <a:gd name="T6" fmla="*/ 0 w 35"/>
                  <a:gd name="T7" fmla="*/ 34 h 34"/>
                  <a:gd name="T8" fmla="*/ 0 w 35"/>
                  <a:gd name="T9" fmla="*/ 0 h 34"/>
                  <a:gd name="T10" fmla="*/ 0 w 35"/>
                  <a:gd name="T11" fmla="*/ 0 h 34"/>
                  <a:gd name="T12" fmla="*/ 4 w 35"/>
                  <a:gd name="T13" fmla="*/ 8 h 34"/>
                  <a:gd name="T14" fmla="*/ 4 w 35"/>
                  <a:gd name="T15" fmla="*/ 27 h 34"/>
                  <a:gd name="T16" fmla="*/ 8 w 35"/>
                  <a:gd name="T17" fmla="*/ 27 h 34"/>
                  <a:gd name="T18" fmla="*/ 8 w 35"/>
                  <a:gd name="T19" fmla="*/ 8 h 34"/>
                  <a:gd name="T20" fmla="*/ 4 w 35"/>
                  <a:gd name="T21" fmla="*/ 8 h 34"/>
                  <a:gd name="T22" fmla="*/ 4 w 35"/>
                  <a:gd name="T23" fmla="*/ 8 h 34"/>
                  <a:gd name="T24" fmla="*/ 29 w 35"/>
                  <a:gd name="T25" fmla="*/ 8 h 34"/>
                  <a:gd name="T26" fmla="*/ 29 w 35"/>
                  <a:gd name="T27" fmla="*/ 27 h 34"/>
                  <a:gd name="T28" fmla="*/ 31 w 35"/>
                  <a:gd name="T29" fmla="*/ 27 h 34"/>
                  <a:gd name="T30" fmla="*/ 31 w 35"/>
                  <a:gd name="T31" fmla="*/ 8 h 34"/>
                  <a:gd name="T32" fmla="*/ 29 w 35"/>
                  <a:gd name="T33" fmla="*/ 8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35" h="34">
                    <a:moveTo>
                      <a:pt x="0" y="0"/>
                    </a:moveTo>
                    <a:lnTo>
                      <a:pt x="35" y="0"/>
                    </a:lnTo>
                    <a:lnTo>
                      <a:pt x="35" y="34"/>
                    </a:lnTo>
                    <a:lnTo>
                      <a:pt x="0" y="34"/>
                    </a:lnTo>
                    <a:lnTo>
                      <a:pt x="0" y="0"/>
                    </a:lnTo>
                    <a:lnTo>
                      <a:pt x="0" y="0"/>
                    </a:lnTo>
                    <a:close/>
                    <a:moveTo>
                      <a:pt x="4" y="8"/>
                    </a:moveTo>
                    <a:lnTo>
                      <a:pt x="4" y="27"/>
                    </a:lnTo>
                    <a:lnTo>
                      <a:pt x="8" y="27"/>
                    </a:lnTo>
                    <a:lnTo>
                      <a:pt x="8" y="8"/>
                    </a:lnTo>
                    <a:lnTo>
                      <a:pt x="4" y="8"/>
                    </a:lnTo>
                    <a:lnTo>
                      <a:pt x="4" y="8"/>
                    </a:lnTo>
                    <a:close/>
                    <a:moveTo>
                      <a:pt x="29" y="8"/>
                    </a:moveTo>
                    <a:lnTo>
                      <a:pt x="29" y="27"/>
                    </a:lnTo>
                    <a:lnTo>
                      <a:pt x="31" y="27"/>
                    </a:lnTo>
                    <a:lnTo>
                      <a:pt x="31" y="8"/>
                    </a:lnTo>
                    <a:lnTo>
                      <a:pt x="29" y="8"/>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45" name="iṧ1ïḓè"/>
              <p:cNvSpPr/>
              <p:nvPr/>
            </p:nvSpPr>
            <p:spPr bwMode="auto">
              <a:xfrm>
                <a:off x="3551238" y="3067050"/>
                <a:ext cx="722313" cy="727075"/>
              </a:xfrm>
              <a:custGeom>
                <a:avLst/>
                <a:gdLst>
                  <a:gd name="T0" fmla="*/ 109 w 219"/>
                  <a:gd name="T1" fmla="*/ 0 h 218"/>
                  <a:gd name="T2" fmla="*/ 219 w 219"/>
                  <a:gd name="T3" fmla="*/ 109 h 218"/>
                  <a:gd name="T4" fmla="*/ 109 w 219"/>
                  <a:gd name="T5" fmla="*/ 218 h 218"/>
                  <a:gd name="T6" fmla="*/ 0 w 219"/>
                  <a:gd name="T7" fmla="*/ 109 h 218"/>
                  <a:gd name="T8" fmla="*/ 109 w 219"/>
                  <a:gd name="T9" fmla="*/ 0 h 218"/>
                  <a:gd name="T10" fmla="*/ 109 w 219"/>
                  <a:gd name="T11" fmla="*/ 3 h 218"/>
                  <a:gd name="T12" fmla="*/ 4 w 219"/>
                  <a:gd name="T13" fmla="*/ 109 h 218"/>
                  <a:gd name="T14" fmla="*/ 109 w 219"/>
                  <a:gd name="T15" fmla="*/ 215 h 218"/>
                  <a:gd name="T16" fmla="*/ 215 w 219"/>
                  <a:gd name="T17" fmla="*/ 109 h 218"/>
                  <a:gd name="T18" fmla="*/ 109 w 219"/>
                  <a:gd name="T19" fmla="*/ 3 h 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9" h="218">
                    <a:moveTo>
                      <a:pt x="109" y="0"/>
                    </a:moveTo>
                    <a:cubicBezTo>
                      <a:pt x="170" y="0"/>
                      <a:pt x="219" y="49"/>
                      <a:pt x="219" y="109"/>
                    </a:cubicBezTo>
                    <a:cubicBezTo>
                      <a:pt x="219" y="169"/>
                      <a:pt x="170" y="218"/>
                      <a:pt x="109" y="218"/>
                    </a:cubicBezTo>
                    <a:cubicBezTo>
                      <a:pt x="49" y="218"/>
                      <a:pt x="0" y="169"/>
                      <a:pt x="0" y="109"/>
                    </a:cubicBezTo>
                    <a:cubicBezTo>
                      <a:pt x="0" y="49"/>
                      <a:pt x="49" y="0"/>
                      <a:pt x="109" y="0"/>
                    </a:cubicBezTo>
                    <a:close/>
                    <a:moveTo>
                      <a:pt x="109" y="3"/>
                    </a:moveTo>
                    <a:cubicBezTo>
                      <a:pt x="51" y="3"/>
                      <a:pt x="4" y="51"/>
                      <a:pt x="4" y="109"/>
                    </a:cubicBezTo>
                    <a:cubicBezTo>
                      <a:pt x="4" y="167"/>
                      <a:pt x="51" y="215"/>
                      <a:pt x="109" y="215"/>
                    </a:cubicBezTo>
                    <a:cubicBezTo>
                      <a:pt x="168" y="215"/>
                      <a:pt x="215" y="167"/>
                      <a:pt x="215" y="109"/>
                    </a:cubicBezTo>
                    <a:cubicBezTo>
                      <a:pt x="215" y="51"/>
                      <a:pt x="168" y="3"/>
                      <a:pt x="109" y="3"/>
                    </a:cubicBez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nvGrpSpPr>
            <p:cNvPr id="247" name="íşḷïḑe"/>
            <p:cNvGrpSpPr/>
            <p:nvPr userDrawn="1"/>
          </p:nvGrpSpPr>
          <p:grpSpPr>
            <a:xfrm>
              <a:off x="4894762" y="471192"/>
              <a:ext cx="4437911" cy="1614111"/>
              <a:chOff x="4412452" y="3106738"/>
              <a:chExt cx="2312689" cy="841148"/>
            </a:xfrm>
          </p:grpSpPr>
          <p:grpSp>
            <p:nvGrpSpPr>
              <p:cNvPr id="248" name="îṥľíḑé"/>
              <p:cNvGrpSpPr/>
              <p:nvPr/>
            </p:nvGrpSpPr>
            <p:grpSpPr>
              <a:xfrm>
                <a:off x="4422776" y="3106738"/>
                <a:ext cx="2293937" cy="617538"/>
                <a:chOff x="4422776" y="3106738"/>
                <a:chExt cx="2293937" cy="617538"/>
              </a:xfrm>
            </p:grpSpPr>
            <p:sp>
              <p:nvSpPr>
                <p:cNvPr id="265" name="išḻiḑé"/>
                <p:cNvSpPr/>
                <p:nvPr/>
              </p:nvSpPr>
              <p:spPr bwMode="auto">
                <a:xfrm>
                  <a:off x="4811713" y="3200400"/>
                  <a:ext cx="49213" cy="100013"/>
                </a:xfrm>
                <a:custGeom>
                  <a:avLst/>
                  <a:gdLst>
                    <a:gd name="T0" fmla="*/ 0 w 15"/>
                    <a:gd name="T1" fmla="*/ 1 h 30"/>
                    <a:gd name="T2" fmla="*/ 1 w 15"/>
                    <a:gd name="T3" fmla="*/ 12 h 30"/>
                    <a:gd name="T4" fmla="*/ 0 w 15"/>
                    <a:gd name="T5" fmla="*/ 21 h 30"/>
                    <a:gd name="T6" fmla="*/ 2 w 15"/>
                    <a:gd name="T7" fmla="*/ 28 h 30"/>
                    <a:gd name="T8" fmla="*/ 7 w 15"/>
                    <a:gd name="T9" fmla="*/ 30 h 30"/>
                    <a:gd name="T10" fmla="*/ 12 w 15"/>
                    <a:gd name="T11" fmla="*/ 26 h 30"/>
                    <a:gd name="T12" fmla="*/ 15 w 15"/>
                    <a:gd name="T13" fmla="*/ 18 h 30"/>
                    <a:gd name="T14" fmla="*/ 3 w 15"/>
                    <a:gd name="T15" fmla="*/ 0 h 30"/>
                    <a:gd name="T16" fmla="*/ 0 w 15"/>
                    <a:gd name="T17" fmla="*/ 1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5" h="30">
                      <a:moveTo>
                        <a:pt x="0" y="1"/>
                      </a:moveTo>
                      <a:cubicBezTo>
                        <a:pt x="1" y="12"/>
                        <a:pt x="1" y="12"/>
                        <a:pt x="1" y="12"/>
                      </a:cubicBezTo>
                      <a:cubicBezTo>
                        <a:pt x="1" y="13"/>
                        <a:pt x="0" y="18"/>
                        <a:pt x="0" y="21"/>
                      </a:cubicBezTo>
                      <a:cubicBezTo>
                        <a:pt x="0" y="24"/>
                        <a:pt x="2" y="25"/>
                        <a:pt x="2" y="28"/>
                      </a:cubicBezTo>
                      <a:cubicBezTo>
                        <a:pt x="7" y="30"/>
                        <a:pt x="7" y="30"/>
                        <a:pt x="7" y="30"/>
                      </a:cubicBezTo>
                      <a:cubicBezTo>
                        <a:pt x="9" y="27"/>
                        <a:pt x="10" y="29"/>
                        <a:pt x="12" y="26"/>
                      </a:cubicBezTo>
                      <a:cubicBezTo>
                        <a:pt x="14" y="23"/>
                        <a:pt x="14" y="21"/>
                        <a:pt x="15" y="18"/>
                      </a:cubicBezTo>
                      <a:cubicBezTo>
                        <a:pt x="12" y="7"/>
                        <a:pt x="13" y="5"/>
                        <a:pt x="3" y="0"/>
                      </a:cubicBezTo>
                      <a:lnTo>
                        <a:pt x="0" y="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6" name="íṥľíďè"/>
                <p:cNvSpPr/>
                <p:nvPr/>
              </p:nvSpPr>
              <p:spPr bwMode="auto">
                <a:xfrm>
                  <a:off x="5221288" y="3184525"/>
                  <a:ext cx="36513" cy="122238"/>
                </a:xfrm>
                <a:custGeom>
                  <a:avLst/>
                  <a:gdLst>
                    <a:gd name="T0" fmla="*/ 0 w 11"/>
                    <a:gd name="T1" fmla="*/ 3 h 37"/>
                    <a:gd name="T2" fmla="*/ 2 w 11"/>
                    <a:gd name="T3" fmla="*/ 14 h 37"/>
                    <a:gd name="T4" fmla="*/ 0 w 11"/>
                    <a:gd name="T5" fmla="*/ 33 h 37"/>
                    <a:gd name="T6" fmla="*/ 0 w 11"/>
                    <a:gd name="T7" fmla="*/ 36 h 37"/>
                    <a:gd name="T8" fmla="*/ 2 w 11"/>
                    <a:gd name="T9" fmla="*/ 37 h 37"/>
                    <a:gd name="T10" fmla="*/ 8 w 11"/>
                    <a:gd name="T11" fmla="*/ 27 h 37"/>
                    <a:gd name="T12" fmla="*/ 11 w 11"/>
                    <a:gd name="T13" fmla="*/ 17 h 37"/>
                    <a:gd name="T14" fmla="*/ 11 w 11"/>
                    <a:gd name="T15" fmla="*/ 15 h 37"/>
                    <a:gd name="T16" fmla="*/ 7 w 11"/>
                    <a:gd name="T17" fmla="*/ 2 h 37"/>
                    <a:gd name="T18" fmla="*/ 2 w 11"/>
                    <a:gd name="T19" fmla="*/ 0 h 37"/>
                    <a:gd name="T20" fmla="*/ 0 w 11"/>
                    <a:gd name="T21" fmla="*/ 3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1" h="37">
                      <a:moveTo>
                        <a:pt x="0" y="3"/>
                      </a:moveTo>
                      <a:cubicBezTo>
                        <a:pt x="2" y="14"/>
                        <a:pt x="2" y="14"/>
                        <a:pt x="2" y="14"/>
                      </a:cubicBezTo>
                      <a:cubicBezTo>
                        <a:pt x="2" y="19"/>
                        <a:pt x="0" y="27"/>
                        <a:pt x="0" y="33"/>
                      </a:cubicBezTo>
                      <a:cubicBezTo>
                        <a:pt x="0" y="36"/>
                        <a:pt x="0" y="36"/>
                        <a:pt x="0" y="36"/>
                      </a:cubicBezTo>
                      <a:cubicBezTo>
                        <a:pt x="2" y="36"/>
                        <a:pt x="1" y="37"/>
                        <a:pt x="2" y="37"/>
                      </a:cubicBezTo>
                      <a:cubicBezTo>
                        <a:pt x="3" y="37"/>
                        <a:pt x="7" y="28"/>
                        <a:pt x="8" y="27"/>
                      </a:cubicBezTo>
                      <a:cubicBezTo>
                        <a:pt x="9" y="24"/>
                        <a:pt x="11" y="21"/>
                        <a:pt x="11" y="17"/>
                      </a:cubicBezTo>
                      <a:cubicBezTo>
                        <a:pt x="11" y="15"/>
                        <a:pt x="11" y="15"/>
                        <a:pt x="11" y="15"/>
                      </a:cubicBezTo>
                      <a:cubicBezTo>
                        <a:pt x="11" y="7"/>
                        <a:pt x="8" y="7"/>
                        <a:pt x="7" y="2"/>
                      </a:cubicBezTo>
                      <a:cubicBezTo>
                        <a:pt x="2" y="0"/>
                        <a:pt x="2" y="0"/>
                        <a:pt x="2" y="0"/>
                      </a:cubicBezTo>
                      <a:cubicBezTo>
                        <a:pt x="2" y="1"/>
                        <a:pt x="0" y="1"/>
                        <a:pt x="0" y="3"/>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7" name="íś1iḑe"/>
                <p:cNvSpPr/>
                <p:nvPr/>
              </p:nvSpPr>
              <p:spPr bwMode="auto">
                <a:xfrm>
                  <a:off x="4554538" y="3251200"/>
                  <a:ext cx="119063" cy="58738"/>
                </a:xfrm>
                <a:custGeom>
                  <a:avLst/>
                  <a:gdLst>
                    <a:gd name="T0" fmla="*/ 0 w 36"/>
                    <a:gd name="T1" fmla="*/ 15 h 18"/>
                    <a:gd name="T2" fmla="*/ 2 w 36"/>
                    <a:gd name="T3" fmla="*/ 16 h 18"/>
                    <a:gd name="T4" fmla="*/ 13 w 36"/>
                    <a:gd name="T5" fmla="*/ 18 h 18"/>
                    <a:gd name="T6" fmla="*/ 16 w 36"/>
                    <a:gd name="T7" fmla="*/ 18 h 18"/>
                    <a:gd name="T8" fmla="*/ 22 w 36"/>
                    <a:gd name="T9" fmla="*/ 17 h 18"/>
                    <a:gd name="T10" fmla="*/ 23 w 36"/>
                    <a:gd name="T11" fmla="*/ 17 h 18"/>
                    <a:gd name="T12" fmla="*/ 30 w 36"/>
                    <a:gd name="T13" fmla="*/ 13 h 18"/>
                    <a:gd name="T14" fmla="*/ 36 w 36"/>
                    <a:gd name="T15" fmla="*/ 8 h 18"/>
                    <a:gd name="T16" fmla="*/ 36 w 36"/>
                    <a:gd name="T17" fmla="*/ 7 h 18"/>
                    <a:gd name="T18" fmla="*/ 36 w 36"/>
                    <a:gd name="T19" fmla="*/ 4 h 18"/>
                    <a:gd name="T20" fmla="*/ 32 w 36"/>
                    <a:gd name="T21" fmla="*/ 0 h 18"/>
                    <a:gd name="T22" fmla="*/ 24 w 36"/>
                    <a:gd name="T23" fmla="*/ 3 h 18"/>
                    <a:gd name="T24" fmla="*/ 16 w 36"/>
                    <a:gd name="T25" fmla="*/ 7 h 18"/>
                    <a:gd name="T26" fmla="*/ 0 w 36"/>
                    <a:gd name="T27" fmla="*/ 15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6" h="18">
                      <a:moveTo>
                        <a:pt x="0" y="15"/>
                      </a:moveTo>
                      <a:cubicBezTo>
                        <a:pt x="1" y="16"/>
                        <a:pt x="1" y="16"/>
                        <a:pt x="2" y="16"/>
                      </a:cubicBezTo>
                      <a:cubicBezTo>
                        <a:pt x="6" y="16"/>
                        <a:pt x="9" y="18"/>
                        <a:pt x="13" y="18"/>
                      </a:cubicBezTo>
                      <a:cubicBezTo>
                        <a:pt x="16" y="18"/>
                        <a:pt x="16" y="18"/>
                        <a:pt x="16" y="18"/>
                      </a:cubicBezTo>
                      <a:cubicBezTo>
                        <a:pt x="22" y="17"/>
                        <a:pt x="22" y="17"/>
                        <a:pt x="22" y="17"/>
                      </a:cubicBezTo>
                      <a:cubicBezTo>
                        <a:pt x="23" y="17"/>
                        <a:pt x="23" y="17"/>
                        <a:pt x="23" y="17"/>
                      </a:cubicBezTo>
                      <a:cubicBezTo>
                        <a:pt x="26" y="16"/>
                        <a:pt x="28" y="14"/>
                        <a:pt x="30" y="13"/>
                      </a:cubicBezTo>
                      <a:cubicBezTo>
                        <a:pt x="34" y="11"/>
                        <a:pt x="33" y="10"/>
                        <a:pt x="36" y="8"/>
                      </a:cubicBezTo>
                      <a:cubicBezTo>
                        <a:pt x="36" y="7"/>
                        <a:pt x="36" y="7"/>
                        <a:pt x="36" y="7"/>
                      </a:cubicBezTo>
                      <a:cubicBezTo>
                        <a:pt x="36" y="4"/>
                        <a:pt x="36" y="4"/>
                        <a:pt x="36" y="4"/>
                      </a:cubicBezTo>
                      <a:cubicBezTo>
                        <a:pt x="36" y="1"/>
                        <a:pt x="33" y="2"/>
                        <a:pt x="32" y="0"/>
                      </a:cubicBezTo>
                      <a:cubicBezTo>
                        <a:pt x="29" y="1"/>
                        <a:pt x="27" y="1"/>
                        <a:pt x="24" y="3"/>
                      </a:cubicBezTo>
                      <a:cubicBezTo>
                        <a:pt x="21" y="4"/>
                        <a:pt x="19" y="6"/>
                        <a:pt x="16" y="7"/>
                      </a:cubicBezTo>
                      <a:cubicBezTo>
                        <a:pt x="11" y="11"/>
                        <a:pt x="4" y="10"/>
                        <a:pt x="0" y="1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8" name="iṩ1iḋè"/>
                <p:cNvSpPr/>
                <p:nvPr/>
              </p:nvSpPr>
              <p:spPr bwMode="auto">
                <a:xfrm>
                  <a:off x="6359526" y="3263900"/>
                  <a:ext cx="93663" cy="139700"/>
                </a:xfrm>
                <a:custGeom>
                  <a:avLst/>
                  <a:gdLst>
                    <a:gd name="T0" fmla="*/ 15 w 28"/>
                    <a:gd name="T1" fmla="*/ 1 h 42"/>
                    <a:gd name="T2" fmla="*/ 6 w 28"/>
                    <a:gd name="T3" fmla="*/ 11 h 42"/>
                    <a:gd name="T4" fmla="*/ 6 w 28"/>
                    <a:gd name="T5" fmla="*/ 13 h 42"/>
                    <a:gd name="T6" fmla="*/ 5 w 28"/>
                    <a:gd name="T7" fmla="*/ 16 h 42"/>
                    <a:gd name="T8" fmla="*/ 6 w 28"/>
                    <a:gd name="T9" fmla="*/ 20 h 42"/>
                    <a:gd name="T10" fmla="*/ 6 w 28"/>
                    <a:gd name="T11" fmla="*/ 21 h 42"/>
                    <a:gd name="T12" fmla="*/ 0 w 28"/>
                    <a:gd name="T13" fmla="*/ 38 h 42"/>
                    <a:gd name="T14" fmla="*/ 0 w 28"/>
                    <a:gd name="T15" fmla="*/ 41 h 42"/>
                    <a:gd name="T16" fmla="*/ 3 w 28"/>
                    <a:gd name="T17" fmla="*/ 42 h 42"/>
                    <a:gd name="T18" fmla="*/ 9 w 28"/>
                    <a:gd name="T19" fmla="*/ 32 h 42"/>
                    <a:gd name="T20" fmla="*/ 12 w 28"/>
                    <a:gd name="T21" fmla="*/ 26 h 42"/>
                    <a:gd name="T22" fmla="*/ 14 w 28"/>
                    <a:gd name="T23" fmla="*/ 26 h 42"/>
                    <a:gd name="T24" fmla="*/ 20 w 28"/>
                    <a:gd name="T25" fmla="*/ 26 h 42"/>
                    <a:gd name="T26" fmla="*/ 28 w 28"/>
                    <a:gd name="T27" fmla="*/ 14 h 42"/>
                    <a:gd name="T28" fmla="*/ 28 w 28"/>
                    <a:gd name="T29" fmla="*/ 6 h 42"/>
                    <a:gd name="T30" fmla="*/ 28 w 28"/>
                    <a:gd name="T31" fmla="*/ 5 h 42"/>
                    <a:gd name="T32" fmla="*/ 27 w 28"/>
                    <a:gd name="T33" fmla="*/ 3 h 42"/>
                    <a:gd name="T34" fmla="*/ 26 w 28"/>
                    <a:gd name="T35" fmla="*/ 3 h 42"/>
                    <a:gd name="T36" fmla="*/ 24 w 28"/>
                    <a:gd name="T37" fmla="*/ 3 h 42"/>
                    <a:gd name="T38" fmla="*/ 23 w 28"/>
                    <a:gd name="T39" fmla="*/ 3 h 42"/>
                    <a:gd name="T40" fmla="*/ 20 w 28"/>
                    <a:gd name="T41" fmla="*/ 0 h 42"/>
                    <a:gd name="T42" fmla="*/ 15 w 28"/>
                    <a:gd name="T43" fmla="*/ 1 h 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 h="42">
                      <a:moveTo>
                        <a:pt x="15" y="1"/>
                      </a:moveTo>
                      <a:cubicBezTo>
                        <a:pt x="15" y="10"/>
                        <a:pt x="8" y="6"/>
                        <a:pt x="6" y="11"/>
                      </a:cubicBezTo>
                      <a:cubicBezTo>
                        <a:pt x="6" y="13"/>
                        <a:pt x="6" y="13"/>
                        <a:pt x="6" y="13"/>
                      </a:cubicBezTo>
                      <a:cubicBezTo>
                        <a:pt x="6" y="14"/>
                        <a:pt x="5" y="14"/>
                        <a:pt x="5" y="16"/>
                      </a:cubicBezTo>
                      <a:cubicBezTo>
                        <a:pt x="6" y="20"/>
                        <a:pt x="6" y="20"/>
                        <a:pt x="6" y="20"/>
                      </a:cubicBezTo>
                      <a:cubicBezTo>
                        <a:pt x="6" y="21"/>
                        <a:pt x="6" y="21"/>
                        <a:pt x="6" y="21"/>
                      </a:cubicBezTo>
                      <a:cubicBezTo>
                        <a:pt x="6" y="29"/>
                        <a:pt x="0" y="31"/>
                        <a:pt x="0" y="38"/>
                      </a:cubicBezTo>
                      <a:cubicBezTo>
                        <a:pt x="0" y="41"/>
                        <a:pt x="0" y="41"/>
                        <a:pt x="0" y="41"/>
                      </a:cubicBezTo>
                      <a:cubicBezTo>
                        <a:pt x="2" y="42"/>
                        <a:pt x="2" y="42"/>
                        <a:pt x="3" y="42"/>
                      </a:cubicBezTo>
                      <a:cubicBezTo>
                        <a:pt x="7" y="42"/>
                        <a:pt x="9" y="36"/>
                        <a:pt x="9" y="32"/>
                      </a:cubicBezTo>
                      <a:cubicBezTo>
                        <a:pt x="9" y="29"/>
                        <a:pt x="10" y="26"/>
                        <a:pt x="12" y="26"/>
                      </a:cubicBezTo>
                      <a:cubicBezTo>
                        <a:pt x="14" y="26"/>
                        <a:pt x="14" y="26"/>
                        <a:pt x="14" y="26"/>
                      </a:cubicBezTo>
                      <a:cubicBezTo>
                        <a:pt x="20" y="26"/>
                        <a:pt x="20" y="26"/>
                        <a:pt x="20" y="26"/>
                      </a:cubicBezTo>
                      <a:cubicBezTo>
                        <a:pt x="24" y="24"/>
                        <a:pt x="28" y="21"/>
                        <a:pt x="28" y="14"/>
                      </a:cubicBezTo>
                      <a:cubicBezTo>
                        <a:pt x="28" y="6"/>
                        <a:pt x="28" y="6"/>
                        <a:pt x="28" y="6"/>
                      </a:cubicBezTo>
                      <a:cubicBezTo>
                        <a:pt x="28" y="5"/>
                        <a:pt x="28" y="5"/>
                        <a:pt x="28" y="5"/>
                      </a:cubicBezTo>
                      <a:cubicBezTo>
                        <a:pt x="27" y="3"/>
                        <a:pt x="27" y="3"/>
                        <a:pt x="27" y="3"/>
                      </a:cubicBezTo>
                      <a:cubicBezTo>
                        <a:pt x="26" y="3"/>
                        <a:pt x="26" y="3"/>
                        <a:pt x="26" y="3"/>
                      </a:cubicBezTo>
                      <a:cubicBezTo>
                        <a:pt x="24" y="3"/>
                        <a:pt x="24" y="3"/>
                        <a:pt x="24" y="3"/>
                      </a:cubicBezTo>
                      <a:cubicBezTo>
                        <a:pt x="23" y="3"/>
                        <a:pt x="23" y="3"/>
                        <a:pt x="23" y="3"/>
                      </a:cubicBezTo>
                      <a:cubicBezTo>
                        <a:pt x="20" y="0"/>
                        <a:pt x="20" y="0"/>
                        <a:pt x="20" y="0"/>
                      </a:cubicBezTo>
                      <a:lnTo>
                        <a:pt x="15" y="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9" name="íṩlïḓè"/>
                <p:cNvSpPr/>
                <p:nvPr/>
              </p:nvSpPr>
              <p:spPr bwMode="auto">
                <a:xfrm>
                  <a:off x="5826126" y="3273425"/>
                  <a:ext cx="223838" cy="293688"/>
                </a:xfrm>
                <a:custGeom>
                  <a:avLst/>
                  <a:gdLst>
                    <a:gd name="T0" fmla="*/ 38 w 68"/>
                    <a:gd name="T1" fmla="*/ 16 h 88"/>
                    <a:gd name="T2" fmla="*/ 40 w 68"/>
                    <a:gd name="T3" fmla="*/ 5 h 88"/>
                    <a:gd name="T4" fmla="*/ 36 w 68"/>
                    <a:gd name="T5" fmla="*/ 1 h 88"/>
                    <a:gd name="T6" fmla="*/ 36 w 68"/>
                    <a:gd name="T7" fmla="*/ 1 h 88"/>
                    <a:gd name="T8" fmla="*/ 33 w 68"/>
                    <a:gd name="T9" fmla="*/ 0 h 88"/>
                    <a:gd name="T10" fmla="*/ 24 w 68"/>
                    <a:gd name="T11" fmla="*/ 7 h 88"/>
                    <a:gd name="T12" fmla="*/ 24 w 68"/>
                    <a:gd name="T13" fmla="*/ 8 h 88"/>
                    <a:gd name="T14" fmla="*/ 26 w 68"/>
                    <a:gd name="T15" fmla="*/ 18 h 88"/>
                    <a:gd name="T16" fmla="*/ 27 w 68"/>
                    <a:gd name="T17" fmla="*/ 28 h 88"/>
                    <a:gd name="T18" fmla="*/ 27 w 68"/>
                    <a:gd name="T19" fmla="*/ 39 h 88"/>
                    <a:gd name="T20" fmla="*/ 16 w 68"/>
                    <a:gd name="T21" fmla="*/ 48 h 88"/>
                    <a:gd name="T22" fmla="*/ 7 w 68"/>
                    <a:gd name="T23" fmla="*/ 49 h 88"/>
                    <a:gd name="T24" fmla="*/ 5 w 68"/>
                    <a:gd name="T25" fmla="*/ 49 h 88"/>
                    <a:gd name="T26" fmla="*/ 4 w 68"/>
                    <a:gd name="T27" fmla="*/ 49 h 88"/>
                    <a:gd name="T28" fmla="*/ 0 w 68"/>
                    <a:gd name="T29" fmla="*/ 54 h 88"/>
                    <a:gd name="T30" fmla="*/ 5 w 68"/>
                    <a:gd name="T31" fmla="*/ 60 h 88"/>
                    <a:gd name="T32" fmla="*/ 11 w 68"/>
                    <a:gd name="T33" fmla="*/ 60 h 88"/>
                    <a:gd name="T34" fmla="*/ 13 w 68"/>
                    <a:gd name="T35" fmla="*/ 59 h 88"/>
                    <a:gd name="T36" fmla="*/ 20 w 68"/>
                    <a:gd name="T37" fmla="*/ 66 h 88"/>
                    <a:gd name="T38" fmla="*/ 17 w 68"/>
                    <a:gd name="T39" fmla="*/ 72 h 88"/>
                    <a:gd name="T40" fmla="*/ 13 w 68"/>
                    <a:gd name="T41" fmla="*/ 76 h 88"/>
                    <a:gd name="T42" fmla="*/ 2 w 68"/>
                    <a:gd name="T43" fmla="*/ 82 h 88"/>
                    <a:gd name="T44" fmla="*/ 2 w 68"/>
                    <a:gd name="T45" fmla="*/ 83 h 88"/>
                    <a:gd name="T46" fmla="*/ 2 w 68"/>
                    <a:gd name="T47" fmla="*/ 87 h 88"/>
                    <a:gd name="T48" fmla="*/ 4 w 68"/>
                    <a:gd name="T49" fmla="*/ 88 h 88"/>
                    <a:gd name="T50" fmla="*/ 25 w 68"/>
                    <a:gd name="T51" fmla="*/ 77 h 88"/>
                    <a:gd name="T52" fmla="*/ 31 w 68"/>
                    <a:gd name="T53" fmla="*/ 69 h 88"/>
                    <a:gd name="T54" fmla="*/ 40 w 68"/>
                    <a:gd name="T55" fmla="*/ 63 h 88"/>
                    <a:gd name="T56" fmla="*/ 52 w 68"/>
                    <a:gd name="T57" fmla="*/ 70 h 88"/>
                    <a:gd name="T58" fmla="*/ 48 w 68"/>
                    <a:gd name="T59" fmla="*/ 79 h 88"/>
                    <a:gd name="T60" fmla="*/ 59 w 68"/>
                    <a:gd name="T61" fmla="*/ 81 h 88"/>
                    <a:gd name="T62" fmla="*/ 68 w 68"/>
                    <a:gd name="T63" fmla="*/ 71 h 88"/>
                    <a:gd name="T64" fmla="*/ 59 w 68"/>
                    <a:gd name="T65" fmla="*/ 62 h 88"/>
                    <a:gd name="T66" fmla="*/ 44 w 68"/>
                    <a:gd name="T67" fmla="*/ 60 h 88"/>
                    <a:gd name="T68" fmla="*/ 42 w 68"/>
                    <a:gd name="T69" fmla="*/ 60 h 88"/>
                    <a:gd name="T70" fmla="*/ 36 w 68"/>
                    <a:gd name="T71" fmla="*/ 53 h 88"/>
                    <a:gd name="T72" fmla="*/ 48 w 68"/>
                    <a:gd name="T73" fmla="*/ 42 h 88"/>
                    <a:gd name="T74" fmla="*/ 59 w 68"/>
                    <a:gd name="T75" fmla="*/ 32 h 88"/>
                    <a:gd name="T76" fmla="*/ 59 w 68"/>
                    <a:gd name="T77" fmla="*/ 30 h 88"/>
                    <a:gd name="T78" fmla="*/ 59 w 68"/>
                    <a:gd name="T79" fmla="*/ 29 h 88"/>
                    <a:gd name="T80" fmla="*/ 54 w 68"/>
                    <a:gd name="T81" fmla="*/ 26 h 88"/>
                    <a:gd name="T82" fmla="*/ 51 w 68"/>
                    <a:gd name="T83" fmla="*/ 27 h 88"/>
                    <a:gd name="T84" fmla="*/ 50 w 68"/>
                    <a:gd name="T85" fmla="*/ 27 h 88"/>
                    <a:gd name="T86" fmla="*/ 41 w 68"/>
                    <a:gd name="T87" fmla="*/ 33 h 88"/>
                    <a:gd name="T88" fmla="*/ 38 w 68"/>
                    <a:gd name="T89" fmla="*/ 28 h 88"/>
                    <a:gd name="T90" fmla="*/ 38 w 68"/>
                    <a:gd name="T91" fmla="*/ 27 h 88"/>
                    <a:gd name="T92" fmla="*/ 38 w 68"/>
                    <a:gd name="T93" fmla="*/ 16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68" h="88">
                      <a:moveTo>
                        <a:pt x="38" y="16"/>
                      </a:moveTo>
                      <a:cubicBezTo>
                        <a:pt x="39" y="11"/>
                        <a:pt x="40" y="9"/>
                        <a:pt x="40" y="5"/>
                      </a:cubicBezTo>
                      <a:cubicBezTo>
                        <a:pt x="40" y="3"/>
                        <a:pt x="38" y="1"/>
                        <a:pt x="36" y="1"/>
                      </a:cubicBezTo>
                      <a:cubicBezTo>
                        <a:pt x="36" y="1"/>
                        <a:pt x="36" y="1"/>
                        <a:pt x="36" y="1"/>
                      </a:cubicBezTo>
                      <a:cubicBezTo>
                        <a:pt x="34" y="1"/>
                        <a:pt x="34" y="1"/>
                        <a:pt x="33" y="0"/>
                      </a:cubicBezTo>
                      <a:cubicBezTo>
                        <a:pt x="28" y="3"/>
                        <a:pt x="28" y="1"/>
                        <a:pt x="24" y="7"/>
                      </a:cubicBezTo>
                      <a:cubicBezTo>
                        <a:pt x="24" y="8"/>
                        <a:pt x="24" y="8"/>
                        <a:pt x="24" y="8"/>
                      </a:cubicBezTo>
                      <a:cubicBezTo>
                        <a:pt x="24" y="12"/>
                        <a:pt x="26" y="14"/>
                        <a:pt x="26" y="18"/>
                      </a:cubicBezTo>
                      <a:cubicBezTo>
                        <a:pt x="27" y="28"/>
                        <a:pt x="27" y="28"/>
                        <a:pt x="27" y="28"/>
                      </a:cubicBezTo>
                      <a:cubicBezTo>
                        <a:pt x="27" y="39"/>
                        <a:pt x="27" y="39"/>
                        <a:pt x="27" y="39"/>
                      </a:cubicBezTo>
                      <a:cubicBezTo>
                        <a:pt x="28" y="45"/>
                        <a:pt x="22" y="48"/>
                        <a:pt x="16" y="48"/>
                      </a:cubicBezTo>
                      <a:cubicBezTo>
                        <a:pt x="7" y="49"/>
                        <a:pt x="7" y="49"/>
                        <a:pt x="7" y="49"/>
                      </a:cubicBezTo>
                      <a:cubicBezTo>
                        <a:pt x="5" y="49"/>
                        <a:pt x="5" y="49"/>
                        <a:pt x="5" y="49"/>
                      </a:cubicBezTo>
                      <a:cubicBezTo>
                        <a:pt x="4" y="49"/>
                        <a:pt x="4" y="49"/>
                        <a:pt x="4" y="49"/>
                      </a:cubicBezTo>
                      <a:cubicBezTo>
                        <a:pt x="2" y="50"/>
                        <a:pt x="0" y="51"/>
                        <a:pt x="0" y="54"/>
                      </a:cubicBezTo>
                      <a:cubicBezTo>
                        <a:pt x="0" y="56"/>
                        <a:pt x="3" y="60"/>
                        <a:pt x="5" y="60"/>
                      </a:cubicBezTo>
                      <a:cubicBezTo>
                        <a:pt x="11" y="60"/>
                        <a:pt x="11" y="60"/>
                        <a:pt x="11" y="60"/>
                      </a:cubicBezTo>
                      <a:cubicBezTo>
                        <a:pt x="12" y="60"/>
                        <a:pt x="12" y="60"/>
                        <a:pt x="13" y="59"/>
                      </a:cubicBezTo>
                      <a:cubicBezTo>
                        <a:pt x="17" y="62"/>
                        <a:pt x="17" y="60"/>
                        <a:pt x="20" y="66"/>
                      </a:cubicBezTo>
                      <a:cubicBezTo>
                        <a:pt x="18" y="69"/>
                        <a:pt x="20" y="68"/>
                        <a:pt x="17" y="72"/>
                      </a:cubicBezTo>
                      <a:cubicBezTo>
                        <a:pt x="15" y="73"/>
                        <a:pt x="15" y="75"/>
                        <a:pt x="13" y="76"/>
                      </a:cubicBezTo>
                      <a:cubicBezTo>
                        <a:pt x="8" y="79"/>
                        <a:pt x="7" y="80"/>
                        <a:pt x="2" y="82"/>
                      </a:cubicBezTo>
                      <a:cubicBezTo>
                        <a:pt x="2" y="83"/>
                        <a:pt x="2" y="83"/>
                        <a:pt x="2" y="83"/>
                      </a:cubicBezTo>
                      <a:cubicBezTo>
                        <a:pt x="2" y="87"/>
                        <a:pt x="2" y="87"/>
                        <a:pt x="2" y="87"/>
                      </a:cubicBezTo>
                      <a:cubicBezTo>
                        <a:pt x="4" y="87"/>
                        <a:pt x="3" y="88"/>
                        <a:pt x="4" y="88"/>
                      </a:cubicBezTo>
                      <a:cubicBezTo>
                        <a:pt x="13" y="88"/>
                        <a:pt x="20" y="82"/>
                        <a:pt x="25" y="77"/>
                      </a:cubicBezTo>
                      <a:cubicBezTo>
                        <a:pt x="26" y="76"/>
                        <a:pt x="30" y="71"/>
                        <a:pt x="31" y="69"/>
                      </a:cubicBezTo>
                      <a:cubicBezTo>
                        <a:pt x="33" y="65"/>
                        <a:pt x="35" y="63"/>
                        <a:pt x="40" y="63"/>
                      </a:cubicBezTo>
                      <a:cubicBezTo>
                        <a:pt x="45" y="63"/>
                        <a:pt x="49" y="67"/>
                        <a:pt x="52" y="70"/>
                      </a:cubicBezTo>
                      <a:cubicBezTo>
                        <a:pt x="48" y="79"/>
                        <a:pt x="48" y="79"/>
                        <a:pt x="48" y="79"/>
                      </a:cubicBezTo>
                      <a:cubicBezTo>
                        <a:pt x="50" y="79"/>
                        <a:pt x="58" y="81"/>
                        <a:pt x="59" y="81"/>
                      </a:cubicBezTo>
                      <a:cubicBezTo>
                        <a:pt x="65" y="81"/>
                        <a:pt x="67" y="76"/>
                        <a:pt x="68" y="71"/>
                      </a:cubicBezTo>
                      <a:cubicBezTo>
                        <a:pt x="67" y="65"/>
                        <a:pt x="63" y="64"/>
                        <a:pt x="59" y="62"/>
                      </a:cubicBezTo>
                      <a:cubicBezTo>
                        <a:pt x="53" y="59"/>
                        <a:pt x="51" y="60"/>
                        <a:pt x="44" y="60"/>
                      </a:cubicBezTo>
                      <a:cubicBezTo>
                        <a:pt x="43" y="60"/>
                        <a:pt x="43" y="60"/>
                        <a:pt x="42" y="60"/>
                      </a:cubicBezTo>
                      <a:cubicBezTo>
                        <a:pt x="40" y="59"/>
                        <a:pt x="36" y="56"/>
                        <a:pt x="36" y="53"/>
                      </a:cubicBezTo>
                      <a:cubicBezTo>
                        <a:pt x="36" y="51"/>
                        <a:pt x="45" y="44"/>
                        <a:pt x="48" y="42"/>
                      </a:cubicBezTo>
                      <a:cubicBezTo>
                        <a:pt x="50" y="41"/>
                        <a:pt x="59" y="34"/>
                        <a:pt x="59" y="32"/>
                      </a:cubicBezTo>
                      <a:cubicBezTo>
                        <a:pt x="59" y="30"/>
                        <a:pt x="59" y="30"/>
                        <a:pt x="59" y="30"/>
                      </a:cubicBezTo>
                      <a:cubicBezTo>
                        <a:pt x="59" y="29"/>
                        <a:pt x="59" y="29"/>
                        <a:pt x="59" y="29"/>
                      </a:cubicBezTo>
                      <a:cubicBezTo>
                        <a:pt x="54" y="26"/>
                        <a:pt x="54" y="26"/>
                        <a:pt x="54" y="26"/>
                      </a:cubicBezTo>
                      <a:cubicBezTo>
                        <a:pt x="53" y="27"/>
                        <a:pt x="53" y="27"/>
                        <a:pt x="51" y="27"/>
                      </a:cubicBezTo>
                      <a:cubicBezTo>
                        <a:pt x="50" y="27"/>
                        <a:pt x="50" y="27"/>
                        <a:pt x="50" y="27"/>
                      </a:cubicBezTo>
                      <a:cubicBezTo>
                        <a:pt x="46" y="32"/>
                        <a:pt x="46" y="30"/>
                        <a:pt x="41" y="33"/>
                      </a:cubicBezTo>
                      <a:cubicBezTo>
                        <a:pt x="40" y="31"/>
                        <a:pt x="39" y="30"/>
                        <a:pt x="38" y="28"/>
                      </a:cubicBezTo>
                      <a:cubicBezTo>
                        <a:pt x="38" y="27"/>
                        <a:pt x="38" y="27"/>
                        <a:pt x="38" y="27"/>
                      </a:cubicBezTo>
                      <a:lnTo>
                        <a:pt x="38" y="16"/>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0" name="ísḷïďè"/>
                <p:cNvSpPr/>
                <p:nvPr/>
              </p:nvSpPr>
              <p:spPr bwMode="auto">
                <a:xfrm>
                  <a:off x="4518026" y="3506788"/>
                  <a:ext cx="53975" cy="71438"/>
                </a:xfrm>
                <a:custGeom>
                  <a:avLst/>
                  <a:gdLst>
                    <a:gd name="T0" fmla="*/ 14 w 16"/>
                    <a:gd name="T1" fmla="*/ 17 h 21"/>
                    <a:gd name="T2" fmla="*/ 16 w 16"/>
                    <a:gd name="T3" fmla="*/ 12 h 21"/>
                    <a:gd name="T4" fmla="*/ 11 w 16"/>
                    <a:gd name="T5" fmla="*/ 5 h 21"/>
                    <a:gd name="T6" fmla="*/ 5 w 16"/>
                    <a:gd name="T7" fmla="*/ 0 h 21"/>
                    <a:gd name="T8" fmla="*/ 2 w 16"/>
                    <a:gd name="T9" fmla="*/ 4 h 21"/>
                    <a:gd name="T10" fmla="*/ 2 w 16"/>
                    <a:gd name="T11" fmla="*/ 5 h 21"/>
                    <a:gd name="T12" fmla="*/ 2 w 16"/>
                    <a:gd name="T13" fmla="*/ 8 h 21"/>
                    <a:gd name="T14" fmla="*/ 2 w 16"/>
                    <a:gd name="T15" fmla="*/ 9 h 21"/>
                    <a:gd name="T16" fmla="*/ 0 w 16"/>
                    <a:gd name="T17" fmla="*/ 17 h 21"/>
                    <a:gd name="T18" fmla="*/ 3 w 16"/>
                    <a:gd name="T19" fmla="*/ 21 h 21"/>
                    <a:gd name="T20" fmla="*/ 4 w 16"/>
                    <a:gd name="T21" fmla="*/ 21 h 21"/>
                    <a:gd name="T22" fmla="*/ 5 w 16"/>
                    <a:gd name="T23" fmla="*/ 21 h 21"/>
                    <a:gd name="T24" fmla="*/ 14 w 16"/>
                    <a:gd name="T25" fmla="*/ 17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1">
                      <a:moveTo>
                        <a:pt x="14" y="17"/>
                      </a:moveTo>
                      <a:cubicBezTo>
                        <a:pt x="14" y="15"/>
                        <a:pt x="16" y="13"/>
                        <a:pt x="16" y="12"/>
                      </a:cubicBezTo>
                      <a:cubicBezTo>
                        <a:pt x="16" y="11"/>
                        <a:pt x="12" y="7"/>
                        <a:pt x="11" y="5"/>
                      </a:cubicBezTo>
                      <a:cubicBezTo>
                        <a:pt x="11" y="3"/>
                        <a:pt x="8" y="0"/>
                        <a:pt x="5" y="0"/>
                      </a:cubicBezTo>
                      <a:cubicBezTo>
                        <a:pt x="4" y="0"/>
                        <a:pt x="3" y="3"/>
                        <a:pt x="2" y="4"/>
                      </a:cubicBezTo>
                      <a:cubicBezTo>
                        <a:pt x="2" y="5"/>
                        <a:pt x="2" y="5"/>
                        <a:pt x="2" y="5"/>
                      </a:cubicBezTo>
                      <a:cubicBezTo>
                        <a:pt x="2" y="8"/>
                        <a:pt x="2" y="8"/>
                        <a:pt x="2" y="8"/>
                      </a:cubicBezTo>
                      <a:cubicBezTo>
                        <a:pt x="2" y="9"/>
                        <a:pt x="2" y="9"/>
                        <a:pt x="2" y="9"/>
                      </a:cubicBezTo>
                      <a:cubicBezTo>
                        <a:pt x="1" y="11"/>
                        <a:pt x="0" y="14"/>
                        <a:pt x="0" y="17"/>
                      </a:cubicBezTo>
                      <a:cubicBezTo>
                        <a:pt x="0" y="19"/>
                        <a:pt x="1" y="20"/>
                        <a:pt x="3" y="21"/>
                      </a:cubicBezTo>
                      <a:cubicBezTo>
                        <a:pt x="4" y="21"/>
                        <a:pt x="4" y="21"/>
                        <a:pt x="4" y="21"/>
                      </a:cubicBezTo>
                      <a:cubicBezTo>
                        <a:pt x="5" y="21"/>
                        <a:pt x="5" y="21"/>
                        <a:pt x="5" y="21"/>
                      </a:cubicBezTo>
                      <a:cubicBezTo>
                        <a:pt x="7" y="21"/>
                        <a:pt x="11" y="17"/>
                        <a:pt x="14" y="17"/>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1" name="îṧļîḓé"/>
                <p:cNvSpPr/>
                <p:nvPr/>
              </p:nvSpPr>
              <p:spPr bwMode="auto">
                <a:xfrm>
                  <a:off x="5319713" y="3133725"/>
                  <a:ext cx="222250" cy="500063"/>
                </a:xfrm>
                <a:custGeom>
                  <a:avLst/>
                  <a:gdLst>
                    <a:gd name="T0" fmla="*/ 47 w 67"/>
                    <a:gd name="T1" fmla="*/ 96 h 150"/>
                    <a:gd name="T2" fmla="*/ 51 w 67"/>
                    <a:gd name="T3" fmla="*/ 96 h 150"/>
                    <a:gd name="T4" fmla="*/ 46 w 67"/>
                    <a:gd name="T5" fmla="*/ 114 h 150"/>
                    <a:gd name="T6" fmla="*/ 42 w 67"/>
                    <a:gd name="T7" fmla="*/ 113 h 150"/>
                    <a:gd name="T8" fmla="*/ 39 w 67"/>
                    <a:gd name="T9" fmla="*/ 108 h 150"/>
                    <a:gd name="T10" fmla="*/ 21 w 67"/>
                    <a:gd name="T11" fmla="*/ 78 h 150"/>
                    <a:gd name="T12" fmla="*/ 29 w 67"/>
                    <a:gd name="T13" fmla="*/ 73 h 150"/>
                    <a:gd name="T14" fmla="*/ 32 w 67"/>
                    <a:gd name="T15" fmla="*/ 74 h 150"/>
                    <a:gd name="T16" fmla="*/ 32 w 67"/>
                    <a:gd name="T17" fmla="*/ 77 h 150"/>
                    <a:gd name="T18" fmla="*/ 32 w 67"/>
                    <a:gd name="T19" fmla="*/ 79 h 150"/>
                    <a:gd name="T20" fmla="*/ 21 w 67"/>
                    <a:gd name="T21" fmla="*/ 78 h 150"/>
                    <a:gd name="T22" fmla="*/ 53 w 67"/>
                    <a:gd name="T23" fmla="*/ 118 h 150"/>
                    <a:gd name="T24" fmla="*/ 66 w 67"/>
                    <a:gd name="T25" fmla="*/ 108 h 150"/>
                    <a:gd name="T26" fmla="*/ 60 w 67"/>
                    <a:gd name="T27" fmla="*/ 98 h 150"/>
                    <a:gd name="T28" fmla="*/ 51 w 67"/>
                    <a:gd name="T29" fmla="*/ 82 h 150"/>
                    <a:gd name="T30" fmla="*/ 47 w 67"/>
                    <a:gd name="T31" fmla="*/ 71 h 150"/>
                    <a:gd name="T32" fmla="*/ 60 w 67"/>
                    <a:gd name="T33" fmla="*/ 58 h 150"/>
                    <a:gd name="T34" fmla="*/ 53 w 67"/>
                    <a:gd name="T35" fmla="*/ 52 h 150"/>
                    <a:gd name="T36" fmla="*/ 44 w 67"/>
                    <a:gd name="T37" fmla="*/ 50 h 150"/>
                    <a:gd name="T38" fmla="*/ 48 w 67"/>
                    <a:gd name="T39" fmla="*/ 38 h 150"/>
                    <a:gd name="T40" fmla="*/ 66 w 67"/>
                    <a:gd name="T41" fmla="*/ 17 h 150"/>
                    <a:gd name="T42" fmla="*/ 66 w 67"/>
                    <a:gd name="T43" fmla="*/ 13 h 150"/>
                    <a:gd name="T44" fmla="*/ 56 w 67"/>
                    <a:gd name="T45" fmla="*/ 1 h 150"/>
                    <a:gd name="T46" fmla="*/ 55 w 67"/>
                    <a:gd name="T47" fmla="*/ 7 h 150"/>
                    <a:gd name="T48" fmla="*/ 50 w 67"/>
                    <a:gd name="T49" fmla="*/ 18 h 150"/>
                    <a:gd name="T50" fmla="*/ 42 w 67"/>
                    <a:gd name="T51" fmla="*/ 15 h 150"/>
                    <a:gd name="T52" fmla="*/ 40 w 67"/>
                    <a:gd name="T53" fmla="*/ 15 h 150"/>
                    <a:gd name="T54" fmla="*/ 41 w 67"/>
                    <a:gd name="T55" fmla="*/ 26 h 150"/>
                    <a:gd name="T56" fmla="*/ 41 w 67"/>
                    <a:gd name="T57" fmla="*/ 30 h 150"/>
                    <a:gd name="T58" fmla="*/ 37 w 67"/>
                    <a:gd name="T59" fmla="*/ 33 h 150"/>
                    <a:gd name="T60" fmla="*/ 30 w 67"/>
                    <a:gd name="T61" fmla="*/ 29 h 150"/>
                    <a:gd name="T62" fmla="*/ 9 w 67"/>
                    <a:gd name="T63" fmla="*/ 50 h 150"/>
                    <a:gd name="T64" fmla="*/ 4 w 67"/>
                    <a:gd name="T65" fmla="*/ 59 h 150"/>
                    <a:gd name="T66" fmla="*/ 23 w 67"/>
                    <a:gd name="T67" fmla="*/ 51 h 150"/>
                    <a:gd name="T68" fmla="*/ 30 w 67"/>
                    <a:gd name="T69" fmla="*/ 58 h 150"/>
                    <a:gd name="T70" fmla="*/ 26 w 67"/>
                    <a:gd name="T71" fmla="*/ 65 h 150"/>
                    <a:gd name="T72" fmla="*/ 19 w 67"/>
                    <a:gd name="T73" fmla="*/ 64 h 150"/>
                    <a:gd name="T74" fmla="*/ 16 w 67"/>
                    <a:gd name="T75" fmla="*/ 67 h 150"/>
                    <a:gd name="T76" fmla="*/ 16 w 67"/>
                    <a:gd name="T77" fmla="*/ 72 h 150"/>
                    <a:gd name="T78" fmla="*/ 3 w 67"/>
                    <a:gd name="T79" fmla="*/ 105 h 150"/>
                    <a:gd name="T80" fmla="*/ 6 w 67"/>
                    <a:gd name="T81" fmla="*/ 110 h 150"/>
                    <a:gd name="T82" fmla="*/ 9 w 67"/>
                    <a:gd name="T83" fmla="*/ 111 h 150"/>
                    <a:gd name="T84" fmla="*/ 24 w 67"/>
                    <a:gd name="T85" fmla="*/ 89 h 150"/>
                    <a:gd name="T86" fmla="*/ 32 w 67"/>
                    <a:gd name="T87" fmla="*/ 93 h 150"/>
                    <a:gd name="T88" fmla="*/ 32 w 67"/>
                    <a:gd name="T89" fmla="*/ 96 h 150"/>
                    <a:gd name="T90" fmla="*/ 29 w 67"/>
                    <a:gd name="T91" fmla="*/ 113 h 150"/>
                    <a:gd name="T92" fmla="*/ 29 w 67"/>
                    <a:gd name="T93" fmla="*/ 115 h 150"/>
                    <a:gd name="T94" fmla="*/ 22 w 67"/>
                    <a:gd name="T95" fmla="*/ 122 h 150"/>
                    <a:gd name="T96" fmla="*/ 10 w 67"/>
                    <a:gd name="T97" fmla="*/ 124 h 150"/>
                    <a:gd name="T98" fmla="*/ 15 w 67"/>
                    <a:gd name="T99" fmla="*/ 144 h 150"/>
                    <a:gd name="T100" fmla="*/ 17 w 67"/>
                    <a:gd name="T101" fmla="*/ 150 h 150"/>
                    <a:gd name="T102" fmla="*/ 38 w 67"/>
                    <a:gd name="T103" fmla="*/ 125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67" h="150">
                      <a:moveTo>
                        <a:pt x="39" y="107"/>
                      </a:moveTo>
                      <a:cubicBezTo>
                        <a:pt x="39" y="103"/>
                        <a:pt x="44" y="96"/>
                        <a:pt x="47" y="96"/>
                      </a:cubicBezTo>
                      <a:cubicBezTo>
                        <a:pt x="50" y="96"/>
                        <a:pt x="50" y="96"/>
                        <a:pt x="50" y="96"/>
                      </a:cubicBezTo>
                      <a:cubicBezTo>
                        <a:pt x="51" y="96"/>
                        <a:pt x="51" y="96"/>
                        <a:pt x="51" y="96"/>
                      </a:cubicBezTo>
                      <a:cubicBezTo>
                        <a:pt x="53" y="98"/>
                        <a:pt x="55" y="101"/>
                        <a:pt x="55" y="104"/>
                      </a:cubicBezTo>
                      <a:cubicBezTo>
                        <a:pt x="55" y="108"/>
                        <a:pt x="49" y="112"/>
                        <a:pt x="46" y="114"/>
                      </a:cubicBezTo>
                      <a:cubicBezTo>
                        <a:pt x="45" y="114"/>
                        <a:pt x="45" y="113"/>
                        <a:pt x="43" y="113"/>
                      </a:cubicBezTo>
                      <a:cubicBezTo>
                        <a:pt x="42" y="113"/>
                        <a:pt x="42" y="113"/>
                        <a:pt x="42" y="113"/>
                      </a:cubicBezTo>
                      <a:cubicBezTo>
                        <a:pt x="39" y="109"/>
                        <a:pt x="39" y="109"/>
                        <a:pt x="39" y="109"/>
                      </a:cubicBezTo>
                      <a:cubicBezTo>
                        <a:pt x="39" y="108"/>
                        <a:pt x="39" y="108"/>
                        <a:pt x="39" y="108"/>
                      </a:cubicBezTo>
                      <a:cubicBezTo>
                        <a:pt x="39" y="107"/>
                        <a:pt x="39" y="107"/>
                        <a:pt x="39" y="107"/>
                      </a:cubicBezTo>
                      <a:close/>
                      <a:moveTo>
                        <a:pt x="21" y="78"/>
                      </a:moveTo>
                      <a:cubicBezTo>
                        <a:pt x="21" y="77"/>
                        <a:pt x="25" y="73"/>
                        <a:pt x="26" y="73"/>
                      </a:cubicBezTo>
                      <a:cubicBezTo>
                        <a:pt x="27" y="73"/>
                        <a:pt x="27" y="73"/>
                        <a:pt x="29" y="73"/>
                      </a:cubicBezTo>
                      <a:cubicBezTo>
                        <a:pt x="30" y="73"/>
                        <a:pt x="30" y="73"/>
                        <a:pt x="30" y="73"/>
                      </a:cubicBezTo>
                      <a:cubicBezTo>
                        <a:pt x="32" y="74"/>
                        <a:pt x="32" y="74"/>
                        <a:pt x="32" y="74"/>
                      </a:cubicBezTo>
                      <a:cubicBezTo>
                        <a:pt x="32" y="76"/>
                        <a:pt x="32" y="76"/>
                        <a:pt x="32" y="76"/>
                      </a:cubicBezTo>
                      <a:cubicBezTo>
                        <a:pt x="32" y="77"/>
                        <a:pt x="32" y="77"/>
                        <a:pt x="32" y="77"/>
                      </a:cubicBezTo>
                      <a:cubicBezTo>
                        <a:pt x="32" y="78"/>
                        <a:pt x="32" y="78"/>
                        <a:pt x="32" y="78"/>
                      </a:cubicBezTo>
                      <a:cubicBezTo>
                        <a:pt x="32" y="79"/>
                        <a:pt x="32" y="79"/>
                        <a:pt x="32" y="79"/>
                      </a:cubicBezTo>
                      <a:cubicBezTo>
                        <a:pt x="31" y="82"/>
                        <a:pt x="29" y="83"/>
                        <a:pt x="25" y="83"/>
                      </a:cubicBezTo>
                      <a:cubicBezTo>
                        <a:pt x="23" y="83"/>
                        <a:pt x="21" y="81"/>
                        <a:pt x="21" y="78"/>
                      </a:cubicBezTo>
                      <a:close/>
                      <a:moveTo>
                        <a:pt x="38" y="125"/>
                      </a:moveTo>
                      <a:cubicBezTo>
                        <a:pt x="43" y="122"/>
                        <a:pt x="47" y="120"/>
                        <a:pt x="53" y="118"/>
                      </a:cubicBezTo>
                      <a:cubicBezTo>
                        <a:pt x="57" y="116"/>
                        <a:pt x="57" y="116"/>
                        <a:pt x="60" y="114"/>
                      </a:cubicBezTo>
                      <a:cubicBezTo>
                        <a:pt x="64" y="111"/>
                        <a:pt x="63" y="110"/>
                        <a:pt x="66" y="108"/>
                      </a:cubicBezTo>
                      <a:cubicBezTo>
                        <a:pt x="67" y="104"/>
                        <a:pt x="67" y="104"/>
                        <a:pt x="67" y="104"/>
                      </a:cubicBezTo>
                      <a:cubicBezTo>
                        <a:pt x="64" y="100"/>
                        <a:pt x="64" y="101"/>
                        <a:pt x="60" y="98"/>
                      </a:cubicBezTo>
                      <a:cubicBezTo>
                        <a:pt x="58" y="96"/>
                        <a:pt x="55" y="95"/>
                        <a:pt x="54" y="92"/>
                      </a:cubicBezTo>
                      <a:cubicBezTo>
                        <a:pt x="53" y="88"/>
                        <a:pt x="53" y="84"/>
                        <a:pt x="51" y="82"/>
                      </a:cubicBezTo>
                      <a:cubicBezTo>
                        <a:pt x="49" y="79"/>
                        <a:pt x="47" y="77"/>
                        <a:pt x="47" y="73"/>
                      </a:cubicBezTo>
                      <a:cubicBezTo>
                        <a:pt x="47" y="72"/>
                        <a:pt x="47" y="72"/>
                        <a:pt x="47" y="71"/>
                      </a:cubicBezTo>
                      <a:cubicBezTo>
                        <a:pt x="49" y="67"/>
                        <a:pt x="47" y="67"/>
                        <a:pt x="53" y="64"/>
                      </a:cubicBezTo>
                      <a:cubicBezTo>
                        <a:pt x="55" y="64"/>
                        <a:pt x="60" y="60"/>
                        <a:pt x="60" y="58"/>
                      </a:cubicBezTo>
                      <a:cubicBezTo>
                        <a:pt x="60" y="55"/>
                        <a:pt x="60" y="55"/>
                        <a:pt x="60" y="55"/>
                      </a:cubicBezTo>
                      <a:cubicBezTo>
                        <a:pt x="60" y="53"/>
                        <a:pt x="56" y="51"/>
                        <a:pt x="53" y="52"/>
                      </a:cubicBezTo>
                      <a:cubicBezTo>
                        <a:pt x="47" y="52"/>
                        <a:pt x="47" y="52"/>
                        <a:pt x="47" y="52"/>
                      </a:cubicBezTo>
                      <a:cubicBezTo>
                        <a:pt x="46" y="52"/>
                        <a:pt x="45" y="51"/>
                        <a:pt x="44" y="50"/>
                      </a:cubicBezTo>
                      <a:cubicBezTo>
                        <a:pt x="44" y="47"/>
                        <a:pt x="44" y="47"/>
                        <a:pt x="44" y="47"/>
                      </a:cubicBezTo>
                      <a:cubicBezTo>
                        <a:pt x="44" y="44"/>
                        <a:pt x="47" y="41"/>
                        <a:pt x="48" y="38"/>
                      </a:cubicBezTo>
                      <a:cubicBezTo>
                        <a:pt x="49" y="34"/>
                        <a:pt x="50" y="33"/>
                        <a:pt x="53" y="30"/>
                      </a:cubicBezTo>
                      <a:cubicBezTo>
                        <a:pt x="56" y="27"/>
                        <a:pt x="66" y="22"/>
                        <a:pt x="66" y="17"/>
                      </a:cubicBezTo>
                      <a:cubicBezTo>
                        <a:pt x="66" y="14"/>
                        <a:pt x="66" y="14"/>
                        <a:pt x="66" y="14"/>
                      </a:cubicBezTo>
                      <a:cubicBezTo>
                        <a:pt x="66" y="13"/>
                        <a:pt x="66" y="13"/>
                        <a:pt x="66" y="13"/>
                      </a:cubicBezTo>
                      <a:cubicBezTo>
                        <a:pt x="65" y="10"/>
                        <a:pt x="62" y="0"/>
                        <a:pt x="58" y="0"/>
                      </a:cubicBezTo>
                      <a:cubicBezTo>
                        <a:pt x="57" y="0"/>
                        <a:pt x="57" y="0"/>
                        <a:pt x="56" y="1"/>
                      </a:cubicBezTo>
                      <a:cubicBezTo>
                        <a:pt x="56" y="3"/>
                        <a:pt x="55" y="3"/>
                        <a:pt x="55" y="5"/>
                      </a:cubicBezTo>
                      <a:cubicBezTo>
                        <a:pt x="55" y="7"/>
                        <a:pt x="55" y="7"/>
                        <a:pt x="55" y="7"/>
                      </a:cubicBezTo>
                      <a:cubicBezTo>
                        <a:pt x="55" y="11"/>
                        <a:pt x="53" y="15"/>
                        <a:pt x="51" y="18"/>
                      </a:cubicBezTo>
                      <a:cubicBezTo>
                        <a:pt x="50" y="18"/>
                        <a:pt x="50" y="18"/>
                        <a:pt x="50" y="18"/>
                      </a:cubicBezTo>
                      <a:cubicBezTo>
                        <a:pt x="48" y="18"/>
                        <a:pt x="48" y="18"/>
                        <a:pt x="47" y="19"/>
                      </a:cubicBezTo>
                      <a:cubicBezTo>
                        <a:pt x="42" y="15"/>
                        <a:pt x="42" y="15"/>
                        <a:pt x="42" y="15"/>
                      </a:cubicBezTo>
                      <a:cubicBezTo>
                        <a:pt x="41" y="15"/>
                        <a:pt x="41" y="15"/>
                        <a:pt x="41" y="15"/>
                      </a:cubicBezTo>
                      <a:cubicBezTo>
                        <a:pt x="40" y="15"/>
                        <a:pt x="40" y="15"/>
                        <a:pt x="40" y="15"/>
                      </a:cubicBezTo>
                      <a:cubicBezTo>
                        <a:pt x="39" y="15"/>
                        <a:pt x="38" y="16"/>
                        <a:pt x="38" y="17"/>
                      </a:cubicBezTo>
                      <a:cubicBezTo>
                        <a:pt x="38" y="19"/>
                        <a:pt x="41" y="22"/>
                        <a:pt x="41" y="26"/>
                      </a:cubicBezTo>
                      <a:cubicBezTo>
                        <a:pt x="41" y="29"/>
                        <a:pt x="41" y="29"/>
                        <a:pt x="41" y="29"/>
                      </a:cubicBezTo>
                      <a:cubicBezTo>
                        <a:pt x="41" y="30"/>
                        <a:pt x="41" y="30"/>
                        <a:pt x="41" y="30"/>
                      </a:cubicBezTo>
                      <a:cubicBezTo>
                        <a:pt x="38" y="33"/>
                        <a:pt x="38" y="33"/>
                        <a:pt x="38" y="33"/>
                      </a:cubicBezTo>
                      <a:cubicBezTo>
                        <a:pt x="37" y="33"/>
                        <a:pt x="37" y="33"/>
                        <a:pt x="37" y="33"/>
                      </a:cubicBezTo>
                      <a:cubicBezTo>
                        <a:pt x="35" y="33"/>
                        <a:pt x="35" y="34"/>
                        <a:pt x="34" y="34"/>
                      </a:cubicBezTo>
                      <a:cubicBezTo>
                        <a:pt x="32" y="33"/>
                        <a:pt x="31" y="31"/>
                        <a:pt x="30" y="29"/>
                      </a:cubicBezTo>
                      <a:cubicBezTo>
                        <a:pt x="24" y="29"/>
                        <a:pt x="30" y="41"/>
                        <a:pt x="19" y="45"/>
                      </a:cubicBezTo>
                      <a:cubicBezTo>
                        <a:pt x="16" y="46"/>
                        <a:pt x="12" y="48"/>
                        <a:pt x="9" y="50"/>
                      </a:cubicBezTo>
                      <a:cubicBezTo>
                        <a:pt x="6" y="51"/>
                        <a:pt x="1" y="53"/>
                        <a:pt x="0" y="55"/>
                      </a:cubicBezTo>
                      <a:cubicBezTo>
                        <a:pt x="1" y="58"/>
                        <a:pt x="1" y="57"/>
                        <a:pt x="4" y="59"/>
                      </a:cubicBezTo>
                      <a:cubicBezTo>
                        <a:pt x="6" y="59"/>
                        <a:pt x="6" y="59"/>
                        <a:pt x="6" y="59"/>
                      </a:cubicBezTo>
                      <a:cubicBezTo>
                        <a:pt x="10" y="59"/>
                        <a:pt x="20" y="51"/>
                        <a:pt x="23" y="51"/>
                      </a:cubicBezTo>
                      <a:cubicBezTo>
                        <a:pt x="25" y="51"/>
                        <a:pt x="24" y="51"/>
                        <a:pt x="27" y="52"/>
                      </a:cubicBezTo>
                      <a:cubicBezTo>
                        <a:pt x="29" y="54"/>
                        <a:pt x="29" y="55"/>
                        <a:pt x="30" y="58"/>
                      </a:cubicBezTo>
                      <a:cubicBezTo>
                        <a:pt x="30" y="59"/>
                        <a:pt x="30" y="59"/>
                        <a:pt x="30" y="59"/>
                      </a:cubicBezTo>
                      <a:cubicBezTo>
                        <a:pt x="30" y="62"/>
                        <a:pt x="28" y="64"/>
                        <a:pt x="26" y="65"/>
                      </a:cubicBezTo>
                      <a:cubicBezTo>
                        <a:pt x="21" y="64"/>
                        <a:pt x="21" y="64"/>
                        <a:pt x="21" y="64"/>
                      </a:cubicBezTo>
                      <a:cubicBezTo>
                        <a:pt x="20" y="64"/>
                        <a:pt x="20" y="64"/>
                        <a:pt x="19" y="64"/>
                      </a:cubicBezTo>
                      <a:cubicBezTo>
                        <a:pt x="18" y="64"/>
                        <a:pt x="18" y="64"/>
                        <a:pt x="18" y="64"/>
                      </a:cubicBezTo>
                      <a:cubicBezTo>
                        <a:pt x="16" y="67"/>
                        <a:pt x="16" y="67"/>
                        <a:pt x="16" y="67"/>
                      </a:cubicBezTo>
                      <a:cubicBezTo>
                        <a:pt x="16" y="68"/>
                        <a:pt x="16" y="68"/>
                        <a:pt x="16" y="68"/>
                      </a:cubicBezTo>
                      <a:cubicBezTo>
                        <a:pt x="16" y="72"/>
                        <a:pt x="16" y="72"/>
                        <a:pt x="16" y="72"/>
                      </a:cubicBezTo>
                      <a:cubicBezTo>
                        <a:pt x="16" y="78"/>
                        <a:pt x="13" y="85"/>
                        <a:pt x="11" y="90"/>
                      </a:cubicBezTo>
                      <a:cubicBezTo>
                        <a:pt x="9" y="94"/>
                        <a:pt x="3" y="100"/>
                        <a:pt x="3" y="105"/>
                      </a:cubicBezTo>
                      <a:cubicBezTo>
                        <a:pt x="3" y="106"/>
                        <a:pt x="4" y="109"/>
                        <a:pt x="5" y="110"/>
                      </a:cubicBezTo>
                      <a:cubicBezTo>
                        <a:pt x="6" y="110"/>
                        <a:pt x="6" y="110"/>
                        <a:pt x="6" y="110"/>
                      </a:cubicBezTo>
                      <a:cubicBezTo>
                        <a:pt x="7" y="110"/>
                        <a:pt x="7" y="110"/>
                        <a:pt x="7" y="110"/>
                      </a:cubicBezTo>
                      <a:cubicBezTo>
                        <a:pt x="9" y="110"/>
                        <a:pt x="8" y="110"/>
                        <a:pt x="9" y="111"/>
                      </a:cubicBezTo>
                      <a:cubicBezTo>
                        <a:pt x="11" y="109"/>
                        <a:pt x="15" y="101"/>
                        <a:pt x="15" y="98"/>
                      </a:cubicBezTo>
                      <a:cubicBezTo>
                        <a:pt x="17" y="94"/>
                        <a:pt x="20" y="89"/>
                        <a:pt x="24" y="89"/>
                      </a:cubicBezTo>
                      <a:cubicBezTo>
                        <a:pt x="25" y="89"/>
                        <a:pt x="25" y="89"/>
                        <a:pt x="26" y="88"/>
                      </a:cubicBezTo>
                      <a:cubicBezTo>
                        <a:pt x="28" y="90"/>
                        <a:pt x="32" y="90"/>
                        <a:pt x="32" y="93"/>
                      </a:cubicBezTo>
                      <a:cubicBezTo>
                        <a:pt x="32" y="94"/>
                        <a:pt x="32" y="94"/>
                        <a:pt x="32" y="94"/>
                      </a:cubicBezTo>
                      <a:cubicBezTo>
                        <a:pt x="32" y="96"/>
                        <a:pt x="32" y="96"/>
                        <a:pt x="32" y="96"/>
                      </a:cubicBezTo>
                      <a:cubicBezTo>
                        <a:pt x="28" y="102"/>
                        <a:pt x="25" y="101"/>
                        <a:pt x="23" y="104"/>
                      </a:cubicBezTo>
                      <a:cubicBezTo>
                        <a:pt x="26" y="109"/>
                        <a:pt x="27" y="108"/>
                        <a:pt x="29" y="113"/>
                      </a:cubicBezTo>
                      <a:cubicBezTo>
                        <a:pt x="29" y="114"/>
                        <a:pt x="29" y="114"/>
                        <a:pt x="29" y="114"/>
                      </a:cubicBezTo>
                      <a:cubicBezTo>
                        <a:pt x="29" y="115"/>
                        <a:pt x="29" y="115"/>
                        <a:pt x="29" y="115"/>
                      </a:cubicBezTo>
                      <a:cubicBezTo>
                        <a:pt x="29" y="116"/>
                        <a:pt x="29" y="116"/>
                        <a:pt x="29" y="116"/>
                      </a:cubicBezTo>
                      <a:cubicBezTo>
                        <a:pt x="28" y="119"/>
                        <a:pt x="26" y="123"/>
                        <a:pt x="22" y="122"/>
                      </a:cubicBezTo>
                      <a:cubicBezTo>
                        <a:pt x="15" y="122"/>
                        <a:pt x="15" y="122"/>
                        <a:pt x="15" y="122"/>
                      </a:cubicBezTo>
                      <a:cubicBezTo>
                        <a:pt x="14" y="122"/>
                        <a:pt x="11" y="124"/>
                        <a:pt x="10" y="124"/>
                      </a:cubicBezTo>
                      <a:cubicBezTo>
                        <a:pt x="13" y="127"/>
                        <a:pt x="23" y="129"/>
                        <a:pt x="23" y="133"/>
                      </a:cubicBezTo>
                      <a:cubicBezTo>
                        <a:pt x="23" y="137"/>
                        <a:pt x="18" y="142"/>
                        <a:pt x="15" y="144"/>
                      </a:cubicBezTo>
                      <a:cubicBezTo>
                        <a:pt x="15" y="150"/>
                        <a:pt x="15" y="150"/>
                        <a:pt x="15" y="150"/>
                      </a:cubicBezTo>
                      <a:cubicBezTo>
                        <a:pt x="17" y="150"/>
                        <a:pt x="17" y="150"/>
                        <a:pt x="17" y="150"/>
                      </a:cubicBezTo>
                      <a:cubicBezTo>
                        <a:pt x="20" y="150"/>
                        <a:pt x="27" y="141"/>
                        <a:pt x="29" y="139"/>
                      </a:cubicBezTo>
                      <a:cubicBezTo>
                        <a:pt x="33" y="135"/>
                        <a:pt x="34" y="129"/>
                        <a:pt x="38" y="12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2" name="iSļïḑé"/>
                <p:cNvSpPr/>
                <p:nvPr/>
              </p:nvSpPr>
              <p:spPr bwMode="auto">
                <a:xfrm>
                  <a:off x="4422776" y="3106738"/>
                  <a:ext cx="412750" cy="596900"/>
                </a:xfrm>
                <a:custGeom>
                  <a:avLst/>
                  <a:gdLst>
                    <a:gd name="T0" fmla="*/ 63 w 125"/>
                    <a:gd name="T1" fmla="*/ 83 h 179"/>
                    <a:gd name="T2" fmla="*/ 69 w 125"/>
                    <a:gd name="T3" fmla="*/ 84 h 179"/>
                    <a:gd name="T4" fmla="*/ 71 w 125"/>
                    <a:gd name="T5" fmla="*/ 95 h 179"/>
                    <a:gd name="T6" fmla="*/ 56 w 125"/>
                    <a:gd name="T7" fmla="*/ 91 h 179"/>
                    <a:gd name="T8" fmla="*/ 77 w 125"/>
                    <a:gd name="T9" fmla="*/ 77 h 179"/>
                    <a:gd name="T10" fmla="*/ 90 w 125"/>
                    <a:gd name="T11" fmla="*/ 82 h 179"/>
                    <a:gd name="T12" fmla="*/ 93 w 125"/>
                    <a:gd name="T13" fmla="*/ 96 h 179"/>
                    <a:gd name="T14" fmla="*/ 88 w 125"/>
                    <a:gd name="T15" fmla="*/ 106 h 179"/>
                    <a:gd name="T16" fmla="*/ 75 w 125"/>
                    <a:gd name="T17" fmla="*/ 89 h 179"/>
                    <a:gd name="T18" fmla="*/ 91 w 125"/>
                    <a:gd name="T19" fmla="*/ 29 h 179"/>
                    <a:gd name="T20" fmla="*/ 95 w 125"/>
                    <a:gd name="T21" fmla="*/ 4 h 179"/>
                    <a:gd name="T22" fmla="*/ 92 w 125"/>
                    <a:gd name="T23" fmla="*/ 0 h 179"/>
                    <a:gd name="T24" fmla="*/ 86 w 125"/>
                    <a:gd name="T25" fmla="*/ 0 h 179"/>
                    <a:gd name="T26" fmla="*/ 80 w 125"/>
                    <a:gd name="T27" fmla="*/ 7 h 179"/>
                    <a:gd name="T28" fmla="*/ 83 w 125"/>
                    <a:gd name="T29" fmla="*/ 30 h 179"/>
                    <a:gd name="T30" fmla="*/ 86 w 125"/>
                    <a:gd name="T31" fmla="*/ 50 h 179"/>
                    <a:gd name="T32" fmla="*/ 46 w 125"/>
                    <a:gd name="T33" fmla="*/ 84 h 179"/>
                    <a:gd name="T34" fmla="*/ 0 w 125"/>
                    <a:gd name="T35" fmla="*/ 99 h 179"/>
                    <a:gd name="T36" fmla="*/ 13 w 125"/>
                    <a:gd name="T37" fmla="*/ 108 h 179"/>
                    <a:gd name="T38" fmla="*/ 30 w 125"/>
                    <a:gd name="T39" fmla="*/ 100 h 179"/>
                    <a:gd name="T40" fmla="*/ 47 w 125"/>
                    <a:gd name="T41" fmla="*/ 92 h 179"/>
                    <a:gd name="T42" fmla="*/ 51 w 125"/>
                    <a:gd name="T43" fmla="*/ 109 h 179"/>
                    <a:gd name="T44" fmla="*/ 50 w 125"/>
                    <a:gd name="T45" fmla="*/ 118 h 179"/>
                    <a:gd name="T46" fmla="*/ 54 w 125"/>
                    <a:gd name="T47" fmla="*/ 125 h 179"/>
                    <a:gd name="T48" fmla="*/ 62 w 125"/>
                    <a:gd name="T49" fmla="*/ 119 h 179"/>
                    <a:gd name="T50" fmla="*/ 62 w 125"/>
                    <a:gd name="T51" fmla="*/ 113 h 179"/>
                    <a:gd name="T52" fmla="*/ 78 w 125"/>
                    <a:gd name="T53" fmla="*/ 111 h 179"/>
                    <a:gd name="T54" fmla="*/ 78 w 125"/>
                    <a:gd name="T55" fmla="*/ 113 h 179"/>
                    <a:gd name="T56" fmla="*/ 78 w 125"/>
                    <a:gd name="T57" fmla="*/ 118 h 179"/>
                    <a:gd name="T58" fmla="*/ 46 w 125"/>
                    <a:gd name="T59" fmla="*/ 147 h 179"/>
                    <a:gd name="T60" fmla="*/ 28 w 125"/>
                    <a:gd name="T61" fmla="*/ 158 h 179"/>
                    <a:gd name="T62" fmla="*/ 1 w 125"/>
                    <a:gd name="T63" fmla="*/ 170 h 179"/>
                    <a:gd name="T64" fmla="*/ 14 w 125"/>
                    <a:gd name="T65" fmla="*/ 178 h 179"/>
                    <a:gd name="T66" fmla="*/ 20 w 125"/>
                    <a:gd name="T67" fmla="*/ 179 h 179"/>
                    <a:gd name="T68" fmla="*/ 22 w 125"/>
                    <a:gd name="T69" fmla="*/ 179 h 179"/>
                    <a:gd name="T70" fmla="*/ 38 w 125"/>
                    <a:gd name="T71" fmla="*/ 169 h 179"/>
                    <a:gd name="T72" fmla="*/ 61 w 125"/>
                    <a:gd name="T73" fmla="*/ 150 h 179"/>
                    <a:gd name="T74" fmla="*/ 79 w 125"/>
                    <a:gd name="T75" fmla="*/ 135 h 179"/>
                    <a:gd name="T76" fmla="*/ 96 w 125"/>
                    <a:gd name="T77" fmla="*/ 119 h 179"/>
                    <a:gd name="T78" fmla="*/ 106 w 125"/>
                    <a:gd name="T79" fmla="*/ 149 h 179"/>
                    <a:gd name="T80" fmla="*/ 125 w 125"/>
                    <a:gd name="T81" fmla="*/ 152 h 179"/>
                    <a:gd name="T82" fmla="*/ 116 w 125"/>
                    <a:gd name="T83" fmla="*/ 120 h 179"/>
                    <a:gd name="T84" fmla="*/ 115 w 125"/>
                    <a:gd name="T85" fmla="*/ 125 h 179"/>
                    <a:gd name="T86" fmla="*/ 109 w 125"/>
                    <a:gd name="T87" fmla="*/ 129 h 179"/>
                    <a:gd name="T88" fmla="*/ 97 w 125"/>
                    <a:gd name="T89" fmla="*/ 92 h 179"/>
                    <a:gd name="T90" fmla="*/ 94 w 125"/>
                    <a:gd name="T91" fmla="*/ 76 h 179"/>
                    <a:gd name="T92" fmla="*/ 110 w 125"/>
                    <a:gd name="T93" fmla="*/ 60 h 179"/>
                    <a:gd name="T94" fmla="*/ 105 w 125"/>
                    <a:gd name="T95" fmla="*/ 57 h 179"/>
                    <a:gd name="T96" fmla="*/ 101 w 125"/>
                    <a:gd name="T97" fmla="*/ 59 h 179"/>
                    <a:gd name="T98" fmla="*/ 91 w 125"/>
                    <a:gd name="T99" fmla="*/ 54 h 179"/>
                    <a:gd name="T100" fmla="*/ 91 w 125"/>
                    <a:gd name="T101" fmla="*/ 29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25" h="179">
                      <a:moveTo>
                        <a:pt x="56" y="91"/>
                      </a:moveTo>
                      <a:cubicBezTo>
                        <a:pt x="56" y="87"/>
                        <a:pt x="60" y="85"/>
                        <a:pt x="63" y="83"/>
                      </a:cubicBezTo>
                      <a:cubicBezTo>
                        <a:pt x="64" y="83"/>
                        <a:pt x="64" y="83"/>
                        <a:pt x="64" y="83"/>
                      </a:cubicBezTo>
                      <a:cubicBezTo>
                        <a:pt x="67" y="83"/>
                        <a:pt x="67" y="84"/>
                        <a:pt x="69" y="84"/>
                      </a:cubicBezTo>
                      <a:cubicBezTo>
                        <a:pt x="71" y="94"/>
                        <a:pt x="71" y="94"/>
                        <a:pt x="71" y="94"/>
                      </a:cubicBezTo>
                      <a:cubicBezTo>
                        <a:pt x="71" y="95"/>
                        <a:pt x="71" y="95"/>
                        <a:pt x="71" y="95"/>
                      </a:cubicBezTo>
                      <a:cubicBezTo>
                        <a:pt x="68" y="100"/>
                        <a:pt x="68" y="99"/>
                        <a:pt x="63" y="101"/>
                      </a:cubicBezTo>
                      <a:cubicBezTo>
                        <a:pt x="61" y="99"/>
                        <a:pt x="56" y="95"/>
                        <a:pt x="56" y="91"/>
                      </a:cubicBezTo>
                      <a:close/>
                      <a:moveTo>
                        <a:pt x="72" y="83"/>
                      </a:moveTo>
                      <a:cubicBezTo>
                        <a:pt x="74" y="79"/>
                        <a:pt x="73" y="79"/>
                        <a:pt x="77" y="77"/>
                      </a:cubicBezTo>
                      <a:cubicBezTo>
                        <a:pt x="79" y="75"/>
                        <a:pt x="82" y="75"/>
                        <a:pt x="83" y="73"/>
                      </a:cubicBezTo>
                      <a:cubicBezTo>
                        <a:pt x="88" y="76"/>
                        <a:pt x="89" y="76"/>
                        <a:pt x="90" y="82"/>
                      </a:cubicBezTo>
                      <a:cubicBezTo>
                        <a:pt x="92" y="95"/>
                        <a:pt x="92" y="95"/>
                        <a:pt x="92" y="95"/>
                      </a:cubicBezTo>
                      <a:cubicBezTo>
                        <a:pt x="93" y="96"/>
                        <a:pt x="93" y="96"/>
                        <a:pt x="93" y="96"/>
                      </a:cubicBezTo>
                      <a:cubicBezTo>
                        <a:pt x="94" y="99"/>
                        <a:pt x="94" y="99"/>
                        <a:pt x="94" y="99"/>
                      </a:cubicBezTo>
                      <a:cubicBezTo>
                        <a:pt x="91" y="105"/>
                        <a:pt x="93" y="103"/>
                        <a:pt x="88" y="106"/>
                      </a:cubicBezTo>
                      <a:cubicBezTo>
                        <a:pt x="83" y="101"/>
                        <a:pt x="82" y="101"/>
                        <a:pt x="79" y="95"/>
                      </a:cubicBezTo>
                      <a:cubicBezTo>
                        <a:pt x="77" y="93"/>
                        <a:pt x="77" y="91"/>
                        <a:pt x="75" y="89"/>
                      </a:cubicBezTo>
                      <a:cubicBezTo>
                        <a:pt x="73" y="87"/>
                        <a:pt x="73" y="86"/>
                        <a:pt x="72" y="83"/>
                      </a:cubicBezTo>
                      <a:close/>
                      <a:moveTo>
                        <a:pt x="91" y="29"/>
                      </a:moveTo>
                      <a:cubicBezTo>
                        <a:pt x="91" y="22"/>
                        <a:pt x="95" y="12"/>
                        <a:pt x="95" y="4"/>
                      </a:cubicBezTo>
                      <a:cubicBezTo>
                        <a:pt x="95" y="4"/>
                        <a:pt x="95" y="4"/>
                        <a:pt x="95" y="4"/>
                      </a:cubicBezTo>
                      <a:cubicBezTo>
                        <a:pt x="95" y="3"/>
                        <a:pt x="95" y="3"/>
                        <a:pt x="95" y="3"/>
                      </a:cubicBezTo>
                      <a:cubicBezTo>
                        <a:pt x="93" y="0"/>
                        <a:pt x="95" y="1"/>
                        <a:pt x="92" y="0"/>
                      </a:cubicBezTo>
                      <a:cubicBezTo>
                        <a:pt x="91" y="0"/>
                        <a:pt x="91" y="0"/>
                        <a:pt x="91" y="0"/>
                      </a:cubicBezTo>
                      <a:cubicBezTo>
                        <a:pt x="86" y="0"/>
                        <a:pt x="86" y="0"/>
                        <a:pt x="86" y="0"/>
                      </a:cubicBezTo>
                      <a:cubicBezTo>
                        <a:pt x="85" y="0"/>
                        <a:pt x="85" y="0"/>
                        <a:pt x="85" y="0"/>
                      </a:cubicBezTo>
                      <a:cubicBezTo>
                        <a:pt x="82" y="1"/>
                        <a:pt x="80" y="4"/>
                        <a:pt x="80" y="7"/>
                      </a:cubicBezTo>
                      <a:cubicBezTo>
                        <a:pt x="83" y="30"/>
                        <a:pt x="83" y="30"/>
                        <a:pt x="83" y="30"/>
                      </a:cubicBezTo>
                      <a:cubicBezTo>
                        <a:pt x="83" y="30"/>
                        <a:pt x="83" y="30"/>
                        <a:pt x="83" y="30"/>
                      </a:cubicBezTo>
                      <a:cubicBezTo>
                        <a:pt x="83" y="38"/>
                        <a:pt x="86" y="44"/>
                        <a:pt x="86" y="49"/>
                      </a:cubicBezTo>
                      <a:cubicBezTo>
                        <a:pt x="86" y="50"/>
                        <a:pt x="86" y="50"/>
                        <a:pt x="86" y="50"/>
                      </a:cubicBezTo>
                      <a:cubicBezTo>
                        <a:pt x="87" y="62"/>
                        <a:pt x="87" y="62"/>
                        <a:pt x="87" y="62"/>
                      </a:cubicBezTo>
                      <a:cubicBezTo>
                        <a:pt x="87" y="68"/>
                        <a:pt x="52" y="81"/>
                        <a:pt x="46" y="84"/>
                      </a:cubicBezTo>
                      <a:cubicBezTo>
                        <a:pt x="39" y="87"/>
                        <a:pt x="31" y="89"/>
                        <a:pt x="23" y="92"/>
                      </a:cubicBezTo>
                      <a:cubicBezTo>
                        <a:pt x="20" y="94"/>
                        <a:pt x="0" y="96"/>
                        <a:pt x="0" y="99"/>
                      </a:cubicBezTo>
                      <a:cubicBezTo>
                        <a:pt x="0" y="101"/>
                        <a:pt x="9" y="108"/>
                        <a:pt x="11" y="108"/>
                      </a:cubicBezTo>
                      <a:cubicBezTo>
                        <a:pt x="13" y="108"/>
                        <a:pt x="13" y="108"/>
                        <a:pt x="13" y="108"/>
                      </a:cubicBezTo>
                      <a:cubicBezTo>
                        <a:pt x="14" y="108"/>
                        <a:pt x="14" y="108"/>
                        <a:pt x="14" y="108"/>
                      </a:cubicBezTo>
                      <a:cubicBezTo>
                        <a:pt x="20" y="105"/>
                        <a:pt x="24" y="103"/>
                        <a:pt x="30" y="100"/>
                      </a:cubicBezTo>
                      <a:cubicBezTo>
                        <a:pt x="34" y="98"/>
                        <a:pt x="41" y="93"/>
                        <a:pt x="45" y="93"/>
                      </a:cubicBezTo>
                      <a:cubicBezTo>
                        <a:pt x="46" y="93"/>
                        <a:pt x="46" y="93"/>
                        <a:pt x="47" y="92"/>
                      </a:cubicBezTo>
                      <a:cubicBezTo>
                        <a:pt x="49" y="94"/>
                        <a:pt x="52" y="96"/>
                        <a:pt x="51" y="101"/>
                      </a:cubicBezTo>
                      <a:cubicBezTo>
                        <a:pt x="51" y="109"/>
                        <a:pt x="51" y="109"/>
                        <a:pt x="51" y="109"/>
                      </a:cubicBezTo>
                      <a:cubicBezTo>
                        <a:pt x="51" y="110"/>
                        <a:pt x="51" y="110"/>
                        <a:pt x="51" y="110"/>
                      </a:cubicBezTo>
                      <a:cubicBezTo>
                        <a:pt x="50" y="118"/>
                        <a:pt x="50" y="118"/>
                        <a:pt x="50" y="118"/>
                      </a:cubicBezTo>
                      <a:cubicBezTo>
                        <a:pt x="50" y="119"/>
                        <a:pt x="50" y="119"/>
                        <a:pt x="50" y="120"/>
                      </a:cubicBezTo>
                      <a:cubicBezTo>
                        <a:pt x="51" y="123"/>
                        <a:pt x="51" y="123"/>
                        <a:pt x="54" y="125"/>
                      </a:cubicBezTo>
                      <a:cubicBezTo>
                        <a:pt x="56" y="125"/>
                        <a:pt x="56" y="125"/>
                        <a:pt x="56" y="125"/>
                      </a:cubicBezTo>
                      <a:cubicBezTo>
                        <a:pt x="59" y="125"/>
                        <a:pt x="60" y="121"/>
                        <a:pt x="62" y="119"/>
                      </a:cubicBezTo>
                      <a:cubicBezTo>
                        <a:pt x="62" y="118"/>
                        <a:pt x="62" y="118"/>
                        <a:pt x="62" y="118"/>
                      </a:cubicBezTo>
                      <a:cubicBezTo>
                        <a:pt x="62" y="113"/>
                        <a:pt x="62" y="113"/>
                        <a:pt x="62" y="113"/>
                      </a:cubicBezTo>
                      <a:cubicBezTo>
                        <a:pt x="63" y="110"/>
                        <a:pt x="68" y="106"/>
                        <a:pt x="71" y="106"/>
                      </a:cubicBezTo>
                      <a:cubicBezTo>
                        <a:pt x="75" y="106"/>
                        <a:pt x="77" y="109"/>
                        <a:pt x="78" y="111"/>
                      </a:cubicBezTo>
                      <a:cubicBezTo>
                        <a:pt x="78" y="112"/>
                        <a:pt x="78" y="112"/>
                        <a:pt x="78" y="112"/>
                      </a:cubicBezTo>
                      <a:cubicBezTo>
                        <a:pt x="78" y="113"/>
                        <a:pt x="78" y="113"/>
                        <a:pt x="78" y="113"/>
                      </a:cubicBezTo>
                      <a:cubicBezTo>
                        <a:pt x="78" y="115"/>
                        <a:pt x="78" y="115"/>
                        <a:pt x="79" y="116"/>
                      </a:cubicBezTo>
                      <a:cubicBezTo>
                        <a:pt x="78" y="117"/>
                        <a:pt x="78" y="117"/>
                        <a:pt x="78" y="118"/>
                      </a:cubicBezTo>
                      <a:cubicBezTo>
                        <a:pt x="78" y="119"/>
                        <a:pt x="78" y="119"/>
                        <a:pt x="78" y="119"/>
                      </a:cubicBezTo>
                      <a:cubicBezTo>
                        <a:pt x="72" y="130"/>
                        <a:pt x="57" y="140"/>
                        <a:pt x="46" y="147"/>
                      </a:cubicBezTo>
                      <a:cubicBezTo>
                        <a:pt x="44" y="148"/>
                        <a:pt x="40" y="151"/>
                        <a:pt x="37" y="152"/>
                      </a:cubicBezTo>
                      <a:cubicBezTo>
                        <a:pt x="35" y="153"/>
                        <a:pt x="29" y="157"/>
                        <a:pt x="28" y="158"/>
                      </a:cubicBezTo>
                      <a:cubicBezTo>
                        <a:pt x="25" y="161"/>
                        <a:pt x="12" y="165"/>
                        <a:pt x="6" y="165"/>
                      </a:cubicBezTo>
                      <a:cubicBezTo>
                        <a:pt x="4" y="165"/>
                        <a:pt x="2" y="168"/>
                        <a:pt x="1" y="170"/>
                      </a:cubicBezTo>
                      <a:cubicBezTo>
                        <a:pt x="4" y="171"/>
                        <a:pt x="4" y="173"/>
                        <a:pt x="7" y="175"/>
                      </a:cubicBezTo>
                      <a:cubicBezTo>
                        <a:pt x="10" y="176"/>
                        <a:pt x="12" y="176"/>
                        <a:pt x="14" y="178"/>
                      </a:cubicBezTo>
                      <a:cubicBezTo>
                        <a:pt x="18" y="179"/>
                        <a:pt x="18" y="179"/>
                        <a:pt x="18" y="179"/>
                      </a:cubicBezTo>
                      <a:cubicBezTo>
                        <a:pt x="20" y="179"/>
                        <a:pt x="18" y="179"/>
                        <a:pt x="20" y="179"/>
                      </a:cubicBezTo>
                      <a:cubicBezTo>
                        <a:pt x="21" y="179"/>
                        <a:pt x="21" y="179"/>
                        <a:pt x="21" y="179"/>
                      </a:cubicBezTo>
                      <a:cubicBezTo>
                        <a:pt x="22" y="179"/>
                        <a:pt x="22" y="179"/>
                        <a:pt x="22" y="179"/>
                      </a:cubicBezTo>
                      <a:cubicBezTo>
                        <a:pt x="26" y="177"/>
                        <a:pt x="30" y="175"/>
                        <a:pt x="33" y="173"/>
                      </a:cubicBezTo>
                      <a:cubicBezTo>
                        <a:pt x="35" y="171"/>
                        <a:pt x="36" y="170"/>
                        <a:pt x="38" y="169"/>
                      </a:cubicBezTo>
                      <a:cubicBezTo>
                        <a:pt x="39" y="168"/>
                        <a:pt x="43" y="166"/>
                        <a:pt x="43" y="166"/>
                      </a:cubicBezTo>
                      <a:cubicBezTo>
                        <a:pt x="49" y="160"/>
                        <a:pt x="55" y="156"/>
                        <a:pt x="61" y="150"/>
                      </a:cubicBezTo>
                      <a:cubicBezTo>
                        <a:pt x="64" y="148"/>
                        <a:pt x="67" y="145"/>
                        <a:pt x="70" y="143"/>
                      </a:cubicBezTo>
                      <a:cubicBezTo>
                        <a:pt x="73" y="140"/>
                        <a:pt x="76" y="137"/>
                        <a:pt x="79" y="135"/>
                      </a:cubicBezTo>
                      <a:cubicBezTo>
                        <a:pt x="82" y="132"/>
                        <a:pt x="85" y="130"/>
                        <a:pt x="87" y="127"/>
                      </a:cubicBezTo>
                      <a:cubicBezTo>
                        <a:pt x="90" y="124"/>
                        <a:pt x="91" y="119"/>
                        <a:pt x="96" y="119"/>
                      </a:cubicBezTo>
                      <a:cubicBezTo>
                        <a:pt x="98" y="119"/>
                        <a:pt x="100" y="126"/>
                        <a:pt x="100" y="128"/>
                      </a:cubicBezTo>
                      <a:cubicBezTo>
                        <a:pt x="100" y="132"/>
                        <a:pt x="105" y="145"/>
                        <a:pt x="106" y="149"/>
                      </a:cubicBezTo>
                      <a:cubicBezTo>
                        <a:pt x="108" y="155"/>
                        <a:pt x="111" y="165"/>
                        <a:pt x="118" y="165"/>
                      </a:cubicBezTo>
                      <a:cubicBezTo>
                        <a:pt x="119" y="163"/>
                        <a:pt x="125" y="161"/>
                        <a:pt x="125" y="152"/>
                      </a:cubicBezTo>
                      <a:cubicBezTo>
                        <a:pt x="125" y="143"/>
                        <a:pt x="120" y="120"/>
                        <a:pt x="117" y="116"/>
                      </a:cubicBezTo>
                      <a:cubicBezTo>
                        <a:pt x="117" y="118"/>
                        <a:pt x="116" y="118"/>
                        <a:pt x="116" y="120"/>
                      </a:cubicBezTo>
                      <a:cubicBezTo>
                        <a:pt x="116" y="123"/>
                        <a:pt x="115" y="121"/>
                        <a:pt x="115" y="124"/>
                      </a:cubicBezTo>
                      <a:cubicBezTo>
                        <a:pt x="115" y="125"/>
                        <a:pt x="115" y="125"/>
                        <a:pt x="115" y="125"/>
                      </a:cubicBezTo>
                      <a:cubicBezTo>
                        <a:pt x="115" y="126"/>
                        <a:pt x="114" y="129"/>
                        <a:pt x="112" y="129"/>
                      </a:cubicBezTo>
                      <a:cubicBezTo>
                        <a:pt x="109" y="129"/>
                        <a:pt x="109" y="129"/>
                        <a:pt x="109" y="129"/>
                      </a:cubicBezTo>
                      <a:cubicBezTo>
                        <a:pt x="105" y="129"/>
                        <a:pt x="102" y="110"/>
                        <a:pt x="100" y="105"/>
                      </a:cubicBezTo>
                      <a:cubicBezTo>
                        <a:pt x="98" y="101"/>
                        <a:pt x="98" y="97"/>
                        <a:pt x="97" y="92"/>
                      </a:cubicBezTo>
                      <a:cubicBezTo>
                        <a:pt x="96" y="87"/>
                        <a:pt x="94" y="86"/>
                        <a:pt x="94" y="79"/>
                      </a:cubicBezTo>
                      <a:cubicBezTo>
                        <a:pt x="94" y="76"/>
                        <a:pt x="94" y="76"/>
                        <a:pt x="94" y="76"/>
                      </a:cubicBezTo>
                      <a:cubicBezTo>
                        <a:pt x="94" y="65"/>
                        <a:pt x="110" y="67"/>
                        <a:pt x="110" y="61"/>
                      </a:cubicBezTo>
                      <a:cubicBezTo>
                        <a:pt x="110" y="60"/>
                        <a:pt x="110" y="60"/>
                        <a:pt x="110" y="60"/>
                      </a:cubicBezTo>
                      <a:cubicBezTo>
                        <a:pt x="110" y="58"/>
                        <a:pt x="109" y="57"/>
                        <a:pt x="108" y="57"/>
                      </a:cubicBezTo>
                      <a:cubicBezTo>
                        <a:pt x="105" y="57"/>
                        <a:pt x="105" y="57"/>
                        <a:pt x="105" y="57"/>
                      </a:cubicBezTo>
                      <a:cubicBezTo>
                        <a:pt x="104" y="57"/>
                        <a:pt x="104" y="57"/>
                        <a:pt x="104" y="57"/>
                      </a:cubicBezTo>
                      <a:cubicBezTo>
                        <a:pt x="103" y="58"/>
                        <a:pt x="102" y="59"/>
                        <a:pt x="101" y="59"/>
                      </a:cubicBezTo>
                      <a:cubicBezTo>
                        <a:pt x="99" y="60"/>
                        <a:pt x="99" y="59"/>
                        <a:pt x="97" y="60"/>
                      </a:cubicBezTo>
                      <a:cubicBezTo>
                        <a:pt x="95" y="59"/>
                        <a:pt x="91" y="56"/>
                        <a:pt x="91" y="54"/>
                      </a:cubicBezTo>
                      <a:cubicBezTo>
                        <a:pt x="91" y="41"/>
                        <a:pt x="91" y="41"/>
                        <a:pt x="91" y="41"/>
                      </a:cubicBezTo>
                      <a:lnTo>
                        <a:pt x="91" y="29"/>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3" name="íšlïďè"/>
                <p:cNvSpPr/>
                <p:nvPr/>
              </p:nvSpPr>
              <p:spPr bwMode="auto">
                <a:xfrm>
                  <a:off x="5478463" y="3581400"/>
                  <a:ext cx="46038" cy="76200"/>
                </a:xfrm>
                <a:custGeom>
                  <a:avLst/>
                  <a:gdLst>
                    <a:gd name="T0" fmla="*/ 14 w 14"/>
                    <a:gd name="T1" fmla="*/ 15 h 23"/>
                    <a:gd name="T2" fmla="*/ 10 w 14"/>
                    <a:gd name="T3" fmla="*/ 6 h 23"/>
                    <a:gd name="T4" fmla="*/ 3 w 14"/>
                    <a:gd name="T5" fmla="*/ 0 h 23"/>
                    <a:gd name="T6" fmla="*/ 0 w 14"/>
                    <a:gd name="T7" fmla="*/ 3 h 23"/>
                    <a:gd name="T8" fmla="*/ 5 w 14"/>
                    <a:gd name="T9" fmla="*/ 11 h 23"/>
                    <a:gd name="T10" fmla="*/ 5 w 14"/>
                    <a:gd name="T11" fmla="*/ 12 h 23"/>
                    <a:gd name="T12" fmla="*/ 5 w 14"/>
                    <a:gd name="T13" fmla="*/ 14 h 23"/>
                    <a:gd name="T14" fmla="*/ 5 w 14"/>
                    <a:gd name="T15" fmla="*/ 15 h 23"/>
                    <a:gd name="T16" fmla="*/ 2 w 14"/>
                    <a:gd name="T17" fmla="*/ 19 h 23"/>
                    <a:gd name="T18" fmla="*/ 2 w 14"/>
                    <a:gd name="T19" fmla="*/ 22 h 23"/>
                    <a:gd name="T20" fmla="*/ 5 w 14"/>
                    <a:gd name="T21" fmla="*/ 23 h 23"/>
                    <a:gd name="T22" fmla="*/ 6 w 14"/>
                    <a:gd name="T23" fmla="*/ 23 h 23"/>
                    <a:gd name="T24" fmla="*/ 11 w 14"/>
                    <a:gd name="T25" fmla="*/ 20 h 23"/>
                    <a:gd name="T26" fmla="*/ 14 w 14"/>
                    <a:gd name="T27" fmla="*/ 15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4" h="23">
                      <a:moveTo>
                        <a:pt x="14" y="15"/>
                      </a:moveTo>
                      <a:cubicBezTo>
                        <a:pt x="14" y="11"/>
                        <a:pt x="12" y="9"/>
                        <a:pt x="10" y="6"/>
                      </a:cubicBezTo>
                      <a:cubicBezTo>
                        <a:pt x="8" y="5"/>
                        <a:pt x="3" y="1"/>
                        <a:pt x="3" y="0"/>
                      </a:cubicBezTo>
                      <a:cubicBezTo>
                        <a:pt x="0" y="3"/>
                        <a:pt x="0" y="3"/>
                        <a:pt x="0" y="3"/>
                      </a:cubicBezTo>
                      <a:cubicBezTo>
                        <a:pt x="5" y="11"/>
                        <a:pt x="5" y="11"/>
                        <a:pt x="5" y="11"/>
                      </a:cubicBezTo>
                      <a:cubicBezTo>
                        <a:pt x="5" y="12"/>
                        <a:pt x="5" y="12"/>
                        <a:pt x="5" y="12"/>
                      </a:cubicBezTo>
                      <a:cubicBezTo>
                        <a:pt x="5" y="14"/>
                        <a:pt x="5" y="14"/>
                        <a:pt x="5" y="14"/>
                      </a:cubicBezTo>
                      <a:cubicBezTo>
                        <a:pt x="5" y="15"/>
                        <a:pt x="5" y="15"/>
                        <a:pt x="5" y="15"/>
                      </a:cubicBezTo>
                      <a:cubicBezTo>
                        <a:pt x="2" y="19"/>
                        <a:pt x="2" y="19"/>
                        <a:pt x="2" y="19"/>
                      </a:cubicBezTo>
                      <a:cubicBezTo>
                        <a:pt x="2" y="22"/>
                        <a:pt x="2" y="22"/>
                        <a:pt x="2" y="22"/>
                      </a:cubicBezTo>
                      <a:cubicBezTo>
                        <a:pt x="5" y="23"/>
                        <a:pt x="5" y="23"/>
                        <a:pt x="5" y="23"/>
                      </a:cubicBezTo>
                      <a:cubicBezTo>
                        <a:pt x="6" y="23"/>
                        <a:pt x="6" y="23"/>
                        <a:pt x="6" y="23"/>
                      </a:cubicBezTo>
                      <a:cubicBezTo>
                        <a:pt x="7" y="23"/>
                        <a:pt x="11" y="21"/>
                        <a:pt x="11" y="20"/>
                      </a:cubicBezTo>
                      <a:cubicBezTo>
                        <a:pt x="13" y="19"/>
                        <a:pt x="13" y="17"/>
                        <a:pt x="14" y="1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4" name="işḷîḑe"/>
                <p:cNvSpPr/>
                <p:nvPr/>
              </p:nvSpPr>
              <p:spPr bwMode="auto">
                <a:xfrm>
                  <a:off x="6310313" y="3136900"/>
                  <a:ext cx="406400" cy="554038"/>
                </a:xfrm>
                <a:custGeom>
                  <a:avLst/>
                  <a:gdLst>
                    <a:gd name="T0" fmla="*/ 101 w 123"/>
                    <a:gd name="T1" fmla="*/ 9 h 166"/>
                    <a:gd name="T2" fmla="*/ 96 w 123"/>
                    <a:gd name="T3" fmla="*/ 0 h 166"/>
                    <a:gd name="T4" fmla="*/ 76 w 123"/>
                    <a:gd name="T5" fmla="*/ 23 h 166"/>
                    <a:gd name="T6" fmla="*/ 66 w 123"/>
                    <a:gd name="T7" fmla="*/ 20 h 166"/>
                    <a:gd name="T8" fmla="*/ 69 w 123"/>
                    <a:gd name="T9" fmla="*/ 29 h 166"/>
                    <a:gd name="T10" fmla="*/ 64 w 123"/>
                    <a:gd name="T11" fmla="*/ 38 h 166"/>
                    <a:gd name="T12" fmla="*/ 71 w 123"/>
                    <a:gd name="T13" fmla="*/ 37 h 166"/>
                    <a:gd name="T14" fmla="*/ 78 w 123"/>
                    <a:gd name="T15" fmla="*/ 38 h 166"/>
                    <a:gd name="T16" fmla="*/ 104 w 123"/>
                    <a:gd name="T17" fmla="*/ 37 h 166"/>
                    <a:gd name="T18" fmla="*/ 97 w 123"/>
                    <a:gd name="T19" fmla="*/ 43 h 166"/>
                    <a:gd name="T20" fmla="*/ 85 w 123"/>
                    <a:gd name="T21" fmla="*/ 56 h 166"/>
                    <a:gd name="T22" fmla="*/ 78 w 123"/>
                    <a:gd name="T23" fmla="*/ 67 h 166"/>
                    <a:gd name="T24" fmla="*/ 72 w 123"/>
                    <a:gd name="T25" fmla="*/ 62 h 166"/>
                    <a:gd name="T26" fmla="*/ 72 w 123"/>
                    <a:gd name="T27" fmla="*/ 48 h 166"/>
                    <a:gd name="T28" fmla="*/ 63 w 123"/>
                    <a:gd name="T29" fmla="*/ 57 h 166"/>
                    <a:gd name="T30" fmla="*/ 56 w 123"/>
                    <a:gd name="T31" fmla="*/ 57 h 166"/>
                    <a:gd name="T32" fmla="*/ 61 w 123"/>
                    <a:gd name="T33" fmla="*/ 66 h 166"/>
                    <a:gd name="T34" fmla="*/ 59 w 123"/>
                    <a:gd name="T35" fmla="*/ 70 h 166"/>
                    <a:gd name="T36" fmla="*/ 68 w 123"/>
                    <a:gd name="T37" fmla="*/ 74 h 166"/>
                    <a:gd name="T38" fmla="*/ 68 w 123"/>
                    <a:gd name="T39" fmla="*/ 78 h 166"/>
                    <a:gd name="T40" fmla="*/ 40 w 123"/>
                    <a:gd name="T41" fmla="*/ 92 h 166"/>
                    <a:gd name="T42" fmla="*/ 24 w 123"/>
                    <a:gd name="T43" fmla="*/ 99 h 166"/>
                    <a:gd name="T44" fmla="*/ 3 w 123"/>
                    <a:gd name="T45" fmla="*/ 105 h 166"/>
                    <a:gd name="T46" fmla="*/ 2 w 123"/>
                    <a:gd name="T47" fmla="*/ 112 h 166"/>
                    <a:gd name="T48" fmla="*/ 14 w 123"/>
                    <a:gd name="T49" fmla="*/ 120 h 166"/>
                    <a:gd name="T50" fmla="*/ 32 w 123"/>
                    <a:gd name="T51" fmla="*/ 108 h 166"/>
                    <a:gd name="T52" fmla="*/ 55 w 123"/>
                    <a:gd name="T53" fmla="*/ 93 h 166"/>
                    <a:gd name="T54" fmla="*/ 63 w 123"/>
                    <a:gd name="T55" fmla="*/ 89 h 166"/>
                    <a:gd name="T56" fmla="*/ 82 w 123"/>
                    <a:gd name="T57" fmla="*/ 83 h 166"/>
                    <a:gd name="T58" fmla="*/ 82 w 123"/>
                    <a:gd name="T59" fmla="*/ 86 h 166"/>
                    <a:gd name="T60" fmla="*/ 74 w 123"/>
                    <a:gd name="T61" fmla="*/ 97 h 166"/>
                    <a:gd name="T62" fmla="*/ 61 w 123"/>
                    <a:gd name="T63" fmla="*/ 107 h 166"/>
                    <a:gd name="T64" fmla="*/ 64 w 123"/>
                    <a:gd name="T65" fmla="*/ 118 h 166"/>
                    <a:gd name="T66" fmla="*/ 55 w 123"/>
                    <a:gd name="T67" fmla="*/ 126 h 166"/>
                    <a:gd name="T68" fmla="*/ 40 w 123"/>
                    <a:gd name="T69" fmla="*/ 129 h 166"/>
                    <a:gd name="T70" fmla="*/ 30 w 123"/>
                    <a:gd name="T71" fmla="*/ 130 h 166"/>
                    <a:gd name="T72" fmla="*/ 35 w 123"/>
                    <a:gd name="T73" fmla="*/ 141 h 166"/>
                    <a:gd name="T74" fmla="*/ 38 w 123"/>
                    <a:gd name="T75" fmla="*/ 141 h 166"/>
                    <a:gd name="T76" fmla="*/ 56 w 123"/>
                    <a:gd name="T77" fmla="*/ 133 h 166"/>
                    <a:gd name="T78" fmla="*/ 63 w 123"/>
                    <a:gd name="T79" fmla="*/ 141 h 166"/>
                    <a:gd name="T80" fmla="*/ 56 w 123"/>
                    <a:gd name="T81" fmla="*/ 154 h 166"/>
                    <a:gd name="T82" fmla="*/ 53 w 123"/>
                    <a:gd name="T83" fmla="*/ 154 h 166"/>
                    <a:gd name="T84" fmla="*/ 49 w 123"/>
                    <a:gd name="T85" fmla="*/ 154 h 166"/>
                    <a:gd name="T86" fmla="*/ 46 w 123"/>
                    <a:gd name="T87" fmla="*/ 156 h 166"/>
                    <a:gd name="T88" fmla="*/ 56 w 123"/>
                    <a:gd name="T89" fmla="*/ 166 h 166"/>
                    <a:gd name="T90" fmla="*/ 71 w 123"/>
                    <a:gd name="T91" fmla="*/ 160 h 166"/>
                    <a:gd name="T92" fmla="*/ 75 w 123"/>
                    <a:gd name="T93" fmla="*/ 146 h 166"/>
                    <a:gd name="T94" fmla="*/ 80 w 123"/>
                    <a:gd name="T95" fmla="*/ 124 h 166"/>
                    <a:gd name="T96" fmla="*/ 94 w 123"/>
                    <a:gd name="T97" fmla="*/ 120 h 166"/>
                    <a:gd name="T98" fmla="*/ 81 w 123"/>
                    <a:gd name="T99" fmla="*/ 117 h 166"/>
                    <a:gd name="T100" fmla="*/ 72 w 123"/>
                    <a:gd name="T101" fmla="*/ 107 h 166"/>
                    <a:gd name="T102" fmla="*/ 78 w 123"/>
                    <a:gd name="T103" fmla="*/ 96 h 166"/>
                    <a:gd name="T104" fmla="*/ 92 w 123"/>
                    <a:gd name="T105" fmla="*/ 89 h 166"/>
                    <a:gd name="T106" fmla="*/ 102 w 123"/>
                    <a:gd name="T107" fmla="*/ 78 h 166"/>
                    <a:gd name="T108" fmla="*/ 95 w 123"/>
                    <a:gd name="T109" fmla="*/ 61 h 166"/>
                    <a:gd name="T110" fmla="*/ 109 w 123"/>
                    <a:gd name="T111" fmla="*/ 48 h 166"/>
                    <a:gd name="T112" fmla="*/ 116 w 123"/>
                    <a:gd name="T113" fmla="*/ 42 h 166"/>
                    <a:gd name="T114" fmla="*/ 121 w 123"/>
                    <a:gd name="T115" fmla="*/ 32 h 166"/>
                    <a:gd name="T116" fmla="*/ 116 w 123"/>
                    <a:gd name="T117" fmla="*/ 17 h 166"/>
                    <a:gd name="T118" fmla="*/ 104 w 123"/>
                    <a:gd name="T119" fmla="*/ 20 h 166"/>
                    <a:gd name="T120" fmla="*/ 93 w 123"/>
                    <a:gd name="T121" fmla="*/ 21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23" h="166">
                      <a:moveTo>
                        <a:pt x="93" y="21"/>
                      </a:moveTo>
                      <a:cubicBezTo>
                        <a:pt x="94" y="14"/>
                        <a:pt x="98" y="14"/>
                        <a:pt x="101" y="9"/>
                      </a:cubicBezTo>
                      <a:cubicBezTo>
                        <a:pt x="101" y="8"/>
                        <a:pt x="101" y="8"/>
                        <a:pt x="101" y="8"/>
                      </a:cubicBezTo>
                      <a:cubicBezTo>
                        <a:pt x="101" y="5"/>
                        <a:pt x="97" y="1"/>
                        <a:pt x="96" y="0"/>
                      </a:cubicBezTo>
                      <a:cubicBezTo>
                        <a:pt x="89" y="3"/>
                        <a:pt x="91" y="6"/>
                        <a:pt x="88" y="13"/>
                      </a:cubicBezTo>
                      <a:cubicBezTo>
                        <a:pt x="85" y="17"/>
                        <a:pt x="82" y="23"/>
                        <a:pt x="76" y="23"/>
                      </a:cubicBezTo>
                      <a:cubicBezTo>
                        <a:pt x="75" y="23"/>
                        <a:pt x="70" y="18"/>
                        <a:pt x="67" y="17"/>
                      </a:cubicBezTo>
                      <a:cubicBezTo>
                        <a:pt x="66" y="20"/>
                        <a:pt x="66" y="20"/>
                        <a:pt x="66" y="20"/>
                      </a:cubicBezTo>
                      <a:cubicBezTo>
                        <a:pt x="67" y="23"/>
                        <a:pt x="69" y="24"/>
                        <a:pt x="69" y="28"/>
                      </a:cubicBezTo>
                      <a:cubicBezTo>
                        <a:pt x="69" y="29"/>
                        <a:pt x="69" y="29"/>
                        <a:pt x="69" y="29"/>
                      </a:cubicBezTo>
                      <a:cubicBezTo>
                        <a:pt x="69" y="29"/>
                        <a:pt x="63" y="36"/>
                        <a:pt x="62" y="37"/>
                      </a:cubicBezTo>
                      <a:cubicBezTo>
                        <a:pt x="63" y="38"/>
                        <a:pt x="61" y="38"/>
                        <a:pt x="64" y="38"/>
                      </a:cubicBezTo>
                      <a:cubicBezTo>
                        <a:pt x="64" y="38"/>
                        <a:pt x="64" y="38"/>
                        <a:pt x="64" y="38"/>
                      </a:cubicBezTo>
                      <a:cubicBezTo>
                        <a:pt x="71" y="37"/>
                        <a:pt x="71" y="37"/>
                        <a:pt x="71" y="37"/>
                      </a:cubicBezTo>
                      <a:cubicBezTo>
                        <a:pt x="74" y="37"/>
                        <a:pt x="74" y="38"/>
                        <a:pt x="78" y="38"/>
                      </a:cubicBezTo>
                      <a:cubicBezTo>
                        <a:pt x="78" y="38"/>
                        <a:pt x="78" y="38"/>
                        <a:pt x="78" y="38"/>
                      </a:cubicBezTo>
                      <a:cubicBezTo>
                        <a:pt x="79" y="38"/>
                        <a:pt x="84" y="33"/>
                        <a:pt x="91" y="32"/>
                      </a:cubicBezTo>
                      <a:cubicBezTo>
                        <a:pt x="96" y="31"/>
                        <a:pt x="104" y="30"/>
                        <a:pt x="104" y="37"/>
                      </a:cubicBezTo>
                      <a:cubicBezTo>
                        <a:pt x="104" y="39"/>
                        <a:pt x="102" y="41"/>
                        <a:pt x="101" y="43"/>
                      </a:cubicBezTo>
                      <a:cubicBezTo>
                        <a:pt x="98" y="43"/>
                        <a:pt x="99" y="43"/>
                        <a:pt x="97" y="43"/>
                      </a:cubicBezTo>
                      <a:cubicBezTo>
                        <a:pt x="96" y="43"/>
                        <a:pt x="93" y="42"/>
                        <a:pt x="92" y="41"/>
                      </a:cubicBezTo>
                      <a:cubicBezTo>
                        <a:pt x="85" y="46"/>
                        <a:pt x="88" y="49"/>
                        <a:pt x="85" y="56"/>
                      </a:cubicBezTo>
                      <a:cubicBezTo>
                        <a:pt x="84" y="57"/>
                        <a:pt x="81" y="64"/>
                        <a:pt x="81" y="64"/>
                      </a:cubicBezTo>
                      <a:cubicBezTo>
                        <a:pt x="80" y="66"/>
                        <a:pt x="80" y="64"/>
                        <a:pt x="78" y="67"/>
                      </a:cubicBezTo>
                      <a:cubicBezTo>
                        <a:pt x="77" y="70"/>
                        <a:pt x="78" y="68"/>
                        <a:pt x="76" y="70"/>
                      </a:cubicBezTo>
                      <a:cubicBezTo>
                        <a:pt x="74" y="67"/>
                        <a:pt x="72" y="66"/>
                        <a:pt x="72" y="62"/>
                      </a:cubicBezTo>
                      <a:cubicBezTo>
                        <a:pt x="72" y="61"/>
                        <a:pt x="75" y="55"/>
                        <a:pt x="76" y="54"/>
                      </a:cubicBezTo>
                      <a:cubicBezTo>
                        <a:pt x="75" y="51"/>
                        <a:pt x="75" y="48"/>
                        <a:pt x="72" y="48"/>
                      </a:cubicBezTo>
                      <a:cubicBezTo>
                        <a:pt x="71" y="48"/>
                        <a:pt x="70" y="49"/>
                        <a:pt x="70" y="49"/>
                      </a:cubicBezTo>
                      <a:cubicBezTo>
                        <a:pt x="70" y="55"/>
                        <a:pt x="67" y="55"/>
                        <a:pt x="63" y="57"/>
                      </a:cubicBezTo>
                      <a:cubicBezTo>
                        <a:pt x="62" y="56"/>
                        <a:pt x="60" y="55"/>
                        <a:pt x="59" y="55"/>
                      </a:cubicBezTo>
                      <a:cubicBezTo>
                        <a:pt x="58" y="55"/>
                        <a:pt x="56" y="57"/>
                        <a:pt x="56" y="57"/>
                      </a:cubicBezTo>
                      <a:cubicBezTo>
                        <a:pt x="58" y="60"/>
                        <a:pt x="59" y="60"/>
                        <a:pt x="61" y="64"/>
                      </a:cubicBezTo>
                      <a:cubicBezTo>
                        <a:pt x="61" y="66"/>
                        <a:pt x="61" y="66"/>
                        <a:pt x="61" y="66"/>
                      </a:cubicBezTo>
                      <a:cubicBezTo>
                        <a:pt x="61" y="67"/>
                        <a:pt x="61" y="67"/>
                        <a:pt x="61" y="67"/>
                      </a:cubicBezTo>
                      <a:cubicBezTo>
                        <a:pt x="59" y="70"/>
                        <a:pt x="59" y="70"/>
                        <a:pt x="59" y="70"/>
                      </a:cubicBezTo>
                      <a:cubicBezTo>
                        <a:pt x="60" y="71"/>
                        <a:pt x="58" y="71"/>
                        <a:pt x="61" y="71"/>
                      </a:cubicBezTo>
                      <a:cubicBezTo>
                        <a:pt x="64" y="71"/>
                        <a:pt x="66" y="72"/>
                        <a:pt x="68" y="74"/>
                      </a:cubicBezTo>
                      <a:cubicBezTo>
                        <a:pt x="68" y="75"/>
                        <a:pt x="68" y="75"/>
                        <a:pt x="68" y="75"/>
                      </a:cubicBezTo>
                      <a:cubicBezTo>
                        <a:pt x="68" y="78"/>
                        <a:pt x="68" y="78"/>
                        <a:pt x="68" y="78"/>
                      </a:cubicBezTo>
                      <a:cubicBezTo>
                        <a:pt x="68" y="82"/>
                        <a:pt x="58" y="85"/>
                        <a:pt x="55" y="86"/>
                      </a:cubicBezTo>
                      <a:cubicBezTo>
                        <a:pt x="50" y="88"/>
                        <a:pt x="44" y="91"/>
                        <a:pt x="40" y="92"/>
                      </a:cubicBezTo>
                      <a:cubicBezTo>
                        <a:pt x="36" y="94"/>
                        <a:pt x="35" y="94"/>
                        <a:pt x="32" y="96"/>
                      </a:cubicBezTo>
                      <a:cubicBezTo>
                        <a:pt x="29" y="97"/>
                        <a:pt x="27" y="97"/>
                        <a:pt x="24" y="99"/>
                      </a:cubicBezTo>
                      <a:cubicBezTo>
                        <a:pt x="20" y="101"/>
                        <a:pt x="13" y="104"/>
                        <a:pt x="9" y="104"/>
                      </a:cubicBezTo>
                      <a:cubicBezTo>
                        <a:pt x="3" y="105"/>
                        <a:pt x="3" y="105"/>
                        <a:pt x="3" y="105"/>
                      </a:cubicBezTo>
                      <a:cubicBezTo>
                        <a:pt x="1" y="105"/>
                        <a:pt x="1" y="106"/>
                        <a:pt x="0" y="107"/>
                      </a:cubicBezTo>
                      <a:cubicBezTo>
                        <a:pt x="0" y="108"/>
                        <a:pt x="0" y="111"/>
                        <a:pt x="2" y="112"/>
                      </a:cubicBezTo>
                      <a:cubicBezTo>
                        <a:pt x="4" y="114"/>
                        <a:pt x="3" y="114"/>
                        <a:pt x="5" y="115"/>
                      </a:cubicBezTo>
                      <a:cubicBezTo>
                        <a:pt x="6" y="116"/>
                        <a:pt x="12" y="119"/>
                        <a:pt x="14" y="120"/>
                      </a:cubicBezTo>
                      <a:cubicBezTo>
                        <a:pt x="15" y="119"/>
                        <a:pt x="15" y="119"/>
                        <a:pt x="17" y="119"/>
                      </a:cubicBezTo>
                      <a:cubicBezTo>
                        <a:pt x="20" y="119"/>
                        <a:pt x="30" y="110"/>
                        <a:pt x="32" y="108"/>
                      </a:cubicBezTo>
                      <a:cubicBezTo>
                        <a:pt x="36" y="104"/>
                        <a:pt x="42" y="101"/>
                        <a:pt x="47" y="98"/>
                      </a:cubicBezTo>
                      <a:cubicBezTo>
                        <a:pt x="50" y="96"/>
                        <a:pt x="52" y="95"/>
                        <a:pt x="55" y="93"/>
                      </a:cubicBezTo>
                      <a:cubicBezTo>
                        <a:pt x="57" y="92"/>
                        <a:pt x="58" y="92"/>
                        <a:pt x="59" y="91"/>
                      </a:cubicBezTo>
                      <a:cubicBezTo>
                        <a:pt x="61" y="90"/>
                        <a:pt x="61" y="90"/>
                        <a:pt x="63" y="89"/>
                      </a:cubicBezTo>
                      <a:cubicBezTo>
                        <a:pt x="68" y="87"/>
                        <a:pt x="74" y="80"/>
                        <a:pt x="79" y="80"/>
                      </a:cubicBezTo>
                      <a:cubicBezTo>
                        <a:pt x="81" y="80"/>
                        <a:pt x="82" y="82"/>
                        <a:pt x="82" y="83"/>
                      </a:cubicBezTo>
                      <a:cubicBezTo>
                        <a:pt x="82" y="85"/>
                        <a:pt x="82" y="85"/>
                        <a:pt x="82" y="85"/>
                      </a:cubicBezTo>
                      <a:cubicBezTo>
                        <a:pt x="82" y="86"/>
                        <a:pt x="82" y="86"/>
                        <a:pt x="82" y="86"/>
                      </a:cubicBezTo>
                      <a:cubicBezTo>
                        <a:pt x="80" y="90"/>
                        <a:pt x="79" y="89"/>
                        <a:pt x="78" y="93"/>
                      </a:cubicBezTo>
                      <a:cubicBezTo>
                        <a:pt x="75" y="94"/>
                        <a:pt x="75" y="94"/>
                        <a:pt x="74" y="97"/>
                      </a:cubicBezTo>
                      <a:cubicBezTo>
                        <a:pt x="69" y="98"/>
                        <a:pt x="71" y="99"/>
                        <a:pt x="67" y="101"/>
                      </a:cubicBezTo>
                      <a:cubicBezTo>
                        <a:pt x="63" y="103"/>
                        <a:pt x="63" y="103"/>
                        <a:pt x="61" y="107"/>
                      </a:cubicBezTo>
                      <a:cubicBezTo>
                        <a:pt x="61" y="110"/>
                        <a:pt x="64" y="114"/>
                        <a:pt x="64" y="117"/>
                      </a:cubicBezTo>
                      <a:cubicBezTo>
                        <a:pt x="64" y="118"/>
                        <a:pt x="64" y="118"/>
                        <a:pt x="64" y="118"/>
                      </a:cubicBezTo>
                      <a:cubicBezTo>
                        <a:pt x="64" y="119"/>
                        <a:pt x="64" y="119"/>
                        <a:pt x="64" y="119"/>
                      </a:cubicBezTo>
                      <a:cubicBezTo>
                        <a:pt x="61" y="123"/>
                        <a:pt x="60" y="125"/>
                        <a:pt x="55" y="126"/>
                      </a:cubicBezTo>
                      <a:cubicBezTo>
                        <a:pt x="51" y="127"/>
                        <a:pt x="43" y="129"/>
                        <a:pt x="41" y="129"/>
                      </a:cubicBezTo>
                      <a:cubicBezTo>
                        <a:pt x="40" y="129"/>
                        <a:pt x="40" y="129"/>
                        <a:pt x="40" y="129"/>
                      </a:cubicBezTo>
                      <a:cubicBezTo>
                        <a:pt x="32" y="130"/>
                        <a:pt x="32" y="130"/>
                        <a:pt x="32" y="130"/>
                      </a:cubicBezTo>
                      <a:cubicBezTo>
                        <a:pt x="30" y="130"/>
                        <a:pt x="30" y="130"/>
                        <a:pt x="30" y="130"/>
                      </a:cubicBezTo>
                      <a:cubicBezTo>
                        <a:pt x="27" y="132"/>
                        <a:pt x="27" y="132"/>
                        <a:pt x="27" y="132"/>
                      </a:cubicBezTo>
                      <a:cubicBezTo>
                        <a:pt x="30" y="136"/>
                        <a:pt x="30" y="138"/>
                        <a:pt x="35" y="141"/>
                      </a:cubicBezTo>
                      <a:cubicBezTo>
                        <a:pt x="36" y="141"/>
                        <a:pt x="36" y="141"/>
                        <a:pt x="36" y="141"/>
                      </a:cubicBezTo>
                      <a:cubicBezTo>
                        <a:pt x="38" y="141"/>
                        <a:pt x="38" y="141"/>
                        <a:pt x="38" y="141"/>
                      </a:cubicBezTo>
                      <a:cubicBezTo>
                        <a:pt x="39" y="141"/>
                        <a:pt x="39" y="141"/>
                        <a:pt x="39" y="141"/>
                      </a:cubicBezTo>
                      <a:cubicBezTo>
                        <a:pt x="43" y="138"/>
                        <a:pt x="51" y="133"/>
                        <a:pt x="56" y="133"/>
                      </a:cubicBezTo>
                      <a:cubicBezTo>
                        <a:pt x="58" y="133"/>
                        <a:pt x="58" y="133"/>
                        <a:pt x="58" y="133"/>
                      </a:cubicBezTo>
                      <a:cubicBezTo>
                        <a:pt x="62" y="133"/>
                        <a:pt x="63" y="137"/>
                        <a:pt x="63" y="141"/>
                      </a:cubicBezTo>
                      <a:cubicBezTo>
                        <a:pt x="63" y="143"/>
                        <a:pt x="63" y="143"/>
                        <a:pt x="63" y="143"/>
                      </a:cubicBezTo>
                      <a:cubicBezTo>
                        <a:pt x="63" y="150"/>
                        <a:pt x="60" y="152"/>
                        <a:pt x="56" y="154"/>
                      </a:cubicBezTo>
                      <a:cubicBezTo>
                        <a:pt x="55" y="154"/>
                        <a:pt x="55" y="154"/>
                        <a:pt x="55" y="154"/>
                      </a:cubicBezTo>
                      <a:cubicBezTo>
                        <a:pt x="53" y="154"/>
                        <a:pt x="53" y="154"/>
                        <a:pt x="53" y="154"/>
                      </a:cubicBezTo>
                      <a:cubicBezTo>
                        <a:pt x="52" y="154"/>
                        <a:pt x="52" y="154"/>
                        <a:pt x="51" y="153"/>
                      </a:cubicBezTo>
                      <a:cubicBezTo>
                        <a:pt x="50" y="154"/>
                        <a:pt x="50" y="154"/>
                        <a:pt x="49" y="154"/>
                      </a:cubicBezTo>
                      <a:cubicBezTo>
                        <a:pt x="47" y="154"/>
                        <a:pt x="47" y="154"/>
                        <a:pt x="47" y="154"/>
                      </a:cubicBezTo>
                      <a:cubicBezTo>
                        <a:pt x="47" y="155"/>
                        <a:pt x="46" y="155"/>
                        <a:pt x="46" y="156"/>
                      </a:cubicBezTo>
                      <a:cubicBezTo>
                        <a:pt x="46" y="158"/>
                        <a:pt x="53" y="165"/>
                        <a:pt x="55" y="166"/>
                      </a:cubicBezTo>
                      <a:cubicBezTo>
                        <a:pt x="56" y="166"/>
                        <a:pt x="56" y="166"/>
                        <a:pt x="56" y="166"/>
                      </a:cubicBezTo>
                      <a:cubicBezTo>
                        <a:pt x="61" y="166"/>
                        <a:pt x="61" y="166"/>
                        <a:pt x="61" y="166"/>
                      </a:cubicBezTo>
                      <a:cubicBezTo>
                        <a:pt x="66" y="166"/>
                        <a:pt x="69" y="163"/>
                        <a:pt x="71" y="160"/>
                      </a:cubicBezTo>
                      <a:cubicBezTo>
                        <a:pt x="74" y="155"/>
                        <a:pt x="74" y="151"/>
                        <a:pt x="76" y="148"/>
                      </a:cubicBezTo>
                      <a:cubicBezTo>
                        <a:pt x="75" y="146"/>
                        <a:pt x="75" y="148"/>
                        <a:pt x="75" y="146"/>
                      </a:cubicBezTo>
                      <a:cubicBezTo>
                        <a:pt x="75" y="138"/>
                        <a:pt x="75" y="138"/>
                        <a:pt x="75" y="138"/>
                      </a:cubicBezTo>
                      <a:cubicBezTo>
                        <a:pt x="75" y="130"/>
                        <a:pt x="74" y="128"/>
                        <a:pt x="80" y="124"/>
                      </a:cubicBezTo>
                      <a:cubicBezTo>
                        <a:pt x="81" y="124"/>
                        <a:pt x="81" y="124"/>
                        <a:pt x="81" y="124"/>
                      </a:cubicBezTo>
                      <a:cubicBezTo>
                        <a:pt x="90" y="124"/>
                        <a:pt x="90" y="127"/>
                        <a:pt x="94" y="120"/>
                      </a:cubicBezTo>
                      <a:cubicBezTo>
                        <a:pt x="92" y="117"/>
                        <a:pt x="91" y="116"/>
                        <a:pt x="88" y="115"/>
                      </a:cubicBezTo>
                      <a:cubicBezTo>
                        <a:pt x="86" y="116"/>
                        <a:pt x="84" y="117"/>
                        <a:pt x="81" y="117"/>
                      </a:cubicBezTo>
                      <a:cubicBezTo>
                        <a:pt x="79" y="117"/>
                        <a:pt x="79" y="117"/>
                        <a:pt x="79" y="117"/>
                      </a:cubicBezTo>
                      <a:cubicBezTo>
                        <a:pt x="77" y="116"/>
                        <a:pt x="72" y="109"/>
                        <a:pt x="72" y="107"/>
                      </a:cubicBezTo>
                      <a:cubicBezTo>
                        <a:pt x="72" y="105"/>
                        <a:pt x="72" y="105"/>
                        <a:pt x="72" y="105"/>
                      </a:cubicBezTo>
                      <a:cubicBezTo>
                        <a:pt x="72" y="99"/>
                        <a:pt x="75" y="100"/>
                        <a:pt x="78" y="96"/>
                      </a:cubicBezTo>
                      <a:cubicBezTo>
                        <a:pt x="80" y="96"/>
                        <a:pt x="80" y="96"/>
                        <a:pt x="80" y="96"/>
                      </a:cubicBezTo>
                      <a:cubicBezTo>
                        <a:pt x="82" y="93"/>
                        <a:pt x="89" y="90"/>
                        <a:pt x="92" y="89"/>
                      </a:cubicBezTo>
                      <a:cubicBezTo>
                        <a:pt x="95" y="87"/>
                        <a:pt x="101" y="83"/>
                        <a:pt x="101" y="80"/>
                      </a:cubicBezTo>
                      <a:cubicBezTo>
                        <a:pt x="101" y="77"/>
                        <a:pt x="101" y="79"/>
                        <a:pt x="102" y="78"/>
                      </a:cubicBezTo>
                      <a:cubicBezTo>
                        <a:pt x="101" y="77"/>
                        <a:pt x="101" y="79"/>
                        <a:pt x="101" y="77"/>
                      </a:cubicBezTo>
                      <a:cubicBezTo>
                        <a:pt x="101" y="73"/>
                        <a:pt x="96" y="64"/>
                        <a:pt x="95" y="61"/>
                      </a:cubicBezTo>
                      <a:cubicBezTo>
                        <a:pt x="95" y="61"/>
                        <a:pt x="101" y="55"/>
                        <a:pt x="102" y="55"/>
                      </a:cubicBezTo>
                      <a:cubicBezTo>
                        <a:pt x="104" y="52"/>
                        <a:pt x="106" y="51"/>
                        <a:pt x="109" y="48"/>
                      </a:cubicBezTo>
                      <a:cubicBezTo>
                        <a:pt x="110" y="47"/>
                        <a:pt x="112" y="46"/>
                        <a:pt x="113" y="45"/>
                      </a:cubicBezTo>
                      <a:cubicBezTo>
                        <a:pt x="114" y="44"/>
                        <a:pt x="115" y="43"/>
                        <a:pt x="116" y="42"/>
                      </a:cubicBezTo>
                      <a:cubicBezTo>
                        <a:pt x="118" y="39"/>
                        <a:pt x="118" y="35"/>
                        <a:pt x="121" y="34"/>
                      </a:cubicBezTo>
                      <a:cubicBezTo>
                        <a:pt x="121" y="32"/>
                        <a:pt x="121" y="32"/>
                        <a:pt x="121" y="32"/>
                      </a:cubicBezTo>
                      <a:cubicBezTo>
                        <a:pt x="121" y="27"/>
                        <a:pt x="123" y="30"/>
                        <a:pt x="120" y="24"/>
                      </a:cubicBezTo>
                      <a:cubicBezTo>
                        <a:pt x="118" y="20"/>
                        <a:pt x="118" y="20"/>
                        <a:pt x="116" y="17"/>
                      </a:cubicBezTo>
                      <a:cubicBezTo>
                        <a:pt x="113" y="17"/>
                        <a:pt x="113" y="17"/>
                        <a:pt x="113" y="17"/>
                      </a:cubicBezTo>
                      <a:cubicBezTo>
                        <a:pt x="111" y="17"/>
                        <a:pt x="105" y="19"/>
                        <a:pt x="104" y="20"/>
                      </a:cubicBezTo>
                      <a:cubicBezTo>
                        <a:pt x="101" y="23"/>
                        <a:pt x="102" y="23"/>
                        <a:pt x="96" y="24"/>
                      </a:cubicBezTo>
                      <a:lnTo>
                        <a:pt x="93" y="2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5" name="íṥḻiďê"/>
                <p:cNvSpPr/>
                <p:nvPr/>
              </p:nvSpPr>
              <p:spPr bwMode="auto">
                <a:xfrm>
                  <a:off x="5159376" y="3357563"/>
                  <a:ext cx="117475" cy="366713"/>
                </a:xfrm>
                <a:custGeom>
                  <a:avLst/>
                  <a:gdLst>
                    <a:gd name="T0" fmla="*/ 23 w 36"/>
                    <a:gd name="T1" fmla="*/ 14 h 110"/>
                    <a:gd name="T2" fmla="*/ 23 w 36"/>
                    <a:gd name="T3" fmla="*/ 12 h 110"/>
                    <a:gd name="T4" fmla="*/ 18 w 36"/>
                    <a:gd name="T5" fmla="*/ 6 h 110"/>
                    <a:gd name="T6" fmla="*/ 13 w 36"/>
                    <a:gd name="T7" fmla="*/ 0 h 110"/>
                    <a:gd name="T8" fmla="*/ 11 w 36"/>
                    <a:gd name="T9" fmla="*/ 4 h 110"/>
                    <a:gd name="T10" fmla="*/ 13 w 36"/>
                    <a:gd name="T11" fmla="*/ 16 h 110"/>
                    <a:gd name="T12" fmla="*/ 12 w 36"/>
                    <a:gd name="T13" fmla="*/ 34 h 110"/>
                    <a:gd name="T14" fmla="*/ 7 w 36"/>
                    <a:gd name="T15" fmla="*/ 65 h 110"/>
                    <a:gd name="T16" fmla="*/ 3 w 36"/>
                    <a:gd name="T17" fmla="*/ 80 h 110"/>
                    <a:gd name="T18" fmla="*/ 0 w 36"/>
                    <a:gd name="T19" fmla="*/ 95 h 110"/>
                    <a:gd name="T20" fmla="*/ 0 w 36"/>
                    <a:gd name="T21" fmla="*/ 98 h 110"/>
                    <a:gd name="T22" fmla="*/ 0 w 36"/>
                    <a:gd name="T23" fmla="*/ 100 h 110"/>
                    <a:gd name="T24" fmla="*/ 4 w 36"/>
                    <a:gd name="T25" fmla="*/ 105 h 110"/>
                    <a:gd name="T26" fmla="*/ 9 w 36"/>
                    <a:gd name="T27" fmla="*/ 110 h 110"/>
                    <a:gd name="T28" fmla="*/ 15 w 36"/>
                    <a:gd name="T29" fmla="*/ 104 h 110"/>
                    <a:gd name="T30" fmla="*/ 18 w 36"/>
                    <a:gd name="T31" fmla="*/ 96 h 110"/>
                    <a:gd name="T32" fmla="*/ 18 w 36"/>
                    <a:gd name="T33" fmla="*/ 90 h 110"/>
                    <a:gd name="T34" fmla="*/ 21 w 36"/>
                    <a:gd name="T35" fmla="*/ 71 h 110"/>
                    <a:gd name="T36" fmla="*/ 25 w 36"/>
                    <a:gd name="T37" fmla="*/ 53 h 110"/>
                    <a:gd name="T38" fmla="*/ 30 w 36"/>
                    <a:gd name="T39" fmla="*/ 36 h 110"/>
                    <a:gd name="T40" fmla="*/ 35 w 36"/>
                    <a:gd name="T41" fmla="*/ 20 h 110"/>
                    <a:gd name="T42" fmla="*/ 33 w 36"/>
                    <a:gd name="T43" fmla="*/ 20 h 110"/>
                    <a:gd name="T44" fmla="*/ 30 w 36"/>
                    <a:gd name="T45" fmla="*/ 22 h 110"/>
                    <a:gd name="T46" fmla="*/ 23 w 36"/>
                    <a:gd name="T47" fmla="*/ 17 h 110"/>
                    <a:gd name="T48" fmla="*/ 23 w 36"/>
                    <a:gd name="T49" fmla="*/ 15 h 110"/>
                    <a:gd name="T50" fmla="*/ 23 w 36"/>
                    <a:gd name="T51" fmla="*/ 14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6" h="110">
                      <a:moveTo>
                        <a:pt x="23" y="14"/>
                      </a:moveTo>
                      <a:cubicBezTo>
                        <a:pt x="23" y="12"/>
                        <a:pt x="23" y="12"/>
                        <a:pt x="23" y="12"/>
                      </a:cubicBezTo>
                      <a:cubicBezTo>
                        <a:pt x="21" y="8"/>
                        <a:pt x="22" y="9"/>
                        <a:pt x="18" y="6"/>
                      </a:cubicBezTo>
                      <a:cubicBezTo>
                        <a:pt x="17" y="4"/>
                        <a:pt x="15" y="2"/>
                        <a:pt x="13" y="0"/>
                      </a:cubicBezTo>
                      <a:cubicBezTo>
                        <a:pt x="12" y="1"/>
                        <a:pt x="11" y="3"/>
                        <a:pt x="11" y="4"/>
                      </a:cubicBezTo>
                      <a:cubicBezTo>
                        <a:pt x="11" y="7"/>
                        <a:pt x="13" y="12"/>
                        <a:pt x="13" y="16"/>
                      </a:cubicBezTo>
                      <a:cubicBezTo>
                        <a:pt x="12" y="34"/>
                        <a:pt x="12" y="34"/>
                        <a:pt x="12" y="34"/>
                      </a:cubicBezTo>
                      <a:cubicBezTo>
                        <a:pt x="12" y="43"/>
                        <a:pt x="9" y="56"/>
                        <a:pt x="7" y="65"/>
                      </a:cubicBezTo>
                      <a:cubicBezTo>
                        <a:pt x="6" y="72"/>
                        <a:pt x="4" y="75"/>
                        <a:pt x="3" y="80"/>
                      </a:cubicBezTo>
                      <a:cubicBezTo>
                        <a:pt x="2" y="85"/>
                        <a:pt x="0" y="91"/>
                        <a:pt x="0" y="95"/>
                      </a:cubicBezTo>
                      <a:cubicBezTo>
                        <a:pt x="0" y="98"/>
                        <a:pt x="0" y="98"/>
                        <a:pt x="0" y="98"/>
                      </a:cubicBezTo>
                      <a:cubicBezTo>
                        <a:pt x="0" y="100"/>
                        <a:pt x="0" y="100"/>
                        <a:pt x="0" y="100"/>
                      </a:cubicBezTo>
                      <a:cubicBezTo>
                        <a:pt x="2" y="102"/>
                        <a:pt x="2" y="103"/>
                        <a:pt x="4" y="105"/>
                      </a:cubicBezTo>
                      <a:cubicBezTo>
                        <a:pt x="6" y="108"/>
                        <a:pt x="7" y="108"/>
                        <a:pt x="9" y="110"/>
                      </a:cubicBezTo>
                      <a:cubicBezTo>
                        <a:pt x="12" y="108"/>
                        <a:pt x="13" y="108"/>
                        <a:pt x="15" y="104"/>
                      </a:cubicBezTo>
                      <a:cubicBezTo>
                        <a:pt x="16" y="102"/>
                        <a:pt x="18" y="99"/>
                        <a:pt x="18" y="96"/>
                      </a:cubicBezTo>
                      <a:cubicBezTo>
                        <a:pt x="18" y="90"/>
                        <a:pt x="18" y="90"/>
                        <a:pt x="18" y="90"/>
                      </a:cubicBezTo>
                      <a:cubicBezTo>
                        <a:pt x="18" y="83"/>
                        <a:pt x="20" y="77"/>
                        <a:pt x="21" y="71"/>
                      </a:cubicBezTo>
                      <a:cubicBezTo>
                        <a:pt x="23" y="65"/>
                        <a:pt x="23" y="59"/>
                        <a:pt x="25" y="53"/>
                      </a:cubicBezTo>
                      <a:cubicBezTo>
                        <a:pt x="26" y="47"/>
                        <a:pt x="29" y="42"/>
                        <a:pt x="30" y="36"/>
                      </a:cubicBezTo>
                      <a:cubicBezTo>
                        <a:pt x="31" y="28"/>
                        <a:pt x="34" y="27"/>
                        <a:pt x="35" y="20"/>
                      </a:cubicBezTo>
                      <a:cubicBezTo>
                        <a:pt x="34" y="19"/>
                        <a:pt x="36" y="20"/>
                        <a:pt x="33" y="20"/>
                      </a:cubicBezTo>
                      <a:cubicBezTo>
                        <a:pt x="33" y="20"/>
                        <a:pt x="30" y="22"/>
                        <a:pt x="30" y="22"/>
                      </a:cubicBezTo>
                      <a:cubicBezTo>
                        <a:pt x="25" y="21"/>
                        <a:pt x="25" y="21"/>
                        <a:pt x="23" y="17"/>
                      </a:cubicBezTo>
                      <a:cubicBezTo>
                        <a:pt x="23" y="15"/>
                        <a:pt x="23" y="15"/>
                        <a:pt x="23" y="15"/>
                      </a:cubicBezTo>
                      <a:lnTo>
                        <a:pt x="23" y="14"/>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nvGrpSpPr>
              <p:cNvPr id="249" name="ïšľîḍê"/>
              <p:cNvGrpSpPr/>
              <p:nvPr/>
            </p:nvGrpSpPr>
            <p:grpSpPr>
              <a:xfrm>
                <a:off x="4412452" y="3781425"/>
                <a:ext cx="2312689" cy="166461"/>
                <a:chOff x="6986588" y="3521075"/>
                <a:chExt cx="1654176" cy="119063"/>
              </a:xfrm>
            </p:grpSpPr>
            <p:sp>
              <p:nvSpPr>
                <p:cNvPr id="250" name="îṩľîḑê"/>
                <p:cNvSpPr/>
                <p:nvPr/>
              </p:nvSpPr>
              <p:spPr bwMode="auto">
                <a:xfrm>
                  <a:off x="6986588" y="3521075"/>
                  <a:ext cx="155575" cy="119063"/>
                </a:xfrm>
                <a:custGeom>
                  <a:avLst/>
                  <a:gdLst>
                    <a:gd name="T0" fmla="*/ 84 w 98"/>
                    <a:gd name="T1" fmla="*/ 0 h 75"/>
                    <a:gd name="T2" fmla="*/ 59 w 98"/>
                    <a:gd name="T3" fmla="*/ 52 h 75"/>
                    <a:gd name="T4" fmla="*/ 57 w 98"/>
                    <a:gd name="T5" fmla="*/ 0 h 75"/>
                    <a:gd name="T6" fmla="*/ 40 w 98"/>
                    <a:gd name="T7" fmla="*/ 0 h 75"/>
                    <a:gd name="T8" fmla="*/ 15 w 98"/>
                    <a:gd name="T9" fmla="*/ 52 h 75"/>
                    <a:gd name="T10" fmla="*/ 15 w 98"/>
                    <a:gd name="T11" fmla="*/ 0 h 75"/>
                    <a:gd name="T12" fmla="*/ 0 w 98"/>
                    <a:gd name="T13" fmla="*/ 0 h 75"/>
                    <a:gd name="T14" fmla="*/ 2 w 98"/>
                    <a:gd name="T15" fmla="*/ 75 h 75"/>
                    <a:gd name="T16" fmla="*/ 19 w 98"/>
                    <a:gd name="T17" fmla="*/ 75 h 75"/>
                    <a:gd name="T18" fmla="*/ 44 w 98"/>
                    <a:gd name="T19" fmla="*/ 21 h 75"/>
                    <a:gd name="T20" fmla="*/ 46 w 98"/>
                    <a:gd name="T21" fmla="*/ 75 h 75"/>
                    <a:gd name="T22" fmla="*/ 63 w 98"/>
                    <a:gd name="T23" fmla="*/ 75 h 75"/>
                    <a:gd name="T24" fmla="*/ 98 w 98"/>
                    <a:gd name="T25" fmla="*/ 0 h 75"/>
                    <a:gd name="T26" fmla="*/ 84 w 98"/>
                    <a:gd name="T27"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98" h="75">
                      <a:moveTo>
                        <a:pt x="84" y="0"/>
                      </a:moveTo>
                      <a:lnTo>
                        <a:pt x="59" y="52"/>
                      </a:lnTo>
                      <a:lnTo>
                        <a:pt x="57" y="0"/>
                      </a:lnTo>
                      <a:lnTo>
                        <a:pt x="40" y="0"/>
                      </a:lnTo>
                      <a:lnTo>
                        <a:pt x="15" y="52"/>
                      </a:lnTo>
                      <a:lnTo>
                        <a:pt x="15" y="0"/>
                      </a:lnTo>
                      <a:lnTo>
                        <a:pt x="0" y="0"/>
                      </a:lnTo>
                      <a:lnTo>
                        <a:pt x="2" y="75"/>
                      </a:lnTo>
                      <a:lnTo>
                        <a:pt x="19" y="75"/>
                      </a:lnTo>
                      <a:lnTo>
                        <a:pt x="44" y="21"/>
                      </a:lnTo>
                      <a:lnTo>
                        <a:pt x="46" y="75"/>
                      </a:lnTo>
                      <a:lnTo>
                        <a:pt x="63" y="75"/>
                      </a:lnTo>
                      <a:lnTo>
                        <a:pt x="98" y="0"/>
                      </a:lnTo>
                      <a:lnTo>
                        <a:pt x="84"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1" name="îṩḷîde"/>
                <p:cNvSpPr/>
                <p:nvPr/>
              </p:nvSpPr>
              <p:spPr bwMode="auto">
                <a:xfrm>
                  <a:off x="7135813" y="3521075"/>
                  <a:ext cx="112713" cy="119063"/>
                </a:xfrm>
                <a:custGeom>
                  <a:avLst/>
                  <a:gdLst>
                    <a:gd name="T0" fmla="*/ 22 w 34"/>
                    <a:gd name="T1" fmla="*/ 20 h 36"/>
                    <a:gd name="T2" fmla="*/ 20 w 34"/>
                    <a:gd name="T3" fmla="*/ 26 h 36"/>
                    <a:gd name="T4" fmla="*/ 18 w 34"/>
                    <a:gd name="T5" fmla="*/ 29 h 36"/>
                    <a:gd name="T6" fmla="*/ 13 w 34"/>
                    <a:gd name="T7" fmla="*/ 30 h 36"/>
                    <a:gd name="T8" fmla="*/ 9 w 34"/>
                    <a:gd name="T9" fmla="*/ 29 h 36"/>
                    <a:gd name="T10" fmla="*/ 7 w 34"/>
                    <a:gd name="T11" fmla="*/ 25 h 36"/>
                    <a:gd name="T12" fmla="*/ 7 w 34"/>
                    <a:gd name="T13" fmla="*/ 24 h 36"/>
                    <a:gd name="T14" fmla="*/ 8 w 34"/>
                    <a:gd name="T15" fmla="*/ 19 h 36"/>
                    <a:gd name="T16" fmla="*/ 12 w 34"/>
                    <a:gd name="T17" fmla="*/ 0 h 36"/>
                    <a:gd name="T18" fmla="*/ 5 w 34"/>
                    <a:gd name="T19" fmla="*/ 0 h 36"/>
                    <a:gd name="T20" fmla="*/ 1 w 34"/>
                    <a:gd name="T21" fmla="*/ 19 h 36"/>
                    <a:gd name="T22" fmla="*/ 0 w 34"/>
                    <a:gd name="T23" fmla="*/ 23 h 36"/>
                    <a:gd name="T24" fmla="*/ 0 w 34"/>
                    <a:gd name="T25" fmla="*/ 25 h 36"/>
                    <a:gd name="T26" fmla="*/ 3 w 34"/>
                    <a:gd name="T27" fmla="*/ 33 h 36"/>
                    <a:gd name="T28" fmla="*/ 13 w 34"/>
                    <a:gd name="T29" fmla="*/ 36 h 36"/>
                    <a:gd name="T30" fmla="*/ 22 w 34"/>
                    <a:gd name="T31" fmla="*/ 34 h 36"/>
                    <a:gd name="T32" fmla="*/ 27 w 34"/>
                    <a:gd name="T33" fmla="*/ 29 h 36"/>
                    <a:gd name="T34" fmla="*/ 30 w 34"/>
                    <a:gd name="T35" fmla="*/ 20 h 36"/>
                    <a:gd name="T36" fmla="*/ 34 w 34"/>
                    <a:gd name="T37" fmla="*/ 0 h 36"/>
                    <a:gd name="T38" fmla="*/ 26 w 34"/>
                    <a:gd name="T39" fmla="*/ 0 h 36"/>
                    <a:gd name="T40" fmla="*/ 22 w 34"/>
                    <a:gd name="T41" fmla="*/ 2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4" h="36">
                      <a:moveTo>
                        <a:pt x="22" y="20"/>
                      </a:moveTo>
                      <a:cubicBezTo>
                        <a:pt x="22" y="23"/>
                        <a:pt x="21" y="25"/>
                        <a:pt x="20" y="26"/>
                      </a:cubicBezTo>
                      <a:cubicBezTo>
                        <a:pt x="20" y="28"/>
                        <a:pt x="19" y="29"/>
                        <a:pt x="18" y="29"/>
                      </a:cubicBezTo>
                      <a:cubicBezTo>
                        <a:pt x="17" y="30"/>
                        <a:pt x="15" y="30"/>
                        <a:pt x="13" y="30"/>
                      </a:cubicBezTo>
                      <a:cubicBezTo>
                        <a:pt x="11" y="30"/>
                        <a:pt x="10" y="30"/>
                        <a:pt x="9" y="29"/>
                      </a:cubicBezTo>
                      <a:cubicBezTo>
                        <a:pt x="8" y="28"/>
                        <a:pt x="7" y="27"/>
                        <a:pt x="7" y="25"/>
                      </a:cubicBezTo>
                      <a:cubicBezTo>
                        <a:pt x="7" y="25"/>
                        <a:pt x="7" y="25"/>
                        <a:pt x="7" y="24"/>
                      </a:cubicBezTo>
                      <a:cubicBezTo>
                        <a:pt x="8" y="19"/>
                        <a:pt x="8" y="19"/>
                        <a:pt x="8" y="19"/>
                      </a:cubicBezTo>
                      <a:cubicBezTo>
                        <a:pt x="12" y="0"/>
                        <a:pt x="12" y="0"/>
                        <a:pt x="12" y="0"/>
                      </a:cubicBezTo>
                      <a:cubicBezTo>
                        <a:pt x="5" y="0"/>
                        <a:pt x="5" y="0"/>
                        <a:pt x="5" y="0"/>
                      </a:cubicBezTo>
                      <a:cubicBezTo>
                        <a:pt x="1" y="19"/>
                        <a:pt x="1" y="19"/>
                        <a:pt x="1" y="19"/>
                      </a:cubicBezTo>
                      <a:cubicBezTo>
                        <a:pt x="1" y="21"/>
                        <a:pt x="0" y="23"/>
                        <a:pt x="0" y="23"/>
                      </a:cubicBezTo>
                      <a:cubicBezTo>
                        <a:pt x="0" y="24"/>
                        <a:pt x="0" y="25"/>
                        <a:pt x="0" y="25"/>
                      </a:cubicBezTo>
                      <a:cubicBezTo>
                        <a:pt x="0" y="29"/>
                        <a:pt x="1" y="31"/>
                        <a:pt x="3" y="33"/>
                      </a:cubicBezTo>
                      <a:cubicBezTo>
                        <a:pt x="6" y="35"/>
                        <a:pt x="9" y="36"/>
                        <a:pt x="13" y="36"/>
                      </a:cubicBezTo>
                      <a:cubicBezTo>
                        <a:pt x="16" y="36"/>
                        <a:pt x="19" y="36"/>
                        <a:pt x="22" y="34"/>
                      </a:cubicBezTo>
                      <a:cubicBezTo>
                        <a:pt x="24" y="33"/>
                        <a:pt x="25" y="31"/>
                        <a:pt x="27" y="29"/>
                      </a:cubicBezTo>
                      <a:cubicBezTo>
                        <a:pt x="28" y="27"/>
                        <a:pt x="29" y="24"/>
                        <a:pt x="30" y="20"/>
                      </a:cubicBezTo>
                      <a:cubicBezTo>
                        <a:pt x="34" y="0"/>
                        <a:pt x="34" y="0"/>
                        <a:pt x="34" y="0"/>
                      </a:cubicBezTo>
                      <a:cubicBezTo>
                        <a:pt x="26" y="0"/>
                        <a:pt x="26" y="0"/>
                        <a:pt x="26" y="0"/>
                      </a:cubicBezTo>
                      <a:lnTo>
                        <a:pt x="22" y="2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2" name="îṣḻîḑê"/>
                <p:cNvSpPr/>
                <p:nvPr/>
              </p:nvSpPr>
              <p:spPr bwMode="auto">
                <a:xfrm>
                  <a:off x="7248526" y="3521075"/>
                  <a:ext cx="114300" cy="119063"/>
                </a:xfrm>
                <a:custGeom>
                  <a:avLst/>
                  <a:gdLst>
                    <a:gd name="T0" fmla="*/ 58 w 72"/>
                    <a:gd name="T1" fmla="*/ 0 h 75"/>
                    <a:gd name="T2" fmla="*/ 52 w 72"/>
                    <a:gd name="T3" fmla="*/ 29 h 75"/>
                    <a:gd name="T4" fmla="*/ 22 w 72"/>
                    <a:gd name="T5" fmla="*/ 29 h 75"/>
                    <a:gd name="T6" fmla="*/ 29 w 72"/>
                    <a:gd name="T7" fmla="*/ 0 h 75"/>
                    <a:gd name="T8" fmla="*/ 14 w 72"/>
                    <a:gd name="T9" fmla="*/ 0 h 75"/>
                    <a:gd name="T10" fmla="*/ 0 w 72"/>
                    <a:gd name="T11" fmla="*/ 75 h 75"/>
                    <a:gd name="T12" fmla="*/ 14 w 72"/>
                    <a:gd name="T13" fmla="*/ 75 h 75"/>
                    <a:gd name="T14" fmla="*/ 20 w 72"/>
                    <a:gd name="T15" fmla="*/ 42 h 75"/>
                    <a:gd name="T16" fmla="*/ 50 w 72"/>
                    <a:gd name="T17" fmla="*/ 42 h 75"/>
                    <a:gd name="T18" fmla="*/ 43 w 72"/>
                    <a:gd name="T19" fmla="*/ 75 h 75"/>
                    <a:gd name="T20" fmla="*/ 58 w 72"/>
                    <a:gd name="T21" fmla="*/ 75 h 75"/>
                    <a:gd name="T22" fmla="*/ 72 w 72"/>
                    <a:gd name="T23" fmla="*/ 0 h 75"/>
                    <a:gd name="T24" fmla="*/ 58 w 72"/>
                    <a:gd name="T25"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2" h="75">
                      <a:moveTo>
                        <a:pt x="58" y="0"/>
                      </a:moveTo>
                      <a:lnTo>
                        <a:pt x="52" y="29"/>
                      </a:lnTo>
                      <a:lnTo>
                        <a:pt x="22" y="29"/>
                      </a:lnTo>
                      <a:lnTo>
                        <a:pt x="29" y="0"/>
                      </a:lnTo>
                      <a:lnTo>
                        <a:pt x="14" y="0"/>
                      </a:lnTo>
                      <a:lnTo>
                        <a:pt x="0" y="75"/>
                      </a:lnTo>
                      <a:lnTo>
                        <a:pt x="14" y="75"/>
                      </a:lnTo>
                      <a:lnTo>
                        <a:pt x="20" y="42"/>
                      </a:lnTo>
                      <a:lnTo>
                        <a:pt x="50" y="42"/>
                      </a:lnTo>
                      <a:lnTo>
                        <a:pt x="43" y="75"/>
                      </a:lnTo>
                      <a:lnTo>
                        <a:pt x="58" y="75"/>
                      </a:lnTo>
                      <a:lnTo>
                        <a:pt x="72" y="0"/>
                      </a:lnTo>
                      <a:lnTo>
                        <a:pt x="58"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3" name="ïṥlíḑê"/>
                <p:cNvSpPr/>
                <p:nvPr/>
              </p:nvSpPr>
              <p:spPr bwMode="auto">
                <a:xfrm>
                  <a:off x="7356476" y="3521075"/>
                  <a:ext cx="112713" cy="119063"/>
                </a:xfrm>
                <a:custGeom>
                  <a:avLst/>
                  <a:gdLst>
                    <a:gd name="T0" fmla="*/ 42 w 71"/>
                    <a:gd name="T1" fmla="*/ 0 h 75"/>
                    <a:gd name="T2" fmla="*/ 0 w 71"/>
                    <a:gd name="T3" fmla="*/ 75 h 75"/>
                    <a:gd name="T4" fmla="*/ 15 w 71"/>
                    <a:gd name="T5" fmla="*/ 75 h 75"/>
                    <a:gd name="T6" fmla="*/ 23 w 71"/>
                    <a:gd name="T7" fmla="*/ 59 h 75"/>
                    <a:gd name="T8" fmla="*/ 54 w 71"/>
                    <a:gd name="T9" fmla="*/ 59 h 75"/>
                    <a:gd name="T10" fmla="*/ 56 w 71"/>
                    <a:gd name="T11" fmla="*/ 75 h 75"/>
                    <a:gd name="T12" fmla="*/ 71 w 71"/>
                    <a:gd name="T13" fmla="*/ 75 h 75"/>
                    <a:gd name="T14" fmla="*/ 58 w 71"/>
                    <a:gd name="T15" fmla="*/ 0 h 75"/>
                    <a:gd name="T16" fmla="*/ 42 w 71"/>
                    <a:gd name="T17" fmla="*/ 0 h 75"/>
                    <a:gd name="T18" fmla="*/ 29 w 71"/>
                    <a:gd name="T19" fmla="*/ 46 h 75"/>
                    <a:gd name="T20" fmla="*/ 48 w 71"/>
                    <a:gd name="T21" fmla="*/ 17 h 75"/>
                    <a:gd name="T22" fmla="*/ 52 w 71"/>
                    <a:gd name="T23" fmla="*/ 46 h 75"/>
                    <a:gd name="T24" fmla="*/ 29 w 71"/>
                    <a:gd name="T25" fmla="*/ 4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75">
                      <a:moveTo>
                        <a:pt x="42" y="0"/>
                      </a:moveTo>
                      <a:lnTo>
                        <a:pt x="0" y="75"/>
                      </a:lnTo>
                      <a:lnTo>
                        <a:pt x="15" y="75"/>
                      </a:lnTo>
                      <a:lnTo>
                        <a:pt x="23" y="59"/>
                      </a:lnTo>
                      <a:lnTo>
                        <a:pt x="54" y="59"/>
                      </a:lnTo>
                      <a:lnTo>
                        <a:pt x="56" y="75"/>
                      </a:lnTo>
                      <a:lnTo>
                        <a:pt x="71" y="75"/>
                      </a:lnTo>
                      <a:lnTo>
                        <a:pt x="58" y="0"/>
                      </a:lnTo>
                      <a:lnTo>
                        <a:pt x="42" y="0"/>
                      </a:lnTo>
                      <a:close/>
                      <a:moveTo>
                        <a:pt x="29" y="46"/>
                      </a:moveTo>
                      <a:lnTo>
                        <a:pt x="48" y="17"/>
                      </a:lnTo>
                      <a:lnTo>
                        <a:pt x="52" y="46"/>
                      </a:lnTo>
                      <a:lnTo>
                        <a:pt x="29" y="46"/>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4" name="îş1íḋe"/>
                <p:cNvSpPr/>
                <p:nvPr/>
              </p:nvSpPr>
              <p:spPr bwMode="auto">
                <a:xfrm>
                  <a:off x="7481888" y="3521075"/>
                  <a:ext cx="119063" cy="119063"/>
                </a:xfrm>
                <a:custGeom>
                  <a:avLst/>
                  <a:gdLst>
                    <a:gd name="T0" fmla="*/ 50 w 75"/>
                    <a:gd name="T1" fmla="*/ 50 h 75"/>
                    <a:gd name="T2" fmla="*/ 31 w 75"/>
                    <a:gd name="T3" fmla="*/ 0 h 75"/>
                    <a:gd name="T4" fmla="*/ 17 w 75"/>
                    <a:gd name="T5" fmla="*/ 0 h 75"/>
                    <a:gd name="T6" fmla="*/ 0 w 75"/>
                    <a:gd name="T7" fmla="*/ 75 h 75"/>
                    <a:gd name="T8" fmla="*/ 15 w 75"/>
                    <a:gd name="T9" fmla="*/ 75 h 75"/>
                    <a:gd name="T10" fmla="*/ 25 w 75"/>
                    <a:gd name="T11" fmla="*/ 25 h 75"/>
                    <a:gd name="T12" fmla="*/ 46 w 75"/>
                    <a:gd name="T13" fmla="*/ 75 h 75"/>
                    <a:gd name="T14" fmla="*/ 58 w 75"/>
                    <a:gd name="T15" fmla="*/ 75 h 75"/>
                    <a:gd name="T16" fmla="*/ 75 w 75"/>
                    <a:gd name="T17" fmla="*/ 0 h 75"/>
                    <a:gd name="T18" fmla="*/ 61 w 75"/>
                    <a:gd name="T19" fmla="*/ 0 h 75"/>
                    <a:gd name="T20" fmla="*/ 50 w 75"/>
                    <a:gd name="T21" fmla="*/ 5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5" h="75">
                      <a:moveTo>
                        <a:pt x="50" y="50"/>
                      </a:moveTo>
                      <a:lnTo>
                        <a:pt x="31" y="0"/>
                      </a:lnTo>
                      <a:lnTo>
                        <a:pt x="17" y="0"/>
                      </a:lnTo>
                      <a:lnTo>
                        <a:pt x="0" y="75"/>
                      </a:lnTo>
                      <a:lnTo>
                        <a:pt x="15" y="75"/>
                      </a:lnTo>
                      <a:lnTo>
                        <a:pt x="25" y="25"/>
                      </a:lnTo>
                      <a:lnTo>
                        <a:pt x="46" y="75"/>
                      </a:lnTo>
                      <a:lnTo>
                        <a:pt x="58" y="75"/>
                      </a:lnTo>
                      <a:lnTo>
                        <a:pt x="75" y="0"/>
                      </a:lnTo>
                      <a:lnTo>
                        <a:pt x="61" y="0"/>
                      </a:lnTo>
                      <a:lnTo>
                        <a:pt x="50" y="5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5" name="îş1ïḋe"/>
                <p:cNvSpPr/>
                <p:nvPr/>
              </p:nvSpPr>
              <p:spPr bwMode="auto">
                <a:xfrm>
                  <a:off x="7653338" y="3521075"/>
                  <a:ext cx="112713" cy="119063"/>
                </a:xfrm>
                <a:custGeom>
                  <a:avLst/>
                  <a:gdLst>
                    <a:gd name="T0" fmla="*/ 22 w 34"/>
                    <a:gd name="T1" fmla="*/ 20 h 36"/>
                    <a:gd name="T2" fmla="*/ 20 w 34"/>
                    <a:gd name="T3" fmla="*/ 26 h 36"/>
                    <a:gd name="T4" fmla="*/ 18 w 34"/>
                    <a:gd name="T5" fmla="*/ 29 h 36"/>
                    <a:gd name="T6" fmla="*/ 13 w 34"/>
                    <a:gd name="T7" fmla="*/ 30 h 36"/>
                    <a:gd name="T8" fmla="*/ 9 w 34"/>
                    <a:gd name="T9" fmla="*/ 29 h 36"/>
                    <a:gd name="T10" fmla="*/ 7 w 34"/>
                    <a:gd name="T11" fmla="*/ 25 h 36"/>
                    <a:gd name="T12" fmla="*/ 7 w 34"/>
                    <a:gd name="T13" fmla="*/ 24 h 36"/>
                    <a:gd name="T14" fmla="*/ 8 w 34"/>
                    <a:gd name="T15" fmla="*/ 19 h 36"/>
                    <a:gd name="T16" fmla="*/ 12 w 34"/>
                    <a:gd name="T17" fmla="*/ 0 h 36"/>
                    <a:gd name="T18" fmla="*/ 5 w 34"/>
                    <a:gd name="T19" fmla="*/ 0 h 36"/>
                    <a:gd name="T20" fmla="*/ 1 w 34"/>
                    <a:gd name="T21" fmla="*/ 19 h 36"/>
                    <a:gd name="T22" fmla="*/ 0 w 34"/>
                    <a:gd name="T23" fmla="*/ 23 h 36"/>
                    <a:gd name="T24" fmla="*/ 0 w 34"/>
                    <a:gd name="T25" fmla="*/ 25 h 36"/>
                    <a:gd name="T26" fmla="*/ 3 w 34"/>
                    <a:gd name="T27" fmla="*/ 33 h 36"/>
                    <a:gd name="T28" fmla="*/ 13 w 34"/>
                    <a:gd name="T29" fmla="*/ 36 h 36"/>
                    <a:gd name="T30" fmla="*/ 22 w 34"/>
                    <a:gd name="T31" fmla="*/ 34 h 36"/>
                    <a:gd name="T32" fmla="*/ 27 w 34"/>
                    <a:gd name="T33" fmla="*/ 29 h 36"/>
                    <a:gd name="T34" fmla="*/ 30 w 34"/>
                    <a:gd name="T35" fmla="*/ 20 h 36"/>
                    <a:gd name="T36" fmla="*/ 34 w 34"/>
                    <a:gd name="T37" fmla="*/ 0 h 36"/>
                    <a:gd name="T38" fmla="*/ 26 w 34"/>
                    <a:gd name="T39" fmla="*/ 0 h 36"/>
                    <a:gd name="T40" fmla="*/ 22 w 34"/>
                    <a:gd name="T41" fmla="*/ 2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4" h="36">
                      <a:moveTo>
                        <a:pt x="22" y="20"/>
                      </a:moveTo>
                      <a:cubicBezTo>
                        <a:pt x="22" y="23"/>
                        <a:pt x="21" y="25"/>
                        <a:pt x="20" y="26"/>
                      </a:cubicBezTo>
                      <a:cubicBezTo>
                        <a:pt x="20" y="28"/>
                        <a:pt x="19" y="29"/>
                        <a:pt x="18" y="29"/>
                      </a:cubicBezTo>
                      <a:cubicBezTo>
                        <a:pt x="17" y="30"/>
                        <a:pt x="15" y="30"/>
                        <a:pt x="13" y="30"/>
                      </a:cubicBezTo>
                      <a:cubicBezTo>
                        <a:pt x="11" y="30"/>
                        <a:pt x="10" y="30"/>
                        <a:pt x="9" y="29"/>
                      </a:cubicBezTo>
                      <a:cubicBezTo>
                        <a:pt x="8" y="28"/>
                        <a:pt x="7" y="27"/>
                        <a:pt x="7" y="25"/>
                      </a:cubicBezTo>
                      <a:cubicBezTo>
                        <a:pt x="7" y="25"/>
                        <a:pt x="7" y="25"/>
                        <a:pt x="7" y="24"/>
                      </a:cubicBezTo>
                      <a:cubicBezTo>
                        <a:pt x="8" y="19"/>
                        <a:pt x="8" y="19"/>
                        <a:pt x="8" y="19"/>
                      </a:cubicBezTo>
                      <a:cubicBezTo>
                        <a:pt x="12" y="0"/>
                        <a:pt x="12" y="0"/>
                        <a:pt x="12" y="0"/>
                      </a:cubicBezTo>
                      <a:cubicBezTo>
                        <a:pt x="5" y="0"/>
                        <a:pt x="5" y="0"/>
                        <a:pt x="5" y="0"/>
                      </a:cubicBezTo>
                      <a:cubicBezTo>
                        <a:pt x="1" y="19"/>
                        <a:pt x="1" y="19"/>
                        <a:pt x="1" y="19"/>
                      </a:cubicBezTo>
                      <a:cubicBezTo>
                        <a:pt x="1" y="21"/>
                        <a:pt x="0" y="23"/>
                        <a:pt x="0" y="23"/>
                      </a:cubicBezTo>
                      <a:cubicBezTo>
                        <a:pt x="0" y="24"/>
                        <a:pt x="0" y="25"/>
                        <a:pt x="0" y="25"/>
                      </a:cubicBezTo>
                      <a:cubicBezTo>
                        <a:pt x="0" y="29"/>
                        <a:pt x="1" y="31"/>
                        <a:pt x="3" y="33"/>
                      </a:cubicBezTo>
                      <a:cubicBezTo>
                        <a:pt x="6" y="35"/>
                        <a:pt x="9" y="36"/>
                        <a:pt x="13" y="36"/>
                      </a:cubicBezTo>
                      <a:cubicBezTo>
                        <a:pt x="16" y="36"/>
                        <a:pt x="19" y="36"/>
                        <a:pt x="22" y="34"/>
                      </a:cubicBezTo>
                      <a:cubicBezTo>
                        <a:pt x="24" y="33"/>
                        <a:pt x="25" y="31"/>
                        <a:pt x="27" y="29"/>
                      </a:cubicBezTo>
                      <a:cubicBezTo>
                        <a:pt x="28" y="27"/>
                        <a:pt x="29" y="24"/>
                        <a:pt x="30" y="20"/>
                      </a:cubicBezTo>
                      <a:cubicBezTo>
                        <a:pt x="34" y="0"/>
                        <a:pt x="34" y="0"/>
                        <a:pt x="34" y="0"/>
                      </a:cubicBezTo>
                      <a:cubicBezTo>
                        <a:pt x="26" y="0"/>
                        <a:pt x="26" y="0"/>
                        <a:pt x="26" y="0"/>
                      </a:cubicBezTo>
                      <a:lnTo>
                        <a:pt x="22" y="2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6" name="íšlídè"/>
                <p:cNvSpPr/>
                <p:nvPr/>
              </p:nvSpPr>
              <p:spPr bwMode="auto">
                <a:xfrm>
                  <a:off x="7766051" y="3521075"/>
                  <a:ext cx="115888" cy="119063"/>
                </a:xfrm>
                <a:custGeom>
                  <a:avLst/>
                  <a:gdLst>
                    <a:gd name="T0" fmla="*/ 58 w 73"/>
                    <a:gd name="T1" fmla="*/ 0 h 75"/>
                    <a:gd name="T2" fmla="*/ 50 w 73"/>
                    <a:gd name="T3" fmla="*/ 50 h 75"/>
                    <a:gd name="T4" fmla="*/ 29 w 73"/>
                    <a:gd name="T5" fmla="*/ 0 h 75"/>
                    <a:gd name="T6" fmla="*/ 15 w 73"/>
                    <a:gd name="T7" fmla="*/ 0 h 75"/>
                    <a:gd name="T8" fmla="*/ 0 w 73"/>
                    <a:gd name="T9" fmla="*/ 75 h 75"/>
                    <a:gd name="T10" fmla="*/ 13 w 73"/>
                    <a:gd name="T11" fmla="*/ 75 h 75"/>
                    <a:gd name="T12" fmla="*/ 23 w 73"/>
                    <a:gd name="T13" fmla="*/ 25 h 75"/>
                    <a:gd name="T14" fmla="*/ 44 w 73"/>
                    <a:gd name="T15" fmla="*/ 75 h 75"/>
                    <a:gd name="T16" fmla="*/ 58 w 73"/>
                    <a:gd name="T17" fmla="*/ 75 h 75"/>
                    <a:gd name="T18" fmla="*/ 73 w 73"/>
                    <a:gd name="T19" fmla="*/ 0 h 75"/>
                    <a:gd name="T20" fmla="*/ 58 w 73"/>
                    <a:gd name="T21"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3" h="75">
                      <a:moveTo>
                        <a:pt x="58" y="0"/>
                      </a:moveTo>
                      <a:lnTo>
                        <a:pt x="50" y="50"/>
                      </a:lnTo>
                      <a:lnTo>
                        <a:pt x="29" y="0"/>
                      </a:lnTo>
                      <a:lnTo>
                        <a:pt x="15" y="0"/>
                      </a:lnTo>
                      <a:lnTo>
                        <a:pt x="0" y="75"/>
                      </a:lnTo>
                      <a:lnTo>
                        <a:pt x="13" y="75"/>
                      </a:lnTo>
                      <a:lnTo>
                        <a:pt x="23" y="25"/>
                      </a:lnTo>
                      <a:lnTo>
                        <a:pt x="44" y="75"/>
                      </a:lnTo>
                      <a:lnTo>
                        <a:pt x="58" y="75"/>
                      </a:lnTo>
                      <a:lnTo>
                        <a:pt x="73" y="0"/>
                      </a:lnTo>
                      <a:lnTo>
                        <a:pt x="58"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7" name="îṣḻîďe"/>
                <p:cNvSpPr/>
                <p:nvPr/>
              </p:nvSpPr>
              <p:spPr bwMode="auto">
                <a:xfrm>
                  <a:off x="7881938" y="3521075"/>
                  <a:ext cx="49213" cy="119063"/>
                </a:xfrm>
                <a:custGeom>
                  <a:avLst/>
                  <a:gdLst>
                    <a:gd name="T0" fmla="*/ 0 w 31"/>
                    <a:gd name="T1" fmla="*/ 75 h 75"/>
                    <a:gd name="T2" fmla="*/ 14 w 31"/>
                    <a:gd name="T3" fmla="*/ 75 h 75"/>
                    <a:gd name="T4" fmla="*/ 31 w 31"/>
                    <a:gd name="T5" fmla="*/ 0 h 75"/>
                    <a:gd name="T6" fmla="*/ 14 w 31"/>
                    <a:gd name="T7" fmla="*/ 0 h 75"/>
                    <a:gd name="T8" fmla="*/ 0 w 31"/>
                    <a:gd name="T9" fmla="*/ 75 h 75"/>
                  </a:gdLst>
                  <a:ahLst/>
                  <a:cxnLst>
                    <a:cxn ang="0">
                      <a:pos x="T0" y="T1"/>
                    </a:cxn>
                    <a:cxn ang="0">
                      <a:pos x="T2" y="T3"/>
                    </a:cxn>
                    <a:cxn ang="0">
                      <a:pos x="T4" y="T5"/>
                    </a:cxn>
                    <a:cxn ang="0">
                      <a:pos x="T6" y="T7"/>
                    </a:cxn>
                    <a:cxn ang="0">
                      <a:pos x="T8" y="T9"/>
                    </a:cxn>
                  </a:cxnLst>
                  <a:rect l="0" t="0" r="r" b="b"/>
                  <a:pathLst>
                    <a:path w="31" h="75">
                      <a:moveTo>
                        <a:pt x="0" y="75"/>
                      </a:moveTo>
                      <a:lnTo>
                        <a:pt x="14" y="75"/>
                      </a:lnTo>
                      <a:lnTo>
                        <a:pt x="31" y="0"/>
                      </a:lnTo>
                      <a:lnTo>
                        <a:pt x="14" y="0"/>
                      </a:lnTo>
                      <a:lnTo>
                        <a:pt x="0" y="75"/>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8" name="íŝḻiḋè"/>
                <p:cNvSpPr/>
                <p:nvPr/>
              </p:nvSpPr>
              <p:spPr bwMode="auto">
                <a:xfrm>
                  <a:off x="7940676" y="3521075"/>
                  <a:ext cx="109538" cy="119063"/>
                </a:xfrm>
                <a:custGeom>
                  <a:avLst/>
                  <a:gdLst>
                    <a:gd name="T0" fmla="*/ 54 w 69"/>
                    <a:gd name="T1" fmla="*/ 0 h 75"/>
                    <a:gd name="T2" fmla="*/ 23 w 69"/>
                    <a:gd name="T3" fmla="*/ 57 h 75"/>
                    <a:gd name="T4" fmla="*/ 15 w 69"/>
                    <a:gd name="T5" fmla="*/ 0 h 75"/>
                    <a:gd name="T6" fmla="*/ 0 w 69"/>
                    <a:gd name="T7" fmla="*/ 0 h 75"/>
                    <a:gd name="T8" fmla="*/ 13 w 69"/>
                    <a:gd name="T9" fmla="*/ 75 h 75"/>
                    <a:gd name="T10" fmla="*/ 29 w 69"/>
                    <a:gd name="T11" fmla="*/ 75 h 75"/>
                    <a:gd name="T12" fmla="*/ 69 w 69"/>
                    <a:gd name="T13" fmla="*/ 0 h 75"/>
                    <a:gd name="T14" fmla="*/ 54 w 69"/>
                    <a:gd name="T15" fmla="*/ 0 h 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9" h="75">
                      <a:moveTo>
                        <a:pt x="54" y="0"/>
                      </a:moveTo>
                      <a:lnTo>
                        <a:pt x="23" y="57"/>
                      </a:lnTo>
                      <a:lnTo>
                        <a:pt x="15" y="0"/>
                      </a:lnTo>
                      <a:lnTo>
                        <a:pt x="0" y="0"/>
                      </a:lnTo>
                      <a:lnTo>
                        <a:pt x="13" y="75"/>
                      </a:lnTo>
                      <a:lnTo>
                        <a:pt x="29" y="75"/>
                      </a:lnTo>
                      <a:lnTo>
                        <a:pt x="69" y="0"/>
                      </a:lnTo>
                      <a:lnTo>
                        <a:pt x="54"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9" name="î$ḷíďé"/>
                <p:cNvSpPr/>
                <p:nvPr/>
              </p:nvSpPr>
              <p:spPr bwMode="auto">
                <a:xfrm>
                  <a:off x="8037513" y="3521075"/>
                  <a:ext cx="111125" cy="119063"/>
                </a:xfrm>
                <a:custGeom>
                  <a:avLst/>
                  <a:gdLst>
                    <a:gd name="T0" fmla="*/ 68 w 70"/>
                    <a:gd name="T1" fmla="*/ 12 h 75"/>
                    <a:gd name="T2" fmla="*/ 70 w 70"/>
                    <a:gd name="T3" fmla="*/ 0 h 75"/>
                    <a:gd name="T4" fmla="*/ 16 w 70"/>
                    <a:gd name="T5" fmla="*/ 0 h 75"/>
                    <a:gd name="T6" fmla="*/ 0 w 70"/>
                    <a:gd name="T7" fmla="*/ 75 h 75"/>
                    <a:gd name="T8" fmla="*/ 58 w 70"/>
                    <a:gd name="T9" fmla="*/ 75 h 75"/>
                    <a:gd name="T10" fmla="*/ 60 w 70"/>
                    <a:gd name="T11" fmla="*/ 63 h 75"/>
                    <a:gd name="T12" fmla="*/ 16 w 70"/>
                    <a:gd name="T13" fmla="*/ 63 h 75"/>
                    <a:gd name="T14" fmla="*/ 22 w 70"/>
                    <a:gd name="T15" fmla="*/ 42 h 75"/>
                    <a:gd name="T16" fmla="*/ 60 w 70"/>
                    <a:gd name="T17" fmla="*/ 42 h 75"/>
                    <a:gd name="T18" fmla="*/ 62 w 70"/>
                    <a:gd name="T19" fmla="*/ 29 h 75"/>
                    <a:gd name="T20" fmla="*/ 24 w 70"/>
                    <a:gd name="T21" fmla="*/ 29 h 75"/>
                    <a:gd name="T22" fmla="*/ 29 w 70"/>
                    <a:gd name="T23" fmla="*/ 12 h 75"/>
                    <a:gd name="T24" fmla="*/ 68 w 70"/>
                    <a:gd name="T25" fmla="*/ 12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0" h="75">
                      <a:moveTo>
                        <a:pt x="68" y="12"/>
                      </a:moveTo>
                      <a:lnTo>
                        <a:pt x="70" y="0"/>
                      </a:lnTo>
                      <a:lnTo>
                        <a:pt x="16" y="0"/>
                      </a:lnTo>
                      <a:lnTo>
                        <a:pt x="0" y="75"/>
                      </a:lnTo>
                      <a:lnTo>
                        <a:pt x="58" y="75"/>
                      </a:lnTo>
                      <a:lnTo>
                        <a:pt x="60" y="63"/>
                      </a:lnTo>
                      <a:lnTo>
                        <a:pt x="16" y="63"/>
                      </a:lnTo>
                      <a:lnTo>
                        <a:pt x="22" y="42"/>
                      </a:lnTo>
                      <a:lnTo>
                        <a:pt x="60" y="42"/>
                      </a:lnTo>
                      <a:lnTo>
                        <a:pt x="62" y="29"/>
                      </a:lnTo>
                      <a:lnTo>
                        <a:pt x="24" y="29"/>
                      </a:lnTo>
                      <a:lnTo>
                        <a:pt x="29" y="12"/>
                      </a:lnTo>
                      <a:lnTo>
                        <a:pt x="68" y="12"/>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0" name="îṡlîďe"/>
                <p:cNvSpPr/>
                <p:nvPr/>
              </p:nvSpPr>
              <p:spPr bwMode="auto">
                <a:xfrm>
                  <a:off x="8145463" y="3521075"/>
                  <a:ext cx="115888" cy="119063"/>
                </a:xfrm>
                <a:custGeom>
                  <a:avLst/>
                  <a:gdLst>
                    <a:gd name="T0" fmla="*/ 30 w 35"/>
                    <a:gd name="T1" fmla="*/ 1 h 36"/>
                    <a:gd name="T2" fmla="*/ 24 w 35"/>
                    <a:gd name="T3" fmla="*/ 0 h 36"/>
                    <a:gd name="T4" fmla="*/ 8 w 35"/>
                    <a:gd name="T5" fmla="*/ 0 h 36"/>
                    <a:gd name="T6" fmla="*/ 0 w 35"/>
                    <a:gd name="T7" fmla="*/ 36 h 36"/>
                    <a:gd name="T8" fmla="*/ 8 w 35"/>
                    <a:gd name="T9" fmla="*/ 36 h 36"/>
                    <a:gd name="T10" fmla="*/ 11 w 35"/>
                    <a:gd name="T11" fmla="*/ 21 h 36"/>
                    <a:gd name="T12" fmla="*/ 14 w 35"/>
                    <a:gd name="T13" fmla="*/ 21 h 36"/>
                    <a:gd name="T14" fmla="*/ 17 w 35"/>
                    <a:gd name="T15" fmla="*/ 22 h 36"/>
                    <a:gd name="T16" fmla="*/ 21 w 35"/>
                    <a:gd name="T17" fmla="*/ 26 h 36"/>
                    <a:gd name="T18" fmla="*/ 24 w 35"/>
                    <a:gd name="T19" fmla="*/ 36 h 36"/>
                    <a:gd name="T20" fmla="*/ 32 w 35"/>
                    <a:gd name="T21" fmla="*/ 36 h 36"/>
                    <a:gd name="T22" fmla="*/ 27 w 35"/>
                    <a:gd name="T23" fmla="*/ 24 h 36"/>
                    <a:gd name="T24" fmla="*/ 24 w 35"/>
                    <a:gd name="T25" fmla="*/ 21 h 36"/>
                    <a:gd name="T26" fmla="*/ 32 w 35"/>
                    <a:gd name="T27" fmla="*/ 17 h 36"/>
                    <a:gd name="T28" fmla="*/ 35 w 35"/>
                    <a:gd name="T29" fmla="*/ 9 h 36"/>
                    <a:gd name="T30" fmla="*/ 34 w 35"/>
                    <a:gd name="T31" fmla="*/ 4 h 36"/>
                    <a:gd name="T32" fmla="*/ 30 w 35"/>
                    <a:gd name="T33" fmla="*/ 1 h 36"/>
                    <a:gd name="T34" fmla="*/ 27 w 35"/>
                    <a:gd name="T35" fmla="*/ 13 h 36"/>
                    <a:gd name="T36" fmla="*/ 24 w 35"/>
                    <a:gd name="T37" fmla="*/ 15 h 36"/>
                    <a:gd name="T38" fmla="*/ 16 w 35"/>
                    <a:gd name="T39" fmla="*/ 16 h 36"/>
                    <a:gd name="T40" fmla="*/ 12 w 35"/>
                    <a:gd name="T41" fmla="*/ 16 h 36"/>
                    <a:gd name="T42" fmla="*/ 14 w 35"/>
                    <a:gd name="T43" fmla="*/ 6 h 36"/>
                    <a:gd name="T44" fmla="*/ 22 w 35"/>
                    <a:gd name="T45" fmla="*/ 6 h 36"/>
                    <a:gd name="T46" fmla="*/ 26 w 35"/>
                    <a:gd name="T47" fmla="*/ 7 h 36"/>
                    <a:gd name="T48" fmla="*/ 28 w 35"/>
                    <a:gd name="T49" fmla="*/ 10 h 36"/>
                    <a:gd name="T50" fmla="*/ 27 w 35"/>
                    <a:gd name="T51" fmla="*/ 13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5" h="36">
                      <a:moveTo>
                        <a:pt x="30" y="1"/>
                      </a:moveTo>
                      <a:cubicBezTo>
                        <a:pt x="28" y="0"/>
                        <a:pt x="26" y="0"/>
                        <a:pt x="24" y="0"/>
                      </a:cubicBezTo>
                      <a:cubicBezTo>
                        <a:pt x="8" y="0"/>
                        <a:pt x="8" y="0"/>
                        <a:pt x="8" y="0"/>
                      </a:cubicBezTo>
                      <a:cubicBezTo>
                        <a:pt x="0" y="36"/>
                        <a:pt x="0" y="36"/>
                        <a:pt x="0" y="36"/>
                      </a:cubicBezTo>
                      <a:cubicBezTo>
                        <a:pt x="8" y="36"/>
                        <a:pt x="8" y="36"/>
                        <a:pt x="8" y="36"/>
                      </a:cubicBezTo>
                      <a:cubicBezTo>
                        <a:pt x="11" y="21"/>
                        <a:pt x="11" y="21"/>
                        <a:pt x="11" y="21"/>
                      </a:cubicBezTo>
                      <a:cubicBezTo>
                        <a:pt x="14" y="21"/>
                        <a:pt x="14" y="21"/>
                        <a:pt x="14" y="21"/>
                      </a:cubicBezTo>
                      <a:cubicBezTo>
                        <a:pt x="15" y="21"/>
                        <a:pt x="17" y="21"/>
                        <a:pt x="17" y="22"/>
                      </a:cubicBezTo>
                      <a:cubicBezTo>
                        <a:pt x="18" y="22"/>
                        <a:pt x="20" y="24"/>
                        <a:pt x="21" y="26"/>
                      </a:cubicBezTo>
                      <a:cubicBezTo>
                        <a:pt x="22" y="31"/>
                        <a:pt x="24" y="34"/>
                        <a:pt x="24" y="36"/>
                      </a:cubicBezTo>
                      <a:cubicBezTo>
                        <a:pt x="32" y="36"/>
                        <a:pt x="32" y="36"/>
                        <a:pt x="32" y="36"/>
                      </a:cubicBezTo>
                      <a:cubicBezTo>
                        <a:pt x="30" y="31"/>
                        <a:pt x="28" y="27"/>
                        <a:pt x="27" y="24"/>
                      </a:cubicBezTo>
                      <a:cubicBezTo>
                        <a:pt x="26" y="23"/>
                        <a:pt x="25" y="21"/>
                        <a:pt x="24" y="21"/>
                      </a:cubicBezTo>
                      <a:cubicBezTo>
                        <a:pt x="28" y="20"/>
                        <a:pt x="30" y="19"/>
                        <a:pt x="32" y="17"/>
                      </a:cubicBezTo>
                      <a:cubicBezTo>
                        <a:pt x="34" y="15"/>
                        <a:pt x="35" y="13"/>
                        <a:pt x="35" y="9"/>
                      </a:cubicBezTo>
                      <a:cubicBezTo>
                        <a:pt x="35" y="7"/>
                        <a:pt x="34" y="6"/>
                        <a:pt x="34" y="4"/>
                      </a:cubicBezTo>
                      <a:cubicBezTo>
                        <a:pt x="33" y="3"/>
                        <a:pt x="31" y="2"/>
                        <a:pt x="30" y="1"/>
                      </a:cubicBezTo>
                      <a:close/>
                      <a:moveTo>
                        <a:pt x="27" y="13"/>
                      </a:moveTo>
                      <a:cubicBezTo>
                        <a:pt x="26" y="14"/>
                        <a:pt x="25" y="14"/>
                        <a:pt x="24" y="15"/>
                      </a:cubicBezTo>
                      <a:cubicBezTo>
                        <a:pt x="22" y="15"/>
                        <a:pt x="20" y="16"/>
                        <a:pt x="16" y="16"/>
                      </a:cubicBezTo>
                      <a:cubicBezTo>
                        <a:pt x="12" y="16"/>
                        <a:pt x="12" y="16"/>
                        <a:pt x="12" y="16"/>
                      </a:cubicBezTo>
                      <a:cubicBezTo>
                        <a:pt x="14" y="6"/>
                        <a:pt x="14" y="6"/>
                        <a:pt x="14" y="6"/>
                      </a:cubicBezTo>
                      <a:cubicBezTo>
                        <a:pt x="22" y="6"/>
                        <a:pt x="22" y="6"/>
                        <a:pt x="22" y="6"/>
                      </a:cubicBezTo>
                      <a:cubicBezTo>
                        <a:pt x="24" y="6"/>
                        <a:pt x="25" y="6"/>
                        <a:pt x="26" y="7"/>
                      </a:cubicBezTo>
                      <a:cubicBezTo>
                        <a:pt x="27" y="7"/>
                        <a:pt x="28" y="8"/>
                        <a:pt x="28" y="10"/>
                      </a:cubicBezTo>
                      <a:cubicBezTo>
                        <a:pt x="28" y="11"/>
                        <a:pt x="27" y="12"/>
                        <a:pt x="27" y="13"/>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1" name="ïşľîḍé"/>
                <p:cNvSpPr/>
                <p:nvPr/>
              </p:nvSpPr>
              <p:spPr bwMode="auto">
                <a:xfrm>
                  <a:off x="8267701" y="3521075"/>
                  <a:ext cx="98425" cy="119063"/>
                </a:xfrm>
                <a:custGeom>
                  <a:avLst/>
                  <a:gdLst>
                    <a:gd name="T0" fmla="*/ 17 w 30"/>
                    <a:gd name="T1" fmla="*/ 5 h 36"/>
                    <a:gd name="T2" fmla="*/ 22 w 30"/>
                    <a:gd name="T3" fmla="*/ 7 h 36"/>
                    <a:gd name="T4" fmla="*/ 23 w 30"/>
                    <a:gd name="T5" fmla="*/ 11 h 36"/>
                    <a:gd name="T6" fmla="*/ 30 w 30"/>
                    <a:gd name="T7" fmla="*/ 10 h 36"/>
                    <a:gd name="T8" fmla="*/ 27 w 30"/>
                    <a:gd name="T9" fmla="*/ 3 h 36"/>
                    <a:gd name="T10" fmla="*/ 17 w 30"/>
                    <a:gd name="T11" fmla="*/ 0 h 36"/>
                    <a:gd name="T12" fmla="*/ 8 w 30"/>
                    <a:gd name="T13" fmla="*/ 3 h 36"/>
                    <a:gd name="T14" fmla="*/ 4 w 30"/>
                    <a:gd name="T15" fmla="*/ 10 h 36"/>
                    <a:gd name="T16" fmla="*/ 6 w 30"/>
                    <a:gd name="T17" fmla="*/ 14 h 36"/>
                    <a:gd name="T18" fmla="*/ 8 w 30"/>
                    <a:gd name="T19" fmla="*/ 18 h 36"/>
                    <a:gd name="T20" fmla="*/ 15 w 30"/>
                    <a:gd name="T21" fmla="*/ 21 h 36"/>
                    <a:gd name="T22" fmla="*/ 20 w 30"/>
                    <a:gd name="T23" fmla="*/ 23 h 36"/>
                    <a:gd name="T24" fmla="*/ 21 w 30"/>
                    <a:gd name="T25" fmla="*/ 26 h 36"/>
                    <a:gd name="T26" fmla="*/ 19 w 30"/>
                    <a:gd name="T27" fmla="*/ 29 h 36"/>
                    <a:gd name="T28" fmla="*/ 14 w 30"/>
                    <a:gd name="T29" fmla="*/ 30 h 36"/>
                    <a:gd name="T30" fmla="*/ 8 w 30"/>
                    <a:gd name="T31" fmla="*/ 28 h 36"/>
                    <a:gd name="T32" fmla="*/ 7 w 30"/>
                    <a:gd name="T33" fmla="*/ 24 h 36"/>
                    <a:gd name="T34" fmla="*/ 0 w 30"/>
                    <a:gd name="T35" fmla="*/ 24 h 36"/>
                    <a:gd name="T36" fmla="*/ 1 w 30"/>
                    <a:gd name="T37" fmla="*/ 30 h 36"/>
                    <a:gd name="T38" fmla="*/ 6 w 30"/>
                    <a:gd name="T39" fmla="*/ 35 h 36"/>
                    <a:gd name="T40" fmla="*/ 14 w 30"/>
                    <a:gd name="T41" fmla="*/ 36 h 36"/>
                    <a:gd name="T42" fmla="*/ 24 w 30"/>
                    <a:gd name="T43" fmla="*/ 33 h 36"/>
                    <a:gd name="T44" fmla="*/ 28 w 30"/>
                    <a:gd name="T45" fmla="*/ 25 h 36"/>
                    <a:gd name="T46" fmla="*/ 26 w 30"/>
                    <a:gd name="T47" fmla="*/ 19 h 36"/>
                    <a:gd name="T48" fmla="*/ 18 w 30"/>
                    <a:gd name="T49" fmla="*/ 14 h 36"/>
                    <a:gd name="T50" fmla="*/ 13 w 30"/>
                    <a:gd name="T51" fmla="*/ 12 h 36"/>
                    <a:gd name="T52" fmla="*/ 11 w 30"/>
                    <a:gd name="T53" fmla="*/ 9 h 36"/>
                    <a:gd name="T54" fmla="*/ 13 w 30"/>
                    <a:gd name="T55" fmla="*/ 6 h 36"/>
                    <a:gd name="T56" fmla="*/ 17 w 30"/>
                    <a:gd name="T57" fmla="*/ 5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0" h="36">
                      <a:moveTo>
                        <a:pt x="17" y="5"/>
                      </a:moveTo>
                      <a:cubicBezTo>
                        <a:pt x="19" y="5"/>
                        <a:pt x="21" y="6"/>
                        <a:pt x="22" y="7"/>
                      </a:cubicBezTo>
                      <a:cubicBezTo>
                        <a:pt x="23" y="8"/>
                        <a:pt x="23" y="9"/>
                        <a:pt x="23" y="11"/>
                      </a:cubicBezTo>
                      <a:cubicBezTo>
                        <a:pt x="30" y="10"/>
                        <a:pt x="30" y="10"/>
                        <a:pt x="30" y="10"/>
                      </a:cubicBezTo>
                      <a:cubicBezTo>
                        <a:pt x="30" y="7"/>
                        <a:pt x="29" y="4"/>
                        <a:pt x="27" y="3"/>
                      </a:cubicBezTo>
                      <a:cubicBezTo>
                        <a:pt x="24" y="1"/>
                        <a:pt x="21" y="0"/>
                        <a:pt x="17" y="0"/>
                      </a:cubicBezTo>
                      <a:cubicBezTo>
                        <a:pt x="13" y="0"/>
                        <a:pt x="10" y="1"/>
                        <a:pt x="8" y="3"/>
                      </a:cubicBezTo>
                      <a:cubicBezTo>
                        <a:pt x="5" y="5"/>
                        <a:pt x="4" y="7"/>
                        <a:pt x="4" y="10"/>
                      </a:cubicBezTo>
                      <a:cubicBezTo>
                        <a:pt x="4" y="12"/>
                        <a:pt x="5" y="13"/>
                        <a:pt x="6" y="14"/>
                      </a:cubicBezTo>
                      <a:cubicBezTo>
                        <a:pt x="6" y="16"/>
                        <a:pt x="7" y="17"/>
                        <a:pt x="8" y="18"/>
                      </a:cubicBezTo>
                      <a:cubicBezTo>
                        <a:pt x="10" y="18"/>
                        <a:pt x="12" y="19"/>
                        <a:pt x="15" y="21"/>
                      </a:cubicBezTo>
                      <a:cubicBezTo>
                        <a:pt x="17" y="22"/>
                        <a:pt x="19" y="23"/>
                        <a:pt x="20" y="23"/>
                      </a:cubicBezTo>
                      <a:cubicBezTo>
                        <a:pt x="20" y="24"/>
                        <a:pt x="21" y="25"/>
                        <a:pt x="21" y="26"/>
                      </a:cubicBezTo>
                      <a:cubicBezTo>
                        <a:pt x="21" y="27"/>
                        <a:pt x="20" y="28"/>
                        <a:pt x="19" y="29"/>
                      </a:cubicBezTo>
                      <a:cubicBezTo>
                        <a:pt x="18" y="30"/>
                        <a:pt x="16" y="30"/>
                        <a:pt x="14" y="30"/>
                      </a:cubicBezTo>
                      <a:cubicBezTo>
                        <a:pt x="11" y="30"/>
                        <a:pt x="9" y="30"/>
                        <a:pt x="8" y="28"/>
                      </a:cubicBezTo>
                      <a:cubicBezTo>
                        <a:pt x="8" y="28"/>
                        <a:pt x="7" y="26"/>
                        <a:pt x="7" y="24"/>
                      </a:cubicBezTo>
                      <a:cubicBezTo>
                        <a:pt x="0" y="24"/>
                        <a:pt x="0" y="24"/>
                        <a:pt x="0" y="24"/>
                      </a:cubicBezTo>
                      <a:cubicBezTo>
                        <a:pt x="0" y="27"/>
                        <a:pt x="0" y="29"/>
                        <a:pt x="1" y="30"/>
                      </a:cubicBezTo>
                      <a:cubicBezTo>
                        <a:pt x="2" y="32"/>
                        <a:pt x="4" y="34"/>
                        <a:pt x="6" y="35"/>
                      </a:cubicBezTo>
                      <a:cubicBezTo>
                        <a:pt x="8" y="36"/>
                        <a:pt x="11" y="36"/>
                        <a:pt x="14" y="36"/>
                      </a:cubicBezTo>
                      <a:cubicBezTo>
                        <a:pt x="18" y="36"/>
                        <a:pt x="22" y="35"/>
                        <a:pt x="24" y="33"/>
                      </a:cubicBezTo>
                      <a:cubicBezTo>
                        <a:pt x="27" y="31"/>
                        <a:pt x="28" y="28"/>
                        <a:pt x="28" y="25"/>
                      </a:cubicBezTo>
                      <a:cubicBezTo>
                        <a:pt x="28" y="22"/>
                        <a:pt x="27" y="20"/>
                        <a:pt x="26" y="19"/>
                      </a:cubicBezTo>
                      <a:cubicBezTo>
                        <a:pt x="25" y="18"/>
                        <a:pt x="22" y="16"/>
                        <a:pt x="18" y="14"/>
                      </a:cubicBezTo>
                      <a:cubicBezTo>
                        <a:pt x="15" y="13"/>
                        <a:pt x="13" y="12"/>
                        <a:pt x="13" y="12"/>
                      </a:cubicBezTo>
                      <a:cubicBezTo>
                        <a:pt x="12" y="11"/>
                        <a:pt x="11" y="10"/>
                        <a:pt x="11" y="9"/>
                      </a:cubicBezTo>
                      <a:cubicBezTo>
                        <a:pt x="11" y="8"/>
                        <a:pt x="12" y="7"/>
                        <a:pt x="13" y="6"/>
                      </a:cubicBezTo>
                      <a:cubicBezTo>
                        <a:pt x="14" y="6"/>
                        <a:pt x="15" y="5"/>
                        <a:pt x="17" y="5"/>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2" name="îṩľîďe"/>
                <p:cNvSpPr/>
                <p:nvPr/>
              </p:nvSpPr>
              <p:spPr bwMode="auto">
                <a:xfrm>
                  <a:off x="8374063" y="3521075"/>
                  <a:ext cx="46038" cy="119063"/>
                </a:xfrm>
                <a:custGeom>
                  <a:avLst/>
                  <a:gdLst>
                    <a:gd name="T0" fmla="*/ 0 w 29"/>
                    <a:gd name="T1" fmla="*/ 75 h 75"/>
                    <a:gd name="T2" fmla="*/ 14 w 29"/>
                    <a:gd name="T3" fmla="*/ 75 h 75"/>
                    <a:gd name="T4" fmla="*/ 29 w 29"/>
                    <a:gd name="T5" fmla="*/ 0 h 75"/>
                    <a:gd name="T6" fmla="*/ 14 w 29"/>
                    <a:gd name="T7" fmla="*/ 0 h 75"/>
                    <a:gd name="T8" fmla="*/ 0 w 29"/>
                    <a:gd name="T9" fmla="*/ 75 h 75"/>
                  </a:gdLst>
                  <a:ahLst/>
                  <a:cxnLst>
                    <a:cxn ang="0">
                      <a:pos x="T0" y="T1"/>
                    </a:cxn>
                    <a:cxn ang="0">
                      <a:pos x="T2" y="T3"/>
                    </a:cxn>
                    <a:cxn ang="0">
                      <a:pos x="T4" y="T5"/>
                    </a:cxn>
                    <a:cxn ang="0">
                      <a:pos x="T6" y="T7"/>
                    </a:cxn>
                    <a:cxn ang="0">
                      <a:pos x="T8" y="T9"/>
                    </a:cxn>
                  </a:cxnLst>
                  <a:rect l="0" t="0" r="r" b="b"/>
                  <a:pathLst>
                    <a:path w="29" h="75">
                      <a:moveTo>
                        <a:pt x="0" y="75"/>
                      </a:moveTo>
                      <a:lnTo>
                        <a:pt x="14" y="75"/>
                      </a:lnTo>
                      <a:lnTo>
                        <a:pt x="29" y="0"/>
                      </a:lnTo>
                      <a:lnTo>
                        <a:pt x="14" y="0"/>
                      </a:lnTo>
                      <a:lnTo>
                        <a:pt x="0" y="75"/>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3" name="iS1idè"/>
                <p:cNvSpPr/>
                <p:nvPr/>
              </p:nvSpPr>
              <p:spPr bwMode="auto">
                <a:xfrm>
                  <a:off x="8432801" y="3521075"/>
                  <a:ext cx="95250" cy="119063"/>
                </a:xfrm>
                <a:custGeom>
                  <a:avLst/>
                  <a:gdLst>
                    <a:gd name="T0" fmla="*/ 0 w 60"/>
                    <a:gd name="T1" fmla="*/ 12 h 75"/>
                    <a:gd name="T2" fmla="*/ 21 w 60"/>
                    <a:gd name="T3" fmla="*/ 12 h 75"/>
                    <a:gd name="T4" fmla="*/ 8 w 60"/>
                    <a:gd name="T5" fmla="*/ 75 h 75"/>
                    <a:gd name="T6" fmla="*/ 23 w 60"/>
                    <a:gd name="T7" fmla="*/ 75 h 75"/>
                    <a:gd name="T8" fmla="*/ 35 w 60"/>
                    <a:gd name="T9" fmla="*/ 12 h 75"/>
                    <a:gd name="T10" fmla="*/ 58 w 60"/>
                    <a:gd name="T11" fmla="*/ 12 h 75"/>
                    <a:gd name="T12" fmla="*/ 60 w 60"/>
                    <a:gd name="T13" fmla="*/ 0 h 75"/>
                    <a:gd name="T14" fmla="*/ 2 w 60"/>
                    <a:gd name="T15" fmla="*/ 0 h 75"/>
                    <a:gd name="T16" fmla="*/ 0 w 60"/>
                    <a:gd name="T17" fmla="*/ 12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0" h="75">
                      <a:moveTo>
                        <a:pt x="0" y="12"/>
                      </a:moveTo>
                      <a:lnTo>
                        <a:pt x="21" y="12"/>
                      </a:lnTo>
                      <a:lnTo>
                        <a:pt x="8" y="75"/>
                      </a:lnTo>
                      <a:lnTo>
                        <a:pt x="23" y="75"/>
                      </a:lnTo>
                      <a:lnTo>
                        <a:pt x="35" y="12"/>
                      </a:lnTo>
                      <a:lnTo>
                        <a:pt x="58" y="12"/>
                      </a:lnTo>
                      <a:lnTo>
                        <a:pt x="60" y="0"/>
                      </a:lnTo>
                      <a:lnTo>
                        <a:pt x="2" y="0"/>
                      </a:lnTo>
                      <a:lnTo>
                        <a:pt x="0" y="12"/>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4" name="iṣḷîḋe"/>
                <p:cNvSpPr/>
                <p:nvPr/>
              </p:nvSpPr>
              <p:spPr bwMode="auto">
                <a:xfrm>
                  <a:off x="8531226" y="3521075"/>
                  <a:ext cx="109538" cy="119063"/>
                </a:xfrm>
                <a:custGeom>
                  <a:avLst/>
                  <a:gdLst>
                    <a:gd name="T0" fmla="*/ 25 w 33"/>
                    <a:gd name="T1" fmla="*/ 0 h 36"/>
                    <a:gd name="T2" fmla="*/ 19 w 33"/>
                    <a:gd name="T3" fmla="*/ 7 h 36"/>
                    <a:gd name="T4" fmla="*/ 16 w 33"/>
                    <a:gd name="T5" fmla="*/ 12 h 36"/>
                    <a:gd name="T6" fmla="*/ 14 w 33"/>
                    <a:gd name="T7" fmla="*/ 15 h 36"/>
                    <a:gd name="T8" fmla="*/ 12 w 33"/>
                    <a:gd name="T9" fmla="*/ 10 h 36"/>
                    <a:gd name="T10" fmla="*/ 8 w 33"/>
                    <a:gd name="T11" fmla="*/ 0 h 36"/>
                    <a:gd name="T12" fmla="*/ 0 w 33"/>
                    <a:gd name="T13" fmla="*/ 0 h 36"/>
                    <a:gd name="T14" fmla="*/ 10 w 33"/>
                    <a:gd name="T15" fmla="*/ 22 h 36"/>
                    <a:gd name="T16" fmla="*/ 7 w 33"/>
                    <a:gd name="T17" fmla="*/ 36 h 36"/>
                    <a:gd name="T18" fmla="*/ 14 w 33"/>
                    <a:gd name="T19" fmla="*/ 36 h 36"/>
                    <a:gd name="T20" fmla="*/ 17 w 33"/>
                    <a:gd name="T21" fmla="*/ 23 h 36"/>
                    <a:gd name="T22" fmla="*/ 33 w 33"/>
                    <a:gd name="T23" fmla="*/ 0 h 36"/>
                    <a:gd name="T24" fmla="*/ 25 w 33"/>
                    <a:gd name="T25" fmla="*/ 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3" h="36">
                      <a:moveTo>
                        <a:pt x="25" y="0"/>
                      </a:moveTo>
                      <a:cubicBezTo>
                        <a:pt x="19" y="7"/>
                        <a:pt x="19" y="7"/>
                        <a:pt x="19" y="7"/>
                      </a:cubicBezTo>
                      <a:cubicBezTo>
                        <a:pt x="16" y="12"/>
                        <a:pt x="16" y="12"/>
                        <a:pt x="16" y="12"/>
                      </a:cubicBezTo>
                      <a:cubicBezTo>
                        <a:pt x="15" y="13"/>
                        <a:pt x="15" y="14"/>
                        <a:pt x="14" y="15"/>
                      </a:cubicBezTo>
                      <a:cubicBezTo>
                        <a:pt x="14" y="14"/>
                        <a:pt x="13" y="13"/>
                        <a:pt x="12" y="10"/>
                      </a:cubicBezTo>
                      <a:cubicBezTo>
                        <a:pt x="8" y="0"/>
                        <a:pt x="8" y="0"/>
                        <a:pt x="8" y="0"/>
                      </a:cubicBezTo>
                      <a:cubicBezTo>
                        <a:pt x="0" y="0"/>
                        <a:pt x="0" y="0"/>
                        <a:pt x="0" y="0"/>
                      </a:cubicBezTo>
                      <a:cubicBezTo>
                        <a:pt x="10" y="22"/>
                        <a:pt x="10" y="22"/>
                        <a:pt x="10" y="22"/>
                      </a:cubicBezTo>
                      <a:cubicBezTo>
                        <a:pt x="7" y="36"/>
                        <a:pt x="7" y="36"/>
                        <a:pt x="7" y="36"/>
                      </a:cubicBezTo>
                      <a:cubicBezTo>
                        <a:pt x="14" y="36"/>
                        <a:pt x="14" y="36"/>
                        <a:pt x="14" y="36"/>
                      </a:cubicBezTo>
                      <a:cubicBezTo>
                        <a:pt x="17" y="23"/>
                        <a:pt x="17" y="23"/>
                        <a:pt x="17" y="23"/>
                      </a:cubicBezTo>
                      <a:cubicBezTo>
                        <a:pt x="33" y="0"/>
                        <a:pt x="33" y="0"/>
                        <a:pt x="33" y="0"/>
                      </a:cubicBezTo>
                      <a:lnTo>
                        <a:pt x="25"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grpSp>
      <p:cxnSp>
        <p:nvCxnSpPr>
          <p:cNvPr id="4" name="直线连接符 3"/>
          <p:cNvCxnSpPr/>
          <p:nvPr userDrawn="1"/>
        </p:nvCxnSpPr>
        <p:spPr>
          <a:xfrm>
            <a:off x="0" y="1016000"/>
            <a:ext cx="12192000"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pic>
        <p:nvPicPr>
          <p:cNvPr id="110" name="图片 109" descr="图片包含 天空, 户外, 建筑物, 日落&#10;&#10;描述已自动生成"/>
          <p:cNvPicPr>
            <a:picLocks noChangeAspect="1"/>
          </p:cNvPicPr>
          <p:nvPr userDrawn="1"/>
        </p:nvPicPr>
        <p:blipFill rotWithShape="1">
          <a:blip r:embed="rId2" cstate="print">
            <a:extLst>
              <a:ext uri="{BEBA8EAE-BF5A-486C-A8C5-ECC9F3942E4B}">
                <a14:imgProps xmlns:a14="http://schemas.microsoft.com/office/drawing/2010/main">
                  <a14:imgLayer r:embed="rId3">
                    <a14:imgEffect>
                      <a14:backgroundRemoval t="10000" b="99500" l="10000" r="98000">
                        <a14:foregroundMark x1="45583" y1="28625" x2="72750" y2="47875"/>
                        <a14:foregroundMark x1="72750" y1="47875" x2="79000" y2="48875"/>
                        <a14:foregroundMark x1="79000" y1="48875" x2="87083" y2="44750"/>
                        <a14:foregroundMark x1="87083" y1="44750" x2="89333" y2="42875"/>
                        <a14:foregroundMark x1="49697" y1="28104" x2="51500" y2="30625"/>
                        <a14:foregroundMark x1="46583" y1="23750" x2="49595" y2="27961"/>
                        <a14:foregroundMark x1="46917" y1="21000" x2="48333" y2="17125"/>
                        <a14:foregroundMark x1="62917" y1="48125" x2="65250" y2="51750"/>
                        <a14:foregroundMark x1="65250" y1="51750" x2="86750" y2="67750"/>
                        <a14:foregroundMark x1="94417" y1="36500" x2="92917" y2="90875"/>
                        <a14:foregroundMark x1="98000" y1="30875" x2="91667" y2="84250"/>
                        <a14:foregroundMark x1="91667" y1="84250" x2="91333" y2="85500"/>
                        <a14:foregroundMark x1="70000" y1="67000" x2="89333" y2="84250"/>
                        <a14:foregroundMark x1="89333" y1="84250" x2="89333" y2="84250"/>
                        <a14:foregroundMark x1="70500" y1="67000" x2="66333" y2="64125"/>
                        <a14:foregroundMark x1="66333" y1="64125" x2="59333" y2="53500"/>
                        <a14:foregroundMark x1="79333" y1="90625" x2="80167" y2="96250"/>
                        <a14:foregroundMark x1="80167" y1="96250" x2="85167" y2="96625"/>
                        <a14:foregroundMark x1="85167" y1="96625" x2="88083" y2="94625"/>
                        <a14:foregroundMark x1="88083" y1="94625" x2="88167" y2="94625"/>
                        <a14:foregroundMark x1="96750" y1="97500" x2="76750" y2="99500"/>
                        <a14:foregroundMark x1="77799" y1="89875" x2="77667" y2="86250"/>
                        <a14:foregroundMark x1="77984" y1="94938" x2="77927" y2="93375"/>
                        <a14:foregroundMark x1="78000" y1="95375" x2="78056" y2="96909"/>
                        <a14:foregroundMark x1="68667" y1="40875" x2="68417" y2="41125"/>
                        <a14:backgroundMark x1="77667" y1="89875" x2="77667" y2="93375"/>
                        <a14:backgroundMark x1="77833" y1="95625" x2="78167" y2="90625"/>
                        <a14:backgroundMark x1="78500" y1="96125" x2="79000" y2="90375"/>
                        <a14:backgroundMark x1="19833" y1="30625" x2="46417" y2="71000"/>
                        <a14:backgroundMark x1="46417" y1="71000" x2="46417" y2="71000"/>
                        <a14:backgroundMark x1="17000" y1="72500" x2="23583" y2="72625"/>
                        <a14:backgroundMark x1="23583" y1="72625" x2="37833" y2="71875"/>
                        <a14:backgroundMark x1="37833" y1="71875" x2="57167" y2="75375"/>
                        <a14:backgroundMark x1="61667" y1="37000" x2="62000" y2="37375"/>
                        <a14:backgroundMark x1="66667" y1="39375" x2="66917" y2="39750"/>
                        <a14:backgroundMark x1="50917" y1="27125" x2="51000" y2="27625"/>
                      </a14:backgroundRemoval>
                    </a14:imgEffect>
                    <a14:imgEffect>
                      <a14:brightnessContrast bright="72000"/>
                    </a14:imgEffect>
                    <a14:imgEffect>
                      <a14:colorTemperature colorTemp="9660"/>
                    </a14:imgEffect>
                    <a14:imgEffect>
                      <a14:saturation sat="111000"/>
                    </a14:imgEffect>
                  </a14:imgLayer>
                </a14:imgProps>
              </a:ext>
              <a:ext uri="{28A0092B-C50C-407E-A947-70E740481C1C}">
                <a14:useLocalDpi xmlns:a14="http://schemas.microsoft.com/office/drawing/2010/main" val="0"/>
              </a:ext>
            </a:extLst>
          </a:blip>
          <a:srcRect l="38743" t="8413"/>
          <a:stretch>
            <a:fillRect/>
          </a:stretch>
        </p:blipFill>
        <p:spPr>
          <a:xfrm flipH="1">
            <a:off x="-1" y="60500"/>
            <a:ext cx="958611" cy="955500"/>
          </a:xfrm>
          <a:prstGeom prst="rect">
            <a:avLst/>
          </a:prstGeom>
        </p:spPr>
      </p:pic>
      <p:grpSp>
        <p:nvGrpSpPr>
          <p:cNvPr id="107" name="组合 106"/>
          <p:cNvGrpSpPr/>
          <p:nvPr userDrawn="1"/>
        </p:nvGrpSpPr>
        <p:grpSpPr>
          <a:xfrm>
            <a:off x="803275" y="1402933"/>
            <a:ext cx="5296364" cy="4835897"/>
            <a:chOff x="803275" y="1402933"/>
            <a:chExt cx="5296364" cy="4835897"/>
          </a:xfrm>
        </p:grpSpPr>
        <p:sp>
          <p:nvSpPr>
            <p:cNvPr id="108" name="矩形 107"/>
            <p:cNvSpPr/>
            <p:nvPr/>
          </p:nvSpPr>
          <p:spPr>
            <a:xfrm>
              <a:off x="806914" y="1402933"/>
              <a:ext cx="5292725" cy="4832767"/>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a:bodyPr>
            <a:lstStyle/>
            <a:p>
              <a:pPr algn="l">
                <a:lnSpc>
                  <a:spcPct val="130000"/>
                </a:lnSpc>
              </a:pPr>
              <a:endParaRPr kumimoji="1" lang="zh-CN" altLang="en-US" sz="2000" dirty="0">
                <a:solidFill>
                  <a:schemeClr val="tx1">
                    <a:lumMod val="75000"/>
                    <a:lumOff val="25000"/>
                  </a:schemeClr>
                </a:solidFill>
              </a:endParaRPr>
            </a:p>
          </p:txBody>
        </p:sp>
        <p:sp>
          <p:nvSpPr>
            <p:cNvPr id="109" name="矩形 108"/>
            <p:cNvSpPr/>
            <p:nvPr/>
          </p:nvSpPr>
          <p:spPr>
            <a:xfrm>
              <a:off x="803275" y="1402933"/>
              <a:ext cx="136003" cy="110206"/>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fontScale="25000" lnSpcReduction="20000"/>
            </a:bodyPr>
            <a:lstStyle/>
            <a:p>
              <a:pPr algn="l">
                <a:lnSpc>
                  <a:spcPct val="130000"/>
                </a:lnSpc>
              </a:pPr>
              <a:endParaRPr kumimoji="1" lang="zh-CN" altLang="en-US" sz="2000" dirty="0">
                <a:solidFill>
                  <a:schemeClr val="tx1">
                    <a:lumMod val="75000"/>
                    <a:lumOff val="25000"/>
                  </a:schemeClr>
                </a:solidFill>
              </a:endParaRPr>
            </a:p>
          </p:txBody>
        </p:sp>
        <p:sp>
          <p:nvSpPr>
            <p:cNvPr id="111" name="矩形 110"/>
            <p:cNvSpPr/>
            <p:nvPr/>
          </p:nvSpPr>
          <p:spPr>
            <a:xfrm>
              <a:off x="5959997" y="1402933"/>
              <a:ext cx="136003" cy="110206"/>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fontScale="25000" lnSpcReduction="20000"/>
            </a:bodyPr>
            <a:lstStyle/>
            <a:p>
              <a:pPr algn="l">
                <a:lnSpc>
                  <a:spcPct val="130000"/>
                </a:lnSpc>
              </a:pPr>
              <a:endParaRPr kumimoji="1" lang="zh-CN" altLang="en-US" sz="2000" dirty="0">
                <a:solidFill>
                  <a:schemeClr val="tx1">
                    <a:lumMod val="75000"/>
                    <a:lumOff val="25000"/>
                  </a:schemeClr>
                </a:solidFill>
              </a:endParaRPr>
            </a:p>
          </p:txBody>
        </p:sp>
        <p:sp>
          <p:nvSpPr>
            <p:cNvPr id="112" name="矩形 111"/>
            <p:cNvSpPr/>
            <p:nvPr/>
          </p:nvSpPr>
          <p:spPr>
            <a:xfrm>
              <a:off x="808355" y="6111435"/>
              <a:ext cx="136003" cy="127395"/>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fontScale="25000" lnSpcReduction="20000"/>
            </a:bodyPr>
            <a:lstStyle/>
            <a:p>
              <a:pPr algn="l">
                <a:lnSpc>
                  <a:spcPct val="130000"/>
                </a:lnSpc>
              </a:pPr>
              <a:endParaRPr kumimoji="1" lang="zh-CN" altLang="en-US" sz="2000" dirty="0">
                <a:solidFill>
                  <a:schemeClr val="tx1">
                    <a:lumMod val="75000"/>
                    <a:lumOff val="25000"/>
                  </a:schemeClr>
                </a:solidFill>
              </a:endParaRPr>
            </a:p>
          </p:txBody>
        </p:sp>
        <p:sp>
          <p:nvSpPr>
            <p:cNvPr id="113" name="矩形 112"/>
            <p:cNvSpPr/>
            <p:nvPr/>
          </p:nvSpPr>
          <p:spPr>
            <a:xfrm>
              <a:off x="5959997" y="6111435"/>
              <a:ext cx="136003" cy="127395"/>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fontScale="25000" lnSpcReduction="20000"/>
            </a:bodyPr>
            <a:lstStyle/>
            <a:p>
              <a:pPr algn="l">
                <a:lnSpc>
                  <a:spcPct val="130000"/>
                </a:lnSpc>
              </a:pPr>
              <a:endParaRPr kumimoji="1" lang="zh-CN" altLang="en-US" sz="2000" dirty="0">
                <a:solidFill>
                  <a:schemeClr val="tx1">
                    <a:lumMod val="75000"/>
                    <a:lumOff val="25000"/>
                  </a:schemeClr>
                </a:solidFill>
              </a:endParaRPr>
            </a:p>
          </p:txBody>
        </p:sp>
      </p:grpSp>
      <p:sp>
        <p:nvSpPr>
          <p:cNvPr id="5" name="图片占位符 4"/>
          <p:cNvSpPr>
            <a:spLocks noGrp="1"/>
          </p:cNvSpPr>
          <p:nvPr>
            <p:ph type="pic" sz="quarter" idx="11"/>
          </p:nvPr>
        </p:nvSpPr>
        <p:spPr>
          <a:xfrm>
            <a:off x="939278" y="1513139"/>
            <a:ext cx="5031536" cy="4598296"/>
          </a:xfrm>
          <a:prstGeom prst="rect">
            <a:avLst/>
          </a:prstGeom>
        </p:spPr>
        <p:txBody>
          <a:bodyPr/>
          <a:lstStyle/>
          <a:p>
            <a:endParaRPr kumimoji="1" lang="zh-CN" alt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单张图片2">
    <p:spTree>
      <p:nvGrpSpPr>
        <p:cNvPr id="1" name=""/>
        <p:cNvGrpSpPr/>
        <p:nvPr/>
      </p:nvGrpSpPr>
      <p:grpSpPr>
        <a:xfrm>
          <a:off x="0" y="0"/>
          <a:ext cx="0" cy="0"/>
          <a:chOff x="0" y="0"/>
          <a:chExt cx="0" cy="0"/>
        </a:xfrm>
      </p:grpSpPr>
      <p:sp>
        <p:nvSpPr>
          <p:cNvPr id="2" name="标题 1"/>
          <p:cNvSpPr>
            <a:spLocks noGrp="1"/>
          </p:cNvSpPr>
          <p:nvPr>
            <p:ph type="title"/>
          </p:nvPr>
        </p:nvSpPr>
        <p:spPr>
          <a:xfrm>
            <a:off x="803275" y="393486"/>
            <a:ext cx="8970989" cy="663575"/>
          </a:xfrm>
          <a:prstGeom prst="rect">
            <a:avLst/>
          </a:prstGeom>
        </p:spPr>
        <p:txBody>
          <a:bodyPr lIns="0"/>
          <a:lstStyle>
            <a:lvl1pPr>
              <a:defRPr b="1">
                <a:solidFill>
                  <a:schemeClr val="accent2"/>
                </a:solidFill>
              </a:defRPr>
            </a:lvl1pPr>
          </a:lstStyle>
          <a:p>
            <a:r>
              <a:rPr lang="zh-CN" altLang="en-US" dirty="0"/>
              <a:t>单击此处编辑母版标题样式</a:t>
            </a:r>
          </a:p>
        </p:txBody>
      </p:sp>
      <p:grpSp>
        <p:nvGrpSpPr>
          <p:cNvPr id="245" name="组合 244"/>
          <p:cNvGrpSpPr/>
          <p:nvPr userDrawn="1"/>
        </p:nvGrpSpPr>
        <p:grpSpPr>
          <a:xfrm>
            <a:off x="9895088" y="468793"/>
            <a:ext cx="1480571" cy="458860"/>
            <a:chOff x="2558030" y="228446"/>
            <a:chExt cx="6774643" cy="2099603"/>
          </a:xfrm>
        </p:grpSpPr>
        <p:grpSp>
          <p:nvGrpSpPr>
            <p:cNvPr id="246" name="íšḻîďê"/>
            <p:cNvGrpSpPr/>
            <p:nvPr userDrawn="1"/>
          </p:nvGrpSpPr>
          <p:grpSpPr>
            <a:xfrm>
              <a:off x="2558030" y="228446"/>
              <a:ext cx="2085857" cy="2099603"/>
              <a:chOff x="3551238" y="3067050"/>
              <a:chExt cx="722313" cy="727075"/>
            </a:xfrm>
          </p:grpSpPr>
          <p:sp>
            <p:nvSpPr>
              <p:cNvPr id="276" name="ïş1íḍê"/>
              <p:cNvSpPr/>
              <p:nvPr/>
            </p:nvSpPr>
            <p:spPr bwMode="auto">
              <a:xfrm>
                <a:off x="3575051" y="3087688"/>
                <a:ext cx="673100" cy="679450"/>
              </a:xfrm>
              <a:custGeom>
                <a:avLst/>
                <a:gdLst>
                  <a:gd name="T0" fmla="*/ 102 w 204"/>
                  <a:gd name="T1" fmla="*/ 0 h 204"/>
                  <a:gd name="T2" fmla="*/ 204 w 204"/>
                  <a:gd name="T3" fmla="*/ 102 h 204"/>
                  <a:gd name="T4" fmla="*/ 102 w 204"/>
                  <a:gd name="T5" fmla="*/ 204 h 204"/>
                  <a:gd name="T6" fmla="*/ 0 w 204"/>
                  <a:gd name="T7" fmla="*/ 102 h 204"/>
                  <a:gd name="T8" fmla="*/ 102 w 204"/>
                  <a:gd name="T9" fmla="*/ 0 h 204"/>
                  <a:gd name="T10" fmla="*/ 102 w 204"/>
                  <a:gd name="T11" fmla="*/ 25 h 204"/>
                  <a:gd name="T12" fmla="*/ 24 w 204"/>
                  <a:gd name="T13" fmla="*/ 103 h 204"/>
                  <a:gd name="T14" fmla="*/ 102 w 204"/>
                  <a:gd name="T15" fmla="*/ 181 h 204"/>
                  <a:gd name="T16" fmla="*/ 180 w 204"/>
                  <a:gd name="T17" fmla="*/ 103 h 204"/>
                  <a:gd name="T18" fmla="*/ 102 w 204"/>
                  <a:gd name="T19" fmla="*/ 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04" h="204">
                    <a:moveTo>
                      <a:pt x="102" y="0"/>
                    </a:moveTo>
                    <a:cubicBezTo>
                      <a:pt x="159" y="0"/>
                      <a:pt x="204" y="46"/>
                      <a:pt x="204" y="102"/>
                    </a:cubicBezTo>
                    <a:cubicBezTo>
                      <a:pt x="204" y="158"/>
                      <a:pt x="159" y="204"/>
                      <a:pt x="102" y="204"/>
                    </a:cubicBezTo>
                    <a:cubicBezTo>
                      <a:pt x="46" y="204"/>
                      <a:pt x="0" y="158"/>
                      <a:pt x="0" y="102"/>
                    </a:cubicBezTo>
                    <a:cubicBezTo>
                      <a:pt x="0" y="46"/>
                      <a:pt x="46" y="0"/>
                      <a:pt x="102" y="0"/>
                    </a:cubicBezTo>
                    <a:close/>
                    <a:moveTo>
                      <a:pt x="102" y="25"/>
                    </a:moveTo>
                    <a:cubicBezTo>
                      <a:pt x="59" y="25"/>
                      <a:pt x="24" y="60"/>
                      <a:pt x="24" y="103"/>
                    </a:cubicBezTo>
                    <a:cubicBezTo>
                      <a:pt x="24" y="146"/>
                      <a:pt x="59" y="181"/>
                      <a:pt x="102" y="181"/>
                    </a:cubicBezTo>
                    <a:cubicBezTo>
                      <a:pt x="145" y="181"/>
                      <a:pt x="180" y="146"/>
                      <a:pt x="180" y="103"/>
                    </a:cubicBezTo>
                    <a:cubicBezTo>
                      <a:pt x="180" y="60"/>
                      <a:pt x="145" y="25"/>
                      <a:pt x="102" y="25"/>
                    </a:cubicBezTo>
                    <a:close/>
                  </a:path>
                </a:pathLst>
              </a:custGeom>
              <a:solidFill>
                <a:srgbClr val="00523A"/>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7" name="íšḻïḍè"/>
              <p:cNvSpPr/>
              <p:nvPr/>
            </p:nvSpPr>
            <p:spPr bwMode="auto">
              <a:xfrm>
                <a:off x="3621088" y="3103563"/>
                <a:ext cx="584200" cy="203200"/>
              </a:xfrm>
              <a:custGeom>
                <a:avLst/>
                <a:gdLst>
                  <a:gd name="T0" fmla="*/ 8 w 177"/>
                  <a:gd name="T1" fmla="*/ 53 h 61"/>
                  <a:gd name="T2" fmla="*/ 0 w 177"/>
                  <a:gd name="T3" fmla="*/ 56 h 61"/>
                  <a:gd name="T4" fmla="*/ 5 w 177"/>
                  <a:gd name="T5" fmla="*/ 52 h 61"/>
                  <a:gd name="T6" fmla="*/ 4 w 177"/>
                  <a:gd name="T7" fmla="*/ 50 h 61"/>
                  <a:gd name="T8" fmla="*/ 5 w 177"/>
                  <a:gd name="T9" fmla="*/ 48 h 61"/>
                  <a:gd name="T10" fmla="*/ 10 w 177"/>
                  <a:gd name="T11" fmla="*/ 41 h 61"/>
                  <a:gd name="T12" fmla="*/ 17 w 177"/>
                  <a:gd name="T13" fmla="*/ 50 h 61"/>
                  <a:gd name="T14" fmla="*/ 14 w 177"/>
                  <a:gd name="T15" fmla="*/ 35 h 61"/>
                  <a:gd name="T16" fmla="*/ 23 w 177"/>
                  <a:gd name="T17" fmla="*/ 46 h 61"/>
                  <a:gd name="T18" fmla="*/ 31 w 177"/>
                  <a:gd name="T19" fmla="*/ 38 h 61"/>
                  <a:gd name="T20" fmla="*/ 29 w 177"/>
                  <a:gd name="T21" fmla="*/ 40 h 61"/>
                  <a:gd name="T22" fmla="*/ 18 w 177"/>
                  <a:gd name="T23" fmla="*/ 32 h 61"/>
                  <a:gd name="T24" fmla="*/ 19 w 177"/>
                  <a:gd name="T25" fmla="*/ 30 h 61"/>
                  <a:gd name="T26" fmla="*/ 21 w 177"/>
                  <a:gd name="T27" fmla="*/ 27 h 61"/>
                  <a:gd name="T28" fmla="*/ 41 w 177"/>
                  <a:gd name="T29" fmla="*/ 29 h 61"/>
                  <a:gd name="T30" fmla="*/ 43 w 177"/>
                  <a:gd name="T31" fmla="*/ 29 h 61"/>
                  <a:gd name="T32" fmla="*/ 35 w 177"/>
                  <a:gd name="T33" fmla="*/ 35 h 61"/>
                  <a:gd name="T34" fmla="*/ 31 w 177"/>
                  <a:gd name="T35" fmla="*/ 21 h 61"/>
                  <a:gd name="T36" fmla="*/ 46 w 177"/>
                  <a:gd name="T37" fmla="*/ 11 h 61"/>
                  <a:gd name="T38" fmla="*/ 47 w 177"/>
                  <a:gd name="T39" fmla="*/ 11 h 61"/>
                  <a:gd name="T40" fmla="*/ 47 w 177"/>
                  <a:gd name="T41" fmla="*/ 26 h 61"/>
                  <a:gd name="T42" fmla="*/ 39 w 177"/>
                  <a:gd name="T43" fmla="*/ 15 h 61"/>
                  <a:gd name="T44" fmla="*/ 72 w 177"/>
                  <a:gd name="T45" fmla="*/ 16 h 61"/>
                  <a:gd name="T46" fmla="*/ 71 w 177"/>
                  <a:gd name="T47" fmla="*/ 2 h 61"/>
                  <a:gd name="T48" fmla="*/ 65 w 177"/>
                  <a:gd name="T49" fmla="*/ 15 h 61"/>
                  <a:gd name="T50" fmla="*/ 64 w 177"/>
                  <a:gd name="T51" fmla="*/ 4 h 61"/>
                  <a:gd name="T52" fmla="*/ 84 w 177"/>
                  <a:gd name="T53" fmla="*/ 1 h 61"/>
                  <a:gd name="T54" fmla="*/ 84 w 177"/>
                  <a:gd name="T55" fmla="*/ 1 h 61"/>
                  <a:gd name="T56" fmla="*/ 78 w 177"/>
                  <a:gd name="T57" fmla="*/ 16 h 61"/>
                  <a:gd name="T58" fmla="*/ 77 w 177"/>
                  <a:gd name="T59" fmla="*/ 15 h 61"/>
                  <a:gd name="T60" fmla="*/ 90 w 177"/>
                  <a:gd name="T61" fmla="*/ 1 h 61"/>
                  <a:gd name="T62" fmla="*/ 94 w 177"/>
                  <a:gd name="T63" fmla="*/ 15 h 61"/>
                  <a:gd name="T64" fmla="*/ 92 w 177"/>
                  <a:gd name="T65" fmla="*/ 15 h 61"/>
                  <a:gd name="T66" fmla="*/ 113 w 177"/>
                  <a:gd name="T67" fmla="*/ 3 h 61"/>
                  <a:gd name="T68" fmla="*/ 102 w 177"/>
                  <a:gd name="T69" fmla="*/ 2 h 61"/>
                  <a:gd name="T70" fmla="*/ 105 w 177"/>
                  <a:gd name="T71" fmla="*/ 14 h 61"/>
                  <a:gd name="T72" fmla="*/ 117 w 177"/>
                  <a:gd name="T73" fmla="*/ 5 h 61"/>
                  <a:gd name="T74" fmla="*/ 122 w 177"/>
                  <a:gd name="T75" fmla="*/ 19 h 61"/>
                  <a:gd name="T76" fmla="*/ 119 w 177"/>
                  <a:gd name="T77" fmla="*/ 13 h 61"/>
                  <a:gd name="T78" fmla="*/ 121 w 177"/>
                  <a:gd name="T79" fmla="*/ 12 h 61"/>
                  <a:gd name="T80" fmla="*/ 124 w 177"/>
                  <a:gd name="T81" fmla="*/ 10 h 61"/>
                  <a:gd name="T82" fmla="*/ 131 w 177"/>
                  <a:gd name="T83" fmla="*/ 26 h 61"/>
                  <a:gd name="T84" fmla="*/ 126 w 177"/>
                  <a:gd name="T85" fmla="*/ 23 h 61"/>
                  <a:gd name="T86" fmla="*/ 124 w 177"/>
                  <a:gd name="T87" fmla="*/ 23 h 61"/>
                  <a:gd name="T88" fmla="*/ 137 w 177"/>
                  <a:gd name="T89" fmla="*/ 14 h 61"/>
                  <a:gd name="T90" fmla="*/ 133 w 177"/>
                  <a:gd name="T91" fmla="*/ 11 h 61"/>
                  <a:gd name="T92" fmla="*/ 137 w 177"/>
                  <a:gd name="T93" fmla="*/ 32 h 61"/>
                  <a:gd name="T94" fmla="*/ 137 w 177"/>
                  <a:gd name="T95" fmla="*/ 32 h 61"/>
                  <a:gd name="T96" fmla="*/ 145 w 177"/>
                  <a:gd name="T97" fmla="*/ 19 h 61"/>
                  <a:gd name="T98" fmla="*/ 146 w 177"/>
                  <a:gd name="T99" fmla="*/ 19 h 61"/>
                  <a:gd name="T100" fmla="*/ 159 w 177"/>
                  <a:gd name="T101" fmla="*/ 31 h 61"/>
                  <a:gd name="T102" fmla="*/ 149 w 177"/>
                  <a:gd name="T103" fmla="*/ 42 h 61"/>
                  <a:gd name="T104" fmla="*/ 155 w 177"/>
                  <a:gd name="T105" fmla="*/ 27 h 61"/>
                  <a:gd name="T106" fmla="*/ 166 w 177"/>
                  <a:gd name="T107" fmla="*/ 40 h 61"/>
                  <a:gd name="T108" fmla="*/ 160 w 177"/>
                  <a:gd name="T109" fmla="*/ 37 h 61"/>
                  <a:gd name="T110" fmla="*/ 153 w 177"/>
                  <a:gd name="T111" fmla="*/ 46 h 61"/>
                  <a:gd name="T112" fmla="*/ 177 w 177"/>
                  <a:gd name="T113" fmla="*/ 55 h 61"/>
                  <a:gd name="T114" fmla="*/ 162 w 177"/>
                  <a:gd name="T115" fmla="*/ 60 h 61"/>
                  <a:gd name="T116" fmla="*/ 165 w 177"/>
                  <a:gd name="T117" fmla="*/ 55 h 61"/>
                  <a:gd name="T118" fmla="*/ 173 w 177"/>
                  <a:gd name="T119" fmla="*/ 49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77" h="61">
                    <a:moveTo>
                      <a:pt x="6" y="46"/>
                    </a:moveTo>
                    <a:cubicBezTo>
                      <a:pt x="6" y="46"/>
                      <a:pt x="6" y="46"/>
                      <a:pt x="6" y="46"/>
                    </a:cubicBezTo>
                    <a:cubicBezTo>
                      <a:pt x="6" y="46"/>
                      <a:pt x="6" y="46"/>
                      <a:pt x="6" y="46"/>
                    </a:cubicBezTo>
                    <a:cubicBezTo>
                      <a:pt x="6" y="46"/>
                      <a:pt x="6" y="47"/>
                      <a:pt x="6" y="47"/>
                    </a:cubicBezTo>
                    <a:cubicBezTo>
                      <a:pt x="6" y="47"/>
                      <a:pt x="6" y="47"/>
                      <a:pt x="6" y="47"/>
                    </a:cubicBezTo>
                    <a:cubicBezTo>
                      <a:pt x="17" y="57"/>
                      <a:pt x="17" y="57"/>
                      <a:pt x="17" y="57"/>
                    </a:cubicBezTo>
                    <a:cubicBezTo>
                      <a:pt x="17" y="57"/>
                      <a:pt x="17" y="57"/>
                      <a:pt x="17" y="57"/>
                    </a:cubicBezTo>
                    <a:cubicBezTo>
                      <a:pt x="8" y="53"/>
                      <a:pt x="8" y="53"/>
                      <a:pt x="8" y="53"/>
                    </a:cubicBezTo>
                    <a:cubicBezTo>
                      <a:pt x="8" y="54"/>
                      <a:pt x="8" y="54"/>
                      <a:pt x="8" y="54"/>
                    </a:cubicBezTo>
                    <a:cubicBezTo>
                      <a:pt x="15" y="60"/>
                      <a:pt x="15" y="60"/>
                      <a:pt x="15" y="60"/>
                    </a:cubicBezTo>
                    <a:cubicBezTo>
                      <a:pt x="15" y="61"/>
                      <a:pt x="15" y="61"/>
                      <a:pt x="15" y="61"/>
                    </a:cubicBezTo>
                    <a:cubicBezTo>
                      <a:pt x="1" y="55"/>
                      <a:pt x="1" y="55"/>
                      <a:pt x="1" y="55"/>
                    </a:cubicBezTo>
                    <a:cubicBezTo>
                      <a:pt x="1" y="55"/>
                      <a:pt x="1" y="55"/>
                      <a:pt x="1" y="55"/>
                    </a:cubicBezTo>
                    <a:cubicBezTo>
                      <a:pt x="1" y="55"/>
                      <a:pt x="1" y="55"/>
                      <a:pt x="1" y="55"/>
                    </a:cubicBezTo>
                    <a:cubicBezTo>
                      <a:pt x="0" y="56"/>
                      <a:pt x="0" y="56"/>
                      <a:pt x="0" y="56"/>
                    </a:cubicBezTo>
                    <a:cubicBezTo>
                      <a:pt x="0" y="56"/>
                      <a:pt x="0" y="56"/>
                      <a:pt x="0" y="56"/>
                    </a:cubicBezTo>
                    <a:cubicBezTo>
                      <a:pt x="2" y="53"/>
                      <a:pt x="2" y="53"/>
                      <a:pt x="2" y="53"/>
                    </a:cubicBezTo>
                    <a:cubicBezTo>
                      <a:pt x="2" y="53"/>
                      <a:pt x="2" y="53"/>
                      <a:pt x="2" y="53"/>
                    </a:cubicBezTo>
                    <a:cubicBezTo>
                      <a:pt x="2" y="53"/>
                      <a:pt x="2" y="53"/>
                      <a:pt x="2" y="53"/>
                    </a:cubicBezTo>
                    <a:cubicBezTo>
                      <a:pt x="2" y="53"/>
                      <a:pt x="2" y="54"/>
                      <a:pt x="2" y="54"/>
                    </a:cubicBezTo>
                    <a:cubicBezTo>
                      <a:pt x="2" y="54"/>
                      <a:pt x="2" y="54"/>
                      <a:pt x="2" y="54"/>
                    </a:cubicBezTo>
                    <a:cubicBezTo>
                      <a:pt x="11" y="58"/>
                      <a:pt x="11" y="58"/>
                      <a:pt x="11" y="58"/>
                    </a:cubicBezTo>
                    <a:cubicBezTo>
                      <a:pt x="12" y="58"/>
                      <a:pt x="12" y="58"/>
                      <a:pt x="12" y="58"/>
                    </a:cubicBezTo>
                    <a:cubicBezTo>
                      <a:pt x="5" y="52"/>
                      <a:pt x="5" y="52"/>
                      <a:pt x="5" y="52"/>
                    </a:cubicBezTo>
                    <a:cubicBezTo>
                      <a:pt x="4" y="52"/>
                      <a:pt x="4" y="52"/>
                      <a:pt x="4" y="52"/>
                    </a:cubicBezTo>
                    <a:cubicBezTo>
                      <a:pt x="3" y="52"/>
                      <a:pt x="3" y="52"/>
                      <a:pt x="3" y="52"/>
                    </a:cubicBezTo>
                    <a:cubicBezTo>
                      <a:pt x="3" y="52"/>
                      <a:pt x="3" y="52"/>
                      <a:pt x="3" y="52"/>
                    </a:cubicBezTo>
                    <a:cubicBezTo>
                      <a:pt x="3" y="52"/>
                      <a:pt x="3" y="52"/>
                      <a:pt x="3" y="52"/>
                    </a:cubicBezTo>
                    <a:cubicBezTo>
                      <a:pt x="2" y="52"/>
                      <a:pt x="2" y="52"/>
                      <a:pt x="2" y="52"/>
                    </a:cubicBezTo>
                    <a:cubicBezTo>
                      <a:pt x="4" y="49"/>
                      <a:pt x="4" y="49"/>
                      <a:pt x="4" y="49"/>
                    </a:cubicBezTo>
                    <a:cubicBezTo>
                      <a:pt x="4" y="49"/>
                      <a:pt x="4" y="49"/>
                      <a:pt x="4" y="49"/>
                    </a:cubicBezTo>
                    <a:cubicBezTo>
                      <a:pt x="4" y="50"/>
                      <a:pt x="4" y="50"/>
                      <a:pt x="4" y="50"/>
                    </a:cubicBezTo>
                    <a:cubicBezTo>
                      <a:pt x="4" y="50"/>
                      <a:pt x="4" y="50"/>
                      <a:pt x="4" y="50"/>
                    </a:cubicBezTo>
                    <a:cubicBezTo>
                      <a:pt x="4" y="50"/>
                      <a:pt x="4" y="50"/>
                      <a:pt x="4" y="51"/>
                    </a:cubicBezTo>
                    <a:cubicBezTo>
                      <a:pt x="13" y="54"/>
                      <a:pt x="13" y="54"/>
                      <a:pt x="13" y="54"/>
                    </a:cubicBezTo>
                    <a:cubicBezTo>
                      <a:pt x="13" y="54"/>
                      <a:pt x="13" y="54"/>
                      <a:pt x="13" y="54"/>
                    </a:cubicBezTo>
                    <a:cubicBezTo>
                      <a:pt x="6" y="48"/>
                      <a:pt x="6" y="48"/>
                      <a:pt x="6" y="48"/>
                    </a:cubicBezTo>
                    <a:cubicBezTo>
                      <a:pt x="6" y="48"/>
                      <a:pt x="6" y="48"/>
                      <a:pt x="5" y="48"/>
                    </a:cubicBezTo>
                    <a:cubicBezTo>
                      <a:pt x="5" y="48"/>
                      <a:pt x="5" y="48"/>
                      <a:pt x="5" y="48"/>
                    </a:cubicBezTo>
                    <a:cubicBezTo>
                      <a:pt x="5" y="48"/>
                      <a:pt x="5" y="48"/>
                      <a:pt x="5" y="48"/>
                    </a:cubicBezTo>
                    <a:cubicBezTo>
                      <a:pt x="4" y="48"/>
                      <a:pt x="4" y="48"/>
                      <a:pt x="4" y="48"/>
                    </a:cubicBezTo>
                    <a:cubicBezTo>
                      <a:pt x="6" y="46"/>
                      <a:pt x="6" y="46"/>
                      <a:pt x="6" y="46"/>
                    </a:cubicBezTo>
                    <a:close/>
                    <a:moveTo>
                      <a:pt x="22" y="48"/>
                    </a:moveTo>
                    <a:cubicBezTo>
                      <a:pt x="22" y="49"/>
                      <a:pt x="21" y="49"/>
                      <a:pt x="21" y="49"/>
                    </a:cubicBezTo>
                    <a:cubicBezTo>
                      <a:pt x="20" y="50"/>
                      <a:pt x="19" y="49"/>
                      <a:pt x="18" y="48"/>
                    </a:cubicBezTo>
                    <a:cubicBezTo>
                      <a:pt x="10" y="42"/>
                      <a:pt x="10" y="42"/>
                      <a:pt x="10" y="42"/>
                    </a:cubicBezTo>
                    <a:cubicBezTo>
                      <a:pt x="10" y="42"/>
                      <a:pt x="10" y="41"/>
                      <a:pt x="10" y="41"/>
                    </a:cubicBezTo>
                    <a:cubicBezTo>
                      <a:pt x="10" y="41"/>
                      <a:pt x="10" y="41"/>
                      <a:pt x="10" y="41"/>
                    </a:cubicBezTo>
                    <a:cubicBezTo>
                      <a:pt x="10" y="40"/>
                      <a:pt x="10" y="40"/>
                      <a:pt x="10" y="40"/>
                    </a:cubicBezTo>
                    <a:cubicBezTo>
                      <a:pt x="10" y="40"/>
                      <a:pt x="10" y="40"/>
                      <a:pt x="10" y="40"/>
                    </a:cubicBezTo>
                    <a:cubicBezTo>
                      <a:pt x="7" y="43"/>
                      <a:pt x="7" y="43"/>
                      <a:pt x="7" y="43"/>
                    </a:cubicBezTo>
                    <a:cubicBezTo>
                      <a:pt x="8" y="43"/>
                      <a:pt x="8" y="43"/>
                      <a:pt x="8" y="43"/>
                    </a:cubicBezTo>
                    <a:cubicBezTo>
                      <a:pt x="8" y="43"/>
                      <a:pt x="8" y="43"/>
                      <a:pt x="8" y="43"/>
                    </a:cubicBezTo>
                    <a:cubicBezTo>
                      <a:pt x="8" y="43"/>
                      <a:pt x="8" y="43"/>
                      <a:pt x="8" y="43"/>
                    </a:cubicBezTo>
                    <a:cubicBezTo>
                      <a:pt x="9" y="43"/>
                      <a:pt x="9" y="43"/>
                      <a:pt x="9" y="43"/>
                    </a:cubicBezTo>
                    <a:cubicBezTo>
                      <a:pt x="17" y="50"/>
                      <a:pt x="17" y="50"/>
                      <a:pt x="17" y="50"/>
                    </a:cubicBezTo>
                    <a:cubicBezTo>
                      <a:pt x="18" y="50"/>
                      <a:pt x="19" y="51"/>
                      <a:pt x="20" y="50"/>
                    </a:cubicBezTo>
                    <a:cubicBezTo>
                      <a:pt x="21" y="50"/>
                      <a:pt x="22" y="50"/>
                      <a:pt x="23" y="49"/>
                    </a:cubicBezTo>
                    <a:cubicBezTo>
                      <a:pt x="24" y="48"/>
                      <a:pt x="24" y="47"/>
                      <a:pt x="24" y="46"/>
                    </a:cubicBezTo>
                    <a:cubicBezTo>
                      <a:pt x="24" y="45"/>
                      <a:pt x="23" y="44"/>
                      <a:pt x="22" y="43"/>
                    </a:cubicBezTo>
                    <a:cubicBezTo>
                      <a:pt x="14" y="36"/>
                      <a:pt x="14" y="36"/>
                      <a:pt x="14" y="36"/>
                    </a:cubicBezTo>
                    <a:cubicBezTo>
                      <a:pt x="14" y="36"/>
                      <a:pt x="14" y="36"/>
                      <a:pt x="14" y="36"/>
                    </a:cubicBezTo>
                    <a:cubicBezTo>
                      <a:pt x="14" y="36"/>
                      <a:pt x="14" y="36"/>
                      <a:pt x="14" y="35"/>
                    </a:cubicBezTo>
                    <a:cubicBezTo>
                      <a:pt x="14" y="35"/>
                      <a:pt x="14" y="35"/>
                      <a:pt x="14" y="35"/>
                    </a:cubicBezTo>
                    <a:cubicBezTo>
                      <a:pt x="14" y="35"/>
                      <a:pt x="14" y="35"/>
                      <a:pt x="14" y="35"/>
                    </a:cubicBezTo>
                    <a:cubicBezTo>
                      <a:pt x="12" y="37"/>
                      <a:pt x="12" y="37"/>
                      <a:pt x="12" y="37"/>
                    </a:cubicBezTo>
                    <a:cubicBezTo>
                      <a:pt x="12" y="38"/>
                      <a:pt x="12" y="38"/>
                      <a:pt x="12" y="38"/>
                    </a:cubicBezTo>
                    <a:cubicBezTo>
                      <a:pt x="13" y="37"/>
                      <a:pt x="13" y="37"/>
                      <a:pt x="13" y="37"/>
                    </a:cubicBezTo>
                    <a:cubicBezTo>
                      <a:pt x="13" y="37"/>
                      <a:pt x="13" y="37"/>
                      <a:pt x="13" y="37"/>
                    </a:cubicBezTo>
                    <a:cubicBezTo>
                      <a:pt x="13" y="37"/>
                      <a:pt x="14" y="37"/>
                      <a:pt x="14" y="37"/>
                    </a:cubicBezTo>
                    <a:cubicBezTo>
                      <a:pt x="22" y="44"/>
                      <a:pt x="22" y="44"/>
                      <a:pt x="22" y="44"/>
                    </a:cubicBezTo>
                    <a:cubicBezTo>
                      <a:pt x="23" y="44"/>
                      <a:pt x="23" y="45"/>
                      <a:pt x="23" y="46"/>
                    </a:cubicBezTo>
                    <a:cubicBezTo>
                      <a:pt x="23" y="47"/>
                      <a:pt x="23" y="47"/>
                      <a:pt x="22" y="48"/>
                    </a:cubicBezTo>
                    <a:close/>
                    <a:moveTo>
                      <a:pt x="33" y="36"/>
                    </a:moveTo>
                    <a:cubicBezTo>
                      <a:pt x="33" y="36"/>
                      <a:pt x="33" y="36"/>
                      <a:pt x="33" y="36"/>
                    </a:cubicBezTo>
                    <a:cubicBezTo>
                      <a:pt x="33" y="36"/>
                      <a:pt x="34" y="36"/>
                      <a:pt x="34" y="36"/>
                    </a:cubicBezTo>
                    <a:cubicBezTo>
                      <a:pt x="34" y="35"/>
                      <a:pt x="34" y="35"/>
                      <a:pt x="34" y="35"/>
                    </a:cubicBezTo>
                    <a:cubicBezTo>
                      <a:pt x="35" y="36"/>
                      <a:pt x="35" y="36"/>
                      <a:pt x="35" y="36"/>
                    </a:cubicBezTo>
                    <a:cubicBezTo>
                      <a:pt x="32" y="39"/>
                      <a:pt x="32" y="39"/>
                      <a:pt x="32" y="39"/>
                    </a:cubicBezTo>
                    <a:cubicBezTo>
                      <a:pt x="31" y="38"/>
                      <a:pt x="31" y="38"/>
                      <a:pt x="31" y="38"/>
                    </a:cubicBezTo>
                    <a:cubicBezTo>
                      <a:pt x="32" y="38"/>
                      <a:pt x="32" y="38"/>
                      <a:pt x="32" y="38"/>
                    </a:cubicBezTo>
                    <a:cubicBezTo>
                      <a:pt x="32" y="38"/>
                      <a:pt x="32" y="37"/>
                      <a:pt x="32" y="37"/>
                    </a:cubicBezTo>
                    <a:cubicBezTo>
                      <a:pt x="32" y="37"/>
                      <a:pt x="32" y="37"/>
                      <a:pt x="32" y="37"/>
                    </a:cubicBezTo>
                    <a:cubicBezTo>
                      <a:pt x="27" y="32"/>
                      <a:pt x="27" y="32"/>
                      <a:pt x="27" y="32"/>
                    </a:cubicBezTo>
                    <a:cubicBezTo>
                      <a:pt x="23" y="36"/>
                      <a:pt x="23" y="36"/>
                      <a:pt x="23" y="36"/>
                    </a:cubicBezTo>
                    <a:cubicBezTo>
                      <a:pt x="28" y="40"/>
                      <a:pt x="28" y="40"/>
                      <a:pt x="28" y="40"/>
                    </a:cubicBezTo>
                    <a:cubicBezTo>
                      <a:pt x="28" y="41"/>
                      <a:pt x="28" y="41"/>
                      <a:pt x="28" y="41"/>
                    </a:cubicBezTo>
                    <a:cubicBezTo>
                      <a:pt x="28" y="41"/>
                      <a:pt x="29" y="41"/>
                      <a:pt x="29" y="40"/>
                    </a:cubicBezTo>
                    <a:cubicBezTo>
                      <a:pt x="29" y="40"/>
                      <a:pt x="29" y="40"/>
                      <a:pt x="29" y="40"/>
                    </a:cubicBezTo>
                    <a:cubicBezTo>
                      <a:pt x="30" y="41"/>
                      <a:pt x="30" y="41"/>
                      <a:pt x="30" y="41"/>
                    </a:cubicBezTo>
                    <a:cubicBezTo>
                      <a:pt x="27" y="43"/>
                      <a:pt x="27" y="43"/>
                      <a:pt x="27" y="43"/>
                    </a:cubicBezTo>
                    <a:cubicBezTo>
                      <a:pt x="26" y="43"/>
                      <a:pt x="26" y="43"/>
                      <a:pt x="26" y="43"/>
                    </a:cubicBezTo>
                    <a:cubicBezTo>
                      <a:pt x="27" y="43"/>
                      <a:pt x="27" y="43"/>
                      <a:pt x="27" y="43"/>
                    </a:cubicBezTo>
                    <a:cubicBezTo>
                      <a:pt x="27" y="42"/>
                      <a:pt x="27" y="42"/>
                      <a:pt x="27" y="42"/>
                    </a:cubicBezTo>
                    <a:cubicBezTo>
                      <a:pt x="27" y="42"/>
                      <a:pt x="27" y="42"/>
                      <a:pt x="27" y="41"/>
                    </a:cubicBezTo>
                    <a:cubicBezTo>
                      <a:pt x="18" y="32"/>
                      <a:pt x="18" y="32"/>
                      <a:pt x="18" y="32"/>
                    </a:cubicBezTo>
                    <a:cubicBezTo>
                      <a:pt x="18" y="32"/>
                      <a:pt x="17" y="32"/>
                      <a:pt x="17" y="32"/>
                    </a:cubicBezTo>
                    <a:cubicBezTo>
                      <a:pt x="17" y="32"/>
                      <a:pt x="17" y="32"/>
                      <a:pt x="17" y="32"/>
                    </a:cubicBezTo>
                    <a:cubicBezTo>
                      <a:pt x="16" y="32"/>
                      <a:pt x="16" y="32"/>
                      <a:pt x="16" y="32"/>
                    </a:cubicBezTo>
                    <a:cubicBezTo>
                      <a:pt x="16" y="32"/>
                      <a:pt x="16" y="32"/>
                      <a:pt x="16" y="32"/>
                    </a:cubicBezTo>
                    <a:cubicBezTo>
                      <a:pt x="19" y="29"/>
                      <a:pt x="19" y="29"/>
                      <a:pt x="19" y="29"/>
                    </a:cubicBezTo>
                    <a:cubicBezTo>
                      <a:pt x="19" y="29"/>
                      <a:pt x="19" y="29"/>
                      <a:pt x="19" y="29"/>
                    </a:cubicBezTo>
                    <a:cubicBezTo>
                      <a:pt x="19" y="30"/>
                      <a:pt x="19" y="30"/>
                      <a:pt x="19" y="30"/>
                    </a:cubicBezTo>
                    <a:cubicBezTo>
                      <a:pt x="19" y="30"/>
                      <a:pt x="19" y="30"/>
                      <a:pt x="19" y="30"/>
                    </a:cubicBezTo>
                    <a:cubicBezTo>
                      <a:pt x="19" y="30"/>
                      <a:pt x="19" y="31"/>
                      <a:pt x="19" y="31"/>
                    </a:cubicBezTo>
                    <a:cubicBezTo>
                      <a:pt x="23" y="35"/>
                      <a:pt x="23" y="35"/>
                      <a:pt x="23" y="35"/>
                    </a:cubicBezTo>
                    <a:cubicBezTo>
                      <a:pt x="27" y="31"/>
                      <a:pt x="27" y="31"/>
                      <a:pt x="27" y="31"/>
                    </a:cubicBezTo>
                    <a:cubicBezTo>
                      <a:pt x="23" y="27"/>
                      <a:pt x="23" y="27"/>
                      <a:pt x="23" y="27"/>
                    </a:cubicBezTo>
                    <a:cubicBezTo>
                      <a:pt x="23" y="27"/>
                      <a:pt x="22" y="27"/>
                      <a:pt x="22" y="27"/>
                    </a:cubicBezTo>
                    <a:cubicBezTo>
                      <a:pt x="22" y="27"/>
                      <a:pt x="22" y="27"/>
                      <a:pt x="22" y="27"/>
                    </a:cubicBezTo>
                    <a:cubicBezTo>
                      <a:pt x="21" y="27"/>
                      <a:pt x="21" y="27"/>
                      <a:pt x="21" y="27"/>
                    </a:cubicBezTo>
                    <a:cubicBezTo>
                      <a:pt x="21" y="27"/>
                      <a:pt x="21" y="27"/>
                      <a:pt x="21" y="27"/>
                    </a:cubicBezTo>
                    <a:cubicBezTo>
                      <a:pt x="24" y="24"/>
                      <a:pt x="24" y="24"/>
                      <a:pt x="24" y="24"/>
                    </a:cubicBezTo>
                    <a:cubicBezTo>
                      <a:pt x="24" y="25"/>
                      <a:pt x="24" y="25"/>
                      <a:pt x="24" y="25"/>
                    </a:cubicBezTo>
                    <a:cubicBezTo>
                      <a:pt x="24" y="25"/>
                      <a:pt x="24" y="25"/>
                      <a:pt x="24" y="25"/>
                    </a:cubicBezTo>
                    <a:cubicBezTo>
                      <a:pt x="24" y="25"/>
                      <a:pt x="24" y="25"/>
                      <a:pt x="24" y="26"/>
                    </a:cubicBezTo>
                    <a:cubicBezTo>
                      <a:pt x="24" y="26"/>
                      <a:pt x="24" y="26"/>
                      <a:pt x="24" y="26"/>
                    </a:cubicBezTo>
                    <a:cubicBezTo>
                      <a:pt x="33" y="36"/>
                      <a:pt x="33" y="36"/>
                      <a:pt x="33" y="36"/>
                    </a:cubicBezTo>
                    <a:close/>
                    <a:moveTo>
                      <a:pt x="38" y="26"/>
                    </a:moveTo>
                    <a:cubicBezTo>
                      <a:pt x="41" y="29"/>
                      <a:pt x="41" y="29"/>
                      <a:pt x="41" y="29"/>
                    </a:cubicBezTo>
                    <a:cubicBezTo>
                      <a:pt x="41" y="29"/>
                      <a:pt x="41" y="30"/>
                      <a:pt x="41" y="30"/>
                    </a:cubicBezTo>
                    <a:cubicBezTo>
                      <a:pt x="41" y="30"/>
                      <a:pt x="41" y="30"/>
                      <a:pt x="41" y="30"/>
                    </a:cubicBezTo>
                    <a:cubicBezTo>
                      <a:pt x="41" y="31"/>
                      <a:pt x="41" y="31"/>
                      <a:pt x="41" y="31"/>
                    </a:cubicBezTo>
                    <a:cubicBezTo>
                      <a:pt x="41" y="31"/>
                      <a:pt x="41" y="31"/>
                      <a:pt x="41" y="31"/>
                    </a:cubicBezTo>
                    <a:cubicBezTo>
                      <a:pt x="44" y="29"/>
                      <a:pt x="44" y="29"/>
                      <a:pt x="44" y="29"/>
                    </a:cubicBezTo>
                    <a:cubicBezTo>
                      <a:pt x="44" y="28"/>
                      <a:pt x="44" y="28"/>
                      <a:pt x="44" y="28"/>
                    </a:cubicBezTo>
                    <a:cubicBezTo>
                      <a:pt x="44" y="29"/>
                      <a:pt x="44" y="29"/>
                      <a:pt x="44" y="29"/>
                    </a:cubicBezTo>
                    <a:cubicBezTo>
                      <a:pt x="43" y="29"/>
                      <a:pt x="43" y="29"/>
                      <a:pt x="43" y="29"/>
                    </a:cubicBezTo>
                    <a:cubicBezTo>
                      <a:pt x="43" y="29"/>
                      <a:pt x="42" y="29"/>
                      <a:pt x="42" y="28"/>
                    </a:cubicBezTo>
                    <a:cubicBezTo>
                      <a:pt x="31" y="18"/>
                      <a:pt x="31" y="18"/>
                      <a:pt x="31" y="18"/>
                    </a:cubicBezTo>
                    <a:cubicBezTo>
                      <a:pt x="30" y="20"/>
                      <a:pt x="30" y="20"/>
                      <a:pt x="30" y="20"/>
                    </a:cubicBezTo>
                    <a:cubicBezTo>
                      <a:pt x="35" y="33"/>
                      <a:pt x="35" y="33"/>
                      <a:pt x="35" y="33"/>
                    </a:cubicBezTo>
                    <a:cubicBezTo>
                      <a:pt x="35" y="33"/>
                      <a:pt x="35" y="34"/>
                      <a:pt x="35" y="34"/>
                    </a:cubicBezTo>
                    <a:cubicBezTo>
                      <a:pt x="35" y="34"/>
                      <a:pt x="35" y="34"/>
                      <a:pt x="35" y="35"/>
                    </a:cubicBezTo>
                    <a:cubicBezTo>
                      <a:pt x="35" y="35"/>
                      <a:pt x="35" y="35"/>
                      <a:pt x="35" y="35"/>
                    </a:cubicBezTo>
                    <a:cubicBezTo>
                      <a:pt x="35" y="35"/>
                      <a:pt x="35" y="35"/>
                      <a:pt x="35" y="35"/>
                    </a:cubicBezTo>
                    <a:cubicBezTo>
                      <a:pt x="38" y="33"/>
                      <a:pt x="38" y="33"/>
                      <a:pt x="38" y="33"/>
                    </a:cubicBezTo>
                    <a:cubicBezTo>
                      <a:pt x="38" y="33"/>
                      <a:pt x="38" y="33"/>
                      <a:pt x="38" y="33"/>
                    </a:cubicBezTo>
                    <a:cubicBezTo>
                      <a:pt x="37" y="33"/>
                      <a:pt x="37" y="33"/>
                      <a:pt x="37" y="33"/>
                    </a:cubicBezTo>
                    <a:cubicBezTo>
                      <a:pt x="37" y="33"/>
                      <a:pt x="37" y="33"/>
                      <a:pt x="36" y="33"/>
                    </a:cubicBezTo>
                    <a:cubicBezTo>
                      <a:pt x="36" y="33"/>
                      <a:pt x="36" y="32"/>
                      <a:pt x="36" y="32"/>
                    </a:cubicBezTo>
                    <a:cubicBezTo>
                      <a:pt x="34" y="29"/>
                      <a:pt x="34" y="29"/>
                      <a:pt x="34" y="29"/>
                    </a:cubicBezTo>
                    <a:cubicBezTo>
                      <a:pt x="38" y="26"/>
                      <a:pt x="38" y="26"/>
                      <a:pt x="38" y="26"/>
                    </a:cubicBezTo>
                    <a:close/>
                    <a:moveTo>
                      <a:pt x="31" y="21"/>
                    </a:moveTo>
                    <a:cubicBezTo>
                      <a:pt x="31" y="21"/>
                      <a:pt x="31" y="21"/>
                      <a:pt x="31" y="21"/>
                    </a:cubicBezTo>
                    <a:cubicBezTo>
                      <a:pt x="34" y="28"/>
                      <a:pt x="34" y="28"/>
                      <a:pt x="34" y="28"/>
                    </a:cubicBezTo>
                    <a:cubicBezTo>
                      <a:pt x="37" y="26"/>
                      <a:pt x="37" y="26"/>
                      <a:pt x="37" y="26"/>
                    </a:cubicBezTo>
                    <a:cubicBezTo>
                      <a:pt x="31" y="21"/>
                      <a:pt x="31" y="21"/>
                      <a:pt x="31" y="21"/>
                    </a:cubicBezTo>
                    <a:close/>
                    <a:moveTo>
                      <a:pt x="51" y="21"/>
                    </a:moveTo>
                    <a:cubicBezTo>
                      <a:pt x="51" y="21"/>
                      <a:pt x="51" y="21"/>
                      <a:pt x="51" y="21"/>
                    </a:cubicBezTo>
                    <a:cubicBezTo>
                      <a:pt x="46" y="11"/>
                      <a:pt x="46" y="11"/>
                      <a:pt x="46" y="11"/>
                    </a:cubicBezTo>
                    <a:cubicBezTo>
                      <a:pt x="46" y="11"/>
                      <a:pt x="46" y="11"/>
                      <a:pt x="46" y="11"/>
                    </a:cubicBezTo>
                    <a:cubicBezTo>
                      <a:pt x="46" y="11"/>
                      <a:pt x="46" y="11"/>
                      <a:pt x="45" y="11"/>
                    </a:cubicBezTo>
                    <a:cubicBezTo>
                      <a:pt x="45" y="11"/>
                      <a:pt x="45" y="11"/>
                      <a:pt x="45" y="11"/>
                    </a:cubicBezTo>
                    <a:cubicBezTo>
                      <a:pt x="44" y="11"/>
                      <a:pt x="44" y="11"/>
                      <a:pt x="44" y="11"/>
                    </a:cubicBezTo>
                    <a:cubicBezTo>
                      <a:pt x="48" y="9"/>
                      <a:pt x="48" y="9"/>
                      <a:pt x="48" y="9"/>
                    </a:cubicBezTo>
                    <a:cubicBezTo>
                      <a:pt x="48" y="10"/>
                      <a:pt x="48" y="10"/>
                      <a:pt x="48" y="10"/>
                    </a:cubicBezTo>
                    <a:cubicBezTo>
                      <a:pt x="47" y="10"/>
                      <a:pt x="47" y="10"/>
                      <a:pt x="47" y="10"/>
                    </a:cubicBezTo>
                    <a:cubicBezTo>
                      <a:pt x="47" y="10"/>
                      <a:pt x="47" y="10"/>
                      <a:pt x="47" y="10"/>
                    </a:cubicBezTo>
                    <a:cubicBezTo>
                      <a:pt x="47" y="10"/>
                      <a:pt x="47" y="11"/>
                      <a:pt x="47" y="11"/>
                    </a:cubicBezTo>
                    <a:cubicBezTo>
                      <a:pt x="53" y="24"/>
                      <a:pt x="53" y="24"/>
                      <a:pt x="53" y="24"/>
                    </a:cubicBezTo>
                    <a:cubicBezTo>
                      <a:pt x="53" y="24"/>
                      <a:pt x="53" y="24"/>
                      <a:pt x="53" y="24"/>
                    </a:cubicBezTo>
                    <a:cubicBezTo>
                      <a:pt x="53" y="24"/>
                      <a:pt x="53" y="24"/>
                      <a:pt x="53" y="24"/>
                    </a:cubicBezTo>
                    <a:cubicBezTo>
                      <a:pt x="40" y="15"/>
                      <a:pt x="40" y="15"/>
                      <a:pt x="40" y="15"/>
                    </a:cubicBezTo>
                    <a:cubicBezTo>
                      <a:pt x="40" y="15"/>
                      <a:pt x="40" y="15"/>
                      <a:pt x="40" y="15"/>
                    </a:cubicBezTo>
                    <a:cubicBezTo>
                      <a:pt x="46" y="26"/>
                      <a:pt x="46" y="26"/>
                      <a:pt x="46" y="26"/>
                    </a:cubicBezTo>
                    <a:cubicBezTo>
                      <a:pt x="46" y="26"/>
                      <a:pt x="46" y="26"/>
                      <a:pt x="46" y="26"/>
                    </a:cubicBezTo>
                    <a:cubicBezTo>
                      <a:pt x="47" y="26"/>
                      <a:pt x="47" y="26"/>
                      <a:pt x="47" y="26"/>
                    </a:cubicBezTo>
                    <a:cubicBezTo>
                      <a:pt x="48" y="26"/>
                      <a:pt x="48" y="26"/>
                      <a:pt x="48" y="26"/>
                    </a:cubicBezTo>
                    <a:cubicBezTo>
                      <a:pt x="48" y="26"/>
                      <a:pt x="48" y="26"/>
                      <a:pt x="48" y="26"/>
                    </a:cubicBezTo>
                    <a:cubicBezTo>
                      <a:pt x="45" y="28"/>
                      <a:pt x="45" y="28"/>
                      <a:pt x="45" y="28"/>
                    </a:cubicBezTo>
                    <a:cubicBezTo>
                      <a:pt x="44" y="28"/>
                      <a:pt x="44" y="28"/>
                      <a:pt x="44" y="28"/>
                    </a:cubicBezTo>
                    <a:cubicBezTo>
                      <a:pt x="45" y="27"/>
                      <a:pt x="45" y="27"/>
                      <a:pt x="45" y="27"/>
                    </a:cubicBezTo>
                    <a:cubicBezTo>
                      <a:pt x="45" y="27"/>
                      <a:pt x="45" y="27"/>
                      <a:pt x="45" y="27"/>
                    </a:cubicBezTo>
                    <a:cubicBezTo>
                      <a:pt x="46" y="27"/>
                      <a:pt x="46" y="26"/>
                      <a:pt x="45" y="26"/>
                    </a:cubicBezTo>
                    <a:cubicBezTo>
                      <a:pt x="39" y="15"/>
                      <a:pt x="39" y="15"/>
                      <a:pt x="39" y="15"/>
                    </a:cubicBezTo>
                    <a:cubicBezTo>
                      <a:pt x="39" y="14"/>
                      <a:pt x="39" y="14"/>
                      <a:pt x="39" y="14"/>
                    </a:cubicBezTo>
                    <a:cubicBezTo>
                      <a:pt x="39" y="14"/>
                      <a:pt x="39" y="14"/>
                      <a:pt x="38" y="14"/>
                    </a:cubicBezTo>
                    <a:cubicBezTo>
                      <a:pt x="38" y="15"/>
                      <a:pt x="38" y="15"/>
                      <a:pt x="38" y="15"/>
                    </a:cubicBezTo>
                    <a:cubicBezTo>
                      <a:pt x="37" y="14"/>
                      <a:pt x="37" y="14"/>
                      <a:pt x="37" y="14"/>
                    </a:cubicBezTo>
                    <a:cubicBezTo>
                      <a:pt x="40" y="13"/>
                      <a:pt x="40" y="13"/>
                      <a:pt x="40" y="13"/>
                    </a:cubicBezTo>
                    <a:cubicBezTo>
                      <a:pt x="51" y="21"/>
                      <a:pt x="51" y="21"/>
                      <a:pt x="51" y="21"/>
                    </a:cubicBezTo>
                    <a:close/>
                    <a:moveTo>
                      <a:pt x="70" y="17"/>
                    </a:moveTo>
                    <a:cubicBezTo>
                      <a:pt x="70" y="17"/>
                      <a:pt x="71" y="17"/>
                      <a:pt x="72" y="16"/>
                    </a:cubicBezTo>
                    <a:cubicBezTo>
                      <a:pt x="72" y="15"/>
                      <a:pt x="72" y="14"/>
                      <a:pt x="72" y="14"/>
                    </a:cubicBezTo>
                    <a:cubicBezTo>
                      <a:pt x="70" y="3"/>
                      <a:pt x="70" y="3"/>
                      <a:pt x="70" y="3"/>
                    </a:cubicBezTo>
                    <a:cubicBezTo>
                      <a:pt x="70" y="3"/>
                      <a:pt x="69" y="3"/>
                      <a:pt x="69" y="3"/>
                    </a:cubicBezTo>
                    <a:cubicBezTo>
                      <a:pt x="69" y="3"/>
                      <a:pt x="69" y="3"/>
                      <a:pt x="69" y="3"/>
                    </a:cubicBezTo>
                    <a:cubicBezTo>
                      <a:pt x="68" y="3"/>
                      <a:pt x="68" y="3"/>
                      <a:pt x="68" y="3"/>
                    </a:cubicBezTo>
                    <a:cubicBezTo>
                      <a:pt x="68" y="2"/>
                      <a:pt x="68" y="2"/>
                      <a:pt x="68" y="2"/>
                    </a:cubicBezTo>
                    <a:cubicBezTo>
                      <a:pt x="71" y="1"/>
                      <a:pt x="71" y="1"/>
                      <a:pt x="71" y="1"/>
                    </a:cubicBezTo>
                    <a:cubicBezTo>
                      <a:pt x="71" y="2"/>
                      <a:pt x="71" y="2"/>
                      <a:pt x="71" y="2"/>
                    </a:cubicBezTo>
                    <a:cubicBezTo>
                      <a:pt x="71" y="2"/>
                      <a:pt x="71" y="2"/>
                      <a:pt x="71" y="2"/>
                    </a:cubicBezTo>
                    <a:cubicBezTo>
                      <a:pt x="71" y="2"/>
                      <a:pt x="70" y="2"/>
                      <a:pt x="70" y="2"/>
                    </a:cubicBezTo>
                    <a:cubicBezTo>
                      <a:pt x="70" y="3"/>
                      <a:pt x="70" y="3"/>
                      <a:pt x="70" y="3"/>
                    </a:cubicBezTo>
                    <a:cubicBezTo>
                      <a:pt x="73" y="13"/>
                      <a:pt x="73" y="13"/>
                      <a:pt x="73" y="13"/>
                    </a:cubicBezTo>
                    <a:cubicBezTo>
                      <a:pt x="73" y="15"/>
                      <a:pt x="73" y="16"/>
                      <a:pt x="72" y="16"/>
                    </a:cubicBezTo>
                    <a:cubicBezTo>
                      <a:pt x="71" y="17"/>
                      <a:pt x="71" y="18"/>
                      <a:pt x="70" y="18"/>
                    </a:cubicBezTo>
                    <a:cubicBezTo>
                      <a:pt x="68" y="18"/>
                      <a:pt x="67" y="18"/>
                      <a:pt x="66" y="18"/>
                    </a:cubicBezTo>
                    <a:cubicBezTo>
                      <a:pt x="66" y="17"/>
                      <a:pt x="65" y="17"/>
                      <a:pt x="65" y="15"/>
                    </a:cubicBezTo>
                    <a:cubicBezTo>
                      <a:pt x="62" y="5"/>
                      <a:pt x="62" y="5"/>
                      <a:pt x="62" y="5"/>
                    </a:cubicBezTo>
                    <a:cubicBezTo>
                      <a:pt x="62" y="5"/>
                      <a:pt x="62" y="4"/>
                      <a:pt x="62" y="4"/>
                    </a:cubicBezTo>
                    <a:cubicBezTo>
                      <a:pt x="62" y="4"/>
                      <a:pt x="62" y="4"/>
                      <a:pt x="61" y="4"/>
                    </a:cubicBezTo>
                    <a:cubicBezTo>
                      <a:pt x="61" y="4"/>
                      <a:pt x="61" y="4"/>
                      <a:pt x="61" y="4"/>
                    </a:cubicBezTo>
                    <a:cubicBezTo>
                      <a:pt x="61" y="4"/>
                      <a:pt x="61" y="4"/>
                      <a:pt x="61" y="4"/>
                    </a:cubicBezTo>
                    <a:cubicBezTo>
                      <a:pt x="65" y="3"/>
                      <a:pt x="65" y="3"/>
                      <a:pt x="65" y="3"/>
                    </a:cubicBezTo>
                    <a:cubicBezTo>
                      <a:pt x="65" y="4"/>
                      <a:pt x="65" y="4"/>
                      <a:pt x="65" y="4"/>
                    </a:cubicBezTo>
                    <a:cubicBezTo>
                      <a:pt x="64" y="4"/>
                      <a:pt x="64" y="4"/>
                      <a:pt x="64" y="4"/>
                    </a:cubicBezTo>
                    <a:cubicBezTo>
                      <a:pt x="64" y="4"/>
                      <a:pt x="64" y="4"/>
                      <a:pt x="64" y="4"/>
                    </a:cubicBezTo>
                    <a:cubicBezTo>
                      <a:pt x="64" y="4"/>
                      <a:pt x="64" y="4"/>
                      <a:pt x="64" y="5"/>
                    </a:cubicBezTo>
                    <a:cubicBezTo>
                      <a:pt x="66" y="15"/>
                      <a:pt x="66" y="15"/>
                      <a:pt x="66" y="15"/>
                    </a:cubicBezTo>
                    <a:cubicBezTo>
                      <a:pt x="66" y="16"/>
                      <a:pt x="67" y="17"/>
                      <a:pt x="67" y="17"/>
                    </a:cubicBezTo>
                    <a:cubicBezTo>
                      <a:pt x="68" y="18"/>
                      <a:pt x="69" y="18"/>
                      <a:pt x="70" y="17"/>
                    </a:cubicBezTo>
                    <a:close/>
                    <a:moveTo>
                      <a:pt x="84" y="12"/>
                    </a:moveTo>
                    <a:cubicBezTo>
                      <a:pt x="84" y="12"/>
                      <a:pt x="84" y="12"/>
                      <a:pt x="84" y="12"/>
                    </a:cubicBezTo>
                    <a:cubicBezTo>
                      <a:pt x="84" y="1"/>
                      <a:pt x="84" y="1"/>
                      <a:pt x="84" y="1"/>
                    </a:cubicBezTo>
                    <a:cubicBezTo>
                      <a:pt x="84" y="1"/>
                      <a:pt x="84" y="1"/>
                      <a:pt x="83" y="1"/>
                    </a:cubicBezTo>
                    <a:cubicBezTo>
                      <a:pt x="83" y="1"/>
                      <a:pt x="83" y="1"/>
                      <a:pt x="83" y="1"/>
                    </a:cubicBezTo>
                    <a:cubicBezTo>
                      <a:pt x="82" y="1"/>
                      <a:pt x="82" y="1"/>
                      <a:pt x="82" y="1"/>
                    </a:cubicBezTo>
                    <a:cubicBezTo>
                      <a:pt x="82" y="0"/>
                      <a:pt x="82" y="0"/>
                      <a:pt x="82" y="0"/>
                    </a:cubicBezTo>
                    <a:cubicBezTo>
                      <a:pt x="86" y="0"/>
                      <a:pt x="86" y="0"/>
                      <a:pt x="86" y="0"/>
                    </a:cubicBezTo>
                    <a:cubicBezTo>
                      <a:pt x="86" y="1"/>
                      <a:pt x="86" y="1"/>
                      <a:pt x="86" y="1"/>
                    </a:cubicBezTo>
                    <a:cubicBezTo>
                      <a:pt x="85" y="1"/>
                      <a:pt x="85" y="1"/>
                      <a:pt x="85" y="1"/>
                    </a:cubicBezTo>
                    <a:cubicBezTo>
                      <a:pt x="85" y="1"/>
                      <a:pt x="85" y="1"/>
                      <a:pt x="84" y="1"/>
                    </a:cubicBezTo>
                    <a:cubicBezTo>
                      <a:pt x="84" y="1"/>
                      <a:pt x="84" y="1"/>
                      <a:pt x="84" y="1"/>
                    </a:cubicBezTo>
                    <a:cubicBezTo>
                      <a:pt x="85" y="16"/>
                      <a:pt x="85" y="16"/>
                      <a:pt x="85" y="16"/>
                    </a:cubicBezTo>
                    <a:cubicBezTo>
                      <a:pt x="85" y="16"/>
                      <a:pt x="85" y="16"/>
                      <a:pt x="85" y="16"/>
                    </a:cubicBezTo>
                    <a:cubicBezTo>
                      <a:pt x="85" y="16"/>
                      <a:pt x="85" y="16"/>
                      <a:pt x="85" y="16"/>
                    </a:cubicBezTo>
                    <a:cubicBezTo>
                      <a:pt x="77" y="3"/>
                      <a:pt x="77" y="3"/>
                      <a:pt x="77" y="3"/>
                    </a:cubicBezTo>
                    <a:cubicBezTo>
                      <a:pt x="77" y="3"/>
                      <a:pt x="77" y="3"/>
                      <a:pt x="77" y="3"/>
                    </a:cubicBezTo>
                    <a:cubicBezTo>
                      <a:pt x="77" y="15"/>
                      <a:pt x="77" y="15"/>
                      <a:pt x="77" y="15"/>
                    </a:cubicBezTo>
                    <a:cubicBezTo>
                      <a:pt x="77" y="15"/>
                      <a:pt x="78" y="15"/>
                      <a:pt x="78" y="16"/>
                    </a:cubicBezTo>
                    <a:cubicBezTo>
                      <a:pt x="78" y="16"/>
                      <a:pt x="78" y="16"/>
                      <a:pt x="78" y="16"/>
                    </a:cubicBezTo>
                    <a:cubicBezTo>
                      <a:pt x="79" y="16"/>
                      <a:pt x="79" y="16"/>
                      <a:pt x="79" y="16"/>
                    </a:cubicBezTo>
                    <a:cubicBezTo>
                      <a:pt x="79" y="16"/>
                      <a:pt x="79" y="16"/>
                      <a:pt x="79" y="16"/>
                    </a:cubicBezTo>
                    <a:cubicBezTo>
                      <a:pt x="75" y="16"/>
                      <a:pt x="75" y="16"/>
                      <a:pt x="75" y="16"/>
                    </a:cubicBezTo>
                    <a:cubicBezTo>
                      <a:pt x="75" y="16"/>
                      <a:pt x="75" y="16"/>
                      <a:pt x="75" y="16"/>
                    </a:cubicBezTo>
                    <a:cubicBezTo>
                      <a:pt x="76" y="16"/>
                      <a:pt x="76" y="16"/>
                      <a:pt x="76" y="16"/>
                    </a:cubicBezTo>
                    <a:cubicBezTo>
                      <a:pt x="76" y="16"/>
                      <a:pt x="77" y="16"/>
                      <a:pt x="77" y="16"/>
                    </a:cubicBezTo>
                    <a:cubicBezTo>
                      <a:pt x="77" y="15"/>
                      <a:pt x="77" y="15"/>
                      <a:pt x="77" y="15"/>
                    </a:cubicBezTo>
                    <a:cubicBezTo>
                      <a:pt x="76" y="2"/>
                      <a:pt x="76" y="2"/>
                      <a:pt x="76" y="2"/>
                    </a:cubicBezTo>
                    <a:cubicBezTo>
                      <a:pt x="76" y="2"/>
                      <a:pt x="76" y="2"/>
                      <a:pt x="76" y="1"/>
                    </a:cubicBezTo>
                    <a:cubicBezTo>
                      <a:pt x="76" y="1"/>
                      <a:pt x="75" y="1"/>
                      <a:pt x="75" y="1"/>
                    </a:cubicBezTo>
                    <a:cubicBezTo>
                      <a:pt x="74" y="1"/>
                      <a:pt x="74" y="1"/>
                      <a:pt x="74" y="1"/>
                    </a:cubicBezTo>
                    <a:cubicBezTo>
                      <a:pt x="74" y="1"/>
                      <a:pt x="74" y="1"/>
                      <a:pt x="74" y="1"/>
                    </a:cubicBezTo>
                    <a:cubicBezTo>
                      <a:pt x="77" y="1"/>
                      <a:pt x="77" y="1"/>
                      <a:pt x="77" y="1"/>
                    </a:cubicBezTo>
                    <a:cubicBezTo>
                      <a:pt x="84" y="12"/>
                      <a:pt x="84" y="12"/>
                      <a:pt x="84" y="12"/>
                    </a:cubicBezTo>
                    <a:close/>
                    <a:moveTo>
                      <a:pt x="90" y="1"/>
                    </a:moveTo>
                    <a:cubicBezTo>
                      <a:pt x="90" y="0"/>
                      <a:pt x="90" y="0"/>
                      <a:pt x="90" y="0"/>
                    </a:cubicBezTo>
                    <a:cubicBezTo>
                      <a:pt x="98" y="1"/>
                      <a:pt x="98" y="1"/>
                      <a:pt x="98" y="1"/>
                    </a:cubicBezTo>
                    <a:cubicBezTo>
                      <a:pt x="98" y="1"/>
                      <a:pt x="98" y="1"/>
                      <a:pt x="98" y="1"/>
                    </a:cubicBezTo>
                    <a:cubicBezTo>
                      <a:pt x="96" y="1"/>
                      <a:pt x="96" y="1"/>
                      <a:pt x="96" y="1"/>
                    </a:cubicBezTo>
                    <a:cubicBezTo>
                      <a:pt x="95" y="1"/>
                      <a:pt x="95" y="1"/>
                      <a:pt x="95" y="1"/>
                    </a:cubicBezTo>
                    <a:cubicBezTo>
                      <a:pt x="95" y="1"/>
                      <a:pt x="95" y="1"/>
                      <a:pt x="95" y="2"/>
                    </a:cubicBezTo>
                    <a:cubicBezTo>
                      <a:pt x="94" y="15"/>
                      <a:pt x="94" y="15"/>
                      <a:pt x="94" y="15"/>
                    </a:cubicBezTo>
                    <a:cubicBezTo>
                      <a:pt x="94" y="15"/>
                      <a:pt x="94" y="15"/>
                      <a:pt x="94" y="15"/>
                    </a:cubicBezTo>
                    <a:cubicBezTo>
                      <a:pt x="94" y="15"/>
                      <a:pt x="94" y="15"/>
                      <a:pt x="95" y="15"/>
                    </a:cubicBezTo>
                    <a:cubicBezTo>
                      <a:pt x="97" y="16"/>
                      <a:pt x="97" y="16"/>
                      <a:pt x="97" y="16"/>
                    </a:cubicBezTo>
                    <a:cubicBezTo>
                      <a:pt x="97" y="16"/>
                      <a:pt x="97" y="16"/>
                      <a:pt x="97" y="16"/>
                    </a:cubicBezTo>
                    <a:cubicBezTo>
                      <a:pt x="89" y="16"/>
                      <a:pt x="89" y="16"/>
                      <a:pt x="89" y="16"/>
                    </a:cubicBezTo>
                    <a:cubicBezTo>
                      <a:pt x="89" y="15"/>
                      <a:pt x="89" y="15"/>
                      <a:pt x="89" y="15"/>
                    </a:cubicBezTo>
                    <a:cubicBezTo>
                      <a:pt x="91" y="15"/>
                      <a:pt x="91" y="15"/>
                      <a:pt x="91" y="15"/>
                    </a:cubicBezTo>
                    <a:cubicBezTo>
                      <a:pt x="92" y="15"/>
                      <a:pt x="92" y="15"/>
                      <a:pt x="92" y="15"/>
                    </a:cubicBezTo>
                    <a:cubicBezTo>
                      <a:pt x="92" y="15"/>
                      <a:pt x="92" y="15"/>
                      <a:pt x="92" y="15"/>
                    </a:cubicBezTo>
                    <a:cubicBezTo>
                      <a:pt x="93" y="2"/>
                      <a:pt x="93" y="2"/>
                      <a:pt x="93" y="2"/>
                    </a:cubicBezTo>
                    <a:cubicBezTo>
                      <a:pt x="93" y="1"/>
                      <a:pt x="93" y="1"/>
                      <a:pt x="93" y="1"/>
                    </a:cubicBezTo>
                    <a:cubicBezTo>
                      <a:pt x="93" y="1"/>
                      <a:pt x="93" y="1"/>
                      <a:pt x="92" y="1"/>
                    </a:cubicBezTo>
                    <a:cubicBezTo>
                      <a:pt x="90" y="1"/>
                      <a:pt x="90" y="1"/>
                      <a:pt x="90" y="1"/>
                    </a:cubicBezTo>
                    <a:close/>
                    <a:moveTo>
                      <a:pt x="109" y="3"/>
                    </a:moveTo>
                    <a:cubicBezTo>
                      <a:pt x="109" y="2"/>
                      <a:pt x="109" y="2"/>
                      <a:pt x="109" y="2"/>
                    </a:cubicBezTo>
                    <a:cubicBezTo>
                      <a:pt x="113" y="3"/>
                      <a:pt x="113" y="3"/>
                      <a:pt x="113" y="3"/>
                    </a:cubicBezTo>
                    <a:cubicBezTo>
                      <a:pt x="113" y="3"/>
                      <a:pt x="113" y="3"/>
                      <a:pt x="113" y="3"/>
                    </a:cubicBezTo>
                    <a:cubicBezTo>
                      <a:pt x="112" y="3"/>
                      <a:pt x="112" y="3"/>
                      <a:pt x="112" y="3"/>
                    </a:cubicBezTo>
                    <a:cubicBezTo>
                      <a:pt x="112" y="3"/>
                      <a:pt x="112" y="3"/>
                      <a:pt x="111" y="4"/>
                    </a:cubicBezTo>
                    <a:cubicBezTo>
                      <a:pt x="111" y="4"/>
                      <a:pt x="111" y="4"/>
                      <a:pt x="111" y="4"/>
                    </a:cubicBezTo>
                    <a:cubicBezTo>
                      <a:pt x="105" y="17"/>
                      <a:pt x="105" y="17"/>
                      <a:pt x="105" y="17"/>
                    </a:cubicBezTo>
                    <a:cubicBezTo>
                      <a:pt x="104" y="17"/>
                      <a:pt x="104" y="17"/>
                      <a:pt x="104" y="17"/>
                    </a:cubicBezTo>
                    <a:cubicBezTo>
                      <a:pt x="103" y="3"/>
                      <a:pt x="103" y="3"/>
                      <a:pt x="103" y="3"/>
                    </a:cubicBezTo>
                    <a:cubicBezTo>
                      <a:pt x="103" y="3"/>
                      <a:pt x="103" y="2"/>
                      <a:pt x="103" y="2"/>
                    </a:cubicBezTo>
                    <a:cubicBezTo>
                      <a:pt x="103" y="2"/>
                      <a:pt x="103" y="2"/>
                      <a:pt x="102" y="2"/>
                    </a:cubicBezTo>
                    <a:cubicBezTo>
                      <a:pt x="102" y="2"/>
                      <a:pt x="102" y="2"/>
                      <a:pt x="102" y="2"/>
                    </a:cubicBezTo>
                    <a:cubicBezTo>
                      <a:pt x="102" y="1"/>
                      <a:pt x="102" y="1"/>
                      <a:pt x="102" y="1"/>
                    </a:cubicBezTo>
                    <a:cubicBezTo>
                      <a:pt x="106" y="2"/>
                      <a:pt x="106" y="2"/>
                      <a:pt x="106" y="2"/>
                    </a:cubicBezTo>
                    <a:cubicBezTo>
                      <a:pt x="106" y="2"/>
                      <a:pt x="106" y="2"/>
                      <a:pt x="106" y="2"/>
                    </a:cubicBezTo>
                    <a:cubicBezTo>
                      <a:pt x="105" y="2"/>
                      <a:pt x="105" y="2"/>
                      <a:pt x="105" y="2"/>
                    </a:cubicBezTo>
                    <a:cubicBezTo>
                      <a:pt x="105" y="2"/>
                      <a:pt x="105" y="2"/>
                      <a:pt x="105" y="2"/>
                    </a:cubicBezTo>
                    <a:cubicBezTo>
                      <a:pt x="105" y="3"/>
                      <a:pt x="105" y="3"/>
                      <a:pt x="105" y="3"/>
                    </a:cubicBezTo>
                    <a:cubicBezTo>
                      <a:pt x="105" y="14"/>
                      <a:pt x="105" y="14"/>
                      <a:pt x="105" y="14"/>
                    </a:cubicBezTo>
                    <a:cubicBezTo>
                      <a:pt x="106" y="14"/>
                      <a:pt x="106" y="14"/>
                      <a:pt x="106" y="14"/>
                    </a:cubicBezTo>
                    <a:cubicBezTo>
                      <a:pt x="110" y="4"/>
                      <a:pt x="110" y="4"/>
                      <a:pt x="110" y="4"/>
                    </a:cubicBezTo>
                    <a:cubicBezTo>
                      <a:pt x="110" y="4"/>
                      <a:pt x="110" y="4"/>
                      <a:pt x="110" y="3"/>
                    </a:cubicBezTo>
                    <a:cubicBezTo>
                      <a:pt x="110" y="3"/>
                      <a:pt x="110" y="3"/>
                      <a:pt x="110" y="3"/>
                    </a:cubicBezTo>
                    <a:cubicBezTo>
                      <a:pt x="109" y="3"/>
                      <a:pt x="109" y="3"/>
                      <a:pt x="109" y="3"/>
                    </a:cubicBezTo>
                    <a:close/>
                    <a:moveTo>
                      <a:pt x="116" y="5"/>
                    </a:moveTo>
                    <a:cubicBezTo>
                      <a:pt x="116" y="5"/>
                      <a:pt x="116" y="5"/>
                      <a:pt x="116" y="5"/>
                    </a:cubicBezTo>
                    <a:cubicBezTo>
                      <a:pt x="117" y="5"/>
                      <a:pt x="117" y="5"/>
                      <a:pt x="117" y="5"/>
                    </a:cubicBezTo>
                    <a:cubicBezTo>
                      <a:pt x="117" y="5"/>
                      <a:pt x="117" y="6"/>
                      <a:pt x="117" y="6"/>
                    </a:cubicBezTo>
                    <a:cubicBezTo>
                      <a:pt x="113" y="18"/>
                      <a:pt x="113" y="18"/>
                      <a:pt x="113" y="18"/>
                    </a:cubicBezTo>
                    <a:cubicBezTo>
                      <a:pt x="113" y="18"/>
                      <a:pt x="113" y="19"/>
                      <a:pt x="113" y="19"/>
                    </a:cubicBezTo>
                    <a:cubicBezTo>
                      <a:pt x="112" y="19"/>
                      <a:pt x="112" y="19"/>
                      <a:pt x="112" y="19"/>
                    </a:cubicBezTo>
                    <a:cubicBezTo>
                      <a:pt x="111" y="18"/>
                      <a:pt x="111" y="18"/>
                      <a:pt x="111" y="18"/>
                    </a:cubicBezTo>
                    <a:cubicBezTo>
                      <a:pt x="111" y="19"/>
                      <a:pt x="111" y="19"/>
                      <a:pt x="111" y="19"/>
                    </a:cubicBezTo>
                    <a:cubicBezTo>
                      <a:pt x="120" y="22"/>
                      <a:pt x="120" y="22"/>
                      <a:pt x="120" y="22"/>
                    </a:cubicBezTo>
                    <a:cubicBezTo>
                      <a:pt x="122" y="19"/>
                      <a:pt x="122" y="19"/>
                      <a:pt x="122" y="19"/>
                    </a:cubicBezTo>
                    <a:cubicBezTo>
                      <a:pt x="122" y="18"/>
                      <a:pt x="122" y="18"/>
                      <a:pt x="122" y="18"/>
                    </a:cubicBezTo>
                    <a:cubicBezTo>
                      <a:pt x="121" y="19"/>
                      <a:pt x="120" y="20"/>
                      <a:pt x="120" y="20"/>
                    </a:cubicBezTo>
                    <a:cubicBezTo>
                      <a:pt x="119" y="21"/>
                      <a:pt x="118" y="21"/>
                      <a:pt x="117" y="20"/>
                    </a:cubicBezTo>
                    <a:cubicBezTo>
                      <a:pt x="115" y="20"/>
                      <a:pt x="115" y="20"/>
                      <a:pt x="115" y="20"/>
                    </a:cubicBezTo>
                    <a:cubicBezTo>
                      <a:pt x="115" y="20"/>
                      <a:pt x="114" y="19"/>
                      <a:pt x="114" y="19"/>
                    </a:cubicBezTo>
                    <a:cubicBezTo>
                      <a:pt x="114" y="19"/>
                      <a:pt x="114" y="19"/>
                      <a:pt x="114" y="19"/>
                    </a:cubicBezTo>
                    <a:cubicBezTo>
                      <a:pt x="116" y="12"/>
                      <a:pt x="116" y="12"/>
                      <a:pt x="116" y="12"/>
                    </a:cubicBezTo>
                    <a:cubicBezTo>
                      <a:pt x="119" y="13"/>
                      <a:pt x="119" y="13"/>
                      <a:pt x="119" y="13"/>
                    </a:cubicBezTo>
                    <a:cubicBezTo>
                      <a:pt x="120" y="13"/>
                      <a:pt x="120" y="13"/>
                      <a:pt x="120" y="14"/>
                    </a:cubicBezTo>
                    <a:cubicBezTo>
                      <a:pt x="120" y="14"/>
                      <a:pt x="120" y="15"/>
                      <a:pt x="120" y="15"/>
                    </a:cubicBezTo>
                    <a:cubicBezTo>
                      <a:pt x="120" y="16"/>
                      <a:pt x="120" y="16"/>
                      <a:pt x="120" y="16"/>
                    </a:cubicBezTo>
                    <a:cubicBezTo>
                      <a:pt x="120" y="16"/>
                      <a:pt x="120" y="16"/>
                      <a:pt x="120" y="16"/>
                    </a:cubicBezTo>
                    <a:cubicBezTo>
                      <a:pt x="122" y="11"/>
                      <a:pt x="122" y="11"/>
                      <a:pt x="122" y="11"/>
                    </a:cubicBezTo>
                    <a:cubicBezTo>
                      <a:pt x="122" y="11"/>
                      <a:pt x="122" y="11"/>
                      <a:pt x="122" y="11"/>
                    </a:cubicBezTo>
                    <a:cubicBezTo>
                      <a:pt x="121" y="11"/>
                      <a:pt x="121" y="11"/>
                      <a:pt x="121" y="11"/>
                    </a:cubicBezTo>
                    <a:cubicBezTo>
                      <a:pt x="121" y="12"/>
                      <a:pt x="121" y="12"/>
                      <a:pt x="121" y="12"/>
                    </a:cubicBezTo>
                    <a:cubicBezTo>
                      <a:pt x="120" y="13"/>
                      <a:pt x="120" y="13"/>
                      <a:pt x="119" y="12"/>
                    </a:cubicBezTo>
                    <a:cubicBezTo>
                      <a:pt x="117" y="12"/>
                      <a:pt x="117" y="12"/>
                      <a:pt x="117" y="12"/>
                    </a:cubicBezTo>
                    <a:cubicBezTo>
                      <a:pt x="118" y="6"/>
                      <a:pt x="118" y="6"/>
                      <a:pt x="118" y="6"/>
                    </a:cubicBezTo>
                    <a:cubicBezTo>
                      <a:pt x="118" y="6"/>
                      <a:pt x="119" y="6"/>
                      <a:pt x="119" y="6"/>
                    </a:cubicBezTo>
                    <a:cubicBezTo>
                      <a:pt x="119" y="6"/>
                      <a:pt x="119" y="6"/>
                      <a:pt x="119" y="6"/>
                    </a:cubicBezTo>
                    <a:cubicBezTo>
                      <a:pt x="122" y="7"/>
                      <a:pt x="122" y="7"/>
                      <a:pt x="122" y="7"/>
                    </a:cubicBezTo>
                    <a:cubicBezTo>
                      <a:pt x="122" y="7"/>
                      <a:pt x="123" y="7"/>
                      <a:pt x="123" y="8"/>
                    </a:cubicBezTo>
                    <a:cubicBezTo>
                      <a:pt x="124" y="8"/>
                      <a:pt x="124" y="9"/>
                      <a:pt x="124" y="10"/>
                    </a:cubicBezTo>
                    <a:cubicBezTo>
                      <a:pt x="125" y="10"/>
                      <a:pt x="125" y="10"/>
                      <a:pt x="125" y="10"/>
                    </a:cubicBezTo>
                    <a:cubicBezTo>
                      <a:pt x="125" y="7"/>
                      <a:pt x="125" y="7"/>
                      <a:pt x="125" y="7"/>
                    </a:cubicBezTo>
                    <a:cubicBezTo>
                      <a:pt x="116" y="4"/>
                      <a:pt x="116" y="4"/>
                      <a:pt x="116" y="4"/>
                    </a:cubicBezTo>
                    <a:cubicBezTo>
                      <a:pt x="116" y="5"/>
                      <a:pt x="116" y="5"/>
                      <a:pt x="116" y="5"/>
                    </a:cubicBezTo>
                    <a:close/>
                    <a:moveTo>
                      <a:pt x="136" y="17"/>
                    </a:moveTo>
                    <a:cubicBezTo>
                      <a:pt x="136" y="18"/>
                      <a:pt x="135" y="19"/>
                      <a:pt x="134" y="19"/>
                    </a:cubicBezTo>
                    <a:cubicBezTo>
                      <a:pt x="133" y="19"/>
                      <a:pt x="133" y="19"/>
                      <a:pt x="132" y="19"/>
                    </a:cubicBezTo>
                    <a:cubicBezTo>
                      <a:pt x="131" y="26"/>
                      <a:pt x="131" y="26"/>
                      <a:pt x="131" y="26"/>
                    </a:cubicBezTo>
                    <a:cubicBezTo>
                      <a:pt x="131" y="26"/>
                      <a:pt x="131" y="27"/>
                      <a:pt x="131" y="27"/>
                    </a:cubicBezTo>
                    <a:cubicBezTo>
                      <a:pt x="131" y="27"/>
                      <a:pt x="131" y="27"/>
                      <a:pt x="132" y="27"/>
                    </a:cubicBezTo>
                    <a:cubicBezTo>
                      <a:pt x="132" y="27"/>
                      <a:pt x="132" y="27"/>
                      <a:pt x="132" y="27"/>
                    </a:cubicBezTo>
                    <a:cubicBezTo>
                      <a:pt x="132" y="28"/>
                      <a:pt x="132" y="28"/>
                      <a:pt x="132" y="28"/>
                    </a:cubicBezTo>
                    <a:cubicBezTo>
                      <a:pt x="130" y="27"/>
                      <a:pt x="130" y="27"/>
                      <a:pt x="130" y="27"/>
                    </a:cubicBezTo>
                    <a:cubicBezTo>
                      <a:pt x="130" y="18"/>
                      <a:pt x="130" y="18"/>
                      <a:pt x="130" y="18"/>
                    </a:cubicBezTo>
                    <a:cubicBezTo>
                      <a:pt x="129" y="17"/>
                      <a:pt x="129" y="17"/>
                      <a:pt x="129" y="17"/>
                    </a:cubicBezTo>
                    <a:cubicBezTo>
                      <a:pt x="126" y="23"/>
                      <a:pt x="126" y="23"/>
                      <a:pt x="126" y="23"/>
                    </a:cubicBezTo>
                    <a:cubicBezTo>
                      <a:pt x="125" y="24"/>
                      <a:pt x="125" y="24"/>
                      <a:pt x="126" y="24"/>
                    </a:cubicBezTo>
                    <a:cubicBezTo>
                      <a:pt x="126" y="24"/>
                      <a:pt x="126" y="24"/>
                      <a:pt x="126" y="24"/>
                    </a:cubicBezTo>
                    <a:cubicBezTo>
                      <a:pt x="126" y="25"/>
                      <a:pt x="126" y="25"/>
                      <a:pt x="126" y="25"/>
                    </a:cubicBezTo>
                    <a:cubicBezTo>
                      <a:pt x="126" y="25"/>
                      <a:pt x="126" y="25"/>
                      <a:pt x="126" y="25"/>
                    </a:cubicBezTo>
                    <a:cubicBezTo>
                      <a:pt x="122" y="23"/>
                      <a:pt x="122" y="23"/>
                      <a:pt x="122" y="23"/>
                    </a:cubicBezTo>
                    <a:cubicBezTo>
                      <a:pt x="123" y="23"/>
                      <a:pt x="123" y="23"/>
                      <a:pt x="123" y="23"/>
                    </a:cubicBezTo>
                    <a:cubicBezTo>
                      <a:pt x="123" y="23"/>
                      <a:pt x="123" y="23"/>
                      <a:pt x="123" y="23"/>
                    </a:cubicBezTo>
                    <a:cubicBezTo>
                      <a:pt x="123" y="23"/>
                      <a:pt x="124" y="23"/>
                      <a:pt x="124" y="23"/>
                    </a:cubicBezTo>
                    <a:cubicBezTo>
                      <a:pt x="124" y="23"/>
                      <a:pt x="124" y="23"/>
                      <a:pt x="124" y="23"/>
                    </a:cubicBezTo>
                    <a:cubicBezTo>
                      <a:pt x="130" y="11"/>
                      <a:pt x="130" y="11"/>
                      <a:pt x="130" y="11"/>
                    </a:cubicBezTo>
                    <a:cubicBezTo>
                      <a:pt x="130" y="11"/>
                      <a:pt x="130" y="11"/>
                      <a:pt x="130" y="10"/>
                    </a:cubicBezTo>
                    <a:cubicBezTo>
                      <a:pt x="130" y="10"/>
                      <a:pt x="130" y="10"/>
                      <a:pt x="130" y="10"/>
                    </a:cubicBezTo>
                    <a:cubicBezTo>
                      <a:pt x="129" y="10"/>
                      <a:pt x="129" y="10"/>
                      <a:pt x="129" y="10"/>
                    </a:cubicBezTo>
                    <a:cubicBezTo>
                      <a:pt x="130" y="9"/>
                      <a:pt x="130" y="9"/>
                      <a:pt x="130" y="9"/>
                    </a:cubicBezTo>
                    <a:cubicBezTo>
                      <a:pt x="134" y="12"/>
                      <a:pt x="134" y="12"/>
                      <a:pt x="134" y="12"/>
                    </a:cubicBezTo>
                    <a:cubicBezTo>
                      <a:pt x="135" y="12"/>
                      <a:pt x="136" y="13"/>
                      <a:pt x="137" y="14"/>
                    </a:cubicBezTo>
                    <a:cubicBezTo>
                      <a:pt x="137" y="15"/>
                      <a:pt x="137" y="16"/>
                      <a:pt x="136" y="17"/>
                    </a:cubicBezTo>
                    <a:close/>
                    <a:moveTo>
                      <a:pt x="129" y="17"/>
                    </a:moveTo>
                    <a:cubicBezTo>
                      <a:pt x="131" y="18"/>
                      <a:pt x="131" y="18"/>
                      <a:pt x="131" y="18"/>
                    </a:cubicBezTo>
                    <a:cubicBezTo>
                      <a:pt x="131" y="18"/>
                      <a:pt x="132" y="18"/>
                      <a:pt x="133" y="18"/>
                    </a:cubicBezTo>
                    <a:cubicBezTo>
                      <a:pt x="134" y="18"/>
                      <a:pt x="134" y="17"/>
                      <a:pt x="135" y="16"/>
                    </a:cubicBezTo>
                    <a:cubicBezTo>
                      <a:pt x="135" y="15"/>
                      <a:pt x="136" y="15"/>
                      <a:pt x="135" y="14"/>
                    </a:cubicBezTo>
                    <a:cubicBezTo>
                      <a:pt x="135" y="13"/>
                      <a:pt x="135" y="12"/>
                      <a:pt x="133" y="12"/>
                    </a:cubicBezTo>
                    <a:cubicBezTo>
                      <a:pt x="133" y="11"/>
                      <a:pt x="133" y="11"/>
                      <a:pt x="133" y="11"/>
                    </a:cubicBezTo>
                    <a:cubicBezTo>
                      <a:pt x="132" y="11"/>
                      <a:pt x="132" y="11"/>
                      <a:pt x="132" y="11"/>
                    </a:cubicBezTo>
                    <a:cubicBezTo>
                      <a:pt x="132" y="11"/>
                      <a:pt x="132" y="11"/>
                      <a:pt x="132" y="12"/>
                    </a:cubicBezTo>
                    <a:cubicBezTo>
                      <a:pt x="129" y="17"/>
                      <a:pt x="129" y="17"/>
                      <a:pt x="129" y="17"/>
                    </a:cubicBezTo>
                    <a:close/>
                    <a:moveTo>
                      <a:pt x="141" y="25"/>
                    </a:moveTo>
                    <a:cubicBezTo>
                      <a:pt x="142" y="27"/>
                      <a:pt x="142" y="28"/>
                      <a:pt x="142" y="28"/>
                    </a:cubicBezTo>
                    <a:cubicBezTo>
                      <a:pt x="142" y="29"/>
                      <a:pt x="142" y="30"/>
                      <a:pt x="142" y="30"/>
                    </a:cubicBezTo>
                    <a:cubicBezTo>
                      <a:pt x="141" y="31"/>
                      <a:pt x="141" y="32"/>
                      <a:pt x="140" y="32"/>
                    </a:cubicBezTo>
                    <a:cubicBezTo>
                      <a:pt x="139" y="32"/>
                      <a:pt x="138" y="32"/>
                      <a:pt x="137" y="32"/>
                    </a:cubicBezTo>
                    <a:cubicBezTo>
                      <a:pt x="137" y="31"/>
                      <a:pt x="136" y="30"/>
                      <a:pt x="136" y="29"/>
                    </a:cubicBezTo>
                    <a:cubicBezTo>
                      <a:pt x="135" y="28"/>
                      <a:pt x="136" y="27"/>
                      <a:pt x="136" y="26"/>
                    </a:cubicBezTo>
                    <a:cubicBezTo>
                      <a:pt x="136" y="26"/>
                      <a:pt x="136" y="26"/>
                      <a:pt x="136" y="26"/>
                    </a:cubicBezTo>
                    <a:cubicBezTo>
                      <a:pt x="134" y="30"/>
                      <a:pt x="134" y="30"/>
                      <a:pt x="134" y="30"/>
                    </a:cubicBezTo>
                    <a:cubicBezTo>
                      <a:pt x="134" y="30"/>
                      <a:pt x="134" y="30"/>
                      <a:pt x="134" y="30"/>
                    </a:cubicBezTo>
                    <a:cubicBezTo>
                      <a:pt x="135" y="30"/>
                      <a:pt x="135" y="30"/>
                      <a:pt x="135" y="30"/>
                    </a:cubicBezTo>
                    <a:cubicBezTo>
                      <a:pt x="135" y="30"/>
                      <a:pt x="135" y="30"/>
                      <a:pt x="136" y="31"/>
                    </a:cubicBezTo>
                    <a:cubicBezTo>
                      <a:pt x="136" y="31"/>
                      <a:pt x="136" y="32"/>
                      <a:pt x="137" y="32"/>
                    </a:cubicBezTo>
                    <a:cubicBezTo>
                      <a:pt x="138" y="33"/>
                      <a:pt x="139" y="33"/>
                      <a:pt x="140" y="33"/>
                    </a:cubicBezTo>
                    <a:cubicBezTo>
                      <a:pt x="142" y="33"/>
                      <a:pt x="142" y="32"/>
                      <a:pt x="143" y="31"/>
                    </a:cubicBezTo>
                    <a:cubicBezTo>
                      <a:pt x="144" y="30"/>
                      <a:pt x="144" y="29"/>
                      <a:pt x="144" y="28"/>
                    </a:cubicBezTo>
                    <a:cubicBezTo>
                      <a:pt x="144" y="27"/>
                      <a:pt x="143" y="26"/>
                      <a:pt x="142" y="25"/>
                    </a:cubicBezTo>
                    <a:cubicBezTo>
                      <a:pt x="141" y="23"/>
                      <a:pt x="141" y="22"/>
                      <a:pt x="141" y="22"/>
                    </a:cubicBezTo>
                    <a:cubicBezTo>
                      <a:pt x="141" y="21"/>
                      <a:pt x="141" y="20"/>
                      <a:pt x="141" y="20"/>
                    </a:cubicBezTo>
                    <a:cubicBezTo>
                      <a:pt x="142" y="19"/>
                      <a:pt x="142" y="19"/>
                      <a:pt x="143" y="19"/>
                    </a:cubicBezTo>
                    <a:cubicBezTo>
                      <a:pt x="144" y="18"/>
                      <a:pt x="144" y="18"/>
                      <a:pt x="145" y="19"/>
                    </a:cubicBezTo>
                    <a:cubicBezTo>
                      <a:pt x="146" y="20"/>
                      <a:pt x="147" y="20"/>
                      <a:pt x="147" y="21"/>
                    </a:cubicBezTo>
                    <a:cubicBezTo>
                      <a:pt x="147" y="22"/>
                      <a:pt x="147" y="23"/>
                      <a:pt x="147" y="24"/>
                    </a:cubicBezTo>
                    <a:cubicBezTo>
                      <a:pt x="147" y="24"/>
                      <a:pt x="147" y="24"/>
                      <a:pt x="147" y="24"/>
                    </a:cubicBezTo>
                    <a:cubicBezTo>
                      <a:pt x="149" y="21"/>
                      <a:pt x="149" y="21"/>
                      <a:pt x="149" y="21"/>
                    </a:cubicBezTo>
                    <a:cubicBezTo>
                      <a:pt x="149" y="21"/>
                      <a:pt x="149" y="21"/>
                      <a:pt x="148" y="21"/>
                    </a:cubicBezTo>
                    <a:cubicBezTo>
                      <a:pt x="148" y="21"/>
                      <a:pt x="148" y="21"/>
                      <a:pt x="148" y="21"/>
                    </a:cubicBezTo>
                    <a:cubicBezTo>
                      <a:pt x="148" y="21"/>
                      <a:pt x="147" y="20"/>
                      <a:pt x="147" y="20"/>
                    </a:cubicBezTo>
                    <a:cubicBezTo>
                      <a:pt x="147" y="19"/>
                      <a:pt x="146" y="19"/>
                      <a:pt x="146" y="19"/>
                    </a:cubicBezTo>
                    <a:cubicBezTo>
                      <a:pt x="145" y="18"/>
                      <a:pt x="144" y="18"/>
                      <a:pt x="143" y="18"/>
                    </a:cubicBezTo>
                    <a:cubicBezTo>
                      <a:pt x="141" y="18"/>
                      <a:pt x="141" y="19"/>
                      <a:pt x="140" y="19"/>
                    </a:cubicBezTo>
                    <a:cubicBezTo>
                      <a:pt x="139" y="20"/>
                      <a:pt x="139" y="21"/>
                      <a:pt x="139" y="22"/>
                    </a:cubicBezTo>
                    <a:cubicBezTo>
                      <a:pt x="140" y="23"/>
                      <a:pt x="140" y="24"/>
                      <a:pt x="141" y="25"/>
                    </a:cubicBezTo>
                    <a:close/>
                    <a:moveTo>
                      <a:pt x="154" y="26"/>
                    </a:moveTo>
                    <a:cubicBezTo>
                      <a:pt x="154" y="26"/>
                      <a:pt x="154" y="26"/>
                      <a:pt x="154" y="26"/>
                    </a:cubicBezTo>
                    <a:cubicBezTo>
                      <a:pt x="159" y="31"/>
                      <a:pt x="159" y="31"/>
                      <a:pt x="159" y="31"/>
                    </a:cubicBezTo>
                    <a:cubicBezTo>
                      <a:pt x="159" y="31"/>
                      <a:pt x="159" y="31"/>
                      <a:pt x="159" y="31"/>
                    </a:cubicBezTo>
                    <a:cubicBezTo>
                      <a:pt x="158" y="30"/>
                      <a:pt x="158" y="30"/>
                      <a:pt x="158" y="30"/>
                    </a:cubicBezTo>
                    <a:cubicBezTo>
                      <a:pt x="157" y="29"/>
                      <a:pt x="157" y="29"/>
                      <a:pt x="157" y="29"/>
                    </a:cubicBezTo>
                    <a:cubicBezTo>
                      <a:pt x="157" y="29"/>
                      <a:pt x="157" y="29"/>
                      <a:pt x="156" y="30"/>
                    </a:cubicBezTo>
                    <a:cubicBezTo>
                      <a:pt x="147" y="39"/>
                      <a:pt x="147" y="39"/>
                      <a:pt x="147" y="39"/>
                    </a:cubicBezTo>
                    <a:cubicBezTo>
                      <a:pt x="147" y="39"/>
                      <a:pt x="147" y="39"/>
                      <a:pt x="147" y="40"/>
                    </a:cubicBezTo>
                    <a:cubicBezTo>
                      <a:pt x="147" y="40"/>
                      <a:pt x="147" y="40"/>
                      <a:pt x="148" y="40"/>
                    </a:cubicBezTo>
                    <a:cubicBezTo>
                      <a:pt x="149" y="42"/>
                      <a:pt x="149" y="42"/>
                      <a:pt x="149" y="42"/>
                    </a:cubicBezTo>
                    <a:cubicBezTo>
                      <a:pt x="149" y="42"/>
                      <a:pt x="149" y="42"/>
                      <a:pt x="149" y="42"/>
                    </a:cubicBezTo>
                    <a:cubicBezTo>
                      <a:pt x="143" y="37"/>
                      <a:pt x="143" y="37"/>
                      <a:pt x="143" y="37"/>
                    </a:cubicBezTo>
                    <a:cubicBezTo>
                      <a:pt x="144" y="37"/>
                      <a:pt x="144" y="37"/>
                      <a:pt x="144" y="37"/>
                    </a:cubicBezTo>
                    <a:cubicBezTo>
                      <a:pt x="145" y="38"/>
                      <a:pt x="145" y="38"/>
                      <a:pt x="145" y="38"/>
                    </a:cubicBezTo>
                    <a:cubicBezTo>
                      <a:pt x="146" y="38"/>
                      <a:pt x="146" y="38"/>
                      <a:pt x="146" y="38"/>
                    </a:cubicBezTo>
                    <a:cubicBezTo>
                      <a:pt x="146" y="38"/>
                      <a:pt x="146" y="38"/>
                      <a:pt x="146" y="38"/>
                    </a:cubicBezTo>
                    <a:cubicBezTo>
                      <a:pt x="155" y="29"/>
                      <a:pt x="155" y="29"/>
                      <a:pt x="155" y="29"/>
                    </a:cubicBezTo>
                    <a:cubicBezTo>
                      <a:pt x="155" y="28"/>
                      <a:pt x="156" y="28"/>
                      <a:pt x="156" y="28"/>
                    </a:cubicBezTo>
                    <a:cubicBezTo>
                      <a:pt x="156" y="28"/>
                      <a:pt x="155" y="28"/>
                      <a:pt x="155" y="27"/>
                    </a:cubicBezTo>
                    <a:cubicBezTo>
                      <a:pt x="154" y="26"/>
                      <a:pt x="154" y="26"/>
                      <a:pt x="154" y="26"/>
                    </a:cubicBezTo>
                    <a:close/>
                    <a:moveTo>
                      <a:pt x="155" y="50"/>
                    </a:moveTo>
                    <a:cubicBezTo>
                      <a:pt x="156" y="50"/>
                      <a:pt x="156" y="50"/>
                      <a:pt x="156" y="50"/>
                    </a:cubicBezTo>
                    <a:cubicBezTo>
                      <a:pt x="155" y="49"/>
                      <a:pt x="155" y="49"/>
                      <a:pt x="155" y="49"/>
                    </a:cubicBezTo>
                    <a:cubicBezTo>
                      <a:pt x="155" y="49"/>
                      <a:pt x="155" y="49"/>
                      <a:pt x="155" y="49"/>
                    </a:cubicBezTo>
                    <a:cubicBezTo>
                      <a:pt x="155" y="49"/>
                      <a:pt x="155" y="48"/>
                      <a:pt x="155" y="48"/>
                    </a:cubicBezTo>
                    <a:cubicBezTo>
                      <a:pt x="165" y="40"/>
                      <a:pt x="165" y="40"/>
                      <a:pt x="165" y="40"/>
                    </a:cubicBezTo>
                    <a:cubicBezTo>
                      <a:pt x="166" y="40"/>
                      <a:pt x="166" y="40"/>
                      <a:pt x="166" y="40"/>
                    </a:cubicBezTo>
                    <a:cubicBezTo>
                      <a:pt x="166" y="40"/>
                      <a:pt x="166" y="40"/>
                      <a:pt x="167" y="40"/>
                    </a:cubicBezTo>
                    <a:cubicBezTo>
                      <a:pt x="167" y="41"/>
                      <a:pt x="167" y="42"/>
                      <a:pt x="167" y="42"/>
                    </a:cubicBezTo>
                    <a:cubicBezTo>
                      <a:pt x="167" y="43"/>
                      <a:pt x="167" y="43"/>
                      <a:pt x="166" y="45"/>
                    </a:cubicBezTo>
                    <a:cubicBezTo>
                      <a:pt x="166" y="45"/>
                      <a:pt x="166" y="45"/>
                      <a:pt x="166" y="45"/>
                    </a:cubicBezTo>
                    <a:cubicBezTo>
                      <a:pt x="169" y="42"/>
                      <a:pt x="169" y="42"/>
                      <a:pt x="169" y="42"/>
                    </a:cubicBezTo>
                    <a:cubicBezTo>
                      <a:pt x="163" y="35"/>
                      <a:pt x="163" y="35"/>
                      <a:pt x="163" y="35"/>
                    </a:cubicBezTo>
                    <a:cubicBezTo>
                      <a:pt x="160" y="37"/>
                      <a:pt x="160" y="37"/>
                      <a:pt x="160" y="37"/>
                    </a:cubicBezTo>
                    <a:cubicBezTo>
                      <a:pt x="160" y="37"/>
                      <a:pt x="160" y="37"/>
                      <a:pt x="160" y="37"/>
                    </a:cubicBezTo>
                    <a:cubicBezTo>
                      <a:pt x="162" y="37"/>
                      <a:pt x="163" y="37"/>
                      <a:pt x="163" y="37"/>
                    </a:cubicBezTo>
                    <a:cubicBezTo>
                      <a:pt x="163" y="37"/>
                      <a:pt x="164" y="37"/>
                      <a:pt x="164" y="38"/>
                    </a:cubicBezTo>
                    <a:cubicBezTo>
                      <a:pt x="165" y="38"/>
                      <a:pt x="165" y="38"/>
                      <a:pt x="165" y="38"/>
                    </a:cubicBezTo>
                    <a:cubicBezTo>
                      <a:pt x="165" y="39"/>
                      <a:pt x="165" y="39"/>
                      <a:pt x="164" y="39"/>
                    </a:cubicBezTo>
                    <a:cubicBezTo>
                      <a:pt x="154" y="47"/>
                      <a:pt x="154" y="47"/>
                      <a:pt x="154" y="47"/>
                    </a:cubicBezTo>
                    <a:cubicBezTo>
                      <a:pt x="154" y="47"/>
                      <a:pt x="154" y="47"/>
                      <a:pt x="154" y="47"/>
                    </a:cubicBezTo>
                    <a:cubicBezTo>
                      <a:pt x="154" y="47"/>
                      <a:pt x="153" y="47"/>
                      <a:pt x="153" y="47"/>
                    </a:cubicBezTo>
                    <a:cubicBezTo>
                      <a:pt x="153" y="46"/>
                      <a:pt x="153" y="46"/>
                      <a:pt x="153" y="46"/>
                    </a:cubicBezTo>
                    <a:cubicBezTo>
                      <a:pt x="152" y="47"/>
                      <a:pt x="152" y="47"/>
                      <a:pt x="152" y="47"/>
                    </a:cubicBezTo>
                    <a:cubicBezTo>
                      <a:pt x="155" y="50"/>
                      <a:pt x="155" y="50"/>
                      <a:pt x="155" y="50"/>
                    </a:cubicBezTo>
                    <a:close/>
                    <a:moveTo>
                      <a:pt x="174" y="54"/>
                    </a:moveTo>
                    <a:cubicBezTo>
                      <a:pt x="174" y="54"/>
                      <a:pt x="175" y="54"/>
                      <a:pt x="175" y="53"/>
                    </a:cubicBezTo>
                    <a:cubicBezTo>
                      <a:pt x="175" y="53"/>
                      <a:pt x="175" y="53"/>
                      <a:pt x="174" y="53"/>
                    </a:cubicBezTo>
                    <a:cubicBezTo>
                      <a:pt x="174" y="52"/>
                      <a:pt x="174" y="52"/>
                      <a:pt x="174" y="52"/>
                    </a:cubicBezTo>
                    <a:cubicBezTo>
                      <a:pt x="175" y="52"/>
                      <a:pt x="175" y="52"/>
                      <a:pt x="175" y="52"/>
                    </a:cubicBezTo>
                    <a:cubicBezTo>
                      <a:pt x="177" y="55"/>
                      <a:pt x="177" y="55"/>
                      <a:pt x="177" y="55"/>
                    </a:cubicBezTo>
                    <a:cubicBezTo>
                      <a:pt x="176" y="55"/>
                      <a:pt x="176" y="55"/>
                      <a:pt x="176" y="55"/>
                    </a:cubicBezTo>
                    <a:cubicBezTo>
                      <a:pt x="176" y="55"/>
                      <a:pt x="176" y="55"/>
                      <a:pt x="176" y="55"/>
                    </a:cubicBezTo>
                    <a:cubicBezTo>
                      <a:pt x="176" y="55"/>
                      <a:pt x="176" y="55"/>
                      <a:pt x="175" y="55"/>
                    </a:cubicBezTo>
                    <a:cubicBezTo>
                      <a:pt x="175" y="55"/>
                      <a:pt x="175" y="55"/>
                      <a:pt x="174" y="55"/>
                    </a:cubicBezTo>
                    <a:cubicBezTo>
                      <a:pt x="166" y="56"/>
                      <a:pt x="166" y="56"/>
                      <a:pt x="166" y="56"/>
                    </a:cubicBezTo>
                    <a:cubicBezTo>
                      <a:pt x="162" y="58"/>
                      <a:pt x="162" y="58"/>
                      <a:pt x="162" y="58"/>
                    </a:cubicBezTo>
                    <a:cubicBezTo>
                      <a:pt x="162" y="59"/>
                      <a:pt x="162" y="59"/>
                      <a:pt x="162" y="59"/>
                    </a:cubicBezTo>
                    <a:cubicBezTo>
                      <a:pt x="161" y="59"/>
                      <a:pt x="162" y="59"/>
                      <a:pt x="162" y="60"/>
                    </a:cubicBezTo>
                    <a:cubicBezTo>
                      <a:pt x="162" y="60"/>
                      <a:pt x="162" y="60"/>
                      <a:pt x="162" y="60"/>
                    </a:cubicBezTo>
                    <a:cubicBezTo>
                      <a:pt x="162" y="61"/>
                      <a:pt x="162" y="61"/>
                      <a:pt x="162" y="61"/>
                    </a:cubicBezTo>
                    <a:cubicBezTo>
                      <a:pt x="159" y="56"/>
                      <a:pt x="159" y="56"/>
                      <a:pt x="159" y="56"/>
                    </a:cubicBezTo>
                    <a:cubicBezTo>
                      <a:pt x="160" y="56"/>
                      <a:pt x="160" y="56"/>
                      <a:pt x="160" y="56"/>
                    </a:cubicBezTo>
                    <a:cubicBezTo>
                      <a:pt x="160" y="57"/>
                      <a:pt x="160" y="57"/>
                      <a:pt x="160" y="57"/>
                    </a:cubicBezTo>
                    <a:cubicBezTo>
                      <a:pt x="160" y="57"/>
                      <a:pt x="160" y="57"/>
                      <a:pt x="161" y="57"/>
                    </a:cubicBezTo>
                    <a:cubicBezTo>
                      <a:pt x="161" y="57"/>
                      <a:pt x="161" y="57"/>
                      <a:pt x="161" y="57"/>
                    </a:cubicBezTo>
                    <a:cubicBezTo>
                      <a:pt x="165" y="55"/>
                      <a:pt x="165" y="55"/>
                      <a:pt x="165" y="55"/>
                    </a:cubicBezTo>
                    <a:cubicBezTo>
                      <a:pt x="171" y="48"/>
                      <a:pt x="171" y="48"/>
                      <a:pt x="171" y="48"/>
                    </a:cubicBezTo>
                    <a:cubicBezTo>
                      <a:pt x="171" y="48"/>
                      <a:pt x="171" y="48"/>
                      <a:pt x="171" y="47"/>
                    </a:cubicBezTo>
                    <a:cubicBezTo>
                      <a:pt x="171" y="47"/>
                      <a:pt x="171" y="47"/>
                      <a:pt x="171" y="47"/>
                    </a:cubicBezTo>
                    <a:cubicBezTo>
                      <a:pt x="171" y="46"/>
                      <a:pt x="171" y="46"/>
                      <a:pt x="171" y="46"/>
                    </a:cubicBezTo>
                    <a:cubicBezTo>
                      <a:pt x="171" y="46"/>
                      <a:pt x="171" y="46"/>
                      <a:pt x="171" y="46"/>
                    </a:cubicBezTo>
                    <a:cubicBezTo>
                      <a:pt x="173" y="50"/>
                      <a:pt x="173" y="50"/>
                      <a:pt x="173" y="50"/>
                    </a:cubicBezTo>
                    <a:cubicBezTo>
                      <a:pt x="173" y="50"/>
                      <a:pt x="173" y="50"/>
                      <a:pt x="173" y="50"/>
                    </a:cubicBezTo>
                    <a:cubicBezTo>
                      <a:pt x="173" y="49"/>
                      <a:pt x="173" y="49"/>
                      <a:pt x="173" y="49"/>
                    </a:cubicBezTo>
                    <a:cubicBezTo>
                      <a:pt x="172" y="49"/>
                      <a:pt x="172" y="49"/>
                      <a:pt x="172" y="49"/>
                    </a:cubicBezTo>
                    <a:cubicBezTo>
                      <a:pt x="172" y="49"/>
                      <a:pt x="172" y="49"/>
                      <a:pt x="171" y="49"/>
                    </a:cubicBezTo>
                    <a:cubicBezTo>
                      <a:pt x="167" y="55"/>
                      <a:pt x="167" y="55"/>
                      <a:pt x="167" y="55"/>
                    </a:cubicBezTo>
                    <a:cubicBezTo>
                      <a:pt x="167" y="55"/>
                      <a:pt x="167" y="55"/>
                      <a:pt x="167" y="55"/>
                    </a:cubicBezTo>
                    <a:lnTo>
                      <a:pt x="174" y="54"/>
                    </a:lnTo>
                    <a:close/>
                  </a:path>
                </a:pathLst>
              </a:custGeom>
              <a:solidFill>
                <a:srgbClr val="FFFFFF"/>
              </a:solidFill>
              <a:ln w="3175" cap="flat">
                <a:solidFill>
                  <a:srgbClr val="FFFFFF"/>
                </a:solidFill>
                <a:prstDash val="solid"/>
                <a:miter lim="800000"/>
              </a:ln>
            </p:spPr>
            <p:txBody>
              <a:bodyPr anchor="ctr"/>
              <a:lstStyle/>
              <a:p>
                <a:pPr algn="ctr"/>
                <a:endParaRPr/>
              </a:p>
            </p:txBody>
          </p:sp>
          <p:sp>
            <p:nvSpPr>
              <p:cNvPr id="278" name="ïśľíḓé"/>
              <p:cNvSpPr/>
              <p:nvPr/>
            </p:nvSpPr>
            <p:spPr bwMode="auto">
              <a:xfrm>
                <a:off x="3667126" y="3184525"/>
                <a:ext cx="492125" cy="496888"/>
              </a:xfrm>
              <a:custGeom>
                <a:avLst/>
                <a:gdLst>
                  <a:gd name="T0" fmla="*/ 74 w 149"/>
                  <a:gd name="T1" fmla="*/ 0 h 149"/>
                  <a:gd name="T2" fmla="*/ 149 w 149"/>
                  <a:gd name="T3" fmla="*/ 74 h 149"/>
                  <a:gd name="T4" fmla="*/ 74 w 149"/>
                  <a:gd name="T5" fmla="*/ 149 h 149"/>
                  <a:gd name="T6" fmla="*/ 0 w 149"/>
                  <a:gd name="T7" fmla="*/ 74 h 149"/>
                  <a:gd name="T8" fmla="*/ 74 w 149"/>
                  <a:gd name="T9" fmla="*/ 0 h 149"/>
                  <a:gd name="T10" fmla="*/ 74 w 149"/>
                  <a:gd name="T11" fmla="*/ 2 h 149"/>
                  <a:gd name="T12" fmla="*/ 2 w 149"/>
                  <a:gd name="T13" fmla="*/ 74 h 149"/>
                  <a:gd name="T14" fmla="*/ 74 w 149"/>
                  <a:gd name="T15" fmla="*/ 146 h 149"/>
                  <a:gd name="T16" fmla="*/ 146 w 149"/>
                  <a:gd name="T17" fmla="*/ 74 h 149"/>
                  <a:gd name="T18" fmla="*/ 74 w 149"/>
                  <a:gd name="T19" fmla="*/ 2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49" h="149">
                    <a:moveTo>
                      <a:pt x="74" y="0"/>
                    </a:moveTo>
                    <a:cubicBezTo>
                      <a:pt x="115" y="0"/>
                      <a:pt x="149" y="33"/>
                      <a:pt x="149" y="74"/>
                    </a:cubicBezTo>
                    <a:cubicBezTo>
                      <a:pt x="149" y="115"/>
                      <a:pt x="115" y="149"/>
                      <a:pt x="74" y="149"/>
                    </a:cubicBezTo>
                    <a:cubicBezTo>
                      <a:pt x="33" y="149"/>
                      <a:pt x="0" y="115"/>
                      <a:pt x="0" y="74"/>
                    </a:cubicBezTo>
                    <a:cubicBezTo>
                      <a:pt x="0" y="33"/>
                      <a:pt x="33" y="0"/>
                      <a:pt x="74" y="0"/>
                    </a:cubicBezTo>
                    <a:close/>
                    <a:moveTo>
                      <a:pt x="74" y="2"/>
                    </a:moveTo>
                    <a:cubicBezTo>
                      <a:pt x="35" y="2"/>
                      <a:pt x="2" y="34"/>
                      <a:pt x="2" y="74"/>
                    </a:cubicBezTo>
                    <a:cubicBezTo>
                      <a:pt x="2" y="114"/>
                      <a:pt x="35" y="146"/>
                      <a:pt x="74" y="146"/>
                    </a:cubicBezTo>
                    <a:cubicBezTo>
                      <a:pt x="114" y="146"/>
                      <a:pt x="146" y="114"/>
                      <a:pt x="146" y="74"/>
                    </a:cubicBezTo>
                    <a:cubicBezTo>
                      <a:pt x="146" y="34"/>
                      <a:pt x="114" y="2"/>
                      <a:pt x="74" y="2"/>
                    </a:cubicBezTo>
                    <a:close/>
                  </a:path>
                </a:pathLst>
              </a:custGeom>
              <a:solidFill>
                <a:srgbClr val="00523A"/>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9" name="ïslíḍê"/>
              <p:cNvSpPr/>
              <p:nvPr/>
            </p:nvSpPr>
            <p:spPr bwMode="auto">
              <a:xfrm>
                <a:off x="3775076" y="3248025"/>
                <a:ext cx="274638" cy="146050"/>
              </a:xfrm>
              <a:custGeom>
                <a:avLst/>
                <a:gdLst>
                  <a:gd name="T0" fmla="*/ 10 w 83"/>
                  <a:gd name="T1" fmla="*/ 43 h 44"/>
                  <a:gd name="T2" fmla="*/ 18 w 83"/>
                  <a:gd name="T3" fmla="*/ 39 h 44"/>
                  <a:gd name="T4" fmla="*/ 67 w 83"/>
                  <a:gd name="T5" fmla="*/ 39 h 44"/>
                  <a:gd name="T6" fmla="*/ 73 w 83"/>
                  <a:gd name="T7" fmla="*/ 42 h 44"/>
                  <a:gd name="T8" fmla="*/ 76 w 83"/>
                  <a:gd name="T9" fmla="*/ 43 h 44"/>
                  <a:gd name="T10" fmla="*/ 83 w 83"/>
                  <a:gd name="T11" fmla="*/ 35 h 44"/>
                  <a:gd name="T12" fmla="*/ 76 w 83"/>
                  <a:gd name="T13" fmla="*/ 37 h 44"/>
                  <a:gd name="T14" fmla="*/ 69 w 83"/>
                  <a:gd name="T15" fmla="*/ 33 h 44"/>
                  <a:gd name="T16" fmla="*/ 70 w 83"/>
                  <a:gd name="T17" fmla="*/ 26 h 44"/>
                  <a:gd name="T18" fmla="*/ 64 w 83"/>
                  <a:gd name="T19" fmla="*/ 30 h 44"/>
                  <a:gd name="T20" fmla="*/ 59 w 83"/>
                  <a:gd name="T21" fmla="*/ 31 h 44"/>
                  <a:gd name="T22" fmla="*/ 56 w 83"/>
                  <a:gd name="T23" fmla="*/ 29 h 44"/>
                  <a:gd name="T24" fmla="*/ 56 w 83"/>
                  <a:gd name="T25" fmla="*/ 24 h 44"/>
                  <a:gd name="T26" fmla="*/ 58 w 83"/>
                  <a:gd name="T27" fmla="*/ 23 h 44"/>
                  <a:gd name="T28" fmla="*/ 58 w 83"/>
                  <a:gd name="T29" fmla="*/ 19 h 44"/>
                  <a:gd name="T30" fmla="*/ 54 w 83"/>
                  <a:gd name="T31" fmla="*/ 19 h 44"/>
                  <a:gd name="T32" fmla="*/ 53 w 83"/>
                  <a:gd name="T33" fmla="*/ 21 h 44"/>
                  <a:gd name="T34" fmla="*/ 44 w 83"/>
                  <a:gd name="T35" fmla="*/ 21 h 44"/>
                  <a:gd name="T36" fmla="*/ 43 w 83"/>
                  <a:gd name="T37" fmla="*/ 18 h 44"/>
                  <a:gd name="T38" fmla="*/ 44 w 83"/>
                  <a:gd name="T39" fmla="*/ 13 h 44"/>
                  <a:gd name="T40" fmla="*/ 43 w 83"/>
                  <a:gd name="T41" fmla="*/ 8 h 44"/>
                  <a:gd name="T42" fmla="*/ 43 w 83"/>
                  <a:gd name="T43" fmla="*/ 6 h 44"/>
                  <a:gd name="T44" fmla="*/ 43 w 83"/>
                  <a:gd name="T45" fmla="*/ 2 h 44"/>
                  <a:gd name="T46" fmla="*/ 43 w 83"/>
                  <a:gd name="T47" fmla="*/ 0 h 44"/>
                  <a:gd name="T48" fmla="*/ 40 w 83"/>
                  <a:gd name="T49" fmla="*/ 0 h 44"/>
                  <a:gd name="T50" fmla="*/ 39 w 83"/>
                  <a:gd name="T51" fmla="*/ 2 h 44"/>
                  <a:gd name="T52" fmla="*/ 39 w 83"/>
                  <a:gd name="T53" fmla="*/ 6 h 44"/>
                  <a:gd name="T54" fmla="*/ 39 w 83"/>
                  <a:gd name="T55" fmla="*/ 8 h 44"/>
                  <a:gd name="T56" fmla="*/ 38 w 83"/>
                  <a:gd name="T57" fmla="*/ 13 h 44"/>
                  <a:gd name="T58" fmla="*/ 38 w 83"/>
                  <a:gd name="T59" fmla="*/ 18 h 44"/>
                  <a:gd name="T60" fmla="*/ 38 w 83"/>
                  <a:gd name="T61" fmla="*/ 21 h 44"/>
                  <a:gd name="T62" fmla="*/ 30 w 83"/>
                  <a:gd name="T63" fmla="*/ 21 h 44"/>
                  <a:gd name="T64" fmla="*/ 29 w 83"/>
                  <a:gd name="T65" fmla="*/ 19 h 44"/>
                  <a:gd name="T66" fmla="*/ 25 w 83"/>
                  <a:gd name="T67" fmla="*/ 19 h 44"/>
                  <a:gd name="T68" fmla="*/ 25 w 83"/>
                  <a:gd name="T69" fmla="*/ 23 h 44"/>
                  <a:gd name="T70" fmla="*/ 26 w 83"/>
                  <a:gd name="T71" fmla="*/ 24 h 44"/>
                  <a:gd name="T72" fmla="*/ 27 w 83"/>
                  <a:gd name="T73" fmla="*/ 29 h 44"/>
                  <a:gd name="T74" fmla="*/ 22 w 83"/>
                  <a:gd name="T75" fmla="*/ 31 h 44"/>
                  <a:gd name="T76" fmla="*/ 13 w 83"/>
                  <a:gd name="T77" fmla="*/ 26 h 44"/>
                  <a:gd name="T78" fmla="*/ 13 w 83"/>
                  <a:gd name="T79" fmla="*/ 35 h 44"/>
                  <a:gd name="T80" fmla="*/ 7 w 83"/>
                  <a:gd name="T81" fmla="*/ 37 h 44"/>
                  <a:gd name="T82" fmla="*/ 0 w 83"/>
                  <a:gd name="T83" fmla="*/ 34 h 44"/>
                  <a:gd name="T84" fmla="*/ 5 w 83"/>
                  <a:gd name="T85" fmla="*/ 42 h 44"/>
                  <a:gd name="T86" fmla="*/ 10 w 83"/>
                  <a:gd name="T87" fmla="*/ 43 h 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83" h="44">
                    <a:moveTo>
                      <a:pt x="10" y="43"/>
                    </a:moveTo>
                    <a:cubicBezTo>
                      <a:pt x="18" y="39"/>
                      <a:pt x="18" y="39"/>
                      <a:pt x="18" y="39"/>
                    </a:cubicBezTo>
                    <a:cubicBezTo>
                      <a:pt x="67" y="39"/>
                      <a:pt x="67" y="39"/>
                      <a:pt x="67" y="39"/>
                    </a:cubicBezTo>
                    <a:cubicBezTo>
                      <a:pt x="73" y="42"/>
                      <a:pt x="73" y="42"/>
                      <a:pt x="73" y="42"/>
                    </a:cubicBezTo>
                    <a:cubicBezTo>
                      <a:pt x="74" y="43"/>
                      <a:pt x="75" y="43"/>
                      <a:pt x="76" y="43"/>
                    </a:cubicBezTo>
                    <a:cubicBezTo>
                      <a:pt x="80" y="42"/>
                      <a:pt x="83" y="35"/>
                      <a:pt x="83" y="35"/>
                    </a:cubicBezTo>
                    <a:cubicBezTo>
                      <a:pt x="83" y="35"/>
                      <a:pt x="79" y="38"/>
                      <a:pt x="76" y="37"/>
                    </a:cubicBezTo>
                    <a:cubicBezTo>
                      <a:pt x="73" y="37"/>
                      <a:pt x="69" y="36"/>
                      <a:pt x="69" y="33"/>
                    </a:cubicBezTo>
                    <a:cubicBezTo>
                      <a:pt x="69" y="30"/>
                      <a:pt x="70" y="27"/>
                      <a:pt x="70" y="26"/>
                    </a:cubicBezTo>
                    <a:cubicBezTo>
                      <a:pt x="70" y="26"/>
                      <a:pt x="67" y="29"/>
                      <a:pt x="64" y="30"/>
                    </a:cubicBezTo>
                    <a:cubicBezTo>
                      <a:pt x="61" y="32"/>
                      <a:pt x="60" y="31"/>
                      <a:pt x="59" y="31"/>
                    </a:cubicBezTo>
                    <a:cubicBezTo>
                      <a:pt x="57" y="30"/>
                      <a:pt x="56" y="29"/>
                      <a:pt x="56" y="29"/>
                    </a:cubicBezTo>
                    <a:cubicBezTo>
                      <a:pt x="56" y="24"/>
                      <a:pt x="56" y="24"/>
                      <a:pt x="56" y="24"/>
                    </a:cubicBezTo>
                    <a:cubicBezTo>
                      <a:pt x="58" y="23"/>
                      <a:pt x="58" y="23"/>
                      <a:pt x="58" y="23"/>
                    </a:cubicBezTo>
                    <a:cubicBezTo>
                      <a:pt x="58" y="19"/>
                      <a:pt x="58" y="19"/>
                      <a:pt x="58" y="19"/>
                    </a:cubicBezTo>
                    <a:cubicBezTo>
                      <a:pt x="54" y="19"/>
                      <a:pt x="54" y="19"/>
                      <a:pt x="54" y="19"/>
                    </a:cubicBezTo>
                    <a:cubicBezTo>
                      <a:pt x="54" y="19"/>
                      <a:pt x="54" y="21"/>
                      <a:pt x="53" y="21"/>
                    </a:cubicBezTo>
                    <a:cubicBezTo>
                      <a:pt x="52" y="21"/>
                      <a:pt x="44" y="21"/>
                      <a:pt x="44" y="21"/>
                    </a:cubicBezTo>
                    <a:cubicBezTo>
                      <a:pt x="44" y="21"/>
                      <a:pt x="43" y="20"/>
                      <a:pt x="43" y="18"/>
                    </a:cubicBezTo>
                    <a:cubicBezTo>
                      <a:pt x="44" y="17"/>
                      <a:pt x="44" y="17"/>
                      <a:pt x="44" y="13"/>
                    </a:cubicBezTo>
                    <a:cubicBezTo>
                      <a:pt x="44" y="10"/>
                      <a:pt x="44" y="9"/>
                      <a:pt x="43" y="8"/>
                    </a:cubicBezTo>
                    <a:cubicBezTo>
                      <a:pt x="43" y="7"/>
                      <a:pt x="42" y="7"/>
                      <a:pt x="43" y="6"/>
                    </a:cubicBezTo>
                    <a:cubicBezTo>
                      <a:pt x="44" y="5"/>
                      <a:pt x="44" y="4"/>
                      <a:pt x="43" y="2"/>
                    </a:cubicBezTo>
                    <a:cubicBezTo>
                      <a:pt x="42" y="1"/>
                      <a:pt x="43" y="2"/>
                      <a:pt x="43" y="0"/>
                    </a:cubicBezTo>
                    <a:cubicBezTo>
                      <a:pt x="40" y="0"/>
                      <a:pt x="40" y="0"/>
                      <a:pt x="40" y="0"/>
                    </a:cubicBezTo>
                    <a:cubicBezTo>
                      <a:pt x="39" y="0"/>
                      <a:pt x="40" y="1"/>
                      <a:pt x="39" y="2"/>
                    </a:cubicBezTo>
                    <a:cubicBezTo>
                      <a:pt x="38" y="3"/>
                      <a:pt x="38" y="5"/>
                      <a:pt x="39" y="6"/>
                    </a:cubicBezTo>
                    <a:cubicBezTo>
                      <a:pt x="39" y="7"/>
                      <a:pt x="40" y="7"/>
                      <a:pt x="39" y="8"/>
                    </a:cubicBezTo>
                    <a:cubicBezTo>
                      <a:pt x="38" y="9"/>
                      <a:pt x="38" y="10"/>
                      <a:pt x="38" y="13"/>
                    </a:cubicBezTo>
                    <a:cubicBezTo>
                      <a:pt x="38" y="16"/>
                      <a:pt x="38" y="17"/>
                      <a:pt x="38" y="18"/>
                    </a:cubicBezTo>
                    <a:cubicBezTo>
                      <a:pt x="39" y="20"/>
                      <a:pt x="38" y="21"/>
                      <a:pt x="38" y="21"/>
                    </a:cubicBezTo>
                    <a:cubicBezTo>
                      <a:pt x="37" y="21"/>
                      <a:pt x="30" y="21"/>
                      <a:pt x="30" y="21"/>
                    </a:cubicBezTo>
                    <a:cubicBezTo>
                      <a:pt x="30" y="21"/>
                      <a:pt x="29" y="20"/>
                      <a:pt x="29" y="19"/>
                    </a:cubicBezTo>
                    <a:cubicBezTo>
                      <a:pt x="25" y="19"/>
                      <a:pt x="25" y="19"/>
                      <a:pt x="25" y="19"/>
                    </a:cubicBezTo>
                    <a:cubicBezTo>
                      <a:pt x="25" y="23"/>
                      <a:pt x="25" y="23"/>
                      <a:pt x="25" y="23"/>
                    </a:cubicBezTo>
                    <a:cubicBezTo>
                      <a:pt x="26" y="24"/>
                      <a:pt x="26" y="24"/>
                      <a:pt x="26" y="24"/>
                    </a:cubicBezTo>
                    <a:cubicBezTo>
                      <a:pt x="27" y="29"/>
                      <a:pt x="27" y="29"/>
                      <a:pt x="27" y="29"/>
                    </a:cubicBezTo>
                    <a:cubicBezTo>
                      <a:pt x="27" y="29"/>
                      <a:pt x="24" y="31"/>
                      <a:pt x="22" y="31"/>
                    </a:cubicBezTo>
                    <a:cubicBezTo>
                      <a:pt x="19" y="31"/>
                      <a:pt x="13" y="26"/>
                      <a:pt x="13" y="26"/>
                    </a:cubicBezTo>
                    <a:cubicBezTo>
                      <a:pt x="13" y="26"/>
                      <a:pt x="14" y="33"/>
                      <a:pt x="13" y="35"/>
                    </a:cubicBezTo>
                    <a:cubicBezTo>
                      <a:pt x="13" y="37"/>
                      <a:pt x="10" y="37"/>
                      <a:pt x="7" y="37"/>
                    </a:cubicBezTo>
                    <a:cubicBezTo>
                      <a:pt x="4" y="37"/>
                      <a:pt x="0" y="35"/>
                      <a:pt x="0" y="34"/>
                    </a:cubicBezTo>
                    <a:cubicBezTo>
                      <a:pt x="0" y="34"/>
                      <a:pt x="3" y="40"/>
                      <a:pt x="5" y="42"/>
                    </a:cubicBezTo>
                    <a:cubicBezTo>
                      <a:pt x="7" y="44"/>
                      <a:pt x="10" y="43"/>
                      <a:pt x="10" y="43"/>
                    </a:cubicBez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80" name="íṡļïdê"/>
              <p:cNvSpPr/>
              <p:nvPr/>
            </p:nvSpPr>
            <p:spPr bwMode="auto">
              <a:xfrm>
                <a:off x="3614738" y="3370263"/>
                <a:ext cx="596900" cy="241300"/>
              </a:xfrm>
              <a:custGeom>
                <a:avLst/>
                <a:gdLst>
                  <a:gd name="T0" fmla="*/ 58 w 181"/>
                  <a:gd name="T1" fmla="*/ 72 h 72"/>
                  <a:gd name="T2" fmla="*/ 8 w 181"/>
                  <a:gd name="T3" fmla="*/ 72 h 72"/>
                  <a:gd name="T4" fmla="*/ 3 w 181"/>
                  <a:gd name="T5" fmla="*/ 63 h 72"/>
                  <a:gd name="T6" fmla="*/ 6 w 181"/>
                  <a:gd name="T7" fmla="*/ 63 h 72"/>
                  <a:gd name="T8" fmla="*/ 11 w 181"/>
                  <a:gd name="T9" fmla="*/ 55 h 72"/>
                  <a:gd name="T10" fmla="*/ 14 w 181"/>
                  <a:gd name="T11" fmla="*/ 55 h 72"/>
                  <a:gd name="T12" fmla="*/ 14 w 181"/>
                  <a:gd name="T13" fmla="*/ 29 h 72"/>
                  <a:gd name="T14" fmla="*/ 0 w 181"/>
                  <a:gd name="T15" fmla="*/ 4 h 72"/>
                  <a:gd name="T16" fmla="*/ 30 w 181"/>
                  <a:gd name="T17" fmla="*/ 0 h 72"/>
                  <a:gd name="T18" fmla="*/ 58 w 181"/>
                  <a:gd name="T19" fmla="*/ 8 h 72"/>
                  <a:gd name="T20" fmla="*/ 51 w 181"/>
                  <a:gd name="T21" fmla="*/ 25 h 72"/>
                  <a:gd name="T22" fmla="*/ 131 w 181"/>
                  <a:gd name="T23" fmla="*/ 25 h 72"/>
                  <a:gd name="T24" fmla="*/ 122 w 181"/>
                  <a:gd name="T25" fmla="*/ 8 h 72"/>
                  <a:gd name="T26" fmla="*/ 150 w 181"/>
                  <a:gd name="T27" fmla="*/ 0 h 72"/>
                  <a:gd name="T28" fmla="*/ 181 w 181"/>
                  <a:gd name="T29" fmla="*/ 5 h 72"/>
                  <a:gd name="T30" fmla="*/ 166 w 181"/>
                  <a:gd name="T31" fmla="*/ 28 h 72"/>
                  <a:gd name="T32" fmla="*/ 166 w 181"/>
                  <a:gd name="T33" fmla="*/ 55 h 72"/>
                  <a:gd name="T34" fmla="*/ 171 w 181"/>
                  <a:gd name="T35" fmla="*/ 55 h 72"/>
                  <a:gd name="T36" fmla="*/ 178 w 181"/>
                  <a:gd name="T37" fmla="*/ 65 h 72"/>
                  <a:gd name="T38" fmla="*/ 174 w 181"/>
                  <a:gd name="T39" fmla="*/ 72 h 72"/>
                  <a:gd name="T40" fmla="*/ 58 w 181"/>
                  <a:gd name="T41" fmla="*/ 72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1" h="72">
                    <a:moveTo>
                      <a:pt x="58" y="72"/>
                    </a:moveTo>
                    <a:cubicBezTo>
                      <a:pt x="8" y="72"/>
                      <a:pt x="8" y="72"/>
                      <a:pt x="8" y="72"/>
                    </a:cubicBezTo>
                    <a:cubicBezTo>
                      <a:pt x="3" y="63"/>
                      <a:pt x="3" y="63"/>
                      <a:pt x="3" y="63"/>
                    </a:cubicBezTo>
                    <a:cubicBezTo>
                      <a:pt x="6" y="63"/>
                      <a:pt x="6" y="63"/>
                      <a:pt x="6" y="63"/>
                    </a:cubicBezTo>
                    <a:cubicBezTo>
                      <a:pt x="7" y="61"/>
                      <a:pt x="10" y="57"/>
                      <a:pt x="11" y="55"/>
                    </a:cubicBezTo>
                    <a:cubicBezTo>
                      <a:pt x="12" y="55"/>
                      <a:pt x="13" y="55"/>
                      <a:pt x="14" y="55"/>
                    </a:cubicBezTo>
                    <a:cubicBezTo>
                      <a:pt x="14" y="45"/>
                      <a:pt x="14" y="39"/>
                      <a:pt x="14" y="29"/>
                    </a:cubicBezTo>
                    <a:cubicBezTo>
                      <a:pt x="6" y="25"/>
                      <a:pt x="0" y="19"/>
                      <a:pt x="0" y="4"/>
                    </a:cubicBezTo>
                    <a:cubicBezTo>
                      <a:pt x="13" y="19"/>
                      <a:pt x="25" y="20"/>
                      <a:pt x="30" y="0"/>
                    </a:cubicBezTo>
                    <a:cubicBezTo>
                      <a:pt x="40" y="22"/>
                      <a:pt x="50" y="16"/>
                      <a:pt x="58" y="8"/>
                    </a:cubicBezTo>
                    <a:cubicBezTo>
                      <a:pt x="59" y="17"/>
                      <a:pt x="51" y="24"/>
                      <a:pt x="51" y="25"/>
                    </a:cubicBezTo>
                    <a:cubicBezTo>
                      <a:pt x="131" y="25"/>
                      <a:pt x="131" y="25"/>
                      <a:pt x="131" y="25"/>
                    </a:cubicBezTo>
                    <a:cubicBezTo>
                      <a:pt x="128" y="21"/>
                      <a:pt x="123" y="15"/>
                      <a:pt x="122" y="8"/>
                    </a:cubicBezTo>
                    <a:cubicBezTo>
                      <a:pt x="131" y="18"/>
                      <a:pt x="141" y="23"/>
                      <a:pt x="150" y="0"/>
                    </a:cubicBezTo>
                    <a:cubicBezTo>
                      <a:pt x="160" y="23"/>
                      <a:pt x="169" y="16"/>
                      <a:pt x="181" y="5"/>
                    </a:cubicBezTo>
                    <a:cubicBezTo>
                      <a:pt x="178" y="23"/>
                      <a:pt x="174" y="23"/>
                      <a:pt x="166" y="28"/>
                    </a:cubicBezTo>
                    <a:cubicBezTo>
                      <a:pt x="166" y="38"/>
                      <a:pt x="166" y="45"/>
                      <a:pt x="166" y="55"/>
                    </a:cubicBezTo>
                    <a:cubicBezTo>
                      <a:pt x="168" y="55"/>
                      <a:pt x="169" y="55"/>
                      <a:pt x="171" y="55"/>
                    </a:cubicBezTo>
                    <a:cubicBezTo>
                      <a:pt x="178" y="65"/>
                      <a:pt x="178" y="65"/>
                      <a:pt x="178" y="65"/>
                    </a:cubicBezTo>
                    <a:cubicBezTo>
                      <a:pt x="174" y="72"/>
                      <a:pt x="174" y="72"/>
                      <a:pt x="174" y="72"/>
                    </a:cubicBezTo>
                    <a:lnTo>
                      <a:pt x="58" y="72"/>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81" name="iş1ïďe"/>
              <p:cNvSpPr/>
              <p:nvPr/>
            </p:nvSpPr>
            <p:spPr bwMode="auto">
              <a:xfrm>
                <a:off x="3624263" y="3381375"/>
                <a:ext cx="577850" cy="200025"/>
              </a:xfrm>
              <a:custGeom>
                <a:avLst/>
                <a:gdLst>
                  <a:gd name="T0" fmla="*/ 130 w 175"/>
                  <a:gd name="T1" fmla="*/ 51 h 60"/>
                  <a:gd name="T2" fmla="*/ 130 w 175"/>
                  <a:gd name="T3" fmla="*/ 50 h 60"/>
                  <a:gd name="T4" fmla="*/ 48 w 175"/>
                  <a:gd name="T5" fmla="*/ 50 h 60"/>
                  <a:gd name="T6" fmla="*/ 48 w 175"/>
                  <a:gd name="T7" fmla="*/ 51 h 60"/>
                  <a:gd name="T8" fmla="*/ 52 w 175"/>
                  <a:gd name="T9" fmla="*/ 51 h 60"/>
                  <a:gd name="T10" fmla="*/ 48 w 175"/>
                  <a:gd name="T11" fmla="*/ 60 h 60"/>
                  <a:gd name="T12" fmla="*/ 7 w 175"/>
                  <a:gd name="T13" fmla="*/ 60 h 60"/>
                  <a:gd name="T14" fmla="*/ 10 w 175"/>
                  <a:gd name="T15" fmla="*/ 54 h 60"/>
                  <a:gd name="T16" fmla="*/ 14 w 175"/>
                  <a:gd name="T17" fmla="*/ 54 h 60"/>
                  <a:gd name="T18" fmla="*/ 13 w 175"/>
                  <a:gd name="T19" fmla="*/ 25 h 60"/>
                  <a:gd name="T20" fmla="*/ 0 w 175"/>
                  <a:gd name="T21" fmla="*/ 7 h 60"/>
                  <a:gd name="T22" fmla="*/ 28 w 175"/>
                  <a:gd name="T23" fmla="*/ 0 h 60"/>
                  <a:gd name="T24" fmla="*/ 55 w 175"/>
                  <a:gd name="T25" fmla="*/ 7 h 60"/>
                  <a:gd name="T26" fmla="*/ 48 w 175"/>
                  <a:gd name="T27" fmla="*/ 22 h 60"/>
                  <a:gd name="T28" fmla="*/ 127 w 175"/>
                  <a:gd name="T29" fmla="*/ 22 h 60"/>
                  <a:gd name="T30" fmla="*/ 119 w 175"/>
                  <a:gd name="T31" fmla="*/ 7 h 60"/>
                  <a:gd name="T32" fmla="*/ 147 w 175"/>
                  <a:gd name="T33" fmla="*/ 0 h 60"/>
                  <a:gd name="T34" fmla="*/ 175 w 175"/>
                  <a:gd name="T35" fmla="*/ 7 h 60"/>
                  <a:gd name="T36" fmla="*/ 161 w 175"/>
                  <a:gd name="T37" fmla="*/ 24 h 60"/>
                  <a:gd name="T38" fmla="*/ 161 w 175"/>
                  <a:gd name="T39" fmla="*/ 53 h 60"/>
                  <a:gd name="T40" fmla="*/ 165 w 175"/>
                  <a:gd name="T41" fmla="*/ 53 h 60"/>
                  <a:gd name="T42" fmla="*/ 169 w 175"/>
                  <a:gd name="T43" fmla="*/ 60 h 60"/>
                  <a:gd name="T44" fmla="*/ 128 w 175"/>
                  <a:gd name="T45" fmla="*/ 60 h 60"/>
                  <a:gd name="T46" fmla="*/ 124 w 175"/>
                  <a:gd name="T47" fmla="*/ 51 h 60"/>
                  <a:gd name="T48" fmla="*/ 130 w 175"/>
                  <a:gd name="T49" fmla="*/ 51 h 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75" h="60">
                    <a:moveTo>
                      <a:pt x="130" y="51"/>
                    </a:moveTo>
                    <a:cubicBezTo>
                      <a:pt x="130" y="50"/>
                      <a:pt x="130" y="50"/>
                      <a:pt x="130" y="50"/>
                    </a:cubicBezTo>
                    <a:cubicBezTo>
                      <a:pt x="48" y="50"/>
                      <a:pt x="48" y="50"/>
                      <a:pt x="48" y="50"/>
                    </a:cubicBezTo>
                    <a:cubicBezTo>
                      <a:pt x="48" y="51"/>
                      <a:pt x="48" y="51"/>
                      <a:pt x="48" y="51"/>
                    </a:cubicBezTo>
                    <a:cubicBezTo>
                      <a:pt x="52" y="51"/>
                      <a:pt x="52" y="51"/>
                      <a:pt x="52" y="51"/>
                    </a:cubicBezTo>
                    <a:cubicBezTo>
                      <a:pt x="48" y="60"/>
                      <a:pt x="48" y="60"/>
                      <a:pt x="48" y="60"/>
                    </a:cubicBezTo>
                    <a:cubicBezTo>
                      <a:pt x="34" y="60"/>
                      <a:pt x="20" y="60"/>
                      <a:pt x="7" y="60"/>
                    </a:cubicBezTo>
                    <a:cubicBezTo>
                      <a:pt x="8" y="58"/>
                      <a:pt x="9" y="56"/>
                      <a:pt x="10" y="54"/>
                    </a:cubicBezTo>
                    <a:cubicBezTo>
                      <a:pt x="11" y="54"/>
                      <a:pt x="12" y="54"/>
                      <a:pt x="14" y="54"/>
                    </a:cubicBezTo>
                    <a:cubicBezTo>
                      <a:pt x="14" y="44"/>
                      <a:pt x="13" y="34"/>
                      <a:pt x="13" y="25"/>
                    </a:cubicBezTo>
                    <a:cubicBezTo>
                      <a:pt x="5" y="20"/>
                      <a:pt x="1" y="14"/>
                      <a:pt x="0" y="7"/>
                    </a:cubicBezTo>
                    <a:cubicBezTo>
                      <a:pt x="12" y="18"/>
                      <a:pt x="22" y="17"/>
                      <a:pt x="28" y="0"/>
                    </a:cubicBezTo>
                    <a:cubicBezTo>
                      <a:pt x="37" y="22"/>
                      <a:pt x="47" y="15"/>
                      <a:pt x="55" y="7"/>
                    </a:cubicBezTo>
                    <a:cubicBezTo>
                      <a:pt x="55" y="14"/>
                      <a:pt x="50" y="17"/>
                      <a:pt x="48" y="22"/>
                    </a:cubicBezTo>
                    <a:cubicBezTo>
                      <a:pt x="127" y="22"/>
                      <a:pt x="127" y="22"/>
                      <a:pt x="127" y="22"/>
                    </a:cubicBezTo>
                    <a:cubicBezTo>
                      <a:pt x="125" y="18"/>
                      <a:pt x="120" y="14"/>
                      <a:pt x="119" y="7"/>
                    </a:cubicBezTo>
                    <a:cubicBezTo>
                      <a:pt x="127" y="15"/>
                      <a:pt x="137" y="22"/>
                      <a:pt x="147" y="0"/>
                    </a:cubicBezTo>
                    <a:cubicBezTo>
                      <a:pt x="153" y="17"/>
                      <a:pt x="163" y="18"/>
                      <a:pt x="175" y="7"/>
                    </a:cubicBezTo>
                    <a:cubicBezTo>
                      <a:pt x="173" y="14"/>
                      <a:pt x="169" y="19"/>
                      <a:pt x="161" y="24"/>
                    </a:cubicBezTo>
                    <a:cubicBezTo>
                      <a:pt x="161" y="34"/>
                      <a:pt x="161" y="44"/>
                      <a:pt x="161" y="53"/>
                    </a:cubicBezTo>
                    <a:cubicBezTo>
                      <a:pt x="162" y="53"/>
                      <a:pt x="164" y="53"/>
                      <a:pt x="165" y="53"/>
                    </a:cubicBezTo>
                    <a:cubicBezTo>
                      <a:pt x="166" y="55"/>
                      <a:pt x="167" y="58"/>
                      <a:pt x="169" y="60"/>
                    </a:cubicBezTo>
                    <a:cubicBezTo>
                      <a:pt x="155" y="60"/>
                      <a:pt x="142" y="60"/>
                      <a:pt x="128" y="60"/>
                    </a:cubicBezTo>
                    <a:cubicBezTo>
                      <a:pt x="124" y="51"/>
                      <a:pt x="124" y="51"/>
                      <a:pt x="124" y="51"/>
                    </a:cubicBezTo>
                    <a:lnTo>
                      <a:pt x="130" y="51"/>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82" name="ïṩḷíḍé"/>
              <p:cNvSpPr/>
              <p:nvPr/>
            </p:nvSpPr>
            <p:spPr bwMode="auto">
              <a:xfrm>
                <a:off x="4065588"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3" name="ïśľíḍè"/>
              <p:cNvSpPr/>
              <p:nvPr/>
            </p:nvSpPr>
            <p:spPr bwMode="auto">
              <a:xfrm>
                <a:off x="3740151"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4" name="í$ḻîḋè"/>
              <p:cNvSpPr/>
              <p:nvPr/>
            </p:nvSpPr>
            <p:spPr bwMode="auto">
              <a:xfrm>
                <a:off x="4125913"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5" name="iṣļíḋe"/>
              <p:cNvSpPr/>
              <p:nvPr/>
            </p:nvSpPr>
            <p:spPr bwMode="auto">
              <a:xfrm>
                <a:off x="3709988"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6" name="iṩḷiḓé"/>
              <p:cNvSpPr/>
              <p:nvPr/>
            </p:nvSpPr>
            <p:spPr bwMode="auto">
              <a:xfrm>
                <a:off x="4095751"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7" name="iSľiḍè"/>
              <p:cNvSpPr/>
              <p:nvPr/>
            </p:nvSpPr>
            <p:spPr bwMode="auto">
              <a:xfrm>
                <a:off x="3663951" y="3460750"/>
                <a:ext cx="495300" cy="317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8" name="ïṩḷîḍe"/>
              <p:cNvSpPr/>
              <p:nvPr/>
            </p:nvSpPr>
            <p:spPr bwMode="auto">
              <a:xfrm>
                <a:off x="3663951" y="3473450"/>
                <a:ext cx="115888"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9" name="íšḻiḑê"/>
              <p:cNvSpPr/>
              <p:nvPr/>
            </p:nvSpPr>
            <p:spPr bwMode="auto">
              <a:xfrm>
                <a:off x="3789363" y="3473450"/>
                <a:ext cx="428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0" name="ïṩļïďè"/>
              <p:cNvSpPr/>
              <p:nvPr/>
            </p:nvSpPr>
            <p:spPr bwMode="auto">
              <a:xfrm>
                <a:off x="3851276" y="3473450"/>
                <a:ext cx="57150"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1" name="îṥlïḋê"/>
              <p:cNvSpPr/>
              <p:nvPr/>
            </p:nvSpPr>
            <p:spPr bwMode="auto">
              <a:xfrm>
                <a:off x="3917951" y="3473450"/>
                <a:ext cx="555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2" name="îṧľïdè"/>
              <p:cNvSpPr/>
              <p:nvPr/>
            </p:nvSpPr>
            <p:spPr bwMode="auto">
              <a:xfrm>
                <a:off x="3994151" y="3473450"/>
                <a:ext cx="428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3" name="iSḷîḓê"/>
              <p:cNvSpPr/>
              <p:nvPr/>
            </p:nvSpPr>
            <p:spPr bwMode="auto">
              <a:xfrm>
                <a:off x="4046538" y="3473450"/>
                <a:ext cx="11271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4" name="îślíďè"/>
              <p:cNvSpPr/>
              <p:nvPr/>
            </p:nvSpPr>
            <p:spPr bwMode="auto">
              <a:xfrm>
                <a:off x="3979863" y="3473450"/>
                <a:ext cx="7938"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5" name="iSḻïḍè"/>
              <p:cNvSpPr/>
              <p:nvPr/>
            </p:nvSpPr>
            <p:spPr bwMode="auto">
              <a:xfrm>
                <a:off x="3838576" y="3473450"/>
                <a:ext cx="6350"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6" name="ïṡliḑê"/>
              <p:cNvSpPr/>
              <p:nvPr/>
            </p:nvSpPr>
            <p:spPr bwMode="auto">
              <a:xfrm>
                <a:off x="3851276" y="3384550"/>
                <a:ext cx="26988"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97" name="islïďé"/>
              <p:cNvSpPr/>
              <p:nvPr/>
            </p:nvSpPr>
            <p:spPr bwMode="auto">
              <a:xfrm>
                <a:off x="3817938" y="3384550"/>
                <a:ext cx="26988" cy="15875"/>
              </a:xfrm>
              <a:custGeom>
                <a:avLst/>
                <a:gdLst>
                  <a:gd name="T0" fmla="*/ 7 w 8"/>
                  <a:gd name="T1" fmla="*/ 0 h 5"/>
                  <a:gd name="T2" fmla="*/ 8 w 8"/>
                  <a:gd name="T3" fmla="*/ 2 h 5"/>
                  <a:gd name="T4" fmla="*/ 1 w 8"/>
                  <a:gd name="T5" fmla="*/ 5 h 5"/>
                  <a:gd name="T6" fmla="*/ 7 w 8"/>
                  <a:gd name="T7" fmla="*/ 0 h 5"/>
                  <a:gd name="T8" fmla="*/ 7 w 8"/>
                  <a:gd name="T9" fmla="*/ 0 h 5"/>
                  <a:gd name="T10" fmla="*/ 7 w 8"/>
                  <a:gd name="T11" fmla="*/ 0 h 5"/>
                </a:gdLst>
                <a:ahLst/>
                <a:cxnLst>
                  <a:cxn ang="0">
                    <a:pos x="T0" y="T1"/>
                  </a:cxn>
                  <a:cxn ang="0">
                    <a:pos x="T2" y="T3"/>
                  </a:cxn>
                  <a:cxn ang="0">
                    <a:pos x="T4" y="T5"/>
                  </a:cxn>
                  <a:cxn ang="0">
                    <a:pos x="T6" y="T7"/>
                  </a:cxn>
                  <a:cxn ang="0">
                    <a:pos x="T8" y="T9"/>
                  </a:cxn>
                  <a:cxn ang="0">
                    <a:pos x="T10" y="T11"/>
                  </a:cxn>
                </a:cxnLst>
                <a:rect l="0" t="0" r="r" b="b"/>
                <a:pathLst>
                  <a:path w="8" h="5">
                    <a:moveTo>
                      <a:pt x="7" y="0"/>
                    </a:moveTo>
                    <a:cubicBezTo>
                      <a:pt x="8" y="2"/>
                      <a:pt x="8" y="2"/>
                      <a:pt x="8" y="2"/>
                    </a:cubicBezTo>
                    <a:cubicBezTo>
                      <a:pt x="1" y="5"/>
                      <a:pt x="1" y="5"/>
                      <a:pt x="1" y="5"/>
                    </a:cubicBezTo>
                    <a:cubicBezTo>
                      <a:pt x="1" y="5"/>
                      <a:pt x="0" y="2"/>
                      <a:pt x="7" y="0"/>
                    </a:cubicBezTo>
                    <a:close/>
                    <a:moveTo>
                      <a:pt x="7" y="0"/>
                    </a:moveTo>
                    <a:cubicBezTo>
                      <a:pt x="7" y="0"/>
                      <a:pt x="7" y="0"/>
                      <a:pt x="7"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98" name="îṥḷîdé"/>
              <p:cNvSpPr/>
              <p:nvPr/>
            </p:nvSpPr>
            <p:spPr bwMode="auto">
              <a:xfrm>
                <a:off x="3983038" y="3384550"/>
                <a:ext cx="26988" cy="15875"/>
              </a:xfrm>
              <a:custGeom>
                <a:avLst/>
                <a:gdLst>
                  <a:gd name="T0" fmla="*/ 1 w 8"/>
                  <a:gd name="T1" fmla="*/ 0 h 5"/>
                  <a:gd name="T2" fmla="*/ 0 w 8"/>
                  <a:gd name="T3" fmla="*/ 2 h 5"/>
                  <a:gd name="T4" fmla="*/ 7 w 8"/>
                  <a:gd name="T5" fmla="*/ 5 h 5"/>
                  <a:gd name="T6" fmla="*/ 1 w 8"/>
                  <a:gd name="T7" fmla="*/ 0 h 5"/>
                  <a:gd name="T8" fmla="*/ 1 w 8"/>
                  <a:gd name="T9" fmla="*/ 0 h 5"/>
                  <a:gd name="T10" fmla="*/ 1 w 8"/>
                  <a:gd name="T11" fmla="*/ 0 h 5"/>
                </a:gdLst>
                <a:ahLst/>
                <a:cxnLst>
                  <a:cxn ang="0">
                    <a:pos x="T0" y="T1"/>
                  </a:cxn>
                  <a:cxn ang="0">
                    <a:pos x="T2" y="T3"/>
                  </a:cxn>
                  <a:cxn ang="0">
                    <a:pos x="T4" y="T5"/>
                  </a:cxn>
                  <a:cxn ang="0">
                    <a:pos x="T6" y="T7"/>
                  </a:cxn>
                  <a:cxn ang="0">
                    <a:pos x="T8" y="T9"/>
                  </a:cxn>
                  <a:cxn ang="0">
                    <a:pos x="T10" y="T11"/>
                  </a:cxn>
                </a:cxnLst>
                <a:rect l="0" t="0" r="r" b="b"/>
                <a:pathLst>
                  <a:path w="8" h="5">
                    <a:moveTo>
                      <a:pt x="1" y="0"/>
                    </a:moveTo>
                    <a:cubicBezTo>
                      <a:pt x="0" y="2"/>
                      <a:pt x="0" y="2"/>
                      <a:pt x="0" y="2"/>
                    </a:cubicBezTo>
                    <a:cubicBezTo>
                      <a:pt x="7" y="5"/>
                      <a:pt x="7" y="5"/>
                      <a:pt x="7" y="5"/>
                    </a:cubicBezTo>
                    <a:cubicBezTo>
                      <a:pt x="7" y="5"/>
                      <a:pt x="8" y="2"/>
                      <a:pt x="1" y="0"/>
                    </a:cubicBezTo>
                    <a:close/>
                    <a:moveTo>
                      <a:pt x="1" y="0"/>
                    </a:moveTo>
                    <a:cubicBezTo>
                      <a:pt x="1" y="0"/>
                      <a:pt x="1" y="0"/>
                      <a:pt x="1"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99" name="isḷîḋé"/>
              <p:cNvSpPr/>
              <p:nvPr/>
            </p:nvSpPr>
            <p:spPr bwMode="auto">
              <a:xfrm>
                <a:off x="3884613" y="3384550"/>
                <a:ext cx="26988"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0" name="iśḷïḑè"/>
              <p:cNvSpPr/>
              <p:nvPr/>
            </p:nvSpPr>
            <p:spPr bwMode="auto">
              <a:xfrm>
                <a:off x="3917951" y="3384550"/>
                <a:ext cx="25400"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1" name="iṧľiďé"/>
              <p:cNvSpPr/>
              <p:nvPr/>
            </p:nvSpPr>
            <p:spPr bwMode="auto">
              <a:xfrm>
                <a:off x="3951288" y="3384550"/>
                <a:ext cx="25400"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2" name="išľïḍé"/>
              <p:cNvSpPr/>
              <p:nvPr/>
            </p:nvSpPr>
            <p:spPr bwMode="auto">
              <a:xfrm>
                <a:off x="3771901" y="3484563"/>
                <a:ext cx="7938"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3" name="îŝlîḑè"/>
              <p:cNvSpPr/>
              <p:nvPr/>
            </p:nvSpPr>
            <p:spPr bwMode="auto">
              <a:xfrm>
                <a:off x="3786188" y="3484563"/>
                <a:ext cx="46038" cy="60325"/>
              </a:xfrm>
              <a:custGeom>
                <a:avLst/>
                <a:gdLst>
                  <a:gd name="T0" fmla="*/ 8 w 29"/>
                  <a:gd name="T1" fmla="*/ 0 h 38"/>
                  <a:gd name="T2" fmla="*/ 20 w 29"/>
                  <a:gd name="T3" fmla="*/ 0 h 38"/>
                  <a:gd name="T4" fmla="*/ 29 w 29"/>
                  <a:gd name="T5" fmla="*/ 8 h 38"/>
                  <a:gd name="T6" fmla="*/ 29 w 29"/>
                  <a:gd name="T7" fmla="*/ 38 h 38"/>
                  <a:gd name="T8" fmla="*/ 0 w 29"/>
                  <a:gd name="T9" fmla="*/ 38 h 38"/>
                  <a:gd name="T10" fmla="*/ 0 w 29"/>
                  <a:gd name="T11" fmla="*/ 8 h 38"/>
                  <a:gd name="T12" fmla="*/ 8 w 29"/>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29" h="38">
                    <a:moveTo>
                      <a:pt x="8" y="0"/>
                    </a:moveTo>
                    <a:lnTo>
                      <a:pt x="20" y="0"/>
                    </a:lnTo>
                    <a:lnTo>
                      <a:pt x="29" y="8"/>
                    </a:lnTo>
                    <a:lnTo>
                      <a:pt x="29" y="38"/>
                    </a:lnTo>
                    <a:lnTo>
                      <a:pt x="0" y="38"/>
                    </a:lnTo>
                    <a:lnTo>
                      <a:pt x="0" y="8"/>
                    </a:lnTo>
                    <a:lnTo>
                      <a:pt x="8"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4" name="îṩḻíḓe"/>
              <p:cNvSpPr/>
              <p:nvPr/>
            </p:nvSpPr>
            <p:spPr bwMode="auto">
              <a:xfrm>
                <a:off x="3994151" y="3484563"/>
                <a:ext cx="46038" cy="60325"/>
              </a:xfrm>
              <a:custGeom>
                <a:avLst/>
                <a:gdLst>
                  <a:gd name="T0" fmla="*/ 8 w 29"/>
                  <a:gd name="T1" fmla="*/ 0 h 38"/>
                  <a:gd name="T2" fmla="*/ 18 w 29"/>
                  <a:gd name="T3" fmla="*/ 0 h 38"/>
                  <a:gd name="T4" fmla="*/ 29 w 29"/>
                  <a:gd name="T5" fmla="*/ 8 h 38"/>
                  <a:gd name="T6" fmla="*/ 29 w 29"/>
                  <a:gd name="T7" fmla="*/ 38 h 38"/>
                  <a:gd name="T8" fmla="*/ 0 w 29"/>
                  <a:gd name="T9" fmla="*/ 38 h 38"/>
                  <a:gd name="T10" fmla="*/ 0 w 29"/>
                  <a:gd name="T11" fmla="*/ 8 h 38"/>
                  <a:gd name="T12" fmla="*/ 8 w 29"/>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29" h="38">
                    <a:moveTo>
                      <a:pt x="8" y="0"/>
                    </a:moveTo>
                    <a:lnTo>
                      <a:pt x="18" y="0"/>
                    </a:lnTo>
                    <a:lnTo>
                      <a:pt x="29" y="8"/>
                    </a:lnTo>
                    <a:lnTo>
                      <a:pt x="29" y="38"/>
                    </a:lnTo>
                    <a:lnTo>
                      <a:pt x="0" y="38"/>
                    </a:lnTo>
                    <a:lnTo>
                      <a:pt x="0" y="8"/>
                    </a:lnTo>
                    <a:lnTo>
                      <a:pt x="8"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5" name="î$1îdè"/>
              <p:cNvSpPr/>
              <p:nvPr/>
            </p:nvSpPr>
            <p:spPr bwMode="auto">
              <a:xfrm>
                <a:off x="3851276" y="3484563"/>
                <a:ext cx="122238" cy="60325"/>
              </a:xfrm>
              <a:custGeom>
                <a:avLst/>
                <a:gdLst>
                  <a:gd name="T0" fmla="*/ 9 w 77"/>
                  <a:gd name="T1" fmla="*/ 0 h 38"/>
                  <a:gd name="T2" fmla="*/ 69 w 77"/>
                  <a:gd name="T3" fmla="*/ 0 h 38"/>
                  <a:gd name="T4" fmla="*/ 77 w 77"/>
                  <a:gd name="T5" fmla="*/ 8 h 38"/>
                  <a:gd name="T6" fmla="*/ 77 w 77"/>
                  <a:gd name="T7" fmla="*/ 38 h 38"/>
                  <a:gd name="T8" fmla="*/ 0 w 77"/>
                  <a:gd name="T9" fmla="*/ 38 h 38"/>
                  <a:gd name="T10" fmla="*/ 0 w 77"/>
                  <a:gd name="T11" fmla="*/ 8 h 38"/>
                  <a:gd name="T12" fmla="*/ 9 w 77"/>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77" h="38">
                    <a:moveTo>
                      <a:pt x="9" y="0"/>
                    </a:moveTo>
                    <a:lnTo>
                      <a:pt x="69" y="0"/>
                    </a:lnTo>
                    <a:lnTo>
                      <a:pt x="77" y="8"/>
                    </a:lnTo>
                    <a:lnTo>
                      <a:pt x="77" y="38"/>
                    </a:lnTo>
                    <a:lnTo>
                      <a:pt x="0" y="38"/>
                    </a:lnTo>
                    <a:lnTo>
                      <a:pt x="0" y="8"/>
                    </a:lnTo>
                    <a:lnTo>
                      <a:pt x="9"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6" name="iśľïḓe"/>
              <p:cNvSpPr/>
              <p:nvPr/>
            </p:nvSpPr>
            <p:spPr bwMode="auto">
              <a:xfrm>
                <a:off x="4046538" y="3484563"/>
                <a:ext cx="6350"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7" name="iṣļïḑè"/>
              <p:cNvSpPr/>
              <p:nvPr/>
            </p:nvSpPr>
            <p:spPr bwMode="auto">
              <a:xfrm>
                <a:off x="3838576" y="3484563"/>
                <a:ext cx="6350"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8" name="iṡḷidé"/>
              <p:cNvSpPr/>
              <p:nvPr/>
            </p:nvSpPr>
            <p:spPr bwMode="auto">
              <a:xfrm>
                <a:off x="3979863" y="3484563"/>
                <a:ext cx="3175"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9" name="íṡḷíḋe"/>
              <p:cNvSpPr/>
              <p:nvPr/>
            </p:nvSpPr>
            <p:spPr bwMode="auto">
              <a:xfrm>
                <a:off x="3811588" y="3551238"/>
                <a:ext cx="20478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0" name="íŝ1iḑê"/>
              <p:cNvSpPr/>
              <p:nvPr/>
            </p:nvSpPr>
            <p:spPr bwMode="auto">
              <a:xfrm>
                <a:off x="3805238" y="3557588"/>
                <a:ext cx="214313"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1" name="îṩḷiḑe"/>
              <p:cNvSpPr/>
              <p:nvPr/>
            </p:nvSpPr>
            <p:spPr bwMode="auto">
              <a:xfrm>
                <a:off x="3802063" y="3567113"/>
                <a:ext cx="220663" cy="1588"/>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2" name="iṧḻiḑê"/>
              <p:cNvSpPr/>
              <p:nvPr/>
            </p:nvSpPr>
            <p:spPr bwMode="auto">
              <a:xfrm>
                <a:off x="3802063" y="3570288"/>
                <a:ext cx="22383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3" name="ïṣḻîḋè"/>
              <p:cNvSpPr/>
              <p:nvPr/>
            </p:nvSpPr>
            <p:spPr bwMode="auto">
              <a:xfrm>
                <a:off x="3795713" y="3581400"/>
                <a:ext cx="234950"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4" name="îṡ1îḍé"/>
              <p:cNvSpPr/>
              <p:nvPr/>
            </p:nvSpPr>
            <p:spPr bwMode="auto">
              <a:xfrm>
                <a:off x="3633788" y="3587750"/>
                <a:ext cx="560388" cy="6350"/>
              </a:xfrm>
              <a:custGeom>
                <a:avLst/>
                <a:gdLst>
                  <a:gd name="T0" fmla="*/ 0 w 353"/>
                  <a:gd name="T1" fmla="*/ 0 h 4"/>
                  <a:gd name="T2" fmla="*/ 353 w 353"/>
                  <a:gd name="T3" fmla="*/ 0 h 4"/>
                  <a:gd name="T4" fmla="*/ 351 w 353"/>
                  <a:gd name="T5" fmla="*/ 4 h 4"/>
                  <a:gd name="T6" fmla="*/ 2 w 353"/>
                  <a:gd name="T7" fmla="*/ 4 h 4"/>
                  <a:gd name="T8" fmla="*/ 0 w 353"/>
                  <a:gd name="T9" fmla="*/ 0 h 4"/>
                </a:gdLst>
                <a:ahLst/>
                <a:cxnLst>
                  <a:cxn ang="0">
                    <a:pos x="T0" y="T1"/>
                  </a:cxn>
                  <a:cxn ang="0">
                    <a:pos x="T2" y="T3"/>
                  </a:cxn>
                  <a:cxn ang="0">
                    <a:pos x="T4" y="T5"/>
                  </a:cxn>
                  <a:cxn ang="0">
                    <a:pos x="T6" y="T7"/>
                  </a:cxn>
                  <a:cxn ang="0">
                    <a:pos x="T8" y="T9"/>
                  </a:cxn>
                </a:cxnLst>
                <a:rect l="0" t="0" r="r" b="b"/>
                <a:pathLst>
                  <a:path w="353" h="4">
                    <a:moveTo>
                      <a:pt x="0" y="0"/>
                    </a:moveTo>
                    <a:lnTo>
                      <a:pt x="353" y="0"/>
                    </a:lnTo>
                    <a:lnTo>
                      <a:pt x="351" y="4"/>
                    </a:lnTo>
                    <a:lnTo>
                      <a:pt x="2" y="4"/>
                    </a:lnTo>
                    <a:lnTo>
                      <a:pt x="0" y="0"/>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15" name="îš1íḑe"/>
              <p:cNvSpPr/>
              <p:nvPr/>
            </p:nvSpPr>
            <p:spPr bwMode="auto">
              <a:xfrm>
                <a:off x="3640138" y="3600450"/>
                <a:ext cx="547688" cy="6350"/>
              </a:xfrm>
              <a:custGeom>
                <a:avLst/>
                <a:gdLst>
                  <a:gd name="T0" fmla="*/ 0 w 345"/>
                  <a:gd name="T1" fmla="*/ 0 h 4"/>
                  <a:gd name="T2" fmla="*/ 345 w 345"/>
                  <a:gd name="T3" fmla="*/ 0 h 4"/>
                  <a:gd name="T4" fmla="*/ 343 w 345"/>
                  <a:gd name="T5" fmla="*/ 4 h 4"/>
                  <a:gd name="T6" fmla="*/ 2 w 345"/>
                  <a:gd name="T7" fmla="*/ 4 h 4"/>
                  <a:gd name="T8" fmla="*/ 0 w 345"/>
                  <a:gd name="T9" fmla="*/ 0 h 4"/>
                </a:gdLst>
                <a:ahLst/>
                <a:cxnLst>
                  <a:cxn ang="0">
                    <a:pos x="T0" y="T1"/>
                  </a:cxn>
                  <a:cxn ang="0">
                    <a:pos x="T2" y="T3"/>
                  </a:cxn>
                  <a:cxn ang="0">
                    <a:pos x="T4" y="T5"/>
                  </a:cxn>
                  <a:cxn ang="0">
                    <a:pos x="T6" y="T7"/>
                  </a:cxn>
                  <a:cxn ang="0">
                    <a:pos x="T8" y="T9"/>
                  </a:cxn>
                </a:cxnLst>
                <a:rect l="0" t="0" r="r" b="b"/>
                <a:pathLst>
                  <a:path w="345" h="4">
                    <a:moveTo>
                      <a:pt x="0" y="0"/>
                    </a:moveTo>
                    <a:lnTo>
                      <a:pt x="345" y="0"/>
                    </a:lnTo>
                    <a:lnTo>
                      <a:pt x="343" y="4"/>
                    </a:lnTo>
                    <a:lnTo>
                      <a:pt x="2" y="4"/>
                    </a:lnTo>
                    <a:lnTo>
                      <a:pt x="0" y="0"/>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16" name="iš1ïḍe"/>
              <p:cNvSpPr/>
              <p:nvPr/>
            </p:nvSpPr>
            <p:spPr bwMode="auto">
              <a:xfrm>
                <a:off x="3736976" y="3406775"/>
                <a:ext cx="352425" cy="4763"/>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7" name="îSḻîde"/>
              <p:cNvSpPr/>
              <p:nvPr/>
            </p:nvSpPr>
            <p:spPr bwMode="auto">
              <a:xfrm>
                <a:off x="3746501" y="3417888"/>
                <a:ext cx="3333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8" name="î$ḻîḑé"/>
              <p:cNvSpPr/>
              <p:nvPr/>
            </p:nvSpPr>
            <p:spPr bwMode="auto">
              <a:xfrm>
                <a:off x="3805238" y="3417888"/>
                <a:ext cx="211138" cy="1588"/>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9" name="íŝļïḓe"/>
              <p:cNvSpPr/>
              <p:nvPr/>
            </p:nvSpPr>
            <p:spPr bwMode="auto">
              <a:xfrm>
                <a:off x="3811588"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20" name="îS1iḍé"/>
              <p:cNvSpPr/>
              <p:nvPr/>
            </p:nvSpPr>
            <p:spPr bwMode="auto">
              <a:xfrm>
                <a:off x="3802063"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21" name="išlïdé"/>
              <p:cNvSpPr/>
              <p:nvPr/>
            </p:nvSpPr>
            <p:spPr bwMode="auto">
              <a:xfrm>
                <a:off x="3789363" y="3421063"/>
                <a:ext cx="6350"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22" name="ïSlïde"/>
              <p:cNvSpPr/>
              <p:nvPr/>
            </p:nvSpPr>
            <p:spPr bwMode="auto">
              <a:xfrm>
                <a:off x="3822701"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3" name="îşľïďe"/>
              <p:cNvSpPr/>
              <p:nvPr/>
            </p:nvSpPr>
            <p:spPr bwMode="auto">
              <a:xfrm>
                <a:off x="3832226"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4" name="ïşľíďê"/>
              <p:cNvSpPr/>
              <p:nvPr/>
            </p:nvSpPr>
            <p:spPr bwMode="auto">
              <a:xfrm>
                <a:off x="38449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5" name="íś1ïdè"/>
              <p:cNvSpPr/>
              <p:nvPr/>
            </p:nvSpPr>
            <p:spPr bwMode="auto">
              <a:xfrm>
                <a:off x="3854451"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0" y="0"/>
                      <a:pt x="1" y="0"/>
                      <a:pt x="2" y="0"/>
                    </a:cubicBezTo>
                    <a:cubicBezTo>
                      <a:pt x="2" y="3"/>
                      <a:pt x="2" y="6"/>
                      <a:pt x="2"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6" name="iṩḷiḍe"/>
              <p:cNvSpPr/>
              <p:nvPr/>
            </p:nvSpPr>
            <p:spPr bwMode="auto">
              <a:xfrm>
                <a:off x="3865563"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7" name="ïŝ1iďè"/>
              <p:cNvSpPr/>
              <p:nvPr/>
            </p:nvSpPr>
            <p:spPr bwMode="auto">
              <a:xfrm>
                <a:off x="3878263"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8" name="íṩļíḋê"/>
              <p:cNvSpPr/>
              <p:nvPr/>
            </p:nvSpPr>
            <p:spPr bwMode="auto">
              <a:xfrm>
                <a:off x="3887788"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9" name="ïṧ1ïdè"/>
              <p:cNvSpPr/>
              <p:nvPr/>
            </p:nvSpPr>
            <p:spPr bwMode="auto">
              <a:xfrm>
                <a:off x="3897313"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0" name="íŝḻîḍé"/>
              <p:cNvSpPr/>
              <p:nvPr/>
            </p:nvSpPr>
            <p:spPr bwMode="auto">
              <a:xfrm>
                <a:off x="3908426"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1" name="îşḻïḓé"/>
              <p:cNvSpPr/>
              <p:nvPr/>
            </p:nvSpPr>
            <p:spPr bwMode="auto">
              <a:xfrm>
                <a:off x="39211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2" name="íśļíďè"/>
              <p:cNvSpPr/>
              <p:nvPr/>
            </p:nvSpPr>
            <p:spPr bwMode="auto">
              <a:xfrm>
                <a:off x="3930651"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3" name="iŝ1ïdé"/>
              <p:cNvSpPr/>
              <p:nvPr/>
            </p:nvSpPr>
            <p:spPr bwMode="auto">
              <a:xfrm>
                <a:off x="3940176"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4" name="is1ídè"/>
              <p:cNvSpPr/>
              <p:nvPr/>
            </p:nvSpPr>
            <p:spPr bwMode="auto">
              <a:xfrm>
                <a:off x="3951288"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2" y="0"/>
                      <a:pt x="2" y="0"/>
                    </a:cubicBezTo>
                    <a:cubicBezTo>
                      <a:pt x="2" y="3"/>
                      <a:pt x="2" y="6"/>
                      <a:pt x="2" y="9"/>
                    </a:cubicBezTo>
                    <a:cubicBezTo>
                      <a:pt x="2"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5" name="islíďê"/>
              <p:cNvSpPr/>
              <p:nvPr/>
            </p:nvSpPr>
            <p:spPr bwMode="auto">
              <a:xfrm>
                <a:off x="3963988"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6" name="iṩlíḑê"/>
              <p:cNvSpPr/>
              <p:nvPr/>
            </p:nvSpPr>
            <p:spPr bwMode="auto">
              <a:xfrm>
                <a:off x="3973513"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7" name="îṥḷïďê"/>
              <p:cNvSpPr/>
              <p:nvPr/>
            </p:nvSpPr>
            <p:spPr bwMode="auto">
              <a:xfrm>
                <a:off x="3983038"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8" name="íṥḻïďè"/>
              <p:cNvSpPr/>
              <p:nvPr/>
            </p:nvSpPr>
            <p:spPr bwMode="auto">
              <a:xfrm>
                <a:off x="39973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9" name="íṡḷíḍè"/>
              <p:cNvSpPr/>
              <p:nvPr/>
            </p:nvSpPr>
            <p:spPr bwMode="auto">
              <a:xfrm>
                <a:off x="4006851"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0" name="î$ḷîḑé"/>
              <p:cNvSpPr/>
              <p:nvPr/>
            </p:nvSpPr>
            <p:spPr bwMode="auto">
              <a:xfrm>
                <a:off x="4016376" y="3421063"/>
                <a:ext cx="6350"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1" name="í$ľîdè"/>
              <p:cNvSpPr/>
              <p:nvPr/>
            </p:nvSpPr>
            <p:spPr bwMode="auto">
              <a:xfrm>
                <a:off x="4025901" y="3421063"/>
                <a:ext cx="7938"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2" name="iṥ1iḍè"/>
              <p:cNvSpPr/>
              <p:nvPr/>
            </p:nvSpPr>
            <p:spPr bwMode="auto">
              <a:xfrm>
                <a:off x="4040188" y="3417888"/>
                <a:ext cx="3968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3" name="ïslidé"/>
              <p:cNvSpPr/>
              <p:nvPr/>
            </p:nvSpPr>
            <p:spPr bwMode="auto">
              <a:xfrm>
                <a:off x="3679826"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4" name="íṡlïďè"/>
              <p:cNvSpPr/>
              <p:nvPr/>
            </p:nvSpPr>
            <p:spPr bwMode="auto">
              <a:xfrm>
                <a:off x="3884613" y="3490913"/>
                <a:ext cx="55563" cy="53975"/>
              </a:xfrm>
              <a:custGeom>
                <a:avLst/>
                <a:gdLst>
                  <a:gd name="T0" fmla="*/ 0 w 35"/>
                  <a:gd name="T1" fmla="*/ 0 h 34"/>
                  <a:gd name="T2" fmla="*/ 35 w 35"/>
                  <a:gd name="T3" fmla="*/ 0 h 34"/>
                  <a:gd name="T4" fmla="*/ 35 w 35"/>
                  <a:gd name="T5" fmla="*/ 34 h 34"/>
                  <a:gd name="T6" fmla="*/ 0 w 35"/>
                  <a:gd name="T7" fmla="*/ 34 h 34"/>
                  <a:gd name="T8" fmla="*/ 0 w 35"/>
                  <a:gd name="T9" fmla="*/ 0 h 34"/>
                  <a:gd name="T10" fmla="*/ 0 w 35"/>
                  <a:gd name="T11" fmla="*/ 0 h 34"/>
                  <a:gd name="T12" fmla="*/ 4 w 35"/>
                  <a:gd name="T13" fmla="*/ 8 h 34"/>
                  <a:gd name="T14" fmla="*/ 4 w 35"/>
                  <a:gd name="T15" fmla="*/ 27 h 34"/>
                  <a:gd name="T16" fmla="*/ 8 w 35"/>
                  <a:gd name="T17" fmla="*/ 27 h 34"/>
                  <a:gd name="T18" fmla="*/ 8 w 35"/>
                  <a:gd name="T19" fmla="*/ 8 h 34"/>
                  <a:gd name="T20" fmla="*/ 4 w 35"/>
                  <a:gd name="T21" fmla="*/ 8 h 34"/>
                  <a:gd name="T22" fmla="*/ 4 w 35"/>
                  <a:gd name="T23" fmla="*/ 8 h 34"/>
                  <a:gd name="T24" fmla="*/ 29 w 35"/>
                  <a:gd name="T25" fmla="*/ 8 h 34"/>
                  <a:gd name="T26" fmla="*/ 29 w 35"/>
                  <a:gd name="T27" fmla="*/ 27 h 34"/>
                  <a:gd name="T28" fmla="*/ 31 w 35"/>
                  <a:gd name="T29" fmla="*/ 27 h 34"/>
                  <a:gd name="T30" fmla="*/ 31 w 35"/>
                  <a:gd name="T31" fmla="*/ 8 h 34"/>
                  <a:gd name="T32" fmla="*/ 29 w 35"/>
                  <a:gd name="T33" fmla="*/ 8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35" h="34">
                    <a:moveTo>
                      <a:pt x="0" y="0"/>
                    </a:moveTo>
                    <a:lnTo>
                      <a:pt x="35" y="0"/>
                    </a:lnTo>
                    <a:lnTo>
                      <a:pt x="35" y="34"/>
                    </a:lnTo>
                    <a:lnTo>
                      <a:pt x="0" y="34"/>
                    </a:lnTo>
                    <a:lnTo>
                      <a:pt x="0" y="0"/>
                    </a:lnTo>
                    <a:lnTo>
                      <a:pt x="0" y="0"/>
                    </a:lnTo>
                    <a:close/>
                    <a:moveTo>
                      <a:pt x="4" y="8"/>
                    </a:moveTo>
                    <a:lnTo>
                      <a:pt x="4" y="27"/>
                    </a:lnTo>
                    <a:lnTo>
                      <a:pt x="8" y="27"/>
                    </a:lnTo>
                    <a:lnTo>
                      <a:pt x="8" y="8"/>
                    </a:lnTo>
                    <a:lnTo>
                      <a:pt x="4" y="8"/>
                    </a:lnTo>
                    <a:lnTo>
                      <a:pt x="4" y="8"/>
                    </a:lnTo>
                    <a:close/>
                    <a:moveTo>
                      <a:pt x="29" y="8"/>
                    </a:moveTo>
                    <a:lnTo>
                      <a:pt x="29" y="27"/>
                    </a:lnTo>
                    <a:lnTo>
                      <a:pt x="31" y="27"/>
                    </a:lnTo>
                    <a:lnTo>
                      <a:pt x="31" y="8"/>
                    </a:lnTo>
                    <a:lnTo>
                      <a:pt x="29" y="8"/>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45" name="iṧ1ïḓè"/>
              <p:cNvSpPr/>
              <p:nvPr/>
            </p:nvSpPr>
            <p:spPr bwMode="auto">
              <a:xfrm>
                <a:off x="3551238" y="3067050"/>
                <a:ext cx="722313" cy="727075"/>
              </a:xfrm>
              <a:custGeom>
                <a:avLst/>
                <a:gdLst>
                  <a:gd name="T0" fmla="*/ 109 w 219"/>
                  <a:gd name="T1" fmla="*/ 0 h 218"/>
                  <a:gd name="T2" fmla="*/ 219 w 219"/>
                  <a:gd name="T3" fmla="*/ 109 h 218"/>
                  <a:gd name="T4" fmla="*/ 109 w 219"/>
                  <a:gd name="T5" fmla="*/ 218 h 218"/>
                  <a:gd name="T6" fmla="*/ 0 w 219"/>
                  <a:gd name="T7" fmla="*/ 109 h 218"/>
                  <a:gd name="T8" fmla="*/ 109 w 219"/>
                  <a:gd name="T9" fmla="*/ 0 h 218"/>
                  <a:gd name="T10" fmla="*/ 109 w 219"/>
                  <a:gd name="T11" fmla="*/ 3 h 218"/>
                  <a:gd name="T12" fmla="*/ 4 w 219"/>
                  <a:gd name="T13" fmla="*/ 109 h 218"/>
                  <a:gd name="T14" fmla="*/ 109 w 219"/>
                  <a:gd name="T15" fmla="*/ 215 h 218"/>
                  <a:gd name="T16" fmla="*/ 215 w 219"/>
                  <a:gd name="T17" fmla="*/ 109 h 218"/>
                  <a:gd name="T18" fmla="*/ 109 w 219"/>
                  <a:gd name="T19" fmla="*/ 3 h 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9" h="218">
                    <a:moveTo>
                      <a:pt x="109" y="0"/>
                    </a:moveTo>
                    <a:cubicBezTo>
                      <a:pt x="170" y="0"/>
                      <a:pt x="219" y="49"/>
                      <a:pt x="219" y="109"/>
                    </a:cubicBezTo>
                    <a:cubicBezTo>
                      <a:pt x="219" y="169"/>
                      <a:pt x="170" y="218"/>
                      <a:pt x="109" y="218"/>
                    </a:cubicBezTo>
                    <a:cubicBezTo>
                      <a:pt x="49" y="218"/>
                      <a:pt x="0" y="169"/>
                      <a:pt x="0" y="109"/>
                    </a:cubicBezTo>
                    <a:cubicBezTo>
                      <a:pt x="0" y="49"/>
                      <a:pt x="49" y="0"/>
                      <a:pt x="109" y="0"/>
                    </a:cubicBezTo>
                    <a:close/>
                    <a:moveTo>
                      <a:pt x="109" y="3"/>
                    </a:moveTo>
                    <a:cubicBezTo>
                      <a:pt x="51" y="3"/>
                      <a:pt x="4" y="51"/>
                      <a:pt x="4" y="109"/>
                    </a:cubicBezTo>
                    <a:cubicBezTo>
                      <a:pt x="4" y="167"/>
                      <a:pt x="51" y="215"/>
                      <a:pt x="109" y="215"/>
                    </a:cubicBezTo>
                    <a:cubicBezTo>
                      <a:pt x="168" y="215"/>
                      <a:pt x="215" y="167"/>
                      <a:pt x="215" y="109"/>
                    </a:cubicBezTo>
                    <a:cubicBezTo>
                      <a:pt x="215" y="51"/>
                      <a:pt x="168" y="3"/>
                      <a:pt x="109" y="3"/>
                    </a:cubicBez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nvGrpSpPr>
            <p:cNvPr id="247" name="íşḷïḑe"/>
            <p:cNvGrpSpPr/>
            <p:nvPr userDrawn="1"/>
          </p:nvGrpSpPr>
          <p:grpSpPr>
            <a:xfrm>
              <a:off x="4894762" y="471192"/>
              <a:ext cx="4437911" cy="1614111"/>
              <a:chOff x="4412452" y="3106738"/>
              <a:chExt cx="2312689" cy="841148"/>
            </a:xfrm>
          </p:grpSpPr>
          <p:grpSp>
            <p:nvGrpSpPr>
              <p:cNvPr id="248" name="îṥľíḑé"/>
              <p:cNvGrpSpPr/>
              <p:nvPr/>
            </p:nvGrpSpPr>
            <p:grpSpPr>
              <a:xfrm>
                <a:off x="4422776" y="3106738"/>
                <a:ext cx="2293937" cy="617538"/>
                <a:chOff x="4422776" y="3106738"/>
                <a:chExt cx="2293937" cy="617538"/>
              </a:xfrm>
            </p:grpSpPr>
            <p:sp>
              <p:nvSpPr>
                <p:cNvPr id="265" name="išḻiḑé"/>
                <p:cNvSpPr/>
                <p:nvPr/>
              </p:nvSpPr>
              <p:spPr bwMode="auto">
                <a:xfrm>
                  <a:off x="4811713" y="3200400"/>
                  <a:ext cx="49213" cy="100013"/>
                </a:xfrm>
                <a:custGeom>
                  <a:avLst/>
                  <a:gdLst>
                    <a:gd name="T0" fmla="*/ 0 w 15"/>
                    <a:gd name="T1" fmla="*/ 1 h 30"/>
                    <a:gd name="T2" fmla="*/ 1 w 15"/>
                    <a:gd name="T3" fmla="*/ 12 h 30"/>
                    <a:gd name="T4" fmla="*/ 0 w 15"/>
                    <a:gd name="T5" fmla="*/ 21 h 30"/>
                    <a:gd name="T6" fmla="*/ 2 w 15"/>
                    <a:gd name="T7" fmla="*/ 28 h 30"/>
                    <a:gd name="T8" fmla="*/ 7 w 15"/>
                    <a:gd name="T9" fmla="*/ 30 h 30"/>
                    <a:gd name="T10" fmla="*/ 12 w 15"/>
                    <a:gd name="T11" fmla="*/ 26 h 30"/>
                    <a:gd name="T12" fmla="*/ 15 w 15"/>
                    <a:gd name="T13" fmla="*/ 18 h 30"/>
                    <a:gd name="T14" fmla="*/ 3 w 15"/>
                    <a:gd name="T15" fmla="*/ 0 h 30"/>
                    <a:gd name="T16" fmla="*/ 0 w 15"/>
                    <a:gd name="T17" fmla="*/ 1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5" h="30">
                      <a:moveTo>
                        <a:pt x="0" y="1"/>
                      </a:moveTo>
                      <a:cubicBezTo>
                        <a:pt x="1" y="12"/>
                        <a:pt x="1" y="12"/>
                        <a:pt x="1" y="12"/>
                      </a:cubicBezTo>
                      <a:cubicBezTo>
                        <a:pt x="1" y="13"/>
                        <a:pt x="0" y="18"/>
                        <a:pt x="0" y="21"/>
                      </a:cubicBezTo>
                      <a:cubicBezTo>
                        <a:pt x="0" y="24"/>
                        <a:pt x="2" y="25"/>
                        <a:pt x="2" y="28"/>
                      </a:cubicBezTo>
                      <a:cubicBezTo>
                        <a:pt x="7" y="30"/>
                        <a:pt x="7" y="30"/>
                        <a:pt x="7" y="30"/>
                      </a:cubicBezTo>
                      <a:cubicBezTo>
                        <a:pt x="9" y="27"/>
                        <a:pt x="10" y="29"/>
                        <a:pt x="12" y="26"/>
                      </a:cubicBezTo>
                      <a:cubicBezTo>
                        <a:pt x="14" y="23"/>
                        <a:pt x="14" y="21"/>
                        <a:pt x="15" y="18"/>
                      </a:cubicBezTo>
                      <a:cubicBezTo>
                        <a:pt x="12" y="7"/>
                        <a:pt x="13" y="5"/>
                        <a:pt x="3" y="0"/>
                      </a:cubicBezTo>
                      <a:lnTo>
                        <a:pt x="0" y="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6" name="íṥľíďè"/>
                <p:cNvSpPr/>
                <p:nvPr/>
              </p:nvSpPr>
              <p:spPr bwMode="auto">
                <a:xfrm>
                  <a:off x="5221288" y="3184525"/>
                  <a:ext cx="36513" cy="122238"/>
                </a:xfrm>
                <a:custGeom>
                  <a:avLst/>
                  <a:gdLst>
                    <a:gd name="T0" fmla="*/ 0 w 11"/>
                    <a:gd name="T1" fmla="*/ 3 h 37"/>
                    <a:gd name="T2" fmla="*/ 2 w 11"/>
                    <a:gd name="T3" fmla="*/ 14 h 37"/>
                    <a:gd name="T4" fmla="*/ 0 w 11"/>
                    <a:gd name="T5" fmla="*/ 33 h 37"/>
                    <a:gd name="T6" fmla="*/ 0 w 11"/>
                    <a:gd name="T7" fmla="*/ 36 h 37"/>
                    <a:gd name="T8" fmla="*/ 2 w 11"/>
                    <a:gd name="T9" fmla="*/ 37 h 37"/>
                    <a:gd name="T10" fmla="*/ 8 w 11"/>
                    <a:gd name="T11" fmla="*/ 27 h 37"/>
                    <a:gd name="T12" fmla="*/ 11 w 11"/>
                    <a:gd name="T13" fmla="*/ 17 h 37"/>
                    <a:gd name="T14" fmla="*/ 11 w 11"/>
                    <a:gd name="T15" fmla="*/ 15 h 37"/>
                    <a:gd name="T16" fmla="*/ 7 w 11"/>
                    <a:gd name="T17" fmla="*/ 2 h 37"/>
                    <a:gd name="T18" fmla="*/ 2 w 11"/>
                    <a:gd name="T19" fmla="*/ 0 h 37"/>
                    <a:gd name="T20" fmla="*/ 0 w 11"/>
                    <a:gd name="T21" fmla="*/ 3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1" h="37">
                      <a:moveTo>
                        <a:pt x="0" y="3"/>
                      </a:moveTo>
                      <a:cubicBezTo>
                        <a:pt x="2" y="14"/>
                        <a:pt x="2" y="14"/>
                        <a:pt x="2" y="14"/>
                      </a:cubicBezTo>
                      <a:cubicBezTo>
                        <a:pt x="2" y="19"/>
                        <a:pt x="0" y="27"/>
                        <a:pt x="0" y="33"/>
                      </a:cubicBezTo>
                      <a:cubicBezTo>
                        <a:pt x="0" y="36"/>
                        <a:pt x="0" y="36"/>
                        <a:pt x="0" y="36"/>
                      </a:cubicBezTo>
                      <a:cubicBezTo>
                        <a:pt x="2" y="36"/>
                        <a:pt x="1" y="37"/>
                        <a:pt x="2" y="37"/>
                      </a:cubicBezTo>
                      <a:cubicBezTo>
                        <a:pt x="3" y="37"/>
                        <a:pt x="7" y="28"/>
                        <a:pt x="8" y="27"/>
                      </a:cubicBezTo>
                      <a:cubicBezTo>
                        <a:pt x="9" y="24"/>
                        <a:pt x="11" y="21"/>
                        <a:pt x="11" y="17"/>
                      </a:cubicBezTo>
                      <a:cubicBezTo>
                        <a:pt x="11" y="15"/>
                        <a:pt x="11" y="15"/>
                        <a:pt x="11" y="15"/>
                      </a:cubicBezTo>
                      <a:cubicBezTo>
                        <a:pt x="11" y="7"/>
                        <a:pt x="8" y="7"/>
                        <a:pt x="7" y="2"/>
                      </a:cubicBezTo>
                      <a:cubicBezTo>
                        <a:pt x="2" y="0"/>
                        <a:pt x="2" y="0"/>
                        <a:pt x="2" y="0"/>
                      </a:cubicBezTo>
                      <a:cubicBezTo>
                        <a:pt x="2" y="1"/>
                        <a:pt x="0" y="1"/>
                        <a:pt x="0" y="3"/>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7" name="íś1iḑe"/>
                <p:cNvSpPr/>
                <p:nvPr/>
              </p:nvSpPr>
              <p:spPr bwMode="auto">
                <a:xfrm>
                  <a:off x="4554538" y="3251200"/>
                  <a:ext cx="119063" cy="58738"/>
                </a:xfrm>
                <a:custGeom>
                  <a:avLst/>
                  <a:gdLst>
                    <a:gd name="T0" fmla="*/ 0 w 36"/>
                    <a:gd name="T1" fmla="*/ 15 h 18"/>
                    <a:gd name="T2" fmla="*/ 2 w 36"/>
                    <a:gd name="T3" fmla="*/ 16 h 18"/>
                    <a:gd name="T4" fmla="*/ 13 w 36"/>
                    <a:gd name="T5" fmla="*/ 18 h 18"/>
                    <a:gd name="T6" fmla="*/ 16 w 36"/>
                    <a:gd name="T7" fmla="*/ 18 h 18"/>
                    <a:gd name="T8" fmla="*/ 22 w 36"/>
                    <a:gd name="T9" fmla="*/ 17 h 18"/>
                    <a:gd name="T10" fmla="*/ 23 w 36"/>
                    <a:gd name="T11" fmla="*/ 17 h 18"/>
                    <a:gd name="T12" fmla="*/ 30 w 36"/>
                    <a:gd name="T13" fmla="*/ 13 h 18"/>
                    <a:gd name="T14" fmla="*/ 36 w 36"/>
                    <a:gd name="T15" fmla="*/ 8 h 18"/>
                    <a:gd name="T16" fmla="*/ 36 w 36"/>
                    <a:gd name="T17" fmla="*/ 7 h 18"/>
                    <a:gd name="T18" fmla="*/ 36 w 36"/>
                    <a:gd name="T19" fmla="*/ 4 h 18"/>
                    <a:gd name="T20" fmla="*/ 32 w 36"/>
                    <a:gd name="T21" fmla="*/ 0 h 18"/>
                    <a:gd name="T22" fmla="*/ 24 w 36"/>
                    <a:gd name="T23" fmla="*/ 3 h 18"/>
                    <a:gd name="T24" fmla="*/ 16 w 36"/>
                    <a:gd name="T25" fmla="*/ 7 h 18"/>
                    <a:gd name="T26" fmla="*/ 0 w 36"/>
                    <a:gd name="T27" fmla="*/ 15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6" h="18">
                      <a:moveTo>
                        <a:pt x="0" y="15"/>
                      </a:moveTo>
                      <a:cubicBezTo>
                        <a:pt x="1" y="16"/>
                        <a:pt x="1" y="16"/>
                        <a:pt x="2" y="16"/>
                      </a:cubicBezTo>
                      <a:cubicBezTo>
                        <a:pt x="6" y="16"/>
                        <a:pt x="9" y="18"/>
                        <a:pt x="13" y="18"/>
                      </a:cubicBezTo>
                      <a:cubicBezTo>
                        <a:pt x="16" y="18"/>
                        <a:pt x="16" y="18"/>
                        <a:pt x="16" y="18"/>
                      </a:cubicBezTo>
                      <a:cubicBezTo>
                        <a:pt x="22" y="17"/>
                        <a:pt x="22" y="17"/>
                        <a:pt x="22" y="17"/>
                      </a:cubicBezTo>
                      <a:cubicBezTo>
                        <a:pt x="23" y="17"/>
                        <a:pt x="23" y="17"/>
                        <a:pt x="23" y="17"/>
                      </a:cubicBezTo>
                      <a:cubicBezTo>
                        <a:pt x="26" y="16"/>
                        <a:pt x="28" y="14"/>
                        <a:pt x="30" y="13"/>
                      </a:cubicBezTo>
                      <a:cubicBezTo>
                        <a:pt x="34" y="11"/>
                        <a:pt x="33" y="10"/>
                        <a:pt x="36" y="8"/>
                      </a:cubicBezTo>
                      <a:cubicBezTo>
                        <a:pt x="36" y="7"/>
                        <a:pt x="36" y="7"/>
                        <a:pt x="36" y="7"/>
                      </a:cubicBezTo>
                      <a:cubicBezTo>
                        <a:pt x="36" y="4"/>
                        <a:pt x="36" y="4"/>
                        <a:pt x="36" y="4"/>
                      </a:cubicBezTo>
                      <a:cubicBezTo>
                        <a:pt x="36" y="1"/>
                        <a:pt x="33" y="2"/>
                        <a:pt x="32" y="0"/>
                      </a:cubicBezTo>
                      <a:cubicBezTo>
                        <a:pt x="29" y="1"/>
                        <a:pt x="27" y="1"/>
                        <a:pt x="24" y="3"/>
                      </a:cubicBezTo>
                      <a:cubicBezTo>
                        <a:pt x="21" y="4"/>
                        <a:pt x="19" y="6"/>
                        <a:pt x="16" y="7"/>
                      </a:cubicBezTo>
                      <a:cubicBezTo>
                        <a:pt x="11" y="11"/>
                        <a:pt x="4" y="10"/>
                        <a:pt x="0" y="1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8" name="iṩ1iḋè"/>
                <p:cNvSpPr/>
                <p:nvPr/>
              </p:nvSpPr>
              <p:spPr bwMode="auto">
                <a:xfrm>
                  <a:off x="6359526" y="3263900"/>
                  <a:ext cx="93663" cy="139700"/>
                </a:xfrm>
                <a:custGeom>
                  <a:avLst/>
                  <a:gdLst>
                    <a:gd name="T0" fmla="*/ 15 w 28"/>
                    <a:gd name="T1" fmla="*/ 1 h 42"/>
                    <a:gd name="T2" fmla="*/ 6 w 28"/>
                    <a:gd name="T3" fmla="*/ 11 h 42"/>
                    <a:gd name="T4" fmla="*/ 6 w 28"/>
                    <a:gd name="T5" fmla="*/ 13 h 42"/>
                    <a:gd name="T6" fmla="*/ 5 w 28"/>
                    <a:gd name="T7" fmla="*/ 16 h 42"/>
                    <a:gd name="T8" fmla="*/ 6 w 28"/>
                    <a:gd name="T9" fmla="*/ 20 h 42"/>
                    <a:gd name="T10" fmla="*/ 6 w 28"/>
                    <a:gd name="T11" fmla="*/ 21 h 42"/>
                    <a:gd name="T12" fmla="*/ 0 w 28"/>
                    <a:gd name="T13" fmla="*/ 38 h 42"/>
                    <a:gd name="T14" fmla="*/ 0 w 28"/>
                    <a:gd name="T15" fmla="*/ 41 h 42"/>
                    <a:gd name="T16" fmla="*/ 3 w 28"/>
                    <a:gd name="T17" fmla="*/ 42 h 42"/>
                    <a:gd name="T18" fmla="*/ 9 w 28"/>
                    <a:gd name="T19" fmla="*/ 32 h 42"/>
                    <a:gd name="T20" fmla="*/ 12 w 28"/>
                    <a:gd name="T21" fmla="*/ 26 h 42"/>
                    <a:gd name="T22" fmla="*/ 14 w 28"/>
                    <a:gd name="T23" fmla="*/ 26 h 42"/>
                    <a:gd name="T24" fmla="*/ 20 w 28"/>
                    <a:gd name="T25" fmla="*/ 26 h 42"/>
                    <a:gd name="T26" fmla="*/ 28 w 28"/>
                    <a:gd name="T27" fmla="*/ 14 h 42"/>
                    <a:gd name="T28" fmla="*/ 28 w 28"/>
                    <a:gd name="T29" fmla="*/ 6 h 42"/>
                    <a:gd name="T30" fmla="*/ 28 w 28"/>
                    <a:gd name="T31" fmla="*/ 5 h 42"/>
                    <a:gd name="T32" fmla="*/ 27 w 28"/>
                    <a:gd name="T33" fmla="*/ 3 h 42"/>
                    <a:gd name="T34" fmla="*/ 26 w 28"/>
                    <a:gd name="T35" fmla="*/ 3 h 42"/>
                    <a:gd name="T36" fmla="*/ 24 w 28"/>
                    <a:gd name="T37" fmla="*/ 3 h 42"/>
                    <a:gd name="T38" fmla="*/ 23 w 28"/>
                    <a:gd name="T39" fmla="*/ 3 h 42"/>
                    <a:gd name="T40" fmla="*/ 20 w 28"/>
                    <a:gd name="T41" fmla="*/ 0 h 42"/>
                    <a:gd name="T42" fmla="*/ 15 w 28"/>
                    <a:gd name="T43" fmla="*/ 1 h 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 h="42">
                      <a:moveTo>
                        <a:pt x="15" y="1"/>
                      </a:moveTo>
                      <a:cubicBezTo>
                        <a:pt x="15" y="10"/>
                        <a:pt x="8" y="6"/>
                        <a:pt x="6" y="11"/>
                      </a:cubicBezTo>
                      <a:cubicBezTo>
                        <a:pt x="6" y="13"/>
                        <a:pt x="6" y="13"/>
                        <a:pt x="6" y="13"/>
                      </a:cubicBezTo>
                      <a:cubicBezTo>
                        <a:pt x="6" y="14"/>
                        <a:pt x="5" y="14"/>
                        <a:pt x="5" y="16"/>
                      </a:cubicBezTo>
                      <a:cubicBezTo>
                        <a:pt x="6" y="20"/>
                        <a:pt x="6" y="20"/>
                        <a:pt x="6" y="20"/>
                      </a:cubicBezTo>
                      <a:cubicBezTo>
                        <a:pt x="6" y="21"/>
                        <a:pt x="6" y="21"/>
                        <a:pt x="6" y="21"/>
                      </a:cubicBezTo>
                      <a:cubicBezTo>
                        <a:pt x="6" y="29"/>
                        <a:pt x="0" y="31"/>
                        <a:pt x="0" y="38"/>
                      </a:cubicBezTo>
                      <a:cubicBezTo>
                        <a:pt x="0" y="41"/>
                        <a:pt x="0" y="41"/>
                        <a:pt x="0" y="41"/>
                      </a:cubicBezTo>
                      <a:cubicBezTo>
                        <a:pt x="2" y="42"/>
                        <a:pt x="2" y="42"/>
                        <a:pt x="3" y="42"/>
                      </a:cubicBezTo>
                      <a:cubicBezTo>
                        <a:pt x="7" y="42"/>
                        <a:pt x="9" y="36"/>
                        <a:pt x="9" y="32"/>
                      </a:cubicBezTo>
                      <a:cubicBezTo>
                        <a:pt x="9" y="29"/>
                        <a:pt x="10" y="26"/>
                        <a:pt x="12" y="26"/>
                      </a:cubicBezTo>
                      <a:cubicBezTo>
                        <a:pt x="14" y="26"/>
                        <a:pt x="14" y="26"/>
                        <a:pt x="14" y="26"/>
                      </a:cubicBezTo>
                      <a:cubicBezTo>
                        <a:pt x="20" y="26"/>
                        <a:pt x="20" y="26"/>
                        <a:pt x="20" y="26"/>
                      </a:cubicBezTo>
                      <a:cubicBezTo>
                        <a:pt x="24" y="24"/>
                        <a:pt x="28" y="21"/>
                        <a:pt x="28" y="14"/>
                      </a:cubicBezTo>
                      <a:cubicBezTo>
                        <a:pt x="28" y="6"/>
                        <a:pt x="28" y="6"/>
                        <a:pt x="28" y="6"/>
                      </a:cubicBezTo>
                      <a:cubicBezTo>
                        <a:pt x="28" y="5"/>
                        <a:pt x="28" y="5"/>
                        <a:pt x="28" y="5"/>
                      </a:cubicBezTo>
                      <a:cubicBezTo>
                        <a:pt x="27" y="3"/>
                        <a:pt x="27" y="3"/>
                        <a:pt x="27" y="3"/>
                      </a:cubicBezTo>
                      <a:cubicBezTo>
                        <a:pt x="26" y="3"/>
                        <a:pt x="26" y="3"/>
                        <a:pt x="26" y="3"/>
                      </a:cubicBezTo>
                      <a:cubicBezTo>
                        <a:pt x="24" y="3"/>
                        <a:pt x="24" y="3"/>
                        <a:pt x="24" y="3"/>
                      </a:cubicBezTo>
                      <a:cubicBezTo>
                        <a:pt x="23" y="3"/>
                        <a:pt x="23" y="3"/>
                        <a:pt x="23" y="3"/>
                      </a:cubicBezTo>
                      <a:cubicBezTo>
                        <a:pt x="20" y="0"/>
                        <a:pt x="20" y="0"/>
                        <a:pt x="20" y="0"/>
                      </a:cubicBezTo>
                      <a:lnTo>
                        <a:pt x="15" y="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9" name="íṩlïḓè"/>
                <p:cNvSpPr/>
                <p:nvPr/>
              </p:nvSpPr>
              <p:spPr bwMode="auto">
                <a:xfrm>
                  <a:off x="5826126" y="3273425"/>
                  <a:ext cx="223838" cy="293688"/>
                </a:xfrm>
                <a:custGeom>
                  <a:avLst/>
                  <a:gdLst>
                    <a:gd name="T0" fmla="*/ 38 w 68"/>
                    <a:gd name="T1" fmla="*/ 16 h 88"/>
                    <a:gd name="T2" fmla="*/ 40 w 68"/>
                    <a:gd name="T3" fmla="*/ 5 h 88"/>
                    <a:gd name="T4" fmla="*/ 36 w 68"/>
                    <a:gd name="T5" fmla="*/ 1 h 88"/>
                    <a:gd name="T6" fmla="*/ 36 w 68"/>
                    <a:gd name="T7" fmla="*/ 1 h 88"/>
                    <a:gd name="T8" fmla="*/ 33 w 68"/>
                    <a:gd name="T9" fmla="*/ 0 h 88"/>
                    <a:gd name="T10" fmla="*/ 24 w 68"/>
                    <a:gd name="T11" fmla="*/ 7 h 88"/>
                    <a:gd name="T12" fmla="*/ 24 w 68"/>
                    <a:gd name="T13" fmla="*/ 8 h 88"/>
                    <a:gd name="T14" fmla="*/ 26 w 68"/>
                    <a:gd name="T15" fmla="*/ 18 h 88"/>
                    <a:gd name="T16" fmla="*/ 27 w 68"/>
                    <a:gd name="T17" fmla="*/ 28 h 88"/>
                    <a:gd name="T18" fmla="*/ 27 w 68"/>
                    <a:gd name="T19" fmla="*/ 39 h 88"/>
                    <a:gd name="T20" fmla="*/ 16 w 68"/>
                    <a:gd name="T21" fmla="*/ 48 h 88"/>
                    <a:gd name="T22" fmla="*/ 7 w 68"/>
                    <a:gd name="T23" fmla="*/ 49 h 88"/>
                    <a:gd name="T24" fmla="*/ 5 w 68"/>
                    <a:gd name="T25" fmla="*/ 49 h 88"/>
                    <a:gd name="T26" fmla="*/ 4 w 68"/>
                    <a:gd name="T27" fmla="*/ 49 h 88"/>
                    <a:gd name="T28" fmla="*/ 0 w 68"/>
                    <a:gd name="T29" fmla="*/ 54 h 88"/>
                    <a:gd name="T30" fmla="*/ 5 w 68"/>
                    <a:gd name="T31" fmla="*/ 60 h 88"/>
                    <a:gd name="T32" fmla="*/ 11 w 68"/>
                    <a:gd name="T33" fmla="*/ 60 h 88"/>
                    <a:gd name="T34" fmla="*/ 13 w 68"/>
                    <a:gd name="T35" fmla="*/ 59 h 88"/>
                    <a:gd name="T36" fmla="*/ 20 w 68"/>
                    <a:gd name="T37" fmla="*/ 66 h 88"/>
                    <a:gd name="T38" fmla="*/ 17 w 68"/>
                    <a:gd name="T39" fmla="*/ 72 h 88"/>
                    <a:gd name="T40" fmla="*/ 13 w 68"/>
                    <a:gd name="T41" fmla="*/ 76 h 88"/>
                    <a:gd name="T42" fmla="*/ 2 w 68"/>
                    <a:gd name="T43" fmla="*/ 82 h 88"/>
                    <a:gd name="T44" fmla="*/ 2 w 68"/>
                    <a:gd name="T45" fmla="*/ 83 h 88"/>
                    <a:gd name="T46" fmla="*/ 2 w 68"/>
                    <a:gd name="T47" fmla="*/ 87 h 88"/>
                    <a:gd name="T48" fmla="*/ 4 w 68"/>
                    <a:gd name="T49" fmla="*/ 88 h 88"/>
                    <a:gd name="T50" fmla="*/ 25 w 68"/>
                    <a:gd name="T51" fmla="*/ 77 h 88"/>
                    <a:gd name="T52" fmla="*/ 31 w 68"/>
                    <a:gd name="T53" fmla="*/ 69 h 88"/>
                    <a:gd name="T54" fmla="*/ 40 w 68"/>
                    <a:gd name="T55" fmla="*/ 63 h 88"/>
                    <a:gd name="T56" fmla="*/ 52 w 68"/>
                    <a:gd name="T57" fmla="*/ 70 h 88"/>
                    <a:gd name="T58" fmla="*/ 48 w 68"/>
                    <a:gd name="T59" fmla="*/ 79 h 88"/>
                    <a:gd name="T60" fmla="*/ 59 w 68"/>
                    <a:gd name="T61" fmla="*/ 81 h 88"/>
                    <a:gd name="T62" fmla="*/ 68 w 68"/>
                    <a:gd name="T63" fmla="*/ 71 h 88"/>
                    <a:gd name="T64" fmla="*/ 59 w 68"/>
                    <a:gd name="T65" fmla="*/ 62 h 88"/>
                    <a:gd name="T66" fmla="*/ 44 w 68"/>
                    <a:gd name="T67" fmla="*/ 60 h 88"/>
                    <a:gd name="T68" fmla="*/ 42 w 68"/>
                    <a:gd name="T69" fmla="*/ 60 h 88"/>
                    <a:gd name="T70" fmla="*/ 36 w 68"/>
                    <a:gd name="T71" fmla="*/ 53 h 88"/>
                    <a:gd name="T72" fmla="*/ 48 w 68"/>
                    <a:gd name="T73" fmla="*/ 42 h 88"/>
                    <a:gd name="T74" fmla="*/ 59 w 68"/>
                    <a:gd name="T75" fmla="*/ 32 h 88"/>
                    <a:gd name="T76" fmla="*/ 59 w 68"/>
                    <a:gd name="T77" fmla="*/ 30 h 88"/>
                    <a:gd name="T78" fmla="*/ 59 w 68"/>
                    <a:gd name="T79" fmla="*/ 29 h 88"/>
                    <a:gd name="T80" fmla="*/ 54 w 68"/>
                    <a:gd name="T81" fmla="*/ 26 h 88"/>
                    <a:gd name="T82" fmla="*/ 51 w 68"/>
                    <a:gd name="T83" fmla="*/ 27 h 88"/>
                    <a:gd name="T84" fmla="*/ 50 w 68"/>
                    <a:gd name="T85" fmla="*/ 27 h 88"/>
                    <a:gd name="T86" fmla="*/ 41 w 68"/>
                    <a:gd name="T87" fmla="*/ 33 h 88"/>
                    <a:gd name="T88" fmla="*/ 38 w 68"/>
                    <a:gd name="T89" fmla="*/ 28 h 88"/>
                    <a:gd name="T90" fmla="*/ 38 w 68"/>
                    <a:gd name="T91" fmla="*/ 27 h 88"/>
                    <a:gd name="T92" fmla="*/ 38 w 68"/>
                    <a:gd name="T93" fmla="*/ 16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68" h="88">
                      <a:moveTo>
                        <a:pt x="38" y="16"/>
                      </a:moveTo>
                      <a:cubicBezTo>
                        <a:pt x="39" y="11"/>
                        <a:pt x="40" y="9"/>
                        <a:pt x="40" y="5"/>
                      </a:cubicBezTo>
                      <a:cubicBezTo>
                        <a:pt x="40" y="3"/>
                        <a:pt x="38" y="1"/>
                        <a:pt x="36" y="1"/>
                      </a:cubicBezTo>
                      <a:cubicBezTo>
                        <a:pt x="36" y="1"/>
                        <a:pt x="36" y="1"/>
                        <a:pt x="36" y="1"/>
                      </a:cubicBezTo>
                      <a:cubicBezTo>
                        <a:pt x="34" y="1"/>
                        <a:pt x="34" y="1"/>
                        <a:pt x="33" y="0"/>
                      </a:cubicBezTo>
                      <a:cubicBezTo>
                        <a:pt x="28" y="3"/>
                        <a:pt x="28" y="1"/>
                        <a:pt x="24" y="7"/>
                      </a:cubicBezTo>
                      <a:cubicBezTo>
                        <a:pt x="24" y="8"/>
                        <a:pt x="24" y="8"/>
                        <a:pt x="24" y="8"/>
                      </a:cubicBezTo>
                      <a:cubicBezTo>
                        <a:pt x="24" y="12"/>
                        <a:pt x="26" y="14"/>
                        <a:pt x="26" y="18"/>
                      </a:cubicBezTo>
                      <a:cubicBezTo>
                        <a:pt x="27" y="28"/>
                        <a:pt x="27" y="28"/>
                        <a:pt x="27" y="28"/>
                      </a:cubicBezTo>
                      <a:cubicBezTo>
                        <a:pt x="27" y="39"/>
                        <a:pt x="27" y="39"/>
                        <a:pt x="27" y="39"/>
                      </a:cubicBezTo>
                      <a:cubicBezTo>
                        <a:pt x="28" y="45"/>
                        <a:pt x="22" y="48"/>
                        <a:pt x="16" y="48"/>
                      </a:cubicBezTo>
                      <a:cubicBezTo>
                        <a:pt x="7" y="49"/>
                        <a:pt x="7" y="49"/>
                        <a:pt x="7" y="49"/>
                      </a:cubicBezTo>
                      <a:cubicBezTo>
                        <a:pt x="5" y="49"/>
                        <a:pt x="5" y="49"/>
                        <a:pt x="5" y="49"/>
                      </a:cubicBezTo>
                      <a:cubicBezTo>
                        <a:pt x="4" y="49"/>
                        <a:pt x="4" y="49"/>
                        <a:pt x="4" y="49"/>
                      </a:cubicBezTo>
                      <a:cubicBezTo>
                        <a:pt x="2" y="50"/>
                        <a:pt x="0" y="51"/>
                        <a:pt x="0" y="54"/>
                      </a:cubicBezTo>
                      <a:cubicBezTo>
                        <a:pt x="0" y="56"/>
                        <a:pt x="3" y="60"/>
                        <a:pt x="5" y="60"/>
                      </a:cubicBezTo>
                      <a:cubicBezTo>
                        <a:pt x="11" y="60"/>
                        <a:pt x="11" y="60"/>
                        <a:pt x="11" y="60"/>
                      </a:cubicBezTo>
                      <a:cubicBezTo>
                        <a:pt x="12" y="60"/>
                        <a:pt x="12" y="60"/>
                        <a:pt x="13" y="59"/>
                      </a:cubicBezTo>
                      <a:cubicBezTo>
                        <a:pt x="17" y="62"/>
                        <a:pt x="17" y="60"/>
                        <a:pt x="20" y="66"/>
                      </a:cubicBezTo>
                      <a:cubicBezTo>
                        <a:pt x="18" y="69"/>
                        <a:pt x="20" y="68"/>
                        <a:pt x="17" y="72"/>
                      </a:cubicBezTo>
                      <a:cubicBezTo>
                        <a:pt x="15" y="73"/>
                        <a:pt x="15" y="75"/>
                        <a:pt x="13" y="76"/>
                      </a:cubicBezTo>
                      <a:cubicBezTo>
                        <a:pt x="8" y="79"/>
                        <a:pt x="7" y="80"/>
                        <a:pt x="2" y="82"/>
                      </a:cubicBezTo>
                      <a:cubicBezTo>
                        <a:pt x="2" y="83"/>
                        <a:pt x="2" y="83"/>
                        <a:pt x="2" y="83"/>
                      </a:cubicBezTo>
                      <a:cubicBezTo>
                        <a:pt x="2" y="87"/>
                        <a:pt x="2" y="87"/>
                        <a:pt x="2" y="87"/>
                      </a:cubicBezTo>
                      <a:cubicBezTo>
                        <a:pt x="4" y="87"/>
                        <a:pt x="3" y="88"/>
                        <a:pt x="4" y="88"/>
                      </a:cubicBezTo>
                      <a:cubicBezTo>
                        <a:pt x="13" y="88"/>
                        <a:pt x="20" y="82"/>
                        <a:pt x="25" y="77"/>
                      </a:cubicBezTo>
                      <a:cubicBezTo>
                        <a:pt x="26" y="76"/>
                        <a:pt x="30" y="71"/>
                        <a:pt x="31" y="69"/>
                      </a:cubicBezTo>
                      <a:cubicBezTo>
                        <a:pt x="33" y="65"/>
                        <a:pt x="35" y="63"/>
                        <a:pt x="40" y="63"/>
                      </a:cubicBezTo>
                      <a:cubicBezTo>
                        <a:pt x="45" y="63"/>
                        <a:pt x="49" y="67"/>
                        <a:pt x="52" y="70"/>
                      </a:cubicBezTo>
                      <a:cubicBezTo>
                        <a:pt x="48" y="79"/>
                        <a:pt x="48" y="79"/>
                        <a:pt x="48" y="79"/>
                      </a:cubicBezTo>
                      <a:cubicBezTo>
                        <a:pt x="50" y="79"/>
                        <a:pt x="58" y="81"/>
                        <a:pt x="59" y="81"/>
                      </a:cubicBezTo>
                      <a:cubicBezTo>
                        <a:pt x="65" y="81"/>
                        <a:pt x="67" y="76"/>
                        <a:pt x="68" y="71"/>
                      </a:cubicBezTo>
                      <a:cubicBezTo>
                        <a:pt x="67" y="65"/>
                        <a:pt x="63" y="64"/>
                        <a:pt x="59" y="62"/>
                      </a:cubicBezTo>
                      <a:cubicBezTo>
                        <a:pt x="53" y="59"/>
                        <a:pt x="51" y="60"/>
                        <a:pt x="44" y="60"/>
                      </a:cubicBezTo>
                      <a:cubicBezTo>
                        <a:pt x="43" y="60"/>
                        <a:pt x="43" y="60"/>
                        <a:pt x="42" y="60"/>
                      </a:cubicBezTo>
                      <a:cubicBezTo>
                        <a:pt x="40" y="59"/>
                        <a:pt x="36" y="56"/>
                        <a:pt x="36" y="53"/>
                      </a:cubicBezTo>
                      <a:cubicBezTo>
                        <a:pt x="36" y="51"/>
                        <a:pt x="45" y="44"/>
                        <a:pt x="48" y="42"/>
                      </a:cubicBezTo>
                      <a:cubicBezTo>
                        <a:pt x="50" y="41"/>
                        <a:pt x="59" y="34"/>
                        <a:pt x="59" y="32"/>
                      </a:cubicBezTo>
                      <a:cubicBezTo>
                        <a:pt x="59" y="30"/>
                        <a:pt x="59" y="30"/>
                        <a:pt x="59" y="30"/>
                      </a:cubicBezTo>
                      <a:cubicBezTo>
                        <a:pt x="59" y="29"/>
                        <a:pt x="59" y="29"/>
                        <a:pt x="59" y="29"/>
                      </a:cubicBezTo>
                      <a:cubicBezTo>
                        <a:pt x="54" y="26"/>
                        <a:pt x="54" y="26"/>
                        <a:pt x="54" y="26"/>
                      </a:cubicBezTo>
                      <a:cubicBezTo>
                        <a:pt x="53" y="27"/>
                        <a:pt x="53" y="27"/>
                        <a:pt x="51" y="27"/>
                      </a:cubicBezTo>
                      <a:cubicBezTo>
                        <a:pt x="50" y="27"/>
                        <a:pt x="50" y="27"/>
                        <a:pt x="50" y="27"/>
                      </a:cubicBezTo>
                      <a:cubicBezTo>
                        <a:pt x="46" y="32"/>
                        <a:pt x="46" y="30"/>
                        <a:pt x="41" y="33"/>
                      </a:cubicBezTo>
                      <a:cubicBezTo>
                        <a:pt x="40" y="31"/>
                        <a:pt x="39" y="30"/>
                        <a:pt x="38" y="28"/>
                      </a:cubicBezTo>
                      <a:cubicBezTo>
                        <a:pt x="38" y="27"/>
                        <a:pt x="38" y="27"/>
                        <a:pt x="38" y="27"/>
                      </a:cubicBezTo>
                      <a:lnTo>
                        <a:pt x="38" y="16"/>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0" name="ísḷïďè"/>
                <p:cNvSpPr/>
                <p:nvPr/>
              </p:nvSpPr>
              <p:spPr bwMode="auto">
                <a:xfrm>
                  <a:off x="4518026" y="3506788"/>
                  <a:ext cx="53975" cy="71438"/>
                </a:xfrm>
                <a:custGeom>
                  <a:avLst/>
                  <a:gdLst>
                    <a:gd name="T0" fmla="*/ 14 w 16"/>
                    <a:gd name="T1" fmla="*/ 17 h 21"/>
                    <a:gd name="T2" fmla="*/ 16 w 16"/>
                    <a:gd name="T3" fmla="*/ 12 h 21"/>
                    <a:gd name="T4" fmla="*/ 11 w 16"/>
                    <a:gd name="T5" fmla="*/ 5 h 21"/>
                    <a:gd name="T6" fmla="*/ 5 w 16"/>
                    <a:gd name="T7" fmla="*/ 0 h 21"/>
                    <a:gd name="T8" fmla="*/ 2 w 16"/>
                    <a:gd name="T9" fmla="*/ 4 h 21"/>
                    <a:gd name="T10" fmla="*/ 2 w 16"/>
                    <a:gd name="T11" fmla="*/ 5 h 21"/>
                    <a:gd name="T12" fmla="*/ 2 w 16"/>
                    <a:gd name="T13" fmla="*/ 8 h 21"/>
                    <a:gd name="T14" fmla="*/ 2 w 16"/>
                    <a:gd name="T15" fmla="*/ 9 h 21"/>
                    <a:gd name="T16" fmla="*/ 0 w 16"/>
                    <a:gd name="T17" fmla="*/ 17 h 21"/>
                    <a:gd name="T18" fmla="*/ 3 w 16"/>
                    <a:gd name="T19" fmla="*/ 21 h 21"/>
                    <a:gd name="T20" fmla="*/ 4 w 16"/>
                    <a:gd name="T21" fmla="*/ 21 h 21"/>
                    <a:gd name="T22" fmla="*/ 5 w 16"/>
                    <a:gd name="T23" fmla="*/ 21 h 21"/>
                    <a:gd name="T24" fmla="*/ 14 w 16"/>
                    <a:gd name="T25" fmla="*/ 17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1">
                      <a:moveTo>
                        <a:pt x="14" y="17"/>
                      </a:moveTo>
                      <a:cubicBezTo>
                        <a:pt x="14" y="15"/>
                        <a:pt x="16" y="13"/>
                        <a:pt x="16" y="12"/>
                      </a:cubicBezTo>
                      <a:cubicBezTo>
                        <a:pt x="16" y="11"/>
                        <a:pt x="12" y="7"/>
                        <a:pt x="11" y="5"/>
                      </a:cubicBezTo>
                      <a:cubicBezTo>
                        <a:pt x="11" y="3"/>
                        <a:pt x="8" y="0"/>
                        <a:pt x="5" y="0"/>
                      </a:cubicBezTo>
                      <a:cubicBezTo>
                        <a:pt x="4" y="0"/>
                        <a:pt x="3" y="3"/>
                        <a:pt x="2" y="4"/>
                      </a:cubicBezTo>
                      <a:cubicBezTo>
                        <a:pt x="2" y="5"/>
                        <a:pt x="2" y="5"/>
                        <a:pt x="2" y="5"/>
                      </a:cubicBezTo>
                      <a:cubicBezTo>
                        <a:pt x="2" y="8"/>
                        <a:pt x="2" y="8"/>
                        <a:pt x="2" y="8"/>
                      </a:cubicBezTo>
                      <a:cubicBezTo>
                        <a:pt x="2" y="9"/>
                        <a:pt x="2" y="9"/>
                        <a:pt x="2" y="9"/>
                      </a:cubicBezTo>
                      <a:cubicBezTo>
                        <a:pt x="1" y="11"/>
                        <a:pt x="0" y="14"/>
                        <a:pt x="0" y="17"/>
                      </a:cubicBezTo>
                      <a:cubicBezTo>
                        <a:pt x="0" y="19"/>
                        <a:pt x="1" y="20"/>
                        <a:pt x="3" y="21"/>
                      </a:cubicBezTo>
                      <a:cubicBezTo>
                        <a:pt x="4" y="21"/>
                        <a:pt x="4" y="21"/>
                        <a:pt x="4" y="21"/>
                      </a:cubicBezTo>
                      <a:cubicBezTo>
                        <a:pt x="5" y="21"/>
                        <a:pt x="5" y="21"/>
                        <a:pt x="5" y="21"/>
                      </a:cubicBezTo>
                      <a:cubicBezTo>
                        <a:pt x="7" y="21"/>
                        <a:pt x="11" y="17"/>
                        <a:pt x="14" y="17"/>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1" name="îṧļîḓé"/>
                <p:cNvSpPr/>
                <p:nvPr/>
              </p:nvSpPr>
              <p:spPr bwMode="auto">
                <a:xfrm>
                  <a:off x="5319713" y="3133725"/>
                  <a:ext cx="222250" cy="500063"/>
                </a:xfrm>
                <a:custGeom>
                  <a:avLst/>
                  <a:gdLst>
                    <a:gd name="T0" fmla="*/ 47 w 67"/>
                    <a:gd name="T1" fmla="*/ 96 h 150"/>
                    <a:gd name="T2" fmla="*/ 51 w 67"/>
                    <a:gd name="T3" fmla="*/ 96 h 150"/>
                    <a:gd name="T4" fmla="*/ 46 w 67"/>
                    <a:gd name="T5" fmla="*/ 114 h 150"/>
                    <a:gd name="T6" fmla="*/ 42 w 67"/>
                    <a:gd name="T7" fmla="*/ 113 h 150"/>
                    <a:gd name="T8" fmla="*/ 39 w 67"/>
                    <a:gd name="T9" fmla="*/ 108 h 150"/>
                    <a:gd name="T10" fmla="*/ 21 w 67"/>
                    <a:gd name="T11" fmla="*/ 78 h 150"/>
                    <a:gd name="T12" fmla="*/ 29 w 67"/>
                    <a:gd name="T13" fmla="*/ 73 h 150"/>
                    <a:gd name="T14" fmla="*/ 32 w 67"/>
                    <a:gd name="T15" fmla="*/ 74 h 150"/>
                    <a:gd name="T16" fmla="*/ 32 w 67"/>
                    <a:gd name="T17" fmla="*/ 77 h 150"/>
                    <a:gd name="T18" fmla="*/ 32 w 67"/>
                    <a:gd name="T19" fmla="*/ 79 h 150"/>
                    <a:gd name="T20" fmla="*/ 21 w 67"/>
                    <a:gd name="T21" fmla="*/ 78 h 150"/>
                    <a:gd name="T22" fmla="*/ 53 w 67"/>
                    <a:gd name="T23" fmla="*/ 118 h 150"/>
                    <a:gd name="T24" fmla="*/ 66 w 67"/>
                    <a:gd name="T25" fmla="*/ 108 h 150"/>
                    <a:gd name="T26" fmla="*/ 60 w 67"/>
                    <a:gd name="T27" fmla="*/ 98 h 150"/>
                    <a:gd name="T28" fmla="*/ 51 w 67"/>
                    <a:gd name="T29" fmla="*/ 82 h 150"/>
                    <a:gd name="T30" fmla="*/ 47 w 67"/>
                    <a:gd name="T31" fmla="*/ 71 h 150"/>
                    <a:gd name="T32" fmla="*/ 60 w 67"/>
                    <a:gd name="T33" fmla="*/ 58 h 150"/>
                    <a:gd name="T34" fmla="*/ 53 w 67"/>
                    <a:gd name="T35" fmla="*/ 52 h 150"/>
                    <a:gd name="T36" fmla="*/ 44 w 67"/>
                    <a:gd name="T37" fmla="*/ 50 h 150"/>
                    <a:gd name="T38" fmla="*/ 48 w 67"/>
                    <a:gd name="T39" fmla="*/ 38 h 150"/>
                    <a:gd name="T40" fmla="*/ 66 w 67"/>
                    <a:gd name="T41" fmla="*/ 17 h 150"/>
                    <a:gd name="T42" fmla="*/ 66 w 67"/>
                    <a:gd name="T43" fmla="*/ 13 h 150"/>
                    <a:gd name="T44" fmla="*/ 56 w 67"/>
                    <a:gd name="T45" fmla="*/ 1 h 150"/>
                    <a:gd name="T46" fmla="*/ 55 w 67"/>
                    <a:gd name="T47" fmla="*/ 7 h 150"/>
                    <a:gd name="T48" fmla="*/ 50 w 67"/>
                    <a:gd name="T49" fmla="*/ 18 h 150"/>
                    <a:gd name="T50" fmla="*/ 42 w 67"/>
                    <a:gd name="T51" fmla="*/ 15 h 150"/>
                    <a:gd name="T52" fmla="*/ 40 w 67"/>
                    <a:gd name="T53" fmla="*/ 15 h 150"/>
                    <a:gd name="T54" fmla="*/ 41 w 67"/>
                    <a:gd name="T55" fmla="*/ 26 h 150"/>
                    <a:gd name="T56" fmla="*/ 41 w 67"/>
                    <a:gd name="T57" fmla="*/ 30 h 150"/>
                    <a:gd name="T58" fmla="*/ 37 w 67"/>
                    <a:gd name="T59" fmla="*/ 33 h 150"/>
                    <a:gd name="T60" fmla="*/ 30 w 67"/>
                    <a:gd name="T61" fmla="*/ 29 h 150"/>
                    <a:gd name="T62" fmla="*/ 9 w 67"/>
                    <a:gd name="T63" fmla="*/ 50 h 150"/>
                    <a:gd name="T64" fmla="*/ 4 w 67"/>
                    <a:gd name="T65" fmla="*/ 59 h 150"/>
                    <a:gd name="T66" fmla="*/ 23 w 67"/>
                    <a:gd name="T67" fmla="*/ 51 h 150"/>
                    <a:gd name="T68" fmla="*/ 30 w 67"/>
                    <a:gd name="T69" fmla="*/ 58 h 150"/>
                    <a:gd name="T70" fmla="*/ 26 w 67"/>
                    <a:gd name="T71" fmla="*/ 65 h 150"/>
                    <a:gd name="T72" fmla="*/ 19 w 67"/>
                    <a:gd name="T73" fmla="*/ 64 h 150"/>
                    <a:gd name="T74" fmla="*/ 16 w 67"/>
                    <a:gd name="T75" fmla="*/ 67 h 150"/>
                    <a:gd name="T76" fmla="*/ 16 w 67"/>
                    <a:gd name="T77" fmla="*/ 72 h 150"/>
                    <a:gd name="T78" fmla="*/ 3 w 67"/>
                    <a:gd name="T79" fmla="*/ 105 h 150"/>
                    <a:gd name="T80" fmla="*/ 6 w 67"/>
                    <a:gd name="T81" fmla="*/ 110 h 150"/>
                    <a:gd name="T82" fmla="*/ 9 w 67"/>
                    <a:gd name="T83" fmla="*/ 111 h 150"/>
                    <a:gd name="T84" fmla="*/ 24 w 67"/>
                    <a:gd name="T85" fmla="*/ 89 h 150"/>
                    <a:gd name="T86" fmla="*/ 32 w 67"/>
                    <a:gd name="T87" fmla="*/ 93 h 150"/>
                    <a:gd name="T88" fmla="*/ 32 w 67"/>
                    <a:gd name="T89" fmla="*/ 96 h 150"/>
                    <a:gd name="T90" fmla="*/ 29 w 67"/>
                    <a:gd name="T91" fmla="*/ 113 h 150"/>
                    <a:gd name="T92" fmla="*/ 29 w 67"/>
                    <a:gd name="T93" fmla="*/ 115 h 150"/>
                    <a:gd name="T94" fmla="*/ 22 w 67"/>
                    <a:gd name="T95" fmla="*/ 122 h 150"/>
                    <a:gd name="T96" fmla="*/ 10 w 67"/>
                    <a:gd name="T97" fmla="*/ 124 h 150"/>
                    <a:gd name="T98" fmla="*/ 15 w 67"/>
                    <a:gd name="T99" fmla="*/ 144 h 150"/>
                    <a:gd name="T100" fmla="*/ 17 w 67"/>
                    <a:gd name="T101" fmla="*/ 150 h 150"/>
                    <a:gd name="T102" fmla="*/ 38 w 67"/>
                    <a:gd name="T103" fmla="*/ 125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67" h="150">
                      <a:moveTo>
                        <a:pt x="39" y="107"/>
                      </a:moveTo>
                      <a:cubicBezTo>
                        <a:pt x="39" y="103"/>
                        <a:pt x="44" y="96"/>
                        <a:pt x="47" y="96"/>
                      </a:cubicBezTo>
                      <a:cubicBezTo>
                        <a:pt x="50" y="96"/>
                        <a:pt x="50" y="96"/>
                        <a:pt x="50" y="96"/>
                      </a:cubicBezTo>
                      <a:cubicBezTo>
                        <a:pt x="51" y="96"/>
                        <a:pt x="51" y="96"/>
                        <a:pt x="51" y="96"/>
                      </a:cubicBezTo>
                      <a:cubicBezTo>
                        <a:pt x="53" y="98"/>
                        <a:pt x="55" y="101"/>
                        <a:pt x="55" y="104"/>
                      </a:cubicBezTo>
                      <a:cubicBezTo>
                        <a:pt x="55" y="108"/>
                        <a:pt x="49" y="112"/>
                        <a:pt x="46" y="114"/>
                      </a:cubicBezTo>
                      <a:cubicBezTo>
                        <a:pt x="45" y="114"/>
                        <a:pt x="45" y="113"/>
                        <a:pt x="43" y="113"/>
                      </a:cubicBezTo>
                      <a:cubicBezTo>
                        <a:pt x="42" y="113"/>
                        <a:pt x="42" y="113"/>
                        <a:pt x="42" y="113"/>
                      </a:cubicBezTo>
                      <a:cubicBezTo>
                        <a:pt x="39" y="109"/>
                        <a:pt x="39" y="109"/>
                        <a:pt x="39" y="109"/>
                      </a:cubicBezTo>
                      <a:cubicBezTo>
                        <a:pt x="39" y="108"/>
                        <a:pt x="39" y="108"/>
                        <a:pt x="39" y="108"/>
                      </a:cubicBezTo>
                      <a:cubicBezTo>
                        <a:pt x="39" y="107"/>
                        <a:pt x="39" y="107"/>
                        <a:pt x="39" y="107"/>
                      </a:cubicBezTo>
                      <a:close/>
                      <a:moveTo>
                        <a:pt x="21" y="78"/>
                      </a:moveTo>
                      <a:cubicBezTo>
                        <a:pt x="21" y="77"/>
                        <a:pt x="25" y="73"/>
                        <a:pt x="26" y="73"/>
                      </a:cubicBezTo>
                      <a:cubicBezTo>
                        <a:pt x="27" y="73"/>
                        <a:pt x="27" y="73"/>
                        <a:pt x="29" y="73"/>
                      </a:cubicBezTo>
                      <a:cubicBezTo>
                        <a:pt x="30" y="73"/>
                        <a:pt x="30" y="73"/>
                        <a:pt x="30" y="73"/>
                      </a:cubicBezTo>
                      <a:cubicBezTo>
                        <a:pt x="32" y="74"/>
                        <a:pt x="32" y="74"/>
                        <a:pt x="32" y="74"/>
                      </a:cubicBezTo>
                      <a:cubicBezTo>
                        <a:pt x="32" y="76"/>
                        <a:pt x="32" y="76"/>
                        <a:pt x="32" y="76"/>
                      </a:cubicBezTo>
                      <a:cubicBezTo>
                        <a:pt x="32" y="77"/>
                        <a:pt x="32" y="77"/>
                        <a:pt x="32" y="77"/>
                      </a:cubicBezTo>
                      <a:cubicBezTo>
                        <a:pt x="32" y="78"/>
                        <a:pt x="32" y="78"/>
                        <a:pt x="32" y="78"/>
                      </a:cubicBezTo>
                      <a:cubicBezTo>
                        <a:pt x="32" y="79"/>
                        <a:pt x="32" y="79"/>
                        <a:pt x="32" y="79"/>
                      </a:cubicBezTo>
                      <a:cubicBezTo>
                        <a:pt x="31" y="82"/>
                        <a:pt x="29" y="83"/>
                        <a:pt x="25" y="83"/>
                      </a:cubicBezTo>
                      <a:cubicBezTo>
                        <a:pt x="23" y="83"/>
                        <a:pt x="21" y="81"/>
                        <a:pt x="21" y="78"/>
                      </a:cubicBezTo>
                      <a:close/>
                      <a:moveTo>
                        <a:pt x="38" y="125"/>
                      </a:moveTo>
                      <a:cubicBezTo>
                        <a:pt x="43" y="122"/>
                        <a:pt x="47" y="120"/>
                        <a:pt x="53" y="118"/>
                      </a:cubicBezTo>
                      <a:cubicBezTo>
                        <a:pt x="57" y="116"/>
                        <a:pt x="57" y="116"/>
                        <a:pt x="60" y="114"/>
                      </a:cubicBezTo>
                      <a:cubicBezTo>
                        <a:pt x="64" y="111"/>
                        <a:pt x="63" y="110"/>
                        <a:pt x="66" y="108"/>
                      </a:cubicBezTo>
                      <a:cubicBezTo>
                        <a:pt x="67" y="104"/>
                        <a:pt x="67" y="104"/>
                        <a:pt x="67" y="104"/>
                      </a:cubicBezTo>
                      <a:cubicBezTo>
                        <a:pt x="64" y="100"/>
                        <a:pt x="64" y="101"/>
                        <a:pt x="60" y="98"/>
                      </a:cubicBezTo>
                      <a:cubicBezTo>
                        <a:pt x="58" y="96"/>
                        <a:pt x="55" y="95"/>
                        <a:pt x="54" y="92"/>
                      </a:cubicBezTo>
                      <a:cubicBezTo>
                        <a:pt x="53" y="88"/>
                        <a:pt x="53" y="84"/>
                        <a:pt x="51" y="82"/>
                      </a:cubicBezTo>
                      <a:cubicBezTo>
                        <a:pt x="49" y="79"/>
                        <a:pt x="47" y="77"/>
                        <a:pt x="47" y="73"/>
                      </a:cubicBezTo>
                      <a:cubicBezTo>
                        <a:pt x="47" y="72"/>
                        <a:pt x="47" y="72"/>
                        <a:pt x="47" y="71"/>
                      </a:cubicBezTo>
                      <a:cubicBezTo>
                        <a:pt x="49" y="67"/>
                        <a:pt x="47" y="67"/>
                        <a:pt x="53" y="64"/>
                      </a:cubicBezTo>
                      <a:cubicBezTo>
                        <a:pt x="55" y="64"/>
                        <a:pt x="60" y="60"/>
                        <a:pt x="60" y="58"/>
                      </a:cubicBezTo>
                      <a:cubicBezTo>
                        <a:pt x="60" y="55"/>
                        <a:pt x="60" y="55"/>
                        <a:pt x="60" y="55"/>
                      </a:cubicBezTo>
                      <a:cubicBezTo>
                        <a:pt x="60" y="53"/>
                        <a:pt x="56" y="51"/>
                        <a:pt x="53" y="52"/>
                      </a:cubicBezTo>
                      <a:cubicBezTo>
                        <a:pt x="47" y="52"/>
                        <a:pt x="47" y="52"/>
                        <a:pt x="47" y="52"/>
                      </a:cubicBezTo>
                      <a:cubicBezTo>
                        <a:pt x="46" y="52"/>
                        <a:pt x="45" y="51"/>
                        <a:pt x="44" y="50"/>
                      </a:cubicBezTo>
                      <a:cubicBezTo>
                        <a:pt x="44" y="47"/>
                        <a:pt x="44" y="47"/>
                        <a:pt x="44" y="47"/>
                      </a:cubicBezTo>
                      <a:cubicBezTo>
                        <a:pt x="44" y="44"/>
                        <a:pt x="47" y="41"/>
                        <a:pt x="48" y="38"/>
                      </a:cubicBezTo>
                      <a:cubicBezTo>
                        <a:pt x="49" y="34"/>
                        <a:pt x="50" y="33"/>
                        <a:pt x="53" y="30"/>
                      </a:cubicBezTo>
                      <a:cubicBezTo>
                        <a:pt x="56" y="27"/>
                        <a:pt x="66" y="22"/>
                        <a:pt x="66" y="17"/>
                      </a:cubicBezTo>
                      <a:cubicBezTo>
                        <a:pt x="66" y="14"/>
                        <a:pt x="66" y="14"/>
                        <a:pt x="66" y="14"/>
                      </a:cubicBezTo>
                      <a:cubicBezTo>
                        <a:pt x="66" y="13"/>
                        <a:pt x="66" y="13"/>
                        <a:pt x="66" y="13"/>
                      </a:cubicBezTo>
                      <a:cubicBezTo>
                        <a:pt x="65" y="10"/>
                        <a:pt x="62" y="0"/>
                        <a:pt x="58" y="0"/>
                      </a:cubicBezTo>
                      <a:cubicBezTo>
                        <a:pt x="57" y="0"/>
                        <a:pt x="57" y="0"/>
                        <a:pt x="56" y="1"/>
                      </a:cubicBezTo>
                      <a:cubicBezTo>
                        <a:pt x="56" y="3"/>
                        <a:pt x="55" y="3"/>
                        <a:pt x="55" y="5"/>
                      </a:cubicBezTo>
                      <a:cubicBezTo>
                        <a:pt x="55" y="7"/>
                        <a:pt x="55" y="7"/>
                        <a:pt x="55" y="7"/>
                      </a:cubicBezTo>
                      <a:cubicBezTo>
                        <a:pt x="55" y="11"/>
                        <a:pt x="53" y="15"/>
                        <a:pt x="51" y="18"/>
                      </a:cubicBezTo>
                      <a:cubicBezTo>
                        <a:pt x="50" y="18"/>
                        <a:pt x="50" y="18"/>
                        <a:pt x="50" y="18"/>
                      </a:cubicBezTo>
                      <a:cubicBezTo>
                        <a:pt x="48" y="18"/>
                        <a:pt x="48" y="18"/>
                        <a:pt x="47" y="19"/>
                      </a:cubicBezTo>
                      <a:cubicBezTo>
                        <a:pt x="42" y="15"/>
                        <a:pt x="42" y="15"/>
                        <a:pt x="42" y="15"/>
                      </a:cubicBezTo>
                      <a:cubicBezTo>
                        <a:pt x="41" y="15"/>
                        <a:pt x="41" y="15"/>
                        <a:pt x="41" y="15"/>
                      </a:cubicBezTo>
                      <a:cubicBezTo>
                        <a:pt x="40" y="15"/>
                        <a:pt x="40" y="15"/>
                        <a:pt x="40" y="15"/>
                      </a:cubicBezTo>
                      <a:cubicBezTo>
                        <a:pt x="39" y="15"/>
                        <a:pt x="38" y="16"/>
                        <a:pt x="38" y="17"/>
                      </a:cubicBezTo>
                      <a:cubicBezTo>
                        <a:pt x="38" y="19"/>
                        <a:pt x="41" y="22"/>
                        <a:pt x="41" y="26"/>
                      </a:cubicBezTo>
                      <a:cubicBezTo>
                        <a:pt x="41" y="29"/>
                        <a:pt x="41" y="29"/>
                        <a:pt x="41" y="29"/>
                      </a:cubicBezTo>
                      <a:cubicBezTo>
                        <a:pt x="41" y="30"/>
                        <a:pt x="41" y="30"/>
                        <a:pt x="41" y="30"/>
                      </a:cubicBezTo>
                      <a:cubicBezTo>
                        <a:pt x="38" y="33"/>
                        <a:pt x="38" y="33"/>
                        <a:pt x="38" y="33"/>
                      </a:cubicBezTo>
                      <a:cubicBezTo>
                        <a:pt x="37" y="33"/>
                        <a:pt x="37" y="33"/>
                        <a:pt x="37" y="33"/>
                      </a:cubicBezTo>
                      <a:cubicBezTo>
                        <a:pt x="35" y="33"/>
                        <a:pt x="35" y="34"/>
                        <a:pt x="34" y="34"/>
                      </a:cubicBezTo>
                      <a:cubicBezTo>
                        <a:pt x="32" y="33"/>
                        <a:pt x="31" y="31"/>
                        <a:pt x="30" y="29"/>
                      </a:cubicBezTo>
                      <a:cubicBezTo>
                        <a:pt x="24" y="29"/>
                        <a:pt x="30" y="41"/>
                        <a:pt x="19" y="45"/>
                      </a:cubicBezTo>
                      <a:cubicBezTo>
                        <a:pt x="16" y="46"/>
                        <a:pt x="12" y="48"/>
                        <a:pt x="9" y="50"/>
                      </a:cubicBezTo>
                      <a:cubicBezTo>
                        <a:pt x="6" y="51"/>
                        <a:pt x="1" y="53"/>
                        <a:pt x="0" y="55"/>
                      </a:cubicBezTo>
                      <a:cubicBezTo>
                        <a:pt x="1" y="58"/>
                        <a:pt x="1" y="57"/>
                        <a:pt x="4" y="59"/>
                      </a:cubicBezTo>
                      <a:cubicBezTo>
                        <a:pt x="6" y="59"/>
                        <a:pt x="6" y="59"/>
                        <a:pt x="6" y="59"/>
                      </a:cubicBezTo>
                      <a:cubicBezTo>
                        <a:pt x="10" y="59"/>
                        <a:pt x="20" y="51"/>
                        <a:pt x="23" y="51"/>
                      </a:cubicBezTo>
                      <a:cubicBezTo>
                        <a:pt x="25" y="51"/>
                        <a:pt x="24" y="51"/>
                        <a:pt x="27" y="52"/>
                      </a:cubicBezTo>
                      <a:cubicBezTo>
                        <a:pt x="29" y="54"/>
                        <a:pt x="29" y="55"/>
                        <a:pt x="30" y="58"/>
                      </a:cubicBezTo>
                      <a:cubicBezTo>
                        <a:pt x="30" y="59"/>
                        <a:pt x="30" y="59"/>
                        <a:pt x="30" y="59"/>
                      </a:cubicBezTo>
                      <a:cubicBezTo>
                        <a:pt x="30" y="62"/>
                        <a:pt x="28" y="64"/>
                        <a:pt x="26" y="65"/>
                      </a:cubicBezTo>
                      <a:cubicBezTo>
                        <a:pt x="21" y="64"/>
                        <a:pt x="21" y="64"/>
                        <a:pt x="21" y="64"/>
                      </a:cubicBezTo>
                      <a:cubicBezTo>
                        <a:pt x="20" y="64"/>
                        <a:pt x="20" y="64"/>
                        <a:pt x="19" y="64"/>
                      </a:cubicBezTo>
                      <a:cubicBezTo>
                        <a:pt x="18" y="64"/>
                        <a:pt x="18" y="64"/>
                        <a:pt x="18" y="64"/>
                      </a:cubicBezTo>
                      <a:cubicBezTo>
                        <a:pt x="16" y="67"/>
                        <a:pt x="16" y="67"/>
                        <a:pt x="16" y="67"/>
                      </a:cubicBezTo>
                      <a:cubicBezTo>
                        <a:pt x="16" y="68"/>
                        <a:pt x="16" y="68"/>
                        <a:pt x="16" y="68"/>
                      </a:cubicBezTo>
                      <a:cubicBezTo>
                        <a:pt x="16" y="72"/>
                        <a:pt x="16" y="72"/>
                        <a:pt x="16" y="72"/>
                      </a:cubicBezTo>
                      <a:cubicBezTo>
                        <a:pt x="16" y="78"/>
                        <a:pt x="13" y="85"/>
                        <a:pt x="11" y="90"/>
                      </a:cubicBezTo>
                      <a:cubicBezTo>
                        <a:pt x="9" y="94"/>
                        <a:pt x="3" y="100"/>
                        <a:pt x="3" y="105"/>
                      </a:cubicBezTo>
                      <a:cubicBezTo>
                        <a:pt x="3" y="106"/>
                        <a:pt x="4" y="109"/>
                        <a:pt x="5" y="110"/>
                      </a:cubicBezTo>
                      <a:cubicBezTo>
                        <a:pt x="6" y="110"/>
                        <a:pt x="6" y="110"/>
                        <a:pt x="6" y="110"/>
                      </a:cubicBezTo>
                      <a:cubicBezTo>
                        <a:pt x="7" y="110"/>
                        <a:pt x="7" y="110"/>
                        <a:pt x="7" y="110"/>
                      </a:cubicBezTo>
                      <a:cubicBezTo>
                        <a:pt x="9" y="110"/>
                        <a:pt x="8" y="110"/>
                        <a:pt x="9" y="111"/>
                      </a:cubicBezTo>
                      <a:cubicBezTo>
                        <a:pt x="11" y="109"/>
                        <a:pt x="15" y="101"/>
                        <a:pt x="15" y="98"/>
                      </a:cubicBezTo>
                      <a:cubicBezTo>
                        <a:pt x="17" y="94"/>
                        <a:pt x="20" y="89"/>
                        <a:pt x="24" y="89"/>
                      </a:cubicBezTo>
                      <a:cubicBezTo>
                        <a:pt x="25" y="89"/>
                        <a:pt x="25" y="89"/>
                        <a:pt x="26" y="88"/>
                      </a:cubicBezTo>
                      <a:cubicBezTo>
                        <a:pt x="28" y="90"/>
                        <a:pt x="32" y="90"/>
                        <a:pt x="32" y="93"/>
                      </a:cubicBezTo>
                      <a:cubicBezTo>
                        <a:pt x="32" y="94"/>
                        <a:pt x="32" y="94"/>
                        <a:pt x="32" y="94"/>
                      </a:cubicBezTo>
                      <a:cubicBezTo>
                        <a:pt x="32" y="96"/>
                        <a:pt x="32" y="96"/>
                        <a:pt x="32" y="96"/>
                      </a:cubicBezTo>
                      <a:cubicBezTo>
                        <a:pt x="28" y="102"/>
                        <a:pt x="25" y="101"/>
                        <a:pt x="23" y="104"/>
                      </a:cubicBezTo>
                      <a:cubicBezTo>
                        <a:pt x="26" y="109"/>
                        <a:pt x="27" y="108"/>
                        <a:pt x="29" y="113"/>
                      </a:cubicBezTo>
                      <a:cubicBezTo>
                        <a:pt x="29" y="114"/>
                        <a:pt x="29" y="114"/>
                        <a:pt x="29" y="114"/>
                      </a:cubicBezTo>
                      <a:cubicBezTo>
                        <a:pt x="29" y="115"/>
                        <a:pt x="29" y="115"/>
                        <a:pt x="29" y="115"/>
                      </a:cubicBezTo>
                      <a:cubicBezTo>
                        <a:pt x="29" y="116"/>
                        <a:pt x="29" y="116"/>
                        <a:pt x="29" y="116"/>
                      </a:cubicBezTo>
                      <a:cubicBezTo>
                        <a:pt x="28" y="119"/>
                        <a:pt x="26" y="123"/>
                        <a:pt x="22" y="122"/>
                      </a:cubicBezTo>
                      <a:cubicBezTo>
                        <a:pt x="15" y="122"/>
                        <a:pt x="15" y="122"/>
                        <a:pt x="15" y="122"/>
                      </a:cubicBezTo>
                      <a:cubicBezTo>
                        <a:pt x="14" y="122"/>
                        <a:pt x="11" y="124"/>
                        <a:pt x="10" y="124"/>
                      </a:cubicBezTo>
                      <a:cubicBezTo>
                        <a:pt x="13" y="127"/>
                        <a:pt x="23" y="129"/>
                        <a:pt x="23" y="133"/>
                      </a:cubicBezTo>
                      <a:cubicBezTo>
                        <a:pt x="23" y="137"/>
                        <a:pt x="18" y="142"/>
                        <a:pt x="15" y="144"/>
                      </a:cubicBezTo>
                      <a:cubicBezTo>
                        <a:pt x="15" y="150"/>
                        <a:pt x="15" y="150"/>
                        <a:pt x="15" y="150"/>
                      </a:cubicBezTo>
                      <a:cubicBezTo>
                        <a:pt x="17" y="150"/>
                        <a:pt x="17" y="150"/>
                        <a:pt x="17" y="150"/>
                      </a:cubicBezTo>
                      <a:cubicBezTo>
                        <a:pt x="20" y="150"/>
                        <a:pt x="27" y="141"/>
                        <a:pt x="29" y="139"/>
                      </a:cubicBezTo>
                      <a:cubicBezTo>
                        <a:pt x="33" y="135"/>
                        <a:pt x="34" y="129"/>
                        <a:pt x="38" y="12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2" name="iSļïḑé"/>
                <p:cNvSpPr/>
                <p:nvPr/>
              </p:nvSpPr>
              <p:spPr bwMode="auto">
                <a:xfrm>
                  <a:off x="4422776" y="3106738"/>
                  <a:ext cx="412750" cy="596900"/>
                </a:xfrm>
                <a:custGeom>
                  <a:avLst/>
                  <a:gdLst>
                    <a:gd name="T0" fmla="*/ 63 w 125"/>
                    <a:gd name="T1" fmla="*/ 83 h 179"/>
                    <a:gd name="T2" fmla="*/ 69 w 125"/>
                    <a:gd name="T3" fmla="*/ 84 h 179"/>
                    <a:gd name="T4" fmla="*/ 71 w 125"/>
                    <a:gd name="T5" fmla="*/ 95 h 179"/>
                    <a:gd name="T6" fmla="*/ 56 w 125"/>
                    <a:gd name="T7" fmla="*/ 91 h 179"/>
                    <a:gd name="T8" fmla="*/ 77 w 125"/>
                    <a:gd name="T9" fmla="*/ 77 h 179"/>
                    <a:gd name="T10" fmla="*/ 90 w 125"/>
                    <a:gd name="T11" fmla="*/ 82 h 179"/>
                    <a:gd name="T12" fmla="*/ 93 w 125"/>
                    <a:gd name="T13" fmla="*/ 96 h 179"/>
                    <a:gd name="T14" fmla="*/ 88 w 125"/>
                    <a:gd name="T15" fmla="*/ 106 h 179"/>
                    <a:gd name="T16" fmla="*/ 75 w 125"/>
                    <a:gd name="T17" fmla="*/ 89 h 179"/>
                    <a:gd name="T18" fmla="*/ 91 w 125"/>
                    <a:gd name="T19" fmla="*/ 29 h 179"/>
                    <a:gd name="T20" fmla="*/ 95 w 125"/>
                    <a:gd name="T21" fmla="*/ 4 h 179"/>
                    <a:gd name="T22" fmla="*/ 92 w 125"/>
                    <a:gd name="T23" fmla="*/ 0 h 179"/>
                    <a:gd name="T24" fmla="*/ 86 w 125"/>
                    <a:gd name="T25" fmla="*/ 0 h 179"/>
                    <a:gd name="T26" fmla="*/ 80 w 125"/>
                    <a:gd name="T27" fmla="*/ 7 h 179"/>
                    <a:gd name="T28" fmla="*/ 83 w 125"/>
                    <a:gd name="T29" fmla="*/ 30 h 179"/>
                    <a:gd name="T30" fmla="*/ 86 w 125"/>
                    <a:gd name="T31" fmla="*/ 50 h 179"/>
                    <a:gd name="T32" fmla="*/ 46 w 125"/>
                    <a:gd name="T33" fmla="*/ 84 h 179"/>
                    <a:gd name="T34" fmla="*/ 0 w 125"/>
                    <a:gd name="T35" fmla="*/ 99 h 179"/>
                    <a:gd name="T36" fmla="*/ 13 w 125"/>
                    <a:gd name="T37" fmla="*/ 108 h 179"/>
                    <a:gd name="T38" fmla="*/ 30 w 125"/>
                    <a:gd name="T39" fmla="*/ 100 h 179"/>
                    <a:gd name="T40" fmla="*/ 47 w 125"/>
                    <a:gd name="T41" fmla="*/ 92 h 179"/>
                    <a:gd name="T42" fmla="*/ 51 w 125"/>
                    <a:gd name="T43" fmla="*/ 109 h 179"/>
                    <a:gd name="T44" fmla="*/ 50 w 125"/>
                    <a:gd name="T45" fmla="*/ 118 h 179"/>
                    <a:gd name="T46" fmla="*/ 54 w 125"/>
                    <a:gd name="T47" fmla="*/ 125 h 179"/>
                    <a:gd name="T48" fmla="*/ 62 w 125"/>
                    <a:gd name="T49" fmla="*/ 119 h 179"/>
                    <a:gd name="T50" fmla="*/ 62 w 125"/>
                    <a:gd name="T51" fmla="*/ 113 h 179"/>
                    <a:gd name="T52" fmla="*/ 78 w 125"/>
                    <a:gd name="T53" fmla="*/ 111 h 179"/>
                    <a:gd name="T54" fmla="*/ 78 w 125"/>
                    <a:gd name="T55" fmla="*/ 113 h 179"/>
                    <a:gd name="T56" fmla="*/ 78 w 125"/>
                    <a:gd name="T57" fmla="*/ 118 h 179"/>
                    <a:gd name="T58" fmla="*/ 46 w 125"/>
                    <a:gd name="T59" fmla="*/ 147 h 179"/>
                    <a:gd name="T60" fmla="*/ 28 w 125"/>
                    <a:gd name="T61" fmla="*/ 158 h 179"/>
                    <a:gd name="T62" fmla="*/ 1 w 125"/>
                    <a:gd name="T63" fmla="*/ 170 h 179"/>
                    <a:gd name="T64" fmla="*/ 14 w 125"/>
                    <a:gd name="T65" fmla="*/ 178 h 179"/>
                    <a:gd name="T66" fmla="*/ 20 w 125"/>
                    <a:gd name="T67" fmla="*/ 179 h 179"/>
                    <a:gd name="T68" fmla="*/ 22 w 125"/>
                    <a:gd name="T69" fmla="*/ 179 h 179"/>
                    <a:gd name="T70" fmla="*/ 38 w 125"/>
                    <a:gd name="T71" fmla="*/ 169 h 179"/>
                    <a:gd name="T72" fmla="*/ 61 w 125"/>
                    <a:gd name="T73" fmla="*/ 150 h 179"/>
                    <a:gd name="T74" fmla="*/ 79 w 125"/>
                    <a:gd name="T75" fmla="*/ 135 h 179"/>
                    <a:gd name="T76" fmla="*/ 96 w 125"/>
                    <a:gd name="T77" fmla="*/ 119 h 179"/>
                    <a:gd name="T78" fmla="*/ 106 w 125"/>
                    <a:gd name="T79" fmla="*/ 149 h 179"/>
                    <a:gd name="T80" fmla="*/ 125 w 125"/>
                    <a:gd name="T81" fmla="*/ 152 h 179"/>
                    <a:gd name="T82" fmla="*/ 116 w 125"/>
                    <a:gd name="T83" fmla="*/ 120 h 179"/>
                    <a:gd name="T84" fmla="*/ 115 w 125"/>
                    <a:gd name="T85" fmla="*/ 125 h 179"/>
                    <a:gd name="T86" fmla="*/ 109 w 125"/>
                    <a:gd name="T87" fmla="*/ 129 h 179"/>
                    <a:gd name="T88" fmla="*/ 97 w 125"/>
                    <a:gd name="T89" fmla="*/ 92 h 179"/>
                    <a:gd name="T90" fmla="*/ 94 w 125"/>
                    <a:gd name="T91" fmla="*/ 76 h 179"/>
                    <a:gd name="T92" fmla="*/ 110 w 125"/>
                    <a:gd name="T93" fmla="*/ 60 h 179"/>
                    <a:gd name="T94" fmla="*/ 105 w 125"/>
                    <a:gd name="T95" fmla="*/ 57 h 179"/>
                    <a:gd name="T96" fmla="*/ 101 w 125"/>
                    <a:gd name="T97" fmla="*/ 59 h 179"/>
                    <a:gd name="T98" fmla="*/ 91 w 125"/>
                    <a:gd name="T99" fmla="*/ 54 h 179"/>
                    <a:gd name="T100" fmla="*/ 91 w 125"/>
                    <a:gd name="T101" fmla="*/ 29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25" h="179">
                      <a:moveTo>
                        <a:pt x="56" y="91"/>
                      </a:moveTo>
                      <a:cubicBezTo>
                        <a:pt x="56" y="87"/>
                        <a:pt x="60" y="85"/>
                        <a:pt x="63" y="83"/>
                      </a:cubicBezTo>
                      <a:cubicBezTo>
                        <a:pt x="64" y="83"/>
                        <a:pt x="64" y="83"/>
                        <a:pt x="64" y="83"/>
                      </a:cubicBezTo>
                      <a:cubicBezTo>
                        <a:pt x="67" y="83"/>
                        <a:pt x="67" y="84"/>
                        <a:pt x="69" y="84"/>
                      </a:cubicBezTo>
                      <a:cubicBezTo>
                        <a:pt x="71" y="94"/>
                        <a:pt x="71" y="94"/>
                        <a:pt x="71" y="94"/>
                      </a:cubicBezTo>
                      <a:cubicBezTo>
                        <a:pt x="71" y="95"/>
                        <a:pt x="71" y="95"/>
                        <a:pt x="71" y="95"/>
                      </a:cubicBezTo>
                      <a:cubicBezTo>
                        <a:pt x="68" y="100"/>
                        <a:pt x="68" y="99"/>
                        <a:pt x="63" y="101"/>
                      </a:cubicBezTo>
                      <a:cubicBezTo>
                        <a:pt x="61" y="99"/>
                        <a:pt x="56" y="95"/>
                        <a:pt x="56" y="91"/>
                      </a:cubicBezTo>
                      <a:close/>
                      <a:moveTo>
                        <a:pt x="72" y="83"/>
                      </a:moveTo>
                      <a:cubicBezTo>
                        <a:pt x="74" y="79"/>
                        <a:pt x="73" y="79"/>
                        <a:pt x="77" y="77"/>
                      </a:cubicBezTo>
                      <a:cubicBezTo>
                        <a:pt x="79" y="75"/>
                        <a:pt x="82" y="75"/>
                        <a:pt x="83" y="73"/>
                      </a:cubicBezTo>
                      <a:cubicBezTo>
                        <a:pt x="88" y="76"/>
                        <a:pt x="89" y="76"/>
                        <a:pt x="90" y="82"/>
                      </a:cubicBezTo>
                      <a:cubicBezTo>
                        <a:pt x="92" y="95"/>
                        <a:pt x="92" y="95"/>
                        <a:pt x="92" y="95"/>
                      </a:cubicBezTo>
                      <a:cubicBezTo>
                        <a:pt x="93" y="96"/>
                        <a:pt x="93" y="96"/>
                        <a:pt x="93" y="96"/>
                      </a:cubicBezTo>
                      <a:cubicBezTo>
                        <a:pt x="94" y="99"/>
                        <a:pt x="94" y="99"/>
                        <a:pt x="94" y="99"/>
                      </a:cubicBezTo>
                      <a:cubicBezTo>
                        <a:pt x="91" y="105"/>
                        <a:pt x="93" y="103"/>
                        <a:pt x="88" y="106"/>
                      </a:cubicBezTo>
                      <a:cubicBezTo>
                        <a:pt x="83" y="101"/>
                        <a:pt x="82" y="101"/>
                        <a:pt x="79" y="95"/>
                      </a:cubicBezTo>
                      <a:cubicBezTo>
                        <a:pt x="77" y="93"/>
                        <a:pt x="77" y="91"/>
                        <a:pt x="75" y="89"/>
                      </a:cubicBezTo>
                      <a:cubicBezTo>
                        <a:pt x="73" y="87"/>
                        <a:pt x="73" y="86"/>
                        <a:pt x="72" y="83"/>
                      </a:cubicBezTo>
                      <a:close/>
                      <a:moveTo>
                        <a:pt x="91" y="29"/>
                      </a:moveTo>
                      <a:cubicBezTo>
                        <a:pt x="91" y="22"/>
                        <a:pt x="95" y="12"/>
                        <a:pt x="95" y="4"/>
                      </a:cubicBezTo>
                      <a:cubicBezTo>
                        <a:pt x="95" y="4"/>
                        <a:pt x="95" y="4"/>
                        <a:pt x="95" y="4"/>
                      </a:cubicBezTo>
                      <a:cubicBezTo>
                        <a:pt x="95" y="3"/>
                        <a:pt x="95" y="3"/>
                        <a:pt x="95" y="3"/>
                      </a:cubicBezTo>
                      <a:cubicBezTo>
                        <a:pt x="93" y="0"/>
                        <a:pt x="95" y="1"/>
                        <a:pt x="92" y="0"/>
                      </a:cubicBezTo>
                      <a:cubicBezTo>
                        <a:pt x="91" y="0"/>
                        <a:pt x="91" y="0"/>
                        <a:pt x="91" y="0"/>
                      </a:cubicBezTo>
                      <a:cubicBezTo>
                        <a:pt x="86" y="0"/>
                        <a:pt x="86" y="0"/>
                        <a:pt x="86" y="0"/>
                      </a:cubicBezTo>
                      <a:cubicBezTo>
                        <a:pt x="85" y="0"/>
                        <a:pt x="85" y="0"/>
                        <a:pt x="85" y="0"/>
                      </a:cubicBezTo>
                      <a:cubicBezTo>
                        <a:pt x="82" y="1"/>
                        <a:pt x="80" y="4"/>
                        <a:pt x="80" y="7"/>
                      </a:cubicBezTo>
                      <a:cubicBezTo>
                        <a:pt x="83" y="30"/>
                        <a:pt x="83" y="30"/>
                        <a:pt x="83" y="30"/>
                      </a:cubicBezTo>
                      <a:cubicBezTo>
                        <a:pt x="83" y="30"/>
                        <a:pt x="83" y="30"/>
                        <a:pt x="83" y="30"/>
                      </a:cubicBezTo>
                      <a:cubicBezTo>
                        <a:pt x="83" y="38"/>
                        <a:pt x="86" y="44"/>
                        <a:pt x="86" y="49"/>
                      </a:cubicBezTo>
                      <a:cubicBezTo>
                        <a:pt x="86" y="50"/>
                        <a:pt x="86" y="50"/>
                        <a:pt x="86" y="50"/>
                      </a:cubicBezTo>
                      <a:cubicBezTo>
                        <a:pt x="87" y="62"/>
                        <a:pt x="87" y="62"/>
                        <a:pt x="87" y="62"/>
                      </a:cubicBezTo>
                      <a:cubicBezTo>
                        <a:pt x="87" y="68"/>
                        <a:pt x="52" y="81"/>
                        <a:pt x="46" y="84"/>
                      </a:cubicBezTo>
                      <a:cubicBezTo>
                        <a:pt x="39" y="87"/>
                        <a:pt x="31" y="89"/>
                        <a:pt x="23" y="92"/>
                      </a:cubicBezTo>
                      <a:cubicBezTo>
                        <a:pt x="20" y="94"/>
                        <a:pt x="0" y="96"/>
                        <a:pt x="0" y="99"/>
                      </a:cubicBezTo>
                      <a:cubicBezTo>
                        <a:pt x="0" y="101"/>
                        <a:pt x="9" y="108"/>
                        <a:pt x="11" y="108"/>
                      </a:cubicBezTo>
                      <a:cubicBezTo>
                        <a:pt x="13" y="108"/>
                        <a:pt x="13" y="108"/>
                        <a:pt x="13" y="108"/>
                      </a:cubicBezTo>
                      <a:cubicBezTo>
                        <a:pt x="14" y="108"/>
                        <a:pt x="14" y="108"/>
                        <a:pt x="14" y="108"/>
                      </a:cubicBezTo>
                      <a:cubicBezTo>
                        <a:pt x="20" y="105"/>
                        <a:pt x="24" y="103"/>
                        <a:pt x="30" y="100"/>
                      </a:cubicBezTo>
                      <a:cubicBezTo>
                        <a:pt x="34" y="98"/>
                        <a:pt x="41" y="93"/>
                        <a:pt x="45" y="93"/>
                      </a:cubicBezTo>
                      <a:cubicBezTo>
                        <a:pt x="46" y="93"/>
                        <a:pt x="46" y="93"/>
                        <a:pt x="47" y="92"/>
                      </a:cubicBezTo>
                      <a:cubicBezTo>
                        <a:pt x="49" y="94"/>
                        <a:pt x="52" y="96"/>
                        <a:pt x="51" y="101"/>
                      </a:cubicBezTo>
                      <a:cubicBezTo>
                        <a:pt x="51" y="109"/>
                        <a:pt x="51" y="109"/>
                        <a:pt x="51" y="109"/>
                      </a:cubicBezTo>
                      <a:cubicBezTo>
                        <a:pt x="51" y="110"/>
                        <a:pt x="51" y="110"/>
                        <a:pt x="51" y="110"/>
                      </a:cubicBezTo>
                      <a:cubicBezTo>
                        <a:pt x="50" y="118"/>
                        <a:pt x="50" y="118"/>
                        <a:pt x="50" y="118"/>
                      </a:cubicBezTo>
                      <a:cubicBezTo>
                        <a:pt x="50" y="119"/>
                        <a:pt x="50" y="119"/>
                        <a:pt x="50" y="120"/>
                      </a:cubicBezTo>
                      <a:cubicBezTo>
                        <a:pt x="51" y="123"/>
                        <a:pt x="51" y="123"/>
                        <a:pt x="54" y="125"/>
                      </a:cubicBezTo>
                      <a:cubicBezTo>
                        <a:pt x="56" y="125"/>
                        <a:pt x="56" y="125"/>
                        <a:pt x="56" y="125"/>
                      </a:cubicBezTo>
                      <a:cubicBezTo>
                        <a:pt x="59" y="125"/>
                        <a:pt x="60" y="121"/>
                        <a:pt x="62" y="119"/>
                      </a:cubicBezTo>
                      <a:cubicBezTo>
                        <a:pt x="62" y="118"/>
                        <a:pt x="62" y="118"/>
                        <a:pt x="62" y="118"/>
                      </a:cubicBezTo>
                      <a:cubicBezTo>
                        <a:pt x="62" y="113"/>
                        <a:pt x="62" y="113"/>
                        <a:pt x="62" y="113"/>
                      </a:cubicBezTo>
                      <a:cubicBezTo>
                        <a:pt x="63" y="110"/>
                        <a:pt x="68" y="106"/>
                        <a:pt x="71" y="106"/>
                      </a:cubicBezTo>
                      <a:cubicBezTo>
                        <a:pt x="75" y="106"/>
                        <a:pt x="77" y="109"/>
                        <a:pt x="78" y="111"/>
                      </a:cubicBezTo>
                      <a:cubicBezTo>
                        <a:pt x="78" y="112"/>
                        <a:pt x="78" y="112"/>
                        <a:pt x="78" y="112"/>
                      </a:cubicBezTo>
                      <a:cubicBezTo>
                        <a:pt x="78" y="113"/>
                        <a:pt x="78" y="113"/>
                        <a:pt x="78" y="113"/>
                      </a:cubicBezTo>
                      <a:cubicBezTo>
                        <a:pt x="78" y="115"/>
                        <a:pt x="78" y="115"/>
                        <a:pt x="79" y="116"/>
                      </a:cubicBezTo>
                      <a:cubicBezTo>
                        <a:pt x="78" y="117"/>
                        <a:pt x="78" y="117"/>
                        <a:pt x="78" y="118"/>
                      </a:cubicBezTo>
                      <a:cubicBezTo>
                        <a:pt x="78" y="119"/>
                        <a:pt x="78" y="119"/>
                        <a:pt x="78" y="119"/>
                      </a:cubicBezTo>
                      <a:cubicBezTo>
                        <a:pt x="72" y="130"/>
                        <a:pt x="57" y="140"/>
                        <a:pt x="46" y="147"/>
                      </a:cubicBezTo>
                      <a:cubicBezTo>
                        <a:pt x="44" y="148"/>
                        <a:pt x="40" y="151"/>
                        <a:pt x="37" y="152"/>
                      </a:cubicBezTo>
                      <a:cubicBezTo>
                        <a:pt x="35" y="153"/>
                        <a:pt x="29" y="157"/>
                        <a:pt x="28" y="158"/>
                      </a:cubicBezTo>
                      <a:cubicBezTo>
                        <a:pt x="25" y="161"/>
                        <a:pt x="12" y="165"/>
                        <a:pt x="6" y="165"/>
                      </a:cubicBezTo>
                      <a:cubicBezTo>
                        <a:pt x="4" y="165"/>
                        <a:pt x="2" y="168"/>
                        <a:pt x="1" y="170"/>
                      </a:cubicBezTo>
                      <a:cubicBezTo>
                        <a:pt x="4" y="171"/>
                        <a:pt x="4" y="173"/>
                        <a:pt x="7" y="175"/>
                      </a:cubicBezTo>
                      <a:cubicBezTo>
                        <a:pt x="10" y="176"/>
                        <a:pt x="12" y="176"/>
                        <a:pt x="14" y="178"/>
                      </a:cubicBezTo>
                      <a:cubicBezTo>
                        <a:pt x="18" y="179"/>
                        <a:pt x="18" y="179"/>
                        <a:pt x="18" y="179"/>
                      </a:cubicBezTo>
                      <a:cubicBezTo>
                        <a:pt x="20" y="179"/>
                        <a:pt x="18" y="179"/>
                        <a:pt x="20" y="179"/>
                      </a:cubicBezTo>
                      <a:cubicBezTo>
                        <a:pt x="21" y="179"/>
                        <a:pt x="21" y="179"/>
                        <a:pt x="21" y="179"/>
                      </a:cubicBezTo>
                      <a:cubicBezTo>
                        <a:pt x="22" y="179"/>
                        <a:pt x="22" y="179"/>
                        <a:pt x="22" y="179"/>
                      </a:cubicBezTo>
                      <a:cubicBezTo>
                        <a:pt x="26" y="177"/>
                        <a:pt x="30" y="175"/>
                        <a:pt x="33" y="173"/>
                      </a:cubicBezTo>
                      <a:cubicBezTo>
                        <a:pt x="35" y="171"/>
                        <a:pt x="36" y="170"/>
                        <a:pt x="38" y="169"/>
                      </a:cubicBezTo>
                      <a:cubicBezTo>
                        <a:pt x="39" y="168"/>
                        <a:pt x="43" y="166"/>
                        <a:pt x="43" y="166"/>
                      </a:cubicBezTo>
                      <a:cubicBezTo>
                        <a:pt x="49" y="160"/>
                        <a:pt x="55" y="156"/>
                        <a:pt x="61" y="150"/>
                      </a:cubicBezTo>
                      <a:cubicBezTo>
                        <a:pt x="64" y="148"/>
                        <a:pt x="67" y="145"/>
                        <a:pt x="70" y="143"/>
                      </a:cubicBezTo>
                      <a:cubicBezTo>
                        <a:pt x="73" y="140"/>
                        <a:pt x="76" y="137"/>
                        <a:pt x="79" y="135"/>
                      </a:cubicBezTo>
                      <a:cubicBezTo>
                        <a:pt x="82" y="132"/>
                        <a:pt x="85" y="130"/>
                        <a:pt x="87" y="127"/>
                      </a:cubicBezTo>
                      <a:cubicBezTo>
                        <a:pt x="90" y="124"/>
                        <a:pt x="91" y="119"/>
                        <a:pt x="96" y="119"/>
                      </a:cubicBezTo>
                      <a:cubicBezTo>
                        <a:pt x="98" y="119"/>
                        <a:pt x="100" y="126"/>
                        <a:pt x="100" y="128"/>
                      </a:cubicBezTo>
                      <a:cubicBezTo>
                        <a:pt x="100" y="132"/>
                        <a:pt x="105" y="145"/>
                        <a:pt x="106" y="149"/>
                      </a:cubicBezTo>
                      <a:cubicBezTo>
                        <a:pt x="108" y="155"/>
                        <a:pt x="111" y="165"/>
                        <a:pt x="118" y="165"/>
                      </a:cubicBezTo>
                      <a:cubicBezTo>
                        <a:pt x="119" y="163"/>
                        <a:pt x="125" y="161"/>
                        <a:pt x="125" y="152"/>
                      </a:cubicBezTo>
                      <a:cubicBezTo>
                        <a:pt x="125" y="143"/>
                        <a:pt x="120" y="120"/>
                        <a:pt x="117" y="116"/>
                      </a:cubicBezTo>
                      <a:cubicBezTo>
                        <a:pt x="117" y="118"/>
                        <a:pt x="116" y="118"/>
                        <a:pt x="116" y="120"/>
                      </a:cubicBezTo>
                      <a:cubicBezTo>
                        <a:pt x="116" y="123"/>
                        <a:pt x="115" y="121"/>
                        <a:pt x="115" y="124"/>
                      </a:cubicBezTo>
                      <a:cubicBezTo>
                        <a:pt x="115" y="125"/>
                        <a:pt x="115" y="125"/>
                        <a:pt x="115" y="125"/>
                      </a:cubicBezTo>
                      <a:cubicBezTo>
                        <a:pt x="115" y="126"/>
                        <a:pt x="114" y="129"/>
                        <a:pt x="112" y="129"/>
                      </a:cubicBezTo>
                      <a:cubicBezTo>
                        <a:pt x="109" y="129"/>
                        <a:pt x="109" y="129"/>
                        <a:pt x="109" y="129"/>
                      </a:cubicBezTo>
                      <a:cubicBezTo>
                        <a:pt x="105" y="129"/>
                        <a:pt x="102" y="110"/>
                        <a:pt x="100" y="105"/>
                      </a:cubicBezTo>
                      <a:cubicBezTo>
                        <a:pt x="98" y="101"/>
                        <a:pt x="98" y="97"/>
                        <a:pt x="97" y="92"/>
                      </a:cubicBezTo>
                      <a:cubicBezTo>
                        <a:pt x="96" y="87"/>
                        <a:pt x="94" y="86"/>
                        <a:pt x="94" y="79"/>
                      </a:cubicBezTo>
                      <a:cubicBezTo>
                        <a:pt x="94" y="76"/>
                        <a:pt x="94" y="76"/>
                        <a:pt x="94" y="76"/>
                      </a:cubicBezTo>
                      <a:cubicBezTo>
                        <a:pt x="94" y="65"/>
                        <a:pt x="110" y="67"/>
                        <a:pt x="110" y="61"/>
                      </a:cubicBezTo>
                      <a:cubicBezTo>
                        <a:pt x="110" y="60"/>
                        <a:pt x="110" y="60"/>
                        <a:pt x="110" y="60"/>
                      </a:cubicBezTo>
                      <a:cubicBezTo>
                        <a:pt x="110" y="58"/>
                        <a:pt x="109" y="57"/>
                        <a:pt x="108" y="57"/>
                      </a:cubicBezTo>
                      <a:cubicBezTo>
                        <a:pt x="105" y="57"/>
                        <a:pt x="105" y="57"/>
                        <a:pt x="105" y="57"/>
                      </a:cubicBezTo>
                      <a:cubicBezTo>
                        <a:pt x="104" y="57"/>
                        <a:pt x="104" y="57"/>
                        <a:pt x="104" y="57"/>
                      </a:cubicBezTo>
                      <a:cubicBezTo>
                        <a:pt x="103" y="58"/>
                        <a:pt x="102" y="59"/>
                        <a:pt x="101" y="59"/>
                      </a:cubicBezTo>
                      <a:cubicBezTo>
                        <a:pt x="99" y="60"/>
                        <a:pt x="99" y="59"/>
                        <a:pt x="97" y="60"/>
                      </a:cubicBezTo>
                      <a:cubicBezTo>
                        <a:pt x="95" y="59"/>
                        <a:pt x="91" y="56"/>
                        <a:pt x="91" y="54"/>
                      </a:cubicBezTo>
                      <a:cubicBezTo>
                        <a:pt x="91" y="41"/>
                        <a:pt x="91" y="41"/>
                        <a:pt x="91" y="41"/>
                      </a:cubicBezTo>
                      <a:lnTo>
                        <a:pt x="91" y="29"/>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3" name="íšlïďè"/>
                <p:cNvSpPr/>
                <p:nvPr/>
              </p:nvSpPr>
              <p:spPr bwMode="auto">
                <a:xfrm>
                  <a:off x="5478463" y="3581400"/>
                  <a:ext cx="46038" cy="76200"/>
                </a:xfrm>
                <a:custGeom>
                  <a:avLst/>
                  <a:gdLst>
                    <a:gd name="T0" fmla="*/ 14 w 14"/>
                    <a:gd name="T1" fmla="*/ 15 h 23"/>
                    <a:gd name="T2" fmla="*/ 10 w 14"/>
                    <a:gd name="T3" fmla="*/ 6 h 23"/>
                    <a:gd name="T4" fmla="*/ 3 w 14"/>
                    <a:gd name="T5" fmla="*/ 0 h 23"/>
                    <a:gd name="T6" fmla="*/ 0 w 14"/>
                    <a:gd name="T7" fmla="*/ 3 h 23"/>
                    <a:gd name="T8" fmla="*/ 5 w 14"/>
                    <a:gd name="T9" fmla="*/ 11 h 23"/>
                    <a:gd name="T10" fmla="*/ 5 w 14"/>
                    <a:gd name="T11" fmla="*/ 12 h 23"/>
                    <a:gd name="T12" fmla="*/ 5 w 14"/>
                    <a:gd name="T13" fmla="*/ 14 h 23"/>
                    <a:gd name="T14" fmla="*/ 5 w 14"/>
                    <a:gd name="T15" fmla="*/ 15 h 23"/>
                    <a:gd name="T16" fmla="*/ 2 w 14"/>
                    <a:gd name="T17" fmla="*/ 19 h 23"/>
                    <a:gd name="T18" fmla="*/ 2 w 14"/>
                    <a:gd name="T19" fmla="*/ 22 h 23"/>
                    <a:gd name="T20" fmla="*/ 5 w 14"/>
                    <a:gd name="T21" fmla="*/ 23 h 23"/>
                    <a:gd name="T22" fmla="*/ 6 w 14"/>
                    <a:gd name="T23" fmla="*/ 23 h 23"/>
                    <a:gd name="T24" fmla="*/ 11 w 14"/>
                    <a:gd name="T25" fmla="*/ 20 h 23"/>
                    <a:gd name="T26" fmla="*/ 14 w 14"/>
                    <a:gd name="T27" fmla="*/ 15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4" h="23">
                      <a:moveTo>
                        <a:pt x="14" y="15"/>
                      </a:moveTo>
                      <a:cubicBezTo>
                        <a:pt x="14" y="11"/>
                        <a:pt x="12" y="9"/>
                        <a:pt x="10" y="6"/>
                      </a:cubicBezTo>
                      <a:cubicBezTo>
                        <a:pt x="8" y="5"/>
                        <a:pt x="3" y="1"/>
                        <a:pt x="3" y="0"/>
                      </a:cubicBezTo>
                      <a:cubicBezTo>
                        <a:pt x="0" y="3"/>
                        <a:pt x="0" y="3"/>
                        <a:pt x="0" y="3"/>
                      </a:cubicBezTo>
                      <a:cubicBezTo>
                        <a:pt x="5" y="11"/>
                        <a:pt x="5" y="11"/>
                        <a:pt x="5" y="11"/>
                      </a:cubicBezTo>
                      <a:cubicBezTo>
                        <a:pt x="5" y="12"/>
                        <a:pt x="5" y="12"/>
                        <a:pt x="5" y="12"/>
                      </a:cubicBezTo>
                      <a:cubicBezTo>
                        <a:pt x="5" y="14"/>
                        <a:pt x="5" y="14"/>
                        <a:pt x="5" y="14"/>
                      </a:cubicBezTo>
                      <a:cubicBezTo>
                        <a:pt x="5" y="15"/>
                        <a:pt x="5" y="15"/>
                        <a:pt x="5" y="15"/>
                      </a:cubicBezTo>
                      <a:cubicBezTo>
                        <a:pt x="2" y="19"/>
                        <a:pt x="2" y="19"/>
                        <a:pt x="2" y="19"/>
                      </a:cubicBezTo>
                      <a:cubicBezTo>
                        <a:pt x="2" y="22"/>
                        <a:pt x="2" y="22"/>
                        <a:pt x="2" y="22"/>
                      </a:cubicBezTo>
                      <a:cubicBezTo>
                        <a:pt x="5" y="23"/>
                        <a:pt x="5" y="23"/>
                        <a:pt x="5" y="23"/>
                      </a:cubicBezTo>
                      <a:cubicBezTo>
                        <a:pt x="6" y="23"/>
                        <a:pt x="6" y="23"/>
                        <a:pt x="6" y="23"/>
                      </a:cubicBezTo>
                      <a:cubicBezTo>
                        <a:pt x="7" y="23"/>
                        <a:pt x="11" y="21"/>
                        <a:pt x="11" y="20"/>
                      </a:cubicBezTo>
                      <a:cubicBezTo>
                        <a:pt x="13" y="19"/>
                        <a:pt x="13" y="17"/>
                        <a:pt x="14" y="1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4" name="işḷîḑe"/>
                <p:cNvSpPr/>
                <p:nvPr/>
              </p:nvSpPr>
              <p:spPr bwMode="auto">
                <a:xfrm>
                  <a:off x="6310313" y="3136900"/>
                  <a:ext cx="406400" cy="554038"/>
                </a:xfrm>
                <a:custGeom>
                  <a:avLst/>
                  <a:gdLst>
                    <a:gd name="T0" fmla="*/ 101 w 123"/>
                    <a:gd name="T1" fmla="*/ 9 h 166"/>
                    <a:gd name="T2" fmla="*/ 96 w 123"/>
                    <a:gd name="T3" fmla="*/ 0 h 166"/>
                    <a:gd name="T4" fmla="*/ 76 w 123"/>
                    <a:gd name="T5" fmla="*/ 23 h 166"/>
                    <a:gd name="T6" fmla="*/ 66 w 123"/>
                    <a:gd name="T7" fmla="*/ 20 h 166"/>
                    <a:gd name="T8" fmla="*/ 69 w 123"/>
                    <a:gd name="T9" fmla="*/ 29 h 166"/>
                    <a:gd name="T10" fmla="*/ 64 w 123"/>
                    <a:gd name="T11" fmla="*/ 38 h 166"/>
                    <a:gd name="T12" fmla="*/ 71 w 123"/>
                    <a:gd name="T13" fmla="*/ 37 h 166"/>
                    <a:gd name="T14" fmla="*/ 78 w 123"/>
                    <a:gd name="T15" fmla="*/ 38 h 166"/>
                    <a:gd name="T16" fmla="*/ 104 w 123"/>
                    <a:gd name="T17" fmla="*/ 37 h 166"/>
                    <a:gd name="T18" fmla="*/ 97 w 123"/>
                    <a:gd name="T19" fmla="*/ 43 h 166"/>
                    <a:gd name="T20" fmla="*/ 85 w 123"/>
                    <a:gd name="T21" fmla="*/ 56 h 166"/>
                    <a:gd name="T22" fmla="*/ 78 w 123"/>
                    <a:gd name="T23" fmla="*/ 67 h 166"/>
                    <a:gd name="T24" fmla="*/ 72 w 123"/>
                    <a:gd name="T25" fmla="*/ 62 h 166"/>
                    <a:gd name="T26" fmla="*/ 72 w 123"/>
                    <a:gd name="T27" fmla="*/ 48 h 166"/>
                    <a:gd name="T28" fmla="*/ 63 w 123"/>
                    <a:gd name="T29" fmla="*/ 57 h 166"/>
                    <a:gd name="T30" fmla="*/ 56 w 123"/>
                    <a:gd name="T31" fmla="*/ 57 h 166"/>
                    <a:gd name="T32" fmla="*/ 61 w 123"/>
                    <a:gd name="T33" fmla="*/ 66 h 166"/>
                    <a:gd name="T34" fmla="*/ 59 w 123"/>
                    <a:gd name="T35" fmla="*/ 70 h 166"/>
                    <a:gd name="T36" fmla="*/ 68 w 123"/>
                    <a:gd name="T37" fmla="*/ 74 h 166"/>
                    <a:gd name="T38" fmla="*/ 68 w 123"/>
                    <a:gd name="T39" fmla="*/ 78 h 166"/>
                    <a:gd name="T40" fmla="*/ 40 w 123"/>
                    <a:gd name="T41" fmla="*/ 92 h 166"/>
                    <a:gd name="T42" fmla="*/ 24 w 123"/>
                    <a:gd name="T43" fmla="*/ 99 h 166"/>
                    <a:gd name="T44" fmla="*/ 3 w 123"/>
                    <a:gd name="T45" fmla="*/ 105 h 166"/>
                    <a:gd name="T46" fmla="*/ 2 w 123"/>
                    <a:gd name="T47" fmla="*/ 112 h 166"/>
                    <a:gd name="T48" fmla="*/ 14 w 123"/>
                    <a:gd name="T49" fmla="*/ 120 h 166"/>
                    <a:gd name="T50" fmla="*/ 32 w 123"/>
                    <a:gd name="T51" fmla="*/ 108 h 166"/>
                    <a:gd name="T52" fmla="*/ 55 w 123"/>
                    <a:gd name="T53" fmla="*/ 93 h 166"/>
                    <a:gd name="T54" fmla="*/ 63 w 123"/>
                    <a:gd name="T55" fmla="*/ 89 h 166"/>
                    <a:gd name="T56" fmla="*/ 82 w 123"/>
                    <a:gd name="T57" fmla="*/ 83 h 166"/>
                    <a:gd name="T58" fmla="*/ 82 w 123"/>
                    <a:gd name="T59" fmla="*/ 86 h 166"/>
                    <a:gd name="T60" fmla="*/ 74 w 123"/>
                    <a:gd name="T61" fmla="*/ 97 h 166"/>
                    <a:gd name="T62" fmla="*/ 61 w 123"/>
                    <a:gd name="T63" fmla="*/ 107 h 166"/>
                    <a:gd name="T64" fmla="*/ 64 w 123"/>
                    <a:gd name="T65" fmla="*/ 118 h 166"/>
                    <a:gd name="T66" fmla="*/ 55 w 123"/>
                    <a:gd name="T67" fmla="*/ 126 h 166"/>
                    <a:gd name="T68" fmla="*/ 40 w 123"/>
                    <a:gd name="T69" fmla="*/ 129 h 166"/>
                    <a:gd name="T70" fmla="*/ 30 w 123"/>
                    <a:gd name="T71" fmla="*/ 130 h 166"/>
                    <a:gd name="T72" fmla="*/ 35 w 123"/>
                    <a:gd name="T73" fmla="*/ 141 h 166"/>
                    <a:gd name="T74" fmla="*/ 38 w 123"/>
                    <a:gd name="T75" fmla="*/ 141 h 166"/>
                    <a:gd name="T76" fmla="*/ 56 w 123"/>
                    <a:gd name="T77" fmla="*/ 133 h 166"/>
                    <a:gd name="T78" fmla="*/ 63 w 123"/>
                    <a:gd name="T79" fmla="*/ 141 h 166"/>
                    <a:gd name="T80" fmla="*/ 56 w 123"/>
                    <a:gd name="T81" fmla="*/ 154 h 166"/>
                    <a:gd name="T82" fmla="*/ 53 w 123"/>
                    <a:gd name="T83" fmla="*/ 154 h 166"/>
                    <a:gd name="T84" fmla="*/ 49 w 123"/>
                    <a:gd name="T85" fmla="*/ 154 h 166"/>
                    <a:gd name="T86" fmla="*/ 46 w 123"/>
                    <a:gd name="T87" fmla="*/ 156 h 166"/>
                    <a:gd name="T88" fmla="*/ 56 w 123"/>
                    <a:gd name="T89" fmla="*/ 166 h 166"/>
                    <a:gd name="T90" fmla="*/ 71 w 123"/>
                    <a:gd name="T91" fmla="*/ 160 h 166"/>
                    <a:gd name="T92" fmla="*/ 75 w 123"/>
                    <a:gd name="T93" fmla="*/ 146 h 166"/>
                    <a:gd name="T94" fmla="*/ 80 w 123"/>
                    <a:gd name="T95" fmla="*/ 124 h 166"/>
                    <a:gd name="T96" fmla="*/ 94 w 123"/>
                    <a:gd name="T97" fmla="*/ 120 h 166"/>
                    <a:gd name="T98" fmla="*/ 81 w 123"/>
                    <a:gd name="T99" fmla="*/ 117 h 166"/>
                    <a:gd name="T100" fmla="*/ 72 w 123"/>
                    <a:gd name="T101" fmla="*/ 107 h 166"/>
                    <a:gd name="T102" fmla="*/ 78 w 123"/>
                    <a:gd name="T103" fmla="*/ 96 h 166"/>
                    <a:gd name="T104" fmla="*/ 92 w 123"/>
                    <a:gd name="T105" fmla="*/ 89 h 166"/>
                    <a:gd name="T106" fmla="*/ 102 w 123"/>
                    <a:gd name="T107" fmla="*/ 78 h 166"/>
                    <a:gd name="T108" fmla="*/ 95 w 123"/>
                    <a:gd name="T109" fmla="*/ 61 h 166"/>
                    <a:gd name="T110" fmla="*/ 109 w 123"/>
                    <a:gd name="T111" fmla="*/ 48 h 166"/>
                    <a:gd name="T112" fmla="*/ 116 w 123"/>
                    <a:gd name="T113" fmla="*/ 42 h 166"/>
                    <a:gd name="T114" fmla="*/ 121 w 123"/>
                    <a:gd name="T115" fmla="*/ 32 h 166"/>
                    <a:gd name="T116" fmla="*/ 116 w 123"/>
                    <a:gd name="T117" fmla="*/ 17 h 166"/>
                    <a:gd name="T118" fmla="*/ 104 w 123"/>
                    <a:gd name="T119" fmla="*/ 20 h 166"/>
                    <a:gd name="T120" fmla="*/ 93 w 123"/>
                    <a:gd name="T121" fmla="*/ 21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23" h="166">
                      <a:moveTo>
                        <a:pt x="93" y="21"/>
                      </a:moveTo>
                      <a:cubicBezTo>
                        <a:pt x="94" y="14"/>
                        <a:pt x="98" y="14"/>
                        <a:pt x="101" y="9"/>
                      </a:cubicBezTo>
                      <a:cubicBezTo>
                        <a:pt x="101" y="8"/>
                        <a:pt x="101" y="8"/>
                        <a:pt x="101" y="8"/>
                      </a:cubicBezTo>
                      <a:cubicBezTo>
                        <a:pt x="101" y="5"/>
                        <a:pt x="97" y="1"/>
                        <a:pt x="96" y="0"/>
                      </a:cubicBezTo>
                      <a:cubicBezTo>
                        <a:pt x="89" y="3"/>
                        <a:pt x="91" y="6"/>
                        <a:pt x="88" y="13"/>
                      </a:cubicBezTo>
                      <a:cubicBezTo>
                        <a:pt x="85" y="17"/>
                        <a:pt x="82" y="23"/>
                        <a:pt x="76" y="23"/>
                      </a:cubicBezTo>
                      <a:cubicBezTo>
                        <a:pt x="75" y="23"/>
                        <a:pt x="70" y="18"/>
                        <a:pt x="67" y="17"/>
                      </a:cubicBezTo>
                      <a:cubicBezTo>
                        <a:pt x="66" y="20"/>
                        <a:pt x="66" y="20"/>
                        <a:pt x="66" y="20"/>
                      </a:cubicBezTo>
                      <a:cubicBezTo>
                        <a:pt x="67" y="23"/>
                        <a:pt x="69" y="24"/>
                        <a:pt x="69" y="28"/>
                      </a:cubicBezTo>
                      <a:cubicBezTo>
                        <a:pt x="69" y="29"/>
                        <a:pt x="69" y="29"/>
                        <a:pt x="69" y="29"/>
                      </a:cubicBezTo>
                      <a:cubicBezTo>
                        <a:pt x="69" y="29"/>
                        <a:pt x="63" y="36"/>
                        <a:pt x="62" y="37"/>
                      </a:cubicBezTo>
                      <a:cubicBezTo>
                        <a:pt x="63" y="38"/>
                        <a:pt x="61" y="38"/>
                        <a:pt x="64" y="38"/>
                      </a:cubicBezTo>
                      <a:cubicBezTo>
                        <a:pt x="64" y="38"/>
                        <a:pt x="64" y="38"/>
                        <a:pt x="64" y="38"/>
                      </a:cubicBezTo>
                      <a:cubicBezTo>
                        <a:pt x="71" y="37"/>
                        <a:pt x="71" y="37"/>
                        <a:pt x="71" y="37"/>
                      </a:cubicBezTo>
                      <a:cubicBezTo>
                        <a:pt x="74" y="37"/>
                        <a:pt x="74" y="38"/>
                        <a:pt x="78" y="38"/>
                      </a:cubicBezTo>
                      <a:cubicBezTo>
                        <a:pt x="78" y="38"/>
                        <a:pt x="78" y="38"/>
                        <a:pt x="78" y="38"/>
                      </a:cubicBezTo>
                      <a:cubicBezTo>
                        <a:pt x="79" y="38"/>
                        <a:pt x="84" y="33"/>
                        <a:pt x="91" y="32"/>
                      </a:cubicBezTo>
                      <a:cubicBezTo>
                        <a:pt x="96" y="31"/>
                        <a:pt x="104" y="30"/>
                        <a:pt x="104" y="37"/>
                      </a:cubicBezTo>
                      <a:cubicBezTo>
                        <a:pt x="104" y="39"/>
                        <a:pt x="102" y="41"/>
                        <a:pt x="101" y="43"/>
                      </a:cubicBezTo>
                      <a:cubicBezTo>
                        <a:pt x="98" y="43"/>
                        <a:pt x="99" y="43"/>
                        <a:pt x="97" y="43"/>
                      </a:cubicBezTo>
                      <a:cubicBezTo>
                        <a:pt x="96" y="43"/>
                        <a:pt x="93" y="42"/>
                        <a:pt x="92" y="41"/>
                      </a:cubicBezTo>
                      <a:cubicBezTo>
                        <a:pt x="85" y="46"/>
                        <a:pt x="88" y="49"/>
                        <a:pt x="85" y="56"/>
                      </a:cubicBezTo>
                      <a:cubicBezTo>
                        <a:pt x="84" y="57"/>
                        <a:pt x="81" y="64"/>
                        <a:pt x="81" y="64"/>
                      </a:cubicBezTo>
                      <a:cubicBezTo>
                        <a:pt x="80" y="66"/>
                        <a:pt x="80" y="64"/>
                        <a:pt x="78" y="67"/>
                      </a:cubicBezTo>
                      <a:cubicBezTo>
                        <a:pt x="77" y="70"/>
                        <a:pt x="78" y="68"/>
                        <a:pt x="76" y="70"/>
                      </a:cubicBezTo>
                      <a:cubicBezTo>
                        <a:pt x="74" y="67"/>
                        <a:pt x="72" y="66"/>
                        <a:pt x="72" y="62"/>
                      </a:cubicBezTo>
                      <a:cubicBezTo>
                        <a:pt x="72" y="61"/>
                        <a:pt x="75" y="55"/>
                        <a:pt x="76" y="54"/>
                      </a:cubicBezTo>
                      <a:cubicBezTo>
                        <a:pt x="75" y="51"/>
                        <a:pt x="75" y="48"/>
                        <a:pt x="72" y="48"/>
                      </a:cubicBezTo>
                      <a:cubicBezTo>
                        <a:pt x="71" y="48"/>
                        <a:pt x="70" y="49"/>
                        <a:pt x="70" y="49"/>
                      </a:cubicBezTo>
                      <a:cubicBezTo>
                        <a:pt x="70" y="55"/>
                        <a:pt x="67" y="55"/>
                        <a:pt x="63" y="57"/>
                      </a:cubicBezTo>
                      <a:cubicBezTo>
                        <a:pt x="62" y="56"/>
                        <a:pt x="60" y="55"/>
                        <a:pt x="59" y="55"/>
                      </a:cubicBezTo>
                      <a:cubicBezTo>
                        <a:pt x="58" y="55"/>
                        <a:pt x="56" y="57"/>
                        <a:pt x="56" y="57"/>
                      </a:cubicBezTo>
                      <a:cubicBezTo>
                        <a:pt x="58" y="60"/>
                        <a:pt x="59" y="60"/>
                        <a:pt x="61" y="64"/>
                      </a:cubicBezTo>
                      <a:cubicBezTo>
                        <a:pt x="61" y="66"/>
                        <a:pt x="61" y="66"/>
                        <a:pt x="61" y="66"/>
                      </a:cubicBezTo>
                      <a:cubicBezTo>
                        <a:pt x="61" y="67"/>
                        <a:pt x="61" y="67"/>
                        <a:pt x="61" y="67"/>
                      </a:cubicBezTo>
                      <a:cubicBezTo>
                        <a:pt x="59" y="70"/>
                        <a:pt x="59" y="70"/>
                        <a:pt x="59" y="70"/>
                      </a:cubicBezTo>
                      <a:cubicBezTo>
                        <a:pt x="60" y="71"/>
                        <a:pt x="58" y="71"/>
                        <a:pt x="61" y="71"/>
                      </a:cubicBezTo>
                      <a:cubicBezTo>
                        <a:pt x="64" y="71"/>
                        <a:pt x="66" y="72"/>
                        <a:pt x="68" y="74"/>
                      </a:cubicBezTo>
                      <a:cubicBezTo>
                        <a:pt x="68" y="75"/>
                        <a:pt x="68" y="75"/>
                        <a:pt x="68" y="75"/>
                      </a:cubicBezTo>
                      <a:cubicBezTo>
                        <a:pt x="68" y="78"/>
                        <a:pt x="68" y="78"/>
                        <a:pt x="68" y="78"/>
                      </a:cubicBezTo>
                      <a:cubicBezTo>
                        <a:pt x="68" y="82"/>
                        <a:pt x="58" y="85"/>
                        <a:pt x="55" y="86"/>
                      </a:cubicBezTo>
                      <a:cubicBezTo>
                        <a:pt x="50" y="88"/>
                        <a:pt x="44" y="91"/>
                        <a:pt x="40" y="92"/>
                      </a:cubicBezTo>
                      <a:cubicBezTo>
                        <a:pt x="36" y="94"/>
                        <a:pt x="35" y="94"/>
                        <a:pt x="32" y="96"/>
                      </a:cubicBezTo>
                      <a:cubicBezTo>
                        <a:pt x="29" y="97"/>
                        <a:pt x="27" y="97"/>
                        <a:pt x="24" y="99"/>
                      </a:cubicBezTo>
                      <a:cubicBezTo>
                        <a:pt x="20" y="101"/>
                        <a:pt x="13" y="104"/>
                        <a:pt x="9" y="104"/>
                      </a:cubicBezTo>
                      <a:cubicBezTo>
                        <a:pt x="3" y="105"/>
                        <a:pt x="3" y="105"/>
                        <a:pt x="3" y="105"/>
                      </a:cubicBezTo>
                      <a:cubicBezTo>
                        <a:pt x="1" y="105"/>
                        <a:pt x="1" y="106"/>
                        <a:pt x="0" y="107"/>
                      </a:cubicBezTo>
                      <a:cubicBezTo>
                        <a:pt x="0" y="108"/>
                        <a:pt x="0" y="111"/>
                        <a:pt x="2" y="112"/>
                      </a:cubicBezTo>
                      <a:cubicBezTo>
                        <a:pt x="4" y="114"/>
                        <a:pt x="3" y="114"/>
                        <a:pt x="5" y="115"/>
                      </a:cubicBezTo>
                      <a:cubicBezTo>
                        <a:pt x="6" y="116"/>
                        <a:pt x="12" y="119"/>
                        <a:pt x="14" y="120"/>
                      </a:cubicBezTo>
                      <a:cubicBezTo>
                        <a:pt x="15" y="119"/>
                        <a:pt x="15" y="119"/>
                        <a:pt x="17" y="119"/>
                      </a:cubicBezTo>
                      <a:cubicBezTo>
                        <a:pt x="20" y="119"/>
                        <a:pt x="30" y="110"/>
                        <a:pt x="32" y="108"/>
                      </a:cubicBezTo>
                      <a:cubicBezTo>
                        <a:pt x="36" y="104"/>
                        <a:pt x="42" y="101"/>
                        <a:pt x="47" y="98"/>
                      </a:cubicBezTo>
                      <a:cubicBezTo>
                        <a:pt x="50" y="96"/>
                        <a:pt x="52" y="95"/>
                        <a:pt x="55" y="93"/>
                      </a:cubicBezTo>
                      <a:cubicBezTo>
                        <a:pt x="57" y="92"/>
                        <a:pt x="58" y="92"/>
                        <a:pt x="59" y="91"/>
                      </a:cubicBezTo>
                      <a:cubicBezTo>
                        <a:pt x="61" y="90"/>
                        <a:pt x="61" y="90"/>
                        <a:pt x="63" y="89"/>
                      </a:cubicBezTo>
                      <a:cubicBezTo>
                        <a:pt x="68" y="87"/>
                        <a:pt x="74" y="80"/>
                        <a:pt x="79" y="80"/>
                      </a:cubicBezTo>
                      <a:cubicBezTo>
                        <a:pt x="81" y="80"/>
                        <a:pt x="82" y="82"/>
                        <a:pt x="82" y="83"/>
                      </a:cubicBezTo>
                      <a:cubicBezTo>
                        <a:pt x="82" y="85"/>
                        <a:pt x="82" y="85"/>
                        <a:pt x="82" y="85"/>
                      </a:cubicBezTo>
                      <a:cubicBezTo>
                        <a:pt x="82" y="86"/>
                        <a:pt x="82" y="86"/>
                        <a:pt x="82" y="86"/>
                      </a:cubicBezTo>
                      <a:cubicBezTo>
                        <a:pt x="80" y="90"/>
                        <a:pt x="79" y="89"/>
                        <a:pt x="78" y="93"/>
                      </a:cubicBezTo>
                      <a:cubicBezTo>
                        <a:pt x="75" y="94"/>
                        <a:pt x="75" y="94"/>
                        <a:pt x="74" y="97"/>
                      </a:cubicBezTo>
                      <a:cubicBezTo>
                        <a:pt x="69" y="98"/>
                        <a:pt x="71" y="99"/>
                        <a:pt x="67" y="101"/>
                      </a:cubicBezTo>
                      <a:cubicBezTo>
                        <a:pt x="63" y="103"/>
                        <a:pt x="63" y="103"/>
                        <a:pt x="61" y="107"/>
                      </a:cubicBezTo>
                      <a:cubicBezTo>
                        <a:pt x="61" y="110"/>
                        <a:pt x="64" y="114"/>
                        <a:pt x="64" y="117"/>
                      </a:cubicBezTo>
                      <a:cubicBezTo>
                        <a:pt x="64" y="118"/>
                        <a:pt x="64" y="118"/>
                        <a:pt x="64" y="118"/>
                      </a:cubicBezTo>
                      <a:cubicBezTo>
                        <a:pt x="64" y="119"/>
                        <a:pt x="64" y="119"/>
                        <a:pt x="64" y="119"/>
                      </a:cubicBezTo>
                      <a:cubicBezTo>
                        <a:pt x="61" y="123"/>
                        <a:pt x="60" y="125"/>
                        <a:pt x="55" y="126"/>
                      </a:cubicBezTo>
                      <a:cubicBezTo>
                        <a:pt x="51" y="127"/>
                        <a:pt x="43" y="129"/>
                        <a:pt x="41" y="129"/>
                      </a:cubicBezTo>
                      <a:cubicBezTo>
                        <a:pt x="40" y="129"/>
                        <a:pt x="40" y="129"/>
                        <a:pt x="40" y="129"/>
                      </a:cubicBezTo>
                      <a:cubicBezTo>
                        <a:pt x="32" y="130"/>
                        <a:pt x="32" y="130"/>
                        <a:pt x="32" y="130"/>
                      </a:cubicBezTo>
                      <a:cubicBezTo>
                        <a:pt x="30" y="130"/>
                        <a:pt x="30" y="130"/>
                        <a:pt x="30" y="130"/>
                      </a:cubicBezTo>
                      <a:cubicBezTo>
                        <a:pt x="27" y="132"/>
                        <a:pt x="27" y="132"/>
                        <a:pt x="27" y="132"/>
                      </a:cubicBezTo>
                      <a:cubicBezTo>
                        <a:pt x="30" y="136"/>
                        <a:pt x="30" y="138"/>
                        <a:pt x="35" y="141"/>
                      </a:cubicBezTo>
                      <a:cubicBezTo>
                        <a:pt x="36" y="141"/>
                        <a:pt x="36" y="141"/>
                        <a:pt x="36" y="141"/>
                      </a:cubicBezTo>
                      <a:cubicBezTo>
                        <a:pt x="38" y="141"/>
                        <a:pt x="38" y="141"/>
                        <a:pt x="38" y="141"/>
                      </a:cubicBezTo>
                      <a:cubicBezTo>
                        <a:pt x="39" y="141"/>
                        <a:pt x="39" y="141"/>
                        <a:pt x="39" y="141"/>
                      </a:cubicBezTo>
                      <a:cubicBezTo>
                        <a:pt x="43" y="138"/>
                        <a:pt x="51" y="133"/>
                        <a:pt x="56" y="133"/>
                      </a:cubicBezTo>
                      <a:cubicBezTo>
                        <a:pt x="58" y="133"/>
                        <a:pt x="58" y="133"/>
                        <a:pt x="58" y="133"/>
                      </a:cubicBezTo>
                      <a:cubicBezTo>
                        <a:pt x="62" y="133"/>
                        <a:pt x="63" y="137"/>
                        <a:pt x="63" y="141"/>
                      </a:cubicBezTo>
                      <a:cubicBezTo>
                        <a:pt x="63" y="143"/>
                        <a:pt x="63" y="143"/>
                        <a:pt x="63" y="143"/>
                      </a:cubicBezTo>
                      <a:cubicBezTo>
                        <a:pt x="63" y="150"/>
                        <a:pt x="60" y="152"/>
                        <a:pt x="56" y="154"/>
                      </a:cubicBezTo>
                      <a:cubicBezTo>
                        <a:pt x="55" y="154"/>
                        <a:pt x="55" y="154"/>
                        <a:pt x="55" y="154"/>
                      </a:cubicBezTo>
                      <a:cubicBezTo>
                        <a:pt x="53" y="154"/>
                        <a:pt x="53" y="154"/>
                        <a:pt x="53" y="154"/>
                      </a:cubicBezTo>
                      <a:cubicBezTo>
                        <a:pt x="52" y="154"/>
                        <a:pt x="52" y="154"/>
                        <a:pt x="51" y="153"/>
                      </a:cubicBezTo>
                      <a:cubicBezTo>
                        <a:pt x="50" y="154"/>
                        <a:pt x="50" y="154"/>
                        <a:pt x="49" y="154"/>
                      </a:cubicBezTo>
                      <a:cubicBezTo>
                        <a:pt x="47" y="154"/>
                        <a:pt x="47" y="154"/>
                        <a:pt x="47" y="154"/>
                      </a:cubicBezTo>
                      <a:cubicBezTo>
                        <a:pt x="47" y="155"/>
                        <a:pt x="46" y="155"/>
                        <a:pt x="46" y="156"/>
                      </a:cubicBezTo>
                      <a:cubicBezTo>
                        <a:pt x="46" y="158"/>
                        <a:pt x="53" y="165"/>
                        <a:pt x="55" y="166"/>
                      </a:cubicBezTo>
                      <a:cubicBezTo>
                        <a:pt x="56" y="166"/>
                        <a:pt x="56" y="166"/>
                        <a:pt x="56" y="166"/>
                      </a:cubicBezTo>
                      <a:cubicBezTo>
                        <a:pt x="61" y="166"/>
                        <a:pt x="61" y="166"/>
                        <a:pt x="61" y="166"/>
                      </a:cubicBezTo>
                      <a:cubicBezTo>
                        <a:pt x="66" y="166"/>
                        <a:pt x="69" y="163"/>
                        <a:pt x="71" y="160"/>
                      </a:cubicBezTo>
                      <a:cubicBezTo>
                        <a:pt x="74" y="155"/>
                        <a:pt x="74" y="151"/>
                        <a:pt x="76" y="148"/>
                      </a:cubicBezTo>
                      <a:cubicBezTo>
                        <a:pt x="75" y="146"/>
                        <a:pt x="75" y="148"/>
                        <a:pt x="75" y="146"/>
                      </a:cubicBezTo>
                      <a:cubicBezTo>
                        <a:pt x="75" y="138"/>
                        <a:pt x="75" y="138"/>
                        <a:pt x="75" y="138"/>
                      </a:cubicBezTo>
                      <a:cubicBezTo>
                        <a:pt x="75" y="130"/>
                        <a:pt x="74" y="128"/>
                        <a:pt x="80" y="124"/>
                      </a:cubicBezTo>
                      <a:cubicBezTo>
                        <a:pt x="81" y="124"/>
                        <a:pt x="81" y="124"/>
                        <a:pt x="81" y="124"/>
                      </a:cubicBezTo>
                      <a:cubicBezTo>
                        <a:pt x="90" y="124"/>
                        <a:pt x="90" y="127"/>
                        <a:pt x="94" y="120"/>
                      </a:cubicBezTo>
                      <a:cubicBezTo>
                        <a:pt x="92" y="117"/>
                        <a:pt x="91" y="116"/>
                        <a:pt x="88" y="115"/>
                      </a:cubicBezTo>
                      <a:cubicBezTo>
                        <a:pt x="86" y="116"/>
                        <a:pt x="84" y="117"/>
                        <a:pt x="81" y="117"/>
                      </a:cubicBezTo>
                      <a:cubicBezTo>
                        <a:pt x="79" y="117"/>
                        <a:pt x="79" y="117"/>
                        <a:pt x="79" y="117"/>
                      </a:cubicBezTo>
                      <a:cubicBezTo>
                        <a:pt x="77" y="116"/>
                        <a:pt x="72" y="109"/>
                        <a:pt x="72" y="107"/>
                      </a:cubicBezTo>
                      <a:cubicBezTo>
                        <a:pt x="72" y="105"/>
                        <a:pt x="72" y="105"/>
                        <a:pt x="72" y="105"/>
                      </a:cubicBezTo>
                      <a:cubicBezTo>
                        <a:pt x="72" y="99"/>
                        <a:pt x="75" y="100"/>
                        <a:pt x="78" y="96"/>
                      </a:cubicBezTo>
                      <a:cubicBezTo>
                        <a:pt x="80" y="96"/>
                        <a:pt x="80" y="96"/>
                        <a:pt x="80" y="96"/>
                      </a:cubicBezTo>
                      <a:cubicBezTo>
                        <a:pt x="82" y="93"/>
                        <a:pt x="89" y="90"/>
                        <a:pt x="92" y="89"/>
                      </a:cubicBezTo>
                      <a:cubicBezTo>
                        <a:pt x="95" y="87"/>
                        <a:pt x="101" y="83"/>
                        <a:pt x="101" y="80"/>
                      </a:cubicBezTo>
                      <a:cubicBezTo>
                        <a:pt x="101" y="77"/>
                        <a:pt x="101" y="79"/>
                        <a:pt x="102" y="78"/>
                      </a:cubicBezTo>
                      <a:cubicBezTo>
                        <a:pt x="101" y="77"/>
                        <a:pt x="101" y="79"/>
                        <a:pt x="101" y="77"/>
                      </a:cubicBezTo>
                      <a:cubicBezTo>
                        <a:pt x="101" y="73"/>
                        <a:pt x="96" y="64"/>
                        <a:pt x="95" y="61"/>
                      </a:cubicBezTo>
                      <a:cubicBezTo>
                        <a:pt x="95" y="61"/>
                        <a:pt x="101" y="55"/>
                        <a:pt x="102" y="55"/>
                      </a:cubicBezTo>
                      <a:cubicBezTo>
                        <a:pt x="104" y="52"/>
                        <a:pt x="106" y="51"/>
                        <a:pt x="109" y="48"/>
                      </a:cubicBezTo>
                      <a:cubicBezTo>
                        <a:pt x="110" y="47"/>
                        <a:pt x="112" y="46"/>
                        <a:pt x="113" y="45"/>
                      </a:cubicBezTo>
                      <a:cubicBezTo>
                        <a:pt x="114" y="44"/>
                        <a:pt x="115" y="43"/>
                        <a:pt x="116" y="42"/>
                      </a:cubicBezTo>
                      <a:cubicBezTo>
                        <a:pt x="118" y="39"/>
                        <a:pt x="118" y="35"/>
                        <a:pt x="121" y="34"/>
                      </a:cubicBezTo>
                      <a:cubicBezTo>
                        <a:pt x="121" y="32"/>
                        <a:pt x="121" y="32"/>
                        <a:pt x="121" y="32"/>
                      </a:cubicBezTo>
                      <a:cubicBezTo>
                        <a:pt x="121" y="27"/>
                        <a:pt x="123" y="30"/>
                        <a:pt x="120" y="24"/>
                      </a:cubicBezTo>
                      <a:cubicBezTo>
                        <a:pt x="118" y="20"/>
                        <a:pt x="118" y="20"/>
                        <a:pt x="116" y="17"/>
                      </a:cubicBezTo>
                      <a:cubicBezTo>
                        <a:pt x="113" y="17"/>
                        <a:pt x="113" y="17"/>
                        <a:pt x="113" y="17"/>
                      </a:cubicBezTo>
                      <a:cubicBezTo>
                        <a:pt x="111" y="17"/>
                        <a:pt x="105" y="19"/>
                        <a:pt x="104" y="20"/>
                      </a:cubicBezTo>
                      <a:cubicBezTo>
                        <a:pt x="101" y="23"/>
                        <a:pt x="102" y="23"/>
                        <a:pt x="96" y="24"/>
                      </a:cubicBezTo>
                      <a:lnTo>
                        <a:pt x="93" y="2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5" name="íṥḻiďê"/>
                <p:cNvSpPr/>
                <p:nvPr/>
              </p:nvSpPr>
              <p:spPr bwMode="auto">
                <a:xfrm>
                  <a:off x="5159376" y="3357563"/>
                  <a:ext cx="117475" cy="366713"/>
                </a:xfrm>
                <a:custGeom>
                  <a:avLst/>
                  <a:gdLst>
                    <a:gd name="T0" fmla="*/ 23 w 36"/>
                    <a:gd name="T1" fmla="*/ 14 h 110"/>
                    <a:gd name="T2" fmla="*/ 23 w 36"/>
                    <a:gd name="T3" fmla="*/ 12 h 110"/>
                    <a:gd name="T4" fmla="*/ 18 w 36"/>
                    <a:gd name="T5" fmla="*/ 6 h 110"/>
                    <a:gd name="T6" fmla="*/ 13 w 36"/>
                    <a:gd name="T7" fmla="*/ 0 h 110"/>
                    <a:gd name="T8" fmla="*/ 11 w 36"/>
                    <a:gd name="T9" fmla="*/ 4 h 110"/>
                    <a:gd name="T10" fmla="*/ 13 w 36"/>
                    <a:gd name="T11" fmla="*/ 16 h 110"/>
                    <a:gd name="T12" fmla="*/ 12 w 36"/>
                    <a:gd name="T13" fmla="*/ 34 h 110"/>
                    <a:gd name="T14" fmla="*/ 7 w 36"/>
                    <a:gd name="T15" fmla="*/ 65 h 110"/>
                    <a:gd name="T16" fmla="*/ 3 w 36"/>
                    <a:gd name="T17" fmla="*/ 80 h 110"/>
                    <a:gd name="T18" fmla="*/ 0 w 36"/>
                    <a:gd name="T19" fmla="*/ 95 h 110"/>
                    <a:gd name="T20" fmla="*/ 0 w 36"/>
                    <a:gd name="T21" fmla="*/ 98 h 110"/>
                    <a:gd name="T22" fmla="*/ 0 w 36"/>
                    <a:gd name="T23" fmla="*/ 100 h 110"/>
                    <a:gd name="T24" fmla="*/ 4 w 36"/>
                    <a:gd name="T25" fmla="*/ 105 h 110"/>
                    <a:gd name="T26" fmla="*/ 9 w 36"/>
                    <a:gd name="T27" fmla="*/ 110 h 110"/>
                    <a:gd name="T28" fmla="*/ 15 w 36"/>
                    <a:gd name="T29" fmla="*/ 104 h 110"/>
                    <a:gd name="T30" fmla="*/ 18 w 36"/>
                    <a:gd name="T31" fmla="*/ 96 h 110"/>
                    <a:gd name="T32" fmla="*/ 18 w 36"/>
                    <a:gd name="T33" fmla="*/ 90 h 110"/>
                    <a:gd name="T34" fmla="*/ 21 w 36"/>
                    <a:gd name="T35" fmla="*/ 71 h 110"/>
                    <a:gd name="T36" fmla="*/ 25 w 36"/>
                    <a:gd name="T37" fmla="*/ 53 h 110"/>
                    <a:gd name="T38" fmla="*/ 30 w 36"/>
                    <a:gd name="T39" fmla="*/ 36 h 110"/>
                    <a:gd name="T40" fmla="*/ 35 w 36"/>
                    <a:gd name="T41" fmla="*/ 20 h 110"/>
                    <a:gd name="T42" fmla="*/ 33 w 36"/>
                    <a:gd name="T43" fmla="*/ 20 h 110"/>
                    <a:gd name="T44" fmla="*/ 30 w 36"/>
                    <a:gd name="T45" fmla="*/ 22 h 110"/>
                    <a:gd name="T46" fmla="*/ 23 w 36"/>
                    <a:gd name="T47" fmla="*/ 17 h 110"/>
                    <a:gd name="T48" fmla="*/ 23 w 36"/>
                    <a:gd name="T49" fmla="*/ 15 h 110"/>
                    <a:gd name="T50" fmla="*/ 23 w 36"/>
                    <a:gd name="T51" fmla="*/ 14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6" h="110">
                      <a:moveTo>
                        <a:pt x="23" y="14"/>
                      </a:moveTo>
                      <a:cubicBezTo>
                        <a:pt x="23" y="12"/>
                        <a:pt x="23" y="12"/>
                        <a:pt x="23" y="12"/>
                      </a:cubicBezTo>
                      <a:cubicBezTo>
                        <a:pt x="21" y="8"/>
                        <a:pt x="22" y="9"/>
                        <a:pt x="18" y="6"/>
                      </a:cubicBezTo>
                      <a:cubicBezTo>
                        <a:pt x="17" y="4"/>
                        <a:pt x="15" y="2"/>
                        <a:pt x="13" y="0"/>
                      </a:cubicBezTo>
                      <a:cubicBezTo>
                        <a:pt x="12" y="1"/>
                        <a:pt x="11" y="3"/>
                        <a:pt x="11" y="4"/>
                      </a:cubicBezTo>
                      <a:cubicBezTo>
                        <a:pt x="11" y="7"/>
                        <a:pt x="13" y="12"/>
                        <a:pt x="13" y="16"/>
                      </a:cubicBezTo>
                      <a:cubicBezTo>
                        <a:pt x="12" y="34"/>
                        <a:pt x="12" y="34"/>
                        <a:pt x="12" y="34"/>
                      </a:cubicBezTo>
                      <a:cubicBezTo>
                        <a:pt x="12" y="43"/>
                        <a:pt x="9" y="56"/>
                        <a:pt x="7" y="65"/>
                      </a:cubicBezTo>
                      <a:cubicBezTo>
                        <a:pt x="6" y="72"/>
                        <a:pt x="4" y="75"/>
                        <a:pt x="3" y="80"/>
                      </a:cubicBezTo>
                      <a:cubicBezTo>
                        <a:pt x="2" y="85"/>
                        <a:pt x="0" y="91"/>
                        <a:pt x="0" y="95"/>
                      </a:cubicBezTo>
                      <a:cubicBezTo>
                        <a:pt x="0" y="98"/>
                        <a:pt x="0" y="98"/>
                        <a:pt x="0" y="98"/>
                      </a:cubicBezTo>
                      <a:cubicBezTo>
                        <a:pt x="0" y="100"/>
                        <a:pt x="0" y="100"/>
                        <a:pt x="0" y="100"/>
                      </a:cubicBezTo>
                      <a:cubicBezTo>
                        <a:pt x="2" y="102"/>
                        <a:pt x="2" y="103"/>
                        <a:pt x="4" y="105"/>
                      </a:cubicBezTo>
                      <a:cubicBezTo>
                        <a:pt x="6" y="108"/>
                        <a:pt x="7" y="108"/>
                        <a:pt x="9" y="110"/>
                      </a:cubicBezTo>
                      <a:cubicBezTo>
                        <a:pt x="12" y="108"/>
                        <a:pt x="13" y="108"/>
                        <a:pt x="15" y="104"/>
                      </a:cubicBezTo>
                      <a:cubicBezTo>
                        <a:pt x="16" y="102"/>
                        <a:pt x="18" y="99"/>
                        <a:pt x="18" y="96"/>
                      </a:cubicBezTo>
                      <a:cubicBezTo>
                        <a:pt x="18" y="90"/>
                        <a:pt x="18" y="90"/>
                        <a:pt x="18" y="90"/>
                      </a:cubicBezTo>
                      <a:cubicBezTo>
                        <a:pt x="18" y="83"/>
                        <a:pt x="20" y="77"/>
                        <a:pt x="21" y="71"/>
                      </a:cubicBezTo>
                      <a:cubicBezTo>
                        <a:pt x="23" y="65"/>
                        <a:pt x="23" y="59"/>
                        <a:pt x="25" y="53"/>
                      </a:cubicBezTo>
                      <a:cubicBezTo>
                        <a:pt x="26" y="47"/>
                        <a:pt x="29" y="42"/>
                        <a:pt x="30" y="36"/>
                      </a:cubicBezTo>
                      <a:cubicBezTo>
                        <a:pt x="31" y="28"/>
                        <a:pt x="34" y="27"/>
                        <a:pt x="35" y="20"/>
                      </a:cubicBezTo>
                      <a:cubicBezTo>
                        <a:pt x="34" y="19"/>
                        <a:pt x="36" y="20"/>
                        <a:pt x="33" y="20"/>
                      </a:cubicBezTo>
                      <a:cubicBezTo>
                        <a:pt x="33" y="20"/>
                        <a:pt x="30" y="22"/>
                        <a:pt x="30" y="22"/>
                      </a:cubicBezTo>
                      <a:cubicBezTo>
                        <a:pt x="25" y="21"/>
                        <a:pt x="25" y="21"/>
                        <a:pt x="23" y="17"/>
                      </a:cubicBezTo>
                      <a:cubicBezTo>
                        <a:pt x="23" y="15"/>
                        <a:pt x="23" y="15"/>
                        <a:pt x="23" y="15"/>
                      </a:cubicBezTo>
                      <a:lnTo>
                        <a:pt x="23" y="14"/>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nvGrpSpPr>
              <p:cNvPr id="249" name="ïšľîḍê"/>
              <p:cNvGrpSpPr/>
              <p:nvPr/>
            </p:nvGrpSpPr>
            <p:grpSpPr>
              <a:xfrm>
                <a:off x="4412452" y="3781425"/>
                <a:ext cx="2312689" cy="166461"/>
                <a:chOff x="6986588" y="3521075"/>
                <a:chExt cx="1654176" cy="119063"/>
              </a:xfrm>
            </p:grpSpPr>
            <p:sp>
              <p:nvSpPr>
                <p:cNvPr id="250" name="îṩľîḑê"/>
                <p:cNvSpPr/>
                <p:nvPr/>
              </p:nvSpPr>
              <p:spPr bwMode="auto">
                <a:xfrm>
                  <a:off x="6986588" y="3521075"/>
                  <a:ext cx="155575" cy="119063"/>
                </a:xfrm>
                <a:custGeom>
                  <a:avLst/>
                  <a:gdLst>
                    <a:gd name="T0" fmla="*/ 84 w 98"/>
                    <a:gd name="T1" fmla="*/ 0 h 75"/>
                    <a:gd name="T2" fmla="*/ 59 w 98"/>
                    <a:gd name="T3" fmla="*/ 52 h 75"/>
                    <a:gd name="T4" fmla="*/ 57 w 98"/>
                    <a:gd name="T5" fmla="*/ 0 h 75"/>
                    <a:gd name="T6" fmla="*/ 40 w 98"/>
                    <a:gd name="T7" fmla="*/ 0 h 75"/>
                    <a:gd name="T8" fmla="*/ 15 w 98"/>
                    <a:gd name="T9" fmla="*/ 52 h 75"/>
                    <a:gd name="T10" fmla="*/ 15 w 98"/>
                    <a:gd name="T11" fmla="*/ 0 h 75"/>
                    <a:gd name="T12" fmla="*/ 0 w 98"/>
                    <a:gd name="T13" fmla="*/ 0 h 75"/>
                    <a:gd name="T14" fmla="*/ 2 w 98"/>
                    <a:gd name="T15" fmla="*/ 75 h 75"/>
                    <a:gd name="T16" fmla="*/ 19 w 98"/>
                    <a:gd name="T17" fmla="*/ 75 h 75"/>
                    <a:gd name="T18" fmla="*/ 44 w 98"/>
                    <a:gd name="T19" fmla="*/ 21 h 75"/>
                    <a:gd name="T20" fmla="*/ 46 w 98"/>
                    <a:gd name="T21" fmla="*/ 75 h 75"/>
                    <a:gd name="T22" fmla="*/ 63 w 98"/>
                    <a:gd name="T23" fmla="*/ 75 h 75"/>
                    <a:gd name="T24" fmla="*/ 98 w 98"/>
                    <a:gd name="T25" fmla="*/ 0 h 75"/>
                    <a:gd name="T26" fmla="*/ 84 w 98"/>
                    <a:gd name="T27"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98" h="75">
                      <a:moveTo>
                        <a:pt x="84" y="0"/>
                      </a:moveTo>
                      <a:lnTo>
                        <a:pt x="59" y="52"/>
                      </a:lnTo>
                      <a:lnTo>
                        <a:pt x="57" y="0"/>
                      </a:lnTo>
                      <a:lnTo>
                        <a:pt x="40" y="0"/>
                      </a:lnTo>
                      <a:lnTo>
                        <a:pt x="15" y="52"/>
                      </a:lnTo>
                      <a:lnTo>
                        <a:pt x="15" y="0"/>
                      </a:lnTo>
                      <a:lnTo>
                        <a:pt x="0" y="0"/>
                      </a:lnTo>
                      <a:lnTo>
                        <a:pt x="2" y="75"/>
                      </a:lnTo>
                      <a:lnTo>
                        <a:pt x="19" y="75"/>
                      </a:lnTo>
                      <a:lnTo>
                        <a:pt x="44" y="21"/>
                      </a:lnTo>
                      <a:lnTo>
                        <a:pt x="46" y="75"/>
                      </a:lnTo>
                      <a:lnTo>
                        <a:pt x="63" y="75"/>
                      </a:lnTo>
                      <a:lnTo>
                        <a:pt x="98" y="0"/>
                      </a:lnTo>
                      <a:lnTo>
                        <a:pt x="84"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1" name="îṩḷîde"/>
                <p:cNvSpPr/>
                <p:nvPr/>
              </p:nvSpPr>
              <p:spPr bwMode="auto">
                <a:xfrm>
                  <a:off x="7135813" y="3521075"/>
                  <a:ext cx="112713" cy="119063"/>
                </a:xfrm>
                <a:custGeom>
                  <a:avLst/>
                  <a:gdLst>
                    <a:gd name="T0" fmla="*/ 22 w 34"/>
                    <a:gd name="T1" fmla="*/ 20 h 36"/>
                    <a:gd name="T2" fmla="*/ 20 w 34"/>
                    <a:gd name="T3" fmla="*/ 26 h 36"/>
                    <a:gd name="T4" fmla="*/ 18 w 34"/>
                    <a:gd name="T5" fmla="*/ 29 h 36"/>
                    <a:gd name="T6" fmla="*/ 13 w 34"/>
                    <a:gd name="T7" fmla="*/ 30 h 36"/>
                    <a:gd name="T8" fmla="*/ 9 w 34"/>
                    <a:gd name="T9" fmla="*/ 29 h 36"/>
                    <a:gd name="T10" fmla="*/ 7 w 34"/>
                    <a:gd name="T11" fmla="*/ 25 h 36"/>
                    <a:gd name="T12" fmla="*/ 7 w 34"/>
                    <a:gd name="T13" fmla="*/ 24 h 36"/>
                    <a:gd name="T14" fmla="*/ 8 w 34"/>
                    <a:gd name="T15" fmla="*/ 19 h 36"/>
                    <a:gd name="T16" fmla="*/ 12 w 34"/>
                    <a:gd name="T17" fmla="*/ 0 h 36"/>
                    <a:gd name="T18" fmla="*/ 5 w 34"/>
                    <a:gd name="T19" fmla="*/ 0 h 36"/>
                    <a:gd name="T20" fmla="*/ 1 w 34"/>
                    <a:gd name="T21" fmla="*/ 19 h 36"/>
                    <a:gd name="T22" fmla="*/ 0 w 34"/>
                    <a:gd name="T23" fmla="*/ 23 h 36"/>
                    <a:gd name="T24" fmla="*/ 0 w 34"/>
                    <a:gd name="T25" fmla="*/ 25 h 36"/>
                    <a:gd name="T26" fmla="*/ 3 w 34"/>
                    <a:gd name="T27" fmla="*/ 33 h 36"/>
                    <a:gd name="T28" fmla="*/ 13 w 34"/>
                    <a:gd name="T29" fmla="*/ 36 h 36"/>
                    <a:gd name="T30" fmla="*/ 22 w 34"/>
                    <a:gd name="T31" fmla="*/ 34 h 36"/>
                    <a:gd name="T32" fmla="*/ 27 w 34"/>
                    <a:gd name="T33" fmla="*/ 29 h 36"/>
                    <a:gd name="T34" fmla="*/ 30 w 34"/>
                    <a:gd name="T35" fmla="*/ 20 h 36"/>
                    <a:gd name="T36" fmla="*/ 34 w 34"/>
                    <a:gd name="T37" fmla="*/ 0 h 36"/>
                    <a:gd name="T38" fmla="*/ 26 w 34"/>
                    <a:gd name="T39" fmla="*/ 0 h 36"/>
                    <a:gd name="T40" fmla="*/ 22 w 34"/>
                    <a:gd name="T41" fmla="*/ 2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4" h="36">
                      <a:moveTo>
                        <a:pt x="22" y="20"/>
                      </a:moveTo>
                      <a:cubicBezTo>
                        <a:pt x="22" y="23"/>
                        <a:pt x="21" y="25"/>
                        <a:pt x="20" y="26"/>
                      </a:cubicBezTo>
                      <a:cubicBezTo>
                        <a:pt x="20" y="28"/>
                        <a:pt x="19" y="29"/>
                        <a:pt x="18" y="29"/>
                      </a:cubicBezTo>
                      <a:cubicBezTo>
                        <a:pt x="17" y="30"/>
                        <a:pt x="15" y="30"/>
                        <a:pt x="13" y="30"/>
                      </a:cubicBezTo>
                      <a:cubicBezTo>
                        <a:pt x="11" y="30"/>
                        <a:pt x="10" y="30"/>
                        <a:pt x="9" y="29"/>
                      </a:cubicBezTo>
                      <a:cubicBezTo>
                        <a:pt x="8" y="28"/>
                        <a:pt x="7" y="27"/>
                        <a:pt x="7" y="25"/>
                      </a:cubicBezTo>
                      <a:cubicBezTo>
                        <a:pt x="7" y="25"/>
                        <a:pt x="7" y="25"/>
                        <a:pt x="7" y="24"/>
                      </a:cubicBezTo>
                      <a:cubicBezTo>
                        <a:pt x="8" y="19"/>
                        <a:pt x="8" y="19"/>
                        <a:pt x="8" y="19"/>
                      </a:cubicBezTo>
                      <a:cubicBezTo>
                        <a:pt x="12" y="0"/>
                        <a:pt x="12" y="0"/>
                        <a:pt x="12" y="0"/>
                      </a:cubicBezTo>
                      <a:cubicBezTo>
                        <a:pt x="5" y="0"/>
                        <a:pt x="5" y="0"/>
                        <a:pt x="5" y="0"/>
                      </a:cubicBezTo>
                      <a:cubicBezTo>
                        <a:pt x="1" y="19"/>
                        <a:pt x="1" y="19"/>
                        <a:pt x="1" y="19"/>
                      </a:cubicBezTo>
                      <a:cubicBezTo>
                        <a:pt x="1" y="21"/>
                        <a:pt x="0" y="23"/>
                        <a:pt x="0" y="23"/>
                      </a:cubicBezTo>
                      <a:cubicBezTo>
                        <a:pt x="0" y="24"/>
                        <a:pt x="0" y="25"/>
                        <a:pt x="0" y="25"/>
                      </a:cubicBezTo>
                      <a:cubicBezTo>
                        <a:pt x="0" y="29"/>
                        <a:pt x="1" y="31"/>
                        <a:pt x="3" y="33"/>
                      </a:cubicBezTo>
                      <a:cubicBezTo>
                        <a:pt x="6" y="35"/>
                        <a:pt x="9" y="36"/>
                        <a:pt x="13" y="36"/>
                      </a:cubicBezTo>
                      <a:cubicBezTo>
                        <a:pt x="16" y="36"/>
                        <a:pt x="19" y="36"/>
                        <a:pt x="22" y="34"/>
                      </a:cubicBezTo>
                      <a:cubicBezTo>
                        <a:pt x="24" y="33"/>
                        <a:pt x="25" y="31"/>
                        <a:pt x="27" y="29"/>
                      </a:cubicBezTo>
                      <a:cubicBezTo>
                        <a:pt x="28" y="27"/>
                        <a:pt x="29" y="24"/>
                        <a:pt x="30" y="20"/>
                      </a:cubicBezTo>
                      <a:cubicBezTo>
                        <a:pt x="34" y="0"/>
                        <a:pt x="34" y="0"/>
                        <a:pt x="34" y="0"/>
                      </a:cubicBezTo>
                      <a:cubicBezTo>
                        <a:pt x="26" y="0"/>
                        <a:pt x="26" y="0"/>
                        <a:pt x="26" y="0"/>
                      </a:cubicBezTo>
                      <a:lnTo>
                        <a:pt x="22" y="2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2" name="îṣḻîḑê"/>
                <p:cNvSpPr/>
                <p:nvPr/>
              </p:nvSpPr>
              <p:spPr bwMode="auto">
                <a:xfrm>
                  <a:off x="7248526" y="3521075"/>
                  <a:ext cx="114300" cy="119063"/>
                </a:xfrm>
                <a:custGeom>
                  <a:avLst/>
                  <a:gdLst>
                    <a:gd name="T0" fmla="*/ 58 w 72"/>
                    <a:gd name="T1" fmla="*/ 0 h 75"/>
                    <a:gd name="T2" fmla="*/ 52 w 72"/>
                    <a:gd name="T3" fmla="*/ 29 h 75"/>
                    <a:gd name="T4" fmla="*/ 22 w 72"/>
                    <a:gd name="T5" fmla="*/ 29 h 75"/>
                    <a:gd name="T6" fmla="*/ 29 w 72"/>
                    <a:gd name="T7" fmla="*/ 0 h 75"/>
                    <a:gd name="T8" fmla="*/ 14 w 72"/>
                    <a:gd name="T9" fmla="*/ 0 h 75"/>
                    <a:gd name="T10" fmla="*/ 0 w 72"/>
                    <a:gd name="T11" fmla="*/ 75 h 75"/>
                    <a:gd name="T12" fmla="*/ 14 w 72"/>
                    <a:gd name="T13" fmla="*/ 75 h 75"/>
                    <a:gd name="T14" fmla="*/ 20 w 72"/>
                    <a:gd name="T15" fmla="*/ 42 h 75"/>
                    <a:gd name="T16" fmla="*/ 50 w 72"/>
                    <a:gd name="T17" fmla="*/ 42 h 75"/>
                    <a:gd name="T18" fmla="*/ 43 w 72"/>
                    <a:gd name="T19" fmla="*/ 75 h 75"/>
                    <a:gd name="T20" fmla="*/ 58 w 72"/>
                    <a:gd name="T21" fmla="*/ 75 h 75"/>
                    <a:gd name="T22" fmla="*/ 72 w 72"/>
                    <a:gd name="T23" fmla="*/ 0 h 75"/>
                    <a:gd name="T24" fmla="*/ 58 w 72"/>
                    <a:gd name="T25"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2" h="75">
                      <a:moveTo>
                        <a:pt x="58" y="0"/>
                      </a:moveTo>
                      <a:lnTo>
                        <a:pt x="52" y="29"/>
                      </a:lnTo>
                      <a:lnTo>
                        <a:pt x="22" y="29"/>
                      </a:lnTo>
                      <a:lnTo>
                        <a:pt x="29" y="0"/>
                      </a:lnTo>
                      <a:lnTo>
                        <a:pt x="14" y="0"/>
                      </a:lnTo>
                      <a:lnTo>
                        <a:pt x="0" y="75"/>
                      </a:lnTo>
                      <a:lnTo>
                        <a:pt x="14" y="75"/>
                      </a:lnTo>
                      <a:lnTo>
                        <a:pt x="20" y="42"/>
                      </a:lnTo>
                      <a:lnTo>
                        <a:pt x="50" y="42"/>
                      </a:lnTo>
                      <a:lnTo>
                        <a:pt x="43" y="75"/>
                      </a:lnTo>
                      <a:lnTo>
                        <a:pt x="58" y="75"/>
                      </a:lnTo>
                      <a:lnTo>
                        <a:pt x="72" y="0"/>
                      </a:lnTo>
                      <a:lnTo>
                        <a:pt x="58"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3" name="ïṥlíḑê"/>
                <p:cNvSpPr/>
                <p:nvPr/>
              </p:nvSpPr>
              <p:spPr bwMode="auto">
                <a:xfrm>
                  <a:off x="7356476" y="3521075"/>
                  <a:ext cx="112713" cy="119063"/>
                </a:xfrm>
                <a:custGeom>
                  <a:avLst/>
                  <a:gdLst>
                    <a:gd name="T0" fmla="*/ 42 w 71"/>
                    <a:gd name="T1" fmla="*/ 0 h 75"/>
                    <a:gd name="T2" fmla="*/ 0 w 71"/>
                    <a:gd name="T3" fmla="*/ 75 h 75"/>
                    <a:gd name="T4" fmla="*/ 15 w 71"/>
                    <a:gd name="T5" fmla="*/ 75 h 75"/>
                    <a:gd name="T6" fmla="*/ 23 w 71"/>
                    <a:gd name="T7" fmla="*/ 59 h 75"/>
                    <a:gd name="T8" fmla="*/ 54 w 71"/>
                    <a:gd name="T9" fmla="*/ 59 h 75"/>
                    <a:gd name="T10" fmla="*/ 56 w 71"/>
                    <a:gd name="T11" fmla="*/ 75 h 75"/>
                    <a:gd name="T12" fmla="*/ 71 w 71"/>
                    <a:gd name="T13" fmla="*/ 75 h 75"/>
                    <a:gd name="T14" fmla="*/ 58 w 71"/>
                    <a:gd name="T15" fmla="*/ 0 h 75"/>
                    <a:gd name="T16" fmla="*/ 42 w 71"/>
                    <a:gd name="T17" fmla="*/ 0 h 75"/>
                    <a:gd name="T18" fmla="*/ 29 w 71"/>
                    <a:gd name="T19" fmla="*/ 46 h 75"/>
                    <a:gd name="T20" fmla="*/ 48 w 71"/>
                    <a:gd name="T21" fmla="*/ 17 h 75"/>
                    <a:gd name="T22" fmla="*/ 52 w 71"/>
                    <a:gd name="T23" fmla="*/ 46 h 75"/>
                    <a:gd name="T24" fmla="*/ 29 w 71"/>
                    <a:gd name="T25" fmla="*/ 4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75">
                      <a:moveTo>
                        <a:pt x="42" y="0"/>
                      </a:moveTo>
                      <a:lnTo>
                        <a:pt x="0" y="75"/>
                      </a:lnTo>
                      <a:lnTo>
                        <a:pt x="15" y="75"/>
                      </a:lnTo>
                      <a:lnTo>
                        <a:pt x="23" y="59"/>
                      </a:lnTo>
                      <a:lnTo>
                        <a:pt x="54" y="59"/>
                      </a:lnTo>
                      <a:lnTo>
                        <a:pt x="56" y="75"/>
                      </a:lnTo>
                      <a:lnTo>
                        <a:pt x="71" y="75"/>
                      </a:lnTo>
                      <a:lnTo>
                        <a:pt x="58" y="0"/>
                      </a:lnTo>
                      <a:lnTo>
                        <a:pt x="42" y="0"/>
                      </a:lnTo>
                      <a:close/>
                      <a:moveTo>
                        <a:pt x="29" y="46"/>
                      </a:moveTo>
                      <a:lnTo>
                        <a:pt x="48" y="17"/>
                      </a:lnTo>
                      <a:lnTo>
                        <a:pt x="52" y="46"/>
                      </a:lnTo>
                      <a:lnTo>
                        <a:pt x="29" y="46"/>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4" name="îş1íḋe"/>
                <p:cNvSpPr/>
                <p:nvPr/>
              </p:nvSpPr>
              <p:spPr bwMode="auto">
                <a:xfrm>
                  <a:off x="7481888" y="3521075"/>
                  <a:ext cx="119063" cy="119063"/>
                </a:xfrm>
                <a:custGeom>
                  <a:avLst/>
                  <a:gdLst>
                    <a:gd name="T0" fmla="*/ 50 w 75"/>
                    <a:gd name="T1" fmla="*/ 50 h 75"/>
                    <a:gd name="T2" fmla="*/ 31 w 75"/>
                    <a:gd name="T3" fmla="*/ 0 h 75"/>
                    <a:gd name="T4" fmla="*/ 17 w 75"/>
                    <a:gd name="T5" fmla="*/ 0 h 75"/>
                    <a:gd name="T6" fmla="*/ 0 w 75"/>
                    <a:gd name="T7" fmla="*/ 75 h 75"/>
                    <a:gd name="T8" fmla="*/ 15 w 75"/>
                    <a:gd name="T9" fmla="*/ 75 h 75"/>
                    <a:gd name="T10" fmla="*/ 25 w 75"/>
                    <a:gd name="T11" fmla="*/ 25 h 75"/>
                    <a:gd name="T12" fmla="*/ 46 w 75"/>
                    <a:gd name="T13" fmla="*/ 75 h 75"/>
                    <a:gd name="T14" fmla="*/ 58 w 75"/>
                    <a:gd name="T15" fmla="*/ 75 h 75"/>
                    <a:gd name="T16" fmla="*/ 75 w 75"/>
                    <a:gd name="T17" fmla="*/ 0 h 75"/>
                    <a:gd name="T18" fmla="*/ 61 w 75"/>
                    <a:gd name="T19" fmla="*/ 0 h 75"/>
                    <a:gd name="T20" fmla="*/ 50 w 75"/>
                    <a:gd name="T21" fmla="*/ 5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5" h="75">
                      <a:moveTo>
                        <a:pt x="50" y="50"/>
                      </a:moveTo>
                      <a:lnTo>
                        <a:pt x="31" y="0"/>
                      </a:lnTo>
                      <a:lnTo>
                        <a:pt x="17" y="0"/>
                      </a:lnTo>
                      <a:lnTo>
                        <a:pt x="0" y="75"/>
                      </a:lnTo>
                      <a:lnTo>
                        <a:pt x="15" y="75"/>
                      </a:lnTo>
                      <a:lnTo>
                        <a:pt x="25" y="25"/>
                      </a:lnTo>
                      <a:lnTo>
                        <a:pt x="46" y="75"/>
                      </a:lnTo>
                      <a:lnTo>
                        <a:pt x="58" y="75"/>
                      </a:lnTo>
                      <a:lnTo>
                        <a:pt x="75" y="0"/>
                      </a:lnTo>
                      <a:lnTo>
                        <a:pt x="61" y="0"/>
                      </a:lnTo>
                      <a:lnTo>
                        <a:pt x="50" y="5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5" name="îş1ïḋe"/>
                <p:cNvSpPr/>
                <p:nvPr/>
              </p:nvSpPr>
              <p:spPr bwMode="auto">
                <a:xfrm>
                  <a:off x="7653338" y="3521075"/>
                  <a:ext cx="112713" cy="119063"/>
                </a:xfrm>
                <a:custGeom>
                  <a:avLst/>
                  <a:gdLst>
                    <a:gd name="T0" fmla="*/ 22 w 34"/>
                    <a:gd name="T1" fmla="*/ 20 h 36"/>
                    <a:gd name="T2" fmla="*/ 20 w 34"/>
                    <a:gd name="T3" fmla="*/ 26 h 36"/>
                    <a:gd name="T4" fmla="*/ 18 w 34"/>
                    <a:gd name="T5" fmla="*/ 29 h 36"/>
                    <a:gd name="T6" fmla="*/ 13 w 34"/>
                    <a:gd name="T7" fmla="*/ 30 h 36"/>
                    <a:gd name="T8" fmla="*/ 9 w 34"/>
                    <a:gd name="T9" fmla="*/ 29 h 36"/>
                    <a:gd name="T10" fmla="*/ 7 w 34"/>
                    <a:gd name="T11" fmla="*/ 25 h 36"/>
                    <a:gd name="T12" fmla="*/ 7 w 34"/>
                    <a:gd name="T13" fmla="*/ 24 h 36"/>
                    <a:gd name="T14" fmla="*/ 8 w 34"/>
                    <a:gd name="T15" fmla="*/ 19 h 36"/>
                    <a:gd name="T16" fmla="*/ 12 w 34"/>
                    <a:gd name="T17" fmla="*/ 0 h 36"/>
                    <a:gd name="T18" fmla="*/ 5 w 34"/>
                    <a:gd name="T19" fmla="*/ 0 h 36"/>
                    <a:gd name="T20" fmla="*/ 1 w 34"/>
                    <a:gd name="T21" fmla="*/ 19 h 36"/>
                    <a:gd name="T22" fmla="*/ 0 w 34"/>
                    <a:gd name="T23" fmla="*/ 23 h 36"/>
                    <a:gd name="T24" fmla="*/ 0 w 34"/>
                    <a:gd name="T25" fmla="*/ 25 h 36"/>
                    <a:gd name="T26" fmla="*/ 3 w 34"/>
                    <a:gd name="T27" fmla="*/ 33 h 36"/>
                    <a:gd name="T28" fmla="*/ 13 w 34"/>
                    <a:gd name="T29" fmla="*/ 36 h 36"/>
                    <a:gd name="T30" fmla="*/ 22 w 34"/>
                    <a:gd name="T31" fmla="*/ 34 h 36"/>
                    <a:gd name="T32" fmla="*/ 27 w 34"/>
                    <a:gd name="T33" fmla="*/ 29 h 36"/>
                    <a:gd name="T34" fmla="*/ 30 w 34"/>
                    <a:gd name="T35" fmla="*/ 20 h 36"/>
                    <a:gd name="T36" fmla="*/ 34 w 34"/>
                    <a:gd name="T37" fmla="*/ 0 h 36"/>
                    <a:gd name="T38" fmla="*/ 26 w 34"/>
                    <a:gd name="T39" fmla="*/ 0 h 36"/>
                    <a:gd name="T40" fmla="*/ 22 w 34"/>
                    <a:gd name="T41" fmla="*/ 2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4" h="36">
                      <a:moveTo>
                        <a:pt x="22" y="20"/>
                      </a:moveTo>
                      <a:cubicBezTo>
                        <a:pt x="22" y="23"/>
                        <a:pt x="21" y="25"/>
                        <a:pt x="20" y="26"/>
                      </a:cubicBezTo>
                      <a:cubicBezTo>
                        <a:pt x="20" y="28"/>
                        <a:pt x="19" y="29"/>
                        <a:pt x="18" y="29"/>
                      </a:cubicBezTo>
                      <a:cubicBezTo>
                        <a:pt x="17" y="30"/>
                        <a:pt x="15" y="30"/>
                        <a:pt x="13" y="30"/>
                      </a:cubicBezTo>
                      <a:cubicBezTo>
                        <a:pt x="11" y="30"/>
                        <a:pt x="10" y="30"/>
                        <a:pt x="9" y="29"/>
                      </a:cubicBezTo>
                      <a:cubicBezTo>
                        <a:pt x="8" y="28"/>
                        <a:pt x="7" y="27"/>
                        <a:pt x="7" y="25"/>
                      </a:cubicBezTo>
                      <a:cubicBezTo>
                        <a:pt x="7" y="25"/>
                        <a:pt x="7" y="25"/>
                        <a:pt x="7" y="24"/>
                      </a:cubicBezTo>
                      <a:cubicBezTo>
                        <a:pt x="8" y="19"/>
                        <a:pt x="8" y="19"/>
                        <a:pt x="8" y="19"/>
                      </a:cubicBezTo>
                      <a:cubicBezTo>
                        <a:pt x="12" y="0"/>
                        <a:pt x="12" y="0"/>
                        <a:pt x="12" y="0"/>
                      </a:cubicBezTo>
                      <a:cubicBezTo>
                        <a:pt x="5" y="0"/>
                        <a:pt x="5" y="0"/>
                        <a:pt x="5" y="0"/>
                      </a:cubicBezTo>
                      <a:cubicBezTo>
                        <a:pt x="1" y="19"/>
                        <a:pt x="1" y="19"/>
                        <a:pt x="1" y="19"/>
                      </a:cubicBezTo>
                      <a:cubicBezTo>
                        <a:pt x="1" y="21"/>
                        <a:pt x="0" y="23"/>
                        <a:pt x="0" y="23"/>
                      </a:cubicBezTo>
                      <a:cubicBezTo>
                        <a:pt x="0" y="24"/>
                        <a:pt x="0" y="25"/>
                        <a:pt x="0" y="25"/>
                      </a:cubicBezTo>
                      <a:cubicBezTo>
                        <a:pt x="0" y="29"/>
                        <a:pt x="1" y="31"/>
                        <a:pt x="3" y="33"/>
                      </a:cubicBezTo>
                      <a:cubicBezTo>
                        <a:pt x="6" y="35"/>
                        <a:pt x="9" y="36"/>
                        <a:pt x="13" y="36"/>
                      </a:cubicBezTo>
                      <a:cubicBezTo>
                        <a:pt x="16" y="36"/>
                        <a:pt x="19" y="36"/>
                        <a:pt x="22" y="34"/>
                      </a:cubicBezTo>
                      <a:cubicBezTo>
                        <a:pt x="24" y="33"/>
                        <a:pt x="25" y="31"/>
                        <a:pt x="27" y="29"/>
                      </a:cubicBezTo>
                      <a:cubicBezTo>
                        <a:pt x="28" y="27"/>
                        <a:pt x="29" y="24"/>
                        <a:pt x="30" y="20"/>
                      </a:cubicBezTo>
                      <a:cubicBezTo>
                        <a:pt x="34" y="0"/>
                        <a:pt x="34" y="0"/>
                        <a:pt x="34" y="0"/>
                      </a:cubicBezTo>
                      <a:cubicBezTo>
                        <a:pt x="26" y="0"/>
                        <a:pt x="26" y="0"/>
                        <a:pt x="26" y="0"/>
                      </a:cubicBezTo>
                      <a:lnTo>
                        <a:pt x="22" y="2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6" name="íšlídè"/>
                <p:cNvSpPr/>
                <p:nvPr/>
              </p:nvSpPr>
              <p:spPr bwMode="auto">
                <a:xfrm>
                  <a:off x="7766051" y="3521075"/>
                  <a:ext cx="115888" cy="119063"/>
                </a:xfrm>
                <a:custGeom>
                  <a:avLst/>
                  <a:gdLst>
                    <a:gd name="T0" fmla="*/ 58 w 73"/>
                    <a:gd name="T1" fmla="*/ 0 h 75"/>
                    <a:gd name="T2" fmla="*/ 50 w 73"/>
                    <a:gd name="T3" fmla="*/ 50 h 75"/>
                    <a:gd name="T4" fmla="*/ 29 w 73"/>
                    <a:gd name="T5" fmla="*/ 0 h 75"/>
                    <a:gd name="T6" fmla="*/ 15 w 73"/>
                    <a:gd name="T7" fmla="*/ 0 h 75"/>
                    <a:gd name="T8" fmla="*/ 0 w 73"/>
                    <a:gd name="T9" fmla="*/ 75 h 75"/>
                    <a:gd name="T10" fmla="*/ 13 w 73"/>
                    <a:gd name="T11" fmla="*/ 75 h 75"/>
                    <a:gd name="T12" fmla="*/ 23 w 73"/>
                    <a:gd name="T13" fmla="*/ 25 h 75"/>
                    <a:gd name="T14" fmla="*/ 44 w 73"/>
                    <a:gd name="T15" fmla="*/ 75 h 75"/>
                    <a:gd name="T16" fmla="*/ 58 w 73"/>
                    <a:gd name="T17" fmla="*/ 75 h 75"/>
                    <a:gd name="T18" fmla="*/ 73 w 73"/>
                    <a:gd name="T19" fmla="*/ 0 h 75"/>
                    <a:gd name="T20" fmla="*/ 58 w 73"/>
                    <a:gd name="T21"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3" h="75">
                      <a:moveTo>
                        <a:pt x="58" y="0"/>
                      </a:moveTo>
                      <a:lnTo>
                        <a:pt x="50" y="50"/>
                      </a:lnTo>
                      <a:lnTo>
                        <a:pt x="29" y="0"/>
                      </a:lnTo>
                      <a:lnTo>
                        <a:pt x="15" y="0"/>
                      </a:lnTo>
                      <a:lnTo>
                        <a:pt x="0" y="75"/>
                      </a:lnTo>
                      <a:lnTo>
                        <a:pt x="13" y="75"/>
                      </a:lnTo>
                      <a:lnTo>
                        <a:pt x="23" y="25"/>
                      </a:lnTo>
                      <a:lnTo>
                        <a:pt x="44" y="75"/>
                      </a:lnTo>
                      <a:lnTo>
                        <a:pt x="58" y="75"/>
                      </a:lnTo>
                      <a:lnTo>
                        <a:pt x="73" y="0"/>
                      </a:lnTo>
                      <a:lnTo>
                        <a:pt x="58"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7" name="îṣḻîďe"/>
                <p:cNvSpPr/>
                <p:nvPr/>
              </p:nvSpPr>
              <p:spPr bwMode="auto">
                <a:xfrm>
                  <a:off x="7881938" y="3521075"/>
                  <a:ext cx="49213" cy="119063"/>
                </a:xfrm>
                <a:custGeom>
                  <a:avLst/>
                  <a:gdLst>
                    <a:gd name="T0" fmla="*/ 0 w 31"/>
                    <a:gd name="T1" fmla="*/ 75 h 75"/>
                    <a:gd name="T2" fmla="*/ 14 w 31"/>
                    <a:gd name="T3" fmla="*/ 75 h 75"/>
                    <a:gd name="T4" fmla="*/ 31 w 31"/>
                    <a:gd name="T5" fmla="*/ 0 h 75"/>
                    <a:gd name="T6" fmla="*/ 14 w 31"/>
                    <a:gd name="T7" fmla="*/ 0 h 75"/>
                    <a:gd name="T8" fmla="*/ 0 w 31"/>
                    <a:gd name="T9" fmla="*/ 75 h 75"/>
                  </a:gdLst>
                  <a:ahLst/>
                  <a:cxnLst>
                    <a:cxn ang="0">
                      <a:pos x="T0" y="T1"/>
                    </a:cxn>
                    <a:cxn ang="0">
                      <a:pos x="T2" y="T3"/>
                    </a:cxn>
                    <a:cxn ang="0">
                      <a:pos x="T4" y="T5"/>
                    </a:cxn>
                    <a:cxn ang="0">
                      <a:pos x="T6" y="T7"/>
                    </a:cxn>
                    <a:cxn ang="0">
                      <a:pos x="T8" y="T9"/>
                    </a:cxn>
                  </a:cxnLst>
                  <a:rect l="0" t="0" r="r" b="b"/>
                  <a:pathLst>
                    <a:path w="31" h="75">
                      <a:moveTo>
                        <a:pt x="0" y="75"/>
                      </a:moveTo>
                      <a:lnTo>
                        <a:pt x="14" y="75"/>
                      </a:lnTo>
                      <a:lnTo>
                        <a:pt x="31" y="0"/>
                      </a:lnTo>
                      <a:lnTo>
                        <a:pt x="14" y="0"/>
                      </a:lnTo>
                      <a:lnTo>
                        <a:pt x="0" y="75"/>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8" name="íŝḻiḋè"/>
                <p:cNvSpPr/>
                <p:nvPr/>
              </p:nvSpPr>
              <p:spPr bwMode="auto">
                <a:xfrm>
                  <a:off x="7940676" y="3521075"/>
                  <a:ext cx="109538" cy="119063"/>
                </a:xfrm>
                <a:custGeom>
                  <a:avLst/>
                  <a:gdLst>
                    <a:gd name="T0" fmla="*/ 54 w 69"/>
                    <a:gd name="T1" fmla="*/ 0 h 75"/>
                    <a:gd name="T2" fmla="*/ 23 w 69"/>
                    <a:gd name="T3" fmla="*/ 57 h 75"/>
                    <a:gd name="T4" fmla="*/ 15 w 69"/>
                    <a:gd name="T5" fmla="*/ 0 h 75"/>
                    <a:gd name="T6" fmla="*/ 0 w 69"/>
                    <a:gd name="T7" fmla="*/ 0 h 75"/>
                    <a:gd name="T8" fmla="*/ 13 w 69"/>
                    <a:gd name="T9" fmla="*/ 75 h 75"/>
                    <a:gd name="T10" fmla="*/ 29 w 69"/>
                    <a:gd name="T11" fmla="*/ 75 h 75"/>
                    <a:gd name="T12" fmla="*/ 69 w 69"/>
                    <a:gd name="T13" fmla="*/ 0 h 75"/>
                    <a:gd name="T14" fmla="*/ 54 w 69"/>
                    <a:gd name="T15" fmla="*/ 0 h 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9" h="75">
                      <a:moveTo>
                        <a:pt x="54" y="0"/>
                      </a:moveTo>
                      <a:lnTo>
                        <a:pt x="23" y="57"/>
                      </a:lnTo>
                      <a:lnTo>
                        <a:pt x="15" y="0"/>
                      </a:lnTo>
                      <a:lnTo>
                        <a:pt x="0" y="0"/>
                      </a:lnTo>
                      <a:lnTo>
                        <a:pt x="13" y="75"/>
                      </a:lnTo>
                      <a:lnTo>
                        <a:pt x="29" y="75"/>
                      </a:lnTo>
                      <a:lnTo>
                        <a:pt x="69" y="0"/>
                      </a:lnTo>
                      <a:lnTo>
                        <a:pt x="54"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9" name="î$ḷíďé"/>
                <p:cNvSpPr/>
                <p:nvPr/>
              </p:nvSpPr>
              <p:spPr bwMode="auto">
                <a:xfrm>
                  <a:off x="8037513" y="3521075"/>
                  <a:ext cx="111125" cy="119063"/>
                </a:xfrm>
                <a:custGeom>
                  <a:avLst/>
                  <a:gdLst>
                    <a:gd name="T0" fmla="*/ 68 w 70"/>
                    <a:gd name="T1" fmla="*/ 12 h 75"/>
                    <a:gd name="T2" fmla="*/ 70 w 70"/>
                    <a:gd name="T3" fmla="*/ 0 h 75"/>
                    <a:gd name="T4" fmla="*/ 16 w 70"/>
                    <a:gd name="T5" fmla="*/ 0 h 75"/>
                    <a:gd name="T6" fmla="*/ 0 w 70"/>
                    <a:gd name="T7" fmla="*/ 75 h 75"/>
                    <a:gd name="T8" fmla="*/ 58 w 70"/>
                    <a:gd name="T9" fmla="*/ 75 h 75"/>
                    <a:gd name="T10" fmla="*/ 60 w 70"/>
                    <a:gd name="T11" fmla="*/ 63 h 75"/>
                    <a:gd name="T12" fmla="*/ 16 w 70"/>
                    <a:gd name="T13" fmla="*/ 63 h 75"/>
                    <a:gd name="T14" fmla="*/ 22 w 70"/>
                    <a:gd name="T15" fmla="*/ 42 h 75"/>
                    <a:gd name="T16" fmla="*/ 60 w 70"/>
                    <a:gd name="T17" fmla="*/ 42 h 75"/>
                    <a:gd name="T18" fmla="*/ 62 w 70"/>
                    <a:gd name="T19" fmla="*/ 29 h 75"/>
                    <a:gd name="T20" fmla="*/ 24 w 70"/>
                    <a:gd name="T21" fmla="*/ 29 h 75"/>
                    <a:gd name="T22" fmla="*/ 29 w 70"/>
                    <a:gd name="T23" fmla="*/ 12 h 75"/>
                    <a:gd name="T24" fmla="*/ 68 w 70"/>
                    <a:gd name="T25" fmla="*/ 12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0" h="75">
                      <a:moveTo>
                        <a:pt x="68" y="12"/>
                      </a:moveTo>
                      <a:lnTo>
                        <a:pt x="70" y="0"/>
                      </a:lnTo>
                      <a:lnTo>
                        <a:pt x="16" y="0"/>
                      </a:lnTo>
                      <a:lnTo>
                        <a:pt x="0" y="75"/>
                      </a:lnTo>
                      <a:lnTo>
                        <a:pt x="58" y="75"/>
                      </a:lnTo>
                      <a:lnTo>
                        <a:pt x="60" y="63"/>
                      </a:lnTo>
                      <a:lnTo>
                        <a:pt x="16" y="63"/>
                      </a:lnTo>
                      <a:lnTo>
                        <a:pt x="22" y="42"/>
                      </a:lnTo>
                      <a:lnTo>
                        <a:pt x="60" y="42"/>
                      </a:lnTo>
                      <a:lnTo>
                        <a:pt x="62" y="29"/>
                      </a:lnTo>
                      <a:lnTo>
                        <a:pt x="24" y="29"/>
                      </a:lnTo>
                      <a:lnTo>
                        <a:pt x="29" y="12"/>
                      </a:lnTo>
                      <a:lnTo>
                        <a:pt x="68" y="12"/>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0" name="îṡlîďe"/>
                <p:cNvSpPr/>
                <p:nvPr/>
              </p:nvSpPr>
              <p:spPr bwMode="auto">
                <a:xfrm>
                  <a:off x="8145463" y="3521075"/>
                  <a:ext cx="115888" cy="119063"/>
                </a:xfrm>
                <a:custGeom>
                  <a:avLst/>
                  <a:gdLst>
                    <a:gd name="T0" fmla="*/ 30 w 35"/>
                    <a:gd name="T1" fmla="*/ 1 h 36"/>
                    <a:gd name="T2" fmla="*/ 24 w 35"/>
                    <a:gd name="T3" fmla="*/ 0 h 36"/>
                    <a:gd name="T4" fmla="*/ 8 w 35"/>
                    <a:gd name="T5" fmla="*/ 0 h 36"/>
                    <a:gd name="T6" fmla="*/ 0 w 35"/>
                    <a:gd name="T7" fmla="*/ 36 h 36"/>
                    <a:gd name="T8" fmla="*/ 8 w 35"/>
                    <a:gd name="T9" fmla="*/ 36 h 36"/>
                    <a:gd name="T10" fmla="*/ 11 w 35"/>
                    <a:gd name="T11" fmla="*/ 21 h 36"/>
                    <a:gd name="T12" fmla="*/ 14 w 35"/>
                    <a:gd name="T13" fmla="*/ 21 h 36"/>
                    <a:gd name="T14" fmla="*/ 17 w 35"/>
                    <a:gd name="T15" fmla="*/ 22 h 36"/>
                    <a:gd name="T16" fmla="*/ 21 w 35"/>
                    <a:gd name="T17" fmla="*/ 26 h 36"/>
                    <a:gd name="T18" fmla="*/ 24 w 35"/>
                    <a:gd name="T19" fmla="*/ 36 h 36"/>
                    <a:gd name="T20" fmla="*/ 32 w 35"/>
                    <a:gd name="T21" fmla="*/ 36 h 36"/>
                    <a:gd name="T22" fmla="*/ 27 w 35"/>
                    <a:gd name="T23" fmla="*/ 24 h 36"/>
                    <a:gd name="T24" fmla="*/ 24 w 35"/>
                    <a:gd name="T25" fmla="*/ 21 h 36"/>
                    <a:gd name="T26" fmla="*/ 32 w 35"/>
                    <a:gd name="T27" fmla="*/ 17 h 36"/>
                    <a:gd name="T28" fmla="*/ 35 w 35"/>
                    <a:gd name="T29" fmla="*/ 9 h 36"/>
                    <a:gd name="T30" fmla="*/ 34 w 35"/>
                    <a:gd name="T31" fmla="*/ 4 h 36"/>
                    <a:gd name="T32" fmla="*/ 30 w 35"/>
                    <a:gd name="T33" fmla="*/ 1 h 36"/>
                    <a:gd name="T34" fmla="*/ 27 w 35"/>
                    <a:gd name="T35" fmla="*/ 13 h 36"/>
                    <a:gd name="T36" fmla="*/ 24 w 35"/>
                    <a:gd name="T37" fmla="*/ 15 h 36"/>
                    <a:gd name="T38" fmla="*/ 16 w 35"/>
                    <a:gd name="T39" fmla="*/ 16 h 36"/>
                    <a:gd name="T40" fmla="*/ 12 w 35"/>
                    <a:gd name="T41" fmla="*/ 16 h 36"/>
                    <a:gd name="T42" fmla="*/ 14 w 35"/>
                    <a:gd name="T43" fmla="*/ 6 h 36"/>
                    <a:gd name="T44" fmla="*/ 22 w 35"/>
                    <a:gd name="T45" fmla="*/ 6 h 36"/>
                    <a:gd name="T46" fmla="*/ 26 w 35"/>
                    <a:gd name="T47" fmla="*/ 7 h 36"/>
                    <a:gd name="T48" fmla="*/ 28 w 35"/>
                    <a:gd name="T49" fmla="*/ 10 h 36"/>
                    <a:gd name="T50" fmla="*/ 27 w 35"/>
                    <a:gd name="T51" fmla="*/ 13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5" h="36">
                      <a:moveTo>
                        <a:pt x="30" y="1"/>
                      </a:moveTo>
                      <a:cubicBezTo>
                        <a:pt x="28" y="0"/>
                        <a:pt x="26" y="0"/>
                        <a:pt x="24" y="0"/>
                      </a:cubicBezTo>
                      <a:cubicBezTo>
                        <a:pt x="8" y="0"/>
                        <a:pt x="8" y="0"/>
                        <a:pt x="8" y="0"/>
                      </a:cubicBezTo>
                      <a:cubicBezTo>
                        <a:pt x="0" y="36"/>
                        <a:pt x="0" y="36"/>
                        <a:pt x="0" y="36"/>
                      </a:cubicBezTo>
                      <a:cubicBezTo>
                        <a:pt x="8" y="36"/>
                        <a:pt x="8" y="36"/>
                        <a:pt x="8" y="36"/>
                      </a:cubicBezTo>
                      <a:cubicBezTo>
                        <a:pt x="11" y="21"/>
                        <a:pt x="11" y="21"/>
                        <a:pt x="11" y="21"/>
                      </a:cubicBezTo>
                      <a:cubicBezTo>
                        <a:pt x="14" y="21"/>
                        <a:pt x="14" y="21"/>
                        <a:pt x="14" y="21"/>
                      </a:cubicBezTo>
                      <a:cubicBezTo>
                        <a:pt x="15" y="21"/>
                        <a:pt x="17" y="21"/>
                        <a:pt x="17" y="22"/>
                      </a:cubicBezTo>
                      <a:cubicBezTo>
                        <a:pt x="18" y="22"/>
                        <a:pt x="20" y="24"/>
                        <a:pt x="21" y="26"/>
                      </a:cubicBezTo>
                      <a:cubicBezTo>
                        <a:pt x="22" y="31"/>
                        <a:pt x="24" y="34"/>
                        <a:pt x="24" y="36"/>
                      </a:cubicBezTo>
                      <a:cubicBezTo>
                        <a:pt x="32" y="36"/>
                        <a:pt x="32" y="36"/>
                        <a:pt x="32" y="36"/>
                      </a:cubicBezTo>
                      <a:cubicBezTo>
                        <a:pt x="30" y="31"/>
                        <a:pt x="28" y="27"/>
                        <a:pt x="27" y="24"/>
                      </a:cubicBezTo>
                      <a:cubicBezTo>
                        <a:pt x="26" y="23"/>
                        <a:pt x="25" y="21"/>
                        <a:pt x="24" y="21"/>
                      </a:cubicBezTo>
                      <a:cubicBezTo>
                        <a:pt x="28" y="20"/>
                        <a:pt x="30" y="19"/>
                        <a:pt x="32" y="17"/>
                      </a:cubicBezTo>
                      <a:cubicBezTo>
                        <a:pt x="34" y="15"/>
                        <a:pt x="35" y="13"/>
                        <a:pt x="35" y="9"/>
                      </a:cubicBezTo>
                      <a:cubicBezTo>
                        <a:pt x="35" y="7"/>
                        <a:pt x="34" y="6"/>
                        <a:pt x="34" y="4"/>
                      </a:cubicBezTo>
                      <a:cubicBezTo>
                        <a:pt x="33" y="3"/>
                        <a:pt x="31" y="2"/>
                        <a:pt x="30" y="1"/>
                      </a:cubicBezTo>
                      <a:close/>
                      <a:moveTo>
                        <a:pt x="27" y="13"/>
                      </a:moveTo>
                      <a:cubicBezTo>
                        <a:pt x="26" y="14"/>
                        <a:pt x="25" y="14"/>
                        <a:pt x="24" y="15"/>
                      </a:cubicBezTo>
                      <a:cubicBezTo>
                        <a:pt x="22" y="15"/>
                        <a:pt x="20" y="16"/>
                        <a:pt x="16" y="16"/>
                      </a:cubicBezTo>
                      <a:cubicBezTo>
                        <a:pt x="12" y="16"/>
                        <a:pt x="12" y="16"/>
                        <a:pt x="12" y="16"/>
                      </a:cubicBezTo>
                      <a:cubicBezTo>
                        <a:pt x="14" y="6"/>
                        <a:pt x="14" y="6"/>
                        <a:pt x="14" y="6"/>
                      </a:cubicBezTo>
                      <a:cubicBezTo>
                        <a:pt x="22" y="6"/>
                        <a:pt x="22" y="6"/>
                        <a:pt x="22" y="6"/>
                      </a:cubicBezTo>
                      <a:cubicBezTo>
                        <a:pt x="24" y="6"/>
                        <a:pt x="25" y="6"/>
                        <a:pt x="26" y="7"/>
                      </a:cubicBezTo>
                      <a:cubicBezTo>
                        <a:pt x="27" y="7"/>
                        <a:pt x="28" y="8"/>
                        <a:pt x="28" y="10"/>
                      </a:cubicBezTo>
                      <a:cubicBezTo>
                        <a:pt x="28" y="11"/>
                        <a:pt x="27" y="12"/>
                        <a:pt x="27" y="13"/>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1" name="ïşľîḍé"/>
                <p:cNvSpPr/>
                <p:nvPr/>
              </p:nvSpPr>
              <p:spPr bwMode="auto">
                <a:xfrm>
                  <a:off x="8267701" y="3521075"/>
                  <a:ext cx="98425" cy="119063"/>
                </a:xfrm>
                <a:custGeom>
                  <a:avLst/>
                  <a:gdLst>
                    <a:gd name="T0" fmla="*/ 17 w 30"/>
                    <a:gd name="T1" fmla="*/ 5 h 36"/>
                    <a:gd name="T2" fmla="*/ 22 w 30"/>
                    <a:gd name="T3" fmla="*/ 7 h 36"/>
                    <a:gd name="T4" fmla="*/ 23 w 30"/>
                    <a:gd name="T5" fmla="*/ 11 h 36"/>
                    <a:gd name="T6" fmla="*/ 30 w 30"/>
                    <a:gd name="T7" fmla="*/ 10 h 36"/>
                    <a:gd name="T8" fmla="*/ 27 w 30"/>
                    <a:gd name="T9" fmla="*/ 3 h 36"/>
                    <a:gd name="T10" fmla="*/ 17 w 30"/>
                    <a:gd name="T11" fmla="*/ 0 h 36"/>
                    <a:gd name="T12" fmla="*/ 8 w 30"/>
                    <a:gd name="T13" fmla="*/ 3 h 36"/>
                    <a:gd name="T14" fmla="*/ 4 w 30"/>
                    <a:gd name="T15" fmla="*/ 10 h 36"/>
                    <a:gd name="T16" fmla="*/ 6 w 30"/>
                    <a:gd name="T17" fmla="*/ 14 h 36"/>
                    <a:gd name="T18" fmla="*/ 8 w 30"/>
                    <a:gd name="T19" fmla="*/ 18 h 36"/>
                    <a:gd name="T20" fmla="*/ 15 w 30"/>
                    <a:gd name="T21" fmla="*/ 21 h 36"/>
                    <a:gd name="T22" fmla="*/ 20 w 30"/>
                    <a:gd name="T23" fmla="*/ 23 h 36"/>
                    <a:gd name="T24" fmla="*/ 21 w 30"/>
                    <a:gd name="T25" fmla="*/ 26 h 36"/>
                    <a:gd name="T26" fmla="*/ 19 w 30"/>
                    <a:gd name="T27" fmla="*/ 29 h 36"/>
                    <a:gd name="T28" fmla="*/ 14 w 30"/>
                    <a:gd name="T29" fmla="*/ 30 h 36"/>
                    <a:gd name="T30" fmla="*/ 8 w 30"/>
                    <a:gd name="T31" fmla="*/ 28 h 36"/>
                    <a:gd name="T32" fmla="*/ 7 w 30"/>
                    <a:gd name="T33" fmla="*/ 24 h 36"/>
                    <a:gd name="T34" fmla="*/ 0 w 30"/>
                    <a:gd name="T35" fmla="*/ 24 h 36"/>
                    <a:gd name="T36" fmla="*/ 1 w 30"/>
                    <a:gd name="T37" fmla="*/ 30 h 36"/>
                    <a:gd name="T38" fmla="*/ 6 w 30"/>
                    <a:gd name="T39" fmla="*/ 35 h 36"/>
                    <a:gd name="T40" fmla="*/ 14 w 30"/>
                    <a:gd name="T41" fmla="*/ 36 h 36"/>
                    <a:gd name="T42" fmla="*/ 24 w 30"/>
                    <a:gd name="T43" fmla="*/ 33 h 36"/>
                    <a:gd name="T44" fmla="*/ 28 w 30"/>
                    <a:gd name="T45" fmla="*/ 25 h 36"/>
                    <a:gd name="T46" fmla="*/ 26 w 30"/>
                    <a:gd name="T47" fmla="*/ 19 h 36"/>
                    <a:gd name="T48" fmla="*/ 18 w 30"/>
                    <a:gd name="T49" fmla="*/ 14 h 36"/>
                    <a:gd name="T50" fmla="*/ 13 w 30"/>
                    <a:gd name="T51" fmla="*/ 12 h 36"/>
                    <a:gd name="T52" fmla="*/ 11 w 30"/>
                    <a:gd name="T53" fmla="*/ 9 h 36"/>
                    <a:gd name="T54" fmla="*/ 13 w 30"/>
                    <a:gd name="T55" fmla="*/ 6 h 36"/>
                    <a:gd name="T56" fmla="*/ 17 w 30"/>
                    <a:gd name="T57" fmla="*/ 5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0" h="36">
                      <a:moveTo>
                        <a:pt x="17" y="5"/>
                      </a:moveTo>
                      <a:cubicBezTo>
                        <a:pt x="19" y="5"/>
                        <a:pt x="21" y="6"/>
                        <a:pt x="22" y="7"/>
                      </a:cubicBezTo>
                      <a:cubicBezTo>
                        <a:pt x="23" y="8"/>
                        <a:pt x="23" y="9"/>
                        <a:pt x="23" y="11"/>
                      </a:cubicBezTo>
                      <a:cubicBezTo>
                        <a:pt x="30" y="10"/>
                        <a:pt x="30" y="10"/>
                        <a:pt x="30" y="10"/>
                      </a:cubicBezTo>
                      <a:cubicBezTo>
                        <a:pt x="30" y="7"/>
                        <a:pt x="29" y="4"/>
                        <a:pt x="27" y="3"/>
                      </a:cubicBezTo>
                      <a:cubicBezTo>
                        <a:pt x="24" y="1"/>
                        <a:pt x="21" y="0"/>
                        <a:pt x="17" y="0"/>
                      </a:cubicBezTo>
                      <a:cubicBezTo>
                        <a:pt x="13" y="0"/>
                        <a:pt x="10" y="1"/>
                        <a:pt x="8" y="3"/>
                      </a:cubicBezTo>
                      <a:cubicBezTo>
                        <a:pt x="5" y="5"/>
                        <a:pt x="4" y="7"/>
                        <a:pt x="4" y="10"/>
                      </a:cubicBezTo>
                      <a:cubicBezTo>
                        <a:pt x="4" y="12"/>
                        <a:pt x="5" y="13"/>
                        <a:pt x="6" y="14"/>
                      </a:cubicBezTo>
                      <a:cubicBezTo>
                        <a:pt x="6" y="16"/>
                        <a:pt x="7" y="17"/>
                        <a:pt x="8" y="18"/>
                      </a:cubicBezTo>
                      <a:cubicBezTo>
                        <a:pt x="10" y="18"/>
                        <a:pt x="12" y="19"/>
                        <a:pt x="15" y="21"/>
                      </a:cubicBezTo>
                      <a:cubicBezTo>
                        <a:pt x="17" y="22"/>
                        <a:pt x="19" y="23"/>
                        <a:pt x="20" y="23"/>
                      </a:cubicBezTo>
                      <a:cubicBezTo>
                        <a:pt x="20" y="24"/>
                        <a:pt x="21" y="25"/>
                        <a:pt x="21" y="26"/>
                      </a:cubicBezTo>
                      <a:cubicBezTo>
                        <a:pt x="21" y="27"/>
                        <a:pt x="20" y="28"/>
                        <a:pt x="19" y="29"/>
                      </a:cubicBezTo>
                      <a:cubicBezTo>
                        <a:pt x="18" y="30"/>
                        <a:pt x="16" y="30"/>
                        <a:pt x="14" y="30"/>
                      </a:cubicBezTo>
                      <a:cubicBezTo>
                        <a:pt x="11" y="30"/>
                        <a:pt x="9" y="30"/>
                        <a:pt x="8" y="28"/>
                      </a:cubicBezTo>
                      <a:cubicBezTo>
                        <a:pt x="8" y="28"/>
                        <a:pt x="7" y="26"/>
                        <a:pt x="7" y="24"/>
                      </a:cubicBezTo>
                      <a:cubicBezTo>
                        <a:pt x="0" y="24"/>
                        <a:pt x="0" y="24"/>
                        <a:pt x="0" y="24"/>
                      </a:cubicBezTo>
                      <a:cubicBezTo>
                        <a:pt x="0" y="27"/>
                        <a:pt x="0" y="29"/>
                        <a:pt x="1" y="30"/>
                      </a:cubicBezTo>
                      <a:cubicBezTo>
                        <a:pt x="2" y="32"/>
                        <a:pt x="4" y="34"/>
                        <a:pt x="6" y="35"/>
                      </a:cubicBezTo>
                      <a:cubicBezTo>
                        <a:pt x="8" y="36"/>
                        <a:pt x="11" y="36"/>
                        <a:pt x="14" y="36"/>
                      </a:cubicBezTo>
                      <a:cubicBezTo>
                        <a:pt x="18" y="36"/>
                        <a:pt x="22" y="35"/>
                        <a:pt x="24" y="33"/>
                      </a:cubicBezTo>
                      <a:cubicBezTo>
                        <a:pt x="27" y="31"/>
                        <a:pt x="28" y="28"/>
                        <a:pt x="28" y="25"/>
                      </a:cubicBezTo>
                      <a:cubicBezTo>
                        <a:pt x="28" y="22"/>
                        <a:pt x="27" y="20"/>
                        <a:pt x="26" y="19"/>
                      </a:cubicBezTo>
                      <a:cubicBezTo>
                        <a:pt x="25" y="18"/>
                        <a:pt x="22" y="16"/>
                        <a:pt x="18" y="14"/>
                      </a:cubicBezTo>
                      <a:cubicBezTo>
                        <a:pt x="15" y="13"/>
                        <a:pt x="13" y="12"/>
                        <a:pt x="13" y="12"/>
                      </a:cubicBezTo>
                      <a:cubicBezTo>
                        <a:pt x="12" y="11"/>
                        <a:pt x="11" y="10"/>
                        <a:pt x="11" y="9"/>
                      </a:cubicBezTo>
                      <a:cubicBezTo>
                        <a:pt x="11" y="8"/>
                        <a:pt x="12" y="7"/>
                        <a:pt x="13" y="6"/>
                      </a:cubicBezTo>
                      <a:cubicBezTo>
                        <a:pt x="14" y="6"/>
                        <a:pt x="15" y="5"/>
                        <a:pt x="17" y="5"/>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2" name="îṩľîďe"/>
                <p:cNvSpPr/>
                <p:nvPr/>
              </p:nvSpPr>
              <p:spPr bwMode="auto">
                <a:xfrm>
                  <a:off x="8374063" y="3521075"/>
                  <a:ext cx="46038" cy="119063"/>
                </a:xfrm>
                <a:custGeom>
                  <a:avLst/>
                  <a:gdLst>
                    <a:gd name="T0" fmla="*/ 0 w 29"/>
                    <a:gd name="T1" fmla="*/ 75 h 75"/>
                    <a:gd name="T2" fmla="*/ 14 w 29"/>
                    <a:gd name="T3" fmla="*/ 75 h 75"/>
                    <a:gd name="T4" fmla="*/ 29 w 29"/>
                    <a:gd name="T5" fmla="*/ 0 h 75"/>
                    <a:gd name="T6" fmla="*/ 14 w 29"/>
                    <a:gd name="T7" fmla="*/ 0 h 75"/>
                    <a:gd name="T8" fmla="*/ 0 w 29"/>
                    <a:gd name="T9" fmla="*/ 75 h 75"/>
                  </a:gdLst>
                  <a:ahLst/>
                  <a:cxnLst>
                    <a:cxn ang="0">
                      <a:pos x="T0" y="T1"/>
                    </a:cxn>
                    <a:cxn ang="0">
                      <a:pos x="T2" y="T3"/>
                    </a:cxn>
                    <a:cxn ang="0">
                      <a:pos x="T4" y="T5"/>
                    </a:cxn>
                    <a:cxn ang="0">
                      <a:pos x="T6" y="T7"/>
                    </a:cxn>
                    <a:cxn ang="0">
                      <a:pos x="T8" y="T9"/>
                    </a:cxn>
                  </a:cxnLst>
                  <a:rect l="0" t="0" r="r" b="b"/>
                  <a:pathLst>
                    <a:path w="29" h="75">
                      <a:moveTo>
                        <a:pt x="0" y="75"/>
                      </a:moveTo>
                      <a:lnTo>
                        <a:pt x="14" y="75"/>
                      </a:lnTo>
                      <a:lnTo>
                        <a:pt x="29" y="0"/>
                      </a:lnTo>
                      <a:lnTo>
                        <a:pt x="14" y="0"/>
                      </a:lnTo>
                      <a:lnTo>
                        <a:pt x="0" y="75"/>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3" name="iS1idè"/>
                <p:cNvSpPr/>
                <p:nvPr/>
              </p:nvSpPr>
              <p:spPr bwMode="auto">
                <a:xfrm>
                  <a:off x="8432801" y="3521075"/>
                  <a:ext cx="95250" cy="119063"/>
                </a:xfrm>
                <a:custGeom>
                  <a:avLst/>
                  <a:gdLst>
                    <a:gd name="T0" fmla="*/ 0 w 60"/>
                    <a:gd name="T1" fmla="*/ 12 h 75"/>
                    <a:gd name="T2" fmla="*/ 21 w 60"/>
                    <a:gd name="T3" fmla="*/ 12 h 75"/>
                    <a:gd name="T4" fmla="*/ 8 w 60"/>
                    <a:gd name="T5" fmla="*/ 75 h 75"/>
                    <a:gd name="T6" fmla="*/ 23 w 60"/>
                    <a:gd name="T7" fmla="*/ 75 h 75"/>
                    <a:gd name="T8" fmla="*/ 35 w 60"/>
                    <a:gd name="T9" fmla="*/ 12 h 75"/>
                    <a:gd name="T10" fmla="*/ 58 w 60"/>
                    <a:gd name="T11" fmla="*/ 12 h 75"/>
                    <a:gd name="T12" fmla="*/ 60 w 60"/>
                    <a:gd name="T13" fmla="*/ 0 h 75"/>
                    <a:gd name="T14" fmla="*/ 2 w 60"/>
                    <a:gd name="T15" fmla="*/ 0 h 75"/>
                    <a:gd name="T16" fmla="*/ 0 w 60"/>
                    <a:gd name="T17" fmla="*/ 12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0" h="75">
                      <a:moveTo>
                        <a:pt x="0" y="12"/>
                      </a:moveTo>
                      <a:lnTo>
                        <a:pt x="21" y="12"/>
                      </a:lnTo>
                      <a:lnTo>
                        <a:pt x="8" y="75"/>
                      </a:lnTo>
                      <a:lnTo>
                        <a:pt x="23" y="75"/>
                      </a:lnTo>
                      <a:lnTo>
                        <a:pt x="35" y="12"/>
                      </a:lnTo>
                      <a:lnTo>
                        <a:pt x="58" y="12"/>
                      </a:lnTo>
                      <a:lnTo>
                        <a:pt x="60" y="0"/>
                      </a:lnTo>
                      <a:lnTo>
                        <a:pt x="2" y="0"/>
                      </a:lnTo>
                      <a:lnTo>
                        <a:pt x="0" y="12"/>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4" name="iṣḷîḋe"/>
                <p:cNvSpPr/>
                <p:nvPr/>
              </p:nvSpPr>
              <p:spPr bwMode="auto">
                <a:xfrm>
                  <a:off x="8531226" y="3521075"/>
                  <a:ext cx="109538" cy="119063"/>
                </a:xfrm>
                <a:custGeom>
                  <a:avLst/>
                  <a:gdLst>
                    <a:gd name="T0" fmla="*/ 25 w 33"/>
                    <a:gd name="T1" fmla="*/ 0 h 36"/>
                    <a:gd name="T2" fmla="*/ 19 w 33"/>
                    <a:gd name="T3" fmla="*/ 7 h 36"/>
                    <a:gd name="T4" fmla="*/ 16 w 33"/>
                    <a:gd name="T5" fmla="*/ 12 h 36"/>
                    <a:gd name="T6" fmla="*/ 14 w 33"/>
                    <a:gd name="T7" fmla="*/ 15 h 36"/>
                    <a:gd name="T8" fmla="*/ 12 w 33"/>
                    <a:gd name="T9" fmla="*/ 10 h 36"/>
                    <a:gd name="T10" fmla="*/ 8 w 33"/>
                    <a:gd name="T11" fmla="*/ 0 h 36"/>
                    <a:gd name="T12" fmla="*/ 0 w 33"/>
                    <a:gd name="T13" fmla="*/ 0 h 36"/>
                    <a:gd name="T14" fmla="*/ 10 w 33"/>
                    <a:gd name="T15" fmla="*/ 22 h 36"/>
                    <a:gd name="T16" fmla="*/ 7 w 33"/>
                    <a:gd name="T17" fmla="*/ 36 h 36"/>
                    <a:gd name="T18" fmla="*/ 14 w 33"/>
                    <a:gd name="T19" fmla="*/ 36 h 36"/>
                    <a:gd name="T20" fmla="*/ 17 w 33"/>
                    <a:gd name="T21" fmla="*/ 23 h 36"/>
                    <a:gd name="T22" fmla="*/ 33 w 33"/>
                    <a:gd name="T23" fmla="*/ 0 h 36"/>
                    <a:gd name="T24" fmla="*/ 25 w 33"/>
                    <a:gd name="T25" fmla="*/ 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3" h="36">
                      <a:moveTo>
                        <a:pt x="25" y="0"/>
                      </a:moveTo>
                      <a:cubicBezTo>
                        <a:pt x="19" y="7"/>
                        <a:pt x="19" y="7"/>
                        <a:pt x="19" y="7"/>
                      </a:cubicBezTo>
                      <a:cubicBezTo>
                        <a:pt x="16" y="12"/>
                        <a:pt x="16" y="12"/>
                        <a:pt x="16" y="12"/>
                      </a:cubicBezTo>
                      <a:cubicBezTo>
                        <a:pt x="15" y="13"/>
                        <a:pt x="15" y="14"/>
                        <a:pt x="14" y="15"/>
                      </a:cubicBezTo>
                      <a:cubicBezTo>
                        <a:pt x="14" y="14"/>
                        <a:pt x="13" y="13"/>
                        <a:pt x="12" y="10"/>
                      </a:cubicBezTo>
                      <a:cubicBezTo>
                        <a:pt x="8" y="0"/>
                        <a:pt x="8" y="0"/>
                        <a:pt x="8" y="0"/>
                      </a:cubicBezTo>
                      <a:cubicBezTo>
                        <a:pt x="0" y="0"/>
                        <a:pt x="0" y="0"/>
                        <a:pt x="0" y="0"/>
                      </a:cubicBezTo>
                      <a:cubicBezTo>
                        <a:pt x="10" y="22"/>
                        <a:pt x="10" y="22"/>
                        <a:pt x="10" y="22"/>
                      </a:cubicBezTo>
                      <a:cubicBezTo>
                        <a:pt x="7" y="36"/>
                        <a:pt x="7" y="36"/>
                        <a:pt x="7" y="36"/>
                      </a:cubicBezTo>
                      <a:cubicBezTo>
                        <a:pt x="14" y="36"/>
                        <a:pt x="14" y="36"/>
                        <a:pt x="14" y="36"/>
                      </a:cubicBezTo>
                      <a:cubicBezTo>
                        <a:pt x="17" y="23"/>
                        <a:pt x="17" y="23"/>
                        <a:pt x="17" y="23"/>
                      </a:cubicBezTo>
                      <a:cubicBezTo>
                        <a:pt x="33" y="0"/>
                        <a:pt x="33" y="0"/>
                        <a:pt x="33" y="0"/>
                      </a:cubicBezTo>
                      <a:lnTo>
                        <a:pt x="25"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grpSp>
      <p:cxnSp>
        <p:nvCxnSpPr>
          <p:cNvPr id="4" name="直线连接符 3"/>
          <p:cNvCxnSpPr/>
          <p:nvPr userDrawn="1"/>
        </p:nvCxnSpPr>
        <p:spPr>
          <a:xfrm>
            <a:off x="0" y="1016000"/>
            <a:ext cx="12192000"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pic>
        <p:nvPicPr>
          <p:cNvPr id="110" name="图片 109" descr="图片包含 天空, 户外, 建筑物, 日落&#10;&#10;描述已自动生成"/>
          <p:cNvPicPr>
            <a:picLocks noChangeAspect="1"/>
          </p:cNvPicPr>
          <p:nvPr userDrawn="1"/>
        </p:nvPicPr>
        <p:blipFill rotWithShape="1">
          <a:blip r:embed="rId2" cstate="print">
            <a:extLst>
              <a:ext uri="{BEBA8EAE-BF5A-486C-A8C5-ECC9F3942E4B}">
                <a14:imgProps xmlns:a14="http://schemas.microsoft.com/office/drawing/2010/main">
                  <a14:imgLayer r:embed="rId3">
                    <a14:imgEffect>
                      <a14:backgroundRemoval t="10000" b="99500" l="10000" r="98000">
                        <a14:foregroundMark x1="45583" y1="28625" x2="72750" y2="47875"/>
                        <a14:foregroundMark x1="72750" y1="47875" x2="79000" y2="48875"/>
                        <a14:foregroundMark x1="79000" y1="48875" x2="87083" y2="44750"/>
                        <a14:foregroundMark x1="87083" y1="44750" x2="89333" y2="42875"/>
                        <a14:foregroundMark x1="49697" y1="28104" x2="51500" y2="30625"/>
                        <a14:foregroundMark x1="46583" y1="23750" x2="49595" y2="27961"/>
                        <a14:foregroundMark x1="46917" y1="21000" x2="48333" y2="17125"/>
                        <a14:foregroundMark x1="62917" y1="48125" x2="65250" y2="51750"/>
                        <a14:foregroundMark x1="65250" y1="51750" x2="86750" y2="67750"/>
                        <a14:foregroundMark x1="94417" y1="36500" x2="92917" y2="90875"/>
                        <a14:foregroundMark x1="98000" y1="30875" x2="91667" y2="84250"/>
                        <a14:foregroundMark x1="91667" y1="84250" x2="91333" y2="85500"/>
                        <a14:foregroundMark x1="70000" y1="67000" x2="89333" y2="84250"/>
                        <a14:foregroundMark x1="89333" y1="84250" x2="89333" y2="84250"/>
                        <a14:foregroundMark x1="70500" y1="67000" x2="66333" y2="64125"/>
                        <a14:foregroundMark x1="66333" y1="64125" x2="59333" y2="53500"/>
                        <a14:foregroundMark x1="79333" y1="90625" x2="80167" y2="96250"/>
                        <a14:foregroundMark x1="80167" y1="96250" x2="85167" y2="96625"/>
                        <a14:foregroundMark x1="85167" y1="96625" x2="88083" y2="94625"/>
                        <a14:foregroundMark x1="88083" y1="94625" x2="88167" y2="94625"/>
                        <a14:foregroundMark x1="96750" y1="97500" x2="76750" y2="99500"/>
                        <a14:foregroundMark x1="77799" y1="89875" x2="77667" y2="86250"/>
                        <a14:foregroundMark x1="77984" y1="94938" x2="77927" y2="93375"/>
                        <a14:foregroundMark x1="78000" y1="95375" x2="78056" y2="96909"/>
                        <a14:foregroundMark x1="68667" y1="40875" x2="68417" y2="41125"/>
                        <a14:backgroundMark x1="77667" y1="89875" x2="77667" y2="93375"/>
                        <a14:backgroundMark x1="77833" y1="95625" x2="78167" y2="90625"/>
                        <a14:backgroundMark x1="78500" y1="96125" x2="79000" y2="90375"/>
                        <a14:backgroundMark x1="19833" y1="30625" x2="46417" y2="71000"/>
                        <a14:backgroundMark x1="46417" y1="71000" x2="46417" y2="71000"/>
                        <a14:backgroundMark x1="17000" y1="72500" x2="23583" y2="72625"/>
                        <a14:backgroundMark x1="23583" y1="72625" x2="37833" y2="71875"/>
                        <a14:backgroundMark x1="37833" y1="71875" x2="57167" y2="75375"/>
                        <a14:backgroundMark x1="61667" y1="37000" x2="62000" y2="37375"/>
                        <a14:backgroundMark x1="66667" y1="39375" x2="66917" y2="39750"/>
                        <a14:backgroundMark x1="50917" y1="27125" x2="51000" y2="27625"/>
                      </a14:backgroundRemoval>
                    </a14:imgEffect>
                    <a14:imgEffect>
                      <a14:brightnessContrast bright="72000"/>
                    </a14:imgEffect>
                    <a14:imgEffect>
                      <a14:colorTemperature colorTemp="9660"/>
                    </a14:imgEffect>
                    <a14:imgEffect>
                      <a14:saturation sat="111000"/>
                    </a14:imgEffect>
                  </a14:imgLayer>
                </a14:imgProps>
              </a:ext>
              <a:ext uri="{28A0092B-C50C-407E-A947-70E740481C1C}">
                <a14:useLocalDpi xmlns:a14="http://schemas.microsoft.com/office/drawing/2010/main" val="0"/>
              </a:ext>
            </a:extLst>
          </a:blip>
          <a:srcRect l="38743" t="8413"/>
          <a:stretch>
            <a:fillRect/>
          </a:stretch>
        </p:blipFill>
        <p:spPr>
          <a:xfrm flipH="1">
            <a:off x="-1" y="60500"/>
            <a:ext cx="958611" cy="955500"/>
          </a:xfrm>
          <a:prstGeom prst="rect">
            <a:avLst/>
          </a:prstGeom>
        </p:spPr>
      </p:pic>
      <p:sp>
        <p:nvSpPr>
          <p:cNvPr id="5" name="图片占位符 4"/>
          <p:cNvSpPr>
            <a:spLocks noGrp="1"/>
          </p:cNvSpPr>
          <p:nvPr>
            <p:ph type="pic" sz="quarter" idx="11"/>
          </p:nvPr>
        </p:nvSpPr>
        <p:spPr>
          <a:xfrm>
            <a:off x="803275" y="1160464"/>
            <a:ext cx="10585450" cy="2344526"/>
          </a:xfrm>
          <a:prstGeom prst="rect">
            <a:avLst/>
          </a:prstGeom>
        </p:spPr>
        <p:txBody>
          <a:bodyPr/>
          <a:lstStyle/>
          <a:p>
            <a:endParaRPr kumimoji="1" lang="zh-CN" alt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两张图片">
    <p:spTree>
      <p:nvGrpSpPr>
        <p:cNvPr id="1" name=""/>
        <p:cNvGrpSpPr/>
        <p:nvPr/>
      </p:nvGrpSpPr>
      <p:grpSpPr>
        <a:xfrm>
          <a:off x="0" y="0"/>
          <a:ext cx="0" cy="0"/>
          <a:chOff x="0" y="0"/>
          <a:chExt cx="0" cy="0"/>
        </a:xfrm>
      </p:grpSpPr>
      <p:grpSp>
        <p:nvGrpSpPr>
          <p:cNvPr id="118" name="组合 117"/>
          <p:cNvGrpSpPr/>
          <p:nvPr userDrawn="1"/>
        </p:nvGrpSpPr>
        <p:grpSpPr>
          <a:xfrm>
            <a:off x="6095853" y="1316255"/>
            <a:ext cx="5292872" cy="2471738"/>
            <a:chOff x="6095853" y="1170205"/>
            <a:chExt cx="5292872" cy="2471738"/>
          </a:xfrm>
        </p:grpSpPr>
        <p:sp>
          <p:nvSpPr>
            <p:cNvPr id="119" name="矩形 118"/>
            <p:cNvSpPr/>
            <p:nvPr/>
          </p:nvSpPr>
          <p:spPr>
            <a:xfrm>
              <a:off x="6096000" y="1170205"/>
              <a:ext cx="5292725" cy="2471737"/>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a:bodyPr>
            <a:lstStyle/>
            <a:p>
              <a:pPr algn="l">
                <a:lnSpc>
                  <a:spcPct val="130000"/>
                </a:lnSpc>
              </a:pPr>
              <a:endParaRPr kumimoji="1" lang="zh-CN" altLang="en-US" sz="2000" dirty="0">
                <a:solidFill>
                  <a:schemeClr val="tx1">
                    <a:lumMod val="75000"/>
                    <a:lumOff val="25000"/>
                  </a:schemeClr>
                </a:solidFill>
              </a:endParaRPr>
            </a:p>
          </p:txBody>
        </p:sp>
        <p:sp>
          <p:nvSpPr>
            <p:cNvPr id="120" name="矩形 119"/>
            <p:cNvSpPr/>
            <p:nvPr/>
          </p:nvSpPr>
          <p:spPr>
            <a:xfrm>
              <a:off x="11273206" y="1170205"/>
              <a:ext cx="115519" cy="110049"/>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fontScale="25000" lnSpcReduction="20000"/>
            </a:bodyPr>
            <a:lstStyle/>
            <a:p>
              <a:pPr algn="l">
                <a:lnSpc>
                  <a:spcPct val="130000"/>
                </a:lnSpc>
              </a:pPr>
              <a:endParaRPr kumimoji="1" lang="zh-CN" altLang="en-US" sz="2000" dirty="0">
                <a:solidFill>
                  <a:schemeClr val="tx1">
                    <a:lumMod val="75000"/>
                    <a:lumOff val="25000"/>
                  </a:schemeClr>
                </a:solidFill>
              </a:endParaRPr>
            </a:p>
          </p:txBody>
        </p:sp>
        <p:sp>
          <p:nvSpPr>
            <p:cNvPr id="121" name="矩形 120"/>
            <p:cNvSpPr/>
            <p:nvPr/>
          </p:nvSpPr>
          <p:spPr>
            <a:xfrm>
              <a:off x="11273206" y="3531894"/>
              <a:ext cx="115519" cy="110049"/>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fontScale="25000" lnSpcReduction="20000"/>
            </a:bodyPr>
            <a:lstStyle/>
            <a:p>
              <a:pPr algn="l">
                <a:lnSpc>
                  <a:spcPct val="130000"/>
                </a:lnSpc>
              </a:pPr>
              <a:endParaRPr kumimoji="1" lang="zh-CN" altLang="en-US" sz="2000" dirty="0">
                <a:solidFill>
                  <a:schemeClr val="tx1">
                    <a:lumMod val="75000"/>
                    <a:lumOff val="25000"/>
                  </a:schemeClr>
                </a:solidFill>
              </a:endParaRPr>
            </a:p>
          </p:txBody>
        </p:sp>
        <p:sp>
          <p:nvSpPr>
            <p:cNvPr id="122" name="矩形 121"/>
            <p:cNvSpPr/>
            <p:nvPr/>
          </p:nvSpPr>
          <p:spPr>
            <a:xfrm>
              <a:off x="6095853" y="1170205"/>
              <a:ext cx="127147" cy="110049"/>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fontScale="25000" lnSpcReduction="20000"/>
            </a:bodyPr>
            <a:lstStyle/>
            <a:p>
              <a:pPr algn="l">
                <a:lnSpc>
                  <a:spcPct val="130000"/>
                </a:lnSpc>
              </a:pPr>
              <a:endParaRPr kumimoji="1" lang="zh-CN" altLang="en-US" sz="2000" dirty="0">
                <a:solidFill>
                  <a:schemeClr val="tx1">
                    <a:lumMod val="75000"/>
                    <a:lumOff val="25000"/>
                  </a:schemeClr>
                </a:solidFill>
              </a:endParaRPr>
            </a:p>
          </p:txBody>
        </p:sp>
        <p:sp>
          <p:nvSpPr>
            <p:cNvPr id="123" name="矩形 122"/>
            <p:cNvSpPr/>
            <p:nvPr/>
          </p:nvSpPr>
          <p:spPr>
            <a:xfrm>
              <a:off x="6095853" y="3531894"/>
              <a:ext cx="130321" cy="110049"/>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fontScale="25000" lnSpcReduction="20000"/>
            </a:bodyPr>
            <a:lstStyle/>
            <a:p>
              <a:pPr algn="l">
                <a:lnSpc>
                  <a:spcPct val="130000"/>
                </a:lnSpc>
              </a:pPr>
              <a:endParaRPr kumimoji="1" lang="zh-CN" altLang="en-US" sz="2000" dirty="0">
                <a:solidFill>
                  <a:schemeClr val="tx1">
                    <a:lumMod val="75000"/>
                    <a:lumOff val="25000"/>
                  </a:schemeClr>
                </a:solidFill>
              </a:endParaRPr>
            </a:p>
          </p:txBody>
        </p:sp>
      </p:grpSp>
      <p:grpSp>
        <p:nvGrpSpPr>
          <p:cNvPr id="124" name="组合 123"/>
          <p:cNvGrpSpPr/>
          <p:nvPr userDrawn="1"/>
        </p:nvGrpSpPr>
        <p:grpSpPr>
          <a:xfrm>
            <a:off x="803128" y="3786298"/>
            <a:ext cx="5292872" cy="2473432"/>
            <a:chOff x="803128" y="3640248"/>
            <a:chExt cx="5292872" cy="2473432"/>
          </a:xfrm>
        </p:grpSpPr>
        <p:sp>
          <p:nvSpPr>
            <p:cNvPr id="125" name="矩形 124"/>
            <p:cNvSpPr/>
            <p:nvPr/>
          </p:nvSpPr>
          <p:spPr>
            <a:xfrm>
              <a:off x="803275" y="3640248"/>
              <a:ext cx="5292725" cy="2471737"/>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a:bodyPr>
            <a:lstStyle/>
            <a:p>
              <a:pPr algn="l">
                <a:lnSpc>
                  <a:spcPct val="130000"/>
                </a:lnSpc>
              </a:pPr>
              <a:endParaRPr kumimoji="1" lang="zh-CN" altLang="en-US" sz="2000" dirty="0">
                <a:solidFill>
                  <a:schemeClr val="tx1">
                    <a:lumMod val="75000"/>
                    <a:lumOff val="25000"/>
                  </a:schemeClr>
                </a:solidFill>
              </a:endParaRPr>
            </a:p>
          </p:txBody>
        </p:sp>
        <p:sp>
          <p:nvSpPr>
            <p:cNvPr id="126" name="矩形 125"/>
            <p:cNvSpPr/>
            <p:nvPr/>
          </p:nvSpPr>
          <p:spPr>
            <a:xfrm>
              <a:off x="5980481" y="3641942"/>
              <a:ext cx="115519" cy="110049"/>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fontScale="25000" lnSpcReduction="20000"/>
            </a:bodyPr>
            <a:lstStyle/>
            <a:p>
              <a:pPr algn="l">
                <a:lnSpc>
                  <a:spcPct val="130000"/>
                </a:lnSpc>
              </a:pPr>
              <a:endParaRPr kumimoji="1" lang="zh-CN" altLang="en-US" sz="2000" dirty="0">
                <a:solidFill>
                  <a:schemeClr val="tx1">
                    <a:lumMod val="75000"/>
                    <a:lumOff val="25000"/>
                  </a:schemeClr>
                </a:solidFill>
              </a:endParaRPr>
            </a:p>
          </p:txBody>
        </p:sp>
        <p:sp>
          <p:nvSpPr>
            <p:cNvPr id="127" name="矩形 126"/>
            <p:cNvSpPr/>
            <p:nvPr/>
          </p:nvSpPr>
          <p:spPr>
            <a:xfrm>
              <a:off x="5980481" y="6003631"/>
              <a:ext cx="115519" cy="110049"/>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fontScale="25000" lnSpcReduction="20000"/>
            </a:bodyPr>
            <a:lstStyle/>
            <a:p>
              <a:pPr algn="l">
                <a:lnSpc>
                  <a:spcPct val="130000"/>
                </a:lnSpc>
              </a:pPr>
              <a:endParaRPr kumimoji="1" lang="zh-CN" altLang="en-US" sz="2000" dirty="0">
                <a:solidFill>
                  <a:schemeClr val="tx1">
                    <a:lumMod val="75000"/>
                    <a:lumOff val="25000"/>
                  </a:schemeClr>
                </a:solidFill>
              </a:endParaRPr>
            </a:p>
          </p:txBody>
        </p:sp>
        <p:sp>
          <p:nvSpPr>
            <p:cNvPr id="128" name="矩形 127"/>
            <p:cNvSpPr/>
            <p:nvPr/>
          </p:nvSpPr>
          <p:spPr>
            <a:xfrm>
              <a:off x="803128" y="3641942"/>
              <a:ext cx="127147" cy="110049"/>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fontScale="25000" lnSpcReduction="20000"/>
            </a:bodyPr>
            <a:lstStyle/>
            <a:p>
              <a:pPr algn="l">
                <a:lnSpc>
                  <a:spcPct val="130000"/>
                </a:lnSpc>
              </a:pPr>
              <a:endParaRPr kumimoji="1" lang="zh-CN" altLang="en-US" sz="2000" dirty="0">
                <a:solidFill>
                  <a:schemeClr val="tx1">
                    <a:lumMod val="75000"/>
                    <a:lumOff val="25000"/>
                  </a:schemeClr>
                </a:solidFill>
              </a:endParaRPr>
            </a:p>
          </p:txBody>
        </p:sp>
        <p:sp>
          <p:nvSpPr>
            <p:cNvPr id="129" name="矩形 128"/>
            <p:cNvSpPr/>
            <p:nvPr/>
          </p:nvSpPr>
          <p:spPr>
            <a:xfrm>
              <a:off x="803128" y="6003631"/>
              <a:ext cx="130321" cy="110049"/>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fontScale="25000" lnSpcReduction="20000"/>
            </a:bodyPr>
            <a:lstStyle/>
            <a:p>
              <a:pPr algn="l">
                <a:lnSpc>
                  <a:spcPct val="130000"/>
                </a:lnSpc>
              </a:pPr>
              <a:endParaRPr kumimoji="1" lang="zh-CN" altLang="en-US" sz="2000" dirty="0">
                <a:solidFill>
                  <a:schemeClr val="tx1">
                    <a:lumMod val="75000"/>
                    <a:lumOff val="25000"/>
                  </a:schemeClr>
                </a:solidFill>
              </a:endParaRPr>
            </a:p>
          </p:txBody>
        </p:sp>
      </p:grpSp>
      <p:sp>
        <p:nvSpPr>
          <p:cNvPr id="2" name="标题 1"/>
          <p:cNvSpPr>
            <a:spLocks noGrp="1"/>
          </p:cNvSpPr>
          <p:nvPr>
            <p:ph type="title"/>
          </p:nvPr>
        </p:nvSpPr>
        <p:spPr>
          <a:xfrm>
            <a:off x="803275" y="393486"/>
            <a:ext cx="8970989" cy="663575"/>
          </a:xfrm>
          <a:prstGeom prst="rect">
            <a:avLst/>
          </a:prstGeom>
        </p:spPr>
        <p:txBody>
          <a:bodyPr lIns="0"/>
          <a:lstStyle>
            <a:lvl1pPr>
              <a:defRPr b="1">
                <a:solidFill>
                  <a:schemeClr val="accent2"/>
                </a:solidFill>
              </a:defRPr>
            </a:lvl1pPr>
          </a:lstStyle>
          <a:p>
            <a:r>
              <a:rPr lang="zh-CN" altLang="en-US" dirty="0"/>
              <a:t>单击此处编辑母版标题样式</a:t>
            </a:r>
          </a:p>
        </p:txBody>
      </p:sp>
      <p:grpSp>
        <p:nvGrpSpPr>
          <p:cNvPr id="245" name="组合 244"/>
          <p:cNvGrpSpPr/>
          <p:nvPr userDrawn="1"/>
        </p:nvGrpSpPr>
        <p:grpSpPr>
          <a:xfrm>
            <a:off x="9895088" y="468793"/>
            <a:ext cx="1480571" cy="458860"/>
            <a:chOff x="2558030" y="228446"/>
            <a:chExt cx="6774643" cy="2099603"/>
          </a:xfrm>
        </p:grpSpPr>
        <p:grpSp>
          <p:nvGrpSpPr>
            <p:cNvPr id="246" name="íšḻîďê"/>
            <p:cNvGrpSpPr/>
            <p:nvPr userDrawn="1"/>
          </p:nvGrpSpPr>
          <p:grpSpPr>
            <a:xfrm>
              <a:off x="2558030" y="228446"/>
              <a:ext cx="2085857" cy="2099603"/>
              <a:chOff x="3551238" y="3067050"/>
              <a:chExt cx="722313" cy="727075"/>
            </a:xfrm>
          </p:grpSpPr>
          <p:sp>
            <p:nvSpPr>
              <p:cNvPr id="276" name="ïş1íḍê"/>
              <p:cNvSpPr/>
              <p:nvPr/>
            </p:nvSpPr>
            <p:spPr bwMode="auto">
              <a:xfrm>
                <a:off x="3575051" y="3087688"/>
                <a:ext cx="673100" cy="679450"/>
              </a:xfrm>
              <a:custGeom>
                <a:avLst/>
                <a:gdLst>
                  <a:gd name="T0" fmla="*/ 102 w 204"/>
                  <a:gd name="T1" fmla="*/ 0 h 204"/>
                  <a:gd name="T2" fmla="*/ 204 w 204"/>
                  <a:gd name="T3" fmla="*/ 102 h 204"/>
                  <a:gd name="T4" fmla="*/ 102 w 204"/>
                  <a:gd name="T5" fmla="*/ 204 h 204"/>
                  <a:gd name="T6" fmla="*/ 0 w 204"/>
                  <a:gd name="T7" fmla="*/ 102 h 204"/>
                  <a:gd name="T8" fmla="*/ 102 w 204"/>
                  <a:gd name="T9" fmla="*/ 0 h 204"/>
                  <a:gd name="T10" fmla="*/ 102 w 204"/>
                  <a:gd name="T11" fmla="*/ 25 h 204"/>
                  <a:gd name="T12" fmla="*/ 24 w 204"/>
                  <a:gd name="T13" fmla="*/ 103 h 204"/>
                  <a:gd name="T14" fmla="*/ 102 w 204"/>
                  <a:gd name="T15" fmla="*/ 181 h 204"/>
                  <a:gd name="T16" fmla="*/ 180 w 204"/>
                  <a:gd name="T17" fmla="*/ 103 h 204"/>
                  <a:gd name="T18" fmla="*/ 102 w 204"/>
                  <a:gd name="T19" fmla="*/ 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04" h="204">
                    <a:moveTo>
                      <a:pt x="102" y="0"/>
                    </a:moveTo>
                    <a:cubicBezTo>
                      <a:pt x="159" y="0"/>
                      <a:pt x="204" y="46"/>
                      <a:pt x="204" y="102"/>
                    </a:cubicBezTo>
                    <a:cubicBezTo>
                      <a:pt x="204" y="158"/>
                      <a:pt x="159" y="204"/>
                      <a:pt x="102" y="204"/>
                    </a:cubicBezTo>
                    <a:cubicBezTo>
                      <a:pt x="46" y="204"/>
                      <a:pt x="0" y="158"/>
                      <a:pt x="0" y="102"/>
                    </a:cubicBezTo>
                    <a:cubicBezTo>
                      <a:pt x="0" y="46"/>
                      <a:pt x="46" y="0"/>
                      <a:pt x="102" y="0"/>
                    </a:cubicBezTo>
                    <a:close/>
                    <a:moveTo>
                      <a:pt x="102" y="25"/>
                    </a:moveTo>
                    <a:cubicBezTo>
                      <a:pt x="59" y="25"/>
                      <a:pt x="24" y="60"/>
                      <a:pt x="24" y="103"/>
                    </a:cubicBezTo>
                    <a:cubicBezTo>
                      <a:pt x="24" y="146"/>
                      <a:pt x="59" y="181"/>
                      <a:pt x="102" y="181"/>
                    </a:cubicBezTo>
                    <a:cubicBezTo>
                      <a:pt x="145" y="181"/>
                      <a:pt x="180" y="146"/>
                      <a:pt x="180" y="103"/>
                    </a:cubicBezTo>
                    <a:cubicBezTo>
                      <a:pt x="180" y="60"/>
                      <a:pt x="145" y="25"/>
                      <a:pt x="102" y="25"/>
                    </a:cubicBezTo>
                    <a:close/>
                  </a:path>
                </a:pathLst>
              </a:custGeom>
              <a:solidFill>
                <a:srgbClr val="00523A"/>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7" name="íšḻïḍè"/>
              <p:cNvSpPr/>
              <p:nvPr/>
            </p:nvSpPr>
            <p:spPr bwMode="auto">
              <a:xfrm>
                <a:off x="3621088" y="3103563"/>
                <a:ext cx="584200" cy="203200"/>
              </a:xfrm>
              <a:custGeom>
                <a:avLst/>
                <a:gdLst>
                  <a:gd name="T0" fmla="*/ 8 w 177"/>
                  <a:gd name="T1" fmla="*/ 53 h 61"/>
                  <a:gd name="T2" fmla="*/ 0 w 177"/>
                  <a:gd name="T3" fmla="*/ 56 h 61"/>
                  <a:gd name="T4" fmla="*/ 5 w 177"/>
                  <a:gd name="T5" fmla="*/ 52 h 61"/>
                  <a:gd name="T6" fmla="*/ 4 w 177"/>
                  <a:gd name="T7" fmla="*/ 50 h 61"/>
                  <a:gd name="T8" fmla="*/ 5 w 177"/>
                  <a:gd name="T9" fmla="*/ 48 h 61"/>
                  <a:gd name="T10" fmla="*/ 10 w 177"/>
                  <a:gd name="T11" fmla="*/ 41 h 61"/>
                  <a:gd name="T12" fmla="*/ 17 w 177"/>
                  <a:gd name="T13" fmla="*/ 50 h 61"/>
                  <a:gd name="T14" fmla="*/ 14 w 177"/>
                  <a:gd name="T15" fmla="*/ 35 h 61"/>
                  <a:gd name="T16" fmla="*/ 23 w 177"/>
                  <a:gd name="T17" fmla="*/ 46 h 61"/>
                  <a:gd name="T18" fmla="*/ 31 w 177"/>
                  <a:gd name="T19" fmla="*/ 38 h 61"/>
                  <a:gd name="T20" fmla="*/ 29 w 177"/>
                  <a:gd name="T21" fmla="*/ 40 h 61"/>
                  <a:gd name="T22" fmla="*/ 18 w 177"/>
                  <a:gd name="T23" fmla="*/ 32 h 61"/>
                  <a:gd name="T24" fmla="*/ 19 w 177"/>
                  <a:gd name="T25" fmla="*/ 30 h 61"/>
                  <a:gd name="T26" fmla="*/ 21 w 177"/>
                  <a:gd name="T27" fmla="*/ 27 h 61"/>
                  <a:gd name="T28" fmla="*/ 41 w 177"/>
                  <a:gd name="T29" fmla="*/ 29 h 61"/>
                  <a:gd name="T30" fmla="*/ 43 w 177"/>
                  <a:gd name="T31" fmla="*/ 29 h 61"/>
                  <a:gd name="T32" fmla="*/ 35 w 177"/>
                  <a:gd name="T33" fmla="*/ 35 h 61"/>
                  <a:gd name="T34" fmla="*/ 31 w 177"/>
                  <a:gd name="T35" fmla="*/ 21 h 61"/>
                  <a:gd name="T36" fmla="*/ 46 w 177"/>
                  <a:gd name="T37" fmla="*/ 11 h 61"/>
                  <a:gd name="T38" fmla="*/ 47 w 177"/>
                  <a:gd name="T39" fmla="*/ 11 h 61"/>
                  <a:gd name="T40" fmla="*/ 47 w 177"/>
                  <a:gd name="T41" fmla="*/ 26 h 61"/>
                  <a:gd name="T42" fmla="*/ 39 w 177"/>
                  <a:gd name="T43" fmla="*/ 15 h 61"/>
                  <a:gd name="T44" fmla="*/ 72 w 177"/>
                  <a:gd name="T45" fmla="*/ 16 h 61"/>
                  <a:gd name="T46" fmla="*/ 71 w 177"/>
                  <a:gd name="T47" fmla="*/ 2 h 61"/>
                  <a:gd name="T48" fmla="*/ 65 w 177"/>
                  <a:gd name="T49" fmla="*/ 15 h 61"/>
                  <a:gd name="T50" fmla="*/ 64 w 177"/>
                  <a:gd name="T51" fmla="*/ 4 h 61"/>
                  <a:gd name="T52" fmla="*/ 84 w 177"/>
                  <a:gd name="T53" fmla="*/ 1 h 61"/>
                  <a:gd name="T54" fmla="*/ 84 w 177"/>
                  <a:gd name="T55" fmla="*/ 1 h 61"/>
                  <a:gd name="T56" fmla="*/ 78 w 177"/>
                  <a:gd name="T57" fmla="*/ 16 h 61"/>
                  <a:gd name="T58" fmla="*/ 77 w 177"/>
                  <a:gd name="T59" fmla="*/ 15 h 61"/>
                  <a:gd name="T60" fmla="*/ 90 w 177"/>
                  <a:gd name="T61" fmla="*/ 1 h 61"/>
                  <a:gd name="T62" fmla="*/ 94 w 177"/>
                  <a:gd name="T63" fmla="*/ 15 h 61"/>
                  <a:gd name="T64" fmla="*/ 92 w 177"/>
                  <a:gd name="T65" fmla="*/ 15 h 61"/>
                  <a:gd name="T66" fmla="*/ 113 w 177"/>
                  <a:gd name="T67" fmla="*/ 3 h 61"/>
                  <a:gd name="T68" fmla="*/ 102 w 177"/>
                  <a:gd name="T69" fmla="*/ 2 h 61"/>
                  <a:gd name="T70" fmla="*/ 105 w 177"/>
                  <a:gd name="T71" fmla="*/ 14 h 61"/>
                  <a:gd name="T72" fmla="*/ 117 w 177"/>
                  <a:gd name="T73" fmla="*/ 5 h 61"/>
                  <a:gd name="T74" fmla="*/ 122 w 177"/>
                  <a:gd name="T75" fmla="*/ 19 h 61"/>
                  <a:gd name="T76" fmla="*/ 119 w 177"/>
                  <a:gd name="T77" fmla="*/ 13 h 61"/>
                  <a:gd name="T78" fmla="*/ 121 w 177"/>
                  <a:gd name="T79" fmla="*/ 12 h 61"/>
                  <a:gd name="T80" fmla="*/ 124 w 177"/>
                  <a:gd name="T81" fmla="*/ 10 h 61"/>
                  <a:gd name="T82" fmla="*/ 131 w 177"/>
                  <a:gd name="T83" fmla="*/ 26 h 61"/>
                  <a:gd name="T84" fmla="*/ 126 w 177"/>
                  <a:gd name="T85" fmla="*/ 23 h 61"/>
                  <a:gd name="T86" fmla="*/ 124 w 177"/>
                  <a:gd name="T87" fmla="*/ 23 h 61"/>
                  <a:gd name="T88" fmla="*/ 137 w 177"/>
                  <a:gd name="T89" fmla="*/ 14 h 61"/>
                  <a:gd name="T90" fmla="*/ 133 w 177"/>
                  <a:gd name="T91" fmla="*/ 11 h 61"/>
                  <a:gd name="T92" fmla="*/ 137 w 177"/>
                  <a:gd name="T93" fmla="*/ 32 h 61"/>
                  <a:gd name="T94" fmla="*/ 137 w 177"/>
                  <a:gd name="T95" fmla="*/ 32 h 61"/>
                  <a:gd name="T96" fmla="*/ 145 w 177"/>
                  <a:gd name="T97" fmla="*/ 19 h 61"/>
                  <a:gd name="T98" fmla="*/ 146 w 177"/>
                  <a:gd name="T99" fmla="*/ 19 h 61"/>
                  <a:gd name="T100" fmla="*/ 159 w 177"/>
                  <a:gd name="T101" fmla="*/ 31 h 61"/>
                  <a:gd name="T102" fmla="*/ 149 w 177"/>
                  <a:gd name="T103" fmla="*/ 42 h 61"/>
                  <a:gd name="T104" fmla="*/ 155 w 177"/>
                  <a:gd name="T105" fmla="*/ 27 h 61"/>
                  <a:gd name="T106" fmla="*/ 166 w 177"/>
                  <a:gd name="T107" fmla="*/ 40 h 61"/>
                  <a:gd name="T108" fmla="*/ 160 w 177"/>
                  <a:gd name="T109" fmla="*/ 37 h 61"/>
                  <a:gd name="T110" fmla="*/ 153 w 177"/>
                  <a:gd name="T111" fmla="*/ 46 h 61"/>
                  <a:gd name="T112" fmla="*/ 177 w 177"/>
                  <a:gd name="T113" fmla="*/ 55 h 61"/>
                  <a:gd name="T114" fmla="*/ 162 w 177"/>
                  <a:gd name="T115" fmla="*/ 60 h 61"/>
                  <a:gd name="T116" fmla="*/ 165 w 177"/>
                  <a:gd name="T117" fmla="*/ 55 h 61"/>
                  <a:gd name="T118" fmla="*/ 173 w 177"/>
                  <a:gd name="T119" fmla="*/ 49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77" h="61">
                    <a:moveTo>
                      <a:pt x="6" y="46"/>
                    </a:moveTo>
                    <a:cubicBezTo>
                      <a:pt x="6" y="46"/>
                      <a:pt x="6" y="46"/>
                      <a:pt x="6" y="46"/>
                    </a:cubicBezTo>
                    <a:cubicBezTo>
                      <a:pt x="6" y="46"/>
                      <a:pt x="6" y="46"/>
                      <a:pt x="6" y="46"/>
                    </a:cubicBezTo>
                    <a:cubicBezTo>
                      <a:pt x="6" y="46"/>
                      <a:pt x="6" y="47"/>
                      <a:pt x="6" y="47"/>
                    </a:cubicBezTo>
                    <a:cubicBezTo>
                      <a:pt x="6" y="47"/>
                      <a:pt x="6" y="47"/>
                      <a:pt x="6" y="47"/>
                    </a:cubicBezTo>
                    <a:cubicBezTo>
                      <a:pt x="17" y="57"/>
                      <a:pt x="17" y="57"/>
                      <a:pt x="17" y="57"/>
                    </a:cubicBezTo>
                    <a:cubicBezTo>
                      <a:pt x="17" y="57"/>
                      <a:pt x="17" y="57"/>
                      <a:pt x="17" y="57"/>
                    </a:cubicBezTo>
                    <a:cubicBezTo>
                      <a:pt x="8" y="53"/>
                      <a:pt x="8" y="53"/>
                      <a:pt x="8" y="53"/>
                    </a:cubicBezTo>
                    <a:cubicBezTo>
                      <a:pt x="8" y="54"/>
                      <a:pt x="8" y="54"/>
                      <a:pt x="8" y="54"/>
                    </a:cubicBezTo>
                    <a:cubicBezTo>
                      <a:pt x="15" y="60"/>
                      <a:pt x="15" y="60"/>
                      <a:pt x="15" y="60"/>
                    </a:cubicBezTo>
                    <a:cubicBezTo>
                      <a:pt x="15" y="61"/>
                      <a:pt x="15" y="61"/>
                      <a:pt x="15" y="61"/>
                    </a:cubicBezTo>
                    <a:cubicBezTo>
                      <a:pt x="1" y="55"/>
                      <a:pt x="1" y="55"/>
                      <a:pt x="1" y="55"/>
                    </a:cubicBezTo>
                    <a:cubicBezTo>
                      <a:pt x="1" y="55"/>
                      <a:pt x="1" y="55"/>
                      <a:pt x="1" y="55"/>
                    </a:cubicBezTo>
                    <a:cubicBezTo>
                      <a:pt x="1" y="55"/>
                      <a:pt x="1" y="55"/>
                      <a:pt x="1" y="55"/>
                    </a:cubicBezTo>
                    <a:cubicBezTo>
                      <a:pt x="0" y="56"/>
                      <a:pt x="0" y="56"/>
                      <a:pt x="0" y="56"/>
                    </a:cubicBezTo>
                    <a:cubicBezTo>
                      <a:pt x="0" y="56"/>
                      <a:pt x="0" y="56"/>
                      <a:pt x="0" y="56"/>
                    </a:cubicBezTo>
                    <a:cubicBezTo>
                      <a:pt x="2" y="53"/>
                      <a:pt x="2" y="53"/>
                      <a:pt x="2" y="53"/>
                    </a:cubicBezTo>
                    <a:cubicBezTo>
                      <a:pt x="2" y="53"/>
                      <a:pt x="2" y="53"/>
                      <a:pt x="2" y="53"/>
                    </a:cubicBezTo>
                    <a:cubicBezTo>
                      <a:pt x="2" y="53"/>
                      <a:pt x="2" y="53"/>
                      <a:pt x="2" y="53"/>
                    </a:cubicBezTo>
                    <a:cubicBezTo>
                      <a:pt x="2" y="53"/>
                      <a:pt x="2" y="54"/>
                      <a:pt x="2" y="54"/>
                    </a:cubicBezTo>
                    <a:cubicBezTo>
                      <a:pt x="2" y="54"/>
                      <a:pt x="2" y="54"/>
                      <a:pt x="2" y="54"/>
                    </a:cubicBezTo>
                    <a:cubicBezTo>
                      <a:pt x="11" y="58"/>
                      <a:pt x="11" y="58"/>
                      <a:pt x="11" y="58"/>
                    </a:cubicBezTo>
                    <a:cubicBezTo>
                      <a:pt x="12" y="58"/>
                      <a:pt x="12" y="58"/>
                      <a:pt x="12" y="58"/>
                    </a:cubicBezTo>
                    <a:cubicBezTo>
                      <a:pt x="5" y="52"/>
                      <a:pt x="5" y="52"/>
                      <a:pt x="5" y="52"/>
                    </a:cubicBezTo>
                    <a:cubicBezTo>
                      <a:pt x="4" y="52"/>
                      <a:pt x="4" y="52"/>
                      <a:pt x="4" y="52"/>
                    </a:cubicBezTo>
                    <a:cubicBezTo>
                      <a:pt x="3" y="52"/>
                      <a:pt x="3" y="52"/>
                      <a:pt x="3" y="52"/>
                    </a:cubicBezTo>
                    <a:cubicBezTo>
                      <a:pt x="3" y="52"/>
                      <a:pt x="3" y="52"/>
                      <a:pt x="3" y="52"/>
                    </a:cubicBezTo>
                    <a:cubicBezTo>
                      <a:pt x="3" y="52"/>
                      <a:pt x="3" y="52"/>
                      <a:pt x="3" y="52"/>
                    </a:cubicBezTo>
                    <a:cubicBezTo>
                      <a:pt x="2" y="52"/>
                      <a:pt x="2" y="52"/>
                      <a:pt x="2" y="52"/>
                    </a:cubicBezTo>
                    <a:cubicBezTo>
                      <a:pt x="4" y="49"/>
                      <a:pt x="4" y="49"/>
                      <a:pt x="4" y="49"/>
                    </a:cubicBezTo>
                    <a:cubicBezTo>
                      <a:pt x="4" y="49"/>
                      <a:pt x="4" y="49"/>
                      <a:pt x="4" y="49"/>
                    </a:cubicBezTo>
                    <a:cubicBezTo>
                      <a:pt x="4" y="50"/>
                      <a:pt x="4" y="50"/>
                      <a:pt x="4" y="50"/>
                    </a:cubicBezTo>
                    <a:cubicBezTo>
                      <a:pt x="4" y="50"/>
                      <a:pt x="4" y="50"/>
                      <a:pt x="4" y="50"/>
                    </a:cubicBezTo>
                    <a:cubicBezTo>
                      <a:pt x="4" y="50"/>
                      <a:pt x="4" y="50"/>
                      <a:pt x="4" y="51"/>
                    </a:cubicBezTo>
                    <a:cubicBezTo>
                      <a:pt x="13" y="54"/>
                      <a:pt x="13" y="54"/>
                      <a:pt x="13" y="54"/>
                    </a:cubicBezTo>
                    <a:cubicBezTo>
                      <a:pt x="13" y="54"/>
                      <a:pt x="13" y="54"/>
                      <a:pt x="13" y="54"/>
                    </a:cubicBezTo>
                    <a:cubicBezTo>
                      <a:pt x="6" y="48"/>
                      <a:pt x="6" y="48"/>
                      <a:pt x="6" y="48"/>
                    </a:cubicBezTo>
                    <a:cubicBezTo>
                      <a:pt x="6" y="48"/>
                      <a:pt x="6" y="48"/>
                      <a:pt x="5" y="48"/>
                    </a:cubicBezTo>
                    <a:cubicBezTo>
                      <a:pt x="5" y="48"/>
                      <a:pt x="5" y="48"/>
                      <a:pt x="5" y="48"/>
                    </a:cubicBezTo>
                    <a:cubicBezTo>
                      <a:pt x="5" y="48"/>
                      <a:pt x="5" y="48"/>
                      <a:pt x="5" y="48"/>
                    </a:cubicBezTo>
                    <a:cubicBezTo>
                      <a:pt x="4" y="48"/>
                      <a:pt x="4" y="48"/>
                      <a:pt x="4" y="48"/>
                    </a:cubicBezTo>
                    <a:cubicBezTo>
                      <a:pt x="6" y="46"/>
                      <a:pt x="6" y="46"/>
                      <a:pt x="6" y="46"/>
                    </a:cubicBezTo>
                    <a:close/>
                    <a:moveTo>
                      <a:pt x="22" y="48"/>
                    </a:moveTo>
                    <a:cubicBezTo>
                      <a:pt x="22" y="49"/>
                      <a:pt x="21" y="49"/>
                      <a:pt x="21" y="49"/>
                    </a:cubicBezTo>
                    <a:cubicBezTo>
                      <a:pt x="20" y="50"/>
                      <a:pt x="19" y="49"/>
                      <a:pt x="18" y="48"/>
                    </a:cubicBezTo>
                    <a:cubicBezTo>
                      <a:pt x="10" y="42"/>
                      <a:pt x="10" y="42"/>
                      <a:pt x="10" y="42"/>
                    </a:cubicBezTo>
                    <a:cubicBezTo>
                      <a:pt x="10" y="42"/>
                      <a:pt x="10" y="41"/>
                      <a:pt x="10" y="41"/>
                    </a:cubicBezTo>
                    <a:cubicBezTo>
                      <a:pt x="10" y="41"/>
                      <a:pt x="10" y="41"/>
                      <a:pt x="10" y="41"/>
                    </a:cubicBezTo>
                    <a:cubicBezTo>
                      <a:pt x="10" y="40"/>
                      <a:pt x="10" y="40"/>
                      <a:pt x="10" y="40"/>
                    </a:cubicBezTo>
                    <a:cubicBezTo>
                      <a:pt x="10" y="40"/>
                      <a:pt x="10" y="40"/>
                      <a:pt x="10" y="40"/>
                    </a:cubicBezTo>
                    <a:cubicBezTo>
                      <a:pt x="7" y="43"/>
                      <a:pt x="7" y="43"/>
                      <a:pt x="7" y="43"/>
                    </a:cubicBezTo>
                    <a:cubicBezTo>
                      <a:pt x="8" y="43"/>
                      <a:pt x="8" y="43"/>
                      <a:pt x="8" y="43"/>
                    </a:cubicBezTo>
                    <a:cubicBezTo>
                      <a:pt x="8" y="43"/>
                      <a:pt x="8" y="43"/>
                      <a:pt x="8" y="43"/>
                    </a:cubicBezTo>
                    <a:cubicBezTo>
                      <a:pt x="8" y="43"/>
                      <a:pt x="8" y="43"/>
                      <a:pt x="8" y="43"/>
                    </a:cubicBezTo>
                    <a:cubicBezTo>
                      <a:pt x="9" y="43"/>
                      <a:pt x="9" y="43"/>
                      <a:pt x="9" y="43"/>
                    </a:cubicBezTo>
                    <a:cubicBezTo>
                      <a:pt x="17" y="50"/>
                      <a:pt x="17" y="50"/>
                      <a:pt x="17" y="50"/>
                    </a:cubicBezTo>
                    <a:cubicBezTo>
                      <a:pt x="18" y="50"/>
                      <a:pt x="19" y="51"/>
                      <a:pt x="20" y="50"/>
                    </a:cubicBezTo>
                    <a:cubicBezTo>
                      <a:pt x="21" y="50"/>
                      <a:pt x="22" y="50"/>
                      <a:pt x="23" y="49"/>
                    </a:cubicBezTo>
                    <a:cubicBezTo>
                      <a:pt x="24" y="48"/>
                      <a:pt x="24" y="47"/>
                      <a:pt x="24" y="46"/>
                    </a:cubicBezTo>
                    <a:cubicBezTo>
                      <a:pt x="24" y="45"/>
                      <a:pt x="23" y="44"/>
                      <a:pt x="22" y="43"/>
                    </a:cubicBezTo>
                    <a:cubicBezTo>
                      <a:pt x="14" y="36"/>
                      <a:pt x="14" y="36"/>
                      <a:pt x="14" y="36"/>
                    </a:cubicBezTo>
                    <a:cubicBezTo>
                      <a:pt x="14" y="36"/>
                      <a:pt x="14" y="36"/>
                      <a:pt x="14" y="36"/>
                    </a:cubicBezTo>
                    <a:cubicBezTo>
                      <a:pt x="14" y="36"/>
                      <a:pt x="14" y="36"/>
                      <a:pt x="14" y="35"/>
                    </a:cubicBezTo>
                    <a:cubicBezTo>
                      <a:pt x="14" y="35"/>
                      <a:pt x="14" y="35"/>
                      <a:pt x="14" y="35"/>
                    </a:cubicBezTo>
                    <a:cubicBezTo>
                      <a:pt x="14" y="35"/>
                      <a:pt x="14" y="35"/>
                      <a:pt x="14" y="35"/>
                    </a:cubicBezTo>
                    <a:cubicBezTo>
                      <a:pt x="12" y="37"/>
                      <a:pt x="12" y="37"/>
                      <a:pt x="12" y="37"/>
                    </a:cubicBezTo>
                    <a:cubicBezTo>
                      <a:pt x="12" y="38"/>
                      <a:pt x="12" y="38"/>
                      <a:pt x="12" y="38"/>
                    </a:cubicBezTo>
                    <a:cubicBezTo>
                      <a:pt x="13" y="37"/>
                      <a:pt x="13" y="37"/>
                      <a:pt x="13" y="37"/>
                    </a:cubicBezTo>
                    <a:cubicBezTo>
                      <a:pt x="13" y="37"/>
                      <a:pt x="13" y="37"/>
                      <a:pt x="13" y="37"/>
                    </a:cubicBezTo>
                    <a:cubicBezTo>
                      <a:pt x="13" y="37"/>
                      <a:pt x="14" y="37"/>
                      <a:pt x="14" y="37"/>
                    </a:cubicBezTo>
                    <a:cubicBezTo>
                      <a:pt x="22" y="44"/>
                      <a:pt x="22" y="44"/>
                      <a:pt x="22" y="44"/>
                    </a:cubicBezTo>
                    <a:cubicBezTo>
                      <a:pt x="23" y="44"/>
                      <a:pt x="23" y="45"/>
                      <a:pt x="23" y="46"/>
                    </a:cubicBezTo>
                    <a:cubicBezTo>
                      <a:pt x="23" y="47"/>
                      <a:pt x="23" y="47"/>
                      <a:pt x="22" y="48"/>
                    </a:cubicBezTo>
                    <a:close/>
                    <a:moveTo>
                      <a:pt x="33" y="36"/>
                    </a:moveTo>
                    <a:cubicBezTo>
                      <a:pt x="33" y="36"/>
                      <a:pt x="33" y="36"/>
                      <a:pt x="33" y="36"/>
                    </a:cubicBezTo>
                    <a:cubicBezTo>
                      <a:pt x="33" y="36"/>
                      <a:pt x="34" y="36"/>
                      <a:pt x="34" y="36"/>
                    </a:cubicBezTo>
                    <a:cubicBezTo>
                      <a:pt x="34" y="35"/>
                      <a:pt x="34" y="35"/>
                      <a:pt x="34" y="35"/>
                    </a:cubicBezTo>
                    <a:cubicBezTo>
                      <a:pt x="35" y="36"/>
                      <a:pt x="35" y="36"/>
                      <a:pt x="35" y="36"/>
                    </a:cubicBezTo>
                    <a:cubicBezTo>
                      <a:pt x="32" y="39"/>
                      <a:pt x="32" y="39"/>
                      <a:pt x="32" y="39"/>
                    </a:cubicBezTo>
                    <a:cubicBezTo>
                      <a:pt x="31" y="38"/>
                      <a:pt x="31" y="38"/>
                      <a:pt x="31" y="38"/>
                    </a:cubicBezTo>
                    <a:cubicBezTo>
                      <a:pt x="32" y="38"/>
                      <a:pt x="32" y="38"/>
                      <a:pt x="32" y="38"/>
                    </a:cubicBezTo>
                    <a:cubicBezTo>
                      <a:pt x="32" y="38"/>
                      <a:pt x="32" y="37"/>
                      <a:pt x="32" y="37"/>
                    </a:cubicBezTo>
                    <a:cubicBezTo>
                      <a:pt x="32" y="37"/>
                      <a:pt x="32" y="37"/>
                      <a:pt x="32" y="37"/>
                    </a:cubicBezTo>
                    <a:cubicBezTo>
                      <a:pt x="27" y="32"/>
                      <a:pt x="27" y="32"/>
                      <a:pt x="27" y="32"/>
                    </a:cubicBezTo>
                    <a:cubicBezTo>
                      <a:pt x="23" y="36"/>
                      <a:pt x="23" y="36"/>
                      <a:pt x="23" y="36"/>
                    </a:cubicBezTo>
                    <a:cubicBezTo>
                      <a:pt x="28" y="40"/>
                      <a:pt x="28" y="40"/>
                      <a:pt x="28" y="40"/>
                    </a:cubicBezTo>
                    <a:cubicBezTo>
                      <a:pt x="28" y="41"/>
                      <a:pt x="28" y="41"/>
                      <a:pt x="28" y="41"/>
                    </a:cubicBezTo>
                    <a:cubicBezTo>
                      <a:pt x="28" y="41"/>
                      <a:pt x="29" y="41"/>
                      <a:pt x="29" y="40"/>
                    </a:cubicBezTo>
                    <a:cubicBezTo>
                      <a:pt x="29" y="40"/>
                      <a:pt x="29" y="40"/>
                      <a:pt x="29" y="40"/>
                    </a:cubicBezTo>
                    <a:cubicBezTo>
                      <a:pt x="30" y="41"/>
                      <a:pt x="30" y="41"/>
                      <a:pt x="30" y="41"/>
                    </a:cubicBezTo>
                    <a:cubicBezTo>
                      <a:pt x="27" y="43"/>
                      <a:pt x="27" y="43"/>
                      <a:pt x="27" y="43"/>
                    </a:cubicBezTo>
                    <a:cubicBezTo>
                      <a:pt x="26" y="43"/>
                      <a:pt x="26" y="43"/>
                      <a:pt x="26" y="43"/>
                    </a:cubicBezTo>
                    <a:cubicBezTo>
                      <a:pt x="27" y="43"/>
                      <a:pt x="27" y="43"/>
                      <a:pt x="27" y="43"/>
                    </a:cubicBezTo>
                    <a:cubicBezTo>
                      <a:pt x="27" y="42"/>
                      <a:pt x="27" y="42"/>
                      <a:pt x="27" y="42"/>
                    </a:cubicBezTo>
                    <a:cubicBezTo>
                      <a:pt x="27" y="42"/>
                      <a:pt x="27" y="42"/>
                      <a:pt x="27" y="41"/>
                    </a:cubicBezTo>
                    <a:cubicBezTo>
                      <a:pt x="18" y="32"/>
                      <a:pt x="18" y="32"/>
                      <a:pt x="18" y="32"/>
                    </a:cubicBezTo>
                    <a:cubicBezTo>
                      <a:pt x="18" y="32"/>
                      <a:pt x="17" y="32"/>
                      <a:pt x="17" y="32"/>
                    </a:cubicBezTo>
                    <a:cubicBezTo>
                      <a:pt x="17" y="32"/>
                      <a:pt x="17" y="32"/>
                      <a:pt x="17" y="32"/>
                    </a:cubicBezTo>
                    <a:cubicBezTo>
                      <a:pt x="16" y="32"/>
                      <a:pt x="16" y="32"/>
                      <a:pt x="16" y="32"/>
                    </a:cubicBezTo>
                    <a:cubicBezTo>
                      <a:pt x="16" y="32"/>
                      <a:pt x="16" y="32"/>
                      <a:pt x="16" y="32"/>
                    </a:cubicBezTo>
                    <a:cubicBezTo>
                      <a:pt x="19" y="29"/>
                      <a:pt x="19" y="29"/>
                      <a:pt x="19" y="29"/>
                    </a:cubicBezTo>
                    <a:cubicBezTo>
                      <a:pt x="19" y="29"/>
                      <a:pt x="19" y="29"/>
                      <a:pt x="19" y="29"/>
                    </a:cubicBezTo>
                    <a:cubicBezTo>
                      <a:pt x="19" y="30"/>
                      <a:pt x="19" y="30"/>
                      <a:pt x="19" y="30"/>
                    </a:cubicBezTo>
                    <a:cubicBezTo>
                      <a:pt x="19" y="30"/>
                      <a:pt x="19" y="30"/>
                      <a:pt x="19" y="30"/>
                    </a:cubicBezTo>
                    <a:cubicBezTo>
                      <a:pt x="19" y="30"/>
                      <a:pt x="19" y="31"/>
                      <a:pt x="19" y="31"/>
                    </a:cubicBezTo>
                    <a:cubicBezTo>
                      <a:pt x="23" y="35"/>
                      <a:pt x="23" y="35"/>
                      <a:pt x="23" y="35"/>
                    </a:cubicBezTo>
                    <a:cubicBezTo>
                      <a:pt x="27" y="31"/>
                      <a:pt x="27" y="31"/>
                      <a:pt x="27" y="31"/>
                    </a:cubicBezTo>
                    <a:cubicBezTo>
                      <a:pt x="23" y="27"/>
                      <a:pt x="23" y="27"/>
                      <a:pt x="23" y="27"/>
                    </a:cubicBezTo>
                    <a:cubicBezTo>
                      <a:pt x="23" y="27"/>
                      <a:pt x="22" y="27"/>
                      <a:pt x="22" y="27"/>
                    </a:cubicBezTo>
                    <a:cubicBezTo>
                      <a:pt x="22" y="27"/>
                      <a:pt x="22" y="27"/>
                      <a:pt x="22" y="27"/>
                    </a:cubicBezTo>
                    <a:cubicBezTo>
                      <a:pt x="21" y="27"/>
                      <a:pt x="21" y="27"/>
                      <a:pt x="21" y="27"/>
                    </a:cubicBezTo>
                    <a:cubicBezTo>
                      <a:pt x="21" y="27"/>
                      <a:pt x="21" y="27"/>
                      <a:pt x="21" y="27"/>
                    </a:cubicBezTo>
                    <a:cubicBezTo>
                      <a:pt x="24" y="24"/>
                      <a:pt x="24" y="24"/>
                      <a:pt x="24" y="24"/>
                    </a:cubicBezTo>
                    <a:cubicBezTo>
                      <a:pt x="24" y="25"/>
                      <a:pt x="24" y="25"/>
                      <a:pt x="24" y="25"/>
                    </a:cubicBezTo>
                    <a:cubicBezTo>
                      <a:pt x="24" y="25"/>
                      <a:pt x="24" y="25"/>
                      <a:pt x="24" y="25"/>
                    </a:cubicBezTo>
                    <a:cubicBezTo>
                      <a:pt x="24" y="25"/>
                      <a:pt x="24" y="25"/>
                      <a:pt x="24" y="26"/>
                    </a:cubicBezTo>
                    <a:cubicBezTo>
                      <a:pt x="24" y="26"/>
                      <a:pt x="24" y="26"/>
                      <a:pt x="24" y="26"/>
                    </a:cubicBezTo>
                    <a:cubicBezTo>
                      <a:pt x="33" y="36"/>
                      <a:pt x="33" y="36"/>
                      <a:pt x="33" y="36"/>
                    </a:cubicBezTo>
                    <a:close/>
                    <a:moveTo>
                      <a:pt x="38" y="26"/>
                    </a:moveTo>
                    <a:cubicBezTo>
                      <a:pt x="41" y="29"/>
                      <a:pt x="41" y="29"/>
                      <a:pt x="41" y="29"/>
                    </a:cubicBezTo>
                    <a:cubicBezTo>
                      <a:pt x="41" y="29"/>
                      <a:pt x="41" y="30"/>
                      <a:pt x="41" y="30"/>
                    </a:cubicBezTo>
                    <a:cubicBezTo>
                      <a:pt x="41" y="30"/>
                      <a:pt x="41" y="30"/>
                      <a:pt x="41" y="30"/>
                    </a:cubicBezTo>
                    <a:cubicBezTo>
                      <a:pt x="41" y="31"/>
                      <a:pt x="41" y="31"/>
                      <a:pt x="41" y="31"/>
                    </a:cubicBezTo>
                    <a:cubicBezTo>
                      <a:pt x="41" y="31"/>
                      <a:pt x="41" y="31"/>
                      <a:pt x="41" y="31"/>
                    </a:cubicBezTo>
                    <a:cubicBezTo>
                      <a:pt x="44" y="29"/>
                      <a:pt x="44" y="29"/>
                      <a:pt x="44" y="29"/>
                    </a:cubicBezTo>
                    <a:cubicBezTo>
                      <a:pt x="44" y="28"/>
                      <a:pt x="44" y="28"/>
                      <a:pt x="44" y="28"/>
                    </a:cubicBezTo>
                    <a:cubicBezTo>
                      <a:pt x="44" y="29"/>
                      <a:pt x="44" y="29"/>
                      <a:pt x="44" y="29"/>
                    </a:cubicBezTo>
                    <a:cubicBezTo>
                      <a:pt x="43" y="29"/>
                      <a:pt x="43" y="29"/>
                      <a:pt x="43" y="29"/>
                    </a:cubicBezTo>
                    <a:cubicBezTo>
                      <a:pt x="43" y="29"/>
                      <a:pt x="42" y="29"/>
                      <a:pt x="42" y="28"/>
                    </a:cubicBezTo>
                    <a:cubicBezTo>
                      <a:pt x="31" y="18"/>
                      <a:pt x="31" y="18"/>
                      <a:pt x="31" y="18"/>
                    </a:cubicBezTo>
                    <a:cubicBezTo>
                      <a:pt x="30" y="20"/>
                      <a:pt x="30" y="20"/>
                      <a:pt x="30" y="20"/>
                    </a:cubicBezTo>
                    <a:cubicBezTo>
                      <a:pt x="35" y="33"/>
                      <a:pt x="35" y="33"/>
                      <a:pt x="35" y="33"/>
                    </a:cubicBezTo>
                    <a:cubicBezTo>
                      <a:pt x="35" y="33"/>
                      <a:pt x="35" y="34"/>
                      <a:pt x="35" y="34"/>
                    </a:cubicBezTo>
                    <a:cubicBezTo>
                      <a:pt x="35" y="34"/>
                      <a:pt x="35" y="34"/>
                      <a:pt x="35" y="35"/>
                    </a:cubicBezTo>
                    <a:cubicBezTo>
                      <a:pt x="35" y="35"/>
                      <a:pt x="35" y="35"/>
                      <a:pt x="35" y="35"/>
                    </a:cubicBezTo>
                    <a:cubicBezTo>
                      <a:pt x="35" y="35"/>
                      <a:pt x="35" y="35"/>
                      <a:pt x="35" y="35"/>
                    </a:cubicBezTo>
                    <a:cubicBezTo>
                      <a:pt x="38" y="33"/>
                      <a:pt x="38" y="33"/>
                      <a:pt x="38" y="33"/>
                    </a:cubicBezTo>
                    <a:cubicBezTo>
                      <a:pt x="38" y="33"/>
                      <a:pt x="38" y="33"/>
                      <a:pt x="38" y="33"/>
                    </a:cubicBezTo>
                    <a:cubicBezTo>
                      <a:pt x="37" y="33"/>
                      <a:pt x="37" y="33"/>
                      <a:pt x="37" y="33"/>
                    </a:cubicBezTo>
                    <a:cubicBezTo>
                      <a:pt x="37" y="33"/>
                      <a:pt x="37" y="33"/>
                      <a:pt x="36" y="33"/>
                    </a:cubicBezTo>
                    <a:cubicBezTo>
                      <a:pt x="36" y="33"/>
                      <a:pt x="36" y="32"/>
                      <a:pt x="36" y="32"/>
                    </a:cubicBezTo>
                    <a:cubicBezTo>
                      <a:pt x="34" y="29"/>
                      <a:pt x="34" y="29"/>
                      <a:pt x="34" y="29"/>
                    </a:cubicBezTo>
                    <a:cubicBezTo>
                      <a:pt x="38" y="26"/>
                      <a:pt x="38" y="26"/>
                      <a:pt x="38" y="26"/>
                    </a:cubicBezTo>
                    <a:close/>
                    <a:moveTo>
                      <a:pt x="31" y="21"/>
                    </a:moveTo>
                    <a:cubicBezTo>
                      <a:pt x="31" y="21"/>
                      <a:pt x="31" y="21"/>
                      <a:pt x="31" y="21"/>
                    </a:cubicBezTo>
                    <a:cubicBezTo>
                      <a:pt x="34" y="28"/>
                      <a:pt x="34" y="28"/>
                      <a:pt x="34" y="28"/>
                    </a:cubicBezTo>
                    <a:cubicBezTo>
                      <a:pt x="37" y="26"/>
                      <a:pt x="37" y="26"/>
                      <a:pt x="37" y="26"/>
                    </a:cubicBezTo>
                    <a:cubicBezTo>
                      <a:pt x="31" y="21"/>
                      <a:pt x="31" y="21"/>
                      <a:pt x="31" y="21"/>
                    </a:cubicBezTo>
                    <a:close/>
                    <a:moveTo>
                      <a:pt x="51" y="21"/>
                    </a:moveTo>
                    <a:cubicBezTo>
                      <a:pt x="51" y="21"/>
                      <a:pt x="51" y="21"/>
                      <a:pt x="51" y="21"/>
                    </a:cubicBezTo>
                    <a:cubicBezTo>
                      <a:pt x="46" y="11"/>
                      <a:pt x="46" y="11"/>
                      <a:pt x="46" y="11"/>
                    </a:cubicBezTo>
                    <a:cubicBezTo>
                      <a:pt x="46" y="11"/>
                      <a:pt x="46" y="11"/>
                      <a:pt x="46" y="11"/>
                    </a:cubicBezTo>
                    <a:cubicBezTo>
                      <a:pt x="46" y="11"/>
                      <a:pt x="46" y="11"/>
                      <a:pt x="45" y="11"/>
                    </a:cubicBezTo>
                    <a:cubicBezTo>
                      <a:pt x="45" y="11"/>
                      <a:pt x="45" y="11"/>
                      <a:pt x="45" y="11"/>
                    </a:cubicBezTo>
                    <a:cubicBezTo>
                      <a:pt x="44" y="11"/>
                      <a:pt x="44" y="11"/>
                      <a:pt x="44" y="11"/>
                    </a:cubicBezTo>
                    <a:cubicBezTo>
                      <a:pt x="48" y="9"/>
                      <a:pt x="48" y="9"/>
                      <a:pt x="48" y="9"/>
                    </a:cubicBezTo>
                    <a:cubicBezTo>
                      <a:pt x="48" y="10"/>
                      <a:pt x="48" y="10"/>
                      <a:pt x="48" y="10"/>
                    </a:cubicBezTo>
                    <a:cubicBezTo>
                      <a:pt x="47" y="10"/>
                      <a:pt x="47" y="10"/>
                      <a:pt x="47" y="10"/>
                    </a:cubicBezTo>
                    <a:cubicBezTo>
                      <a:pt x="47" y="10"/>
                      <a:pt x="47" y="10"/>
                      <a:pt x="47" y="10"/>
                    </a:cubicBezTo>
                    <a:cubicBezTo>
                      <a:pt x="47" y="10"/>
                      <a:pt x="47" y="11"/>
                      <a:pt x="47" y="11"/>
                    </a:cubicBezTo>
                    <a:cubicBezTo>
                      <a:pt x="53" y="24"/>
                      <a:pt x="53" y="24"/>
                      <a:pt x="53" y="24"/>
                    </a:cubicBezTo>
                    <a:cubicBezTo>
                      <a:pt x="53" y="24"/>
                      <a:pt x="53" y="24"/>
                      <a:pt x="53" y="24"/>
                    </a:cubicBezTo>
                    <a:cubicBezTo>
                      <a:pt x="53" y="24"/>
                      <a:pt x="53" y="24"/>
                      <a:pt x="53" y="24"/>
                    </a:cubicBezTo>
                    <a:cubicBezTo>
                      <a:pt x="40" y="15"/>
                      <a:pt x="40" y="15"/>
                      <a:pt x="40" y="15"/>
                    </a:cubicBezTo>
                    <a:cubicBezTo>
                      <a:pt x="40" y="15"/>
                      <a:pt x="40" y="15"/>
                      <a:pt x="40" y="15"/>
                    </a:cubicBezTo>
                    <a:cubicBezTo>
                      <a:pt x="46" y="26"/>
                      <a:pt x="46" y="26"/>
                      <a:pt x="46" y="26"/>
                    </a:cubicBezTo>
                    <a:cubicBezTo>
                      <a:pt x="46" y="26"/>
                      <a:pt x="46" y="26"/>
                      <a:pt x="46" y="26"/>
                    </a:cubicBezTo>
                    <a:cubicBezTo>
                      <a:pt x="47" y="26"/>
                      <a:pt x="47" y="26"/>
                      <a:pt x="47" y="26"/>
                    </a:cubicBezTo>
                    <a:cubicBezTo>
                      <a:pt x="48" y="26"/>
                      <a:pt x="48" y="26"/>
                      <a:pt x="48" y="26"/>
                    </a:cubicBezTo>
                    <a:cubicBezTo>
                      <a:pt x="48" y="26"/>
                      <a:pt x="48" y="26"/>
                      <a:pt x="48" y="26"/>
                    </a:cubicBezTo>
                    <a:cubicBezTo>
                      <a:pt x="45" y="28"/>
                      <a:pt x="45" y="28"/>
                      <a:pt x="45" y="28"/>
                    </a:cubicBezTo>
                    <a:cubicBezTo>
                      <a:pt x="44" y="28"/>
                      <a:pt x="44" y="28"/>
                      <a:pt x="44" y="28"/>
                    </a:cubicBezTo>
                    <a:cubicBezTo>
                      <a:pt x="45" y="27"/>
                      <a:pt x="45" y="27"/>
                      <a:pt x="45" y="27"/>
                    </a:cubicBezTo>
                    <a:cubicBezTo>
                      <a:pt x="45" y="27"/>
                      <a:pt x="45" y="27"/>
                      <a:pt x="45" y="27"/>
                    </a:cubicBezTo>
                    <a:cubicBezTo>
                      <a:pt x="46" y="27"/>
                      <a:pt x="46" y="26"/>
                      <a:pt x="45" y="26"/>
                    </a:cubicBezTo>
                    <a:cubicBezTo>
                      <a:pt x="39" y="15"/>
                      <a:pt x="39" y="15"/>
                      <a:pt x="39" y="15"/>
                    </a:cubicBezTo>
                    <a:cubicBezTo>
                      <a:pt x="39" y="14"/>
                      <a:pt x="39" y="14"/>
                      <a:pt x="39" y="14"/>
                    </a:cubicBezTo>
                    <a:cubicBezTo>
                      <a:pt x="39" y="14"/>
                      <a:pt x="39" y="14"/>
                      <a:pt x="38" y="14"/>
                    </a:cubicBezTo>
                    <a:cubicBezTo>
                      <a:pt x="38" y="15"/>
                      <a:pt x="38" y="15"/>
                      <a:pt x="38" y="15"/>
                    </a:cubicBezTo>
                    <a:cubicBezTo>
                      <a:pt x="37" y="14"/>
                      <a:pt x="37" y="14"/>
                      <a:pt x="37" y="14"/>
                    </a:cubicBezTo>
                    <a:cubicBezTo>
                      <a:pt x="40" y="13"/>
                      <a:pt x="40" y="13"/>
                      <a:pt x="40" y="13"/>
                    </a:cubicBezTo>
                    <a:cubicBezTo>
                      <a:pt x="51" y="21"/>
                      <a:pt x="51" y="21"/>
                      <a:pt x="51" y="21"/>
                    </a:cubicBezTo>
                    <a:close/>
                    <a:moveTo>
                      <a:pt x="70" y="17"/>
                    </a:moveTo>
                    <a:cubicBezTo>
                      <a:pt x="70" y="17"/>
                      <a:pt x="71" y="17"/>
                      <a:pt x="72" y="16"/>
                    </a:cubicBezTo>
                    <a:cubicBezTo>
                      <a:pt x="72" y="15"/>
                      <a:pt x="72" y="14"/>
                      <a:pt x="72" y="14"/>
                    </a:cubicBezTo>
                    <a:cubicBezTo>
                      <a:pt x="70" y="3"/>
                      <a:pt x="70" y="3"/>
                      <a:pt x="70" y="3"/>
                    </a:cubicBezTo>
                    <a:cubicBezTo>
                      <a:pt x="70" y="3"/>
                      <a:pt x="69" y="3"/>
                      <a:pt x="69" y="3"/>
                    </a:cubicBezTo>
                    <a:cubicBezTo>
                      <a:pt x="69" y="3"/>
                      <a:pt x="69" y="3"/>
                      <a:pt x="69" y="3"/>
                    </a:cubicBezTo>
                    <a:cubicBezTo>
                      <a:pt x="68" y="3"/>
                      <a:pt x="68" y="3"/>
                      <a:pt x="68" y="3"/>
                    </a:cubicBezTo>
                    <a:cubicBezTo>
                      <a:pt x="68" y="2"/>
                      <a:pt x="68" y="2"/>
                      <a:pt x="68" y="2"/>
                    </a:cubicBezTo>
                    <a:cubicBezTo>
                      <a:pt x="71" y="1"/>
                      <a:pt x="71" y="1"/>
                      <a:pt x="71" y="1"/>
                    </a:cubicBezTo>
                    <a:cubicBezTo>
                      <a:pt x="71" y="2"/>
                      <a:pt x="71" y="2"/>
                      <a:pt x="71" y="2"/>
                    </a:cubicBezTo>
                    <a:cubicBezTo>
                      <a:pt x="71" y="2"/>
                      <a:pt x="71" y="2"/>
                      <a:pt x="71" y="2"/>
                    </a:cubicBezTo>
                    <a:cubicBezTo>
                      <a:pt x="71" y="2"/>
                      <a:pt x="70" y="2"/>
                      <a:pt x="70" y="2"/>
                    </a:cubicBezTo>
                    <a:cubicBezTo>
                      <a:pt x="70" y="3"/>
                      <a:pt x="70" y="3"/>
                      <a:pt x="70" y="3"/>
                    </a:cubicBezTo>
                    <a:cubicBezTo>
                      <a:pt x="73" y="13"/>
                      <a:pt x="73" y="13"/>
                      <a:pt x="73" y="13"/>
                    </a:cubicBezTo>
                    <a:cubicBezTo>
                      <a:pt x="73" y="15"/>
                      <a:pt x="73" y="16"/>
                      <a:pt x="72" y="16"/>
                    </a:cubicBezTo>
                    <a:cubicBezTo>
                      <a:pt x="71" y="17"/>
                      <a:pt x="71" y="18"/>
                      <a:pt x="70" y="18"/>
                    </a:cubicBezTo>
                    <a:cubicBezTo>
                      <a:pt x="68" y="18"/>
                      <a:pt x="67" y="18"/>
                      <a:pt x="66" y="18"/>
                    </a:cubicBezTo>
                    <a:cubicBezTo>
                      <a:pt x="66" y="17"/>
                      <a:pt x="65" y="17"/>
                      <a:pt x="65" y="15"/>
                    </a:cubicBezTo>
                    <a:cubicBezTo>
                      <a:pt x="62" y="5"/>
                      <a:pt x="62" y="5"/>
                      <a:pt x="62" y="5"/>
                    </a:cubicBezTo>
                    <a:cubicBezTo>
                      <a:pt x="62" y="5"/>
                      <a:pt x="62" y="4"/>
                      <a:pt x="62" y="4"/>
                    </a:cubicBezTo>
                    <a:cubicBezTo>
                      <a:pt x="62" y="4"/>
                      <a:pt x="62" y="4"/>
                      <a:pt x="61" y="4"/>
                    </a:cubicBezTo>
                    <a:cubicBezTo>
                      <a:pt x="61" y="4"/>
                      <a:pt x="61" y="4"/>
                      <a:pt x="61" y="4"/>
                    </a:cubicBezTo>
                    <a:cubicBezTo>
                      <a:pt x="61" y="4"/>
                      <a:pt x="61" y="4"/>
                      <a:pt x="61" y="4"/>
                    </a:cubicBezTo>
                    <a:cubicBezTo>
                      <a:pt x="65" y="3"/>
                      <a:pt x="65" y="3"/>
                      <a:pt x="65" y="3"/>
                    </a:cubicBezTo>
                    <a:cubicBezTo>
                      <a:pt x="65" y="4"/>
                      <a:pt x="65" y="4"/>
                      <a:pt x="65" y="4"/>
                    </a:cubicBezTo>
                    <a:cubicBezTo>
                      <a:pt x="64" y="4"/>
                      <a:pt x="64" y="4"/>
                      <a:pt x="64" y="4"/>
                    </a:cubicBezTo>
                    <a:cubicBezTo>
                      <a:pt x="64" y="4"/>
                      <a:pt x="64" y="4"/>
                      <a:pt x="64" y="4"/>
                    </a:cubicBezTo>
                    <a:cubicBezTo>
                      <a:pt x="64" y="4"/>
                      <a:pt x="64" y="4"/>
                      <a:pt x="64" y="5"/>
                    </a:cubicBezTo>
                    <a:cubicBezTo>
                      <a:pt x="66" y="15"/>
                      <a:pt x="66" y="15"/>
                      <a:pt x="66" y="15"/>
                    </a:cubicBezTo>
                    <a:cubicBezTo>
                      <a:pt x="66" y="16"/>
                      <a:pt x="67" y="17"/>
                      <a:pt x="67" y="17"/>
                    </a:cubicBezTo>
                    <a:cubicBezTo>
                      <a:pt x="68" y="18"/>
                      <a:pt x="69" y="18"/>
                      <a:pt x="70" y="17"/>
                    </a:cubicBezTo>
                    <a:close/>
                    <a:moveTo>
                      <a:pt x="84" y="12"/>
                    </a:moveTo>
                    <a:cubicBezTo>
                      <a:pt x="84" y="12"/>
                      <a:pt x="84" y="12"/>
                      <a:pt x="84" y="12"/>
                    </a:cubicBezTo>
                    <a:cubicBezTo>
                      <a:pt x="84" y="1"/>
                      <a:pt x="84" y="1"/>
                      <a:pt x="84" y="1"/>
                    </a:cubicBezTo>
                    <a:cubicBezTo>
                      <a:pt x="84" y="1"/>
                      <a:pt x="84" y="1"/>
                      <a:pt x="83" y="1"/>
                    </a:cubicBezTo>
                    <a:cubicBezTo>
                      <a:pt x="83" y="1"/>
                      <a:pt x="83" y="1"/>
                      <a:pt x="83" y="1"/>
                    </a:cubicBezTo>
                    <a:cubicBezTo>
                      <a:pt x="82" y="1"/>
                      <a:pt x="82" y="1"/>
                      <a:pt x="82" y="1"/>
                    </a:cubicBezTo>
                    <a:cubicBezTo>
                      <a:pt x="82" y="0"/>
                      <a:pt x="82" y="0"/>
                      <a:pt x="82" y="0"/>
                    </a:cubicBezTo>
                    <a:cubicBezTo>
                      <a:pt x="86" y="0"/>
                      <a:pt x="86" y="0"/>
                      <a:pt x="86" y="0"/>
                    </a:cubicBezTo>
                    <a:cubicBezTo>
                      <a:pt x="86" y="1"/>
                      <a:pt x="86" y="1"/>
                      <a:pt x="86" y="1"/>
                    </a:cubicBezTo>
                    <a:cubicBezTo>
                      <a:pt x="85" y="1"/>
                      <a:pt x="85" y="1"/>
                      <a:pt x="85" y="1"/>
                    </a:cubicBezTo>
                    <a:cubicBezTo>
                      <a:pt x="85" y="1"/>
                      <a:pt x="85" y="1"/>
                      <a:pt x="84" y="1"/>
                    </a:cubicBezTo>
                    <a:cubicBezTo>
                      <a:pt x="84" y="1"/>
                      <a:pt x="84" y="1"/>
                      <a:pt x="84" y="1"/>
                    </a:cubicBezTo>
                    <a:cubicBezTo>
                      <a:pt x="85" y="16"/>
                      <a:pt x="85" y="16"/>
                      <a:pt x="85" y="16"/>
                    </a:cubicBezTo>
                    <a:cubicBezTo>
                      <a:pt x="85" y="16"/>
                      <a:pt x="85" y="16"/>
                      <a:pt x="85" y="16"/>
                    </a:cubicBezTo>
                    <a:cubicBezTo>
                      <a:pt x="85" y="16"/>
                      <a:pt x="85" y="16"/>
                      <a:pt x="85" y="16"/>
                    </a:cubicBezTo>
                    <a:cubicBezTo>
                      <a:pt x="77" y="3"/>
                      <a:pt x="77" y="3"/>
                      <a:pt x="77" y="3"/>
                    </a:cubicBezTo>
                    <a:cubicBezTo>
                      <a:pt x="77" y="3"/>
                      <a:pt x="77" y="3"/>
                      <a:pt x="77" y="3"/>
                    </a:cubicBezTo>
                    <a:cubicBezTo>
                      <a:pt x="77" y="15"/>
                      <a:pt x="77" y="15"/>
                      <a:pt x="77" y="15"/>
                    </a:cubicBezTo>
                    <a:cubicBezTo>
                      <a:pt x="77" y="15"/>
                      <a:pt x="78" y="15"/>
                      <a:pt x="78" y="16"/>
                    </a:cubicBezTo>
                    <a:cubicBezTo>
                      <a:pt x="78" y="16"/>
                      <a:pt x="78" y="16"/>
                      <a:pt x="78" y="16"/>
                    </a:cubicBezTo>
                    <a:cubicBezTo>
                      <a:pt x="79" y="16"/>
                      <a:pt x="79" y="16"/>
                      <a:pt x="79" y="16"/>
                    </a:cubicBezTo>
                    <a:cubicBezTo>
                      <a:pt x="79" y="16"/>
                      <a:pt x="79" y="16"/>
                      <a:pt x="79" y="16"/>
                    </a:cubicBezTo>
                    <a:cubicBezTo>
                      <a:pt x="75" y="16"/>
                      <a:pt x="75" y="16"/>
                      <a:pt x="75" y="16"/>
                    </a:cubicBezTo>
                    <a:cubicBezTo>
                      <a:pt x="75" y="16"/>
                      <a:pt x="75" y="16"/>
                      <a:pt x="75" y="16"/>
                    </a:cubicBezTo>
                    <a:cubicBezTo>
                      <a:pt x="76" y="16"/>
                      <a:pt x="76" y="16"/>
                      <a:pt x="76" y="16"/>
                    </a:cubicBezTo>
                    <a:cubicBezTo>
                      <a:pt x="76" y="16"/>
                      <a:pt x="77" y="16"/>
                      <a:pt x="77" y="16"/>
                    </a:cubicBezTo>
                    <a:cubicBezTo>
                      <a:pt x="77" y="15"/>
                      <a:pt x="77" y="15"/>
                      <a:pt x="77" y="15"/>
                    </a:cubicBezTo>
                    <a:cubicBezTo>
                      <a:pt x="76" y="2"/>
                      <a:pt x="76" y="2"/>
                      <a:pt x="76" y="2"/>
                    </a:cubicBezTo>
                    <a:cubicBezTo>
                      <a:pt x="76" y="2"/>
                      <a:pt x="76" y="2"/>
                      <a:pt x="76" y="1"/>
                    </a:cubicBezTo>
                    <a:cubicBezTo>
                      <a:pt x="76" y="1"/>
                      <a:pt x="75" y="1"/>
                      <a:pt x="75" y="1"/>
                    </a:cubicBezTo>
                    <a:cubicBezTo>
                      <a:pt x="74" y="1"/>
                      <a:pt x="74" y="1"/>
                      <a:pt x="74" y="1"/>
                    </a:cubicBezTo>
                    <a:cubicBezTo>
                      <a:pt x="74" y="1"/>
                      <a:pt x="74" y="1"/>
                      <a:pt x="74" y="1"/>
                    </a:cubicBezTo>
                    <a:cubicBezTo>
                      <a:pt x="77" y="1"/>
                      <a:pt x="77" y="1"/>
                      <a:pt x="77" y="1"/>
                    </a:cubicBezTo>
                    <a:cubicBezTo>
                      <a:pt x="84" y="12"/>
                      <a:pt x="84" y="12"/>
                      <a:pt x="84" y="12"/>
                    </a:cubicBezTo>
                    <a:close/>
                    <a:moveTo>
                      <a:pt x="90" y="1"/>
                    </a:moveTo>
                    <a:cubicBezTo>
                      <a:pt x="90" y="0"/>
                      <a:pt x="90" y="0"/>
                      <a:pt x="90" y="0"/>
                    </a:cubicBezTo>
                    <a:cubicBezTo>
                      <a:pt x="98" y="1"/>
                      <a:pt x="98" y="1"/>
                      <a:pt x="98" y="1"/>
                    </a:cubicBezTo>
                    <a:cubicBezTo>
                      <a:pt x="98" y="1"/>
                      <a:pt x="98" y="1"/>
                      <a:pt x="98" y="1"/>
                    </a:cubicBezTo>
                    <a:cubicBezTo>
                      <a:pt x="96" y="1"/>
                      <a:pt x="96" y="1"/>
                      <a:pt x="96" y="1"/>
                    </a:cubicBezTo>
                    <a:cubicBezTo>
                      <a:pt x="95" y="1"/>
                      <a:pt x="95" y="1"/>
                      <a:pt x="95" y="1"/>
                    </a:cubicBezTo>
                    <a:cubicBezTo>
                      <a:pt x="95" y="1"/>
                      <a:pt x="95" y="1"/>
                      <a:pt x="95" y="2"/>
                    </a:cubicBezTo>
                    <a:cubicBezTo>
                      <a:pt x="94" y="15"/>
                      <a:pt x="94" y="15"/>
                      <a:pt x="94" y="15"/>
                    </a:cubicBezTo>
                    <a:cubicBezTo>
                      <a:pt x="94" y="15"/>
                      <a:pt x="94" y="15"/>
                      <a:pt x="94" y="15"/>
                    </a:cubicBezTo>
                    <a:cubicBezTo>
                      <a:pt x="94" y="15"/>
                      <a:pt x="94" y="15"/>
                      <a:pt x="95" y="15"/>
                    </a:cubicBezTo>
                    <a:cubicBezTo>
                      <a:pt x="97" y="16"/>
                      <a:pt x="97" y="16"/>
                      <a:pt x="97" y="16"/>
                    </a:cubicBezTo>
                    <a:cubicBezTo>
                      <a:pt x="97" y="16"/>
                      <a:pt x="97" y="16"/>
                      <a:pt x="97" y="16"/>
                    </a:cubicBezTo>
                    <a:cubicBezTo>
                      <a:pt x="89" y="16"/>
                      <a:pt x="89" y="16"/>
                      <a:pt x="89" y="16"/>
                    </a:cubicBezTo>
                    <a:cubicBezTo>
                      <a:pt x="89" y="15"/>
                      <a:pt x="89" y="15"/>
                      <a:pt x="89" y="15"/>
                    </a:cubicBezTo>
                    <a:cubicBezTo>
                      <a:pt x="91" y="15"/>
                      <a:pt x="91" y="15"/>
                      <a:pt x="91" y="15"/>
                    </a:cubicBezTo>
                    <a:cubicBezTo>
                      <a:pt x="92" y="15"/>
                      <a:pt x="92" y="15"/>
                      <a:pt x="92" y="15"/>
                    </a:cubicBezTo>
                    <a:cubicBezTo>
                      <a:pt x="92" y="15"/>
                      <a:pt x="92" y="15"/>
                      <a:pt x="92" y="15"/>
                    </a:cubicBezTo>
                    <a:cubicBezTo>
                      <a:pt x="93" y="2"/>
                      <a:pt x="93" y="2"/>
                      <a:pt x="93" y="2"/>
                    </a:cubicBezTo>
                    <a:cubicBezTo>
                      <a:pt x="93" y="1"/>
                      <a:pt x="93" y="1"/>
                      <a:pt x="93" y="1"/>
                    </a:cubicBezTo>
                    <a:cubicBezTo>
                      <a:pt x="93" y="1"/>
                      <a:pt x="93" y="1"/>
                      <a:pt x="92" y="1"/>
                    </a:cubicBezTo>
                    <a:cubicBezTo>
                      <a:pt x="90" y="1"/>
                      <a:pt x="90" y="1"/>
                      <a:pt x="90" y="1"/>
                    </a:cubicBezTo>
                    <a:close/>
                    <a:moveTo>
                      <a:pt x="109" y="3"/>
                    </a:moveTo>
                    <a:cubicBezTo>
                      <a:pt x="109" y="2"/>
                      <a:pt x="109" y="2"/>
                      <a:pt x="109" y="2"/>
                    </a:cubicBezTo>
                    <a:cubicBezTo>
                      <a:pt x="113" y="3"/>
                      <a:pt x="113" y="3"/>
                      <a:pt x="113" y="3"/>
                    </a:cubicBezTo>
                    <a:cubicBezTo>
                      <a:pt x="113" y="3"/>
                      <a:pt x="113" y="3"/>
                      <a:pt x="113" y="3"/>
                    </a:cubicBezTo>
                    <a:cubicBezTo>
                      <a:pt x="112" y="3"/>
                      <a:pt x="112" y="3"/>
                      <a:pt x="112" y="3"/>
                    </a:cubicBezTo>
                    <a:cubicBezTo>
                      <a:pt x="112" y="3"/>
                      <a:pt x="112" y="3"/>
                      <a:pt x="111" y="4"/>
                    </a:cubicBezTo>
                    <a:cubicBezTo>
                      <a:pt x="111" y="4"/>
                      <a:pt x="111" y="4"/>
                      <a:pt x="111" y="4"/>
                    </a:cubicBezTo>
                    <a:cubicBezTo>
                      <a:pt x="105" y="17"/>
                      <a:pt x="105" y="17"/>
                      <a:pt x="105" y="17"/>
                    </a:cubicBezTo>
                    <a:cubicBezTo>
                      <a:pt x="104" y="17"/>
                      <a:pt x="104" y="17"/>
                      <a:pt x="104" y="17"/>
                    </a:cubicBezTo>
                    <a:cubicBezTo>
                      <a:pt x="103" y="3"/>
                      <a:pt x="103" y="3"/>
                      <a:pt x="103" y="3"/>
                    </a:cubicBezTo>
                    <a:cubicBezTo>
                      <a:pt x="103" y="3"/>
                      <a:pt x="103" y="2"/>
                      <a:pt x="103" y="2"/>
                    </a:cubicBezTo>
                    <a:cubicBezTo>
                      <a:pt x="103" y="2"/>
                      <a:pt x="103" y="2"/>
                      <a:pt x="102" y="2"/>
                    </a:cubicBezTo>
                    <a:cubicBezTo>
                      <a:pt x="102" y="2"/>
                      <a:pt x="102" y="2"/>
                      <a:pt x="102" y="2"/>
                    </a:cubicBezTo>
                    <a:cubicBezTo>
                      <a:pt x="102" y="1"/>
                      <a:pt x="102" y="1"/>
                      <a:pt x="102" y="1"/>
                    </a:cubicBezTo>
                    <a:cubicBezTo>
                      <a:pt x="106" y="2"/>
                      <a:pt x="106" y="2"/>
                      <a:pt x="106" y="2"/>
                    </a:cubicBezTo>
                    <a:cubicBezTo>
                      <a:pt x="106" y="2"/>
                      <a:pt x="106" y="2"/>
                      <a:pt x="106" y="2"/>
                    </a:cubicBezTo>
                    <a:cubicBezTo>
                      <a:pt x="105" y="2"/>
                      <a:pt x="105" y="2"/>
                      <a:pt x="105" y="2"/>
                    </a:cubicBezTo>
                    <a:cubicBezTo>
                      <a:pt x="105" y="2"/>
                      <a:pt x="105" y="2"/>
                      <a:pt x="105" y="2"/>
                    </a:cubicBezTo>
                    <a:cubicBezTo>
                      <a:pt x="105" y="3"/>
                      <a:pt x="105" y="3"/>
                      <a:pt x="105" y="3"/>
                    </a:cubicBezTo>
                    <a:cubicBezTo>
                      <a:pt x="105" y="14"/>
                      <a:pt x="105" y="14"/>
                      <a:pt x="105" y="14"/>
                    </a:cubicBezTo>
                    <a:cubicBezTo>
                      <a:pt x="106" y="14"/>
                      <a:pt x="106" y="14"/>
                      <a:pt x="106" y="14"/>
                    </a:cubicBezTo>
                    <a:cubicBezTo>
                      <a:pt x="110" y="4"/>
                      <a:pt x="110" y="4"/>
                      <a:pt x="110" y="4"/>
                    </a:cubicBezTo>
                    <a:cubicBezTo>
                      <a:pt x="110" y="4"/>
                      <a:pt x="110" y="4"/>
                      <a:pt x="110" y="3"/>
                    </a:cubicBezTo>
                    <a:cubicBezTo>
                      <a:pt x="110" y="3"/>
                      <a:pt x="110" y="3"/>
                      <a:pt x="110" y="3"/>
                    </a:cubicBezTo>
                    <a:cubicBezTo>
                      <a:pt x="109" y="3"/>
                      <a:pt x="109" y="3"/>
                      <a:pt x="109" y="3"/>
                    </a:cubicBezTo>
                    <a:close/>
                    <a:moveTo>
                      <a:pt x="116" y="5"/>
                    </a:moveTo>
                    <a:cubicBezTo>
                      <a:pt x="116" y="5"/>
                      <a:pt x="116" y="5"/>
                      <a:pt x="116" y="5"/>
                    </a:cubicBezTo>
                    <a:cubicBezTo>
                      <a:pt x="117" y="5"/>
                      <a:pt x="117" y="5"/>
                      <a:pt x="117" y="5"/>
                    </a:cubicBezTo>
                    <a:cubicBezTo>
                      <a:pt x="117" y="5"/>
                      <a:pt x="117" y="6"/>
                      <a:pt x="117" y="6"/>
                    </a:cubicBezTo>
                    <a:cubicBezTo>
                      <a:pt x="113" y="18"/>
                      <a:pt x="113" y="18"/>
                      <a:pt x="113" y="18"/>
                    </a:cubicBezTo>
                    <a:cubicBezTo>
                      <a:pt x="113" y="18"/>
                      <a:pt x="113" y="19"/>
                      <a:pt x="113" y="19"/>
                    </a:cubicBezTo>
                    <a:cubicBezTo>
                      <a:pt x="112" y="19"/>
                      <a:pt x="112" y="19"/>
                      <a:pt x="112" y="19"/>
                    </a:cubicBezTo>
                    <a:cubicBezTo>
                      <a:pt x="111" y="18"/>
                      <a:pt x="111" y="18"/>
                      <a:pt x="111" y="18"/>
                    </a:cubicBezTo>
                    <a:cubicBezTo>
                      <a:pt x="111" y="19"/>
                      <a:pt x="111" y="19"/>
                      <a:pt x="111" y="19"/>
                    </a:cubicBezTo>
                    <a:cubicBezTo>
                      <a:pt x="120" y="22"/>
                      <a:pt x="120" y="22"/>
                      <a:pt x="120" y="22"/>
                    </a:cubicBezTo>
                    <a:cubicBezTo>
                      <a:pt x="122" y="19"/>
                      <a:pt x="122" y="19"/>
                      <a:pt x="122" y="19"/>
                    </a:cubicBezTo>
                    <a:cubicBezTo>
                      <a:pt x="122" y="18"/>
                      <a:pt x="122" y="18"/>
                      <a:pt x="122" y="18"/>
                    </a:cubicBezTo>
                    <a:cubicBezTo>
                      <a:pt x="121" y="19"/>
                      <a:pt x="120" y="20"/>
                      <a:pt x="120" y="20"/>
                    </a:cubicBezTo>
                    <a:cubicBezTo>
                      <a:pt x="119" y="21"/>
                      <a:pt x="118" y="21"/>
                      <a:pt x="117" y="20"/>
                    </a:cubicBezTo>
                    <a:cubicBezTo>
                      <a:pt x="115" y="20"/>
                      <a:pt x="115" y="20"/>
                      <a:pt x="115" y="20"/>
                    </a:cubicBezTo>
                    <a:cubicBezTo>
                      <a:pt x="115" y="20"/>
                      <a:pt x="114" y="19"/>
                      <a:pt x="114" y="19"/>
                    </a:cubicBezTo>
                    <a:cubicBezTo>
                      <a:pt x="114" y="19"/>
                      <a:pt x="114" y="19"/>
                      <a:pt x="114" y="19"/>
                    </a:cubicBezTo>
                    <a:cubicBezTo>
                      <a:pt x="116" y="12"/>
                      <a:pt x="116" y="12"/>
                      <a:pt x="116" y="12"/>
                    </a:cubicBezTo>
                    <a:cubicBezTo>
                      <a:pt x="119" y="13"/>
                      <a:pt x="119" y="13"/>
                      <a:pt x="119" y="13"/>
                    </a:cubicBezTo>
                    <a:cubicBezTo>
                      <a:pt x="120" y="13"/>
                      <a:pt x="120" y="13"/>
                      <a:pt x="120" y="14"/>
                    </a:cubicBezTo>
                    <a:cubicBezTo>
                      <a:pt x="120" y="14"/>
                      <a:pt x="120" y="15"/>
                      <a:pt x="120" y="15"/>
                    </a:cubicBezTo>
                    <a:cubicBezTo>
                      <a:pt x="120" y="16"/>
                      <a:pt x="120" y="16"/>
                      <a:pt x="120" y="16"/>
                    </a:cubicBezTo>
                    <a:cubicBezTo>
                      <a:pt x="120" y="16"/>
                      <a:pt x="120" y="16"/>
                      <a:pt x="120" y="16"/>
                    </a:cubicBezTo>
                    <a:cubicBezTo>
                      <a:pt x="122" y="11"/>
                      <a:pt x="122" y="11"/>
                      <a:pt x="122" y="11"/>
                    </a:cubicBezTo>
                    <a:cubicBezTo>
                      <a:pt x="122" y="11"/>
                      <a:pt x="122" y="11"/>
                      <a:pt x="122" y="11"/>
                    </a:cubicBezTo>
                    <a:cubicBezTo>
                      <a:pt x="121" y="11"/>
                      <a:pt x="121" y="11"/>
                      <a:pt x="121" y="11"/>
                    </a:cubicBezTo>
                    <a:cubicBezTo>
                      <a:pt x="121" y="12"/>
                      <a:pt x="121" y="12"/>
                      <a:pt x="121" y="12"/>
                    </a:cubicBezTo>
                    <a:cubicBezTo>
                      <a:pt x="120" y="13"/>
                      <a:pt x="120" y="13"/>
                      <a:pt x="119" y="12"/>
                    </a:cubicBezTo>
                    <a:cubicBezTo>
                      <a:pt x="117" y="12"/>
                      <a:pt x="117" y="12"/>
                      <a:pt x="117" y="12"/>
                    </a:cubicBezTo>
                    <a:cubicBezTo>
                      <a:pt x="118" y="6"/>
                      <a:pt x="118" y="6"/>
                      <a:pt x="118" y="6"/>
                    </a:cubicBezTo>
                    <a:cubicBezTo>
                      <a:pt x="118" y="6"/>
                      <a:pt x="119" y="6"/>
                      <a:pt x="119" y="6"/>
                    </a:cubicBezTo>
                    <a:cubicBezTo>
                      <a:pt x="119" y="6"/>
                      <a:pt x="119" y="6"/>
                      <a:pt x="119" y="6"/>
                    </a:cubicBezTo>
                    <a:cubicBezTo>
                      <a:pt x="122" y="7"/>
                      <a:pt x="122" y="7"/>
                      <a:pt x="122" y="7"/>
                    </a:cubicBezTo>
                    <a:cubicBezTo>
                      <a:pt x="122" y="7"/>
                      <a:pt x="123" y="7"/>
                      <a:pt x="123" y="8"/>
                    </a:cubicBezTo>
                    <a:cubicBezTo>
                      <a:pt x="124" y="8"/>
                      <a:pt x="124" y="9"/>
                      <a:pt x="124" y="10"/>
                    </a:cubicBezTo>
                    <a:cubicBezTo>
                      <a:pt x="125" y="10"/>
                      <a:pt x="125" y="10"/>
                      <a:pt x="125" y="10"/>
                    </a:cubicBezTo>
                    <a:cubicBezTo>
                      <a:pt x="125" y="7"/>
                      <a:pt x="125" y="7"/>
                      <a:pt x="125" y="7"/>
                    </a:cubicBezTo>
                    <a:cubicBezTo>
                      <a:pt x="116" y="4"/>
                      <a:pt x="116" y="4"/>
                      <a:pt x="116" y="4"/>
                    </a:cubicBezTo>
                    <a:cubicBezTo>
                      <a:pt x="116" y="5"/>
                      <a:pt x="116" y="5"/>
                      <a:pt x="116" y="5"/>
                    </a:cubicBezTo>
                    <a:close/>
                    <a:moveTo>
                      <a:pt x="136" y="17"/>
                    </a:moveTo>
                    <a:cubicBezTo>
                      <a:pt x="136" y="18"/>
                      <a:pt x="135" y="19"/>
                      <a:pt x="134" y="19"/>
                    </a:cubicBezTo>
                    <a:cubicBezTo>
                      <a:pt x="133" y="19"/>
                      <a:pt x="133" y="19"/>
                      <a:pt x="132" y="19"/>
                    </a:cubicBezTo>
                    <a:cubicBezTo>
                      <a:pt x="131" y="26"/>
                      <a:pt x="131" y="26"/>
                      <a:pt x="131" y="26"/>
                    </a:cubicBezTo>
                    <a:cubicBezTo>
                      <a:pt x="131" y="26"/>
                      <a:pt x="131" y="27"/>
                      <a:pt x="131" y="27"/>
                    </a:cubicBezTo>
                    <a:cubicBezTo>
                      <a:pt x="131" y="27"/>
                      <a:pt x="131" y="27"/>
                      <a:pt x="132" y="27"/>
                    </a:cubicBezTo>
                    <a:cubicBezTo>
                      <a:pt x="132" y="27"/>
                      <a:pt x="132" y="27"/>
                      <a:pt x="132" y="27"/>
                    </a:cubicBezTo>
                    <a:cubicBezTo>
                      <a:pt x="132" y="28"/>
                      <a:pt x="132" y="28"/>
                      <a:pt x="132" y="28"/>
                    </a:cubicBezTo>
                    <a:cubicBezTo>
                      <a:pt x="130" y="27"/>
                      <a:pt x="130" y="27"/>
                      <a:pt x="130" y="27"/>
                    </a:cubicBezTo>
                    <a:cubicBezTo>
                      <a:pt x="130" y="18"/>
                      <a:pt x="130" y="18"/>
                      <a:pt x="130" y="18"/>
                    </a:cubicBezTo>
                    <a:cubicBezTo>
                      <a:pt x="129" y="17"/>
                      <a:pt x="129" y="17"/>
                      <a:pt x="129" y="17"/>
                    </a:cubicBezTo>
                    <a:cubicBezTo>
                      <a:pt x="126" y="23"/>
                      <a:pt x="126" y="23"/>
                      <a:pt x="126" y="23"/>
                    </a:cubicBezTo>
                    <a:cubicBezTo>
                      <a:pt x="125" y="24"/>
                      <a:pt x="125" y="24"/>
                      <a:pt x="126" y="24"/>
                    </a:cubicBezTo>
                    <a:cubicBezTo>
                      <a:pt x="126" y="24"/>
                      <a:pt x="126" y="24"/>
                      <a:pt x="126" y="24"/>
                    </a:cubicBezTo>
                    <a:cubicBezTo>
                      <a:pt x="126" y="25"/>
                      <a:pt x="126" y="25"/>
                      <a:pt x="126" y="25"/>
                    </a:cubicBezTo>
                    <a:cubicBezTo>
                      <a:pt x="126" y="25"/>
                      <a:pt x="126" y="25"/>
                      <a:pt x="126" y="25"/>
                    </a:cubicBezTo>
                    <a:cubicBezTo>
                      <a:pt x="122" y="23"/>
                      <a:pt x="122" y="23"/>
                      <a:pt x="122" y="23"/>
                    </a:cubicBezTo>
                    <a:cubicBezTo>
                      <a:pt x="123" y="23"/>
                      <a:pt x="123" y="23"/>
                      <a:pt x="123" y="23"/>
                    </a:cubicBezTo>
                    <a:cubicBezTo>
                      <a:pt x="123" y="23"/>
                      <a:pt x="123" y="23"/>
                      <a:pt x="123" y="23"/>
                    </a:cubicBezTo>
                    <a:cubicBezTo>
                      <a:pt x="123" y="23"/>
                      <a:pt x="124" y="23"/>
                      <a:pt x="124" y="23"/>
                    </a:cubicBezTo>
                    <a:cubicBezTo>
                      <a:pt x="124" y="23"/>
                      <a:pt x="124" y="23"/>
                      <a:pt x="124" y="23"/>
                    </a:cubicBezTo>
                    <a:cubicBezTo>
                      <a:pt x="130" y="11"/>
                      <a:pt x="130" y="11"/>
                      <a:pt x="130" y="11"/>
                    </a:cubicBezTo>
                    <a:cubicBezTo>
                      <a:pt x="130" y="11"/>
                      <a:pt x="130" y="11"/>
                      <a:pt x="130" y="10"/>
                    </a:cubicBezTo>
                    <a:cubicBezTo>
                      <a:pt x="130" y="10"/>
                      <a:pt x="130" y="10"/>
                      <a:pt x="130" y="10"/>
                    </a:cubicBezTo>
                    <a:cubicBezTo>
                      <a:pt x="129" y="10"/>
                      <a:pt x="129" y="10"/>
                      <a:pt x="129" y="10"/>
                    </a:cubicBezTo>
                    <a:cubicBezTo>
                      <a:pt x="130" y="9"/>
                      <a:pt x="130" y="9"/>
                      <a:pt x="130" y="9"/>
                    </a:cubicBezTo>
                    <a:cubicBezTo>
                      <a:pt x="134" y="12"/>
                      <a:pt x="134" y="12"/>
                      <a:pt x="134" y="12"/>
                    </a:cubicBezTo>
                    <a:cubicBezTo>
                      <a:pt x="135" y="12"/>
                      <a:pt x="136" y="13"/>
                      <a:pt x="137" y="14"/>
                    </a:cubicBezTo>
                    <a:cubicBezTo>
                      <a:pt x="137" y="15"/>
                      <a:pt x="137" y="16"/>
                      <a:pt x="136" y="17"/>
                    </a:cubicBezTo>
                    <a:close/>
                    <a:moveTo>
                      <a:pt x="129" y="17"/>
                    </a:moveTo>
                    <a:cubicBezTo>
                      <a:pt x="131" y="18"/>
                      <a:pt x="131" y="18"/>
                      <a:pt x="131" y="18"/>
                    </a:cubicBezTo>
                    <a:cubicBezTo>
                      <a:pt x="131" y="18"/>
                      <a:pt x="132" y="18"/>
                      <a:pt x="133" y="18"/>
                    </a:cubicBezTo>
                    <a:cubicBezTo>
                      <a:pt x="134" y="18"/>
                      <a:pt x="134" y="17"/>
                      <a:pt x="135" y="16"/>
                    </a:cubicBezTo>
                    <a:cubicBezTo>
                      <a:pt x="135" y="15"/>
                      <a:pt x="136" y="15"/>
                      <a:pt x="135" y="14"/>
                    </a:cubicBezTo>
                    <a:cubicBezTo>
                      <a:pt x="135" y="13"/>
                      <a:pt x="135" y="12"/>
                      <a:pt x="133" y="12"/>
                    </a:cubicBezTo>
                    <a:cubicBezTo>
                      <a:pt x="133" y="11"/>
                      <a:pt x="133" y="11"/>
                      <a:pt x="133" y="11"/>
                    </a:cubicBezTo>
                    <a:cubicBezTo>
                      <a:pt x="132" y="11"/>
                      <a:pt x="132" y="11"/>
                      <a:pt x="132" y="11"/>
                    </a:cubicBezTo>
                    <a:cubicBezTo>
                      <a:pt x="132" y="11"/>
                      <a:pt x="132" y="11"/>
                      <a:pt x="132" y="12"/>
                    </a:cubicBezTo>
                    <a:cubicBezTo>
                      <a:pt x="129" y="17"/>
                      <a:pt x="129" y="17"/>
                      <a:pt x="129" y="17"/>
                    </a:cubicBezTo>
                    <a:close/>
                    <a:moveTo>
                      <a:pt x="141" y="25"/>
                    </a:moveTo>
                    <a:cubicBezTo>
                      <a:pt x="142" y="27"/>
                      <a:pt x="142" y="28"/>
                      <a:pt x="142" y="28"/>
                    </a:cubicBezTo>
                    <a:cubicBezTo>
                      <a:pt x="142" y="29"/>
                      <a:pt x="142" y="30"/>
                      <a:pt x="142" y="30"/>
                    </a:cubicBezTo>
                    <a:cubicBezTo>
                      <a:pt x="141" y="31"/>
                      <a:pt x="141" y="32"/>
                      <a:pt x="140" y="32"/>
                    </a:cubicBezTo>
                    <a:cubicBezTo>
                      <a:pt x="139" y="32"/>
                      <a:pt x="138" y="32"/>
                      <a:pt x="137" y="32"/>
                    </a:cubicBezTo>
                    <a:cubicBezTo>
                      <a:pt x="137" y="31"/>
                      <a:pt x="136" y="30"/>
                      <a:pt x="136" y="29"/>
                    </a:cubicBezTo>
                    <a:cubicBezTo>
                      <a:pt x="135" y="28"/>
                      <a:pt x="136" y="27"/>
                      <a:pt x="136" y="26"/>
                    </a:cubicBezTo>
                    <a:cubicBezTo>
                      <a:pt x="136" y="26"/>
                      <a:pt x="136" y="26"/>
                      <a:pt x="136" y="26"/>
                    </a:cubicBezTo>
                    <a:cubicBezTo>
                      <a:pt x="134" y="30"/>
                      <a:pt x="134" y="30"/>
                      <a:pt x="134" y="30"/>
                    </a:cubicBezTo>
                    <a:cubicBezTo>
                      <a:pt x="134" y="30"/>
                      <a:pt x="134" y="30"/>
                      <a:pt x="134" y="30"/>
                    </a:cubicBezTo>
                    <a:cubicBezTo>
                      <a:pt x="135" y="30"/>
                      <a:pt x="135" y="30"/>
                      <a:pt x="135" y="30"/>
                    </a:cubicBezTo>
                    <a:cubicBezTo>
                      <a:pt x="135" y="30"/>
                      <a:pt x="135" y="30"/>
                      <a:pt x="136" y="31"/>
                    </a:cubicBezTo>
                    <a:cubicBezTo>
                      <a:pt x="136" y="31"/>
                      <a:pt x="136" y="32"/>
                      <a:pt x="137" y="32"/>
                    </a:cubicBezTo>
                    <a:cubicBezTo>
                      <a:pt x="138" y="33"/>
                      <a:pt x="139" y="33"/>
                      <a:pt x="140" y="33"/>
                    </a:cubicBezTo>
                    <a:cubicBezTo>
                      <a:pt x="142" y="33"/>
                      <a:pt x="142" y="32"/>
                      <a:pt x="143" y="31"/>
                    </a:cubicBezTo>
                    <a:cubicBezTo>
                      <a:pt x="144" y="30"/>
                      <a:pt x="144" y="29"/>
                      <a:pt x="144" y="28"/>
                    </a:cubicBezTo>
                    <a:cubicBezTo>
                      <a:pt x="144" y="27"/>
                      <a:pt x="143" y="26"/>
                      <a:pt x="142" y="25"/>
                    </a:cubicBezTo>
                    <a:cubicBezTo>
                      <a:pt x="141" y="23"/>
                      <a:pt x="141" y="22"/>
                      <a:pt x="141" y="22"/>
                    </a:cubicBezTo>
                    <a:cubicBezTo>
                      <a:pt x="141" y="21"/>
                      <a:pt x="141" y="20"/>
                      <a:pt x="141" y="20"/>
                    </a:cubicBezTo>
                    <a:cubicBezTo>
                      <a:pt x="142" y="19"/>
                      <a:pt x="142" y="19"/>
                      <a:pt x="143" y="19"/>
                    </a:cubicBezTo>
                    <a:cubicBezTo>
                      <a:pt x="144" y="18"/>
                      <a:pt x="144" y="18"/>
                      <a:pt x="145" y="19"/>
                    </a:cubicBezTo>
                    <a:cubicBezTo>
                      <a:pt x="146" y="20"/>
                      <a:pt x="147" y="20"/>
                      <a:pt x="147" y="21"/>
                    </a:cubicBezTo>
                    <a:cubicBezTo>
                      <a:pt x="147" y="22"/>
                      <a:pt x="147" y="23"/>
                      <a:pt x="147" y="24"/>
                    </a:cubicBezTo>
                    <a:cubicBezTo>
                      <a:pt x="147" y="24"/>
                      <a:pt x="147" y="24"/>
                      <a:pt x="147" y="24"/>
                    </a:cubicBezTo>
                    <a:cubicBezTo>
                      <a:pt x="149" y="21"/>
                      <a:pt x="149" y="21"/>
                      <a:pt x="149" y="21"/>
                    </a:cubicBezTo>
                    <a:cubicBezTo>
                      <a:pt x="149" y="21"/>
                      <a:pt x="149" y="21"/>
                      <a:pt x="148" y="21"/>
                    </a:cubicBezTo>
                    <a:cubicBezTo>
                      <a:pt x="148" y="21"/>
                      <a:pt x="148" y="21"/>
                      <a:pt x="148" y="21"/>
                    </a:cubicBezTo>
                    <a:cubicBezTo>
                      <a:pt x="148" y="21"/>
                      <a:pt x="147" y="20"/>
                      <a:pt x="147" y="20"/>
                    </a:cubicBezTo>
                    <a:cubicBezTo>
                      <a:pt x="147" y="19"/>
                      <a:pt x="146" y="19"/>
                      <a:pt x="146" y="19"/>
                    </a:cubicBezTo>
                    <a:cubicBezTo>
                      <a:pt x="145" y="18"/>
                      <a:pt x="144" y="18"/>
                      <a:pt x="143" y="18"/>
                    </a:cubicBezTo>
                    <a:cubicBezTo>
                      <a:pt x="141" y="18"/>
                      <a:pt x="141" y="19"/>
                      <a:pt x="140" y="19"/>
                    </a:cubicBezTo>
                    <a:cubicBezTo>
                      <a:pt x="139" y="20"/>
                      <a:pt x="139" y="21"/>
                      <a:pt x="139" y="22"/>
                    </a:cubicBezTo>
                    <a:cubicBezTo>
                      <a:pt x="140" y="23"/>
                      <a:pt x="140" y="24"/>
                      <a:pt x="141" y="25"/>
                    </a:cubicBezTo>
                    <a:close/>
                    <a:moveTo>
                      <a:pt x="154" y="26"/>
                    </a:moveTo>
                    <a:cubicBezTo>
                      <a:pt x="154" y="26"/>
                      <a:pt x="154" y="26"/>
                      <a:pt x="154" y="26"/>
                    </a:cubicBezTo>
                    <a:cubicBezTo>
                      <a:pt x="159" y="31"/>
                      <a:pt x="159" y="31"/>
                      <a:pt x="159" y="31"/>
                    </a:cubicBezTo>
                    <a:cubicBezTo>
                      <a:pt x="159" y="31"/>
                      <a:pt x="159" y="31"/>
                      <a:pt x="159" y="31"/>
                    </a:cubicBezTo>
                    <a:cubicBezTo>
                      <a:pt x="158" y="30"/>
                      <a:pt x="158" y="30"/>
                      <a:pt x="158" y="30"/>
                    </a:cubicBezTo>
                    <a:cubicBezTo>
                      <a:pt x="157" y="29"/>
                      <a:pt x="157" y="29"/>
                      <a:pt x="157" y="29"/>
                    </a:cubicBezTo>
                    <a:cubicBezTo>
                      <a:pt x="157" y="29"/>
                      <a:pt x="157" y="29"/>
                      <a:pt x="156" y="30"/>
                    </a:cubicBezTo>
                    <a:cubicBezTo>
                      <a:pt x="147" y="39"/>
                      <a:pt x="147" y="39"/>
                      <a:pt x="147" y="39"/>
                    </a:cubicBezTo>
                    <a:cubicBezTo>
                      <a:pt x="147" y="39"/>
                      <a:pt x="147" y="39"/>
                      <a:pt x="147" y="40"/>
                    </a:cubicBezTo>
                    <a:cubicBezTo>
                      <a:pt x="147" y="40"/>
                      <a:pt x="147" y="40"/>
                      <a:pt x="148" y="40"/>
                    </a:cubicBezTo>
                    <a:cubicBezTo>
                      <a:pt x="149" y="42"/>
                      <a:pt x="149" y="42"/>
                      <a:pt x="149" y="42"/>
                    </a:cubicBezTo>
                    <a:cubicBezTo>
                      <a:pt x="149" y="42"/>
                      <a:pt x="149" y="42"/>
                      <a:pt x="149" y="42"/>
                    </a:cubicBezTo>
                    <a:cubicBezTo>
                      <a:pt x="143" y="37"/>
                      <a:pt x="143" y="37"/>
                      <a:pt x="143" y="37"/>
                    </a:cubicBezTo>
                    <a:cubicBezTo>
                      <a:pt x="144" y="37"/>
                      <a:pt x="144" y="37"/>
                      <a:pt x="144" y="37"/>
                    </a:cubicBezTo>
                    <a:cubicBezTo>
                      <a:pt x="145" y="38"/>
                      <a:pt x="145" y="38"/>
                      <a:pt x="145" y="38"/>
                    </a:cubicBezTo>
                    <a:cubicBezTo>
                      <a:pt x="146" y="38"/>
                      <a:pt x="146" y="38"/>
                      <a:pt x="146" y="38"/>
                    </a:cubicBezTo>
                    <a:cubicBezTo>
                      <a:pt x="146" y="38"/>
                      <a:pt x="146" y="38"/>
                      <a:pt x="146" y="38"/>
                    </a:cubicBezTo>
                    <a:cubicBezTo>
                      <a:pt x="155" y="29"/>
                      <a:pt x="155" y="29"/>
                      <a:pt x="155" y="29"/>
                    </a:cubicBezTo>
                    <a:cubicBezTo>
                      <a:pt x="155" y="28"/>
                      <a:pt x="156" y="28"/>
                      <a:pt x="156" y="28"/>
                    </a:cubicBezTo>
                    <a:cubicBezTo>
                      <a:pt x="156" y="28"/>
                      <a:pt x="155" y="28"/>
                      <a:pt x="155" y="27"/>
                    </a:cubicBezTo>
                    <a:cubicBezTo>
                      <a:pt x="154" y="26"/>
                      <a:pt x="154" y="26"/>
                      <a:pt x="154" y="26"/>
                    </a:cubicBezTo>
                    <a:close/>
                    <a:moveTo>
                      <a:pt x="155" y="50"/>
                    </a:moveTo>
                    <a:cubicBezTo>
                      <a:pt x="156" y="50"/>
                      <a:pt x="156" y="50"/>
                      <a:pt x="156" y="50"/>
                    </a:cubicBezTo>
                    <a:cubicBezTo>
                      <a:pt x="155" y="49"/>
                      <a:pt x="155" y="49"/>
                      <a:pt x="155" y="49"/>
                    </a:cubicBezTo>
                    <a:cubicBezTo>
                      <a:pt x="155" y="49"/>
                      <a:pt x="155" y="49"/>
                      <a:pt x="155" y="49"/>
                    </a:cubicBezTo>
                    <a:cubicBezTo>
                      <a:pt x="155" y="49"/>
                      <a:pt x="155" y="48"/>
                      <a:pt x="155" y="48"/>
                    </a:cubicBezTo>
                    <a:cubicBezTo>
                      <a:pt x="165" y="40"/>
                      <a:pt x="165" y="40"/>
                      <a:pt x="165" y="40"/>
                    </a:cubicBezTo>
                    <a:cubicBezTo>
                      <a:pt x="166" y="40"/>
                      <a:pt x="166" y="40"/>
                      <a:pt x="166" y="40"/>
                    </a:cubicBezTo>
                    <a:cubicBezTo>
                      <a:pt x="166" y="40"/>
                      <a:pt x="166" y="40"/>
                      <a:pt x="167" y="40"/>
                    </a:cubicBezTo>
                    <a:cubicBezTo>
                      <a:pt x="167" y="41"/>
                      <a:pt x="167" y="42"/>
                      <a:pt x="167" y="42"/>
                    </a:cubicBezTo>
                    <a:cubicBezTo>
                      <a:pt x="167" y="43"/>
                      <a:pt x="167" y="43"/>
                      <a:pt x="166" y="45"/>
                    </a:cubicBezTo>
                    <a:cubicBezTo>
                      <a:pt x="166" y="45"/>
                      <a:pt x="166" y="45"/>
                      <a:pt x="166" y="45"/>
                    </a:cubicBezTo>
                    <a:cubicBezTo>
                      <a:pt x="169" y="42"/>
                      <a:pt x="169" y="42"/>
                      <a:pt x="169" y="42"/>
                    </a:cubicBezTo>
                    <a:cubicBezTo>
                      <a:pt x="163" y="35"/>
                      <a:pt x="163" y="35"/>
                      <a:pt x="163" y="35"/>
                    </a:cubicBezTo>
                    <a:cubicBezTo>
                      <a:pt x="160" y="37"/>
                      <a:pt x="160" y="37"/>
                      <a:pt x="160" y="37"/>
                    </a:cubicBezTo>
                    <a:cubicBezTo>
                      <a:pt x="160" y="37"/>
                      <a:pt x="160" y="37"/>
                      <a:pt x="160" y="37"/>
                    </a:cubicBezTo>
                    <a:cubicBezTo>
                      <a:pt x="162" y="37"/>
                      <a:pt x="163" y="37"/>
                      <a:pt x="163" y="37"/>
                    </a:cubicBezTo>
                    <a:cubicBezTo>
                      <a:pt x="163" y="37"/>
                      <a:pt x="164" y="37"/>
                      <a:pt x="164" y="38"/>
                    </a:cubicBezTo>
                    <a:cubicBezTo>
                      <a:pt x="165" y="38"/>
                      <a:pt x="165" y="38"/>
                      <a:pt x="165" y="38"/>
                    </a:cubicBezTo>
                    <a:cubicBezTo>
                      <a:pt x="165" y="39"/>
                      <a:pt x="165" y="39"/>
                      <a:pt x="164" y="39"/>
                    </a:cubicBezTo>
                    <a:cubicBezTo>
                      <a:pt x="154" y="47"/>
                      <a:pt x="154" y="47"/>
                      <a:pt x="154" y="47"/>
                    </a:cubicBezTo>
                    <a:cubicBezTo>
                      <a:pt x="154" y="47"/>
                      <a:pt x="154" y="47"/>
                      <a:pt x="154" y="47"/>
                    </a:cubicBezTo>
                    <a:cubicBezTo>
                      <a:pt x="154" y="47"/>
                      <a:pt x="153" y="47"/>
                      <a:pt x="153" y="47"/>
                    </a:cubicBezTo>
                    <a:cubicBezTo>
                      <a:pt x="153" y="46"/>
                      <a:pt x="153" y="46"/>
                      <a:pt x="153" y="46"/>
                    </a:cubicBezTo>
                    <a:cubicBezTo>
                      <a:pt x="152" y="47"/>
                      <a:pt x="152" y="47"/>
                      <a:pt x="152" y="47"/>
                    </a:cubicBezTo>
                    <a:cubicBezTo>
                      <a:pt x="155" y="50"/>
                      <a:pt x="155" y="50"/>
                      <a:pt x="155" y="50"/>
                    </a:cubicBezTo>
                    <a:close/>
                    <a:moveTo>
                      <a:pt x="174" y="54"/>
                    </a:moveTo>
                    <a:cubicBezTo>
                      <a:pt x="174" y="54"/>
                      <a:pt x="175" y="54"/>
                      <a:pt x="175" y="53"/>
                    </a:cubicBezTo>
                    <a:cubicBezTo>
                      <a:pt x="175" y="53"/>
                      <a:pt x="175" y="53"/>
                      <a:pt x="174" y="53"/>
                    </a:cubicBezTo>
                    <a:cubicBezTo>
                      <a:pt x="174" y="52"/>
                      <a:pt x="174" y="52"/>
                      <a:pt x="174" y="52"/>
                    </a:cubicBezTo>
                    <a:cubicBezTo>
                      <a:pt x="175" y="52"/>
                      <a:pt x="175" y="52"/>
                      <a:pt x="175" y="52"/>
                    </a:cubicBezTo>
                    <a:cubicBezTo>
                      <a:pt x="177" y="55"/>
                      <a:pt x="177" y="55"/>
                      <a:pt x="177" y="55"/>
                    </a:cubicBezTo>
                    <a:cubicBezTo>
                      <a:pt x="176" y="55"/>
                      <a:pt x="176" y="55"/>
                      <a:pt x="176" y="55"/>
                    </a:cubicBezTo>
                    <a:cubicBezTo>
                      <a:pt x="176" y="55"/>
                      <a:pt x="176" y="55"/>
                      <a:pt x="176" y="55"/>
                    </a:cubicBezTo>
                    <a:cubicBezTo>
                      <a:pt x="176" y="55"/>
                      <a:pt x="176" y="55"/>
                      <a:pt x="175" y="55"/>
                    </a:cubicBezTo>
                    <a:cubicBezTo>
                      <a:pt x="175" y="55"/>
                      <a:pt x="175" y="55"/>
                      <a:pt x="174" y="55"/>
                    </a:cubicBezTo>
                    <a:cubicBezTo>
                      <a:pt x="166" y="56"/>
                      <a:pt x="166" y="56"/>
                      <a:pt x="166" y="56"/>
                    </a:cubicBezTo>
                    <a:cubicBezTo>
                      <a:pt x="162" y="58"/>
                      <a:pt x="162" y="58"/>
                      <a:pt x="162" y="58"/>
                    </a:cubicBezTo>
                    <a:cubicBezTo>
                      <a:pt x="162" y="59"/>
                      <a:pt x="162" y="59"/>
                      <a:pt x="162" y="59"/>
                    </a:cubicBezTo>
                    <a:cubicBezTo>
                      <a:pt x="161" y="59"/>
                      <a:pt x="162" y="59"/>
                      <a:pt x="162" y="60"/>
                    </a:cubicBezTo>
                    <a:cubicBezTo>
                      <a:pt x="162" y="60"/>
                      <a:pt x="162" y="60"/>
                      <a:pt x="162" y="60"/>
                    </a:cubicBezTo>
                    <a:cubicBezTo>
                      <a:pt x="162" y="61"/>
                      <a:pt x="162" y="61"/>
                      <a:pt x="162" y="61"/>
                    </a:cubicBezTo>
                    <a:cubicBezTo>
                      <a:pt x="159" y="56"/>
                      <a:pt x="159" y="56"/>
                      <a:pt x="159" y="56"/>
                    </a:cubicBezTo>
                    <a:cubicBezTo>
                      <a:pt x="160" y="56"/>
                      <a:pt x="160" y="56"/>
                      <a:pt x="160" y="56"/>
                    </a:cubicBezTo>
                    <a:cubicBezTo>
                      <a:pt x="160" y="57"/>
                      <a:pt x="160" y="57"/>
                      <a:pt x="160" y="57"/>
                    </a:cubicBezTo>
                    <a:cubicBezTo>
                      <a:pt x="160" y="57"/>
                      <a:pt x="160" y="57"/>
                      <a:pt x="161" y="57"/>
                    </a:cubicBezTo>
                    <a:cubicBezTo>
                      <a:pt x="161" y="57"/>
                      <a:pt x="161" y="57"/>
                      <a:pt x="161" y="57"/>
                    </a:cubicBezTo>
                    <a:cubicBezTo>
                      <a:pt x="165" y="55"/>
                      <a:pt x="165" y="55"/>
                      <a:pt x="165" y="55"/>
                    </a:cubicBezTo>
                    <a:cubicBezTo>
                      <a:pt x="171" y="48"/>
                      <a:pt x="171" y="48"/>
                      <a:pt x="171" y="48"/>
                    </a:cubicBezTo>
                    <a:cubicBezTo>
                      <a:pt x="171" y="48"/>
                      <a:pt x="171" y="48"/>
                      <a:pt x="171" y="47"/>
                    </a:cubicBezTo>
                    <a:cubicBezTo>
                      <a:pt x="171" y="47"/>
                      <a:pt x="171" y="47"/>
                      <a:pt x="171" y="47"/>
                    </a:cubicBezTo>
                    <a:cubicBezTo>
                      <a:pt x="171" y="46"/>
                      <a:pt x="171" y="46"/>
                      <a:pt x="171" y="46"/>
                    </a:cubicBezTo>
                    <a:cubicBezTo>
                      <a:pt x="171" y="46"/>
                      <a:pt x="171" y="46"/>
                      <a:pt x="171" y="46"/>
                    </a:cubicBezTo>
                    <a:cubicBezTo>
                      <a:pt x="173" y="50"/>
                      <a:pt x="173" y="50"/>
                      <a:pt x="173" y="50"/>
                    </a:cubicBezTo>
                    <a:cubicBezTo>
                      <a:pt x="173" y="50"/>
                      <a:pt x="173" y="50"/>
                      <a:pt x="173" y="50"/>
                    </a:cubicBezTo>
                    <a:cubicBezTo>
                      <a:pt x="173" y="49"/>
                      <a:pt x="173" y="49"/>
                      <a:pt x="173" y="49"/>
                    </a:cubicBezTo>
                    <a:cubicBezTo>
                      <a:pt x="172" y="49"/>
                      <a:pt x="172" y="49"/>
                      <a:pt x="172" y="49"/>
                    </a:cubicBezTo>
                    <a:cubicBezTo>
                      <a:pt x="172" y="49"/>
                      <a:pt x="172" y="49"/>
                      <a:pt x="171" y="49"/>
                    </a:cubicBezTo>
                    <a:cubicBezTo>
                      <a:pt x="167" y="55"/>
                      <a:pt x="167" y="55"/>
                      <a:pt x="167" y="55"/>
                    </a:cubicBezTo>
                    <a:cubicBezTo>
                      <a:pt x="167" y="55"/>
                      <a:pt x="167" y="55"/>
                      <a:pt x="167" y="55"/>
                    </a:cubicBezTo>
                    <a:lnTo>
                      <a:pt x="174" y="54"/>
                    </a:lnTo>
                    <a:close/>
                  </a:path>
                </a:pathLst>
              </a:custGeom>
              <a:solidFill>
                <a:srgbClr val="FFFFFF"/>
              </a:solidFill>
              <a:ln w="3175" cap="flat">
                <a:solidFill>
                  <a:srgbClr val="FFFFFF"/>
                </a:solidFill>
                <a:prstDash val="solid"/>
                <a:miter lim="800000"/>
              </a:ln>
            </p:spPr>
            <p:txBody>
              <a:bodyPr anchor="ctr"/>
              <a:lstStyle/>
              <a:p>
                <a:pPr algn="ctr"/>
                <a:endParaRPr/>
              </a:p>
            </p:txBody>
          </p:sp>
          <p:sp>
            <p:nvSpPr>
              <p:cNvPr id="278" name="ïśľíḓé"/>
              <p:cNvSpPr/>
              <p:nvPr/>
            </p:nvSpPr>
            <p:spPr bwMode="auto">
              <a:xfrm>
                <a:off x="3667126" y="3184525"/>
                <a:ext cx="492125" cy="496888"/>
              </a:xfrm>
              <a:custGeom>
                <a:avLst/>
                <a:gdLst>
                  <a:gd name="T0" fmla="*/ 74 w 149"/>
                  <a:gd name="T1" fmla="*/ 0 h 149"/>
                  <a:gd name="T2" fmla="*/ 149 w 149"/>
                  <a:gd name="T3" fmla="*/ 74 h 149"/>
                  <a:gd name="T4" fmla="*/ 74 w 149"/>
                  <a:gd name="T5" fmla="*/ 149 h 149"/>
                  <a:gd name="T6" fmla="*/ 0 w 149"/>
                  <a:gd name="T7" fmla="*/ 74 h 149"/>
                  <a:gd name="T8" fmla="*/ 74 w 149"/>
                  <a:gd name="T9" fmla="*/ 0 h 149"/>
                  <a:gd name="T10" fmla="*/ 74 w 149"/>
                  <a:gd name="T11" fmla="*/ 2 h 149"/>
                  <a:gd name="T12" fmla="*/ 2 w 149"/>
                  <a:gd name="T13" fmla="*/ 74 h 149"/>
                  <a:gd name="T14" fmla="*/ 74 w 149"/>
                  <a:gd name="T15" fmla="*/ 146 h 149"/>
                  <a:gd name="T16" fmla="*/ 146 w 149"/>
                  <a:gd name="T17" fmla="*/ 74 h 149"/>
                  <a:gd name="T18" fmla="*/ 74 w 149"/>
                  <a:gd name="T19" fmla="*/ 2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49" h="149">
                    <a:moveTo>
                      <a:pt x="74" y="0"/>
                    </a:moveTo>
                    <a:cubicBezTo>
                      <a:pt x="115" y="0"/>
                      <a:pt x="149" y="33"/>
                      <a:pt x="149" y="74"/>
                    </a:cubicBezTo>
                    <a:cubicBezTo>
                      <a:pt x="149" y="115"/>
                      <a:pt x="115" y="149"/>
                      <a:pt x="74" y="149"/>
                    </a:cubicBezTo>
                    <a:cubicBezTo>
                      <a:pt x="33" y="149"/>
                      <a:pt x="0" y="115"/>
                      <a:pt x="0" y="74"/>
                    </a:cubicBezTo>
                    <a:cubicBezTo>
                      <a:pt x="0" y="33"/>
                      <a:pt x="33" y="0"/>
                      <a:pt x="74" y="0"/>
                    </a:cubicBezTo>
                    <a:close/>
                    <a:moveTo>
                      <a:pt x="74" y="2"/>
                    </a:moveTo>
                    <a:cubicBezTo>
                      <a:pt x="35" y="2"/>
                      <a:pt x="2" y="34"/>
                      <a:pt x="2" y="74"/>
                    </a:cubicBezTo>
                    <a:cubicBezTo>
                      <a:pt x="2" y="114"/>
                      <a:pt x="35" y="146"/>
                      <a:pt x="74" y="146"/>
                    </a:cubicBezTo>
                    <a:cubicBezTo>
                      <a:pt x="114" y="146"/>
                      <a:pt x="146" y="114"/>
                      <a:pt x="146" y="74"/>
                    </a:cubicBezTo>
                    <a:cubicBezTo>
                      <a:pt x="146" y="34"/>
                      <a:pt x="114" y="2"/>
                      <a:pt x="74" y="2"/>
                    </a:cubicBezTo>
                    <a:close/>
                  </a:path>
                </a:pathLst>
              </a:custGeom>
              <a:solidFill>
                <a:srgbClr val="00523A"/>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9" name="ïslíḍê"/>
              <p:cNvSpPr/>
              <p:nvPr/>
            </p:nvSpPr>
            <p:spPr bwMode="auto">
              <a:xfrm>
                <a:off x="3775076" y="3248025"/>
                <a:ext cx="274638" cy="146050"/>
              </a:xfrm>
              <a:custGeom>
                <a:avLst/>
                <a:gdLst>
                  <a:gd name="T0" fmla="*/ 10 w 83"/>
                  <a:gd name="T1" fmla="*/ 43 h 44"/>
                  <a:gd name="T2" fmla="*/ 18 w 83"/>
                  <a:gd name="T3" fmla="*/ 39 h 44"/>
                  <a:gd name="T4" fmla="*/ 67 w 83"/>
                  <a:gd name="T5" fmla="*/ 39 h 44"/>
                  <a:gd name="T6" fmla="*/ 73 w 83"/>
                  <a:gd name="T7" fmla="*/ 42 h 44"/>
                  <a:gd name="T8" fmla="*/ 76 w 83"/>
                  <a:gd name="T9" fmla="*/ 43 h 44"/>
                  <a:gd name="T10" fmla="*/ 83 w 83"/>
                  <a:gd name="T11" fmla="*/ 35 h 44"/>
                  <a:gd name="T12" fmla="*/ 76 w 83"/>
                  <a:gd name="T13" fmla="*/ 37 h 44"/>
                  <a:gd name="T14" fmla="*/ 69 w 83"/>
                  <a:gd name="T15" fmla="*/ 33 h 44"/>
                  <a:gd name="T16" fmla="*/ 70 w 83"/>
                  <a:gd name="T17" fmla="*/ 26 h 44"/>
                  <a:gd name="T18" fmla="*/ 64 w 83"/>
                  <a:gd name="T19" fmla="*/ 30 h 44"/>
                  <a:gd name="T20" fmla="*/ 59 w 83"/>
                  <a:gd name="T21" fmla="*/ 31 h 44"/>
                  <a:gd name="T22" fmla="*/ 56 w 83"/>
                  <a:gd name="T23" fmla="*/ 29 h 44"/>
                  <a:gd name="T24" fmla="*/ 56 w 83"/>
                  <a:gd name="T25" fmla="*/ 24 h 44"/>
                  <a:gd name="T26" fmla="*/ 58 w 83"/>
                  <a:gd name="T27" fmla="*/ 23 h 44"/>
                  <a:gd name="T28" fmla="*/ 58 w 83"/>
                  <a:gd name="T29" fmla="*/ 19 h 44"/>
                  <a:gd name="T30" fmla="*/ 54 w 83"/>
                  <a:gd name="T31" fmla="*/ 19 h 44"/>
                  <a:gd name="T32" fmla="*/ 53 w 83"/>
                  <a:gd name="T33" fmla="*/ 21 h 44"/>
                  <a:gd name="T34" fmla="*/ 44 w 83"/>
                  <a:gd name="T35" fmla="*/ 21 h 44"/>
                  <a:gd name="T36" fmla="*/ 43 w 83"/>
                  <a:gd name="T37" fmla="*/ 18 h 44"/>
                  <a:gd name="T38" fmla="*/ 44 w 83"/>
                  <a:gd name="T39" fmla="*/ 13 h 44"/>
                  <a:gd name="T40" fmla="*/ 43 w 83"/>
                  <a:gd name="T41" fmla="*/ 8 h 44"/>
                  <a:gd name="T42" fmla="*/ 43 w 83"/>
                  <a:gd name="T43" fmla="*/ 6 h 44"/>
                  <a:gd name="T44" fmla="*/ 43 w 83"/>
                  <a:gd name="T45" fmla="*/ 2 h 44"/>
                  <a:gd name="T46" fmla="*/ 43 w 83"/>
                  <a:gd name="T47" fmla="*/ 0 h 44"/>
                  <a:gd name="T48" fmla="*/ 40 w 83"/>
                  <a:gd name="T49" fmla="*/ 0 h 44"/>
                  <a:gd name="T50" fmla="*/ 39 w 83"/>
                  <a:gd name="T51" fmla="*/ 2 h 44"/>
                  <a:gd name="T52" fmla="*/ 39 w 83"/>
                  <a:gd name="T53" fmla="*/ 6 h 44"/>
                  <a:gd name="T54" fmla="*/ 39 w 83"/>
                  <a:gd name="T55" fmla="*/ 8 h 44"/>
                  <a:gd name="T56" fmla="*/ 38 w 83"/>
                  <a:gd name="T57" fmla="*/ 13 h 44"/>
                  <a:gd name="T58" fmla="*/ 38 w 83"/>
                  <a:gd name="T59" fmla="*/ 18 h 44"/>
                  <a:gd name="T60" fmla="*/ 38 w 83"/>
                  <a:gd name="T61" fmla="*/ 21 h 44"/>
                  <a:gd name="T62" fmla="*/ 30 w 83"/>
                  <a:gd name="T63" fmla="*/ 21 h 44"/>
                  <a:gd name="T64" fmla="*/ 29 w 83"/>
                  <a:gd name="T65" fmla="*/ 19 h 44"/>
                  <a:gd name="T66" fmla="*/ 25 w 83"/>
                  <a:gd name="T67" fmla="*/ 19 h 44"/>
                  <a:gd name="T68" fmla="*/ 25 w 83"/>
                  <a:gd name="T69" fmla="*/ 23 h 44"/>
                  <a:gd name="T70" fmla="*/ 26 w 83"/>
                  <a:gd name="T71" fmla="*/ 24 h 44"/>
                  <a:gd name="T72" fmla="*/ 27 w 83"/>
                  <a:gd name="T73" fmla="*/ 29 h 44"/>
                  <a:gd name="T74" fmla="*/ 22 w 83"/>
                  <a:gd name="T75" fmla="*/ 31 h 44"/>
                  <a:gd name="T76" fmla="*/ 13 w 83"/>
                  <a:gd name="T77" fmla="*/ 26 h 44"/>
                  <a:gd name="T78" fmla="*/ 13 w 83"/>
                  <a:gd name="T79" fmla="*/ 35 h 44"/>
                  <a:gd name="T80" fmla="*/ 7 w 83"/>
                  <a:gd name="T81" fmla="*/ 37 h 44"/>
                  <a:gd name="T82" fmla="*/ 0 w 83"/>
                  <a:gd name="T83" fmla="*/ 34 h 44"/>
                  <a:gd name="T84" fmla="*/ 5 w 83"/>
                  <a:gd name="T85" fmla="*/ 42 h 44"/>
                  <a:gd name="T86" fmla="*/ 10 w 83"/>
                  <a:gd name="T87" fmla="*/ 43 h 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83" h="44">
                    <a:moveTo>
                      <a:pt x="10" y="43"/>
                    </a:moveTo>
                    <a:cubicBezTo>
                      <a:pt x="18" y="39"/>
                      <a:pt x="18" y="39"/>
                      <a:pt x="18" y="39"/>
                    </a:cubicBezTo>
                    <a:cubicBezTo>
                      <a:pt x="67" y="39"/>
                      <a:pt x="67" y="39"/>
                      <a:pt x="67" y="39"/>
                    </a:cubicBezTo>
                    <a:cubicBezTo>
                      <a:pt x="73" y="42"/>
                      <a:pt x="73" y="42"/>
                      <a:pt x="73" y="42"/>
                    </a:cubicBezTo>
                    <a:cubicBezTo>
                      <a:pt x="74" y="43"/>
                      <a:pt x="75" y="43"/>
                      <a:pt x="76" y="43"/>
                    </a:cubicBezTo>
                    <a:cubicBezTo>
                      <a:pt x="80" y="42"/>
                      <a:pt x="83" y="35"/>
                      <a:pt x="83" y="35"/>
                    </a:cubicBezTo>
                    <a:cubicBezTo>
                      <a:pt x="83" y="35"/>
                      <a:pt x="79" y="38"/>
                      <a:pt x="76" y="37"/>
                    </a:cubicBezTo>
                    <a:cubicBezTo>
                      <a:pt x="73" y="37"/>
                      <a:pt x="69" y="36"/>
                      <a:pt x="69" y="33"/>
                    </a:cubicBezTo>
                    <a:cubicBezTo>
                      <a:pt x="69" y="30"/>
                      <a:pt x="70" y="27"/>
                      <a:pt x="70" y="26"/>
                    </a:cubicBezTo>
                    <a:cubicBezTo>
                      <a:pt x="70" y="26"/>
                      <a:pt x="67" y="29"/>
                      <a:pt x="64" y="30"/>
                    </a:cubicBezTo>
                    <a:cubicBezTo>
                      <a:pt x="61" y="32"/>
                      <a:pt x="60" y="31"/>
                      <a:pt x="59" y="31"/>
                    </a:cubicBezTo>
                    <a:cubicBezTo>
                      <a:pt x="57" y="30"/>
                      <a:pt x="56" y="29"/>
                      <a:pt x="56" y="29"/>
                    </a:cubicBezTo>
                    <a:cubicBezTo>
                      <a:pt x="56" y="24"/>
                      <a:pt x="56" y="24"/>
                      <a:pt x="56" y="24"/>
                    </a:cubicBezTo>
                    <a:cubicBezTo>
                      <a:pt x="58" y="23"/>
                      <a:pt x="58" y="23"/>
                      <a:pt x="58" y="23"/>
                    </a:cubicBezTo>
                    <a:cubicBezTo>
                      <a:pt x="58" y="19"/>
                      <a:pt x="58" y="19"/>
                      <a:pt x="58" y="19"/>
                    </a:cubicBezTo>
                    <a:cubicBezTo>
                      <a:pt x="54" y="19"/>
                      <a:pt x="54" y="19"/>
                      <a:pt x="54" y="19"/>
                    </a:cubicBezTo>
                    <a:cubicBezTo>
                      <a:pt x="54" y="19"/>
                      <a:pt x="54" y="21"/>
                      <a:pt x="53" y="21"/>
                    </a:cubicBezTo>
                    <a:cubicBezTo>
                      <a:pt x="52" y="21"/>
                      <a:pt x="44" y="21"/>
                      <a:pt x="44" y="21"/>
                    </a:cubicBezTo>
                    <a:cubicBezTo>
                      <a:pt x="44" y="21"/>
                      <a:pt x="43" y="20"/>
                      <a:pt x="43" y="18"/>
                    </a:cubicBezTo>
                    <a:cubicBezTo>
                      <a:pt x="44" y="17"/>
                      <a:pt x="44" y="17"/>
                      <a:pt x="44" y="13"/>
                    </a:cubicBezTo>
                    <a:cubicBezTo>
                      <a:pt x="44" y="10"/>
                      <a:pt x="44" y="9"/>
                      <a:pt x="43" y="8"/>
                    </a:cubicBezTo>
                    <a:cubicBezTo>
                      <a:pt x="43" y="7"/>
                      <a:pt x="42" y="7"/>
                      <a:pt x="43" y="6"/>
                    </a:cubicBezTo>
                    <a:cubicBezTo>
                      <a:pt x="44" y="5"/>
                      <a:pt x="44" y="4"/>
                      <a:pt x="43" y="2"/>
                    </a:cubicBezTo>
                    <a:cubicBezTo>
                      <a:pt x="42" y="1"/>
                      <a:pt x="43" y="2"/>
                      <a:pt x="43" y="0"/>
                    </a:cubicBezTo>
                    <a:cubicBezTo>
                      <a:pt x="40" y="0"/>
                      <a:pt x="40" y="0"/>
                      <a:pt x="40" y="0"/>
                    </a:cubicBezTo>
                    <a:cubicBezTo>
                      <a:pt x="39" y="0"/>
                      <a:pt x="40" y="1"/>
                      <a:pt x="39" y="2"/>
                    </a:cubicBezTo>
                    <a:cubicBezTo>
                      <a:pt x="38" y="3"/>
                      <a:pt x="38" y="5"/>
                      <a:pt x="39" y="6"/>
                    </a:cubicBezTo>
                    <a:cubicBezTo>
                      <a:pt x="39" y="7"/>
                      <a:pt x="40" y="7"/>
                      <a:pt x="39" y="8"/>
                    </a:cubicBezTo>
                    <a:cubicBezTo>
                      <a:pt x="38" y="9"/>
                      <a:pt x="38" y="10"/>
                      <a:pt x="38" y="13"/>
                    </a:cubicBezTo>
                    <a:cubicBezTo>
                      <a:pt x="38" y="16"/>
                      <a:pt x="38" y="17"/>
                      <a:pt x="38" y="18"/>
                    </a:cubicBezTo>
                    <a:cubicBezTo>
                      <a:pt x="39" y="20"/>
                      <a:pt x="38" y="21"/>
                      <a:pt x="38" y="21"/>
                    </a:cubicBezTo>
                    <a:cubicBezTo>
                      <a:pt x="37" y="21"/>
                      <a:pt x="30" y="21"/>
                      <a:pt x="30" y="21"/>
                    </a:cubicBezTo>
                    <a:cubicBezTo>
                      <a:pt x="30" y="21"/>
                      <a:pt x="29" y="20"/>
                      <a:pt x="29" y="19"/>
                    </a:cubicBezTo>
                    <a:cubicBezTo>
                      <a:pt x="25" y="19"/>
                      <a:pt x="25" y="19"/>
                      <a:pt x="25" y="19"/>
                    </a:cubicBezTo>
                    <a:cubicBezTo>
                      <a:pt x="25" y="23"/>
                      <a:pt x="25" y="23"/>
                      <a:pt x="25" y="23"/>
                    </a:cubicBezTo>
                    <a:cubicBezTo>
                      <a:pt x="26" y="24"/>
                      <a:pt x="26" y="24"/>
                      <a:pt x="26" y="24"/>
                    </a:cubicBezTo>
                    <a:cubicBezTo>
                      <a:pt x="27" y="29"/>
                      <a:pt x="27" y="29"/>
                      <a:pt x="27" y="29"/>
                    </a:cubicBezTo>
                    <a:cubicBezTo>
                      <a:pt x="27" y="29"/>
                      <a:pt x="24" y="31"/>
                      <a:pt x="22" y="31"/>
                    </a:cubicBezTo>
                    <a:cubicBezTo>
                      <a:pt x="19" y="31"/>
                      <a:pt x="13" y="26"/>
                      <a:pt x="13" y="26"/>
                    </a:cubicBezTo>
                    <a:cubicBezTo>
                      <a:pt x="13" y="26"/>
                      <a:pt x="14" y="33"/>
                      <a:pt x="13" y="35"/>
                    </a:cubicBezTo>
                    <a:cubicBezTo>
                      <a:pt x="13" y="37"/>
                      <a:pt x="10" y="37"/>
                      <a:pt x="7" y="37"/>
                    </a:cubicBezTo>
                    <a:cubicBezTo>
                      <a:pt x="4" y="37"/>
                      <a:pt x="0" y="35"/>
                      <a:pt x="0" y="34"/>
                    </a:cubicBezTo>
                    <a:cubicBezTo>
                      <a:pt x="0" y="34"/>
                      <a:pt x="3" y="40"/>
                      <a:pt x="5" y="42"/>
                    </a:cubicBezTo>
                    <a:cubicBezTo>
                      <a:pt x="7" y="44"/>
                      <a:pt x="10" y="43"/>
                      <a:pt x="10" y="43"/>
                    </a:cubicBez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80" name="íṡļïdê"/>
              <p:cNvSpPr/>
              <p:nvPr/>
            </p:nvSpPr>
            <p:spPr bwMode="auto">
              <a:xfrm>
                <a:off x="3614738" y="3370263"/>
                <a:ext cx="596900" cy="241300"/>
              </a:xfrm>
              <a:custGeom>
                <a:avLst/>
                <a:gdLst>
                  <a:gd name="T0" fmla="*/ 58 w 181"/>
                  <a:gd name="T1" fmla="*/ 72 h 72"/>
                  <a:gd name="T2" fmla="*/ 8 w 181"/>
                  <a:gd name="T3" fmla="*/ 72 h 72"/>
                  <a:gd name="T4" fmla="*/ 3 w 181"/>
                  <a:gd name="T5" fmla="*/ 63 h 72"/>
                  <a:gd name="T6" fmla="*/ 6 w 181"/>
                  <a:gd name="T7" fmla="*/ 63 h 72"/>
                  <a:gd name="T8" fmla="*/ 11 w 181"/>
                  <a:gd name="T9" fmla="*/ 55 h 72"/>
                  <a:gd name="T10" fmla="*/ 14 w 181"/>
                  <a:gd name="T11" fmla="*/ 55 h 72"/>
                  <a:gd name="T12" fmla="*/ 14 w 181"/>
                  <a:gd name="T13" fmla="*/ 29 h 72"/>
                  <a:gd name="T14" fmla="*/ 0 w 181"/>
                  <a:gd name="T15" fmla="*/ 4 h 72"/>
                  <a:gd name="T16" fmla="*/ 30 w 181"/>
                  <a:gd name="T17" fmla="*/ 0 h 72"/>
                  <a:gd name="T18" fmla="*/ 58 w 181"/>
                  <a:gd name="T19" fmla="*/ 8 h 72"/>
                  <a:gd name="T20" fmla="*/ 51 w 181"/>
                  <a:gd name="T21" fmla="*/ 25 h 72"/>
                  <a:gd name="T22" fmla="*/ 131 w 181"/>
                  <a:gd name="T23" fmla="*/ 25 h 72"/>
                  <a:gd name="T24" fmla="*/ 122 w 181"/>
                  <a:gd name="T25" fmla="*/ 8 h 72"/>
                  <a:gd name="T26" fmla="*/ 150 w 181"/>
                  <a:gd name="T27" fmla="*/ 0 h 72"/>
                  <a:gd name="T28" fmla="*/ 181 w 181"/>
                  <a:gd name="T29" fmla="*/ 5 h 72"/>
                  <a:gd name="T30" fmla="*/ 166 w 181"/>
                  <a:gd name="T31" fmla="*/ 28 h 72"/>
                  <a:gd name="T32" fmla="*/ 166 w 181"/>
                  <a:gd name="T33" fmla="*/ 55 h 72"/>
                  <a:gd name="T34" fmla="*/ 171 w 181"/>
                  <a:gd name="T35" fmla="*/ 55 h 72"/>
                  <a:gd name="T36" fmla="*/ 178 w 181"/>
                  <a:gd name="T37" fmla="*/ 65 h 72"/>
                  <a:gd name="T38" fmla="*/ 174 w 181"/>
                  <a:gd name="T39" fmla="*/ 72 h 72"/>
                  <a:gd name="T40" fmla="*/ 58 w 181"/>
                  <a:gd name="T41" fmla="*/ 72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1" h="72">
                    <a:moveTo>
                      <a:pt x="58" y="72"/>
                    </a:moveTo>
                    <a:cubicBezTo>
                      <a:pt x="8" y="72"/>
                      <a:pt x="8" y="72"/>
                      <a:pt x="8" y="72"/>
                    </a:cubicBezTo>
                    <a:cubicBezTo>
                      <a:pt x="3" y="63"/>
                      <a:pt x="3" y="63"/>
                      <a:pt x="3" y="63"/>
                    </a:cubicBezTo>
                    <a:cubicBezTo>
                      <a:pt x="6" y="63"/>
                      <a:pt x="6" y="63"/>
                      <a:pt x="6" y="63"/>
                    </a:cubicBezTo>
                    <a:cubicBezTo>
                      <a:pt x="7" y="61"/>
                      <a:pt x="10" y="57"/>
                      <a:pt x="11" y="55"/>
                    </a:cubicBezTo>
                    <a:cubicBezTo>
                      <a:pt x="12" y="55"/>
                      <a:pt x="13" y="55"/>
                      <a:pt x="14" y="55"/>
                    </a:cubicBezTo>
                    <a:cubicBezTo>
                      <a:pt x="14" y="45"/>
                      <a:pt x="14" y="39"/>
                      <a:pt x="14" y="29"/>
                    </a:cubicBezTo>
                    <a:cubicBezTo>
                      <a:pt x="6" y="25"/>
                      <a:pt x="0" y="19"/>
                      <a:pt x="0" y="4"/>
                    </a:cubicBezTo>
                    <a:cubicBezTo>
                      <a:pt x="13" y="19"/>
                      <a:pt x="25" y="20"/>
                      <a:pt x="30" y="0"/>
                    </a:cubicBezTo>
                    <a:cubicBezTo>
                      <a:pt x="40" y="22"/>
                      <a:pt x="50" y="16"/>
                      <a:pt x="58" y="8"/>
                    </a:cubicBezTo>
                    <a:cubicBezTo>
                      <a:pt x="59" y="17"/>
                      <a:pt x="51" y="24"/>
                      <a:pt x="51" y="25"/>
                    </a:cubicBezTo>
                    <a:cubicBezTo>
                      <a:pt x="131" y="25"/>
                      <a:pt x="131" y="25"/>
                      <a:pt x="131" y="25"/>
                    </a:cubicBezTo>
                    <a:cubicBezTo>
                      <a:pt x="128" y="21"/>
                      <a:pt x="123" y="15"/>
                      <a:pt x="122" y="8"/>
                    </a:cubicBezTo>
                    <a:cubicBezTo>
                      <a:pt x="131" y="18"/>
                      <a:pt x="141" y="23"/>
                      <a:pt x="150" y="0"/>
                    </a:cubicBezTo>
                    <a:cubicBezTo>
                      <a:pt x="160" y="23"/>
                      <a:pt x="169" y="16"/>
                      <a:pt x="181" y="5"/>
                    </a:cubicBezTo>
                    <a:cubicBezTo>
                      <a:pt x="178" y="23"/>
                      <a:pt x="174" y="23"/>
                      <a:pt x="166" y="28"/>
                    </a:cubicBezTo>
                    <a:cubicBezTo>
                      <a:pt x="166" y="38"/>
                      <a:pt x="166" y="45"/>
                      <a:pt x="166" y="55"/>
                    </a:cubicBezTo>
                    <a:cubicBezTo>
                      <a:pt x="168" y="55"/>
                      <a:pt x="169" y="55"/>
                      <a:pt x="171" y="55"/>
                    </a:cubicBezTo>
                    <a:cubicBezTo>
                      <a:pt x="178" y="65"/>
                      <a:pt x="178" y="65"/>
                      <a:pt x="178" y="65"/>
                    </a:cubicBezTo>
                    <a:cubicBezTo>
                      <a:pt x="174" y="72"/>
                      <a:pt x="174" y="72"/>
                      <a:pt x="174" y="72"/>
                    </a:cubicBezTo>
                    <a:lnTo>
                      <a:pt x="58" y="72"/>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81" name="iş1ïďe"/>
              <p:cNvSpPr/>
              <p:nvPr/>
            </p:nvSpPr>
            <p:spPr bwMode="auto">
              <a:xfrm>
                <a:off x="3624263" y="3381375"/>
                <a:ext cx="577850" cy="200025"/>
              </a:xfrm>
              <a:custGeom>
                <a:avLst/>
                <a:gdLst>
                  <a:gd name="T0" fmla="*/ 130 w 175"/>
                  <a:gd name="T1" fmla="*/ 51 h 60"/>
                  <a:gd name="T2" fmla="*/ 130 w 175"/>
                  <a:gd name="T3" fmla="*/ 50 h 60"/>
                  <a:gd name="T4" fmla="*/ 48 w 175"/>
                  <a:gd name="T5" fmla="*/ 50 h 60"/>
                  <a:gd name="T6" fmla="*/ 48 w 175"/>
                  <a:gd name="T7" fmla="*/ 51 h 60"/>
                  <a:gd name="T8" fmla="*/ 52 w 175"/>
                  <a:gd name="T9" fmla="*/ 51 h 60"/>
                  <a:gd name="T10" fmla="*/ 48 w 175"/>
                  <a:gd name="T11" fmla="*/ 60 h 60"/>
                  <a:gd name="T12" fmla="*/ 7 w 175"/>
                  <a:gd name="T13" fmla="*/ 60 h 60"/>
                  <a:gd name="T14" fmla="*/ 10 w 175"/>
                  <a:gd name="T15" fmla="*/ 54 h 60"/>
                  <a:gd name="T16" fmla="*/ 14 w 175"/>
                  <a:gd name="T17" fmla="*/ 54 h 60"/>
                  <a:gd name="T18" fmla="*/ 13 w 175"/>
                  <a:gd name="T19" fmla="*/ 25 h 60"/>
                  <a:gd name="T20" fmla="*/ 0 w 175"/>
                  <a:gd name="T21" fmla="*/ 7 h 60"/>
                  <a:gd name="T22" fmla="*/ 28 w 175"/>
                  <a:gd name="T23" fmla="*/ 0 h 60"/>
                  <a:gd name="T24" fmla="*/ 55 w 175"/>
                  <a:gd name="T25" fmla="*/ 7 h 60"/>
                  <a:gd name="T26" fmla="*/ 48 w 175"/>
                  <a:gd name="T27" fmla="*/ 22 h 60"/>
                  <a:gd name="T28" fmla="*/ 127 w 175"/>
                  <a:gd name="T29" fmla="*/ 22 h 60"/>
                  <a:gd name="T30" fmla="*/ 119 w 175"/>
                  <a:gd name="T31" fmla="*/ 7 h 60"/>
                  <a:gd name="T32" fmla="*/ 147 w 175"/>
                  <a:gd name="T33" fmla="*/ 0 h 60"/>
                  <a:gd name="T34" fmla="*/ 175 w 175"/>
                  <a:gd name="T35" fmla="*/ 7 h 60"/>
                  <a:gd name="T36" fmla="*/ 161 w 175"/>
                  <a:gd name="T37" fmla="*/ 24 h 60"/>
                  <a:gd name="T38" fmla="*/ 161 w 175"/>
                  <a:gd name="T39" fmla="*/ 53 h 60"/>
                  <a:gd name="T40" fmla="*/ 165 w 175"/>
                  <a:gd name="T41" fmla="*/ 53 h 60"/>
                  <a:gd name="T42" fmla="*/ 169 w 175"/>
                  <a:gd name="T43" fmla="*/ 60 h 60"/>
                  <a:gd name="T44" fmla="*/ 128 w 175"/>
                  <a:gd name="T45" fmla="*/ 60 h 60"/>
                  <a:gd name="T46" fmla="*/ 124 w 175"/>
                  <a:gd name="T47" fmla="*/ 51 h 60"/>
                  <a:gd name="T48" fmla="*/ 130 w 175"/>
                  <a:gd name="T49" fmla="*/ 51 h 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75" h="60">
                    <a:moveTo>
                      <a:pt x="130" y="51"/>
                    </a:moveTo>
                    <a:cubicBezTo>
                      <a:pt x="130" y="50"/>
                      <a:pt x="130" y="50"/>
                      <a:pt x="130" y="50"/>
                    </a:cubicBezTo>
                    <a:cubicBezTo>
                      <a:pt x="48" y="50"/>
                      <a:pt x="48" y="50"/>
                      <a:pt x="48" y="50"/>
                    </a:cubicBezTo>
                    <a:cubicBezTo>
                      <a:pt x="48" y="51"/>
                      <a:pt x="48" y="51"/>
                      <a:pt x="48" y="51"/>
                    </a:cubicBezTo>
                    <a:cubicBezTo>
                      <a:pt x="52" y="51"/>
                      <a:pt x="52" y="51"/>
                      <a:pt x="52" y="51"/>
                    </a:cubicBezTo>
                    <a:cubicBezTo>
                      <a:pt x="48" y="60"/>
                      <a:pt x="48" y="60"/>
                      <a:pt x="48" y="60"/>
                    </a:cubicBezTo>
                    <a:cubicBezTo>
                      <a:pt x="34" y="60"/>
                      <a:pt x="20" y="60"/>
                      <a:pt x="7" y="60"/>
                    </a:cubicBezTo>
                    <a:cubicBezTo>
                      <a:pt x="8" y="58"/>
                      <a:pt x="9" y="56"/>
                      <a:pt x="10" y="54"/>
                    </a:cubicBezTo>
                    <a:cubicBezTo>
                      <a:pt x="11" y="54"/>
                      <a:pt x="12" y="54"/>
                      <a:pt x="14" y="54"/>
                    </a:cubicBezTo>
                    <a:cubicBezTo>
                      <a:pt x="14" y="44"/>
                      <a:pt x="13" y="34"/>
                      <a:pt x="13" y="25"/>
                    </a:cubicBezTo>
                    <a:cubicBezTo>
                      <a:pt x="5" y="20"/>
                      <a:pt x="1" y="14"/>
                      <a:pt x="0" y="7"/>
                    </a:cubicBezTo>
                    <a:cubicBezTo>
                      <a:pt x="12" y="18"/>
                      <a:pt x="22" y="17"/>
                      <a:pt x="28" y="0"/>
                    </a:cubicBezTo>
                    <a:cubicBezTo>
                      <a:pt x="37" y="22"/>
                      <a:pt x="47" y="15"/>
                      <a:pt x="55" y="7"/>
                    </a:cubicBezTo>
                    <a:cubicBezTo>
                      <a:pt x="55" y="14"/>
                      <a:pt x="50" y="17"/>
                      <a:pt x="48" y="22"/>
                    </a:cubicBezTo>
                    <a:cubicBezTo>
                      <a:pt x="127" y="22"/>
                      <a:pt x="127" y="22"/>
                      <a:pt x="127" y="22"/>
                    </a:cubicBezTo>
                    <a:cubicBezTo>
                      <a:pt x="125" y="18"/>
                      <a:pt x="120" y="14"/>
                      <a:pt x="119" y="7"/>
                    </a:cubicBezTo>
                    <a:cubicBezTo>
                      <a:pt x="127" y="15"/>
                      <a:pt x="137" y="22"/>
                      <a:pt x="147" y="0"/>
                    </a:cubicBezTo>
                    <a:cubicBezTo>
                      <a:pt x="153" y="17"/>
                      <a:pt x="163" y="18"/>
                      <a:pt x="175" y="7"/>
                    </a:cubicBezTo>
                    <a:cubicBezTo>
                      <a:pt x="173" y="14"/>
                      <a:pt x="169" y="19"/>
                      <a:pt x="161" y="24"/>
                    </a:cubicBezTo>
                    <a:cubicBezTo>
                      <a:pt x="161" y="34"/>
                      <a:pt x="161" y="44"/>
                      <a:pt x="161" y="53"/>
                    </a:cubicBezTo>
                    <a:cubicBezTo>
                      <a:pt x="162" y="53"/>
                      <a:pt x="164" y="53"/>
                      <a:pt x="165" y="53"/>
                    </a:cubicBezTo>
                    <a:cubicBezTo>
                      <a:pt x="166" y="55"/>
                      <a:pt x="167" y="58"/>
                      <a:pt x="169" y="60"/>
                    </a:cubicBezTo>
                    <a:cubicBezTo>
                      <a:pt x="155" y="60"/>
                      <a:pt x="142" y="60"/>
                      <a:pt x="128" y="60"/>
                    </a:cubicBezTo>
                    <a:cubicBezTo>
                      <a:pt x="124" y="51"/>
                      <a:pt x="124" y="51"/>
                      <a:pt x="124" y="51"/>
                    </a:cubicBezTo>
                    <a:lnTo>
                      <a:pt x="130" y="51"/>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82" name="ïṩḷíḍé"/>
              <p:cNvSpPr/>
              <p:nvPr/>
            </p:nvSpPr>
            <p:spPr bwMode="auto">
              <a:xfrm>
                <a:off x="4065588"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3" name="ïśľíḍè"/>
              <p:cNvSpPr/>
              <p:nvPr/>
            </p:nvSpPr>
            <p:spPr bwMode="auto">
              <a:xfrm>
                <a:off x="3740151"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4" name="í$ḻîḋè"/>
              <p:cNvSpPr/>
              <p:nvPr/>
            </p:nvSpPr>
            <p:spPr bwMode="auto">
              <a:xfrm>
                <a:off x="4125913"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5" name="iṣļíḋe"/>
              <p:cNvSpPr/>
              <p:nvPr/>
            </p:nvSpPr>
            <p:spPr bwMode="auto">
              <a:xfrm>
                <a:off x="3709988"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6" name="iṩḷiḓé"/>
              <p:cNvSpPr/>
              <p:nvPr/>
            </p:nvSpPr>
            <p:spPr bwMode="auto">
              <a:xfrm>
                <a:off x="4095751"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7" name="iSľiḍè"/>
              <p:cNvSpPr/>
              <p:nvPr/>
            </p:nvSpPr>
            <p:spPr bwMode="auto">
              <a:xfrm>
                <a:off x="3663951" y="3460750"/>
                <a:ext cx="495300" cy="317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8" name="ïṩḷîḍe"/>
              <p:cNvSpPr/>
              <p:nvPr/>
            </p:nvSpPr>
            <p:spPr bwMode="auto">
              <a:xfrm>
                <a:off x="3663951" y="3473450"/>
                <a:ext cx="115888"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9" name="íšḻiḑê"/>
              <p:cNvSpPr/>
              <p:nvPr/>
            </p:nvSpPr>
            <p:spPr bwMode="auto">
              <a:xfrm>
                <a:off x="3789363" y="3473450"/>
                <a:ext cx="428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0" name="ïṩļïďè"/>
              <p:cNvSpPr/>
              <p:nvPr/>
            </p:nvSpPr>
            <p:spPr bwMode="auto">
              <a:xfrm>
                <a:off x="3851276" y="3473450"/>
                <a:ext cx="57150"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1" name="îṥlïḋê"/>
              <p:cNvSpPr/>
              <p:nvPr/>
            </p:nvSpPr>
            <p:spPr bwMode="auto">
              <a:xfrm>
                <a:off x="3917951" y="3473450"/>
                <a:ext cx="555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2" name="îṧľïdè"/>
              <p:cNvSpPr/>
              <p:nvPr/>
            </p:nvSpPr>
            <p:spPr bwMode="auto">
              <a:xfrm>
                <a:off x="3994151" y="3473450"/>
                <a:ext cx="428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3" name="iSḷîḓê"/>
              <p:cNvSpPr/>
              <p:nvPr/>
            </p:nvSpPr>
            <p:spPr bwMode="auto">
              <a:xfrm>
                <a:off x="4046538" y="3473450"/>
                <a:ext cx="11271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4" name="îślíďè"/>
              <p:cNvSpPr/>
              <p:nvPr/>
            </p:nvSpPr>
            <p:spPr bwMode="auto">
              <a:xfrm>
                <a:off x="3979863" y="3473450"/>
                <a:ext cx="7938"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5" name="iSḻïḍè"/>
              <p:cNvSpPr/>
              <p:nvPr/>
            </p:nvSpPr>
            <p:spPr bwMode="auto">
              <a:xfrm>
                <a:off x="3838576" y="3473450"/>
                <a:ext cx="6350"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6" name="ïṡliḑê"/>
              <p:cNvSpPr/>
              <p:nvPr/>
            </p:nvSpPr>
            <p:spPr bwMode="auto">
              <a:xfrm>
                <a:off x="3851276" y="3384550"/>
                <a:ext cx="26988"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97" name="islïďé"/>
              <p:cNvSpPr/>
              <p:nvPr/>
            </p:nvSpPr>
            <p:spPr bwMode="auto">
              <a:xfrm>
                <a:off x="3817938" y="3384550"/>
                <a:ext cx="26988" cy="15875"/>
              </a:xfrm>
              <a:custGeom>
                <a:avLst/>
                <a:gdLst>
                  <a:gd name="T0" fmla="*/ 7 w 8"/>
                  <a:gd name="T1" fmla="*/ 0 h 5"/>
                  <a:gd name="T2" fmla="*/ 8 w 8"/>
                  <a:gd name="T3" fmla="*/ 2 h 5"/>
                  <a:gd name="T4" fmla="*/ 1 w 8"/>
                  <a:gd name="T5" fmla="*/ 5 h 5"/>
                  <a:gd name="T6" fmla="*/ 7 w 8"/>
                  <a:gd name="T7" fmla="*/ 0 h 5"/>
                  <a:gd name="T8" fmla="*/ 7 w 8"/>
                  <a:gd name="T9" fmla="*/ 0 h 5"/>
                  <a:gd name="T10" fmla="*/ 7 w 8"/>
                  <a:gd name="T11" fmla="*/ 0 h 5"/>
                </a:gdLst>
                <a:ahLst/>
                <a:cxnLst>
                  <a:cxn ang="0">
                    <a:pos x="T0" y="T1"/>
                  </a:cxn>
                  <a:cxn ang="0">
                    <a:pos x="T2" y="T3"/>
                  </a:cxn>
                  <a:cxn ang="0">
                    <a:pos x="T4" y="T5"/>
                  </a:cxn>
                  <a:cxn ang="0">
                    <a:pos x="T6" y="T7"/>
                  </a:cxn>
                  <a:cxn ang="0">
                    <a:pos x="T8" y="T9"/>
                  </a:cxn>
                  <a:cxn ang="0">
                    <a:pos x="T10" y="T11"/>
                  </a:cxn>
                </a:cxnLst>
                <a:rect l="0" t="0" r="r" b="b"/>
                <a:pathLst>
                  <a:path w="8" h="5">
                    <a:moveTo>
                      <a:pt x="7" y="0"/>
                    </a:moveTo>
                    <a:cubicBezTo>
                      <a:pt x="8" y="2"/>
                      <a:pt x="8" y="2"/>
                      <a:pt x="8" y="2"/>
                    </a:cubicBezTo>
                    <a:cubicBezTo>
                      <a:pt x="1" y="5"/>
                      <a:pt x="1" y="5"/>
                      <a:pt x="1" y="5"/>
                    </a:cubicBezTo>
                    <a:cubicBezTo>
                      <a:pt x="1" y="5"/>
                      <a:pt x="0" y="2"/>
                      <a:pt x="7" y="0"/>
                    </a:cubicBezTo>
                    <a:close/>
                    <a:moveTo>
                      <a:pt x="7" y="0"/>
                    </a:moveTo>
                    <a:cubicBezTo>
                      <a:pt x="7" y="0"/>
                      <a:pt x="7" y="0"/>
                      <a:pt x="7"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98" name="îṥḷîdé"/>
              <p:cNvSpPr/>
              <p:nvPr/>
            </p:nvSpPr>
            <p:spPr bwMode="auto">
              <a:xfrm>
                <a:off x="3983038" y="3384550"/>
                <a:ext cx="26988" cy="15875"/>
              </a:xfrm>
              <a:custGeom>
                <a:avLst/>
                <a:gdLst>
                  <a:gd name="T0" fmla="*/ 1 w 8"/>
                  <a:gd name="T1" fmla="*/ 0 h 5"/>
                  <a:gd name="T2" fmla="*/ 0 w 8"/>
                  <a:gd name="T3" fmla="*/ 2 h 5"/>
                  <a:gd name="T4" fmla="*/ 7 w 8"/>
                  <a:gd name="T5" fmla="*/ 5 h 5"/>
                  <a:gd name="T6" fmla="*/ 1 w 8"/>
                  <a:gd name="T7" fmla="*/ 0 h 5"/>
                  <a:gd name="T8" fmla="*/ 1 w 8"/>
                  <a:gd name="T9" fmla="*/ 0 h 5"/>
                  <a:gd name="T10" fmla="*/ 1 w 8"/>
                  <a:gd name="T11" fmla="*/ 0 h 5"/>
                </a:gdLst>
                <a:ahLst/>
                <a:cxnLst>
                  <a:cxn ang="0">
                    <a:pos x="T0" y="T1"/>
                  </a:cxn>
                  <a:cxn ang="0">
                    <a:pos x="T2" y="T3"/>
                  </a:cxn>
                  <a:cxn ang="0">
                    <a:pos x="T4" y="T5"/>
                  </a:cxn>
                  <a:cxn ang="0">
                    <a:pos x="T6" y="T7"/>
                  </a:cxn>
                  <a:cxn ang="0">
                    <a:pos x="T8" y="T9"/>
                  </a:cxn>
                  <a:cxn ang="0">
                    <a:pos x="T10" y="T11"/>
                  </a:cxn>
                </a:cxnLst>
                <a:rect l="0" t="0" r="r" b="b"/>
                <a:pathLst>
                  <a:path w="8" h="5">
                    <a:moveTo>
                      <a:pt x="1" y="0"/>
                    </a:moveTo>
                    <a:cubicBezTo>
                      <a:pt x="0" y="2"/>
                      <a:pt x="0" y="2"/>
                      <a:pt x="0" y="2"/>
                    </a:cubicBezTo>
                    <a:cubicBezTo>
                      <a:pt x="7" y="5"/>
                      <a:pt x="7" y="5"/>
                      <a:pt x="7" y="5"/>
                    </a:cubicBezTo>
                    <a:cubicBezTo>
                      <a:pt x="7" y="5"/>
                      <a:pt x="8" y="2"/>
                      <a:pt x="1" y="0"/>
                    </a:cubicBezTo>
                    <a:close/>
                    <a:moveTo>
                      <a:pt x="1" y="0"/>
                    </a:moveTo>
                    <a:cubicBezTo>
                      <a:pt x="1" y="0"/>
                      <a:pt x="1" y="0"/>
                      <a:pt x="1"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99" name="isḷîḋé"/>
              <p:cNvSpPr/>
              <p:nvPr/>
            </p:nvSpPr>
            <p:spPr bwMode="auto">
              <a:xfrm>
                <a:off x="3884613" y="3384550"/>
                <a:ext cx="26988"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0" name="iśḷïḑè"/>
              <p:cNvSpPr/>
              <p:nvPr/>
            </p:nvSpPr>
            <p:spPr bwMode="auto">
              <a:xfrm>
                <a:off x="3917951" y="3384550"/>
                <a:ext cx="25400"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1" name="iṧľiďé"/>
              <p:cNvSpPr/>
              <p:nvPr/>
            </p:nvSpPr>
            <p:spPr bwMode="auto">
              <a:xfrm>
                <a:off x="3951288" y="3384550"/>
                <a:ext cx="25400"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2" name="išľïḍé"/>
              <p:cNvSpPr/>
              <p:nvPr/>
            </p:nvSpPr>
            <p:spPr bwMode="auto">
              <a:xfrm>
                <a:off x="3771901" y="3484563"/>
                <a:ext cx="7938"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3" name="îŝlîḑè"/>
              <p:cNvSpPr/>
              <p:nvPr/>
            </p:nvSpPr>
            <p:spPr bwMode="auto">
              <a:xfrm>
                <a:off x="3786188" y="3484563"/>
                <a:ext cx="46038" cy="60325"/>
              </a:xfrm>
              <a:custGeom>
                <a:avLst/>
                <a:gdLst>
                  <a:gd name="T0" fmla="*/ 8 w 29"/>
                  <a:gd name="T1" fmla="*/ 0 h 38"/>
                  <a:gd name="T2" fmla="*/ 20 w 29"/>
                  <a:gd name="T3" fmla="*/ 0 h 38"/>
                  <a:gd name="T4" fmla="*/ 29 w 29"/>
                  <a:gd name="T5" fmla="*/ 8 h 38"/>
                  <a:gd name="T6" fmla="*/ 29 w 29"/>
                  <a:gd name="T7" fmla="*/ 38 h 38"/>
                  <a:gd name="T8" fmla="*/ 0 w 29"/>
                  <a:gd name="T9" fmla="*/ 38 h 38"/>
                  <a:gd name="T10" fmla="*/ 0 w 29"/>
                  <a:gd name="T11" fmla="*/ 8 h 38"/>
                  <a:gd name="T12" fmla="*/ 8 w 29"/>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29" h="38">
                    <a:moveTo>
                      <a:pt x="8" y="0"/>
                    </a:moveTo>
                    <a:lnTo>
                      <a:pt x="20" y="0"/>
                    </a:lnTo>
                    <a:lnTo>
                      <a:pt x="29" y="8"/>
                    </a:lnTo>
                    <a:lnTo>
                      <a:pt x="29" y="38"/>
                    </a:lnTo>
                    <a:lnTo>
                      <a:pt x="0" y="38"/>
                    </a:lnTo>
                    <a:lnTo>
                      <a:pt x="0" y="8"/>
                    </a:lnTo>
                    <a:lnTo>
                      <a:pt x="8"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4" name="îṩḻíḓe"/>
              <p:cNvSpPr/>
              <p:nvPr/>
            </p:nvSpPr>
            <p:spPr bwMode="auto">
              <a:xfrm>
                <a:off x="3994151" y="3484563"/>
                <a:ext cx="46038" cy="60325"/>
              </a:xfrm>
              <a:custGeom>
                <a:avLst/>
                <a:gdLst>
                  <a:gd name="T0" fmla="*/ 8 w 29"/>
                  <a:gd name="T1" fmla="*/ 0 h 38"/>
                  <a:gd name="T2" fmla="*/ 18 w 29"/>
                  <a:gd name="T3" fmla="*/ 0 h 38"/>
                  <a:gd name="T4" fmla="*/ 29 w 29"/>
                  <a:gd name="T5" fmla="*/ 8 h 38"/>
                  <a:gd name="T6" fmla="*/ 29 w 29"/>
                  <a:gd name="T7" fmla="*/ 38 h 38"/>
                  <a:gd name="T8" fmla="*/ 0 w 29"/>
                  <a:gd name="T9" fmla="*/ 38 h 38"/>
                  <a:gd name="T10" fmla="*/ 0 w 29"/>
                  <a:gd name="T11" fmla="*/ 8 h 38"/>
                  <a:gd name="T12" fmla="*/ 8 w 29"/>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29" h="38">
                    <a:moveTo>
                      <a:pt x="8" y="0"/>
                    </a:moveTo>
                    <a:lnTo>
                      <a:pt x="18" y="0"/>
                    </a:lnTo>
                    <a:lnTo>
                      <a:pt x="29" y="8"/>
                    </a:lnTo>
                    <a:lnTo>
                      <a:pt x="29" y="38"/>
                    </a:lnTo>
                    <a:lnTo>
                      <a:pt x="0" y="38"/>
                    </a:lnTo>
                    <a:lnTo>
                      <a:pt x="0" y="8"/>
                    </a:lnTo>
                    <a:lnTo>
                      <a:pt x="8"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5" name="î$1îdè"/>
              <p:cNvSpPr/>
              <p:nvPr/>
            </p:nvSpPr>
            <p:spPr bwMode="auto">
              <a:xfrm>
                <a:off x="3851276" y="3484563"/>
                <a:ext cx="122238" cy="60325"/>
              </a:xfrm>
              <a:custGeom>
                <a:avLst/>
                <a:gdLst>
                  <a:gd name="T0" fmla="*/ 9 w 77"/>
                  <a:gd name="T1" fmla="*/ 0 h 38"/>
                  <a:gd name="T2" fmla="*/ 69 w 77"/>
                  <a:gd name="T3" fmla="*/ 0 h 38"/>
                  <a:gd name="T4" fmla="*/ 77 w 77"/>
                  <a:gd name="T5" fmla="*/ 8 h 38"/>
                  <a:gd name="T6" fmla="*/ 77 w 77"/>
                  <a:gd name="T7" fmla="*/ 38 h 38"/>
                  <a:gd name="T8" fmla="*/ 0 w 77"/>
                  <a:gd name="T9" fmla="*/ 38 h 38"/>
                  <a:gd name="T10" fmla="*/ 0 w 77"/>
                  <a:gd name="T11" fmla="*/ 8 h 38"/>
                  <a:gd name="T12" fmla="*/ 9 w 77"/>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77" h="38">
                    <a:moveTo>
                      <a:pt x="9" y="0"/>
                    </a:moveTo>
                    <a:lnTo>
                      <a:pt x="69" y="0"/>
                    </a:lnTo>
                    <a:lnTo>
                      <a:pt x="77" y="8"/>
                    </a:lnTo>
                    <a:lnTo>
                      <a:pt x="77" y="38"/>
                    </a:lnTo>
                    <a:lnTo>
                      <a:pt x="0" y="38"/>
                    </a:lnTo>
                    <a:lnTo>
                      <a:pt x="0" y="8"/>
                    </a:lnTo>
                    <a:lnTo>
                      <a:pt x="9"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6" name="iśľïḓe"/>
              <p:cNvSpPr/>
              <p:nvPr/>
            </p:nvSpPr>
            <p:spPr bwMode="auto">
              <a:xfrm>
                <a:off x="4046538" y="3484563"/>
                <a:ext cx="6350"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7" name="iṣļïḑè"/>
              <p:cNvSpPr/>
              <p:nvPr/>
            </p:nvSpPr>
            <p:spPr bwMode="auto">
              <a:xfrm>
                <a:off x="3838576" y="3484563"/>
                <a:ext cx="6350"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8" name="iṡḷidé"/>
              <p:cNvSpPr/>
              <p:nvPr/>
            </p:nvSpPr>
            <p:spPr bwMode="auto">
              <a:xfrm>
                <a:off x="3979863" y="3484563"/>
                <a:ext cx="3175"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9" name="íṡḷíḋe"/>
              <p:cNvSpPr/>
              <p:nvPr/>
            </p:nvSpPr>
            <p:spPr bwMode="auto">
              <a:xfrm>
                <a:off x="3811588" y="3551238"/>
                <a:ext cx="20478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0" name="íŝ1iḑê"/>
              <p:cNvSpPr/>
              <p:nvPr/>
            </p:nvSpPr>
            <p:spPr bwMode="auto">
              <a:xfrm>
                <a:off x="3805238" y="3557588"/>
                <a:ext cx="214313"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1" name="îṩḷiḑe"/>
              <p:cNvSpPr/>
              <p:nvPr/>
            </p:nvSpPr>
            <p:spPr bwMode="auto">
              <a:xfrm>
                <a:off x="3802063" y="3567113"/>
                <a:ext cx="220663" cy="1588"/>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2" name="iṧḻiḑê"/>
              <p:cNvSpPr/>
              <p:nvPr/>
            </p:nvSpPr>
            <p:spPr bwMode="auto">
              <a:xfrm>
                <a:off x="3802063" y="3570288"/>
                <a:ext cx="22383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3" name="ïṣḻîḋè"/>
              <p:cNvSpPr/>
              <p:nvPr/>
            </p:nvSpPr>
            <p:spPr bwMode="auto">
              <a:xfrm>
                <a:off x="3795713" y="3581400"/>
                <a:ext cx="234950"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4" name="îṡ1îḍé"/>
              <p:cNvSpPr/>
              <p:nvPr/>
            </p:nvSpPr>
            <p:spPr bwMode="auto">
              <a:xfrm>
                <a:off x="3633788" y="3587750"/>
                <a:ext cx="560388" cy="6350"/>
              </a:xfrm>
              <a:custGeom>
                <a:avLst/>
                <a:gdLst>
                  <a:gd name="T0" fmla="*/ 0 w 353"/>
                  <a:gd name="T1" fmla="*/ 0 h 4"/>
                  <a:gd name="T2" fmla="*/ 353 w 353"/>
                  <a:gd name="T3" fmla="*/ 0 h 4"/>
                  <a:gd name="T4" fmla="*/ 351 w 353"/>
                  <a:gd name="T5" fmla="*/ 4 h 4"/>
                  <a:gd name="T6" fmla="*/ 2 w 353"/>
                  <a:gd name="T7" fmla="*/ 4 h 4"/>
                  <a:gd name="T8" fmla="*/ 0 w 353"/>
                  <a:gd name="T9" fmla="*/ 0 h 4"/>
                </a:gdLst>
                <a:ahLst/>
                <a:cxnLst>
                  <a:cxn ang="0">
                    <a:pos x="T0" y="T1"/>
                  </a:cxn>
                  <a:cxn ang="0">
                    <a:pos x="T2" y="T3"/>
                  </a:cxn>
                  <a:cxn ang="0">
                    <a:pos x="T4" y="T5"/>
                  </a:cxn>
                  <a:cxn ang="0">
                    <a:pos x="T6" y="T7"/>
                  </a:cxn>
                  <a:cxn ang="0">
                    <a:pos x="T8" y="T9"/>
                  </a:cxn>
                </a:cxnLst>
                <a:rect l="0" t="0" r="r" b="b"/>
                <a:pathLst>
                  <a:path w="353" h="4">
                    <a:moveTo>
                      <a:pt x="0" y="0"/>
                    </a:moveTo>
                    <a:lnTo>
                      <a:pt x="353" y="0"/>
                    </a:lnTo>
                    <a:lnTo>
                      <a:pt x="351" y="4"/>
                    </a:lnTo>
                    <a:lnTo>
                      <a:pt x="2" y="4"/>
                    </a:lnTo>
                    <a:lnTo>
                      <a:pt x="0" y="0"/>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15" name="îš1íḑe"/>
              <p:cNvSpPr/>
              <p:nvPr/>
            </p:nvSpPr>
            <p:spPr bwMode="auto">
              <a:xfrm>
                <a:off x="3640138" y="3600450"/>
                <a:ext cx="547688" cy="6350"/>
              </a:xfrm>
              <a:custGeom>
                <a:avLst/>
                <a:gdLst>
                  <a:gd name="T0" fmla="*/ 0 w 345"/>
                  <a:gd name="T1" fmla="*/ 0 h 4"/>
                  <a:gd name="T2" fmla="*/ 345 w 345"/>
                  <a:gd name="T3" fmla="*/ 0 h 4"/>
                  <a:gd name="T4" fmla="*/ 343 w 345"/>
                  <a:gd name="T5" fmla="*/ 4 h 4"/>
                  <a:gd name="T6" fmla="*/ 2 w 345"/>
                  <a:gd name="T7" fmla="*/ 4 h 4"/>
                  <a:gd name="T8" fmla="*/ 0 w 345"/>
                  <a:gd name="T9" fmla="*/ 0 h 4"/>
                </a:gdLst>
                <a:ahLst/>
                <a:cxnLst>
                  <a:cxn ang="0">
                    <a:pos x="T0" y="T1"/>
                  </a:cxn>
                  <a:cxn ang="0">
                    <a:pos x="T2" y="T3"/>
                  </a:cxn>
                  <a:cxn ang="0">
                    <a:pos x="T4" y="T5"/>
                  </a:cxn>
                  <a:cxn ang="0">
                    <a:pos x="T6" y="T7"/>
                  </a:cxn>
                  <a:cxn ang="0">
                    <a:pos x="T8" y="T9"/>
                  </a:cxn>
                </a:cxnLst>
                <a:rect l="0" t="0" r="r" b="b"/>
                <a:pathLst>
                  <a:path w="345" h="4">
                    <a:moveTo>
                      <a:pt x="0" y="0"/>
                    </a:moveTo>
                    <a:lnTo>
                      <a:pt x="345" y="0"/>
                    </a:lnTo>
                    <a:lnTo>
                      <a:pt x="343" y="4"/>
                    </a:lnTo>
                    <a:lnTo>
                      <a:pt x="2" y="4"/>
                    </a:lnTo>
                    <a:lnTo>
                      <a:pt x="0" y="0"/>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16" name="iš1ïḍe"/>
              <p:cNvSpPr/>
              <p:nvPr/>
            </p:nvSpPr>
            <p:spPr bwMode="auto">
              <a:xfrm>
                <a:off x="3736976" y="3406775"/>
                <a:ext cx="352425" cy="4763"/>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7" name="îSḻîde"/>
              <p:cNvSpPr/>
              <p:nvPr/>
            </p:nvSpPr>
            <p:spPr bwMode="auto">
              <a:xfrm>
                <a:off x="3746501" y="3417888"/>
                <a:ext cx="3333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8" name="î$ḻîḑé"/>
              <p:cNvSpPr/>
              <p:nvPr/>
            </p:nvSpPr>
            <p:spPr bwMode="auto">
              <a:xfrm>
                <a:off x="3805238" y="3417888"/>
                <a:ext cx="211138" cy="1588"/>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9" name="íŝļïḓe"/>
              <p:cNvSpPr/>
              <p:nvPr/>
            </p:nvSpPr>
            <p:spPr bwMode="auto">
              <a:xfrm>
                <a:off x="3811588"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20" name="îS1iḍé"/>
              <p:cNvSpPr/>
              <p:nvPr/>
            </p:nvSpPr>
            <p:spPr bwMode="auto">
              <a:xfrm>
                <a:off x="3802063"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21" name="išlïdé"/>
              <p:cNvSpPr/>
              <p:nvPr/>
            </p:nvSpPr>
            <p:spPr bwMode="auto">
              <a:xfrm>
                <a:off x="3789363" y="3421063"/>
                <a:ext cx="6350"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22" name="ïSlïde"/>
              <p:cNvSpPr/>
              <p:nvPr/>
            </p:nvSpPr>
            <p:spPr bwMode="auto">
              <a:xfrm>
                <a:off x="3822701"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3" name="îşľïďe"/>
              <p:cNvSpPr/>
              <p:nvPr/>
            </p:nvSpPr>
            <p:spPr bwMode="auto">
              <a:xfrm>
                <a:off x="3832226"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4" name="ïşľíďê"/>
              <p:cNvSpPr/>
              <p:nvPr/>
            </p:nvSpPr>
            <p:spPr bwMode="auto">
              <a:xfrm>
                <a:off x="38449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5" name="íś1ïdè"/>
              <p:cNvSpPr/>
              <p:nvPr/>
            </p:nvSpPr>
            <p:spPr bwMode="auto">
              <a:xfrm>
                <a:off x="3854451"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0" y="0"/>
                      <a:pt x="1" y="0"/>
                      <a:pt x="2" y="0"/>
                    </a:cubicBezTo>
                    <a:cubicBezTo>
                      <a:pt x="2" y="3"/>
                      <a:pt x="2" y="6"/>
                      <a:pt x="2"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6" name="iṩḷiḍe"/>
              <p:cNvSpPr/>
              <p:nvPr/>
            </p:nvSpPr>
            <p:spPr bwMode="auto">
              <a:xfrm>
                <a:off x="3865563"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7" name="ïŝ1iďè"/>
              <p:cNvSpPr/>
              <p:nvPr/>
            </p:nvSpPr>
            <p:spPr bwMode="auto">
              <a:xfrm>
                <a:off x="3878263"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8" name="íṩļíḋê"/>
              <p:cNvSpPr/>
              <p:nvPr/>
            </p:nvSpPr>
            <p:spPr bwMode="auto">
              <a:xfrm>
                <a:off x="3887788"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9" name="ïṧ1ïdè"/>
              <p:cNvSpPr/>
              <p:nvPr/>
            </p:nvSpPr>
            <p:spPr bwMode="auto">
              <a:xfrm>
                <a:off x="3897313"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0" name="íŝḻîḍé"/>
              <p:cNvSpPr/>
              <p:nvPr/>
            </p:nvSpPr>
            <p:spPr bwMode="auto">
              <a:xfrm>
                <a:off x="3908426"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1" name="îşḻïḓé"/>
              <p:cNvSpPr/>
              <p:nvPr/>
            </p:nvSpPr>
            <p:spPr bwMode="auto">
              <a:xfrm>
                <a:off x="39211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2" name="íśļíďè"/>
              <p:cNvSpPr/>
              <p:nvPr/>
            </p:nvSpPr>
            <p:spPr bwMode="auto">
              <a:xfrm>
                <a:off x="3930651"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3" name="iŝ1ïdé"/>
              <p:cNvSpPr/>
              <p:nvPr/>
            </p:nvSpPr>
            <p:spPr bwMode="auto">
              <a:xfrm>
                <a:off x="3940176"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4" name="is1ídè"/>
              <p:cNvSpPr/>
              <p:nvPr/>
            </p:nvSpPr>
            <p:spPr bwMode="auto">
              <a:xfrm>
                <a:off x="3951288"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2" y="0"/>
                      <a:pt x="2" y="0"/>
                    </a:cubicBezTo>
                    <a:cubicBezTo>
                      <a:pt x="2" y="3"/>
                      <a:pt x="2" y="6"/>
                      <a:pt x="2" y="9"/>
                    </a:cubicBezTo>
                    <a:cubicBezTo>
                      <a:pt x="2"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5" name="islíďê"/>
              <p:cNvSpPr/>
              <p:nvPr/>
            </p:nvSpPr>
            <p:spPr bwMode="auto">
              <a:xfrm>
                <a:off x="3963988"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6" name="iṩlíḑê"/>
              <p:cNvSpPr/>
              <p:nvPr/>
            </p:nvSpPr>
            <p:spPr bwMode="auto">
              <a:xfrm>
                <a:off x="3973513"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7" name="îṥḷïďê"/>
              <p:cNvSpPr/>
              <p:nvPr/>
            </p:nvSpPr>
            <p:spPr bwMode="auto">
              <a:xfrm>
                <a:off x="3983038"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8" name="íṥḻïďè"/>
              <p:cNvSpPr/>
              <p:nvPr/>
            </p:nvSpPr>
            <p:spPr bwMode="auto">
              <a:xfrm>
                <a:off x="39973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9" name="íṡḷíḍè"/>
              <p:cNvSpPr/>
              <p:nvPr/>
            </p:nvSpPr>
            <p:spPr bwMode="auto">
              <a:xfrm>
                <a:off x="4006851"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0" name="î$ḷîḑé"/>
              <p:cNvSpPr/>
              <p:nvPr/>
            </p:nvSpPr>
            <p:spPr bwMode="auto">
              <a:xfrm>
                <a:off x="4016376" y="3421063"/>
                <a:ext cx="6350"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1" name="í$ľîdè"/>
              <p:cNvSpPr/>
              <p:nvPr/>
            </p:nvSpPr>
            <p:spPr bwMode="auto">
              <a:xfrm>
                <a:off x="4025901" y="3421063"/>
                <a:ext cx="7938"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2" name="iṥ1iḍè"/>
              <p:cNvSpPr/>
              <p:nvPr/>
            </p:nvSpPr>
            <p:spPr bwMode="auto">
              <a:xfrm>
                <a:off x="4040188" y="3417888"/>
                <a:ext cx="3968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3" name="ïslidé"/>
              <p:cNvSpPr/>
              <p:nvPr/>
            </p:nvSpPr>
            <p:spPr bwMode="auto">
              <a:xfrm>
                <a:off x="3679826"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4" name="íṡlïďè"/>
              <p:cNvSpPr/>
              <p:nvPr/>
            </p:nvSpPr>
            <p:spPr bwMode="auto">
              <a:xfrm>
                <a:off x="3884613" y="3490913"/>
                <a:ext cx="55563" cy="53975"/>
              </a:xfrm>
              <a:custGeom>
                <a:avLst/>
                <a:gdLst>
                  <a:gd name="T0" fmla="*/ 0 w 35"/>
                  <a:gd name="T1" fmla="*/ 0 h 34"/>
                  <a:gd name="T2" fmla="*/ 35 w 35"/>
                  <a:gd name="T3" fmla="*/ 0 h 34"/>
                  <a:gd name="T4" fmla="*/ 35 w 35"/>
                  <a:gd name="T5" fmla="*/ 34 h 34"/>
                  <a:gd name="T6" fmla="*/ 0 w 35"/>
                  <a:gd name="T7" fmla="*/ 34 h 34"/>
                  <a:gd name="T8" fmla="*/ 0 w 35"/>
                  <a:gd name="T9" fmla="*/ 0 h 34"/>
                  <a:gd name="T10" fmla="*/ 0 w 35"/>
                  <a:gd name="T11" fmla="*/ 0 h 34"/>
                  <a:gd name="T12" fmla="*/ 4 w 35"/>
                  <a:gd name="T13" fmla="*/ 8 h 34"/>
                  <a:gd name="T14" fmla="*/ 4 w 35"/>
                  <a:gd name="T15" fmla="*/ 27 h 34"/>
                  <a:gd name="T16" fmla="*/ 8 w 35"/>
                  <a:gd name="T17" fmla="*/ 27 h 34"/>
                  <a:gd name="T18" fmla="*/ 8 w 35"/>
                  <a:gd name="T19" fmla="*/ 8 h 34"/>
                  <a:gd name="T20" fmla="*/ 4 w 35"/>
                  <a:gd name="T21" fmla="*/ 8 h 34"/>
                  <a:gd name="T22" fmla="*/ 4 w 35"/>
                  <a:gd name="T23" fmla="*/ 8 h 34"/>
                  <a:gd name="T24" fmla="*/ 29 w 35"/>
                  <a:gd name="T25" fmla="*/ 8 h 34"/>
                  <a:gd name="T26" fmla="*/ 29 w 35"/>
                  <a:gd name="T27" fmla="*/ 27 h 34"/>
                  <a:gd name="T28" fmla="*/ 31 w 35"/>
                  <a:gd name="T29" fmla="*/ 27 h 34"/>
                  <a:gd name="T30" fmla="*/ 31 w 35"/>
                  <a:gd name="T31" fmla="*/ 8 h 34"/>
                  <a:gd name="T32" fmla="*/ 29 w 35"/>
                  <a:gd name="T33" fmla="*/ 8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35" h="34">
                    <a:moveTo>
                      <a:pt x="0" y="0"/>
                    </a:moveTo>
                    <a:lnTo>
                      <a:pt x="35" y="0"/>
                    </a:lnTo>
                    <a:lnTo>
                      <a:pt x="35" y="34"/>
                    </a:lnTo>
                    <a:lnTo>
                      <a:pt x="0" y="34"/>
                    </a:lnTo>
                    <a:lnTo>
                      <a:pt x="0" y="0"/>
                    </a:lnTo>
                    <a:lnTo>
                      <a:pt x="0" y="0"/>
                    </a:lnTo>
                    <a:close/>
                    <a:moveTo>
                      <a:pt x="4" y="8"/>
                    </a:moveTo>
                    <a:lnTo>
                      <a:pt x="4" y="27"/>
                    </a:lnTo>
                    <a:lnTo>
                      <a:pt x="8" y="27"/>
                    </a:lnTo>
                    <a:lnTo>
                      <a:pt x="8" y="8"/>
                    </a:lnTo>
                    <a:lnTo>
                      <a:pt x="4" y="8"/>
                    </a:lnTo>
                    <a:lnTo>
                      <a:pt x="4" y="8"/>
                    </a:lnTo>
                    <a:close/>
                    <a:moveTo>
                      <a:pt x="29" y="8"/>
                    </a:moveTo>
                    <a:lnTo>
                      <a:pt x="29" y="27"/>
                    </a:lnTo>
                    <a:lnTo>
                      <a:pt x="31" y="27"/>
                    </a:lnTo>
                    <a:lnTo>
                      <a:pt x="31" y="8"/>
                    </a:lnTo>
                    <a:lnTo>
                      <a:pt x="29" y="8"/>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45" name="iṧ1ïḓè"/>
              <p:cNvSpPr/>
              <p:nvPr/>
            </p:nvSpPr>
            <p:spPr bwMode="auto">
              <a:xfrm>
                <a:off x="3551238" y="3067050"/>
                <a:ext cx="722313" cy="727075"/>
              </a:xfrm>
              <a:custGeom>
                <a:avLst/>
                <a:gdLst>
                  <a:gd name="T0" fmla="*/ 109 w 219"/>
                  <a:gd name="T1" fmla="*/ 0 h 218"/>
                  <a:gd name="T2" fmla="*/ 219 w 219"/>
                  <a:gd name="T3" fmla="*/ 109 h 218"/>
                  <a:gd name="T4" fmla="*/ 109 w 219"/>
                  <a:gd name="T5" fmla="*/ 218 h 218"/>
                  <a:gd name="T6" fmla="*/ 0 w 219"/>
                  <a:gd name="T7" fmla="*/ 109 h 218"/>
                  <a:gd name="T8" fmla="*/ 109 w 219"/>
                  <a:gd name="T9" fmla="*/ 0 h 218"/>
                  <a:gd name="T10" fmla="*/ 109 w 219"/>
                  <a:gd name="T11" fmla="*/ 3 h 218"/>
                  <a:gd name="T12" fmla="*/ 4 w 219"/>
                  <a:gd name="T13" fmla="*/ 109 h 218"/>
                  <a:gd name="T14" fmla="*/ 109 w 219"/>
                  <a:gd name="T15" fmla="*/ 215 h 218"/>
                  <a:gd name="T16" fmla="*/ 215 w 219"/>
                  <a:gd name="T17" fmla="*/ 109 h 218"/>
                  <a:gd name="T18" fmla="*/ 109 w 219"/>
                  <a:gd name="T19" fmla="*/ 3 h 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9" h="218">
                    <a:moveTo>
                      <a:pt x="109" y="0"/>
                    </a:moveTo>
                    <a:cubicBezTo>
                      <a:pt x="170" y="0"/>
                      <a:pt x="219" y="49"/>
                      <a:pt x="219" y="109"/>
                    </a:cubicBezTo>
                    <a:cubicBezTo>
                      <a:pt x="219" y="169"/>
                      <a:pt x="170" y="218"/>
                      <a:pt x="109" y="218"/>
                    </a:cubicBezTo>
                    <a:cubicBezTo>
                      <a:pt x="49" y="218"/>
                      <a:pt x="0" y="169"/>
                      <a:pt x="0" y="109"/>
                    </a:cubicBezTo>
                    <a:cubicBezTo>
                      <a:pt x="0" y="49"/>
                      <a:pt x="49" y="0"/>
                      <a:pt x="109" y="0"/>
                    </a:cubicBezTo>
                    <a:close/>
                    <a:moveTo>
                      <a:pt x="109" y="3"/>
                    </a:moveTo>
                    <a:cubicBezTo>
                      <a:pt x="51" y="3"/>
                      <a:pt x="4" y="51"/>
                      <a:pt x="4" y="109"/>
                    </a:cubicBezTo>
                    <a:cubicBezTo>
                      <a:pt x="4" y="167"/>
                      <a:pt x="51" y="215"/>
                      <a:pt x="109" y="215"/>
                    </a:cubicBezTo>
                    <a:cubicBezTo>
                      <a:pt x="168" y="215"/>
                      <a:pt x="215" y="167"/>
                      <a:pt x="215" y="109"/>
                    </a:cubicBezTo>
                    <a:cubicBezTo>
                      <a:pt x="215" y="51"/>
                      <a:pt x="168" y="3"/>
                      <a:pt x="109" y="3"/>
                    </a:cubicBez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nvGrpSpPr>
            <p:cNvPr id="247" name="íşḷïḑe"/>
            <p:cNvGrpSpPr/>
            <p:nvPr userDrawn="1"/>
          </p:nvGrpSpPr>
          <p:grpSpPr>
            <a:xfrm>
              <a:off x="4894762" y="471192"/>
              <a:ext cx="4437911" cy="1614111"/>
              <a:chOff x="4412452" y="3106738"/>
              <a:chExt cx="2312689" cy="841148"/>
            </a:xfrm>
          </p:grpSpPr>
          <p:grpSp>
            <p:nvGrpSpPr>
              <p:cNvPr id="248" name="îṥľíḑé"/>
              <p:cNvGrpSpPr/>
              <p:nvPr/>
            </p:nvGrpSpPr>
            <p:grpSpPr>
              <a:xfrm>
                <a:off x="4422776" y="3106738"/>
                <a:ext cx="2293937" cy="617538"/>
                <a:chOff x="4422776" y="3106738"/>
                <a:chExt cx="2293937" cy="617538"/>
              </a:xfrm>
            </p:grpSpPr>
            <p:sp>
              <p:nvSpPr>
                <p:cNvPr id="265" name="išḻiḑé"/>
                <p:cNvSpPr/>
                <p:nvPr/>
              </p:nvSpPr>
              <p:spPr bwMode="auto">
                <a:xfrm>
                  <a:off x="4811713" y="3200400"/>
                  <a:ext cx="49213" cy="100013"/>
                </a:xfrm>
                <a:custGeom>
                  <a:avLst/>
                  <a:gdLst>
                    <a:gd name="T0" fmla="*/ 0 w 15"/>
                    <a:gd name="T1" fmla="*/ 1 h 30"/>
                    <a:gd name="T2" fmla="*/ 1 w 15"/>
                    <a:gd name="T3" fmla="*/ 12 h 30"/>
                    <a:gd name="T4" fmla="*/ 0 w 15"/>
                    <a:gd name="T5" fmla="*/ 21 h 30"/>
                    <a:gd name="T6" fmla="*/ 2 w 15"/>
                    <a:gd name="T7" fmla="*/ 28 h 30"/>
                    <a:gd name="T8" fmla="*/ 7 w 15"/>
                    <a:gd name="T9" fmla="*/ 30 h 30"/>
                    <a:gd name="T10" fmla="*/ 12 w 15"/>
                    <a:gd name="T11" fmla="*/ 26 h 30"/>
                    <a:gd name="T12" fmla="*/ 15 w 15"/>
                    <a:gd name="T13" fmla="*/ 18 h 30"/>
                    <a:gd name="T14" fmla="*/ 3 w 15"/>
                    <a:gd name="T15" fmla="*/ 0 h 30"/>
                    <a:gd name="T16" fmla="*/ 0 w 15"/>
                    <a:gd name="T17" fmla="*/ 1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5" h="30">
                      <a:moveTo>
                        <a:pt x="0" y="1"/>
                      </a:moveTo>
                      <a:cubicBezTo>
                        <a:pt x="1" y="12"/>
                        <a:pt x="1" y="12"/>
                        <a:pt x="1" y="12"/>
                      </a:cubicBezTo>
                      <a:cubicBezTo>
                        <a:pt x="1" y="13"/>
                        <a:pt x="0" y="18"/>
                        <a:pt x="0" y="21"/>
                      </a:cubicBezTo>
                      <a:cubicBezTo>
                        <a:pt x="0" y="24"/>
                        <a:pt x="2" y="25"/>
                        <a:pt x="2" y="28"/>
                      </a:cubicBezTo>
                      <a:cubicBezTo>
                        <a:pt x="7" y="30"/>
                        <a:pt x="7" y="30"/>
                        <a:pt x="7" y="30"/>
                      </a:cubicBezTo>
                      <a:cubicBezTo>
                        <a:pt x="9" y="27"/>
                        <a:pt x="10" y="29"/>
                        <a:pt x="12" y="26"/>
                      </a:cubicBezTo>
                      <a:cubicBezTo>
                        <a:pt x="14" y="23"/>
                        <a:pt x="14" y="21"/>
                        <a:pt x="15" y="18"/>
                      </a:cubicBezTo>
                      <a:cubicBezTo>
                        <a:pt x="12" y="7"/>
                        <a:pt x="13" y="5"/>
                        <a:pt x="3" y="0"/>
                      </a:cubicBezTo>
                      <a:lnTo>
                        <a:pt x="0" y="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6" name="íṥľíďè"/>
                <p:cNvSpPr/>
                <p:nvPr/>
              </p:nvSpPr>
              <p:spPr bwMode="auto">
                <a:xfrm>
                  <a:off x="5221288" y="3184525"/>
                  <a:ext cx="36513" cy="122238"/>
                </a:xfrm>
                <a:custGeom>
                  <a:avLst/>
                  <a:gdLst>
                    <a:gd name="T0" fmla="*/ 0 w 11"/>
                    <a:gd name="T1" fmla="*/ 3 h 37"/>
                    <a:gd name="T2" fmla="*/ 2 w 11"/>
                    <a:gd name="T3" fmla="*/ 14 h 37"/>
                    <a:gd name="T4" fmla="*/ 0 w 11"/>
                    <a:gd name="T5" fmla="*/ 33 h 37"/>
                    <a:gd name="T6" fmla="*/ 0 w 11"/>
                    <a:gd name="T7" fmla="*/ 36 h 37"/>
                    <a:gd name="T8" fmla="*/ 2 w 11"/>
                    <a:gd name="T9" fmla="*/ 37 h 37"/>
                    <a:gd name="T10" fmla="*/ 8 w 11"/>
                    <a:gd name="T11" fmla="*/ 27 h 37"/>
                    <a:gd name="T12" fmla="*/ 11 w 11"/>
                    <a:gd name="T13" fmla="*/ 17 h 37"/>
                    <a:gd name="T14" fmla="*/ 11 w 11"/>
                    <a:gd name="T15" fmla="*/ 15 h 37"/>
                    <a:gd name="T16" fmla="*/ 7 w 11"/>
                    <a:gd name="T17" fmla="*/ 2 h 37"/>
                    <a:gd name="T18" fmla="*/ 2 w 11"/>
                    <a:gd name="T19" fmla="*/ 0 h 37"/>
                    <a:gd name="T20" fmla="*/ 0 w 11"/>
                    <a:gd name="T21" fmla="*/ 3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1" h="37">
                      <a:moveTo>
                        <a:pt x="0" y="3"/>
                      </a:moveTo>
                      <a:cubicBezTo>
                        <a:pt x="2" y="14"/>
                        <a:pt x="2" y="14"/>
                        <a:pt x="2" y="14"/>
                      </a:cubicBezTo>
                      <a:cubicBezTo>
                        <a:pt x="2" y="19"/>
                        <a:pt x="0" y="27"/>
                        <a:pt x="0" y="33"/>
                      </a:cubicBezTo>
                      <a:cubicBezTo>
                        <a:pt x="0" y="36"/>
                        <a:pt x="0" y="36"/>
                        <a:pt x="0" y="36"/>
                      </a:cubicBezTo>
                      <a:cubicBezTo>
                        <a:pt x="2" y="36"/>
                        <a:pt x="1" y="37"/>
                        <a:pt x="2" y="37"/>
                      </a:cubicBezTo>
                      <a:cubicBezTo>
                        <a:pt x="3" y="37"/>
                        <a:pt x="7" y="28"/>
                        <a:pt x="8" y="27"/>
                      </a:cubicBezTo>
                      <a:cubicBezTo>
                        <a:pt x="9" y="24"/>
                        <a:pt x="11" y="21"/>
                        <a:pt x="11" y="17"/>
                      </a:cubicBezTo>
                      <a:cubicBezTo>
                        <a:pt x="11" y="15"/>
                        <a:pt x="11" y="15"/>
                        <a:pt x="11" y="15"/>
                      </a:cubicBezTo>
                      <a:cubicBezTo>
                        <a:pt x="11" y="7"/>
                        <a:pt x="8" y="7"/>
                        <a:pt x="7" y="2"/>
                      </a:cubicBezTo>
                      <a:cubicBezTo>
                        <a:pt x="2" y="0"/>
                        <a:pt x="2" y="0"/>
                        <a:pt x="2" y="0"/>
                      </a:cubicBezTo>
                      <a:cubicBezTo>
                        <a:pt x="2" y="1"/>
                        <a:pt x="0" y="1"/>
                        <a:pt x="0" y="3"/>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7" name="íś1iḑe"/>
                <p:cNvSpPr/>
                <p:nvPr/>
              </p:nvSpPr>
              <p:spPr bwMode="auto">
                <a:xfrm>
                  <a:off x="4554538" y="3251200"/>
                  <a:ext cx="119063" cy="58738"/>
                </a:xfrm>
                <a:custGeom>
                  <a:avLst/>
                  <a:gdLst>
                    <a:gd name="T0" fmla="*/ 0 w 36"/>
                    <a:gd name="T1" fmla="*/ 15 h 18"/>
                    <a:gd name="T2" fmla="*/ 2 w 36"/>
                    <a:gd name="T3" fmla="*/ 16 h 18"/>
                    <a:gd name="T4" fmla="*/ 13 w 36"/>
                    <a:gd name="T5" fmla="*/ 18 h 18"/>
                    <a:gd name="T6" fmla="*/ 16 w 36"/>
                    <a:gd name="T7" fmla="*/ 18 h 18"/>
                    <a:gd name="T8" fmla="*/ 22 w 36"/>
                    <a:gd name="T9" fmla="*/ 17 h 18"/>
                    <a:gd name="T10" fmla="*/ 23 w 36"/>
                    <a:gd name="T11" fmla="*/ 17 h 18"/>
                    <a:gd name="T12" fmla="*/ 30 w 36"/>
                    <a:gd name="T13" fmla="*/ 13 h 18"/>
                    <a:gd name="T14" fmla="*/ 36 w 36"/>
                    <a:gd name="T15" fmla="*/ 8 h 18"/>
                    <a:gd name="T16" fmla="*/ 36 w 36"/>
                    <a:gd name="T17" fmla="*/ 7 h 18"/>
                    <a:gd name="T18" fmla="*/ 36 w 36"/>
                    <a:gd name="T19" fmla="*/ 4 h 18"/>
                    <a:gd name="T20" fmla="*/ 32 w 36"/>
                    <a:gd name="T21" fmla="*/ 0 h 18"/>
                    <a:gd name="T22" fmla="*/ 24 w 36"/>
                    <a:gd name="T23" fmla="*/ 3 h 18"/>
                    <a:gd name="T24" fmla="*/ 16 w 36"/>
                    <a:gd name="T25" fmla="*/ 7 h 18"/>
                    <a:gd name="T26" fmla="*/ 0 w 36"/>
                    <a:gd name="T27" fmla="*/ 15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6" h="18">
                      <a:moveTo>
                        <a:pt x="0" y="15"/>
                      </a:moveTo>
                      <a:cubicBezTo>
                        <a:pt x="1" y="16"/>
                        <a:pt x="1" y="16"/>
                        <a:pt x="2" y="16"/>
                      </a:cubicBezTo>
                      <a:cubicBezTo>
                        <a:pt x="6" y="16"/>
                        <a:pt x="9" y="18"/>
                        <a:pt x="13" y="18"/>
                      </a:cubicBezTo>
                      <a:cubicBezTo>
                        <a:pt x="16" y="18"/>
                        <a:pt x="16" y="18"/>
                        <a:pt x="16" y="18"/>
                      </a:cubicBezTo>
                      <a:cubicBezTo>
                        <a:pt x="22" y="17"/>
                        <a:pt x="22" y="17"/>
                        <a:pt x="22" y="17"/>
                      </a:cubicBezTo>
                      <a:cubicBezTo>
                        <a:pt x="23" y="17"/>
                        <a:pt x="23" y="17"/>
                        <a:pt x="23" y="17"/>
                      </a:cubicBezTo>
                      <a:cubicBezTo>
                        <a:pt x="26" y="16"/>
                        <a:pt x="28" y="14"/>
                        <a:pt x="30" y="13"/>
                      </a:cubicBezTo>
                      <a:cubicBezTo>
                        <a:pt x="34" y="11"/>
                        <a:pt x="33" y="10"/>
                        <a:pt x="36" y="8"/>
                      </a:cubicBezTo>
                      <a:cubicBezTo>
                        <a:pt x="36" y="7"/>
                        <a:pt x="36" y="7"/>
                        <a:pt x="36" y="7"/>
                      </a:cubicBezTo>
                      <a:cubicBezTo>
                        <a:pt x="36" y="4"/>
                        <a:pt x="36" y="4"/>
                        <a:pt x="36" y="4"/>
                      </a:cubicBezTo>
                      <a:cubicBezTo>
                        <a:pt x="36" y="1"/>
                        <a:pt x="33" y="2"/>
                        <a:pt x="32" y="0"/>
                      </a:cubicBezTo>
                      <a:cubicBezTo>
                        <a:pt x="29" y="1"/>
                        <a:pt x="27" y="1"/>
                        <a:pt x="24" y="3"/>
                      </a:cubicBezTo>
                      <a:cubicBezTo>
                        <a:pt x="21" y="4"/>
                        <a:pt x="19" y="6"/>
                        <a:pt x="16" y="7"/>
                      </a:cubicBezTo>
                      <a:cubicBezTo>
                        <a:pt x="11" y="11"/>
                        <a:pt x="4" y="10"/>
                        <a:pt x="0" y="1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8" name="iṩ1iḋè"/>
                <p:cNvSpPr/>
                <p:nvPr/>
              </p:nvSpPr>
              <p:spPr bwMode="auto">
                <a:xfrm>
                  <a:off x="6359526" y="3263900"/>
                  <a:ext cx="93663" cy="139700"/>
                </a:xfrm>
                <a:custGeom>
                  <a:avLst/>
                  <a:gdLst>
                    <a:gd name="T0" fmla="*/ 15 w 28"/>
                    <a:gd name="T1" fmla="*/ 1 h 42"/>
                    <a:gd name="T2" fmla="*/ 6 w 28"/>
                    <a:gd name="T3" fmla="*/ 11 h 42"/>
                    <a:gd name="T4" fmla="*/ 6 w 28"/>
                    <a:gd name="T5" fmla="*/ 13 h 42"/>
                    <a:gd name="T6" fmla="*/ 5 w 28"/>
                    <a:gd name="T7" fmla="*/ 16 h 42"/>
                    <a:gd name="T8" fmla="*/ 6 w 28"/>
                    <a:gd name="T9" fmla="*/ 20 h 42"/>
                    <a:gd name="T10" fmla="*/ 6 w 28"/>
                    <a:gd name="T11" fmla="*/ 21 h 42"/>
                    <a:gd name="T12" fmla="*/ 0 w 28"/>
                    <a:gd name="T13" fmla="*/ 38 h 42"/>
                    <a:gd name="T14" fmla="*/ 0 w 28"/>
                    <a:gd name="T15" fmla="*/ 41 h 42"/>
                    <a:gd name="T16" fmla="*/ 3 w 28"/>
                    <a:gd name="T17" fmla="*/ 42 h 42"/>
                    <a:gd name="T18" fmla="*/ 9 w 28"/>
                    <a:gd name="T19" fmla="*/ 32 h 42"/>
                    <a:gd name="T20" fmla="*/ 12 w 28"/>
                    <a:gd name="T21" fmla="*/ 26 h 42"/>
                    <a:gd name="T22" fmla="*/ 14 w 28"/>
                    <a:gd name="T23" fmla="*/ 26 h 42"/>
                    <a:gd name="T24" fmla="*/ 20 w 28"/>
                    <a:gd name="T25" fmla="*/ 26 h 42"/>
                    <a:gd name="T26" fmla="*/ 28 w 28"/>
                    <a:gd name="T27" fmla="*/ 14 h 42"/>
                    <a:gd name="T28" fmla="*/ 28 w 28"/>
                    <a:gd name="T29" fmla="*/ 6 h 42"/>
                    <a:gd name="T30" fmla="*/ 28 w 28"/>
                    <a:gd name="T31" fmla="*/ 5 h 42"/>
                    <a:gd name="T32" fmla="*/ 27 w 28"/>
                    <a:gd name="T33" fmla="*/ 3 h 42"/>
                    <a:gd name="T34" fmla="*/ 26 w 28"/>
                    <a:gd name="T35" fmla="*/ 3 h 42"/>
                    <a:gd name="T36" fmla="*/ 24 w 28"/>
                    <a:gd name="T37" fmla="*/ 3 h 42"/>
                    <a:gd name="T38" fmla="*/ 23 w 28"/>
                    <a:gd name="T39" fmla="*/ 3 h 42"/>
                    <a:gd name="T40" fmla="*/ 20 w 28"/>
                    <a:gd name="T41" fmla="*/ 0 h 42"/>
                    <a:gd name="T42" fmla="*/ 15 w 28"/>
                    <a:gd name="T43" fmla="*/ 1 h 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 h="42">
                      <a:moveTo>
                        <a:pt x="15" y="1"/>
                      </a:moveTo>
                      <a:cubicBezTo>
                        <a:pt x="15" y="10"/>
                        <a:pt x="8" y="6"/>
                        <a:pt x="6" y="11"/>
                      </a:cubicBezTo>
                      <a:cubicBezTo>
                        <a:pt x="6" y="13"/>
                        <a:pt x="6" y="13"/>
                        <a:pt x="6" y="13"/>
                      </a:cubicBezTo>
                      <a:cubicBezTo>
                        <a:pt x="6" y="14"/>
                        <a:pt x="5" y="14"/>
                        <a:pt x="5" y="16"/>
                      </a:cubicBezTo>
                      <a:cubicBezTo>
                        <a:pt x="6" y="20"/>
                        <a:pt x="6" y="20"/>
                        <a:pt x="6" y="20"/>
                      </a:cubicBezTo>
                      <a:cubicBezTo>
                        <a:pt x="6" y="21"/>
                        <a:pt x="6" y="21"/>
                        <a:pt x="6" y="21"/>
                      </a:cubicBezTo>
                      <a:cubicBezTo>
                        <a:pt x="6" y="29"/>
                        <a:pt x="0" y="31"/>
                        <a:pt x="0" y="38"/>
                      </a:cubicBezTo>
                      <a:cubicBezTo>
                        <a:pt x="0" y="41"/>
                        <a:pt x="0" y="41"/>
                        <a:pt x="0" y="41"/>
                      </a:cubicBezTo>
                      <a:cubicBezTo>
                        <a:pt x="2" y="42"/>
                        <a:pt x="2" y="42"/>
                        <a:pt x="3" y="42"/>
                      </a:cubicBezTo>
                      <a:cubicBezTo>
                        <a:pt x="7" y="42"/>
                        <a:pt x="9" y="36"/>
                        <a:pt x="9" y="32"/>
                      </a:cubicBezTo>
                      <a:cubicBezTo>
                        <a:pt x="9" y="29"/>
                        <a:pt x="10" y="26"/>
                        <a:pt x="12" y="26"/>
                      </a:cubicBezTo>
                      <a:cubicBezTo>
                        <a:pt x="14" y="26"/>
                        <a:pt x="14" y="26"/>
                        <a:pt x="14" y="26"/>
                      </a:cubicBezTo>
                      <a:cubicBezTo>
                        <a:pt x="20" y="26"/>
                        <a:pt x="20" y="26"/>
                        <a:pt x="20" y="26"/>
                      </a:cubicBezTo>
                      <a:cubicBezTo>
                        <a:pt x="24" y="24"/>
                        <a:pt x="28" y="21"/>
                        <a:pt x="28" y="14"/>
                      </a:cubicBezTo>
                      <a:cubicBezTo>
                        <a:pt x="28" y="6"/>
                        <a:pt x="28" y="6"/>
                        <a:pt x="28" y="6"/>
                      </a:cubicBezTo>
                      <a:cubicBezTo>
                        <a:pt x="28" y="5"/>
                        <a:pt x="28" y="5"/>
                        <a:pt x="28" y="5"/>
                      </a:cubicBezTo>
                      <a:cubicBezTo>
                        <a:pt x="27" y="3"/>
                        <a:pt x="27" y="3"/>
                        <a:pt x="27" y="3"/>
                      </a:cubicBezTo>
                      <a:cubicBezTo>
                        <a:pt x="26" y="3"/>
                        <a:pt x="26" y="3"/>
                        <a:pt x="26" y="3"/>
                      </a:cubicBezTo>
                      <a:cubicBezTo>
                        <a:pt x="24" y="3"/>
                        <a:pt x="24" y="3"/>
                        <a:pt x="24" y="3"/>
                      </a:cubicBezTo>
                      <a:cubicBezTo>
                        <a:pt x="23" y="3"/>
                        <a:pt x="23" y="3"/>
                        <a:pt x="23" y="3"/>
                      </a:cubicBezTo>
                      <a:cubicBezTo>
                        <a:pt x="20" y="0"/>
                        <a:pt x="20" y="0"/>
                        <a:pt x="20" y="0"/>
                      </a:cubicBezTo>
                      <a:lnTo>
                        <a:pt x="15" y="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9" name="íṩlïḓè"/>
                <p:cNvSpPr/>
                <p:nvPr/>
              </p:nvSpPr>
              <p:spPr bwMode="auto">
                <a:xfrm>
                  <a:off x="5826126" y="3273425"/>
                  <a:ext cx="223838" cy="293688"/>
                </a:xfrm>
                <a:custGeom>
                  <a:avLst/>
                  <a:gdLst>
                    <a:gd name="T0" fmla="*/ 38 w 68"/>
                    <a:gd name="T1" fmla="*/ 16 h 88"/>
                    <a:gd name="T2" fmla="*/ 40 w 68"/>
                    <a:gd name="T3" fmla="*/ 5 h 88"/>
                    <a:gd name="T4" fmla="*/ 36 w 68"/>
                    <a:gd name="T5" fmla="*/ 1 h 88"/>
                    <a:gd name="T6" fmla="*/ 36 w 68"/>
                    <a:gd name="T7" fmla="*/ 1 h 88"/>
                    <a:gd name="T8" fmla="*/ 33 w 68"/>
                    <a:gd name="T9" fmla="*/ 0 h 88"/>
                    <a:gd name="T10" fmla="*/ 24 w 68"/>
                    <a:gd name="T11" fmla="*/ 7 h 88"/>
                    <a:gd name="T12" fmla="*/ 24 w 68"/>
                    <a:gd name="T13" fmla="*/ 8 h 88"/>
                    <a:gd name="T14" fmla="*/ 26 w 68"/>
                    <a:gd name="T15" fmla="*/ 18 h 88"/>
                    <a:gd name="T16" fmla="*/ 27 w 68"/>
                    <a:gd name="T17" fmla="*/ 28 h 88"/>
                    <a:gd name="T18" fmla="*/ 27 w 68"/>
                    <a:gd name="T19" fmla="*/ 39 h 88"/>
                    <a:gd name="T20" fmla="*/ 16 w 68"/>
                    <a:gd name="T21" fmla="*/ 48 h 88"/>
                    <a:gd name="T22" fmla="*/ 7 w 68"/>
                    <a:gd name="T23" fmla="*/ 49 h 88"/>
                    <a:gd name="T24" fmla="*/ 5 w 68"/>
                    <a:gd name="T25" fmla="*/ 49 h 88"/>
                    <a:gd name="T26" fmla="*/ 4 w 68"/>
                    <a:gd name="T27" fmla="*/ 49 h 88"/>
                    <a:gd name="T28" fmla="*/ 0 w 68"/>
                    <a:gd name="T29" fmla="*/ 54 h 88"/>
                    <a:gd name="T30" fmla="*/ 5 w 68"/>
                    <a:gd name="T31" fmla="*/ 60 h 88"/>
                    <a:gd name="T32" fmla="*/ 11 w 68"/>
                    <a:gd name="T33" fmla="*/ 60 h 88"/>
                    <a:gd name="T34" fmla="*/ 13 w 68"/>
                    <a:gd name="T35" fmla="*/ 59 h 88"/>
                    <a:gd name="T36" fmla="*/ 20 w 68"/>
                    <a:gd name="T37" fmla="*/ 66 h 88"/>
                    <a:gd name="T38" fmla="*/ 17 w 68"/>
                    <a:gd name="T39" fmla="*/ 72 h 88"/>
                    <a:gd name="T40" fmla="*/ 13 w 68"/>
                    <a:gd name="T41" fmla="*/ 76 h 88"/>
                    <a:gd name="T42" fmla="*/ 2 w 68"/>
                    <a:gd name="T43" fmla="*/ 82 h 88"/>
                    <a:gd name="T44" fmla="*/ 2 w 68"/>
                    <a:gd name="T45" fmla="*/ 83 h 88"/>
                    <a:gd name="T46" fmla="*/ 2 w 68"/>
                    <a:gd name="T47" fmla="*/ 87 h 88"/>
                    <a:gd name="T48" fmla="*/ 4 w 68"/>
                    <a:gd name="T49" fmla="*/ 88 h 88"/>
                    <a:gd name="T50" fmla="*/ 25 w 68"/>
                    <a:gd name="T51" fmla="*/ 77 h 88"/>
                    <a:gd name="T52" fmla="*/ 31 w 68"/>
                    <a:gd name="T53" fmla="*/ 69 h 88"/>
                    <a:gd name="T54" fmla="*/ 40 w 68"/>
                    <a:gd name="T55" fmla="*/ 63 h 88"/>
                    <a:gd name="T56" fmla="*/ 52 w 68"/>
                    <a:gd name="T57" fmla="*/ 70 h 88"/>
                    <a:gd name="T58" fmla="*/ 48 w 68"/>
                    <a:gd name="T59" fmla="*/ 79 h 88"/>
                    <a:gd name="T60" fmla="*/ 59 w 68"/>
                    <a:gd name="T61" fmla="*/ 81 h 88"/>
                    <a:gd name="T62" fmla="*/ 68 w 68"/>
                    <a:gd name="T63" fmla="*/ 71 h 88"/>
                    <a:gd name="T64" fmla="*/ 59 w 68"/>
                    <a:gd name="T65" fmla="*/ 62 h 88"/>
                    <a:gd name="T66" fmla="*/ 44 w 68"/>
                    <a:gd name="T67" fmla="*/ 60 h 88"/>
                    <a:gd name="T68" fmla="*/ 42 w 68"/>
                    <a:gd name="T69" fmla="*/ 60 h 88"/>
                    <a:gd name="T70" fmla="*/ 36 w 68"/>
                    <a:gd name="T71" fmla="*/ 53 h 88"/>
                    <a:gd name="T72" fmla="*/ 48 w 68"/>
                    <a:gd name="T73" fmla="*/ 42 h 88"/>
                    <a:gd name="T74" fmla="*/ 59 w 68"/>
                    <a:gd name="T75" fmla="*/ 32 h 88"/>
                    <a:gd name="T76" fmla="*/ 59 w 68"/>
                    <a:gd name="T77" fmla="*/ 30 h 88"/>
                    <a:gd name="T78" fmla="*/ 59 w 68"/>
                    <a:gd name="T79" fmla="*/ 29 h 88"/>
                    <a:gd name="T80" fmla="*/ 54 w 68"/>
                    <a:gd name="T81" fmla="*/ 26 h 88"/>
                    <a:gd name="T82" fmla="*/ 51 w 68"/>
                    <a:gd name="T83" fmla="*/ 27 h 88"/>
                    <a:gd name="T84" fmla="*/ 50 w 68"/>
                    <a:gd name="T85" fmla="*/ 27 h 88"/>
                    <a:gd name="T86" fmla="*/ 41 w 68"/>
                    <a:gd name="T87" fmla="*/ 33 h 88"/>
                    <a:gd name="T88" fmla="*/ 38 w 68"/>
                    <a:gd name="T89" fmla="*/ 28 h 88"/>
                    <a:gd name="T90" fmla="*/ 38 w 68"/>
                    <a:gd name="T91" fmla="*/ 27 h 88"/>
                    <a:gd name="T92" fmla="*/ 38 w 68"/>
                    <a:gd name="T93" fmla="*/ 16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68" h="88">
                      <a:moveTo>
                        <a:pt x="38" y="16"/>
                      </a:moveTo>
                      <a:cubicBezTo>
                        <a:pt x="39" y="11"/>
                        <a:pt x="40" y="9"/>
                        <a:pt x="40" y="5"/>
                      </a:cubicBezTo>
                      <a:cubicBezTo>
                        <a:pt x="40" y="3"/>
                        <a:pt x="38" y="1"/>
                        <a:pt x="36" y="1"/>
                      </a:cubicBezTo>
                      <a:cubicBezTo>
                        <a:pt x="36" y="1"/>
                        <a:pt x="36" y="1"/>
                        <a:pt x="36" y="1"/>
                      </a:cubicBezTo>
                      <a:cubicBezTo>
                        <a:pt x="34" y="1"/>
                        <a:pt x="34" y="1"/>
                        <a:pt x="33" y="0"/>
                      </a:cubicBezTo>
                      <a:cubicBezTo>
                        <a:pt x="28" y="3"/>
                        <a:pt x="28" y="1"/>
                        <a:pt x="24" y="7"/>
                      </a:cubicBezTo>
                      <a:cubicBezTo>
                        <a:pt x="24" y="8"/>
                        <a:pt x="24" y="8"/>
                        <a:pt x="24" y="8"/>
                      </a:cubicBezTo>
                      <a:cubicBezTo>
                        <a:pt x="24" y="12"/>
                        <a:pt x="26" y="14"/>
                        <a:pt x="26" y="18"/>
                      </a:cubicBezTo>
                      <a:cubicBezTo>
                        <a:pt x="27" y="28"/>
                        <a:pt x="27" y="28"/>
                        <a:pt x="27" y="28"/>
                      </a:cubicBezTo>
                      <a:cubicBezTo>
                        <a:pt x="27" y="39"/>
                        <a:pt x="27" y="39"/>
                        <a:pt x="27" y="39"/>
                      </a:cubicBezTo>
                      <a:cubicBezTo>
                        <a:pt x="28" y="45"/>
                        <a:pt x="22" y="48"/>
                        <a:pt x="16" y="48"/>
                      </a:cubicBezTo>
                      <a:cubicBezTo>
                        <a:pt x="7" y="49"/>
                        <a:pt x="7" y="49"/>
                        <a:pt x="7" y="49"/>
                      </a:cubicBezTo>
                      <a:cubicBezTo>
                        <a:pt x="5" y="49"/>
                        <a:pt x="5" y="49"/>
                        <a:pt x="5" y="49"/>
                      </a:cubicBezTo>
                      <a:cubicBezTo>
                        <a:pt x="4" y="49"/>
                        <a:pt x="4" y="49"/>
                        <a:pt x="4" y="49"/>
                      </a:cubicBezTo>
                      <a:cubicBezTo>
                        <a:pt x="2" y="50"/>
                        <a:pt x="0" y="51"/>
                        <a:pt x="0" y="54"/>
                      </a:cubicBezTo>
                      <a:cubicBezTo>
                        <a:pt x="0" y="56"/>
                        <a:pt x="3" y="60"/>
                        <a:pt x="5" y="60"/>
                      </a:cubicBezTo>
                      <a:cubicBezTo>
                        <a:pt x="11" y="60"/>
                        <a:pt x="11" y="60"/>
                        <a:pt x="11" y="60"/>
                      </a:cubicBezTo>
                      <a:cubicBezTo>
                        <a:pt x="12" y="60"/>
                        <a:pt x="12" y="60"/>
                        <a:pt x="13" y="59"/>
                      </a:cubicBezTo>
                      <a:cubicBezTo>
                        <a:pt x="17" y="62"/>
                        <a:pt x="17" y="60"/>
                        <a:pt x="20" y="66"/>
                      </a:cubicBezTo>
                      <a:cubicBezTo>
                        <a:pt x="18" y="69"/>
                        <a:pt x="20" y="68"/>
                        <a:pt x="17" y="72"/>
                      </a:cubicBezTo>
                      <a:cubicBezTo>
                        <a:pt x="15" y="73"/>
                        <a:pt x="15" y="75"/>
                        <a:pt x="13" y="76"/>
                      </a:cubicBezTo>
                      <a:cubicBezTo>
                        <a:pt x="8" y="79"/>
                        <a:pt x="7" y="80"/>
                        <a:pt x="2" y="82"/>
                      </a:cubicBezTo>
                      <a:cubicBezTo>
                        <a:pt x="2" y="83"/>
                        <a:pt x="2" y="83"/>
                        <a:pt x="2" y="83"/>
                      </a:cubicBezTo>
                      <a:cubicBezTo>
                        <a:pt x="2" y="87"/>
                        <a:pt x="2" y="87"/>
                        <a:pt x="2" y="87"/>
                      </a:cubicBezTo>
                      <a:cubicBezTo>
                        <a:pt x="4" y="87"/>
                        <a:pt x="3" y="88"/>
                        <a:pt x="4" y="88"/>
                      </a:cubicBezTo>
                      <a:cubicBezTo>
                        <a:pt x="13" y="88"/>
                        <a:pt x="20" y="82"/>
                        <a:pt x="25" y="77"/>
                      </a:cubicBezTo>
                      <a:cubicBezTo>
                        <a:pt x="26" y="76"/>
                        <a:pt x="30" y="71"/>
                        <a:pt x="31" y="69"/>
                      </a:cubicBezTo>
                      <a:cubicBezTo>
                        <a:pt x="33" y="65"/>
                        <a:pt x="35" y="63"/>
                        <a:pt x="40" y="63"/>
                      </a:cubicBezTo>
                      <a:cubicBezTo>
                        <a:pt x="45" y="63"/>
                        <a:pt x="49" y="67"/>
                        <a:pt x="52" y="70"/>
                      </a:cubicBezTo>
                      <a:cubicBezTo>
                        <a:pt x="48" y="79"/>
                        <a:pt x="48" y="79"/>
                        <a:pt x="48" y="79"/>
                      </a:cubicBezTo>
                      <a:cubicBezTo>
                        <a:pt x="50" y="79"/>
                        <a:pt x="58" y="81"/>
                        <a:pt x="59" y="81"/>
                      </a:cubicBezTo>
                      <a:cubicBezTo>
                        <a:pt x="65" y="81"/>
                        <a:pt x="67" y="76"/>
                        <a:pt x="68" y="71"/>
                      </a:cubicBezTo>
                      <a:cubicBezTo>
                        <a:pt x="67" y="65"/>
                        <a:pt x="63" y="64"/>
                        <a:pt x="59" y="62"/>
                      </a:cubicBezTo>
                      <a:cubicBezTo>
                        <a:pt x="53" y="59"/>
                        <a:pt x="51" y="60"/>
                        <a:pt x="44" y="60"/>
                      </a:cubicBezTo>
                      <a:cubicBezTo>
                        <a:pt x="43" y="60"/>
                        <a:pt x="43" y="60"/>
                        <a:pt x="42" y="60"/>
                      </a:cubicBezTo>
                      <a:cubicBezTo>
                        <a:pt x="40" y="59"/>
                        <a:pt x="36" y="56"/>
                        <a:pt x="36" y="53"/>
                      </a:cubicBezTo>
                      <a:cubicBezTo>
                        <a:pt x="36" y="51"/>
                        <a:pt x="45" y="44"/>
                        <a:pt x="48" y="42"/>
                      </a:cubicBezTo>
                      <a:cubicBezTo>
                        <a:pt x="50" y="41"/>
                        <a:pt x="59" y="34"/>
                        <a:pt x="59" y="32"/>
                      </a:cubicBezTo>
                      <a:cubicBezTo>
                        <a:pt x="59" y="30"/>
                        <a:pt x="59" y="30"/>
                        <a:pt x="59" y="30"/>
                      </a:cubicBezTo>
                      <a:cubicBezTo>
                        <a:pt x="59" y="29"/>
                        <a:pt x="59" y="29"/>
                        <a:pt x="59" y="29"/>
                      </a:cubicBezTo>
                      <a:cubicBezTo>
                        <a:pt x="54" y="26"/>
                        <a:pt x="54" y="26"/>
                        <a:pt x="54" y="26"/>
                      </a:cubicBezTo>
                      <a:cubicBezTo>
                        <a:pt x="53" y="27"/>
                        <a:pt x="53" y="27"/>
                        <a:pt x="51" y="27"/>
                      </a:cubicBezTo>
                      <a:cubicBezTo>
                        <a:pt x="50" y="27"/>
                        <a:pt x="50" y="27"/>
                        <a:pt x="50" y="27"/>
                      </a:cubicBezTo>
                      <a:cubicBezTo>
                        <a:pt x="46" y="32"/>
                        <a:pt x="46" y="30"/>
                        <a:pt x="41" y="33"/>
                      </a:cubicBezTo>
                      <a:cubicBezTo>
                        <a:pt x="40" y="31"/>
                        <a:pt x="39" y="30"/>
                        <a:pt x="38" y="28"/>
                      </a:cubicBezTo>
                      <a:cubicBezTo>
                        <a:pt x="38" y="27"/>
                        <a:pt x="38" y="27"/>
                        <a:pt x="38" y="27"/>
                      </a:cubicBezTo>
                      <a:lnTo>
                        <a:pt x="38" y="16"/>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0" name="ísḷïďè"/>
                <p:cNvSpPr/>
                <p:nvPr/>
              </p:nvSpPr>
              <p:spPr bwMode="auto">
                <a:xfrm>
                  <a:off x="4518026" y="3506788"/>
                  <a:ext cx="53975" cy="71438"/>
                </a:xfrm>
                <a:custGeom>
                  <a:avLst/>
                  <a:gdLst>
                    <a:gd name="T0" fmla="*/ 14 w 16"/>
                    <a:gd name="T1" fmla="*/ 17 h 21"/>
                    <a:gd name="T2" fmla="*/ 16 w 16"/>
                    <a:gd name="T3" fmla="*/ 12 h 21"/>
                    <a:gd name="T4" fmla="*/ 11 w 16"/>
                    <a:gd name="T5" fmla="*/ 5 h 21"/>
                    <a:gd name="T6" fmla="*/ 5 w 16"/>
                    <a:gd name="T7" fmla="*/ 0 h 21"/>
                    <a:gd name="T8" fmla="*/ 2 w 16"/>
                    <a:gd name="T9" fmla="*/ 4 h 21"/>
                    <a:gd name="T10" fmla="*/ 2 w 16"/>
                    <a:gd name="T11" fmla="*/ 5 h 21"/>
                    <a:gd name="T12" fmla="*/ 2 w 16"/>
                    <a:gd name="T13" fmla="*/ 8 h 21"/>
                    <a:gd name="T14" fmla="*/ 2 w 16"/>
                    <a:gd name="T15" fmla="*/ 9 h 21"/>
                    <a:gd name="T16" fmla="*/ 0 w 16"/>
                    <a:gd name="T17" fmla="*/ 17 h 21"/>
                    <a:gd name="T18" fmla="*/ 3 w 16"/>
                    <a:gd name="T19" fmla="*/ 21 h 21"/>
                    <a:gd name="T20" fmla="*/ 4 w 16"/>
                    <a:gd name="T21" fmla="*/ 21 h 21"/>
                    <a:gd name="T22" fmla="*/ 5 w 16"/>
                    <a:gd name="T23" fmla="*/ 21 h 21"/>
                    <a:gd name="T24" fmla="*/ 14 w 16"/>
                    <a:gd name="T25" fmla="*/ 17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1">
                      <a:moveTo>
                        <a:pt x="14" y="17"/>
                      </a:moveTo>
                      <a:cubicBezTo>
                        <a:pt x="14" y="15"/>
                        <a:pt x="16" y="13"/>
                        <a:pt x="16" y="12"/>
                      </a:cubicBezTo>
                      <a:cubicBezTo>
                        <a:pt x="16" y="11"/>
                        <a:pt x="12" y="7"/>
                        <a:pt x="11" y="5"/>
                      </a:cubicBezTo>
                      <a:cubicBezTo>
                        <a:pt x="11" y="3"/>
                        <a:pt x="8" y="0"/>
                        <a:pt x="5" y="0"/>
                      </a:cubicBezTo>
                      <a:cubicBezTo>
                        <a:pt x="4" y="0"/>
                        <a:pt x="3" y="3"/>
                        <a:pt x="2" y="4"/>
                      </a:cubicBezTo>
                      <a:cubicBezTo>
                        <a:pt x="2" y="5"/>
                        <a:pt x="2" y="5"/>
                        <a:pt x="2" y="5"/>
                      </a:cubicBezTo>
                      <a:cubicBezTo>
                        <a:pt x="2" y="8"/>
                        <a:pt x="2" y="8"/>
                        <a:pt x="2" y="8"/>
                      </a:cubicBezTo>
                      <a:cubicBezTo>
                        <a:pt x="2" y="9"/>
                        <a:pt x="2" y="9"/>
                        <a:pt x="2" y="9"/>
                      </a:cubicBezTo>
                      <a:cubicBezTo>
                        <a:pt x="1" y="11"/>
                        <a:pt x="0" y="14"/>
                        <a:pt x="0" y="17"/>
                      </a:cubicBezTo>
                      <a:cubicBezTo>
                        <a:pt x="0" y="19"/>
                        <a:pt x="1" y="20"/>
                        <a:pt x="3" y="21"/>
                      </a:cubicBezTo>
                      <a:cubicBezTo>
                        <a:pt x="4" y="21"/>
                        <a:pt x="4" y="21"/>
                        <a:pt x="4" y="21"/>
                      </a:cubicBezTo>
                      <a:cubicBezTo>
                        <a:pt x="5" y="21"/>
                        <a:pt x="5" y="21"/>
                        <a:pt x="5" y="21"/>
                      </a:cubicBezTo>
                      <a:cubicBezTo>
                        <a:pt x="7" y="21"/>
                        <a:pt x="11" y="17"/>
                        <a:pt x="14" y="17"/>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1" name="îṧļîḓé"/>
                <p:cNvSpPr/>
                <p:nvPr/>
              </p:nvSpPr>
              <p:spPr bwMode="auto">
                <a:xfrm>
                  <a:off x="5319713" y="3133725"/>
                  <a:ext cx="222250" cy="500063"/>
                </a:xfrm>
                <a:custGeom>
                  <a:avLst/>
                  <a:gdLst>
                    <a:gd name="T0" fmla="*/ 47 w 67"/>
                    <a:gd name="T1" fmla="*/ 96 h 150"/>
                    <a:gd name="T2" fmla="*/ 51 w 67"/>
                    <a:gd name="T3" fmla="*/ 96 h 150"/>
                    <a:gd name="T4" fmla="*/ 46 w 67"/>
                    <a:gd name="T5" fmla="*/ 114 h 150"/>
                    <a:gd name="T6" fmla="*/ 42 w 67"/>
                    <a:gd name="T7" fmla="*/ 113 h 150"/>
                    <a:gd name="T8" fmla="*/ 39 w 67"/>
                    <a:gd name="T9" fmla="*/ 108 h 150"/>
                    <a:gd name="T10" fmla="*/ 21 w 67"/>
                    <a:gd name="T11" fmla="*/ 78 h 150"/>
                    <a:gd name="T12" fmla="*/ 29 w 67"/>
                    <a:gd name="T13" fmla="*/ 73 h 150"/>
                    <a:gd name="T14" fmla="*/ 32 w 67"/>
                    <a:gd name="T15" fmla="*/ 74 h 150"/>
                    <a:gd name="T16" fmla="*/ 32 w 67"/>
                    <a:gd name="T17" fmla="*/ 77 h 150"/>
                    <a:gd name="T18" fmla="*/ 32 w 67"/>
                    <a:gd name="T19" fmla="*/ 79 h 150"/>
                    <a:gd name="T20" fmla="*/ 21 w 67"/>
                    <a:gd name="T21" fmla="*/ 78 h 150"/>
                    <a:gd name="T22" fmla="*/ 53 w 67"/>
                    <a:gd name="T23" fmla="*/ 118 h 150"/>
                    <a:gd name="T24" fmla="*/ 66 w 67"/>
                    <a:gd name="T25" fmla="*/ 108 h 150"/>
                    <a:gd name="T26" fmla="*/ 60 w 67"/>
                    <a:gd name="T27" fmla="*/ 98 h 150"/>
                    <a:gd name="T28" fmla="*/ 51 w 67"/>
                    <a:gd name="T29" fmla="*/ 82 h 150"/>
                    <a:gd name="T30" fmla="*/ 47 w 67"/>
                    <a:gd name="T31" fmla="*/ 71 h 150"/>
                    <a:gd name="T32" fmla="*/ 60 w 67"/>
                    <a:gd name="T33" fmla="*/ 58 h 150"/>
                    <a:gd name="T34" fmla="*/ 53 w 67"/>
                    <a:gd name="T35" fmla="*/ 52 h 150"/>
                    <a:gd name="T36" fmla="*/ 44 w 67"/>
                    <a:gd name="T37" fmla="*/ 50 h 150"/>
                    <a:gd name="T38" fmla="*/ 48 w 67"/>
                    <a:gd name="T39" fmla="*/ 38 h 150"/>
                    <a:gd name="T40" fmla="*/ 66 w 67"/>
                    <a:gd name="T41" fmla="*/ 17 h 150"/>
                    <a:gd name="T42" fmla="*/ 66 w 67"/>
                    <a:gd name="T43" fmla="*/ 13 h 150"/>
                    <a:gd name="T44" fmla="*/ 56 w 67"/>
                    <a:gd name="T45" fmla="*/ 1 h 150"/>
                    <a:gd name="T46" fmla="*/ 55 w 67"/>
                    <a:gd name="T47" fmla="*/ 7 h 150"/>
                    <a:gd name="T48" fmla="*/ 50 w 67"/>
                    <a:gd name="T49" fmla="*/ 18 h 150"/>
                    <a:gd name="T50" fmla="*/ 42 w 67"/>
                    <a:gd name="T51" fmla="*/ 15 h 150"/>
                    <a:gd name="T52" fmla="*/ 40 w 67"/>
                    <a:gd name="T53" fmla="*/ 15 h 150"/>
                    <a:gd name="T54" fmla="*/ 41 w 67"/>
                    <a:gd name="T55" fmla="*/ 26 h 150"/>
                    <a:gd name="T56" fmla="*/ 41 w 67"/>
                    <a:gd name="T57" fmla="*/ 30 h 150"/>
                    <a:gd name="T58" fmla="*/ 37 w 67"/>
                    <a:gd name="T59" fmla="*/ 33 h 150"/>
                    <a:gd name="T60" fmla="*/ 30 w 67"/>
                    <a:gd name="T61" fmla="*/ 29 h 150"/>
                    <a:gd name="T62" fmla="*/ 9 w 67"/>
                    <a:gd name="T63" fmla="*/ 50 h 150"/>
                    <a:gd name="T64" fmla="*/ 4 w 67"/>
                    <a:gd name="T65" fmla="*/ 59 h 150"/>
                    <a:gd name="T66" fmla="*/ 23 w 67"/>
                    <a:gd name="T67" fmla="*/ 51 h 150"/>
                    <a:gd name="T68" fmla="*/ 30 w 67"/>
                    <a:gd name="T69" fmla="*/ 58 h 150"/>
                    <a:gd name="T70" fmla="*/ 26 w 67"/>
                    <a:gd name="T71" fmla="*/ 65 h 150"/>
                    <a:gd name="T72" fmla="*/ 19 w 67"/>
                    <a:gd name="T73" fmla="*/ 64 h 150"/>
                    <a:gd name="T74" fmla="*/ 16 w 67"/>
                    <a:gd name="T75" fmla="*/ 67 h 150"/>
                    <a:gd name="T76" fmla="*/ 16 w 67"/>
                    <a:gd name="T77" fmla="*/ 72 h 150"/>
                    <a:gd name="T78" fmla="*/ 3 w 67"/>
                    <a:gd name="T79" fmla="*/ 105 h 150"/>
                    <a:gd name="T80" fmla="*/ 6 w 67"/>
                    <a:gd name="T81" fmla="*/ 110 h 150"/>
                    <a:gd name="T82" fmla="*/ 9 w 67"/>
                    <a:gd name="T83" fmla="*/ 111 h 150"/>
                    <a:gd name="T84" fmla="*/ 24 w 67"/>
                    <a:gd name="T85" fmla="*/ 89 h 150"/>
                    <a:gd name="T86" fmla="*/ 32 w 67"/>
                    <a:gd name="T87" fmla="*/ 93 h 150"/>
                    <a:gd name="T88" fmla="*/ 32 w 67"/>
                    <a:gd name="T89" fmla="*/ 96 h 150"/>
                    <a:gd name="T90" fmla="*/ 29 w 67"/>
                    <a:gd name="T91" fmla="*/ 113 h 150"/>
                    <a:gd name="T92" fmla="*/ 29 w 67"/>
                    <a:gd name="T93" fmla="*/ 115 h 150"/>
                    <a:gd name="T94" fmla="*/ 22 w 67"/>
                    <a:gd name="T95" fmla="*/ 122 h 150"/>
                    <a:gd name="T96" fmla="*/ 10 w 67"/>
                    <a:gd name="T97" fmla="*/ 124 h 150"/>
                    <a:gd name="T98" fmla="*/ 15 w 67"/>
                    <a:gd name="T99" fmla="*/ 144 h 150"/>
                    <a:gd name="T100" fmla="*/ 17 w 67"/>
                    <a:gd name="T101" fmla="*/ 150 h 150"/>
                    <a:gd name="T102" fmla="*/ 38 w 67"/>
                    <a:gd name="T103" fmla="*/ 125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67" h="150">
                      <a:moveTo>
                        <a:pt x="39" y="107"/>
                      </a:moveTo>
                      <a:cubicBezTo>
                        <a:pt x="39" y="103"/>
                        <a:pt x="44" y="96"/>
                        <a:pt x="47" y="96"/>
                      </a:cubicBezTo>
                      <a:cubicBezTo>
                        <a:pt x="50" y="96"/>
                        <a:pt x="50" y="96"/>
                        <a:pt x="50" y="96"/>
                      </a:cubicBezTo>
                      <a:cubicBezTo>
                        <a:pt x="51" y="96"/>
                        <a:pt x="51" y="96"/>
                        <a:pt x="51" y="96"/>
                      </a:cubicBezTo>
                      <a:cubicBezTo>
                        <a:pt x="53" y="98"/>
                        <a:pt x="55" y="101"/>
                        <a:pt x="55" y="104"/>
                      </a:cubicBezTo>
                      <a:cubicBezTo>
                        <a:pt x="55" y="108"/>
                        <a:pt x="49" y="112"/>
                        <a:pt x="46" y="114"/>
                      </a:cubicBezTo>
                      <a:cubicBezTo>
                        <a:pt x="45" y="114"/>
                        <a:pt x="45" y="113"/>
                        <a:pt x="43" y="113"/>
                      </a:cubicBezTo>
                      <a:cubicBezTo>
                        <a:pt x="42" y="113"/>
                        <a:pt x="42" y="113"/>
                        <a:pt x="42" y="113"/>
                      </a:cubicBezTo>
                      <a:cubicBezTo>
                        <a:pt x="39" y="109"/>
                        <a:pt x="39" y="109"/>
                        <a:pt x="39" y="109"/>
                      </a:cubicBezTo>
                      <a:cubicBezTo>
                        <a:pt x="39" y="108"/>
                        <a:pt x="39" y="108"/>
                        <a:pt x="39" y="108"/>
                      </a:cubicBezTo>
                      <a:cubicBezTo>
                        <a:pt x="39" y="107"/>
                        <a:pt x="39" y="107"/>
                        <a:pt x="39" y="107"/>
                      </a:cubicBezTo>
                      <a:close/>
                      <a:moveTo>
                        <a:pt x="21" y="78"/>
                      </a:moveTo>
                      <a:cubicBezTo>
                        <a:pt x="21" y="77"/>
                        <a:pt x="25" y="73"/>
                        <a:pt x="26" y="73"/>
                      </a:cubicBezTo>
                      <a:cubicBezTo>
                        <a:pt x="27" y="73"/>
                        <a:pt x="27" y="73"/>
                        <a:pt x="29" y="73"/>
                      </a:cubicBezTo>
                      <a:cubicBezTo>
                        <a:pt x="30" y="73"/>
                        <a:pt x="30" y="73"/>
                        <a:pt x="30" y="73"/>
                      </a:cubicBezTo>
                      <a:cubicBezTo>
                        <a:pt x="32" y="74"/>
                        <a:pt x="32" y="74"/>
                        <a:pt x="32" y="74"/>
                      </a:cubicBezTo>
                      <a:cubicBezTo>
                        <a:pt x="32" y="76"/>
                        <a:pt x="32" y="76"/>
                        <a:pt x="32" y="76"/>
                      </a:cubicBezTo>
                      <a:cubicBezTo>
                        <a:pt x="32" y="77"/>
                        <a:pt x="32" y="77"/>
                        <a:pt x="32" y="77"/>
                      </a:cubicBezTo>
                      <a:cubicBezTo>
                        <a:pt x="32" y="78"/>
                        <a:pt x="32" y="78"/>
                        <a:pt x="32" y="78"/>
                      </a:cubicBezTo>
                      <a:cubicBezTo>
                        <a:pt x="32" y="79"/>
                        <a:pt x="32" y="79"/>
                        <a:pt x="32" y="79"/>
                      </a:cubicBezTo>
                      <a:cubicBezTo>
                        <a:pt x="31" y="82"/>
                        <a:pt x="29" y="83"/>
                        <a:pt x="25" y="83"/>
                      </a:cubicBezTo>
                      <a:cubicBezTo>
                        <a:pt x="23" y="83"/>
                        <a:pt x="21" y="81"/>
                        <a:pt x="21" y="78"/>
                      </a:cubicBezTo>
                      <a:close/>
                      <a:moveTo>
                        <a:pt x="38" y="125"/>
                      </a:moveTo>
                      <a:cubicBezTo>
                        <a:pt x="43" y="122"/>
                        <a:pt x="47" y="120"/>
                        <a:pt x="53" y="118"/>
                      </a:cubicBezTo>
                      <a:cubicBezTo>
                        <a:pt x="57" y="116"/>
                        <a:pt x="57" y="116"/>
                        <a:pt x="60" y="114"/>
                      </a:cubicBezTo>
                      <a:cubicBezTo>
                        <a:pt x="64" y="111"/>
                        <a:pt x="63" y="110"/>
                        <a:pt x="66" y="108"/>
                      </a:cubicBezTo>
                      <a:cubicBezTo>
                        <a:pt x="67" y="104"/>
                        <a:pt x="67" y="104"/>
                        <a:pt x="67" y="104"/>
                      </a:cubicBezTo>
                      <a:cubicBezTo>
                        <a:pt x="64" y="100"/>
                        <a:pt x="64" y="101"/>
                        <a:pt x="60" y="98"/>
                      </a:cubicBezTo>
                      <a:cubicBezTo>
                        <a:pt x="58" y="96"/>
                        <a:pt x="55" y="95"/>
                        <a:pt x="54" y="92"/>
                      </a:cubicBezTo>
                      <a:cubicBezTo>
                        <a:pt x="53" y="88"/>
                        <a:pt x="53" y="84"/>
                        <a:pt x="51" y="82"/>
                      </a:cubicBezTo>
                      <a:cubicBezTo>
                        <a:pt x="49" y="79"/>
                        <a:pt x="47" y="77"/>
                        <a:pt x="47" y="73"/>
                      </a:cubicBezTo>
                      <a:cubicBezTo>
                        <a:pt x="47" y="72"/>
                        <a:pt x="47" y="72"/>
                        <a:pt x="47" y="71"/>
                      </a:cubicBezTo>
                      <a:cubicBezTo>
                        <a:pt x="49" y="67"/>
                        <a:pt x="47" y="67"/>
                        <a:pt x="53" y="64"/>
                      </a:cubicBezTo>
                      <a:cubicBezTo>
                        <a:pt x="55" y="64"/>
                        <a:pt x="60" y="60"/>
                        <a:pt x="60" y="58"/>
                      </a:cubicBezTo>
                      <a:cubicBezTo>
                        <a:pt x="60" y="55"/>
                        <a:pt x="60" y="55"/>
                        <a:pt x="60" y="55"/>
                      </a:cubicBezTo>
                      <a:cubicBezTo>
                        <a:pt x="60" y="53"/>
                        <a:pt x="56" y="51"/>
                        <a:pt x="53" y="52"/>
                      </a:cubicBezTo>
                      <a:cubicBezTo>
                        <a:pt x="47" y="52"/>
                        <a:pt x="47" y="52"/>
                        <a:pt x="47" y="52"/>
                      </a:cubicBezTo>
                      <a:cubicBezTo>
                        <a:pt x="46" y="52"/>
                        <a:pt x="45" y="51"/>
                        <a:pt x="44" y="50"/>
                      </a:cubicBezTo>
                      <a:cubicBezTo>
                        <a:pt x="44" y="47"/>
                        <a:pt x="44" y="47"/>
                        <a:pt x="44" y="47"/>
                      </a:cubicBezTo>
                      <a:cubicBezTo>
                        <a:pt x="44" y="44"/>
                        <a:pt x="47" y="41"/>
                        <a:pt x="48" y="38"/>
                      </a:cubicBezTo>
                      <a:cubicBezTo>
                        <a:pt x="49" y="34"/>
                        <a:pt x="50" y="33"/>
                        <a:pt x="53" y="30"/>
                      </a:cubicBezTo>
                      <a:cubicBezTo>
                        <a:pt x="56" y="27"/>
                        <a:pt x="66" y="22"/>
                        <a:pt x="66" y="17"/>
                      </a:cubicBezTo>
                      <a:cubicBezTo>
                        <a:pt x="66" y="14"/>
                        <a:pt x="66" y="14"/>
                        <a:pt x="66" y="14"/>
                      </a:cubicBezTo>
                      <a:cubicBezTo>
                        <a:pt x="66" y="13"/>
                        <a:pt x="66" y="13"/>
                        <a:pt x="66" y="13"/>
                      </a:cubicBezTo>
                      <a:cubicBezTo>
                        <a:pt x="65" y="10"/>
                        <a:pt x="62" y="0"/>
                        <a:pt x="58" y="0"/>
                      </a:cubicBezTo>
                      <a:cubicBezTo>
                        <a:pt x="57" y="0"/>
                        <a:pt x="57" y="0"/>
                        <a:pt x="56" y="1"/>
                      </a:cubicBezTo>
                      <a:cubicBezTo>
                        <a:pt x="56" y="3"/>
                        <a:pt x="55" y="3"/>
                        <a:pt x="55" y="5"/>
                      </a:cubicBezTo>
                      <a:cubicBezTo>
                        <a:pt x="55" y="7"/>
                        <a:pt x="55" y="7"/>
                        <a:pt x="55" y="7"/>
                      </a:cubicBezTo>
                      <a:cubicBezTo>
                        <a:pt x="55" y="11"/>
                        <a:pt x="53" y="15"/>
                        <a:pt x="51" y="18"/>
                      </a:cubicBezTo>
                      <a:cubicBezTo>
                        <a:pt x="50" y="18"/>
                        <a:pt x="50" y="18"/>
                        <a:pt x="50" y="18"/>
                      </a:cubicBezTo>
                      <a:cubicBezTo>
                        <a:pt x="48" y="18"/>
                        <a:pt x="48" y="18"/>
                        <a:pt x="47" y="19"/>
                      </a:cubicBezTo>
                      <a:cubicBezTo>
                        <a:pt x="42" y="15"/>
                        <a:pt x="42" y="15"/>
                        <a:pt x="42" y="15"/>
                      </a:cubicBezTo>
                      <a:cubicBezTo>
                        <a:pt x="41" y="15"/>
                        <a:pt x="41" y="15"/>
                        <a:pt x="41" y="15"/>
                      </a:cubicBezTo>
                      <a:cubicBezTo>
                        <a:pt x="40" y="15"/>
                        <a:pt x="40" y="15"/>
                        <a:pt x="40" y="15"/>
                      </a:cubicBezTo>
                      <a:cubicBezTo>
                        <a:pt x="39" y="15"/>
                        <a:pt x="38" y="16"/>
                        <a:pt x="38" y="17"/>
                      </a:cubicBezTo>
                      <a:cubicBezTo>
                        <a:pt x="38" y="19"/>
                        <a:pt x="41" y="22"/>
                        <a:pt x="41" y="26"/>
                      </a:cubicBezTo>
                      <a:cubicBezTo>
                        <a:pt x="41" y="29"/>
                        <a:pt x="41" y="29"/>
                        <a:pt x="41" y="29"/>
                      </a:cubicBezTo>
                      <a:cubicBezTo>
                        <a:pt x="41" y="30"/>
                        <a:pt x="41" y="30"/>
                        <a:pt x="41" y="30"/>
                      </a:cubicBezTo>
                      <a:cubicBezTo>
                        <a:pt x="38" y="33"/>
                        <a:pt x="38" y="33"/>
                        <a:pt x="38" y="33"/>
                      </a:cubicBezTo>
                      <a:cubicBezTo>
                        <a:pt x="37" y="33"/>
                        <a:pt x="37" y="33"/>
                        <a:pt x="37" y="33"/>
                      </a:cubicBezTo>
                      <a:cubicBezTo>
                        <a:pt x="35" y="33"/>
                        <a:pt x="35" y="34"/>
                        <a:pt x="34" y="34"/>
                      </a:cubicBezTo>
                      <a:cubicBezTo>
                        <a:pt x="32" y="33"/>
                        <a:pt x="31" y="31"/>
                        <a:pt x="30" y="29"/>
                      </a:cubicBezTo>
                      <a:cubicBezTo>
                        <a:pt x="24" y="29"/>
                        <a:pt x="30" y="41"/>
                        <a:pt x="19" y="45"/>
                      </a:cubicBezTo>
                      <a:cubicBezTo>
                        <a:pt x="16" y="46"/>
                        <a:pt x="12" y="48"/>
                        <a:pt x="9" y="50"/>
                      </a:cubicBezTo>
                      <a:cubicBezTo>
                        <a:pt x="6" y="51"/>
                        <a:pt x="1" y="53"/>
                        <a:pt x="0" y="55"/>
                      </a:cubicBezTo>
                      <a:cubicBezTo>
                        <a:pt x="1" y="58"/>
                        <a:pt x="1" y="57"/>
                        <a:pt x="4" y="59"/>
                      </a:cubicBezTo>
                      <a:cubicBezTo>
                        <a:pt x="6" y="59"/>
                        <a:pt x="6" y="59"/>
                        <a:pt x="6" y="59"/>
                      </a:cubicBezTo>
                      <a:cubicBezTo>
                        <a:pt x="10" y="59"/>
                        <a:pt x="20" y="51"/>
                        <a:pt x="23" y="51"/>
                      </a:cubicBezTo>
                      <a:cubicBezTo>
                        <a:pt x="25" y="51"/>
                        <a:pt x="24" y="51"/>
                        <a:pt x="27" y="52"/>
                      </a:cubicBezTo>
                      <a:cubicBezTo>
                        <a:pt x="29" y="54"/>
                        <a:pt x="29" y="55"/>
                        <a:pt x="30" y="58"/>
                      </a:cubicBezTo>
                      <a:cubicBezTo>
                        <a:pt x="30" y="59"/>
                        <a:pt x="30" y="59"/>
                        <a:pt x="30" y="59"/>
                      </a:cubicBezTo>
                      <a:cubicBezTo>
                        <a:pt x="30" y="62"/>
                        <a:pt x="28" y="64"/>
                        <a:pt x="26" y="65"/>
                      </a:cubicBezTo>
                      <a:cubicBezTo>
                        <a:pt x="21" y="64"/>
                        <a:pt x="21" y="64"/>
                        <a:pt x="21" y="64"/>
                      </a:cubicBezTo>
                      <a:cubicBezTo>
                        <a:pt x="20" y="64"/>
                        <a:pt x="20" y="64"/>
                        <a:pt x="19" y="64"/>
                      </a:cubicBezTo>
                      <a:cubicBezTo>
                        <a:pt x="18" y="64"/>
                        <a:pt x="18" y="64"/>
                        <a:pt x="18" y="64"/>
                      </a:cubicBezTo>
                      <a:cubicBezTo>
                        <a:pt x="16" y="67"/>
                        <a:pt x="16" y="67"/>
                        <a:pt x="16" y="67"/>
                      </a:cubicBezTo>
                      <a:cubicBezTo>
                        <a:pt x="16" y="68"/>
                        <a:pt x="16" y="68"/>
                        <a:pt x="16" y="68"/>
                      </a:cubicBezTo>
                      <a:cubicBezTo>
                        <a:pt x="16" y="72"/>
                        <a:pt x="16" y="72"/>
                        <a:pt x="16" y="72"/>
                      </a:cubicBezTo>
                      <a:cubicBezTo>
                        <a:pt x="16" y="78"/>
                        <a:pt x="13" y="85"/>
                        <a:pt x="11" y="90"/>
                      </a:cubicBezTo>
                      <a:cubicBezTo>
                        <a:pt x="9" y="94"/>
                        <a:pt x="3" y="100"/>
                        <a:pt x="3" y="105"/>
                      </a:cubicBezTo>
                      <a:cubicBezTo>
                        <a:pt x="3" y="106"/>
                        <a:pt x="4" y="109"/>
                        <a:pt x="5" y="110"/>
                      </a:cubicBezTo>
                      <a:cubicBezTo>
                        <a:pt x="6" y="110"/>
                        <a:pt x="6" y="110"/>
                        <a:pt x="6" y="110"/>
                      </a:cubicBezTo>
                      <a:cubicBezTo>
                        <a:pt x="7" y="110"/>
                        <a:pt x="7" y="110"/>
                        <a:pt x="7" y="110"/>
                      </a:cubicBezTo>
                      <a:cubicBezTo>
                        <a:pt x="9" y="110"/>
                        <a:pt x="8" y="110"/>
                        <a:pt x="9" y="111"/>
                      </a:cubicBezTo>
                      <a:cubicBezTo>
                        <a:pt x="11" y="109"/>
                        <a:pt x="15" y="101"/>
                        <a:pt x="15" y="98"/>
                      </a:cubicBezTo>
                      <a:cubicBezTo>
                        <a:pt x="17" y="94"/>
                        <a:pt x="20" y="89"/>
                        <a:pt x="24" y="89"/>
                      </a:cubicBezTo>
                      <a:cubicBezTo>
                        <a:pt x="25" y="89"/>
                        <a:pt x="25" y="89"/>
                        <a:pt x="26" y="88"/>
                      </a:cubicBezTo>
                      <a:cubicBezTo>
                        <a:pt x="28" y="90"/>
                        <a:pt x="32" y="90"/>
                        <a:pt x="32" y="93"/>
                      </a:cubicBezTo>
                      <a:cubicBezTo>
                        <a:pt x="32" y="94"/>
                        <a:pt x="32" y="94"/>
                        <a:pt x="32" y="94"/>
                      </a:cubicBezTo>
                      <a:cubicBezTo>
                        <a:pt x="32" y="96"/>
                        <a:pt x="32" y="96"/>
                        <a:pt x="32" y="96"/>
                      </a:cubicBezTo>
                      <a:cubicBezTo>
                        <a:pt x="28" y="102"/>
                        <a:pt x="25" y="101"/>
                        <a:pt x="23" y="104"/>
                      </a:cubicBezTo>
                      <a:cubicBezTo>
                        <a:pt x="26" y="109"/>
                        <a:pt x="27" y="108"/>
                        <a:pt x="29" y="113"/>
                      </a:cubicBezTo>
                      <a:cubicBezTo>
                        <a:pt x="29" y="114"/>
                        <a:pt x="29" y="114"/>
                        <a:pt x="29" y="114"/>
                      </a:cubicBezTo>
                      <a:cubicBezTo>
                        <a:pt x="29" y="115"/>
                        <a:pt x="29" y="115"/>
                        <a:pt x="29" y="115"/>
                      </a:cubicBezTo>
                      <a:cubicBezTo>
                        <a:pt x="29" y="116"/>
                        <a:pt x="29" y="116"/>
                        <a:pt x="29" y="116"/>
                      </a:cubicBezTo>
                      <a:cubicBezTo>
                        <a:pt x="28" y="119"/>
                        <a:pt x="26" y="123"/>
                        <a:pt x="22" y="122"/>
                      </a:cubicBezTo>
                      <a:cubicBezTo>
                        <a:pt x="15" y="122"/>
                        <a:pt x="15" y="122"/>
                        <a:pt x="15" y="122"/>
                      </a:cubicBezTo>
                      <a:cubicBezTo>
                        <a:pt x="14" y="122"/>
                        <a:pt x="11" y="124"/>
                        <a:pt x="10" y="124"/>
                      </a:cubicBezTo>
                      <a:cubicBezTo>
                        <a:pt x="13" y="127"/>
                        <a:pt x="23" y="129"/>
                        <a:pt x="23" y="133"/>
                      </a:cubicBezTo>
                      <a:cubicBezTo>
                        <a:pt x="23" y="137"/>
                        <a:pt x="18" y="142"/>
                        <a:pt x="15" y="144"/>
                      </a:cubicBezTo>
                      <a:cubicBezTo>
                        <a:pt x="15" y="150"/>
                        <a:pt x="15" y="150"/>
                        <a:pt x="15" y="150"/>
                      </a:cubicBezTo>
                      <a:cubicBezTo>
                        <a:pt x="17" y="150"/>
                        <a:pt x="17" y="150"/>
                        <a:pt x="17" y="150"/>
                      </a:cubicBezTo>
                      <a:cubicBezTo>
                        <a:pt x="20" y="150"/>
                        <a:pt x="27" y="141"/>
                        <a:pt x="29" y="139"/>
                      </a:cubicBezTo>
                      <a:cubicBezTo>
                        <a:pt x="33" y="135"/>
                        <a:pt x="34" y="129"/>
                        <a:pt x="38" y="12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2" name="iSļïḑé"/>
                <p:cNvSpPr/>
                <p:nvPr/>
              </p:nvSpPr>
              <p:spPr bwMode="auto">
                <a:xfrm>
                  <a:off x="4422776" y="3106738"/>
                  <a:ext cx="412750" cy="596900"/>
                </a:xfrm>
                <a:custGeom>
                  <a:avLst/>
                  <a:gdLst>
                    <a:gd name="T0" fmla="*/ 63 w 125"/>
                    <a:gd name="T1" fmla="*/ 83 h 179"/>
                    <a:gd name="T2" fmla="*/ 69 w 125"/>
                    <a:gd name="T3" fmla="*/ 84 h 179"/>
                    <a:gd name="T4" fmla="*/ 71 w 125"/>
                    <a:gd name="T5" fmla="*/ 95 h 179"/>
                    <a:gd name="T6" fmla="*/ 56 w 125"/>
                    <a:gd name="T7" fmla="*/ 91 h 179"/>
                    <a:gd name="T8" fmla="*/ 77 w 125"/>
                    <a:gd name="T9" fmla="*/ 77 h 179"/>
                    <a:gd name="T10" fmla="*/ 90 w 125"/>
                    <a:gd name="T11" fmla="*/ 82 h 179"/>
                    <a:gd name="T12" fmla="*/ 93 w 125"/>
                    <a:gd name="T13" fmla="*/ 96 h 179"/>
                    <a:gd name="T14" fmla="*/ 88 w 125"/>
                    <a:gd name="T15" fmla="*/ 106 h 179"/>
                    <a:gd name="T16" fmla="*/ 75 w 125"/>
                    <a:gd name="T17" fmla="*/ 89 h 179"/>
                    <a:gd name="T18" fmla="*/ 91 w 125"/>
                    <a:gd name="T19" fmla="*/ 29 h 179"/>
                    <a:gd name="T20" fmla="*/ 95 w 125"/>
                    <a:gd name="T21" fmla="*/ 4 h 179"/>
                    <a:gd name="T22" fmla="*/ 92 w 125"/>
                    <a:gd name="T23" fmla="*/ 0 h 179"/>
                    <a:gd name="T24" fmla="*/ 86 w 125"/>
                    <a:gd name="T25" fmla="*/ 0 h 179"/>
                    <a:gd name="T26" fmla="*/ 80 w 125"/>
                    <a:gd name="T27" fmla="*/ 7 h 179"/>
                    <a:gd name="T28" fmla="*/ 83 w 125"/>
                    <a:gd name="T29" fmla="*/ 30 h 179"/>
                    <a:gd name="T30" fmla="*/ 86 w 125"/>
                    <a:gd name="T31" fmla="*/ 50 h 179"/>
                    <a:gd name="T32" fmla="*/ 46 w 125"/>
                    <a:gd name="T33" fmla="*/ 84 h 179"/>
                    <a:gd name="T34" fmla="*/ 0 w 125"/>
                    <a:gd name="T35" fmla="*/ 99 h 179"/>
                    <a:gd name="T36" fmla="*/ 13 w 125"/>
                    <a:gd name="T37" fmla="*/ 108 h 179"/>
                    <a:gd name="T38" fmla="*/ 30 w 125"/>
                    <a:gd name="T39" fmla="*/ 100 h 179"/>
                    <a:gd name="T40" fmla="*/ 47 w 125"/>
                    <a:gd name="T41" fmla="*/ 92 h 179"/>
                    <a:gd name="T42" fmla="*/ 51 w 125"/>
                    <a:gd name="T43" fmla="*/ 109 h 179"/>
                    <a:gd name="T44" fmla="*/ 50 w 125"/>
                    <a:gd name="T45" fmla="*/ 118 h 179"/>
                    <a:gd name="T46" fmla="*/ 54 w 125"/>
                    <a:gd name="T47" fmla="*/ 125 h 179"/>
                    <a:gd name="T48" fmla="*/ 62 w 125"/>
                    <a:gd name="T49" fmla="*/ 119 h 179"/>
                    <a:gd name="T50" fmla="*/ 62 w 125"/>
                    <a:gd name="T51" fmla="*/ 113 h 179"/>
                    <a:gd name="T52" fmla="*/ 78 w 125"/>
                    <a:gd name="T53" fmla="*/ 111 h 179"/>
                    <a:gd name="T54" fmla="*/ 78 w 125"/>
                    <a:gd name="T55" fmla="*/ 113 h 179"/>
                    <a:gd name="T56" fmla="*/ 78 w 125"/>
                    <a:gd name="T57" fmla="*/ 118 h 179"/>
                    <a:gd name="T58" fmla="*/ 46 w 125"/>
                    <a:gd name="T59" fmla="*/ 147 h 179"/>
                    <a:gd name="T60" fmla="*/ 28 w 125"/>
                    <a:gd name="T61" fmla="*/ 158 h 179"/>
                    <a:gd name="T62" fmla="*/ 1 w 125"/>
                    <a:gd name="T63" fmla="*/ 170 h 179"/>
                    <a:gd name="T64" fmla="*/ 14 w 125"/>
                    <a:gd name="T65" fmla="*/ 178 h 179"/>
                    <a:gd name="T66" fmla="*/ 20 w 125"/>
                    <a:gd name="T67" fmla="*/ 179 h 179"/>
                    <a:gd name="T68" fmla="*/ 22 w 125"/>
                    <a:gd name="T69" fmla="*/ 179 h 179"/>
                    <a:gd name="T70" fmla="*/ 38 w 125"/>
                    <a:gd name="T71" fmla="*/ 169 h 179"/>
                    <a:gd name="T72" fmla="*/ 61 w 125"/>
                    <a:gd name="T73" fmla="*/ 150 h 179"/>
                    <a:gd name="T74" fmla="*/ 79 w 125"/>
                    <a:gd name="T75" fmla="*/ 135 h 179"/>
                    <a:gd name="T76" fmla="*/ 96 w 125"/>
                    <a:gd name="T77" fmla="*/ 119 h 179"/>
                    <a:gd name="T78" fmla="*/ 106 w 125"/>
                    <a:gd name="T79" fmla="*/ 149 h 179"/>
                    <a:gd name="T80" fmla="*/ 125 w 125"/>
                    <a:gd name="T81" fmla="*/ 152 h 179"/>
                    <a:gd name="T82" fmla="*/ 116 w 125"/>
                    <a:gd name="T83" fmla="*/ 120 h 179"/>
                    <a:gd name="T84" fmla="*/ 115 w 125"/>
                    <a:gd name="T85" fmla="*/ 125 h 179"/>
                    <a:gd name="T86" fmla="*/ 109 w 125"/>
                    <a:gd name="T87" fmla="*/ 129 h 179"/>
                    <a:gd name="T88" fmla="*/ 97 w 125"/>
                    <a:gd name="T89" fmla="*/ 92 h 179"/>
                    <a:gd name="T90" fmla="*/ 94 w 125"/>
                    <a:gd name="T91" fmla="*/ 76 h 179"/>
                    <a:gd name="T92" fmla="*/ 110 w 125"/>
                    <a:gd name="T93" fmla="*/ 60 h 179"/>
                    <a:gd name="T94" fmla="*/ 105 w 125"/>
                    <a:gd name="T95" fmla="*/ 57 h 179"/>
                    <a:gd name="T96" fmla="*/ 101 w 125"/>
                    <a:gd name="T97" fmla="*/ 59 h 179"/>
                    <a:gd name="T98" fmla="*/ 91 w 125"/>
                    <a:gd name="T99" fmla="*/ 54 h 179"/>
                    <a:gd name="T100" fmla="*/ 91 w 125"/>
                    <a:gd name="T101" fmla="*/ 29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25" h="179">
                      <a:moveTo>
                        <a:pt x="56" y="91"/>
                      </a:moveTo>
                      <a:cubicBezTo>
                        <a:pt x="56" y="87"/>
                        <a:pt x="60" y="85"/>
                        <a:pt x="63" y="83"/>
                      </a:cubicBezTo>
                      <a:cubicBezTo>
                        <a:pt x="64" y="83"/>
                        <a:pt x="64" y="83"/>
                        <a:pt x="64" y="83"/>
                      </a:cubicBezTo>
                      <a:cubicBezTo>
                        <a:pt x="67" y="83"/>
                        <a:pt x="67" y="84"/>
                        <a:pt x="69" y="84"/>
                      </a:cubicBezTo>
                      <a:cubicBezTo>
                        <a:pt x="71" y="94"/>
                        <a:pt x="71" y="94"/>
                        <a:pt x="71" y="94"/>
                      </a:cubicBezTo>
                      <a:cubicBezTo>
                        <a:pt x="71" y="95"/>
                        <a:pt x="71" y="95"/>
                        <a:pt x="71" y="95"/>
                      </a:cubicBezTo>
                      <a:cubicBezTo>
                        <a:pt x="68" y="100"/>
                        <a:pt x="68" y="99"/>
                        <a:pt x="63" y="101"/>
                      </a:cubicBezTo>
                      <a:cubicBezTo>
                        <a:pt x="61" y="99"/>
                        <a:pt x="56" y="95"/>
                        <a:pt x="56" y="91"/>
                      </a:cubicBezTo>
                      <a:close/>
                      <a:moveTo>
                        <a:pt x="72" y="83"/>
                      </a:moveTo>
                      <a:cubicBezTo>
                        <a:pt x="74" y="79"/>
                        <a:pt x="73" y="79"/>
                        <a:pt x="77" y="77"/>
                      </a:cubicBezTo>
                      <a:cubicBezTo>
                        <a:pt x="79" y="75"/>
                        <a:pt x="82" y="75"/>
                        <a:pt x="83" y="73"/>
                      </a:cubicBezTo>
                      <a:cubicBezTo>
                        <a:pt x="88" y="76"/>
                        <a:pt x="89" y="76"/>
                        <a:pt x="90" y="82"/>
                      </a:cubicBezTo>
                      <a:cubicBezTo>
                        <a:pt x="92" y="95"/>
                        <a:pt x="92" y="95"/>
                        <a:pt x="92" y="95"/>
                      </a:cubicBezTo>
                      <a:cubicBezTo>
                        <a:pt x="93" y="96"/>
                        <a:pt x="93" y="96"/>
                        <a:pt x="93" y="96"/>
                      </a:cubicBezTo>
                      <a:cubicBezTo>
                        <a:pt x="94" y="99"/>
                        <a:pt x="94" y="99"/>
                        <a:pt x="94" y="99"/>
                      </a:cubicBezTo>
                      <a:cubicBezTo>
                        <a:pt x="91" y="105"/>
                        <a:pt x="93" y="103"/>
                        <a:pt x="88" y="106"/>
                      </a:cubicBezTo>
                      <a:cubicBezTo>
                        <a:pt x="83" y="101"/>
                        <a:pt x="82" y="101"/>
                        <a:pt x="79" y="95"/>
                      </a:cubicBezTo>
                      <a:cubicBezTo>
                        <a:pt x="77" y="93"/>
                        <a:pt x="77" y="91"/>
                        <a:pt x="75" y="89"/>
                      </a:cubicBezTo>
                      <a:cubicBezTo>
                        <a:pt x="73" y="87"/>
                        <a:pt x="73" y="86"/>
                        <a:pt x="72" y="83"/>
                      </a:cubicBezTo>
                      <a:close/>
                      <a:moveTo>
                        <a:pt x="91" y="29"/>
                      </a:moveTo>
                      <a:cubicBezTo>
                        <a:pt x="91" y="22"/>
                        <a:pt x="95" y="12"/>
                        <a:pt x="95" y="4"/>
                      </a:cubicBezTo>
                      <a:cubicBezTo>
                        <a:pt x="95" y="4"/>
                        <a:pt x="95" y="4"/>
                        <a:pt x="95" y="4"/>
                      </a:cubicBezTo>
                      <a:cubicBezTo>
                        <a:pt x="95" y="3"/>
                        <a:pt x="95" y="3"/>
                        <a:pt x="95" y="3"/>
                      </a:cubicBezTo>
                      <a:cubicBezTo>
                        <a:pt x="93" y="0"/>
                        <a:pt x="95" y="1"/>
                        <a:pt x="92" y="0"/>
                      </a:cubicBezTo>
                      <a:cubicBezTo>
                        <a:pt x="91" y="0"/>
                        <a:pt x="91" y="0"/>
                        <a:pt x="91" y="0"/>
                      </a:cubicBezTo>
                      <a:cubicBezTo>
                        <a:pt x="86" y="0"/>
                        <a:pt x="86" y="0"/>
                        <a:pt x="86" y="0"/>
                      </a:cubicBezTo>
                      <a:cubicBezTo>
                        <a:pt x="85" y="0"/>
                        <a:pt x="85" y="0"/>
                        <a:pt x="85" y="0"/>
                      </a:cubicBezTo>
                      <a:cubicBezTo>
                        <a:pt x="82" y="1"/>
                        <a:pt x="80" y="4"/>
                        <a:pt x="80" y="7"/>
                      </a:cubicBezTo>
                      <a:cubicBezTo>
                        <a:pt x="83" y="30"/>
                        <a:pt x="83" y="30"/>
                        <a:pt x="83" y="30"/>
                      </a:cubicBezTo>
                      <a:cubicBezTo>
                        <a:pt x="83" y="30"/>
                        <a:pt x="83" y="30"/>
                        <a:pt x="83" y="30"/>
                      </a:cubicBezTo>
                      <a:cubicBezTo>
                        <a:pt x="83" y="38"/>
                        <a:pt x="86" y="44"/>
                        <a:pt x="86" y="49"/>
                      </a:cubicBezTo>
                      <a:cubicBezTo>
                        <a:pt x="86" y="50"/>
                        <a:pt x="86" y="50"/>
                        <a:pt x="86" y="50"/>
                      </a:cubicBezTo>
                      <a:cubicBezTo>
                        <a:pt x="87" y="62"/>
                        <a:pt x="87" y="62"/>
                        <a:pt x="87" y="62"/>
                      </a:cubicBezTo>
                      <a:cubicBezTo>
                        <a:pt x="87" y="68"/>
                        <a:pt x="52" y="81"/>
                        <a:pt x="46" y="84"/>
                      </a:cubicBezTo>
                      <a:cubicBezTo>
                        <a:pt x="39" y="87"/>
                        <a:pt x="31" y="89"/>
                        <a:pt x="23" y="92"/>
                      </a:cubicBezTo>
                      <a:cubicBezTo>
                        <a:pt x="20" y="94"/>
                        <a:pt x="0" y="96"/>
                        <a:pt x="0" y="99"/>
                      </a:cubicBezTo>
                      <a:cubicBezTo>
                        <a:pt x="0" y="101"/>
                        <a:pt x="9" y="108"/>
                        <a:pt x="11" y="108"/>
                      </a:cubicBezTo>
                      <a:cubicBezTo>
                        <a:pt x="13" y="108"/>
                        <a:pt x="13" y="108"/>
                        <a:pt x="13" y="108"/>
                      </a:cubicBezTo>
                      <a:cubicBezTo>
                        <a:pt x="14" y="108"/>
                        <a:pt x="14" y="108"/>
                        <a:pt x="14" y="108"/>
                      </a:cubicBezTo>
                      <a:cubicBezTo>
                        <a:pt x="20" y="105"/>
                        <a:pt x="24" y="103"/>
                        <a:pt x="30" y="100"/>
                      </a:cubicBezTo>
                      <a:cubicBezTo>
                        <a:pt x="34" y="98"/>
                        <a:pt x="41" y="93"/>
                        <a:pt x="45" y="93"/>
                      </a:cubicBezTo>
                      <a:cubicBezTo>
                        <a:pt x="46" y="93"/>
                        <a:pt x="46" y="93"/>
                        <a:pt x="47" y="92"/>
                      </a:cubicBezTo>
                      <a:cubicBezTo>
                        <a:pt x="49" y="94"/>
                        <a:pt x="52" y="96"/>
                        <a:pt x="51" y="101"/>
                      </a:cubicBezTo>
                      <a:cubicBezTo>
                        <a:pt x="51" y="109"/>
                        <a:pt x="51" y="109"/>
                        <a:pt x="51" y="109"/>
                      </a:cubicBezTo>
                      <a:cubicBezTo>
                        <a:pt x="51" y="110"/>
                        <a:pt x="51" y="110"/>
                        <a:pt x="51" y="110"/>
                      </a:cubicBezTo>
                      <a:cubicBezTo>
                        <a:pt x="50" y="118"/>
                        <a:pt x="50" y="118"/>
                        <a:pt x="50" y="118"/>
                      </a:cubicBezTo>
                      <a:cubicBezTo>
                        <a:pt x="50" y="119"/>
                        <a:pt x="50" y="119"/>
                        <a:pt x="50" y="120"/>
                      </a:cubicBezTo>
                      <a:cubicBezTo>
                        <a:pt x="51" y="123"/>
                        <a:pt x="51" y="123"/>
                        <a:pt x="54" y="125"/>
                      </a:cubicBezTo>
                      <a:cubicBezTo>
                        <a:pt x="56" y="125"/>
                        <a:pt x="56" y="125"/>
                        <a:pt x="56" y="125"/>
                      </a:cubicBezTo>
                      <a:cubicBezTo>
                        <a:pt x="59" y="125"/>
                        <a:pt x="60" y="121"/>
                        <a:pt x="62" y="119"/>
                      </a:cubicBezTo>
                      <a:cubicBezTo>
                        <a:pt x="62" y="118"/>
                        <a:pt x="62" y="118"/>
                        <a:pt x="62" y="118"/>
                      </a:cubicBezTo>
                      <a:cubicBezTo>
                        <a:pt x="62" y="113"/>
                        <a:pt x="62" y="113"/>
                        <a:pt x="62" y="113"/>
                      </a:cubicBezTo>
                      <a:cubicBezTo>
                        <a:pt x="63" y="110"/>
                        <a:pt x="68" y="106"/>
                        <a:pt x="71" y="106"/>
                      </a:cubicBezTo>
                      <a:cubicBezTo>
                        <a:pt x="75" y="106"/>
                        <a:pt x="77" y="109"/>
                        <a:pt x="78" y="111"/>
                      </a:cubicBezTo>
                      <a:cubicBezTo>
                        <a:pt x="78" y="112"/>
                        <a:pt x="78" y="112"/>
                        <a:pt x="78" y="112"/>
                      </a:cubicBezTo>
                      <a:cubicBezTo>
                        <a:pt x="78" y="113"/>
                        <a:pt x="78" y="113"/>
                        <a:pt x="78" y="113"/>
                      </a:cubicBezTo>
                      <a:cubicBezTo>
                        <a:pt x="78" y="115"/>
                        <a:pt x="78" y="115"/>
                        <a:pt x="79" y="116"/>
                      </a:cubicBezTo>
                      <a:cubicBezTo>
                        <a:pt x="78" y="117"/>
                        <a:pt x="78" y="117"/>
                        <a:pt x="78" y="118"/>
                      </a:cubicBezTo>
                      <a:cubicBezTo>
                        <a:pt x="78" y="119"/>
                        <a:pt x="78" y="119"/>
                        <a:pt x="78" y="119"/>
                      </a:cubicBezTo>
                      <a:cubicBezTo>
                        <a:pt x="72" y="130"/>
                        <a:pt x="57" y="140"/>
                        <a:pt x="46" y="147"/>
                      </a:cubicBezTo>
                      <a:cubicBezTo>
                        <a:pt x="44" y="148"/>
                        <a:pt x="40" y="151"/>
                        <a:pt x="37" y="152"/>
                      </a:cubicBezTo>
                      <a:cubicBezTo>
                        <a:pt x="35" y="153"/>
                        <a:pt x="29" y="157"/>
                        <a:pt x="28" y="158"/>
                      </a:cubicBezTo>
                      <a:cubicBezTo>
                        <a:pt x="25" y="161"/>
                        <a:pt x="12" y="165"/>
                        <a:pt x="6" y="165"/>
                      </a:cubicBezTo>
                      <a:cubicBezTo>
                        <a:pt x="4" y="165"/>
                        <a:pt x="2" y="168"/>
                        <a:pt x="1" y="170"/>
                      </a:cubicBezTo>
                      <a:cubicBezTo>
                        <a:pt x="4" y="171"/>
                        <a:pt x="4" y="173"/>
                        <a:pt x="7" y="175"/>
                      </a:cubicBezTo>
                      <a:cubicBezTo>
                        <a:pt x="10" y="176"/>
                        <a:pt x="12" y="176"/>
                        <a:pt x="14" y="178"/>
                      </a:cubicBezTo>
                      <a:cubicBezTo>
                        <a:pt x="18" y="179"/>
                        <a:pt x="18" y="179"/>
                        <a:pt x="18" y="179"/>
                      </a:cubicBezTo>
                      <a:cubicBezTo>
                        <a:pt x="20" y="179"/>
                        <a:pt x="18" y="179"/>
                        <a:pt x="20" y="179"/>
                      </a:cubicBezTo>
                      <a:cubicBezTo>
                        <a:pt x="21" y="179"/>
                        <a:pt x="21" y="179"/>
                        <a:pt x="21" y="179"/>
                      </a:cubicBezTo>
                      <a:cubicBezTo>
                        <a:pt x="22" y="179"/>
                        <a:pt x="22" y="179"/>
                        <a:pt x="22" y="179"/>
                      </a:cubicBezTo>
                      <a:cubicBezTo>
                        <a:pt x="26" y="177"/>
                        <a:pt x="30" y="175"/>
                        <a:pt x="33" y="173"/>
                      </a:cubicBezTo>
                      <a:cubicBezTo>
                        <a:pt x="35" y="171"/>
                        <a:pt x="36" y="170"/>
                        <a:pt x="38" y="169"/>
                      </a:cubicBezTo>
                      <a:cubicBezTo>
                        <a:pt x="39" y="168"/>
                        <a:pt x="43" y="166"/>
                        <a:pt x="43" y="166"/>
                      </a:cubicBezTo>
                      <a:cubicBezTo>
                        <a:pt x="49" y="160"/>
                        <a:pt x="55" y="156"/>
                        <a:pt x="61" y="150"/>
                      </a:cubicBezTo>
                      <a:cubicBezTo>
                        <a:pt x="64" y="148"/>
                        <a:pt x="67" y="145"/>
                        <a:pt x="70" y="143"/>
                      </a:cubicBezTo>
                      <a:cubicBezTo>
                        <a:pt x="73" y="140"/>
                        <a:pt x="76" y="137"/>
                        <a:pt x="79" y="135"/>
                      </a:cubicBezTo>
                      <a:cubicBezTo>
                        <a:pt x="82" y="132"/>
                        <a:pt x="85" y="130"/>
                        <a:pt x="87" y="127"/>
                      </a:cubicBezTo>
                      <a:cubicBezTo>
                        <a:pt x="90" y="124"/>
                        <a:pt x="91" y="119"/>
                        <a:pt x="96" y="119"/>
                      </a:cubicBezTo>
                      <a:cubicBezTo>
                        <a:pt x="98" y="119"/>
                        <a:pt x="100" y="126"/>
                        <a:pt x="100" y="128"/>
                      </a:cubicBezTo>
                      <a:cubicBezTo>
                        <a:pt x="100" y="132"/>
                        <a:pt x="105" y="145"/>
                        <a:pt x="106" y="149"/>
                      </a:cubicBezTo>
                      <a:cubicBezTo>
                        <a:pt x="108" y="155"/>
                        <a:pt x="111" y="165"/>
                        <a:pt x="118" y="165"/>
                      </a:cubicBezTo>
                      <a:cubicBezTo>
                        <a:pt x="119" y="163"/>
                        <a:pt x="125" y="161"/>
                        <a:pt x="125" y="152"/>
                      </a:cubicBezTo>
                      <a:cubicBezTo>
                        <a:pt x="125" y="143"/>
                        <a:pt x="120" y="120"/>
                        <a:pt x="117" y="116"/>
                      </a:cubicBezTo>
                      <a:cubicBezTo>
                        <a:pt x="117" y="118"/>
                        <a:pt x="116" y="118"/>
                        <a:pt x="116" y="120"/>
                      </a:cubicBezTo>
                      <a:cubicBezTo>
                        <a:pt x="116" y="123"/>
                        <a:pt x="115" y="121"/>
                        <a:pt x="115" y="124"/>
                      </a:cubicBezTo>
                      <a:cubicBezTo>
                        <a:pt x="115" y="125"/>
                        <a:pt x="115" y="125"/>
                        <a:pt x="115" y="125"/>
                      </a:cubicBezTo>
                      <a:cubicBezTo>
                        <a:pt x="115" y="126"/>
                        <a:pt x="114" y="129"/>
                        <a:pt x="112" y="129"/>
                      </a:cubicBezTo>
                      <a:cubicBezTo>
                        <a:pt x="109" y="129"/>
                        <a:pt x="109" y="129"/>
                        <a:pt x="109" y="129"/>
                      </a:cubicBezTo>
                      <a:cubicBezTo>
                        <a:pt x="105" y="129"/>
                        <a:pt x="102" y="110"/>
                        <a:pt x="100" y="105"/>
                      </a:cubicBezTo>
                      <a:cubicBezTo>
                        <a:pt x="98" y="101"/>
                        <a:pt x="98" y="97"/>
                        <a:pt x="97" y="92"/>
                      </a:cubicBezTo>
                      <a:cubicBezTo>
                        <a:pt x="96" y="87"/>
                        <a:pt x="94" y="86"/>
                        <a:pt x="94" y="79"/>
                      </a:cubicBezTo>
                      <a:cubicBezTo>
                        <a:pt x="94" y="76"/>
                        <a:pt x="94" y="76"/>
                        <a:pt x="94" y="76"/>
                      </a:cubicBezTo>
                      <a:cubicBezTo>
                        <a:pt x="94" y="65"/>
                        <a:pt x="110" y="67"/>
                        <a:pt x="110" y="61"/>
                      </a:cubicBezTo>
                      <a:cubicBezTo>
                        <a:pt x="110" y="60"/>
                        <a:pt x="110" y="60"/>
                        <a:pt x="110" y="60"/>
                      </a:cubicBezTo>
                      <a:cubicBezTo>
                        <a:pt x="110" y="58"/>
                        <a:pt x="109" y="57"/>
                        <a:pt x="108" y="57"/>
                      </a:cubicBezTo>
                      <a:cubicBezTo>
                        <a:pt x="105" y="57"/>
                        <a:pt x="105" y="57"/>
                        <a:pt x="105" y="57"/>
                      </a:cubicBezTo>
                      <a:cubicBezTo>
                        <a:pt x="104" y="57"/>
                        <a:pt x="104" y="57"/>
                        <a:pt x="104" y="57"/>
                      </a:cubicBezTo>
                      <a:cubicBezTo>
                        <a:pt x="103" y="58"/>
                        <a:pt x="102" y="59"/>
                        <a:pt x="101" y="59"/>
                      </a:cubicBezTo>
                      <a:cubicBezTo>
                        <a:pt x="99" y="60"/>
                        <a:pt x="99" y="59"/>
                        <a:pt x="97" y="60"/>
                      </a:cubicBezTo>
                      <a:cubicBezTo>
                        <a:pt x="95" y="59"/>
                        <a:pt x="91" y="56"/>
                        <a:pt x="91" y="54"/>
                      </a:cubicBezTo>
                      <a:cubicBezTo>
                        <a:pt x="91" y="41"/>
                        <a:pt x="91" y="41"/>
                        <a:pt x="91" y="41"/>
                      </a:cubicBezTo>
                      <a:lnTo>
                        <a:pt x="91" y="29"/>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3" name="íšlïďè"/>
                <p:cNvSpPr/>
                <p:nvPr/>
              </p:nvSpPr>
              <p:spPr bwMode="auto">
                <a:xfrm>
                  <a:off x="5478463" y="3581400"/>
                  <a:ext cx="46038" cy="76200"/>
                </a:xfrm>
                <a:custGeom>
                  <a:avLst/>
                  <a:gdLst>
                    <a:gd name="T0" fmla="*/ 14 w 14"/>
                    <a:gd name="T1" fmla="*/ 15 h 23"/>
                    <a:gd name="T2" fmla="*/ 10 w 14"/>
                    <a:gd name="T3" fmla="*/ 6 h 23"/>
                    <a:gd name="T4" fmla="*/ 3 w 14"/>
                    <a:gd name="T5" fmla="*/ 0 h 23"/>
                    <a:gd name="T6" fmla="*/ 0 w 14"/>
                    <a:gd name="T7" fmla="*/ 3 h 23"/>
                    <a:gd name="T8" fmla="*/ 5 w 14"/>
                    <a:gd name="T9" fmla="*/ 11 h 23"/>
                    <a:gd name="T10" fmla="*/ 5 w 14"/>
                    <a:gd name="T11" fmla="*/ 12 h 23"/>
                    <a:gd name="T12" fmla="*/ 5 w 14"/>
                    <a:gd name="T13" fmla="*/ 14 h 23"/>
                    <a:gd name="T14" fmla="*/ 5 w 14"/>
                    <a:gd name="T15" fmla="*/ 15 h 23"/>
                    <a:gd name="T16" fmla="*/ 2 w 14"/>
                    <a:gd name="T17" fmla="*/ 19 h 23"/>
                    <a:gd name="T18" fmla="*/ 2 w 14"/>
                    <a:gd name="T19" fmla="*/ 22 h 23"/>
                    <a:gd name="T20" fmla="*/ 5 w 14"/>
                    <a:gd name="T21" fmla="*/ 23 h 23"/>
                    <a:gd name="T22" fmla="*/ 6 w 14"/>
                    <a:gd name="T23" fmla="*/ 23 h 23"/>
                    <a:gd name="T24" fmla="*/ 11 w 14"/>
                    <a:gd name="T25" fmla="*/ 20 h 23"/>
                    <a:gd name="T26" fmla="*/ 14 w 14"/>
                    <a:gd name="T27" fmla="*/ 15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4" h="23">
                      <a:moveTo>
                        <a:pt x="14" y="15"/>
                      </a:moveTo>
                      <a:cubicBezTo>
                        <a:pt x="14" y="11"/>
                        <a:pt x="12" y="9"/>
                        <a:pt x="10" y="6"/>
                      </a:cubicBezTo>
                      <a:cubicBezTo>
                        <a:pt x="8" y="5"/>
                        <a:pt x="3" y="1"/>
                        <a:pt x="3" y="0"/>
                      </a:cubicBezTo>
                      <a:cubicBezTo>
                        <a:pt x="0" y="3"/>
                        <a:pt x="0" y="3"/>
                        <a:pt x="0" y="3"/>
                      </a:cubicBezTo>
                      <a:cubicBezTo>
                        <a:pt x="5" y="11"/>
                        <a:pt x="5" y="11"/>
                        <a:pt x="5" y="11"/>
                      </a:cubicBezTo>
                      <a:cubicBezTo>
                        <a:pt x="5" y="12"/>
                        <a:pt x="5" y="12"/>
                        <a:pt x="5" y="12"/>
                      </a:cubicBezTo>
                      <a:cubicBezTo>
                        <a:pt x="5" y="14"/>
                        <a:pt x="5" y="14"/>
                        <a:pt x="5" y="14"/>
                      </a:cubicBezTo>
                      <a:cubicBezTo>
                        <a:pt x="5" y="15"/>
                        <a:pt x="5" y="15"/>
                        <a:pt x="5" y="15"/>
                      </a:cubicBezTo>
                      <a:cubicBezTo>
                        <a:pt x="2" y="19"/>
                        <a:pt x="2" y="19"/>
                        <a:pt x="2" y="19"/>
                      </a:cubicBezTo>
                      <a:cubicBezTo>
                        <a:pt x="2" y="22"/>
                        <a:pt x="2" y="22"/>
                        <a:pt x="2" y="22"/>
                      </a:cubicBezTo>
                      <a:cubicBezTo>
                        <a:pt x="5" y="23"/>
                        <a:pt x="5" y="23"/>
                        <a:pt x="5" y="23"/>
                      </a:cubicBezTo>
                      <a:cubicBezTo>
                        <a:pt x="6" y="23"/>
                        <a:pt x="6" y="23"/>
                        <a:pt x="6" y="23"/>
                      </a:cubicBezTo>
                      <a:cubicBezTo>
                        <a:pt x="7" y="23"/>
                        <a:pt x="11" y="21"/>
                        <a:pt x="11" y="20"/>
                      </a:cubicBezTo>
                      <a:cubicBezTo>
                        <a:pt x="13" y="19"/>
                        <a:pt x="13" y="17"/>
                        <a:pt x="14" y="1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4" name="işḷîḑe"/>
                <p:cNvSpPr/>
                <p:nvPr/>
              </p:nvSpPr>
              <p:spPr bwMode="auto">
                <a:xfrm>
                  <a:off x="6310313" y="3136900"/>
                  <a:ext cx="406400" cy="554038"/>
                </a:xfrm>
                <a:custGeom>
                  <a:avLst/>
                  <a:gdLst>
                    <a:gd name="T0" fmla="*/ 101 w 123"/>
                    <a:gd name="T1" fmla="*/ 9 h 166"/>
                    <a:gd name="T2" fmla="*/ 96 w 123"/>
                    <a:gd name="T3" fmla="*/ 0 h 166"/>
                    <a:gd name="T4" fmla="*/ 76 w 123"/>
                    <a:gd name="T5" fmla="*/ 23 h 166"/>
                    <a:gd name="T6" fmla="*/ 66 w 123"/>
                    <a:gd name="T7" fmla="*/ 20 h 166"/>
                    <a:gd name="T8" fmla="*/ 69 w 123"/>
                    <a:gd name="T9" fmla="*/ 29 h 166"/>
                    <a:gd name="T10" fmla="*/ 64 w 123"/>
                    <a:gd name="T11" fmla="*/ 38 h 166"/>
                    <a:gd name="T12" fmla="*/ 71 w 123"/>
                    <a:gd name="T13" fmla="*/ 37 h 166"/>
                    <a:gd name="T14" fmla="*/ 78 w 123"/>
                    <a:gd name="T15" fmla="*/ 38 h 166"/>
                    <a:gd name="T16" fmla="*/ 104 w 123"/>
                    <a:gd name="T17" fmla="*/ 37 h 166"/>
                    <a:gd name="T18" fmla="*/ 97 w 123"/>
                    <a:gd name="T19" fmla="*/ 43 h 166"/>
                    <a:gd name="T20" fmla="*/ 85 w 123"/>
                    <a:gd name="T21" fmla="*/ 56 h 166"/>
                    <a:gd name="T22" fmla="*/ 78 w 123"/>
                    <a:gd name="T23" fmla="*/ 67 h 166"/>
                    <a:gd name="T24" fmla="*/ 72 w 123"/>
                    <a:gd name="T25" fmla="*/ 62 h 166"/>
                    <a:gd name="T26" fmla="*/ 72 w 123"/>
                    <a:gd name="T27" fmla="*/ 48 h 166"/>
                    <a:gd name="T28" fmla="*/ 63 w 123"/>
                    <a:gd name="T29" fmla="*/ 57 h 166"/>
                    <a:gd name="T30" fmla="*/ 56 w 123"/>
                    <a:gd name="T31" fmla="*/ 57 h 166"/>
                    <a:gd name="T32" fmla="*/ 61 w 123"/>
                    <a:gd name="T33" fmla="*/ 66 h 166"/>
                    <a:gd name="T34" fmla="*/ 59 w 123"/>
                    <a:gd name="T35" fmla="*/ 70 h 166"/>
                    <a:gd name="T36" fmla="*/ 68 w 123"/>
                    <a:gd name="T37" fmla="*/ 74 h 166"/>
                    <a:gd name="T38" fmla="*/ 68 w 123"/>
                    <a:gd name="T39" fmla="*/ 78 h 166"/>
                    <a:gd name="T40" fmla="*/ 40 w 123"/>
                    <a:gd name="T41" fmla="*/ 92 h 166"/>
                    <a:gd name="T42" fmla="*/ 24 w 123"/>
                    <a:gd name="T43" fmla="*/ 99 h 166"/>
                    <a:gd name="T44" fmla="*/ 3 w 123"/>
                    <a:gd name="T45" fmla="*/ 105 h 166"/>
                    <a:gd name="T46" fmla="*/ 2 w 123"/>
                    <a:gd name="T47" fmla="*/ 112 h 166"/>
                    <a:gd name="T48" fmla="*/ 14 w 123"/>
                    <a:gd name="T49" fmla="*/ 120 h 166"/>
                    <a:gd name="T50" fmla="*/ 32 w 123"/>
                    <a:gd name="T51" fmla="*/ 108 h 166"/>
                    <a:gd name="T52" fmla="*/ 55 w 123"/>
                    <a:gd name="T53" fmla="*/ 93 h 166"/>
                    <a:gd name="T54" fmla="*/ 63 w 123"/>
                    <a:gd name="T55" fmla="*/ 89 h 166"/>
                    <a:gd name="T56" fmla="*/ 82 w 123"/>
                    <a:gd name="T57" fmla="*/ 83 h 166"/>
                    <a:gd name="T58" fmla="*/ 82 w 123"/>
                    <a:gd name="T59" fmla="*/ 86 h 166"/>
                    <a:gd name="T60" fmla="*/ 74 w 123"/>
                    <a:gd name="T61" fmla="*/ 97 h 166"/>
                    <a:gd name="T62" fmla="*/ 61 w 123"/>
                    <a:gd name="T63" fmla="*/ 107 h 166"/>
                    <a:gd name="T64" fmla="*/ 64 w 123"/>
                    <a:gd name="T65" fmla="*/ 118 h 166"/>
                    <a:gd name="T66" fmla="*/ 55 w 123"/>
                    <a:gd name="T67" fmla="*/ 126 h 166"/>
                    <a:gd name="T68" fmla="*/ 40 w 123"/>
                    <a:gd name="T69" fmla="*/ 129 h 166"/>
                    <a:gd name="T70" fmla="*/ 30 w 123"/>
                    <a:gd name="T71" fmla="*/ 130 h 166"/>
                    <a:gd name="T72" fmla="*/ 35 w 123"/>
                    <a:gd name="T73" fmla="*/ 141 h 166"/>
                    <a:gd name="T74" fmla="*/ 38 w 123"/>
                    <a:gd name="T75" fmla="*/ 141 h 166"/>
                    <a:gd name="T76" fmla="*/ 56 w 123"/>
                    <a:gd name="T77" fmla="*/ 133 h 166"/>
                    <a:gd name="T78" fmla="*/ 63 w 123"/>
                    <a:gd name="T79" fmla="*/ 141 h 166"/>
                    <a:gd name="T80" fmla="*/ 56 w 123"/>
                    <a:gd name="T81" fmla="*/ 154 h 166"/>
                    <a:gd name="T82" fmla="*/ 53 w 123"/>
                    <a:gd name="T83" fmla="*/ 154 h 166"/>
                    <a:gd name="T84" fmla="*/ 49 w 123"/>
                    <a:gd name="T85" fmla="*/ 154 h 166"/>
                    <a:gd name="T86" fmla="*/ 46 w 123"/>
                    <a:gd name="T87" fmla="*/ 156 h 166"/>
                    <a:gd name="T88" fmla="*/ 56 w 123"/>
                    <a:gd name="T89" fmla="*/ 166 h 166"/>
                    <a:gd name="T90" fmla="*/ 71 w 123"/>
                    <a:gd name="T91" fmla="*/ 160 h 166"/>
                    <a:gd name="T92" fmla="*/ 75 w 123"/>
                    <a:gd name="T93" fmla="*/ 146 h 166"/>
                    <a:gd name="T94" fmla="*/ 80 w 123"/>
                    <a:gd name="T95" fmla="*/ 124 h 166"/>
                    <a:gd name="T96" fmla="*/ 94 w 123"/>
                    <a:gd name="T97" fmla="*/ 120 h 166"/>
                    <a:gd name="T98" fmla="*/ 81 w 123"/>
                    <a:gd name="T99" fmla="*/ 117 h 166"/>
                    <a:gd name="T100" fmla="*/ 72 w 123"/>
                    <a:gd name="T101" fmla="*/ 107 h 166"/>
                    <a:gd name="T102" fmla="*/ 78 w 123"/>
                    <a:gd name="T103" fmla="*/ 96 h 166"/>
                    <a:gd name="T104" fmla="*/ 92 w 123"/>
                    <a:gd name="T105" fmla="*/ 89 h 166"/>
                    <a:gd name="T106" fmla="*/ 102 w 123"/>
                    <a:gd name="T107" fmla="*/ 78 h 166"/>
                    <a:gd name="T108" fmla="*/ 95 w 123"/>
                    <a:gd name="T109" fmla="*/ 61 h 166"/>
                    <a:gd name="T110" fmla="*/ 109 w 123"/>
                    <a:gd name="T111" fmla="*/ 48 h 166"/>
                    <a:gd name="T112" fmla="*/ 116 w 123"/>
                    <a:gd name="T113" fmla="*/ 42 h 166"/>
                    <a:gd name="T114" fmla="*/ 121 w 123"/>
                    <a:gd name="T115" fmla="*/ 32 h 166"/>
                    <a:gd name="T116" fmla="*/ 116 w 123"/>
                    <a:gd name="T117" fmla="*/ 17 h 166"/>
                    <a:gd name="T118" fmla="*/ 104 w 123"/>
                    <a:gd name="T119" fmla="*/ 20 h 166"/>
                    <a:gd name="T120" fmla="*/ 93 w 123"/>
                    <a:gd name="T121" fmla="*/ 21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23" h="166">
                      <a:moveTo>
                        <a:pt x="93" y="21"/>
                      </a:moveTo>
                      <a:cubicBezTo>
                        <a:pt x="94" y="14"/>
                        <a:pt x="98" y="14"/>
                        <a:pt x="101" y="9"/>
                      </a:cubicBezTo>
                      <a:cubicBezTo>
                        <a:pt x="101" y="8"/>
                        <a:pt x="101" y="8"/>
                        <a:pt x="101" y="8"/>
                      </a:cubicBezTo>
                      <a:cubicBezTo>
                        <a:pt x="101" y="5"/>
                        <a:pt x="97" y="1"/>
                        <a:pt x="96" y="0"/>
                      </a:cubicBezTo>
                      <a:cubicBezTo>
                        <a:pt x="89" y="3"/>
                        <a:pt x="91" y="6"/>
                        <a:pt x="88" y="13"/>
                      </a:cubicBezTo>
                      <a:cubicBezTo>
                        <a:pt x="85" y="17"/>
                        <a:pt x="82" y="23"/>
                        <a:pt x="76" y="23"/>
                      </a:cubicBezTo>
                      <a:cubicBezTo>
                        <a:pt x="75" y="23"/>
                        <a:pt x="70" y="18"/>
                        <a:pt x="67" y="17"/>
                      </a:cubicBezTo>
                      <a:cubicBezTo>
                        <a:pt x="66" y="20"/>
                        <a:pt x="66" y="20"/>
                        <a:pt x="66" y="20"/>
                      </a:cubicBezTo>
                      <a:cubicBezTo>
                        <a:pt x="67" y="23"/>
                        <a:pt x="69" y="24"/>
                        <a:pt x="69" y="28"/>
                      </a:cubicBezTo>
                      <a:cubicBezTo>
                        <a:pt x="69" y="29"/>
                        <a:pt x="69" y="29"/>
                        <a:pt x="69" y="29"/>
                      </a:cubicBezTo>
                      <a:cubicBezTo>
                        <a:pt x="69" y="29"/>
                        <a:pt x="63" y="36"/>
                        <a:pt x="62" y="37"/>
                      </a:cubicBezTo>
                      <a:cubicBezTo>
                        <a:pt x="63" y="38"/>
                        <a:pt x="61" y="38"/>
                        <a:pt x="64" y="38"/>
                      </a:cubicBezTo>
                      <a:cubicBezTo>
                        <a:pt x="64" y="38"/>
                        <a:pt x="64" y="38"/>
                        <a:pt x="64" y="38"/>
                      </a:cubicBezTo>
                      <a:cubicBezTo>
                        <a:pt x="71" y="37"/>
                        <a:pt x="71" y="37"/>
                        <a:pt x="71" y="37"/>
                      </a:cubicBezTo>
                      <a:cubicBezTo>
                        <a:pt x="74" y="37"/>
                        <a:pt x="74" y="38"/>
                        <a:pt x="78" y="38"/>
                      </a:cubicBezTo>
                      <a:cubicBezTo>
                        <a:pt x="78" y="38"/>
                        <a:pt x="78" y="38"/>
                        <a:pt x="78" y="38"/>
                      </a:cubicBezTo>
                      <a:cubicBezTo>
                        <a:pt x="79" y="38"/>
                        <a:pt x="84" y="33"/>
                        <a:pt x="91" y="32"/>
                      </a:cubicBezTo>
                      <a:cubicBezTo>
                        <a:pt x="96" y="31"/>
                        <a:pt x="104" y="30"/>
                        <a:pt x="104" y="37"/>
                      </a:cubicBezTo>
                      <a:cubicBezTo>
                        <a:pt x="104" y="39"/>
                        <a:pt x="102" y="41"/>
                        <a:pt x="101" y="43"/>
                      </a:cubicBezTo>
                      <a:cubicBezTo>
                        <a:pt x="98" y="43"/>
                        <a:pt x="99" y="43"/>
                        <a:pt x="97" y="43"/>
                      </a:cubicBezTo>
                      <a:cubicBezTo>
                        <a:pt x="96" y="43"/>
                        <a:pt x="93" y="42"/>
                        <a:pt x="92" y="41"/>
                      </a:cubicBezTo>
                      <a:cubicBezTo>
                        <a:pt x="85" y="46"/>
                        <a:pt x="88" y="49"/>
                        <a:pt x="85" y="56"/>
                      </a:cubicBezTo>
                      <a:cubicBezTo>
                        <a:pt x="84" y="57"/>
                        <a:pt x="81" y="64"/>
                        <a:pt x="81" y="64"/>
                      </a:cubicBezTo>
                      <a:cubicBezTo>
                        <a:pt x="80" y="66"/>
                        <a:pt x="80" y="64"/>
                        <a:pt x="78" y="67"/>
                      </a:cubicBezTo>
                      <a:cubicBezTo>
                        <a:pt x="77" y="70"/>
                        <a:pt x="78" y="68"/>
                        <a:pt x="76" y="70"/>
                      </a:cubicBezTo>
                      <a:cubicBezTo>
                        <a:pt x="74" y="67"/>
                        <a:pt x="72" y="66"/>
                        <a:pt x="72" y="62"/>
                      </a:cubicBezTo>
                      <a:cubicBezTo>
                        <a:pt x="72" y="61"/>
                        <a:pt x="75" y="55"/>
                        <a:pt x="76" y="54"/>
                      </a:cubicBezTo>
                      <a:cubicBezTo>
                        <a:pt x="75" y="51"/>
                        <a:pt x="75" y="48"/>
                        <a:pt x="72" y="48"/>
                      </a:cubicBezTo>
                      <a:cubicBezTo>
                        <a:pt x="71" y="48"/>
                        <a:pt x="70" y="49"/>
                        <a:pt x="70" y="49"/>
                      </a:cubicBezTo>
                      <a:cubicBezTo>
                        <a:pt x="70" y="55"/>
                        <a:pt x="67" y="55"/>
                        <a:pt x="63" y="57"/>
                      </a:cubicBezTo>
                      <a:cubicBezTo>
                        <a:pt x="62" y="56"/>
                        <a:pt x="60" y="55"/>
                        <a:pt x="59" y="55"/>
                      </a:cubicBezTo>
                      <a:cubicBezTo>
                        <a:pt x="58" y="55"/>
                        <a:pt x="56" y="57"/>
                        <a:pt x="56" y="57"/>
                      </a:cubicBezTo>
                      <a:cubicBezTo>
                        <a:pt x="58" y="60"/>
                        <a:pt x="59" y="60"/>
                        <a:pt x="61" y="64"/>
                      </a:cubicBezTo>
                      <a:cubicBezTo>
                        <a:pt x="61" y="66"/>
                        <a:pt x="61" y="66"/>
                        <a:pt x="61" y="66"/>
                      </a:cubicBezTo>
                      <a:cubicBezTo>
                        <a:pt x="61" y="67"/>
                        <a:pt x="61" y="67"/>
                        <a:pt x="61" y="67"/>
                      </a:cubicBezTo>
                      <a:cubicBezTo>
                        <a:pt x="59" y="70"/>
                        <a:pt x="59" y="70"/>
                        <a:pt x="59" y="70"/>
                      </a:cubicBezTo>
                      <a:cubicBezTo>
                        <a:pt x="60" y="71"/>
                        <a:pt x="58" y="71"/>
                        <a:pt x="61" y="71"/>
                      </a:cubicBezTo>
                      <a:cubicBezTo>
                        <a:pt x="64" y="71"/>
                        <a:pt x="66" y="72"/>
                        <a:pt x="68" y="74"/>
                      </a:cubicBezTo>
                      <a:cubicBezTo>
                        <a:pt x="68" y="75"/>
                        <a:pt x="68" y="75"/>
                        <a:pt x="68" y="75"/>
                      </a:cubicBezTo>
                      <a:cubicBezTo>
                        <a:pt x="68" y="78"/>
                        <a:pt x="68" y="78"/>
                        <a:pt x="68" y="78"/>
                      </a:cubicBezTo>
                      <a:cubicBezTo>
                        <a:pt x="68" y="82"/>
                        <a:pt x="58" y="85"/>
                        <a:pt x="55" y="86"/>
                      </a:cubicBezTo>
                      <a:cubicBezTo>
                        <a:pt x="50" y="88"/>
                        <a:pt x="44" y="91"/>
                        <a:pt x="40" y="92"/>
                      </a:cubicBezTo>
                      <a:cubicBezTo>
                        <a:pt x="36" y="94"/>
                        <a:pt x="35" y="94"/>
                        <a:pt x="32" y="96"/>
                      </a:cubicBezTo>
                      <a:cubicBezTo>
                        <a:pt x="29" y="97"/>
                        <a:pt x="27" y="97"/>
                        <a:pt x="24" y="99"/>
                      </a:cubicBezTo>
                      <a:cubicBezTo>
                        <a:pt x="20" y="101"/>
                        <a:pt x="13" y="104"/>
                        <a:pt x="9" y="104"/>
                      </a:cubicBezTo>
                      <a:cubicBezTo>
                        <a:pt x="3" y="105"/>
                        <a:pt x="3" y="105"/>
                        <a:pt x="3" y="105"/>
                      </a:cubicBezTo>
                      <a:cubicBezTo>
                        <a:pt x="1" y="105"/>
                        <a:pt x="1" y="106"/>
                        <a:pt x="0" y="107"/>
                      </a:cubicBezTo>
                      <a:cubicBezTo>
                        <a:pt x="0" y="108"/>
                        <a:pt x="0" y="111"/>
                        <a:pt x="2" y="112"/>
                      </a:cubicBezTo>
                      <a:cubicBezTo>
                        <a:pt x="4" y="114"/>
                        <a:pt x="3" y="114"/>
                        <a:pt x="5" y="115"/>
                      </a:cubicBezTo>
                      <a:cubicBezTo>
                        <a:pt x="6" y="116"/>
                        <a:pt x="12" y="119"/>
                        <a:pt x="14" y="120"/>
                      </a:cubicBezTo>
                      <a:cubicBezTo>
                        <a:pt x="15" y="119"/>
                        <a:pt x="15" y="119"/>
                        <a:pt x="17" y="119"/>
                      </a:cubicBezTo>
                      <a:cubicBezTo>
                        <a:pt x="20" y="119"/>
                        <a:pt x="30" y="110"/>
                        <a:pt x="32" y="108"/>
                      </a:cubicBezTo>
                      <a:cubicBezTo>
                        <a:pt x="36" y="104"/>
                        <a:pt x="42" y="101"/>
                        <a:pt x="47" y="98"/>
                      </a:cubicBezTo>
                      <a:cubicBezTo>
                        <a:pt x="50" y="96"/>
                        <a:pt x="52" y="95"/>
                        <a:pt x="55" y="93"/>
                      </a:cubicBezTo>
                      <a:cubicBezTo>
                        <a:pt x="57" y="92"/>
                        <a:pt x="58" y="92"/>
                        <a:pt x="59" y="91"/>
                      </a:cubicBezTo>
                      <a:cubicBezTo>
                        <a:pt x="61" y="90"/>
                        <a:pt x="61" y="90"/>
                        <a:pt x="63" y="89"/>
                      </a:cubicBezTo>
                      <a:cubicBezTo>
                        <a:pt x="68" y="87"/>
                        <a:pt x="74" y="80"/>
                        <a:pt x="79" y="80"/>
                      </a:cubicBezTo>
                      <a:cubicBezTo>
                        <a:pt x="81" y="80"/>
                        <a:pt x="82" y="82"/>
                        <a:pt x="82" y="83"/>
                      </a:cubicBezTo>
                      <a:cubicBezTo>
                        <a:pt x="82" y="85"/>
                        <a:pt x="82" y="85"/>
                        <a:pt x="82" y="85"/>
                      </a:cubicBezTo>
                      <a:cubicBezTo>
                        <a:pt x="82" y="86"/>
                        <a:pt x="82" y="86"/>
                        <a:pt x="82" y="86"/>
                      </a:cubicBezTo>
                      <a:cubicBezTo>
                        <a:pt x="80" y="90"/>
                        <a:pt x="79" y="89"/>
                        <a:pt x="78" y="93"/>
                      </a:cubicBezTo>
                      <a:cubicBezTo>
                        <a:pt x="75" y="94"/>
                        <a:pt x="75" y="94"/>
                        <a:pt x="74" y="97"/>
                      </a:cubicBezTo>
                      <a:cubicBezTo>
                        <a:pt x="69" y="98"/>
                        <a:pt x="71" y="99"/>
                        <a:pt x="67" y="101"/>
                      </a:cubicBezTo>
                      <a:cubicBezTo>
                        <a:pt x="63" y="103"/>
                        <a:pt x="63" y="103"/>
                        <a:pt x="61" y="107"/>
                      </a:cubicBezTo>
                      <a:cubicBezTo>
                        <a:pt x="61" y="110"/>
                        <a:pt x="64" y="114"/>
                        <a:pt x="64" y="117"/>
                      </a:cubicBezTo>
                      <a:cubicBezTo>
                        <a:pt x="64" y="118"/>
                        <a:pt x="64" y="118"/>
                        <a:pt x="64" y="118"/>
                      </a:cubicBezTo>
                      <a:cubicBezTo>
                        <a:pt x="64" y="119"/>
                        <a:pt x="64" y="119"/>
                        <a:pt x="64" y="119"/>
                      </a:cubicBezTo>
                      <a:cubicBezTo>
                        <a:pt x="61" y="123"/>
                        <a:pt x="60" y="125"/>
                        <a:pt x="55" y="126"/>
                      </a:cubicBezTo>
                      <a:cubicBezTo>
                        <a:pt x="51" y="127"/>
                        <a:pt x="43" y="129"/>
                        <a:pt x="41" y="129"/>
                      </a:cubicBezTo>
                      <a:cubicBezTo>
                        <a:pt x="40" y="129"/>
                        <a:pt x="40" y="129"/>
                        <a:pt x="40" y="129"/>
                      </a:cubicBezTo>
                      <a:cubicBezTo>
                        <a:pt x="32" y="130"/>
                        <a:pt x="32" y="130"/>
                        <a:pt x="32" y="130"/>
                      </a:cubicBezTo>
                      <a:cubicBezTo>
                        <a:pt x="30" y="130"/>
                        <a:pt x="30" y="130"/>
                        <a:pt x="30" y="130"/>
                      </a:cubicBezTo>
                      <a:cubicBezTo>
                        <a:pt x="27" y="132"/>
                        <a:pt x="27" y="132"/>
                        <a:pt x="27" y="132"/>
                      </a:cubicBezTo>
                      <a:cubicBezTo>
                        <a:pt x="30" y="136"/>
                        <a:pt x="30" y="138"/>
                        <a:pt x="35" y="141"/>
                      </a:cubicBezTo>
                      <a:cubicBezTo>
                        <a:pt x="36" y="141"/>
                        <a:pt x="36" y="141"/>
                        <a:pt x="36" y="141"/>
                      </a:cubicBezTo>
                      <a:cubicBezTo>
                        <a:pt x="38" y="141"/>
                        <a:pt x="38" y="141"/>
                        <a:pt x="38" y="141"/>
                      </a:cubicBezTo>
                      <a:cubicBezTo>
                        <a:pt x="39" y="141"/>
                        <a:pt x="39" y="141"/>
                        <a:pt x="39" y="141"/>
                      </a:cubicBezTo>
                      <a:cubicBezTo>
                        <a:pt x="43" y="138"/>
                        <a:pt x="51" y="133"/>
                        <a:pt x="56" y="133"/>
                      </a:cubicBezTo>
                      <a:cubicBezTo>
                        <a:pt x="58" y="133"/>
                        <a:pt x="58" y="133"/>
                        <a:pt x="58" y="133"/>
                      </a:cubicBezTo>
                      <a:cubicBezTo>
                        <a:pt x="62" y="133"/>
                        <a:pt x="63" y="137"/>
                        <a:pt x="63" y="141"/>
                      </a:cubicBezTo>
                      <a:cubicBezTo>
                        <a:pt x="63" y="143"/>
                        <a:pt x="63" y="143"/>
                        <a:pt x="63" y="143"/>
                      </a:cubicBezTo>
                      <a:cubicBezTo>
                        <a:pt x="63" y="150"/>
                        <a:pt x="60" y="152"/>
                        <a:pt x="56" y="154"/>
                      </a:cubicBezTo>
                      <a:cubicBezTo>
                        <a:pt x="55" y="154"/>
                        <a:pt x="55" y="154"/>
                        <a:pt x="55" y="154"/>
                      </a:cubicBezTo>
                      <a:cubicBezTo>
                        <a:pt x="53" y="154"/>
                        <a:pt x="53" y="154"/>
                        <a:pt x="53" y="154"/>
                      </a:cubicBezTo>
                      <a:cubicBezTo>
                        <a:pt x="52" y="154"/>
                        <a:pt x="52" y="154"/>
                        <a:pt x="51" y="153"/>
                      </a:cubicBezTo>
                      <a:cubicBezTo>
                        <a:pt x="50" y="154"/>
                        <a:pt x="50" y="154"/>
                        <a:pt x="49" y="154"/>
                      </a:cubicBezTo>
                      <a:cubicBezTo>
                        <a:pt x="47" y="154"/>
                        <a:pt x="47" y="154"/>
                        <a:pt x="47" y="154"/>
                      </a:cubicBezTo>
                      <a:cubicBezTo>
                        <a:pt x="47" y="155"/>
                        <a:pt x="46" y="155"/>
                        <a:pt x="46" y="156"/>
                      </a:cubicBezTo>
                      <a:cubicBezTo>
                        <a:pt x="46" y="158"/>
                        <a:pt x="53" y="165"/>
                        <a:pt x="55" y="166"/>
                      </a:cubicBezTo>
                      <a:cubicBezTo>
                        <a:pt x="56" y="166"/>
                        <a:pt x="56" y="166"/>
                        <a:pt x="56" y="166"/>
                      </a:cubicBezTo>
                      <a:cubicBezTo>
                        <a:pt x="61" y="166"/>
                        <a:pt x="61" y="166"/>
                        <a:pt x="61" y="166"/>
                      </a:cubicBezTo>
                      <a:cubicBezTo>
                        <a:pt x="66" y="166"/>
                        <a:pt x="69" y="163"/>
                        <a:pt x="71" y="160"/>
                      </a:cubicBezTo>
                      <a:cubicBezTo>
                        <a:pt x="74" y="155"/>
                        <a:pt x="74" y="151"/>
                        <a:pt x="76" y="148"/>
                      </a:cubicBezTo>
                      <a:cubicBezTo>
                        <a:pt x="75" y="146"/>
                        <a:pt x="75" y="148"/>
                        <a:pt x="75" y="146"/>
                      </a:cubicBezTo>
                      <a:cubicBezTo>
                        <a:pt x="75" y="138"/>
                        <a:pt x="75" y="138"/>
                        <a:pt x="75" y="138"/>
                      </a:cubicBezTo>
                      <a:cubicBezTo>
                        <a:pt x="75" y="130"/>
                        <a:pt x="74" y="128"/>
                        <a:pt x="80" y="124"/>
                      </a:cubicBezTo>
                      <a:cubicBezTo>
                        <a:pt x="81" y="124"/>
                        <a:pt x="81" y="124"/>
                        <a:pt x="81" y="124"/>
                      </a:cubicBezTo>
                      <a:cubicBezTo>
                        <a:pt x="90" y="124"/>
                        <a:pt x="90" y="127"/>
                        <a:pt x="94" y="120"/>
                      </a:cubicBezTo>
                      <a:cubicBezTo>
                        <a:pt x="92" y="117"/>
                        <a:pt x="91" y="116"/>
                        <a:pt x="88" y="115"/>
                      </a:cubicBezTo>
                      <a:cubicBezTo>
                        <a:pt x="86" y="116"/>
                        <a:pt x="84" y="117"/>
                        <a:pt x="81" y="117"/>
                      </a:cubicBezTo>
                      <a:cubicBezTo>
                        <a:pt x="79" y="117"/>
                        <a:pt x="79" y="117"/>
                        <a:pt x="79" y="117"/>
                      </a:cubicBezTo>
                      <a:cubicBezTo>
                        <a:pt x="77" y="116"/>
                        <a:pt x="72" y="109"/>
                        <a:pt x="72" y="107"/>
                      </a:cubicBezTo>
                      <a:cubicBezTo>
                        <a:pt x="72" y="105"/>
                        <a:pt x="72" y="105"/>
                        <a:pt x="72" y="105"/>
                      </a:cubicBezTo>
                      <a:cubicBezTo>
                        <a:pt x="72" y="99"/>
                        <a:pt x="75" y="100"/>
                        <a:pt x="78" y="96"/>
                      </a:cubicBezTo>
                      <a:cubicBezTo>
                        <a:pt x="80" y="96"/>
                        <a:pt x="80" y="96"/>
                        <a:pt x="80" y="96"/>
                      </a:cubicBezTo>
                      <a:cubicBezTo>
                        <a:pt x="82" y="93"/>
                        <a:pt x="89" y="90"/>
                        <a:pt x="92" y="89"/>
                      </a:cubicBezTo>
                      <a:cubicBezTo>
                        <a:pt x="95" y="87"/>
                        <a:pt x="101" y="83"/>
                        <a:pt x="101" y="80"/>
                      </a:cubicBezTo>
                      <a:cubicBezTo>
                        <a:pt x="101" y="77"/>
                        <a:pt x="101" y="79"/>
                        <a:pt x="102" y="78"/>
                      </a:cubicBezTo>
                      <a:cubicBezTo>
                        <a:pt x="101" y="77"/>
                        <a:pt x="101" y="79"/>
                        <a:pt x="101" y="77"/>
                      </a:cubicBezTo>
                      <a:cubicBezTo>
                        <a:pt x="101" y="73"/>
                        <a:pt x="96" y="64"/>
                        <a:pt x="95" y="61"/>
                      </a:cubicBezTo>
                      <a:cubicBezTo>
                        <a:pt x="95" y="61"/>
                        <a:pt x="101" y="55"/>
                        <a:pt x="102" y="55"/>
                      </a:cubicBezTo>
                      <a:cubicBezTo>
                        <a:pt x="104" y="52"/>
                        <a:pt x="106" y="51"/>
                        <a:pt x="109" y="48"/>
                      </a:cubicBezTo>
                      <a:cubicBezTo>
                        <a:pt x="110" y="47"/>
                        <a:pt x="112" y="46"/>
                        <a:pt x="113" y="45"/>
                      </a:cubicBezTo>
                      <a:cubicBezTo>
                        <a:pt x="114" y="44"/>
                        <a:pt x="115" y="43"/>
                        <a:pt x="116" y="42"/>
                      </a:cubicBezTo>
                      <a:cubicBezTo>
                        <a:pt x="118" y="39"/>
                        <a:pt x="118" y="35"/>
                        <a:pt x="121" y="34"/>
                      </a:cubicBezTo>
                      <a:cubicBezTo>
                        <a:pt x="121" y="32"/>
                        <a:pt x="121" y="32"/>
                        <a:pt x="121" y="32"/>
                      </a:cubicBezTo>
                      <a:cubicBezTo>
                        <a:pt x="121" y="27"/>
                        <a:pt x="123" y="30"/>
                        <a:pt x="120" y="24"/>
                      </a:cubicBezTo>
                      <a:cubicBezTo>
                        <a:pt x="118" y="20"/>
                        <a:pt x="118" y="20"/>
                        <a:pt x="116" y="17"/>
                      </a:cubicBezTo>
                      <a:cubicBezTo>
                        <a:pt x="113" y="17"/>
                        <a:pt x="113" y="17"/>
                        <a:pt x="113" y="17"/>
                      </a:cubicBezTo>
                      <a:cubicBezTo>
                        <a:pt x="111" y="17"/>
                        <a:pt x="105" y="19"/>
                        <a:pt x="104" y="20"/>
                      </a:cubicBezTo>
                      <a:cubicBezTo>
                        <a:pt x="101" y="23"/>
                        <a:pt x="102" y="23"/>
                        <a:pt x="96" y="24"/>
                      </a:cubicBezTo>
                      <a:lnTo>
                        <a:pt x="93" y="2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5" name="íṥḻiďê"/>
                <p:cNvSpPr/>
                <p:nvPr/>
              </p:nvSpPr>
              <p:spPr bwMode="auto">
                <a:xfrm>
                  <a:off x="5159376" y="3357563"/>
                  <a:ext cx="117475" cy="366713"/>
                </a:xfrm>
                <a:custGeom>
                  <a:avLst/>
                  <a:gdLst>
                    <a:gd name="T0" fmla="*/ 23 w 36"/>
                    <a:gd name="T1" fmla="*/ 14 h 110"/>
                    <a:gd name="T2" fmla="*/ 23 w 36"/>
                    <a:gd name="T3" fmla="*/ 12 h 110"/>
                    <a:gd name="T4" fmla="*/ 18 w 36"/>
                    <a:gd name="T5" fmla="*/ 6 h 110"/>
                    <a:gd name="T6" fmla="*/ 13 w 36"/>
                    <a:gd name="T7" fmla="*/ 0 h 110"/>
                    <a:gd name="T8" fmla="*/ 11 w 36"/>
                    <a:gd name="T9" fmla="*/ 4 h 110"/>
                    <a:gd name="T10" fmla="*/ 13 w 36"/>
                    <a:gd name="T11" fmla="*/ 16 h 110"/>
                    <a:gd name="T12" fmla="*/ 12 w 36"/>
                    <a:gd name="T13" fmla="*/ 34 h 110"/>
                    <a:gd name="T14" fmla="*/ 7 w 36"/>
                    <a:gd name="T15" fmla="*/ 65 h 110"/>
                    <a:gd name="T16" fmla="*/ 3 w 36"/>
                    <a:gd name="T17" fmla="*/ 80 h 110"/>
                    <a:gd name="T18" fmla="*/ 0 w 36"/>
                    <a:gd name="T19" fmla="*/ 95 h 110"/>
                    <a:gd name="T20" fmla="*/ 0 w 36"/>
                    <a:gd name="T21" fmla="*/ 98 h 110"/>
                    <a:gd name="T22" fmla="*/ 0 w 36"/>
                    <a:gd name="T23" fmla="*/ 100 h 110"/>
                    <a:gd name="T24" fmla="*/ 4 w 36"/>
                    <a:gd name="T25" fmla="*/ 105 h 110"/>
                    <a:gd name="T26" fmla="*/ 9 w 36"/>
                    <a:gd name="T27" fmla="*/ 110 h 110"/>
                    <a:gd name="T28" fmla="*/ 15 w 36"/>
                    <a:gd name="T29" fmla="*/ 104 h 110"/>
                    <a:gd name="T30" fmla="*/ 18 w 36"/>
                    <a:gd name="T31" fmla="*/ 96 h 110"/>
                    <a:gd name="T32" fmla="*/ 18 w 36"/>
                    <a:gd name="T33" fmla="*/ 90 h 110"/>
                    <a:gd name="T34" fmla="*/ 21 w 36"/>
                    <a:gd name="T35" fmla="*/ 71 h 110"/>
                    <a:gd name="T36" fmla="*/ 25 w 36"/>
                    <a:gd name="T37" fmla="*/ 53 h 110"/>
                    <a:gd name="T38" fmla="*/ 30 w 36"/>
                    <a:gd name="T39" fmla="*/ 36 h 110"/>
                    <a:gd name="T40" fmla="*/ 35 w 36"/>
                    <a:gd name="T41" fmla="*/ 20 h 110"/>
                    <a:gd name="T42" fmla="*/ 33 w 36"/>
                    <a:gd name="T43" fmla="*/ 20 h 110"/>
                    <a:gd name="T44" fmla="*/ 30 w 36"/>
                    <a:gd name="T45" fmla="*/ 22 h 110"/>
                    <a:gd name="T46" fmla="*/ 23 w 36"/>
                    <a:gd name="T47" fmla="*/ 17 h 110"/>
                    <a:gd name="T48" fmla="*/ 23 w 36"/>
                    <a:gd name="T49" fmla="*/ 15 h 110"/>
                    <a:gd name="T50" fmla="*/ 23 w 36"/>
                    <a:gd name="T51" fmla="*/ 14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6" h="110">
                      <a:moveTo>
                        <a:pt x="23" y="14"/>
                      </a:moveTo>
                      <a:cubicBezTo>
                        <a:pt x="23" y="12"/>
                        <a:pt x="23" y="12"/>
                        <a:pt x="23" y="12"/>
                      </a:cubicBezTo>
                      <a:cubicBezTo>
                        <a:pt x="21" y="8"/>
                        <a:pt x="22" y="9"/>
                        <a:pt x="18" y="6"/>
                      </a:cubicBezTo>
                      <a:cubicBezTo>
                        <a:pt x="17" y="4"/>
                        <a:pt x="15" y="2"/>
                        <a:pt x="13" y="0"/>
                      </a:cubicBezTo>
                      <a:cubicBezTo>
                        <a:pt x="12" y="1"/>
                        <a:pt x="11" y="3"/>
                        <a:pt x="11" y="4"/>
                      </a:cubicBezTo>
                      <a:cubicBezTo>
                        <a:pt x="11" y="7"/>
                        <a:pt x="13" y="12"/>
                        <a:pt x="13" y="16"/>
                      </a:cubicBezTo>
                      <a:cubicBezTo>
                        <a:pt x="12" y="34"/>
                        <a:pt x="12" y="34"/>
                        <a:pt x="12" y="34"/>
                      </a:cubicBezTo>
                      <a:cubicBezTo>
                        <a:pt x="12" y="43"/>
                        <a:pt x="9" y="56"/>
                        <a:pt x="7" y="65"/>
                      </a:cubicBezTo>
                      <a:cubicBezTo>
                        <a:pt x="6" y="72"/>
                        <a:pt x="4" y="75"/>
                        <a:pt x="3" y="80"/>
                      </a:cubicBezTo>
                      <a:cubicBezTo>
                        <a:pt x="2" y="85"/>
                        <a:pt x="0" y="91"/>
                        <a:pt x="0" y="95"/>
                      </a:cubicBezTo>
                      <a:cubicBezTo>
                        <a:pt x="0" y="98"/>
                        <a:pt x="0" y="98"/>
                        <a:pt x="0" y="98"/>
                      </a:cubicBezTo>
                      <a:cubicBezTo>
                        <a:pt x="0" y="100"/>
                        <a:pt x="0" y="100"/>
                        <a:pt x="0" y="100"/>
                      </a:cubicBezTo>
                      <a:cubicBezTo>
                        <a:pt x="2" y="102"/>
                        <a:pt x="2" y="103"/>
                        <a:pt x="4" y="105"/>
                      </a:cubicBezTo>
                      <a:cubicBezTo>
                        <a:pt x="6" y="108"/>
                        <a:pt x="7" y="108"/>
                        <a:pt x="9" y="110"/>
                      </a:cubicBezTo>
                      <a:cubicBezTo>
                        <a:pt x="12" y="108"/>
                        <a:pt x="13" y="108"/>
                        <a:pt x="15" y="104"/>
                      </a:cubicBezTo>
                      <a:cubicBezTo>
                        <a:pt x="16" y="102"/>
                        <a:pt x="18" y="99"/>
                        <a:pt x="18" y="96"/>
                      </a:cubicBezTo>
                      <a:cubicBezTo>
                        <a:pt x="18" y="90"/>
                        <a:pt x="18" y="90"/>
                        <a:pt x="18" y="90"/>
                      </a:cubicBezTo>
                      <a:cubicBezTo>
                        <a:pt x="18" y="83"/>
                        <a:pt x="20" y="77"/>
                        <a:pt x="21" y="71"/>
                      </a:cubicBezTo>
                      <a:cubicBezTo>
                        <a:pt x="23" y="65"/>
                        <a:pt x="23" y="59"/>
                        <a:pt x="25" y="53"/>
                      </a:cubicBezTo>
                      <a:cubicBezTo>
                        <a:pt x="26" y="47"/>
                        <a:pt x="29" y="42"/>
                        <a:pt x="30" y="36"/>
                      </a:cubicBezTo>
                      <a:cubicBezTo>
                        <a:pt x="31" y="28"/>
                        <a:pt x="34" y="27"/>
                        <a:pt x="35" y="20"/>
                      </a:cubicBezTo>
                      <a:cubicBezTo>
                        <a:pt x="34" y="19"/>
                        <a:pt x="36" y="20"/>
                        <a:pt x="33" y="20"/>
                      </a:cubicBezTo>
                      <a:cubicBezTo>
                        <a:pt x="33" y="20"/>
                        <a:pt x="30" y="22"/>
                        <a:pt x="30" y="22"/>
                      </a:cubicBezTo>
                      <a:cubicBezTo>
                        <a:pt x="25" y="21"/>
                        <a:pt x="25" y="21"/>
                        <a:pt x="23" y="17"/>
                      </a:cubicBezTo>
                      <a:cubicBezTo>
                        <a:pt x="23" y="15"/>
                        <a:pt x="23" y="15"/>
                        <a:pt x="23" y="15"/>
                      </a:cubicBezTo>
                      <a:lnTo>
                        <a:pt x="23" y="14"/>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nvGrpSpPr>
              <p:cNvPr id="249" name="ïšľîḍê"/>
              <p:cNvGrpSpPr/>
              <p:nvPr/>
            </p:nvGrpSpPr>
            <p:grpSpPr>
              <a:xfrm>
                <a:off x="4412452" y="3781425"/>
                <a:ext cx="2312689" cy="166461"/>
                <a:chOff x="6986588" y="3521075"/>
                <a:chExt cx="1654176" cy="119063"/>
              </a:xfrm>
            </p:grpSpPr>
            <p:sp>
              <p:nvSpPr>
                <p:cNvPr id="250" name="îṩľîḑê"/>
                <p:cNvSpPr/>
                <p:nvPr/>
              </p:nvSpPr>
              <p:spPr bwMode="auto">
                <a:xfrm>
                  <a:off x="6986588" y="3521075"/>
                  <a:ext cx="155575" cy="119063"/>
                </a:xfrm>
                <a:custGeom>
                  <a:avLst/>
                  <a:gdLst>
                    <a:gd name="T0" fmla="*/ 84 w 98"/>
                    <a:gd name="T1" fmla="*/ 0 h 75"/>
                    <a:gd name="T2" fmla="*/ 59 w 98"/>
                    <a:gd name="T3" fmla="*/ 52 h 75"/>
                    <a:gd name="T4" fmla="*/ 57 w 98"/>
                    <a:gd name="T5" fmla="*/ 0 h 75"/>
                    <a:gd name="T6" fmla="*/ 40 w 98"/>
                    <a:gd name="T7" fmla="*/ 0 h 75"/>
                    <a:gd name="T8" fmla="*/ 15 w 98"/>
                    <a:gd name="T9" fmla="*/ 52 h 75"/>
                    <a:gd name="T10" fmla="*/ 15 w 98"/>
                    <a:gd name="T11" fmla="*/ 0 h 75"/>
                    <a:gd name="T12" fmla="*/ 0 w 98"/>
                    <a:gd name="T13" fmla="*/ 0 h 75"/>
                    <a:gd name="T14" fmla="*/ 2 w 98"/>
                    <a:gd name="T15" fmla="*/ 75 h 75"/>
                    <a:gd name="T16" fmla="*/ 19 w 98"/>
                    <a:gd name="T17" fmla="*/ 75 h 75"/>
                    <a:gd name="T18" fmla="*/ 44 w 98"/>
                    <a:gd name="T19" fmla="*/ 21 h 75"/>
                    <a:gd name="T20" fmla="*/ 46 w 98"/>
                    <a:gd name="T21" fmla="*/ 75 h 75"/>
                    <a:gd name="T22" fmla="*/ 63 w 98"/>
                    <a:gd name="T23" fmla="*/ 75 h 75"/>
                    <a:gd name="T24" fmla="*/ 98 w 98"/>
                    <a:gd name="T25" fmla="*/ 0 h 75"/>
                    <a:gd name="T26" fmla="*/ 84 w 98"/>
                    <a:gd name="T27"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98" h="75">
                      <a:moveTo>
                        <a:pt x="84" y="0"/>
                      </a:moveTo>
                      <a:lnTo>
                        <a:pt x="59" y="52"/>
                      </a:lnTo>
                      <a:lnTo>
                        <a:pt x="57" y="0"/>
                      </a:lnTo>
                      <a:lnTo>
                        <a:pt x="40" y="0"/>
                      </a:lnTo>
                      <a:lnTo>
                        <a:pt x="15" y="52"/>
                      </a:lnTo>
                      <a:lnTo>
                        <a:pt x="15" y="0"/>
                      </a:lnTo>
                      <a:lnTo>
                        <a:pt x="0" y="0"/>
                      </a:lnTo>
                      <a:lnTo>
                        <a:pt x="2" y="75"/>
                      </a:lnTo>
                      <a:lnTo>
                        <a:pt x="19" y="75"/>
                      </a:lnTo>
                      <a:lnTo>
                        <a:pt x="44" y="21"/>
                      </a:lnTo>
                      <a:lnTo>
                        <a:pt x="46" y="75"/>
                      </a:lnTo>
                      <a:lnTo>
                        <a:pt x="63" y="75"/>
                      </a:lnTo>
                      <a:lnTo>
                        <a:pt x="98" y="0"/>
                      </a:lnTo>
                      <a:lnTo>
                        <a:pt x="84"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1" name="îṩḷîde"/>
                <p:cNvSpPr/>
                <p:nvPr/>
              </p:nvSpPr>
              <p:spPr bwMode="auto">
                <a:xfrm>
                  <a:off x="7135813" y="3521075"/>
                  <a:ext cx="112713" cy="119063"/>
                </a:xfrm>
                <a:custGeom>
                  <a:avLst/>
                  <a:gdLst>
                    <a:gd name="T0" fmla="*/ 22 w 34"/>
                    <a:gd name="T1" fmla="*/ 20 h 36"/>
                    <a:gd name="T2" fmla="*/ 20 w 34"/>
                    <a:gd name="T3" fmla="*/ 26 h 36"/>
                    <a:gd name="T4" fmla="*/ 18 w 34"/>
                    <a:gd name="T5" fmla="*/ 29 h 36"/>
                    <a:gd name="T6" fmla="*/ 13 w 34"/>
                    <a:gd name="T7" fmla="*/ 30 h 36"/>
                    <a:gd name="T8" fmla="*/ 9 w 34"/>
                    <a:gd name="T9" fmla="*/ 29 h 36"/>
                    <a:gd name="T10" fmla="*/ 7 w 34"/>
                    <a:gd name="T11" fmla="*/ 25 h 36"/>
                    <a:gd name="T12" fmla="*/ 7 w 34"/>
                    <a:gd name="T13" fmla="*/ 24 h 36"/>
                    <a:gd name="T14" fmla="*/ 8 w 34"/>
                    <a:gd name="T15" fmla="*/ 19 h 36"/>
                    <a:gd name="T16" fmla="*/ 12 w 34"/>
                    <a:gd name="T17" fmla="*/ 0 h 36"/>
                    <a:gd name="T18" fmla="*/ 5 w 34"/>
                    <a:gd name="T19" fmla="*/ 0 h 36"/>
                    <a:gd name="T20" fmla="*/ 1 w 34"/>
                    <a:gd name="T21" fmla="*/ 19 h 36"/>
                    <a:gd name="T22" fmla="*/ 0 w 34"/>
                    <a:gd name="T23" fmla="*/ 23 h 36"/>
                    <a:gd name="T24" fmla="*/ 0 w 34"/>
                    <a:gd name="T25" fmla="*/ 25 h 36"/>
                    <a:gd name="T26" fmla="*/ 3 w 34"/>
                    <a:gd name="T27" fmla="*/ 33 h 36"/>
                    <a:gd name="T28" fmla="*/ 13 w 34"/>
                    <a:gd name="T29" fmla="*/ 36 h 36"/>
                    <a:gd name="T30" fmla="*/ 22 w 34"/>
                    <a:gd name="T31" fmla="*/ 34 h 36"/>
                    <a:gd name="T32" fmla="*/ 27 w 34"/>
                    <a:gd name="T33" fmla="*/ 29 h 36"/>
                    <a:gd name="T34" fmla="*/ 30 w 34"/>
                    <a:gd name="T35" fmla="*/ 20 h 36"/>
                    <a:gd name="T36" fmla="*/ 34 w 34"/>
                    <a:gd name="T37" fmla="*/ 0 h 36"/>
                    <a:gd name="T38" fmla="*/ 26 w 34"/>
                    <a:gd name="T39" fmla="*/ 0 h 36"/>
                    <a:gd name="T40" fmla="*/ 22 w 34"/>
                    <a:gd name="T41" fmla="*/ 2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4" h="36">
                      <a:moveTo>
                        <a:pt x="22" y="20"/>
                      </a:moveTo>
                      <a:cubicBezTo>
                        <a:pt x="22" y="23"/>
                        <a:pt x="21" y="25"/>
                        <a:pt x="20" y="26"/>
                      </a:cubicBezTo>
                      <a:cubicBezTo>
                        <a:pt x="20" y="28"/>
                        <a:pt x="19" y="29"/>
                        <a:pt x="18" y="29"/>
                      </a:cubicBezTo>
                      <a:cubicBezTo>
                        <a:pt x="17" y="30"/>
                        <a:pt x="15" y="30"/>
                        <a:pt x="13" y="30"/>
                      </a:cubicBezTo>
                      <a:cubicBezTo>
                        <a:pt x="11" y="30"/>
                        <a:pt x="10" y="30"/>
                        <a:pt x="9" y="29"/>
                      </a:cubicBezTo>
                      <a:cubicBezTo>
                        <a:pt x="8" y="28"/>
                        <a:pt x="7" y="27"/>
                        <a:pt x="7" y="25"/>
                      </a:cubicBezTo>
                      <a:cubicBezTo>
                        <a:pt x="7" y="25"/>
                        <a:pt x="7" y="25"/>
                        <a:pt x="7" y="24"/>
                      </a:cubicBezTo>
                      <a:cubicBezTo>
                        <a:pt x="8" y="19"/>
                        <a:pt x="8" y="19"/>
                        <a:pt x="8" y="19"/>
                      </a:cubicBezTo>
                      <a:cubicBezTo>
                        <a:pt x="12" y="0"/>
                        <a:pt x="12" y="0"/>
                        <a:pt x="12" y="0"/>
                      </a:cubicBezTo>
                      <a:cubicBezTo>
                        <a:pt x="5" y="0"/>
                        <a:pt x="5" y="0"/>
                        <a:pt x="5" y="0"/>
                      </a:cubicBezTo>
                      <a:cubicBezTo>
                        <a:pt x="1" y="19"/>
                        <a:pt x="1" y="19"/>
                        <a:pt x="1" y="19"/>
                      </a:cubicBezTo>
                      <a:cubicBezTo>
                        <a:pt x="1" y="21"/>
                        <a:pt x="0" y="23"/>
                        <a:pt x="0" y="23"/>
                      </a:cubicBezTo>
                      <a:cubicBezTo>
                        <a:pt x="0" y="24"/>
                        <a:pt x="0" y="25"/>
                        <a:pt x="0" y="25"/>
                      </a:cubicBezTo>
                      <a:cubicBezTo>
                        <a:pt x="0" y="29"/>
                        <a:pt x="1" y="31"/>
                        <a:pt x="3" y="33"/>
                      </a:cubicBezTo>
                      <a:cubicBezTo>
                        <a:pt x="6" y="35"/>
                        <a:pt x="9" y="36"/>
                        <a:pt x="13" y="36"/>
                      </a:cubicBezTo>
                      <a:cubicBezTo>
                        <a:pt x="16" y="36"/>
                        <a:pt x="19" y="36"/>
                        <a:pt x="22" y="34"/>
                      </a:cubicBezTo>
                      <a:cubicBezTo>
                        <a:pt x="24" y="33"/>
                        <a:pt x="25" y="31"/>
                        <a:pt x="27" y="29"/>
                      </a:cubicBezTo>
                      <a:cubicBezTo>
                        <a:pt x="28" y="27"/>
                        <a:pt x="29" y="24"/>
                        <a:pt x="30" y="20"/>
                      </a:cubicBezTo>
                      <a:cubicBezTo>
                        <a:pt x="34" y="0"/>
                        <a:pt x="34" y="0"/>
                        <a:pt x="34" y="0"/>
                      </a:cubicBezTo>
                      <a:cubicBezTo>
                        <a:pt x="26" y="0"/>
                        <a:pt x="26" y="0"/>
                        <a:pt x="26" y="0"/>
                      </a:cubicBezTo>
                      <a:lnTo>
                        <a:pt x="22" y="2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2" name="îṣḻîḑê"/>
                <p:cNvSpPr/>
                <p:nvPr/>
              </p:nvSpPr>
              <p:spPr bwMode="auto">
                <a:xfrm>
                  <a:off x="7248526" y="3521075"/>
                  <a:ext cx="114300" cy="119063"/>
                </a:xfrm>
                <a:custGeom>
                  <a:avLst/>
                  <a:gdLst>
                    <a:gd name="T0" fmla="*/ 58 w 72"/>
                    <a:gd name="T1" fmla="*/ 0 h 75"/>
                    <a:gd name="T2" fmla="*/ 52 w 72"/>
                    <a:gd name="T3" fmla="*/ 29 h 75"/>
                    <a:gd name="T4" fmla="*/ 22 w 72"/>
                    <a:gd name="T5" fmla="*/ 29 h 75"/>
                    <a:gd name="T6" fmla="*/ 29 w 72"/>
                    <a:gd name="T7" fmla="*/ 0 h 75"/>
                    <a:gd name="T8" fmla="*/ 14 w 72"/>
                    <a:gd name="T9" fmla="*/ 0 h 75"/>
                    <a:gd name="T10" fmla="*/ 0 w 72"/>
                    <a:gd name="T11" fmla="*/ 75 h 75"/>
                    <a:gd name="T12" fmla="*/ 14 w 72"/>
                    <a:gd name="T13" fmla="*/ 75 h 75"/>
                    <a:gd name="T14" fmla="*/ 20 w 72"/>
                    <a:gd name="T15" fmla="*/ 42 h 75"/>
                    <a:gd name="T16" fmla="*/ 50 w 72"/>
                    <a:gd name="T17" fmla="*/ 42 h 75"/>
                    <a:gd name="T18" fmla="*/ 43 w 72"/>
                    <a:gd name="T19" fmla="*/ 75 h 75"/>
                    <a:gd name="T20" fmla="*/ 58 w 72"/>
                    <a:gd name="T21" fmla="*/ 75 h 75"/>
                    <a:gd name="T22" fmla="*/ 72 w 72"/>
                    <a:gd name="T23" fmla="*/ 0 h 75"/>
                    <a:gd name="T24" fmla="*/ 58 w 72"/>
                    <a:gd name="T25"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2" h="75">
                      <a:moveTo>
                        <a:pt x="58" y="0"/>
                      </a:moveTo>
                      <a:lnTo>
                        <a:pt x="52" y="29"/>
                      </a:lnTo>
                      <a:lnTo>
                        <a:pt x="22" y="29"/>
                      </a:lnTo>
                      <a:lnTo>
                        <a:pt x="29" y="0"/>
                      </a:lnTo>
                      <a:lnTo>
                        <a:pt x="14" y="0"/>
                      </a:lnTo>
                      <a:lnTo>
                        <a:pt x="0" y="75"/>
                      </a:lnTo>
                      <a:lnTo>
                        <a:pt x="14" y="75"/>
                      </a:lnTo>
                      <a:lnTo>
                        <a:pt x="20" y="42"/>
                      </a:lnTo>
                      <a:lnTo>
                        <a:pt x="50" y="42"/>
                      </a:lnTo>
                      <a:lnTo>
                        <a:pt x="43" y="75"/>
                      </a:lnTo>
                      <a:lnTo>
                        <a:pt x="58" y="75"/>
                      </a:lnTo>
                      <a:lnTo>
                        <a:pt x="72" y="0"/>
                      </a:lnTo>
                      <a:lnTo>
                        <a:pt x="58"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3" name="ïṥlíḑê"/>
                <p:cNvSpPr/>
                <p:nvPr/>
              </p:nvSpPr>
              <p:spPr bwMode="auto">
                <a:xfrm>
                  <a:off x="7356476" y="3521075"/>
                  <a:ext cx="112713" cy="119063"/>
                </a:xfrm>
                <a:custGeom>
                  <a:avLst/>
                  <a:gdLst>
                    <a:gd name="T0" fmla="*/ 42 w 71"/>
                    <a:gd name="T1" fmla="*/ 0 h 75"/>
                    <a:gd name="T2" fmla="*/ 0 w 71"/>
                    <a:gd name="T3" fmla="*/ 75 h 75"/>
                    <a:gd name="T4" fmla="*/ 15 w 71"/>
                    <a:gd name="T5" fmla="*/ 75 h 75"/>
                    <a:gd name="T6" fmla="*/ 23 w 71"/>
                    <a:gd name="T7" fmla="*/ 59 h 75"/>
                    <a:gd name="T8" fmla="*/ 54 w 71"/>
                    <a:gd name="T9" fmla="*/ 59 h 75"/>
                    <a:gd name="T10" fmla="*/ 56 w 71"/>
                    <a:gd name="T11" fmla="*/ 75 h 75"/>
                    <a:gd name="T12" fmla="*/ 71 w 71"/>
                    <a:gd name="T13" fmla="*/ 75 h 75"/>
                    <a:gd name="T14" fmla="*/ 58 w 71"/>
                    <a:gd name="T15" fmla="*/ 0 h 75"/>
                    <a:gd name="T16" fmla="*/ 42 w 71"/>
                    <a:gd name="T17" fmla="*/ 0 h 75"/>
                    <a:gd name="T18" fmla="*/ 29 w 71"/>
                    <a:gd name="T19" fmla="*/ 46 h 75"/>
                    <a:gd name="T20" fmla="*/ 48 w 71"/>
                    <a:gd name="T21" fmla="*/ 17 h 75"/>
                    <a:gd name="T22" fmla="*/ 52 w 71"/>
                    <a:gd name="T23" fmla="*/ 46 h 75"/>
                    <a:gd name="T24" fmla="*/ 29 w 71"/>
                    <a:gd name="T25" fmla="*/ 4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75">
                      <a:moveTo>
                        <a:pt x="42" y="0"/>
                      </a:moveTo>
                      <a:lnTo>
                        <a:pt x="0" y="75"/>
                      </a:lnTo>
                      <a:lnTo>
                        <a:pt x="15" y="75"/>
                      </a:lnTo>
                      <a:lnTo>
                        <a:pt x="23" y="59"/>
                      </a:lnTo>
                      <a:lnTo>
                        <a:pt x="54" y="59"/>
                      </a:lnTo>
                      <a:lnTo>
                        <a:pt x="56" y="75"/>
                      </a:lnTo>
                      <a:lnTo>
                        <a:pt x="71" y="75"/>
                      </a:lnTo>
                      <a:lnTo>
                        <a:pt x="58" y="0"/>
                      </a:lnTo>
                      <a:lnTo>
                        <a:pt x="42" y="0"/>
                      </a:lnTo>
                      <a:close/>
                      <a:moveTo>
                        <a:pt x="29" y="46"/>
                      </a:moveTo>
                      <a:lnTo>
                        <a:pt x="48" y="17"/>
                      </a:lnTo>
                      <a:lnTo>
                        <a:pt x="52" y="46"/>
                      </a:lnTo>
                      <a:lnTo>
                        <a:pt x="29" y="46"/>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4" name="îş1íḋe"/>
                <p:cNvSpPr/>
                <p:nvPr/>
              </p:nvSpPr>
              <p:spPr bwMode="auto">
                <a:xfrm>
                  <a:off x="7481888" y="3521075"/>
                  <a:ext cx="119063" cy="119063"/>
                </a:xfrm>
                <a:custGeom>
                  <a:avLst/>
                  <a:gdLst>
                    <a:gd name="T0" fmla="*/ 50 w 75"/>
                    <a:gd name="T1" fmla="*/ 50 h 75"/>
                    <a:gd name="T2" fmla="*/ 31 w 75"/>
                    <a:gd name="T3" fmla="*/ 0 h 75"/>
                    <a:gd name="T4" fmla="*/ 17 w 75"/>
                    <a:gd name="T5" fmla="*/ 0 h 75"/>
                    <a:gd name="T6" fmla="*/ 0 w 75"/>
                    <a:gd name="T7" fmla="*/ 75 h 75"/>
                    <a:gd name="T8" fmla="*/ 15 w 75"/>
                    <a:gd name="T9" fmla="*/ 75 h 75"/>
                    <a:gd name="T10" fmla="*/ 25 w 75"/>
                    <a:gd name="T11" fmla="*/ 25 h 75"/>
                    <a:gd name="T12" fmla="*/ 46 w 75"/>
                    <a:gd name="T13" fmla="*/ 75 h 75"/>
                    <a:gd name="T14" fmla="*/ 58 w 75"/>
                    <a:gd name="T15" fmla="*/ 75 h 75"/>
                    <a:gd name="T16" fmla="*/ 75 w 75"/>
                    <a:gd name="T17" fmla="*/ 0 h 75"/>
                    <a:gd name="T18" fmla="*/ 61 w 75"/>
                    <a:gd name="T19" fmla="*/ 0 h 75"/>
                    <a:gd name="T20" fmla="*/ 50 w 75"/>
                    <a:gd name="T21" fmla="*/ 5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5" h="75">
                      <a:moveTo>
                        <a:pt x="50" y="50"/>
                      </a:moveTo>
                      <a:lnTo>
                        <a:pt x="31" y="0"/>
                      </a:lnTo>
                      <a:lnTo>
                        <a:pt x="17" y="0"/>
                      </a:lnTo>
                      <a:lnTo>
                        <a:pt x="0" y="75"/>
                      </a:lnTo>
                      <a:lnTo>
                        <a:pt x="15" y="75"/>
                      </a:lnTo>
                      <a:lnTo>
                        <a:pt x="25" y="25"/>
                      </a:lnTo>
                      <a:lnTo>
                        <a:pt x="46" y="75"/>
                      </a:lnTo>
                      <a:lnTo>
                        <a:pt x="58" y="75"/>
                      </a:lnTo>
                      <a:lnTo>
                        <a:pt x="75" y="0"/>
                      </a:lnTo>
                      <a:lnTo>
                        <a:pt x="61" y="0"/>
                      </a:lnTo>
                      <a:lnTo>
                        <a:pt x="50" y="5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5" name="îş1ïḋe"/>
                <p:cNvSpPr/>
                <p:nvPr/>
              </p:nvSpPr>
              <p:spPr bwMode="auto">
                <a:xfrm>
                  <a:off x="7653338" y="3521075"/>
                  <a:ext cx="112713" cy="119063"/>
                </a:xfrm>
                <a:custGeom>
                  <a:avLst/>
                  <a:gdLst>
                    <a:gd name="T0" fmla="*/ 22 w 34"/>
                    <a:gd name="T1" fmla="*/ 20 h 36"/>
                    <a:gd name="T2" fmla="*/ 20 w 34"/>
                    <a:gd name="T3" fmla="*/ 26 h 36"/>
                    <a:gd name="T4" fmla="*/ 18 w 34"/>
                    <a:gd name="T5" fmla="*/ 29 h 36"/>
                    <a:gd name="T6" fmla="*/ 13 w 34"/>
                    <a:gd name="T7" fmla="*/ 30 h 36"/>
                    <a:gd name="T8" fmla="*/ 9 w 34"/>
                    <a:gd name="T9" fmla="*/ 29 h 36"/>
                    <a:gd name="T10" fmla="*/ 7 w 34"/>
                    <a:gd name="T11" fmla="*/ 25 h 36"/>
                    <a:gd name="T12" fmla="*/ 7 w 34"/>
                    <a:gd name="T13" fmla="*/ 24 h 36"/>
                    <a:gd name="T14" fmla="*/ 8 w 34"/>
                    <a:gd name="T15" fmla="*/ 19 h 36"/>
                    <a:gd name="T16" fmla="*/ 12 w 34"/>
                    <a:gd name="T17" fmla="*/ 0 h 36"/>
                    <a:gd name="T18" fmla="*/ 5 w 34"/>
                    <a:gd name="T19" fmla="*/ 0 h 36"/>
                    <a:gd name="T20" fmla="*/ 1 w 34"/>
                    <a:gd name="T21" fmla="*/ 19 h 36"/>
                    <a:gd name="T22" fmla="*/ 0 w 34"/>
                    <a:gd name="T23" fmla="*/ 23 h 36"/>
                    <a:gd name="T24" fmla="*/ 0 w 34"/>
                    <a:gd name="T25" fmla="*/ 25 h 36"/>
                    <a:gd name="T26" fmla="*/ 3 w 34"/>
                    <a:gd name="T27" fmla="*/ 33 h 36"/>
                    <a:gd name="T28" fmla="*/ 13 w 34"/>
                    <a:gd name="T29" fmla="*/ 36 h 36"/>
                    <a:gd name="T30" fmla="*/ 22 w 34"/>
                    <a:gd name="T31" fmla="*/ 34 h 36"/>
                    <a:gd name="T32" fmla="*/ 27 w 34"/>
                    <a:gd name="T33" fmla="*/ 29 h 36"/>
                    <a:gd name="T34" fmla="*/ 30 w 34"/>
                    <a:gd name="T35" fmla="*/ 20 h 36"/>
                    <a:gd name="T36" fmla="*/ 34 w 34"/>
                    <a:gd name="T37" fmla="*/ 0 h 36"/>
                    <a:gd name="T38" fmla="*/ 26 w 34"/>
                    <a:gd name="T39" fmla="*/ 0 h 36"/>
                    <a:gd name="T40" fmla="*/ 22 w 34"/>
                    <a:gd name="T41" fmla="*/ 2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4" h="36">
                      <a:moveTo>
                        <a:pt x="22" y="20"/>
                      </a:moveTo>
                      <a:cubicBezTo>
                        <a:pt x="22" y="23"/>
                        <a:pt x="21" y="25"/>
                        <a:pt x="20" y="26"/>
                      </a:cubicBezTo>
                      <a:cubicBezTo>
                        <a:pt x="20" y="28"/>
                        <a:pt x="19" y="29"/>
                        <a:pt x="18" y="29"/>
                      </a:cubicBezTo>
                      <a:cubicBezTo>
                        <a:pt x="17" y="30"/>
                        <a:pt x="15" y="30"/>
                        <a:pt x="13" y="30"/>
                      </a:cubicBezTo>
                      <a:cubicBezTo>
                        <a:pt x="11" y="30"/>
                        <a:pt x="10" y="30"/>
                        <a:pt x="9" y="29"/>
                      </a:cubicBezTo>
                      <a:cubicBezTo>
                        <a:pt x="8" y="28"/>
                        <a:pt x="7" y="27"/>
                        <a:pt x="7" y="25"/>
                      </a:cubicBezTo>
                      <a:cubicBezTo>
                        <a:pt x="7" y="25"/>
                        <a:pt x="7" y="25"/>
                        <a:pt x="7" y="24"/>
                      </a:cubicBezTo>
                      <a:cubicBezTo>
                        <a:pt x="8" y="19"/>
                        <a:pt x="8" y="19"/>
                        <a:pt x="8" y="19"/>
                      </a:cubicBezTo>
                      <a:cubicBezTo>
                        <a:pt x="12" y="0"/>
                        <a:pt x="12" y="0"/>
                        <a:pt x="12" y="0"/>
                      </a:cubicBezTo>
                      <a:cubicBezTo>
                        <a:pt x="5" y="0"/>
                        <a:pt x="5" y="0"/>
                        <a:pt x="5" y="0"/>
                      </a:cubicBezTo>
                      <a:cubicBezTo>
                        <a:pt x="1" y="19"/>
                        <a:pt x="1" y="19"/>
                        <a:pt x="1" y="19"/>
                      </a:cubicBezTo>
                      <a:cubicBezTo>
                        <a:pt x="1" y="21"/>
                        <a:pt x="0" y="23"/>
                        <a:pt x="0" y="23"/>
                      </a:cubicBezTo>
                      <a:cubicBezTo>
                        <a:pt x="0" y="24"/>
                        <a:pt x="0" y="25"/>
                        <a:pt x="0" y="25"/>
                      </a:cubicBezTo>
                      <a:cubicBezTo>
                        <a:pt x="0" y="29"/>
                        <a:pt x="1" y="31"/>
                        <a:pt x="3" y="33"/>
                      </a:cubicBezTo>
                      <a:cubicBezTo>
                        <a:pt x="6" y="35"/>
                        <a:pt x="9" y="36"/>
                        <a:pt x="13" y="36"/>
                      </a:cubicBezTo>
                      <a:cubicBezTo>
                        <a:pt x="16" y="36"/>
                        <a:pt x="19" y="36"/>
                        <a:pt x="22" y="34"/>
                      </a:cubicBezTo>
                      <a:cubicBezTo>
                        <a:pt x="24" y="33"/>
                        <a:pt x="25" y="31"/>
                        <a:pt x="27" y="29"/>
                      </a:cubicBezTo>
                      <a:cubicBezTo>
                        <a:pt x="28" y="27"/>
                        <a:pt x="29" y="24"/>
                        <a:pt x="30" y="20"/>
                      </a:cubicBezTo>
                      <a:cubicBezTo>
                        <a:pt x="34" y="0"/>
                        <a:pt x="34" y="0"/>
                        <a:pt x="34" y="0"/>
                      </a:cubicBezTo>
                      <a:cubicBezTo>
                        <a:pt x="26" y="0"/>
                        <a:pt x="26" y="0"/>
                        <a:pt x="26" y="0"/>
                      </a:cubicBezTo>
                      <a:lnTo>
                        <a:pt x="22" y="2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6" name="íšlídè"/>
                <p:cNvSpPr/>
                <p:nvPr/>
              </p:nvSpPr>
              <p:spPr bwMode="auto">
                <a:xfrm>
                  <a:off x="7766051" y="3521075"/>
                  <a:ext cx="115888" cy="119063"/>
                </a:xfrm>
                <a:custGeom>
                  <a:avLst/>
                  <a:gdLst>
                    <a:gd name="T0" fmla="*/ 58 w 73"/>
                    <a:gd name="T1" fmla="*/ 0 h 75"/>
                    <a:gd name="T2" fmla="*/ 50 w 73"/>
                    <a:gd name="T3" fmla="*/ 50 h 75"/>
                    <a:gd name="T4" fmla="*/ 29 w 73"/>
                    <a:gd name="T5" fmla="*/ 0 h 75"/>
                    <a:gd name="T6" fmla="*/ 15 w 73"/>
                    <a:gd name="T7" fmla="*/ 0 h 75"/>
                    <a:gd name="T8" fmla="*/ 0 w 73"/>
                    <a:gd name="T9" fmla="*/ 75 h 75"/>
                    <a:gd name="T10" fmla="*/ 13 w 73"/>
                    <a:gd name="T11" fmla="*/ 75 h 75"/>
                    <a:gd name="T12" fmla="*/ 23 w 73"/>
                    <a:gd name="T13" fmla="*/ 25 h 75"/>
                    <a:gd name="T14" fmla="*/ 44 w 73"/>
                    <a:gd name="T15" fmla="*/ 75 h 75"/>
                    <a:gd name="T16" fmla="*/ 58 w 73"/>
                    <a:gd name="T17" fmla="*/ 75 h 75"/>
                    <a:gd name="T18" fmla="*/ 73 w 73"/>
                    <a:gd name="T19" fmla="*/ 0 h 75"/>
                    <a:gd name="T20" fmla="*/ 58 w 73"/>
                    <a:gd name="T21"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3" h="75">
                      <a:moveTo>
                        <a:pt x="58" y="0"/>
                      </a:moveTo>
                      <a:lnTo>
                        <a:pt x="50" y="50"/>
                      </a:lnTo>
                      <a:lnTo>
                        <a:pt x="29" y="0"/>
                      </a:lnTo>
                      <a:lnTo>
                        <a:pt x="15" y="0"/>
                      </a:lnTo>
                      <a:lnTo>
                        <a:pt x="0" y="75"/>
                      </a:lnTo>
                      <a:lnTo>
                        <a:pt x="13" y="75"/>
                      </a:lnTo>
                      <a:lnTo>
                        <a:pt x="23" y="25"/>
                      </a:lnTo>
                      <a:lnTo>
                        <a:pt x="44" y="75"/>
                      </a:lnTo>
                      <a:lnTo>
                        <a:pt x="58" y="75"/>
                      </a:lnTo>
                      <a:lnTo>
                        <a:pt x="73" y="0"/>
                      </a:lnTo>
                      <a:lnTo>
                        <a:pt x="58"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7" name="îṣḻîďe"/>
                <p:cNvSpPr/>
                <p:nvPr/>
              </p:nvSpPr>
              <p:spPr bwMode="auto">
                <a:xfrm>
                  <a:off x="7881938" y="3521075"/>
                  <a:ext cx="49213" cy="119063"/>
                </a:xfrm>
                <a:custGeom>
                  <a:avLst/>
                  <a:gdLst>
                    <a:gd name="T0" fmla="*/ 0 w 31"/>
                    <a:gd name="T1" fmla="*/ 75 h 75"/>
                    <a:gd name="T2" fmla="*/ 14 w 31"/>
                    <a:gd name="T3" fmla="*/ 75 h 75"/>
                    <a:gd name="T4" fmla="*/ 31 w 31"/>
                    <a:gd name="T5" fmla="*/ 0 h 75"/>
                    <a:gd name="T6" fmla="*/ 14 w 31"/>
                    <a:gd name="T7" fmla="*/ 0 h 75"/>
                    <a:gd name="T8" fmla="*/ 0 w 31"/>
                    <a:gd name="T9" fmla="*/ 75 h 75"/>
                  </a:gdLst>
                  <a:ahLst/>
                  <a:cxnLst>
                    <a:cxn ang="0">
                      <a:pos x="T0" y="T1"/>
                    </a:cxn>
                    <a:cxn ang="0">
                      <a:pos x="T2" y="T3"/>
                    </a:cxn>
                    <a:cxn ang="0">
                      <a:pos x="T4" y="T5"/>
                    </a:cxn>
                    <a:cxn ang="0">
                      <a:pos x="T6" y="T7"/>
                    </a:cxn>
                    <a:cxn ang="0">
                      <a:pos x="T8" y="T9"/>
                    </a:cxn>
                  </a:cxnLst>
                  <a:rect l="0" t="0" r="r" b="b"/>
                  <a:pathLst>
                    <a:path w="31" h="75">
                      <a:moveTo>
                        <a:pt x="0" y="75"/>
                      </a:moveTo>
                      <a:lnTo>
                        <a:pt x="14" y="75"/>
                      </a:lnTo>
                      <a:lnTo>
                        <a:pt x="31" y="0"/>
                      </a:lnTo>
                      <a:lnTo>
                        <a:pt x="14" y="0"/>
                      </a:lnTo>
                      <a:lnTo>
                        <a:pt x="0" y="75"/>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8" name="íŝḻiḋè"/>
                <p:cNvSpPr/>
                <p:nvPr/>
              </p:nvSpPr>
              <p:spPr bwMode="auto">
                <a:xfrm>
                  <a:off x="7940676" y="3521075"/>
                  <a:ext cx="109538" cy="119063"/>
                </a:xfrm>
                <a:custGeom>
                  <a:avLst/>
                  <a:gdLst>
                    <a:gd name="T0" fmla="*/ 54 w 69"/>
                    <a:gd name="T1" fmla="*/ 0 h 75"/>
                    <a:gd name="T2" fmla="*/ 23 w 69"/>
                    <a:gd name="T3" fmla="*/ 57 h 75"/>
                    <a:gd name="T4" fmla="*/ 15 w 69"/>
                    <a:gd name="T5" fmla="*/ 0 h 75"/>
                    <a:gd name="T6" fmla="*/ 0 w 69"/>
                    <a:gd name="T7" fmla="*/ 0 h 75"/>
                    <a:gd name="T8" fmla="*/ 13 w 69"/>
                    <a:gd name="T9" fmla="*/ 75 h 75"/>
                    <a:gd name="T10" fmla="*/ 29 w 69"/>
                    <a:gd name="T11" fmla="*/ 75 h 75"/>
                    <a:gd name="T12" fmla="*/ 69 w 69"/>
                    <a:gd name="T13" fmla="*/ 0 h 75"/>
                    <a:gd name="T14" fmla="*/ 54 w 69"/>
                    <a:gd name="T15" fmla="*/ 0 h 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9" h="75">
                      <a:moveTo>
                        <a:pt x="54" y="0"/>
                      </a:moveTo>
                      <a:lnTo>
                        <a:pt x="23" y="57"/>
                      </a:lnTo>
                      <a:lnTo>
                        <a:pt x="15" y="0"/>
                      </a:lnTo>
                      <a:lnTo>
                        <a:pt x="0" y="0"/>
                      </a:lnTo>
                      <a:lnTo>
                        <a:pt x="13" y="75"/>
                      </a:lnTo>
                      <a:lnTo>
                        <a:pt x="29" y="75"/>
                      </a:lnTo>
                      <a:lnTo>
                        <a:pt x="69" y="0"/>
                      </a:lnTo>
                      <a:lnTo>
                        <a:pt x="54"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9" name="î$ḷíďé"/>
                <p:cNvSpPr/>
                <p:nvPr/>
              </p:nvSpPr>
              <p:spPr bwMode="auto">
                <a:xfrm>
                  <a:off x="8037513" y="3521075"/>
                  <a:ext cx="111125" cy="119063"/>
                </a:xfrm>
                <a:custGeom>
                  <a:avLst/>
                  <a:gdLst>
                    <a:gd name="T0" fmla="*/ 68 w 70"/>
                    <a:gd name="T1" fmla="*/ 12 h 75"/>
                    <a:gd name="T2" fmla="*/ 70 w 70"/>
                    <a:gd name="T3" fmla="*/ 0 h 75"/>
                    <a:gd name="T4" fmla="*/ 16 w 70"/>
                    <a:gd name="T5" fmla="*/ 0 h 75"/>
                    <a:gd name="T6" fmla="*/ 0 w 70"/>
                    <a:gd name="T7" fmla="*/ 75 h 75"/>
                    <a:gd name="T8" fmla="*/ 58 w 70"/>
                    <a:gd name="T9" fmla="*/ 75 h 75"/>
                    <a:gd name="T10" fmla="*/ 60 w 70"/>
                    <a:gd name="T11" fmla="*/ 63 h 75"/>
                    <a:gd name="T12" fmla="*/ 16 w 70"/>
                    <a:gd name="T13" fmla="*/ 63 h 75"/>
                    <a:gd name="T14" fmla="*/ 22 w 70"/>
                    <a:gd name="T15" fmla="*/ 42 h 75"/>
                    <a:gd name="T16" fmla="*/ 60 w 70"/>
                    <a:gd name="T17" fmla="*/ 42 h 75"/>
                    <a:gd name="T18" fmla="*/ 62 w 70"/>
                    <a:gd name="T19" fmla="*/ 29 h 75"/>
                    <a:gd name="T20" fmla="*/ 24 w 70"/>
                    <a:gd name="T21" fmla="*/ 29 h 75"/>
                    <a:gd name="T22" fmla="*/ 29 w 70"/>
                    <a:gd name="T23" fmla="*/ 12 h 75"/>
                    <a:gd name="T24" fmla="*/ 68 w 70"/>
                    <a:gd name="T25" fmla="*/ 12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0" h="75">
                      <a:moveTo>
                        <a:pt x="68" y="12"/>
                      </a:moveTo>
                      <a:lnTo>
                        <a:pt x="70" y="0"/>
                      </a:lnTo>
                      <a:lnTo>
                        <a:pt x="16" y="0"/>
                      </a:lnTo>
                      <a:lnTo>
                        <a:pt x="0" y="75"/>
                      </a:lnTo>
                      <a:lnTo>
                        <a:pt x="58" y="75"/>
                      </a:lnTo>
                      <a:lnTo>
                        <a:pt x="60" y="63"/>
                      </a:lnTo>
                      <a:lnTo>
                        <a:pt x="16" y="63"/>
                      </a:lnTo>
                      <a:lnTo>
                        <a:pt x="22" y="42"/>
                      </a:lnTo>
                      <a:lnTo>
                        <a:pt x="60" y="42"/>
                      </a:lnTo>
                      <a:lnTo>
                        <a:pt x="62" y="29"/>
                      </a:lnTo>
                      <a:lnTo>
                        <a:pt x="24" y="29"/>
                      </a:lnTo>
                      <a:lnTo>
                        <a:pt x="29" y="12"/>
                      </a:lnTo>
                      <a:lnTo>
                        <a:pt x="68" y="12"/>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0" name="îṡlîďe"/>
                <p:cNvSpPr/>
                <p:nvPr/>
              </p:nvSpPr>
              <p:spPr bwMode="auto">
                <a:xfrm>
                  <a:off x="8145463" y="3521075"/>
                  <a:ext cx="115888" cy="119063"/>
                </a:xfrm>
                <a:custGeom>
                  <a:avLst/>
                  <a:gdLst>
                    <a:gd name="T0" fmla="*/ 30 w 35"/>
                    <a:gd name="T1" fmla="*/ 1 h 36"/>
                    <a:gd name="T2" fmla="*/ 24 w 35"/>
                    <a:gd name="T3" fmla="*/ 0 h 36"/>
                    <a:gd name="T4" fmla="*/ 8 w 35"/>
                    <a:gd name="T5" fmla="*/ 0 h 36"/>
                    <a:gd name="T6" fmla="*/ 0 w 35"/>
                    <a:gd name="T7" fmla="*/ 36 h 36"/>
                    <a:gd name="T8" fmla="*/ 8 w 35"/>
                    <a:gd name="T9" fmla="*/ 36 h 36"/>
                    <a:gd name="T10" fmla="*/ 11 w 35"/>
                    <a:gd name="T11" fmla="*/ 21 h 36"/>
                    <a:gd name="T12" fmla="*/ 14 w 35"/>
                    <a:gd name="T13" fmla="*/ 21 h 36"/>
                    <a:gd name="T14" fmla="*/ 17 w 35"/>
                    <a:gd name="T15" fmla="*/ 22 h 36"/>
                    <a:gd name="T16" fmla="*/ 21 w 35"/>
                    <a:gd name="T17" fmla="*/ 26 h 36"/>
                    <a:gd name="T18" fmla="*/ 24 w 35"/>
                    <a:gd name="T19" fmla="*/ 36 h 36"/>
                    <a:gd name="T20" fmla="*/ 32 w 35"/>
                    <a:gd name="T21" fmla="*/ 36 h 36"/>
                    <a:gd name="T22" fmla="*/ 27 w 35"/>
                    <a:gd name="T23" fmla="*/ 24 h 36"/>
                    <a:gd name="T24" fmla="*/ 24 w 35"/>
                    <a:gd name="T25" fmla="*/ 21 h 36"/>
                    <a:gd name="T26" fmla="*/ 32 w 35"/>
                    <a:gd name="T27" fmla="*/ 17 h 36"/>
                    <a:gd name="T28" fmla="*/ 35 w 35"/>
                    <a:gd name="T29" fmla="*/ 9 h 36"/>
                    <a:gd name="T30" fmla="*/ 34 w 35"/>
                    <a:gd name="T31" fmla="*/ 4 h 36"/>
                    <a:gd name="T32" fmla="*/ 30 w 35"/>
                    <a:gd name="T33" fmla="*/ 1 h 36"/>
                    <a:gd name="T34" fmla="*/ 27 w 35"/>
                    <a:gd name="T35" fmla="*/ 13 h 36"/>
                    <a:gd name="T36" fmla="*/ 24 w 35"/>
                    <a:gd name="T37" fmla="*/ 15 h 36"/>
                    <a:gd name="T38" fmla="*/ 16 w 35"/>
                    <a:gd name="T39" fmla="*/ 16 h 36"/>
                    <a:gd name="T40" fmla="*/ 12 w 35"/>
                    <a:gd name="T41" fmla="*/ 16 h 36"/>
                    <a:gd name="T42" fmla="*/ 14 w 35"/>
                    <a:gd name="T43" fmla="*/ 6 h 36"/>
                    <a:gd name="T44" fmla="*/ 22 w 35"/>
                    <a:gd name="T45" fmla="*/ 6 h 36"/>
                    <a:gd name="T46" fmla="*/ 26 w 35"/>
                    <a:gd name="T47" fmla="*/ 7 h 36"/>
                    <a:gd name="T48" fmla="*/ 28 w 35"/>
                    <a:gd name="T49" fmla="*/ 10 h 36"/>
                    <a:gd name="T50" fmla="*/ 27 w 35"/>
                    <a:gd name="T51" fmla="*/ 13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5" h="36">
                      <a:moveTo>
                        <a:pt x="30" y="1"/>
                      </a:moveTo>
                      <a:cubicBezTo>
                        <a:pt x="28" y="0"/>
                        <a:pt x="26" y="0"/>
                        <a:pt x="24" y="0"/>
                      </a:cubicBezTo>
                      <a:cubicBezTo>
                        <a:pt x="8" y="0"/>
                        <a:pt x="8" y="0"/>
                        <a:pt x="8" y="0"/>
                      </a:cubicBezTo>
                      <a:cubicBezTo>
                        <a:pt x="0" y="36"/>
                        <a:pt x="0" y="36"/>
                        <a:pt x="0" y="36"/>
                      </a:cubicBezTo>
                      <a:cubicBezTo>
                        <a:pt x="8" y="36"/>
                        <a:pt x="8" y="36"/>
                        <a:pt x="8" y="36"/>
                      </a:cubicBezTo>
                      <a:cubicBezTo>
                        <a:pt x="11" y="21"/>
                        <a:pt x="11" y="21"/>
                        <a:pt x="11" y="21"/>
                      </a:cubicBezTo>
                      <a:cubicBezTo>
                        <a:pt x="14" y="21"/>
                        <a:pt x="14" y="21"/>
                        <a:pt x="14" y="21"/>
                      </a:cubicBezTo>
                      <a:cubicBezTo>
                        <a:pt x="15" y="21"/>
                        <a:pt x="17" y="21"/>
                        <a:pt x="17" y="22"/>
                      </a:cubicBezTo>
                      <a:cubicBezTo>
                        <a:pt x="18" y="22"/>
                        <a:pt x="20" y="24"/>
                        <a:pt x="21" y="26"/>
                      </a:cubicBezTo>
                      <a:cubicBezTo>
                        <a:pt x="22" y="31"/>
                        <a:pt x="24" y="34"/>
                        <a:pt x="24" y="36"/>
                      </a:cubicBezTo>
                      <a:cubicBezTo>
                        <a:pt x="32" y="36"/>
                        <a:pt x="32" y="36"/>
                        <a:pt x="32" y="36"/>
                      </a:cubicBezTo>
                      <a:cubicBezTo>
                        <a:pt x="30" y="31"/>
                        <a:pt x="28" y="27"/>
                        <a:pt x="27" y="24"/>
                      </a:cubicBezTo>
                      <a:cubicBezTo>
                        <a:pt x="26" y="23"/>
                        <a:pt x="25" y="21"/>
                        <a:pt x="24" y="21"/>
                      </a:cubicBezTo>
                      <a:cubicBezTo>
                        <a:pt x="28" y="20"/>
                        <a:pt x="30" y="19"/>
                        <a:pt x="32" y="17"/>
                      </a:cubicBezTo>
                      <a:cubicBezTo>
                        <a:pt x="34" y="15"/>
                        <a:pt x="35" y="13"/>
                        <a:pt x="35" y="9"/>
                      </a:cubicBezTo>
                      <a:cubicBezTo>
                        <a:pt x="35" y="7"/>
                        <a:pt x="34" y="6"/>
                        <a:pt x="34" y="4"/>
                      </a:cubicBezTo>
                      <a:cubicBezTo>
                        <a:pt x="33" y="3"/>
                        <a:pt x="31" y="2"/>
                        <a:pt x="30" y="1"/>
                      </a:cubicBezTo>
                      <a:close/>
                      <a:moveTo>
                        <a:pt x="27" y="13"/>
                      </a:moveTo>
                      <a:cubicBezTo>
                        <a:pt x="26" y="14"/>
                        <a:pt x="25" y="14"/>
                        <a:pt x="24" y="15"/>
                      </a:cubicBezTo>
                      <a:cubicBezTo>
                        <a:pt x="22" y="15"/>
                        <a:pt x="20" y="16"/>
                        <a:pt x="16" y="16"/>
                      </a:cubicBezTo>
                      <a:cubicBezTo>
                        <a:pt x="12" y="16"/>
                        <a:pt x="12" y="16"/>
                        <a:pt x="12" y="16"/>
                      </a:cubicBezTo>
                      <a:cubicBezTo>
                        <a:pt x="14" y="6"/>
                        <a:pt x="14" y="6"/>
                        <a:pt x="14" y="6"/>
                      </a:cubicBezTo>
                      <a:cubicBezTo>
                        <a:pt x="22" y="6"/>
                        <a:pt x="22" y="6"/>
                        <a:pt x="22" y="6"/>
                      </a:cubicBezTo>
                      <a:cubicBezTo>
                        <a:pt x="24" y="6"/>
                        <a:pt x="25" y="6"/>
                        <a:pt x="26" y="7"/>
                      </a:cubicBezTo>
                      <a:cubicBezTo>
                        <a:pt x="27" y="7"/>
                        <a:pt x="28" y="8"/>
                        <a:pt x="28" y="10"/>
                      </a:cubicBezTo>
                      <a:cubicBezTo>
                        <a:pt x="28" y="11"/>
                        <a:pt x="27" y="12"/>
                        <a:pt x="27" y="13"/>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1" name="ïşľîḍé"/>
                <p:cNvSpPr/>
                <p:nvPr/>
              </p:nvSpPr>
              <p:spPr bwMode="auto">
                <a:xfrm>
                  <a:off x="8267701" y="3521075"/>
                  <a:ext cx="98425" cy="119063"/>
                </a:xfrm>
                <a:custGeom>
                  <a:avLst/>
                  <a:gdLst>
                    <a:gd name="T0" fmla="*/ 17 w 30"/>
                    <a:gd name="T1" fmla="*/ 5 h 36"/>
                    <a:gd name="T2" fmla="*/ 22 w 30"/>
                    <a:gd name="T3" fmla="*/ 7 h 36"/>
                    <a:gd name="T4" fmla="*/ 23 w 30"/>
                    <a:gd name="T5" fmla="*/ 11 h 36"/>
                    <a:gd name="T6" fmla="*/ 30 w 30"/>
                    <a:gd name="T7" fmla="*/ 10 h 36"/>
                    <a:gd name="T8" fmla="*/ 27 w 30"/>
                    <a:gd name="T9" fmla="*/ 3 h 36"/>
                    <a:gd name="T10" fmla="*/ 17 w 30"/>
                    <a:gd name="T11" fmla="*/ 0 h 36"/>
                    <a:gd name="T12" fmla="*/ 8 w 30"/>
                    <a:gd name="T13" fmla="*/ 3 h 36"/>
                    <a:gd name="T14" fmla="*/ 4 w 30"/>
                    <a:gd name="T15" fmla="*/ 10 h 36"/>
                    <a:gd name="T16" fmla="*/ 6 w 30"/>
                    <a:gd name="T17" fmla="*/ 14 h 36"/>
                    <a:gd name="T18" fmla="*/ 8 w 30"/>
                    <a:gd name="T19" fmla="*/ 18 h 36"/>
                    <a:gd name="T20" fmla="*/ 15 w 30"/>
                    <a:gd name="T21" fmla="*/ 21 h 36"/>
                    <a:gd name="T22" fmla="*/ 20 w 30"/>
                    <a:gd name="T23" fmla="*/ 23 h 36"/>
                    <a:gd name="T24" fmla="*/ 21 w 30"/>
                    <a:gd name="T25" fmla="*/ 26 h 36"/>
                    <a:gd name="T26" fmla="*/ 19 w 30"/>
                    <a:gd name="T27" fmla="*/ 29 h 36"/>
                    <a:gd name="T28" fmla="*/ 14 w 30"/>
                    <a:gd name="T29" fmla="*/ 30 h 36"/>
                    <a:gd name="T30" fmla="*/ 8 w 30"/>
                    <a:gd name="T31" fmla="*/ 28 h 36"/>
                    <a:gd name="T32" fmla="*/ 7 w 30"/>
                    <a:gd name="T33" fmla="*/ 24 h 36"/>
                    <a:gd name="T34" fmla="*/ 0 w 30"/>
                    <a:gd name="T35" fmla="*/ 24 h 36"/>
                    <a:gd name="T36" fmla="*/ 1 w 30"/>
                    <a:gd name="T37" fmla="*/ 30 h 36"/>
                    <a:gd name="T38" fmla="*/ 6 w 30"/>
                    <a:gd name="T39" fmla="*/ 35 h 36"/>
                    <a:gd name="T40" fmla="*/ 14 w 30"/>
                    <a:gd name="T41" fmla="*/ 36 h 36"/>
                    <a:gd name="T42" fmla="*/ 24 w 30"/>
                    <a:gd name="T43" fmla="*/ 33 h 36"/>
                    <a:gd name="T44" fmla="*/ 28 w 30"/>
                    <a:gd name="T45" fmla="*/ 25 h 36"/>
                    <a:gd name="T46" fmla="*/ 26 w 30"/>
                    <a:gd name="T47" fmla="*/ 19 h 36"/>
                    <a:gd name="T48" fmla="*/ 18 w 30"/>
                    <a:gd name="T49" fmla="*/ 14 h 36"/>
                    <a:gd name="T50" fmla="*/ 13 w 30"/>
                    <a:gd name="T51" fmla="*/ 12 h 36"/>
                    <a:gd name="T52" fmla="*/ 11 w 30"/>
                    <a:gd name="T53" fmla="*/ 9 h 36"/>
                    <a:gd name="T54" fmla="*/ 13 w 30"/>
                    <a:gd name="T55" fmla="*/ 6 h 36"/>
                    <a:gd name="T56" fmla="*/ 17 w 30"/>
                    <a:gd name="T57" fmla="*/ 5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0" h="36">
                      <a:moveTo>
                        <a:pt x="17" y="5"/>
                      </a:moveTo>
                      <a:cubicBezTo>
                        <a:pt x="19" y="5"/>
                        <a:pt x="21" y="6"/>
                        <a:pt x="22" y="7"/>
                      </a:cubicBezTo>
                      <a:cubicBezTo>
                        <a:pt x="23" y="8"/>
                        <a:pt x="23" y="9"/>
                        <a:pt x="23" y="11"/>
                      </a:cubicBezTo>
                      <a:cubicBezTo>
                        <a:pt x="30" y="10"/>
                        <a:pt x="30" y="10"/>
                        <a:pt x="30" y="10"/>
                      </a:cubicBezTo>
                      <a:cubicBezTo>
                        <a:pt x="30" y="7"/>
                        <a:pt x="29" y="4"/>
                        <a:pt x="27" y="3"/>
                      </a:cubicBezTo>
                      <a:cubicBezTo>
                        <a:pt x="24" y="1"/>
                        <a:pt x="21" y="0"/>
                        <a:pt x="17" y="0"/>
                      </a:cubicBezTo>
                      <a:cubicBezTo>
                        <a:pt x="13" y="0"/>
                        <a:pt x="10" y="1"/>
                        <a:pt x="8" y="3"/>
                      </a:cubicBezTo>
                      <a:cubicBezTo>
                        <a:pt x="5" y="5"/>
                        <a:pt x="4" y="7"/>
                        <a:pt x="4" y="10"/>
                      </a:cubicBezTo>
                      <a:cubicBezTo>
                        <a:pt x="4" y="12"/>
                        <a:pt x="5" y="13"/>
                        <a:pt x="6" y="14"/>
                      </a:cubicBezTo>
                      <a:cubicBezTo>
                        <a:pt x="6" y="16"/>
                        <a:pt x="7" y="17"/>
                        <a:pt x="8" y="18"/>
                      </a:cubicBezTo>
                      <a:cubicBezTo>
                        <a:pt x="10" y="18"/>
                        <a:pt x="12" y="19"/>
                        <a:pt x="15" y="21"/>
                      </a:cubicBezTo>
                      <a:cubicBezTo>
                        <a:pt x="17" y="22"/>
                        <a:pt x="19" y="23"/>
                        <a:pt x="20" y="23"/>
                      </a:cubicBezTo>
                      <a:cubicBezTo>
                        <a:pt x="20" y="24"/>
                        <a:pt x="21" y="25"/>
                        <a:pt x="21" y="26"/>
                      </a:cubicBezTo>
                      <a:cubicBezTo>
                        <a:pt x="21" y="27"/>
                        <a:pt x="20" y="28"/>
                        <a:pt x="19" y="29"/>
                      </a:cubicBezTo>
                      <a:cubicBezTo>
                        <a:pt x="18" y="30"/>
                        <a:pt x="16" y="30"/>
                        <a:pt x="14" y="30"/>
                      </a:cubicBezTo>
                      <a:cubicBezTo>
                        <a:pt x="11" y="30"/>
                        <a:pt x="9" y="30"/>
                        <a:pt x="8" y="28"/>
                      </a:cubicBezTo>
                      <a:cubicBezTo>
                        <a:pt x="8" y="28"/>
                        <a:pt x="7" y="26"/>
                        <a:pt x="7" y="24"/>
                      </a:cubicBezTo>
                      <a:cubicBezTo>
                        <a:pt x="0" y="24"/>
                        <a:pt x="0" y="24"/>
                        <a:pt x="0" y="24"/>
                      </a:cubicBezTo>
                      <a:cubicBezTo>
                        <a:pt x="0" y="27"/>
                        <a:pt x="0" y="29"/>
                        <a:pt x="1" y="30"/>
                      </a:cubicBezTo>
                      <a:cubicBezTo>
                        <a:pt x="2" y="32"/>
                        <a:pt x="4" y="34"/>
                        <a:pt x="6" y="35"/>
                      </a:cubicBezTo>
                      <a:cubicBezTo>
                        <a:pt x="8" y="36"/>
                        <a:pt x="11" y="36"/>
                        <a:pt x="14" y="36"/>
                      </a:cubicBezTo>
                      <a:cubicBezTo>
                        <a:pt x="18" y="36"/>
                        <a:pt x="22" y="35"/>
                        <a:pt x="24" y="33"/>
                      </a:cubicBezTo>
                      <a:cubicBezTo>
                        <a:pt x="27" y="31"/>
                        <a:pt x="28" y="28"/>
                        <a:pt x="28" y="25"/>
                      </a:cubicBezTo>
                      <a:cubicBezTo>
                        <a:pt x="28" y="22"/>
                        <a:pt x="27" y="20"/>
                        <a:pt x="26" y="19"/>
                      </a:cubicBezTo>
                      <a:cubicBezTo>
                        <a:pt x="25" y="18"/>
                        <a:pt x="22" y="16"/>
                        <a:pt x="18" y="14"/>
                      </a:cubicBezTo>
                      <a:cubicBezTo>
                        <a:pt x="15" y="13"/>
                        <a:pt x="13" y="12"/>
                        <a:pt x="13" y="12"/>
                      </a:cubicBezTo>
                      <a:cubicBezTo>
                        <a:pt x="12" y="11"/>
                        <a:pt x="11" y="10"/>
                        <a:pt x="11" y="9"/>
                      </a:cubicBezTo>
                      <a:cubicBezTo>
                        <a:pt x="11" y="8"/>
                        <a:pt x="12" y="7"/>
                        <a:pt x="13" y="6"/>
                      </a:cubicBezTo>
                      <a:cubicBezTo>
                        <a:pt x="14" y="6"/>
                        <a:pt x="15" y="5"/>
                        <a:pt x="17" y="5"/>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2" name="îṩľîďe"/>
                <p:cNvSpPr/>
                <p:nvPr/>
              </p:nvSpPr>
              <p:spPr bwMode="auto">
                <a:xfrm>
                  <a:off x="8374063" y="3521075"/>
                  <a:ext cx="46038" cy="119063"/>
                </a:xfrm>
                <a:custGeom>
                  <a:avLst/>
                  <a:gdLst>
                    <a:gd name="T0" fmla="*/ 0 w 29"/>
                    <a:gd name="T1" fmla="*/ 75 h 75"/>
                    <a:gd name="T2" fmla="*/ 14 w 29"/>
                    <a:gd name="T3" fmla="*/ 75 h 75"/>
                    <a:gd name="T4" fmla="*/ 29 w 29"/>
                    <a:gd name="T5" fmla="*/ 0 h 75"/>
                    <a:gd name="T6" fmla="*/ 14 w 29"/>
                    <a:gd name="T7" fmla="*/ 0 h 75"/>
                    <a:gd name="T8" fmla="*/ 0 w 29"/>
                    <a:gd name="T9" fmla="*/ 75 h 75"/>
                  </a:gdLst>
                  <a:ahLst/>
                  <a:cxnLst>
                    <a:cxn ang="0">
                      <a:pos x="T0" y="T1"/>
                    </a:cxn>
                    <a:cxn ang="0">
                      <a:pos x="T2" y="T3"/>
                    </a:cxn>
                    <a:cxn ang="0">
                      <a:pos x="T4" y="T5"/>
                    </a:cxn>
                    <a:cxn ang="0">
                      <a:pos x="T6" y="T7"/>
                    </a:cxn>
                    <a:cxn ang="0">
                      <a:pos x="T8" y="T9"/>
                    </a:cxn>
                  </a:cxnLst>
                  <a:rect l="0" t="0" r="r" b="b"/>
                  <a:pathLst>
                    <a:path w="29" h="75">
                      <a:moveTo>
                        <a:pt x="0" y="75"/>
                      </a:moveTo>
                      <a:lnTo>
                        <a:pt x="14" y="75"/>
                      </a:lnTo>
                      <a:lnTo>
                        <a:pt x="29" y="0"/>
                      </a:lnTo>
                      <a:lnTo>
                        <a:pt x="14" y="0"/>
                      </a:lnTo>
                      <a:lnTo>
                        <a:pt x="0" y="75"/>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3" name="iS1idè"/>
                <p:cNvSpPr/>
                <p:nvPr/>
              </p:nvSpPr>
              <p:spPr bwMode="auto">
                <a:xfrm>
                  <a:off x="8432801" y="3521075"/>
                  <a:ext cx="95250" cy="119063"/>
                </a:xfrm>
                <a:custGeom>
                  <a:avLst/>
                  <a:gdLst>
                    <a:gd name="T0" fmla="*/ 0 w 60"/>
                    <a:gd name="T1" fmla="*/ 12 h 75"/>
                    <a:gd name="T2" fmla="*/ 21 w 60"/>
                    <a:gd name="T3" fmla="*/ 12 h 75"/>
                    <a:gd name="T4" fmla="*/ 8 w 60"/>
                    <a:gd name="T5" fmla="*/ 75 h 75"/>
                    <a:gd name="T6" fmla="*/ 23 w 60"/>
                    <a:gd name="T7" fmla="*/ 75 h 75"/>
                    <a:gd name="T8" fmla="*/ 35 w 60"/>
                    <a:gd name="T9" fmla="*/ 12 h 75"/>
                    <a:gd name="T10" fmla="*/ 58 w 60"/>
                    <a:gd name="T11" fmla="*/ 12 h 75"/>
                    <a:gd name="T12" fmla="*/ 60 w 60"/>
                    <a:gd name="T13" fmla="*/ 0 h 75"/>
                    <a:gd name="T14" fmla="*/ 2 w 60"/>
                    <a:gd name="T15" fmla="*/ 0 h 75"/>
                    <a:gd name="T16" fmla="*/ 0 w 60"/>
                    <a:gd name="T17" fmla="*/ 12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0" h="75">
                      <a:moveTo>
                        <a:pt x="0" y="12"/>
                      </a:moveTo>
                      <a:lnTo>
                        <a:pt x="21" y="12"/>
                      </a:lnTo>
                      <a:lnTo>
                        <a:pt x="8" y="75"/>
                      </a:lnTo>
                      <a:lnTo>
                        <a:pt x="23" y="75"/>
                      </a:lnTo>
                      <a:lnTo>
                        <a:pt x="35" y="12"/>
                      </a:lnTo>
                      <a:lnTo>
                        <a:pt x="58" y="12"/>
                      </a:lnTo>
                      <a:lnTo>
                        <a:pt x="60" y="0"/>
                      </a:lnTo>
                      <a:lnTo>
                        <a:pt x="2" y="0"/>
                      </a:lnTo>
                      <a:lnTo>
                        <a:pt x="0" y="12"/>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4" name="iṣḷîḋe"/>
                <p:cNvSpPr/>
                <p:nvPr/>
              </p:nvSpPr>
              <p:spPr bwMode="auto">
                <a:xfrm>
                  <a:off x="8531226" y="3521075"/>
                  <a:ext cx="109538" cy="119063"/>
                </a:xfrm>
                <a:custGeom>
                  <a:avLst/>
                  <a:gdLst>
                    <a:gd name="T0" fmla="*/ 25 w 33"/>
                    <a:gd name="T1" fmla="*/ 0 h 36"/>
                    <a:gd name="T2" fmla="*/ 19 w 33"/>
                    <a:gd name="T3" fmla="*/ 7 h 36"/>
                    <a:gd name="T4" fmla="*/ 16 w 33"/>
                    <a:gd name="T5" fmla="*/ 12 h 36"/>
                    <a:gd name="T6" fmla="*/ 14 w 33"/>
                    <a:gd name="T7" fmla="*/ 15 h 36"/>
                    <a:gd name="T8" fmla="*/ 12 w 33"/>
                    <a:gd name="T9" fmla="*/ 10 h 36"/>
                    <a:gd name="T10" fmla="*/ 8 w 33"/>
                    <a:gd name="T11" fmla="*/ 0 h 36"/>
                    <a:gd name="T12" fmla="*/ 0 w 33"/>
                    <a:gd name="T13" fmla="*/ 0 h 36"/>
                    <a:gd name="T14" fmla="*/ 10 w 33"/>
                    <a:gd name="T15" fmla="*/ 22 h 36"/>
                    <a:gd name="T16" fmla="*/ 7 w 33"/>
                    <a:gd name="T17" fmla="*/ 36 h 36"/>
                    <a:gd name="T18" fmla="*/ 14 w 33"/>
                    <a:gd name="T19" fmla="*/ 36 h 36"/>
                    <a:gd name="T20" fmla="*/ 17 w 33"/>
                    <a:gd name="T21" fmla="*/ 23 h 36"/>
                    <a:gd name="T22" fmla="*/ 33 w 33"/>
                    <a:gd name="T23" fmla="*/ 0 h 36"/>
                    <a:gd name="T24" fmla="*/ 25 w 33"/>
                    <a:gd name="T25" fmla="*/ 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3" h="36">
                      <a:moveTo>
                        <a:pt x="25" y="0"/>
                      </a:moveTo>
                      <a:cubicBezTo>
                        <a:pt x="19" y="7"/>
                        <a:pt x="19" y="7"/>
                        <a:pt x="19" y="7"/>
                      </a:cubicBezTo>
                      <a:cubicBezTo>
                        <a:pt x="16" y="12"/>
                        <a:pt x="16" y="12"/>
                        <a:pt x="16" y="12"/>
                      </a:cubicBezTo>
                      <a:cubicBezTo>
                        <a:pt x="15" y="13"/>
                        <a:pt x="15" y="14"/>
                        <a:pt x="14" y="15"/>
                      </a:cubicBezTo>
                      <a:cubicBezTo>
                        <a:pt x="14" y="14"/>
                        <a:pt x="13" y="13"/>
                        <a:pt x="12" y="10"/>
                      </a:cubicBezTo>
                      <a:cubicBezTo>
                        <a:pt x="8" y="0"/>
                        <a:pt x="8" y="0"/>
                        <a:pt x="8" y="0"/>
                      </a:cubicBezTo>
                      <a:cubicBezTo>
                        <a:pt x="0" y="0"/>
                        <a:pt x="0" y="0"/>
                        <a:pt x="0" y="0"/>
                      </a:cubicBezTo>
                      <a:cubicBezTo>
                        <a:pt x="10" y="22"/>
                        <a:pt x="10" y="22"/>
                        <a:pt x="10" y="22"/>
                      </a:cubicBezTo>
                      <a:cubicBezTo>
                        <a:pt x="7" y="36"/>
                        <a:pt x="7" y="36"/>
                        <a:pt x="7" y="36"/>
                      </a:cubicBezTo>
                      <a:cubicBezTo>
                        <a:pt x="14" y="36"/>
                        <a:pt x="14" y="36"/>
                        <a:pt x="14" y="36"/>
                      </a:cubicBezTo>
                      <a:cubicBezTo>
                        <a:pt x="17" y="23"/>
                        <a:pt x="17" y="23"/>
                        <a:pt x="17" y="23"/>
                      </a:cubicBezTo>
                      <a:cubicBezTo>
                        <a:pt x="33" y="0"/>
                        <a:pt x="33" y="0"/>
                        <a:pt x="33" y="0"/>
                      </a:cubicBezTo>
                      <a:lnTo>
                        <a:pt x="25"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grpSp>
      <p:cxnSp>
        <p:nvCxnSpPr>
          <p:cNvPr id="4" name="直线连接符 3"/>
          <p:cNvCxnSpPr/>
          <p:nvPr userDrawn="1"/>
        </p:nvCxnSpPr>
        <p:spPr>
          <a:xfrm>
            <a:off x="0" y="1016000"/>
            <a:ext cx="12192000"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pic>
        <p:nvPicPr>
          <p:cNvPr id="110" name="图片 109" descr="图片包含 天空, 户外, 建筑物, 日落&#10;&#10;描述已自动生成"/>
          <p:cNvPicPr>
            <a:picLocks noChangeAspect="1"/>
          </p:cNvPicPr>
          <p:nvPr userDrawn="1"/>
        </p:nvPicPr>
        <p:blipFill rotWithShape="1">
          <a:blip r:embed="rId2" cstate="print">
            <a:extLst>
              <a:ext uri="{BEBA8EAE-BF5A-486C-A8C5-ECC9F3942E4B}">
                <a14:imgProps xmlns:a14="http://schemas.microsoft.com/office/drawing/2010/main">
                  <a14:imgLayer r:embed="rId3">
                    <a14:imgEffect>
                      <a14:backgroundRemoval t="10000" b="99500" l="10000" r="98000">
                        <a14:foregroundMark x1="45583" y1="28625" x2="72750" y2="47875"/>
                        <a14:foregroundMark x1="72750" y1="47875" x2="79000" y2="48875"/>
                        <a14:foregroundMark x1="79000" y1="48875" x2="87083" y2="44750"/>
                        <a14:foregroundMark x1="87083" y1="44750" x2="89333" y2="42875"/>
                        <a14:foregroundMark x1="49697" y1="28104" x2="51500" y2="30625"/>
                        <a14:foregroundMark x1="46583" y1="23750" x2="49595" y2="27961"/>
                        <a14:foregroundMark x1="46917" y1="21000" x2="48333" y2="17125"/>
                        <a14:foregroundMark x1="62917" y1="48125" x2="65250" y2="51750"/>
                        <a14:foregroundMark x1="65250" y1="51750" x2="86750" y2="67750"/>
                        <a14:foregroundMark x1="94417" y1="36500" x2="92917" y2="90875"/>
                        <a14:foregroundMark x1="98000" y1="30875" x2="91667" y2="84250"/>
                        <a14:foregroundMark x1="91667" y1="84250" x2="91333" y2="85500"/>
                        <a14:foregroundMark x1="70000" y1="67000" x2="89333" y2="84250"/>
                        <a14:foregroundMark x1="89333" y1="84250" x2="89333" y2="84250"/>
                        <a14:foregroundMark x1="70500" y1="67000" x2="66333" y2="64125"/>
                        <a14:foregroundMark x1="66333" y1="64125" x2="59333" y2="53500"/>
                        <a14:foregroundMark x1="79333" y1="90625" x2="80167" y2="96250"/>
                        <a14:foregroundMark x1="80167" y1="96250" x2="85167" y2="96625"/>
                        <a14:foregroundMark x1="85167" y1="96625" x2="88083" y2="94625"/>
                        <a14:foregroundMark x1="88083" y1="94625" x2="88167" y2="94625"/>
                        <a14:foregroundMark x1="96750" y1="97500" x2="76750" y2="99500"/>
                        <a14:foregroundMark x1="77799" y1="89875" x2="77667" y2="86250"/>
                        <a14:foregroundMark x1="77984" y1="94938" x2="77927" y2="93375"/>
                        <a14:foregroundMark x1="78000" y1="95375" x2="78056" y2="96909"/>
                        <a14:foregroundMark x1="68667" y1="40875" x2="68417" y2="41125"/>
                        <a14:backgroundMark x1="77667" y1="89875" x2="77667" y2="93375"/>
                        <a14:backgroundMark x1="77833" y1="95625" x2="78167" y2="90625"/>
                        <a14:backgroundMark x1="78500" y1="96125" x2="79000" y2="90375"/>
                        <a14:backgroundMark x1="19833" y1="30625" x2="46417" y2="71000"/>
                        <a14:backgroundMark x1="46417" y1="71000" x2="46417" y2="71000"/>
                        <a14:backgroundMark x1="17000" y1="72500" x2="23583" y2="72625"/>
                        <a14:backgroundMark x1="23583" y1="72625" x2="37833" y2="71875"/>
                        <a14:backgroundMark x1="37833" y1="71875" x2="57167" y2="75375"/>
                        <a14:backgroundMark x1="61667" y1="37000" x2="62000" y2="37375"/>
                        <a14:backgroundMark x1="66667" y1="39375" x2="66917" y2="39750"/>
                        <a14:backgroundMark x1="50917" y1="27125" x2="51000" y2="27625"/>
                      </a14:backgroundRemoval>
                    </a14:imgEffect>
                    <a14:imgEffect>
                      <a14:brightnessContrast bright="72000"/>
                    </a14:imgEffect>
                    <a14:imgEffect>
                      <a14:colorTemperature colorTemp="9660"/>
                    </a14:imgEffect>
                    <a14:imgEffect>
                      <a14:saturation sat="111000"/>
                    </a14:imgEffect>
                  </a14:imgLayer>
                </a14:imgProps>
              </a:ext>
              <a:ext uri="{28A0092B-C50C-407E-A947-70E740481C1C}">
                <a14:useLocalDpi xmlns:a14="http://schemas.microsoft.com/office/drawing/2010/main" val="0"/>
              </a:ext>
            </a:extLst>
          </a:blip>
          <a:srcRect l="38743" t="8413"/>
          <a:stretch>
            <a:fillRect/>
          </a:stretch>
        </p:blipFill>
        <p:spPr>
          <a:xfrm flipH="1">
            <a:off x="-1" y="60500"/>
            <a:ext cx="958611" cy="955500"/>
          </a:xfrm>
          <a:prstGeom prst="rect">
            <a:avLst/>
          </a:prstGeom>
        </p:spPr>
      </p:pic>
      <p:sp>
        <p:nvSpPr>
          <p:cNvPr id="5" name="图片占位符 4"/>
          <p:cNvSpPr>
            <a:spLocks noGrp="1"/>
          </p:cNvSpPr>
          <p:nvPr>
            <p:ph type="pic" sz="quarter" idx="11"/>
          </p:nvPr>
        </p:nvSpPr>
        <p:spPr>
          <a:xfrm>
            <a:off x="6224588" y="1423851"/>
            <a:ext cx="5045392" cy="2259121"/>
          </a:xfrm>
          <a:prstGeom prst="rect">
            <a:avLst/>
          </a:prstGeom>
        </p:spPr>
        <p:txBody>
          <a:bodyPr/>
          <a:lstStyle/>
          <a:p>
            <a:endParaRPr kumimoji="1" lang="zh-CN" altLang="en-US"/>
          </a:p>
        </p:txBody>
      </p:sp>
      <p:sp>
        <p:nvSpPr>
          <p:cNvPr id="109" name="图片占位符 4"/>
          <p:cNvSpPr>
            <a:spLocks noGrp="1"/>
          </p:cNvSpPr>
          <p:nvPr>
            <p:ph type="pic" sz="quarter" idx="12"/>
          </p:nvPr>
        </p:nvSpPr>
        <p:spPr>
          <a:xfrm>
            <a:off x="931863" y="3897796"/>
            <a:ext cx="5045392" cy="2259121"/>
          </a:xfrm>
          <a:prstGeom prst="rect">
            <a:avLst/>
          </a:prstGeom>
        </p:spPr>
        <p:txBody>
          <a:bodyPr/>
          <a:lstStyle/>
          <a:p>
            <a:endParaRPr kumimoji="1" lang="zh-CN" altLang="en-US"/>
          </a:p>
        </p:txBody>
      </p:sp>
      <p:grpSp>
        <p:nvGrpSpPr>
          <p:cNvPr id="112" name="组合 111"/>
          <p:cNvGrpSpPr/>
          <p:nvPr userDrawn="1"/>
        </p:nvGrpSpPr>
        <p:grpSpPr>
          <a:xfrm>
            <a:off x="2792280" y="1955776"/>
            <a:ext cx="1310061" cy="1186205"/>
            <a:chOff x="5772150" y="157163"/>
            <a:chExt cx="583834" cy="528637"/>
          </a:xfrm>
        </p:grpSpPr>
        <p:sp>
          <p:nvSpPr>
            <p:cNvPr id="113" name="燕尾形 112"/>
            <p:cNvSpPr/>
            <p:nvPr/>
          </p:nvSpPr>
          <p:spPr>
            <a:xfrm>
              <a:off x="5772150" y="157163"/>
              <a:ext cx="323850" cy="528637"/>
            </a:xfrm>
            <a:prstGeom prst="chevron">
              <a:avLst/>
            </a:prstGeom>
            <a:solidFill>
              <a:schemeClr val="accent3">
                <a:lumMod val="20000"/>
                <a:lumOff val="80000"/>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a:bodyPr>
            <a:lstStyle/>
            <a:p>
              <a:pPr algn="l">
                <a:lnSpc>
                  <a:spcPct val="130000"/>
                </a:lnSpc>
              </a:pPr>
              <a:endParaRPr kumimoji="1" lang="zh-CN" altLang="en-US" sz="2000" dirty="0">
                <a:solidFill>
                  <a:schemeClr val="tx1">
                    <a:lumMod val="75000"/>
                    <a:lumOff val="25000"/>
                  </a:schemeClr>
                </a:solidFill>
              </a:endParaRPr>
            </a:p>
          </p:txBody>
        </p:sp>
        <p:sp>
          <p:nvSpPr>
            <p:cNvPr id="114" name="燕尾形 113"/>
            <p:cNvSpPr/>
            <p:nvPr/>
          </p:nvSpPr>
          <p:spPr>
            <a:xfrm>
              <a:off x="6032134" y="157163"/>
              <a:ext cx="323850" cy="528637"/>
            </a:xfrm>
            <a:prstGeom prst="chevron">
              <a:avLst/>
            </a:prstGeom>
            <a:solidFill>
              <a:schemeClr val="accent3">
                <a:lumMod val="20000"/>
                <a:lumOff val="80000"/>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a:bodyPr>
            <a:lstStyle/>
            <a:p>
              <a:pPr algn="l">
                <a:lnSpc>
                  <a:spcPct val="130000"/>
                </a:lnSpc>
              </a:pPr>
              <a:endParaRPr kumimoji="1" lang="zh-CN" altLang="en-US" sz="2000" dirty="0">
                <a:solidFill>
                  <a:schemeClr val="tx1">
                    <a:lumMod val="75000"/>
                    <a:lumOff val="25000"/>
                  </a:schemeClr>
                </a:solidFill>
              </a:endParaRPr>
            </a:p>
          </p:txBody>
        </p:sp>
      </p:grpSp>
      <p:grpSp>
        <p:nvGrpSpPr>
          <p:cNvPr id="115" name="组合 114"/>
          <p:cNvGrpSpPr/>
          <p:nvPr userDrawn="1"/>
        </p:nvGrpSpPr>
        <p:grpSpPr>
          <a:xfrm flipH="1">
            <a:off x="8087334" y="4580124"/>
            <a:ext cx="1310061" cy="1186205"/>
            <a:chOff x="5772150" y="157163"/>
            <a:chExt cx="583834" cy="528637"/>
          </a:xfrm>
        </p:grpSpPr>
        <p:sp>
          <p:nvSpPr>
            <p:cNvPr id="116" name="燕尾形 115"/>
            <p:cNvSpPr/>
            <p:nvPr/>
          </p:nvSpPr>
          <p:spPr>
            <a:xfrm>
              <a:off x="5772150" y="157163"/>
              <a:ext cx="323850" cy="528637"/>
            </a:xfrm>
            <a:prstGeom prst="chevron">
              <a:avLst/>
            </a:prstGeom>
            <a:solidFill>
              <a:schemeClr val="accent3">
                <a:lumMod val="20000"/>
                <a:lumOff val="80000"/>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a:bodyPr>
            <a:lstStyle/>
            <a:p>
              <a:pPr algn="l">
                <a:lnSpc>
                  <a:spcPct val="130000"/>
                </a:lnSpc>
              </a:pPr>
              <a:endParaRPr kumimoji="1" lang="zh-CN" altLang="en-US" sz="2000" dirty="0">
                <a:solidFill>
                  <a:schemeClr val="tx1">
                    <a:lumMod val="75000"/>
                    <a:lumOff val="25000"/>
                  </a:schemeClr>
                </a:solidFill>
              </a:endParaRPr>
            </a:p>
          </p:txBody>
        </p:sp>
        <p:sp>
          <p:nvSpPr>
            <p:cNvPr id="117" name="燕尾形 116"/>
            <p:cNvSpPr/>
            <p:nvPr/>
          </p:nvSpPr>
          <p:spPr>
            <a:xfrm>
              <a:off x="6032134" y="157163"/>
              <a:ext cx="323850" cy="528637"/>
            </a:xfrm>
            <a:prstGeom prst="chevron">
              <a:avLst/>
            </a:prstGeom>
            <a:solidFill>
              <a:schemeClr val="accent3">
                <a:lumMod val="20000"/>
                <a:lumOff val="80000"/>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a:bodyPr>
            <a:lstStyle/>
            <a:p>
              <a:pPr algn="l">
                <a:lnSpc>
                  <a:spcPct val="130000"/>
                </a:lnSpc>
              </a:pPr>
              <a:endParaRPr kumimoji="1" lang="zh-CN" altLang="en-US" sz="2000" dirty="0">
                <a:solidFill>
                  <a:schemeClr val="tx1">
                    <a:lumMod val="75000"/>
                    <a:lumOff val="25000"/>
                  </a:schemeClr>
                </a:solidFill>
              </a:endParaRPr>
            </a:p>
          </p:txBody>
        </p:sp>
      </p:gr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三张图片">
    <p:spTree>
      <p:nvGrpSpPr>
        <p:cNvPr id="1" name=""/>
        <p:cNvGrpSpPr/>
        <p:nvPr/>
      </p:nvGrpSpPr>
      <p:grpSpPr>
        <a:xfrm>
          <a:off x="0" y="0"/>
          <a:ext cx="0" cy="0"/>
          <a:chOff x="0" y="0"/>
          <a:chExt cx="0" cy="0"/>
        </a:xfrm>
      </p:grpSpPr>
      <p:sp>
        <p:nvSpPr>
          <p:cNvPr id="2" name="标题 1"/>
          <p:cNvSpPr>
            <a:spLocks noGrp="1"/>
          </p:cNvSpPr>
          <p:nvPr>
            <p:ph type="title"/>
          </p:nvPr>
        </p:nvSpPr>
        <p:spPr>
          <a:xfrm>
            <a:off x="803275" y="393486"/>
            <a:ext cx="8970989" cy="663575"/>
          </a:xfrm>
          <a:prstGeom prst="rect">
            <a:avLst/>
          </a:prstGeom>
        </p:spPr>
        <p:txBody>
          <a:bodyPr lIns="0"/>
          <a:lstStyle>
            <a:lvl1pPr>
              <a:defRPr b="1">
                <a:solidFill>
                  <a:schemeClr val="accent2"/>
                </a:solidFill>
              </a:defRPr>
            </a:lvl1pPr>
          </a:lstStyle>
          <a:p>
            <a:r>
              <a:rPr lang="zh-CN" altLang="en-US" dirty="0"/>
              <a:t>单击此处编辑母版标题样式</a:t>
            </a:r>
          </a:p>
        </p:txBody>
      </p:sp>
      <p:grpSp>
        <p:nvGrpSpPr>
          <p:cNvPr id="245" name="组合 244"/>
          <p:cNvGrpSpPr/>
          <p:nvPr userDrawn="1"/>
        </p:nvGrpSpPr>
        <p:grpSpPr>
          <a:xfrm>
            <a:off x="9895088" y="468793"/>
            <a:ext cx="1480571" cy="458860"/>
            <a:chOff x="2558030" y="228446"/>
            <a:chExt cx="6774643" cy="2099603"/>
          </a:xfrm>
        </p:grpSpPr>
        <p:grpSp>
          <p:nvGrpSpPr>
            <p:cNvPr id="246" name="íšḻîďê"/>
            <p:cNvGrpSpPr/>
            <p:nvPr userDrawn="1"/>
          </p:nvGrpSpPr>
          <p:grpSpPr>
            <a:xfrm>
              <a:off x="2558030" y="228446"/>
              <a:ext cx="2085857" cy="2099603"/>
              <a:chOff x="3551238" y="3067050"/>
              <a:chExt cx="722313" cy="727075"/>
            </a:xfrm>
          </p:grpSpPr>
          <p:sp>
            <p:nvSpPr>
              <p:cNvPr id="276" name="ïş1íḍê"/>
              <p:cNvSpPr/>
              <p:nvPr/>
            </p:nvSpPr>
            <p:spPr bwMode="auto">
              <a:xfrm>
                <a:off x="3575051" y="3087688"/>
                <a:ext cx="673100" cy="679450"/>
              </a:xfrm>
              <a:custGeom>
                <a:avLst/>
                <a:gdLst>
                  <a:gd name="T0" fmla="*/ 102 w 204"/>
                  <a:gd name="T1" fmla="*/ 0 h 204"/>
                  <a:gd name="T2" fmla="*/ 204 w 204"/>
                  <a:gd name="T3" fmla="*/ 102 h 204"/>
                  <a:gd name="T4" fmla="*/ 102 w 204"/>
                  <a:gd name="T5" fmla="*/ 204 h 204"/>
                  <a:gd name="T6" fmla="*/ 0 w 204"/>
                  <a:gd name="T7" fmla="*/ 102 h 204"/>
                  <a:gd name="T8" fmla="*/ 102 w 204"/>
                  <a:gd name="T9" fmla="*/ 0 h 204"/>
                  <a:gd name="T10" fmla="*/ 102 w 204"/>
                  <a:gd name="T11" fmla="*/ 25 h 204"/>
                  <a:gd name="T12" fmla="*/ 24 w 204"/>
                  <a:gd name="T13" fmla="*/ 103 h 204"/>
                  <a:gd name="T14" fmla="*/ 102 w 204"/>
                  <a:gd name="T15" fmla="*/ 181 h 204"/>
                  <a:gd name="T16" fmla="*/ 180 w 204"/>
                  <a:gd name="T17" fmla="*/ 103 h 204"/>
                  <a:gd name="T18" fmla="*/ 102 w 204"/>
                  <a:gd name="T19" fmla="*/ 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04" h="204">
                    <a:moveTo>
                      <a:pt x="102" y="0"/>
                    </a:moveTo>
                    <a:cubicBezTo>
                      <a:pt x="159" y="0"/>
                      <a:pt x="204" y="46"/>
                      <a:pt x="204" y="102"/>
                    </a:cubicBezTo>
                    <a:cubicBezTo>
                      <a:pt x="204" y="158"/>
                      <a:pt x="159" y="204"/>
                      <a:pt x="102" y="204"/>
                    </a:cubicBezTo>
                    <a:cubicBezTo>
                      <a:pt x="46" y="204"/>
                      <a:pt x="0" y="158"/>
                      <a:pt x="0" y="102"/>
                    </a:cubicBezTo>
                    <a:cubicBezTo>
                      <a:pt x="0" y="46"/>
                      <a:pt x="46" y="0"/>
                      <a:pt x="102" y="0"/>
                    </a:cubicBezTo>
                    <a:close/>
                    <a:moveTo>
                      <a:pt x="102" y="25"/>
                    </a:moveTo>
                    <a:cubicBezTo>
                      <a:pt x="59" y="25"/>
                      <a:pt x="24" y="60"/>
                      <a:pt x="24" y="103"/>
                    </a:cubicBezTo>
                    <a:cubicBezTo>
                      <a:pt x="24" y="146"/>
                      <a:pt x="59" y="181"/>
                      <a:pt x="102" y="181"/>
                    </a:cubicBezTo>
                    <a:cubicBezTo>
                      <a:pt x="145" y="181"/>
                      <a:pt x="180" y="146"/>
                      <a:pt x="180" y="103"/>
                    </a:cubicBezTo>
                    <a:cubicBezTo>
                      <a:pt x="180" y="60"/>
                      <a:pt x="145" y="25"/>
                      <a:pt x="102" y="25"/>
                    </a:cubicBezTo>
                    <a:close/>
                  </a:path>
                </a:pathLst>
              </a:custGeom>
              <a:solidFill>
                <a:srgbClr val="00523A"/>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7" name="íšḻïḍè"/>
              <p:cNvSpPr/>
              <p:nvPr/>
            </p:nvSpPr>
            <p:spPr bwMode="auto">
              <a:xfrm>
                <a:off x="3621088" y="3103563"/>
                <a:ext cx="584200" cy="203200"/>
              </a:xfrm>
              <a:custGeom>
                <a:avLst/>
                <a:gdLst>
                  <a:gd name="T0" fmla="*/ 8 w 177"/>
                  <a:gd name="T1" fmla="*/ 53 h 61"/>
                  <a:gd name="T2" fmla="*/ 0 w 177"/>
                  <a:gd name="T3" fmla="*/ 56 h 61"/>
                  <a:gd name="T4" fmla="*/ 5 w 177"/>
                  <a:gd name="T5" fmla="*/ 52 h 61"/>
                  <a:gd name="T6" fmla="*/ 4 w 177"/>
                  <a:gd name="T7" fmla="*/ 50 h 61"/>
                  <a:gd name="T8" fmla="*/ 5 w 177"/>
                  <a:gd name="T9" fmla="*/ 48 h 61"/>
                  <a:gd name="T10" fmla="*/ 10 w 177"/>
                  <a:gd name="T11" fmla="*/ 41 h 61"/>
                  <a:gd name="T12" fmla="*/ 17 w 177"/>
                  <a:gd name="T13" fmla="*/ 50 h 61"/>
                  <a:gd name="T14" fmla="*/ 14 w 177"/>
                  <a:gd name="T15" fmla="*/ 35 h 61"/>
                  <a:gd name="T16" fmla="*/ 23 w 177"/>
                  <a:gd name="T17" fmla="*/ 46 h 61"/>
                  <a:gd name="T18" fmla="*/ 31 w 177"/>
                  <a:gd name="T19" fmla="*/ 38 h 61"/>
                  <a:gd name="T20" fmla="*/ 29 w 177"/>
                  <a:gd name="T21" fmla="*/ 40 h 61"/>
                  <a:gd name="T22" fmla="*/ 18 w 177"/>
                  <a:gd name="T23" fmla="*/ 32 h 61"/>
                  <a:gd name="T24" fmla="*/ 19 w 177"/>
                  <a:gd name="T25" fmla="*/ 30 h 61"/>
                  <a:gd name="T26" fmla="*/ 21 w 177"/>
                  <a:gd name="T27" fmla="*/ 27 h 61"/>
                  <a:gd name="T28" fmla="*/ 41 w 177"/>
                  <a:gd name="T29" fmla="*/ 29 h 61"/>
                  <a:gd name="T30" fmla="*/ 43 w 177"/>
                  <a:gd name="T31" fmla="*/ 29 h 61"/>
                  <a:gd name="T32" fmla="*/ 35 w 177"/>
                  <a:gd name="T33" fmla="*/ 35 h 61"/>
                  <a:gd name="T34" fmla="*/ 31 w 177"/>
                  <a:gd name="T35" fmla="*/ 21 h 61"/>
                  <a:gd name="T36" fmla="*/ 46 w 177"/>
                  <a:gd name="T37" fmla="*/ 11 h 61"/>
                  <a:gd name="T38" fmla="*/ 47 w 177"/>
                  <a:gd name="T39" fmla="*/ 11 h 61"/>
                  <a:gd name="T40" fmla="*/ 47 w 177"/>
                  <a:gd name="T41" fmla="*/ 26 h 61"/>
                  <a:gd name="T42" fmla="*/ 39 w 177"/>
                  <a:gd name="T43" fmla="*/ 15 h 61"/>
                  <a:gd name="T44" fmla="*/ 72 w 177"/>
                  <a:gd name="T45" fmla="*/ 16 h 61"/>
                  <a:gd name="T46" fmla="*/ 71 w 177"/>
                  <a:gd name="T47" fmla="*/ 2 h 61"/>
                  <a:gd name="T48" fmla="*/ 65 w 177"/>
                  <a:gd name="T49" fmla="*/ 15 h 61"/>
                  <a:gd name="T50" fmla="*/ 64 w 177"/>
                  <a:gd name="T51" fmla="*/ 4 h 61"/>
                  <a:gd name="T52" fmla="*/ 84 w 177"/>
                  <a:gd name="T53" fmla="*/ 1 h 61"/>
                  <a:gd name="T54" fmla="*/ 84 w 177"/>
                  <a:gd name="T55" fmla="*/ 1 h 61"/>
                  <a:gd name="T56" fmla="*/ 78 w 177"/>
                  <a:gd name="T57" fmla="*/ 16 h 61"/>
                  <a:gd name="T58" fmla="*/ 77 w 177"/>
                  <a:gd name="T59" fmla="*/ 15 h 61"/>
                  <a:gd name="T60" fmla="*/ 90 w 177"/>
                  <a:gd name="T61" fmla="*/ 1 h 61"/>
                  <a:gd name="T62" fmla="*/ 94 w 177"/>
                  <a:gd name="T63" fmla="*/ 15 h 61"/>
                  <a:gd name="T64" fmla="*/ 92 w 177"/>
                  <a:gd name="T65" fmla="*/ 15 h 61"/>
                  <a:gd name="T66" fmla="*/ 113 w 177"/>
                  <a:gd name="T67" fmla="*/ 3 h 61"/>
                  <a:gd name="T68" fmla="*/ 102 w 177"/>
                  <a:gd name="T69" fmla="*/ 2 h 61"/>
                  <a:gd name="T70" fmla="*/ 105 w 177"/>
                  <a:gd name="T71" fmla="*/ 14 h 61"/>
                  <a:gd name="T72" fmla="*/ 117 w 177"/>
                  <a:gd name="T73" fmla="*/ 5 h 61"/>
                  <a:gd name="T74" fmla="*/ 122 w 177"/>
                  <a:gd name="T75" fmla="*/ 19 h 61"/>
                  <a:gd name="T76" fmla="*/ 119 w 177"/>
                  <a:gd name="T77" fmla="*/ 13 h 61"/>
                  <a:gd name="T78" fmla="*/ 121 w 177"/>
                  <a:gd name="T79" fmla="*/ 12 h 61"/>
                  <a:gd name="T80" fmla="*/ 124 w 177"/>
                  <a:gd name="T81" fmla="*/ 10 h 61"/>
                  <a:gd name="T82" fmla="*/ 131 w 177"/>
                  <a:gd name="T83" fmla="*/ 26 h 61"/>
                  <a:gd name="T84" fmla="*/ 126 w 177"/>
                  <a:gd name="T85" fmla="*/ 23 h 61"/>
                  <a:gd name="T86" fmla="*/ 124 w 177"/>
                  <a:gd name="T87" fmla="*/ 23 h 61"/>
                  <a:gd name="T88" fmla="*/ 137 w 177"/>
                  <a:gd name="T89" fmla="*/ 14 h 61"/>
                  <a:gd name="T90" fmla="*/ 133 w 177"/>
                  <a:gd name="T91" fmla="*/ 11 h 61"/>
                  <a:gd name="T92" fmla="*/ 137 w 177"/>
                  <a:gd name="T93" fmla="*/ 32 h 61"/>
                  <a:gd name="T94" fmla="*/ 137 w 177"/>
                  <a:gd name="T95" fmla="*/ 32 h 61"/>
                  <a:gd name="T96" fmla="*/ 145 w 177"/>
                  <a:gd name="T97" fmla="*/ 19 h 61"/>
                  <a:gd name="T98" fmla="*/ 146 w 177"/>
                  <a:gd name="T99" fmla="*/ 19 h 61"/>
                  <a:gd name="T100" fmla="*/ 159 w 177"/>
                  <a:gd name="T101" fmla="*/ 31 h 61"/>
                  <a:gd name="T102" fmla="*/ 149 w 177"/>
                  <a:gd name="T103" fmla="*/ 42 h 61"/>
                  <a:gd name="T104" fmla="*/ 155 w 177"/>
                  <a:gd name="T105" fmla="*/ 27 h 61"/>
                  <a:gd name="T106" fmla="*/ 166 w 177"/>
                  <a:gd name="T107" fmla="*/ 40 h 61"/>
                  <a:gd name="T108" fmla="*/ 160 w 177"/>
                  <a:gd name="T109" fmla="*/ 37 h 61"/>
                  <a:gd name="T110" fmla="*/ 153 w 177"/>
                  <a:gd name="T111" fmla="*/ 46 h 61"/>
                  <a:gd name="T112" fmla="*/ 177 w 177"/>
                  <a:gd name="T113" fmla="*/ 55 h 61"/>
                  <a:gd name="T114" fmla="*/ 162 w 177"/>
                  <a:gd name="T115" fmla="*/ 60 h 61"/>
                  <a:gd name="T116" fmla="*/ 165 w 177"/>
                  <a:gd name="T117" fmla="*/ 55 h 61"/>
                  <a:gd name="T118" fmla="*/ 173 w 177"/>
                  <a:gd name="T119" fmla="*/ 49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77" h="61">
                    <a:moveTo>
                      <a:pt x="6" y="46"/>
                    </a:moveTo>
                    <a:cubicBezTo>
                      <a:pt x="6" y="46"/>
                      <a:pt x="6" y="46"/>
                      <a:pt x="6" y="46"/>
                    </a:cubicBezTo>
                    <a:cubicBezTo>
                      <a:pt x="6" y="46"/>
                      <a:pt x="6" y="46"/>
                      <a:pt x="6" y="46"/>
                    </a:cubicBezTo>
                    <a:cubicBezTo>
                      <a:pt x="6" y="46"/>
                      <a:pt x="6" y="47"/>
                      <a:pt x="6" y="47"/>
                    </a:cubicBezTo>
                    <a:cubicBezTo>
                      <a:pt x="6" y="47"/>
                      <a:pt x="6" y="47"/>
                      <a:pt x="6" y="47"/>
                    </a:cubicBezTo>
                    <a:cubicBezTo>
                      <a:pt x="17" y="57"/>
                      <a:pt x="17" y="57"/>
                      <a:pt x="17" y="57"/>
                    </a:cubicBezTo>
                    <a:cubicBezTo>
                      <a:pt x="17" y="57"/>
                      <a:pt x="17" y="57"/>
                      <a:pt x="17" y="57"/>
                    </a:cubicBezTo>
                    <a:cubicBezTo>
                      <a:pt x="8" y="53"/>
                      <a:pt x="8" y="53"/>
                      <a:pt x="8" y="53"/>
                    </a:cubicBezTo>
                    <a:cubicBezTo>
                      <a:pt x="8" y="54"/>
                      <a:pt x="8" y="54"/>
                      <a:pt x="8" y="54"/>
                    </a:cubicBezTo>
                    <a:cubicBezTo>
                      <a:pt x="15" y="60"/>
                      <a:pt x="15" y="60"/>
                      <a:pt x="15" y="60"/>
                    </a:cubicBezTo>
                    <a:cubicBezTo>
                      <a:pt x="15" y="61"/>
                      <a:pt x="15" y="61"/>
                      <a:pt x="15" y="61"/>
                    </a:cubicBezTo>
                    <a:cubicBezTo>
                      <a:pt x="1" y="55"/>
                      <a:pt x="1" y="55"/>
                      <a:pt x="1" y="55"/>
                    </a:cubicBezTo>
                    <a:cubicBezTo>
                      <a:pt x="1" y="55"/>
                      <a:pt x="1" y="55"/>
                      <a:pt x="1" y="55"/>
                    </a:cubicBezTo>
                    <a:cubicBezTo>
                      <a:pt x="1" y="55"/>
                      <a:pt x="1" y="55"/>
                      <a:pt x="1" y="55"/>
                    </a:cubicBezTo>
                    <a:cubicBezTo>
                      <a:pt x="0" y="56"/>
                      <a:pt x="0" y="56"/>
                      <a:pt x="0" y="56"/>
                    </a:cubicBezTo>
                    <a:cubicBezTo>
                      <a:pt x="0" y="56"/>
                      <a:pt x="0" y="56"/>
                      <a:pt x="0" y="56"/>
                    </a:cubicBezTo>
                    <a:cubicBezTo>
                      <a:pt x="2" y="53"/>
                      <a:pt x="2" y="53"/>
                      <a:pt x="2" y="53"/>
                    </a:cubicBezTo>
                    <a:cubicBezTo>
                      <a:pt x="2" y="53"/>
                      <a:pt x="2" y="53"/>
                      <a:pt x="2" y="53"/>
                    </a:cubicBezTo>
                    <a:cubicBezTo>
                      <a:pt x="2" y="53"/>
                      <a:pt x="2" y="53"/>
                      <a:pt x="2" y="53"/>
                    </a:cubicBezTo>
                    <a:cubicBezTo>
                      <a:pt x="2" y="53"/>
                      <a:pt x="2" y="54"/>
                      <a:pt x="2" y="54"/>
                    </a:cubicBezTo>
                    <a:cubicBezTo>
                      <a:pt x="2" y="54"/>
                      <a:pt x="2" y="54"/>
                      <a:pt x="2" y="54"/>
                    </a:cubicBezTo>
                    <a:cubicBezTo>
                      <a:pt x="11" y="58"/>
                      <a:pt x="11" y="58"/>
                      <a:pt x="11" y="58"/>
                    </a:cubicBezTo>
                    <a:cubicBezTo>
                      <a:pt x="12" y="58"/>
                      <a:pt x="12" y="58"/>
                      <a:pt x="12" y="58"/>
                    </a:cubicBezTo>
                    <a:cubicBezTo>
                      <a:pt x="5" y="52"/>
                      <a:pt x="5" y="52"/>
                      <a:pt x="5" y="52"/>
                    </a:cubicBezTo>
                    <a:cubicBezTo>
                      <a:pt x="4" y="52"/>
                      <a:pt x="4" y="52"/>
                      <a:pt x="4" y="52"/>
                    </a:cubicBezTo>
                    <a:cubicBezTo>
                      <a:pt x="3" y="52"/>
                      <a:pt x="3" y="52"/>
                      <a:pt x="3" y="52"/>
                    </a:cubicBezTo>
                    <a:cubicBezTo>
                      <a:pt x="3" y="52"/>
                      <a:pt x="3" y="52"/>
                      <a:pt x="3" y="52"/>
                    </a:cubicBezTo>
                    <a:cubicBezTo>
                      <a:pt x="3" y="52"/>
                      <a:pt x="3" y="52"/>
                      <a:pt x="3" y="52"/>
                    </a:cubicBezTo>
                    <a:cubicBezTo>
                      <a:pt x="2" y="52"/>
                      <a:pt x="2" y="52"/>
                      <a:pt x="2" y="52"/>
                    </a:cubicBezTo>
                    <a:cubicBezTo>
                      <a:pt x="4" y="49"/>
                      <a:pt x="4" y="49"/>
                      <a:pt x="4" y="49"/>
                    </a:cubicBezTo>
                    <a:cubicBezTo>
                      <a:pt x="4" y="49"/>
                      <a:pt x="4" y="49"/>
                      <a:pt x="4" y="49"/>
                    </a:cubicBezTo>
                    <a:cubicBezTo>
                      <a:pt x="4" y="50"/>
                      <a:pt x="4" y="50"/>
                      <a:pt x="4" y="50"/>
                    </a:cubicBezTo>
                    <a:cubicBezTo>
                      <a:pt x="4" y="50"/>
                      <a:pt x="4" y="50"/>
                      <a:pt x="4" y="50"/>
                    </a:cubicBezTo>
                    <a:cubicBezTo>
                      <a:pt x="4" y="50"/>
                      <a:pt x="4" y="50"/>
                      <a:pt x="4" y="51"/>
                    </a:cubicBezTo>
                    <a:cubicBezTo>
                      <a:pt x="13" y="54"/>
                      <a:pt x="13" y="54"/>
                      <a:pt x="13" y="54"/>
                    </a:cubicBezTo>
                    <a:cubicBezTo>
                      <a:pt x="13" y="54"/>
                      <a:pt x="13" y="54"/>
                      <a:pt x="13" y="54"/>
                    </a:cubicBezTo>
                    <a:cubicBezTo>
                      <a:pt x="6" y="48"/>
                      <a:pt x="6" y="48"/>
                      <a:pt x="6" y="48"/>
                    </a:cubicBezTo>
                    <a:cubicBezTo>
                      <a:pt x="6" y="48"/>
                      <a:pt x="6" y="48"/>
                      <a:pt x="5" y="48"/>
                    </a:cubicBezTo>
                    <a:cubicBezTo>
                      <a:pt x="5" y="48"/>
                      <a:pt x="5" y="48"/>
                      <a:pt x="5" y="48"/>
                    </a:cubicBezTo>
                    <a:cubicBezTo>
                      <a:pt x="5" y="48"/>
                      <a:pt x="5" y="48"/>
                      <a:pt x="5" y="48"/>
                    </a:cubicBezTo>
                    <a:cubicBezTo>
                      <a:pt x="4" y="48"/>
                      <a:pt x="4" y="48"/>
                      <a:pt x="4" y="48"/>
                    </a:cubicBezTo>
                    <a:cubicBezTo>
                      <a:pt x="6" y="46"/>
                      <a:pt x="6" y="46"/>
                      <a:pt x="6" y="46"/>
                    </a:cubicBezTo>
                    <a:close/>
                    <a:moveTo>
                      <a:pt x="22" y="48"/>
                    </a:moveTo>
                    <a:cubicBezTo>
                      <a:pt x="22" y="49"/>
                      <a:pt x="21" y="49"/>
                      <a:pt x="21" y="49"/>
                    </a:cubicBezTo>
                    <a:cubicBezTo>
                      <a:pt x="20" y="50"/>
                      <a:pt x="19" y="49"/>
                      <a:pt x="18" y="48"/>
                    </a:cubicBezTo>
                    <a:cubicBezTo>
                      <a:pt x="10" y="42"/>
                      <a:pt x="10" y="42"/>
                      <a:pt x="10" y="42"/>
                    </a:cubicBezTo>
                    <a:cubicBezTo>
                      <a:pt x="10" y="42"/>
                      <a:pt x="10" y="41"/>
                      <a:pt x="10" y="41"/>
                    </a:cubicBezTo>
                    <a:cubicBezTo>
                      <a:pt x="10" y="41"/>
                      <a:pt x="10" y="41"/>
                      <a:pt x="10" y="41"/>
                    </a:cubicBezTo>
                    <a:cubicBezTo>
                      <a:pt x="10" y="40"/>
                      <a:pt x="10" y="40"/>
                      <a:pt x="10" y="40"/>
                    </a:cubicBezTo>
                    <a:cubicBezTo>
                      <a:pt x="10" y="40"/>
                      <a:pt x="10" y="40"/>
                      <a:pt x="10" y="40"/>
                    </a:cubicBezTo>
                    <a:cubicBezTo>
                      <a:pt x="7" y="43"/>
                      <a:pt x="7" y="43"/>
                      <a:pt x="7" y="43"/>
                    </a:cubicBezTo>
                    <a:cubicBezTo>
                      <a:pt x="8" y="43"/>
                      <a:pt x="8" y="43"/>
                      <a:pt x="8" y="43"/>
                    </a:cubicBezTo>
                    <a:cubicBezTo>
                      <a:pt x="8" y="43"/>
                      <a:pt x="8" y="43"/>
                      <a:pt x="8" y="43"/>
                    </a:cubicBezTo>
                    <a:cubicBezTo>
                      <a:pt x="8" y="43"/>
                      <a:pt x="8" y="43"/>
                      <a:pt x="8" y="43"/>
                    </a:cubicBezTo>
                    <a:cubicBezTo>
                      <a:pt x="9" y="43"/>
                      <a:pt x="9" y="43"/>
                      <a:pt x="9" y="43"/>
                    </a:cubicBezTo>
                    <a:cubicBezTo>
                      <a:pt x="17" y="50"/>
                      <a:pt x="17" y="50"/>
                      <a:pt x="17" y="50"/>
                    </a:cubicBezTo>
                    <a:cubicBezTo>
                      <a:pt x="18" y="50"/>
                      <a:pt x="19" y="51"/>
                      <a:pt x="20" y="50"/>
                    </a:cubicBezTo>
                    <a:cubicBezTo>
                      <a:pt x="21" y="50"/>
                      <a:pt x="22" y="50"/>
                      <a:pt x="23" y="49"/>
                    </a:cubicBezTo>
                    <a:cubicBezTo>
                      <a:pt x="24" y="48"/>
                      <a:pt x="24" y="47"/>
                      <a:pt x="24" y="46"/>
                    </a:cubicBezTo>
                    <a:cubicBezTo>
                      <a:pt x="24" y="45"/>
                      <a:pt x="23" y="44"/>
                      <a:pt x="22" y="43"/>
                    </a:cubicBezTo>
                    <a:cubicBezTo>
                      <a:pt x="14" y="36"/>
                      <a:pt x="14" y="36"/>
                      <a:pt x="14" y="36"/>
                    </a:cubicBezTo>
                    <a:cubicBezTo>
                      <a:pt x="14" y="36"/>
                      <a:pt x="14" y="36"/>
                      <a:pt x="14" y="36"/>
                    </a:cubicBezTo>
                    <a:cubicBezTo>
                      <a:pt x="14" y="36"/>
                      <a:pt x="14" y="36"/>
                      <a:pt x="14" y="35"/>
                    </a:cubicBezTo>
                    <a:cubicBezTo>
                      <a:pt x="14" y="35"/>
                      <a:pt x="14" y="35"/>
                      <a:pt x="14" y="35"/>
                    </a:cubicBezTo>
                    <a:cubicBezTo>
                      <a:pt x="14" y="35"/>
                      <a:pt x="14" y="35"/>
                      <a:pt x="14" y="35"/>
                    </a:cubicBezTo>
                    <a:cubicBezTo>
                      <a:pt x="12" y="37"/>
                      <a:pt x="12" y="37"/>
                      <a:pt x="12" y="37"/>
                    </a:cubicBezTo>
                    <a:cubicBezTo>
                      <a:pt x="12" y="38"/>
                      <a:pt x="12" y="38"/>
                      <a:pt x="12" y="38"/>
                    </a:cubicBezTo>
                    <a:cubicBezTo>
                      <a:pt x="13" y="37"/>
                      <a:pt x="13" y="37"/>
                      <a:pt x="13" y="37"/>
                    </a:cubicBezTo>
                    <a:cubicBezTo>
                      <a:pt x="13" y="37"/>
                      <a:pt x="13" y="37"/>
                      <a:pt x="13" y="37"/>
                    </a:cubicBezTo>
                    <a:cubicBezTo>
                      <a:pt x="13" y="37"/>
                      <a:pt x="14" y="37"/>
                      <a:pt x="14" y="37"/>
                    </a:cubicBezTo>
                    <a:cubicBezTo>
                      <a:pt x="22" y="44"/>
                      <a:pt x="22" y="44"/>
                      <a:pt x="22" y="44"/>
                    </a:cubicBezTo>
                    <a:cubicBezTo>
                      <a:pt x="23" y="44"/>
                      <a:pt x="23" y="45"/>
                      <a:pt x="23" y="46"/>
                    </a:cubicBezTo>
                    <a:cubicBezTo>
                      <a:pt x="23" y="47"/>
                      <a:pt x="23" y="47"/>
                      <a:pt x="22" y="48"/>
                    </a:cubicBezTo>
                    <a:close/>
                    <a:moveTo>
                      <a:pt x="33" y="36"/>
                    </a:moveTo>
                    <a:cubicBezTo>
                      <a:pt x="33" y="36"/>
                      <a:pt x="33" y="36"/>
                      <a:pt x="33" y="36"/>
                    </a:cubicBezTo>
                    <a:cubicBezTo>
                      <a:pt x="33" y="36"/>
                      <a:pt x="34" y="36"/>
                      <a:pt x="34" y="36"/>
                    </a:cubicBezTo>
                    <a:cubicBezTo>
                      <a:pt x="34" y="35"/>
                      <a:pt x="34" y="35"/>
                      <a:pt x="34" y="35"/>
                    </a:cubicBezTo>
                    <a:cubicBezTo>
                      <a:pt x="35" y="36"/>
                      <a:pt x="35" y="36"/>
                      <a:pt x="35" y="36"/>
                    </a:cubicBezTo>
                    <a:cubicBezTo>
                      <a:pt x="32" y="39"/>
                      <a:pt x="32" y="39"/>
                      <a:pt x="32" y="39"/>
                    </a:cubicBezTo>
                    <a:cubicBezTo>
                      <a:pt x="31" y="38"/>
                      <a:pt x="31" y="38"/>
                      <a:pt x="31" y="38"/>
                    </a:cubicBezTo>
                    <a:cubicBezTo>
                      <a:pt x="32" y="38"/>
                      <a:pt x="32" y="38"/>
                      <a:pt x="32" y="38"/>
                    </a:cubicBezTo>
                    <a:cubicBezTo>
                      <a:pt x="32" y="38"/>
                      <a:pt x="32" y="37"/>
                      <a:pt x="32" y="37"/>
                    </a:cubicBezTo>
                    <a:cubicBezTo>
                      <a:pt x="32" y="37"/>
                      <a:pt x="32" y="37"/>
                      <a:pt x="32" y="37"/>
                    </a:cubicBezTo>
                    <a:cubicBezTo>
                      <a:pt x="27" y="32"/>
                      <a:pt x="27" y="32"/>
                      <a:pt x="27" y="32"/>
                    </a:cubicBezTo>
                    <a:cubicBezTo>
                      <a:pt x="23" y="36"/>
                      <a:pt x="23" y="36"/>
                      <a:pt x="23" y="36"/>
                    </a:cubicBezTo>
                    <a:cubicBezTo>
                      <a:pt x="28" y="40"/>
                      <a:pt x="28" y="40"/>
                      <a:pt x="28" y="40"/>
                    </a:cubicBezTo>
                    <a:cubicBezTo>
                      <a:pt x="28" y="41"/>
                      <a:pt x="28" y="41"/>
                      <a:pt x="28" y="41"/>
                    </a:cubicBezTo>
                    <a:cubicBezTo>
                      <a:pt x="28" y="41"/>
                      <a:pt x="29" y="41"/>
                      <a:pt x="29" y="40"/>
                    </a:cubicBezTo>
                    <a:cubicBezTo>
                      <a:pt x="29" y="40"/>
                      <a:pt x="29" y="40"/>
                      <a:pt x="29" y="40"/>
                    </a:cubicBezTo>
                    <a:cubicBezTo>
                      <a:pt x="30" y="41"/>
                      <a:pt x="30" y="41"/>
                      <a:pt x="30" y="41"/>
                    </a:cubicBezTo>
                    <a:cubicBezTo>
                      <a:pt x="27" y="43"/>
                      <a:pt x="27" y="43"/>
                      <a:pt x="27" y="43"/>
                    </a:cubicBezTo>
                    <a:cubicBezTo>
                      <a:pt x="26" y="43"/>
                      <a:pt x="26" y="43"/>
                      <a:pt x="26" y="43"/>
                    </a:cubicBezTo>
                    <a:cubicBezTo>
                      <a:pt x="27" y="43"/>
                      <a:pt x="27" y="43"/>
                      <a:pt x="27" y="43"/>
                    </a:cubicBezTo>
                    <a:cubicBezTo>
                      <a:pt x="27" y="42"/>
                      <a:pt x="27" y="42"/>
                      <a:pt x="27" y="42"/>
                    </a:cubicBezTo>
                    <a:cubicBezTo>
                      <a:pt x="27" y="42"/>
                      <a:pt x="27" y="42"/>
                      <a:pt x="27" y="41"/>
                    </a:cubicBezTo>
                    <a:cubicBezTo>
                      <a:pt x="18" y="32"/>
                      <a:pt x="18" y="32"/>
                      <a:pt x="18" y="32"/>
                    </a:cubicBezTo>
                    <a:cubicBezTo>
                      <a:pt x="18" y="32"/>
                      <a:pt x="17" y="32"/>
                      <a:pt x="17" y="32"/>
                    </a:cubicBezTo>
                    <a:cubicBezTo>
                      <a:pt x="17" y="32"/>
                      <a:pt x="17" y="32"/>
                      <a:pt x="17" y="32"/>
                    </a:cubicBezTo>
                    <a:cubicBezTo>
                      <a:pt x="16" y="32"/>
                      <a:pt x="16" y="32"/>
                      <a:pt x="16" y="32"/>
                    </a:cubicBezTo>
                    <a:cubicBezTo>
                      <a:pt x="16" y="32"/>
                      <a:pt x="16" y="32"/>
                      <a:pt x="16" y="32"/>
                    </a:cubicBezTo>
                    <a:cubicBezTo>
                      <a:pt x="19" y="29"/>
                      <a:pt x="19" y="29"/>
                      <a:pt x="19" y="29"/>
                    </a:cubicBezTo>
                    <a:cubicBezTo>
                      <a:pt x="19" y="29"/>
                      <a:pt x="19" y="29"/>
                      <a:pt x="19" y="29"/>
                    </a:cubicBezTo>
                    <a:cubicBezTo>
                      <a:pt x="19" y="30"/>
                      <a:pt x="19" y="30"/>
                      <a:pt x="19" y="30"/>
                    </a:cubicBezTo>
                    <a:cubicBezTo>
                      <a:pt x="19" y="30"/>
                      <a:pt x="19" y="30"/>
                      <a:pt x="19" y="30"/>
                    </a:cubicBezTo>
                    <a:cubicBezTo>
                      <a:pt x="19" y="30"/>
                      <a:pt x="19" y="31"/>
                      <a:pt x="19" y="31"/>
                    </a:cubicBezTo>
                    <a:cubicBezTo>
                      <a:pt x="23" y="35"/>
                      <a:pt x="23" y="35"/>
                      <a:pt x="23" y="35"/>
                    </a:cubicBezTo>
                    <a:cubicBezTo>
                      <a:pt x="27" y="31"/>
                      <a:pt x="27" y="31"/>
                      <a:pt x="27" y="31"/>
                    </a:cubicBezTo>
                    <a:cubicBezTo>
                      <a:pt x="23" y="27"/>
                      <a:pt x="23" y="27"/>
                      <a:pt x="23" y="27"/>
                    </a:cubicBezTo>
                    <a:cubicBezTo>
                      <a:pt x="23" y="27"/>
                      <a:pt x="22" y="27"/>
                      <a:pt x="22" y="27"/>
                    </a:cubicBezTo>
                    <a:cubicBezTo>
                      <a:pt x="22" y="27"/>
                      <a:pt x="22" y="27"/>
                      <a:pt x="22" y="27"/>
                    </a:cubicBezTo>
                    <a:cubicBezTo>
                      <a:pt x="21" y="27"/>
                      <a:pt x="21" y="27"/>
                      <a:pt x="21" y="27"/>
                    </a:cubicBezTo>
                    <a:cubicBezTo>
                      <a:pt x="21" y="27"/>
                      <a:pt x="21" y="27"/>
                      <a:pt x="21" y="27"/>
                    </a:cubicBezTo>
                    <a:cubicBezTo>
                      <a:pt x="24" y="24"/>
                      <a:pt x="24" y="24"/>
                      <a:pt x="24" y="24"/>
                    </a:cubicBezTo>
                    <a:cubicBezTo>
                      <a:pt x="24" y="25"/>
                      <a:pt x="24" y="25"/>
                      <a:pt x="24" y="25"/>
                    </a:cubicBezTo>
                    <a:cubicBezTo>
                      <a:pt x="24" y="25"/>
                      <a:pt x="24" y="25"/>
                      <a:pt x="24" y="25"/>
                    </a:cubicBezTo>
                    <a:cubicBezTo>
                      <a:pt x="24" y="25"/>
                      <a:pt x="24" y="25"/>
                      <a:pt x="24" y="26"/>
                    </a:cubicBezTo>
                    <a:cubicBezTo>
                      <a:pt x="24" y="26"/>
                      <a:pt x="24" y="26"/>
                      <a:pt x="24" y="26"/>
                    </a:cubicBezTo>
                    <a:cubicBezTo>
                      <a:pt x="33" y="36"/>
                      <a:pt x="33" y="36"/>
                      <a:pt x="33" y="36"/>
                    </a:cubicBezTo>
                    <a:close/>
                    <a:moveTo>
                      <a:pt x="38" y="26"/>
                    </a:moveTo>
                    <a:cubicBezTo>
                      <a:pt x="41" y="29"/>
                      <a:pt x="41" y="29"/>
                      <a:pt x="41" y="29"/>
                    </a:cubicBezTo>
                    <a:cubicBezTo>
                      <a:pt x="41" y="29"/>
                      <a:pt x="41" y="30"/>
                      <a:pt x="41" y="30"/>
                    </a:cubicBezTo>
                    <a:cubicBezTo>
                      <a:pt x="41" y="30"/>
                      <a:pt x="41" y="30"/>
                      <a:pt x="41" y="30"/>
                    </a:cubicBezTo>
                    <a:cubicBezTo>
                      <a:pt x="41" y="31"/>
                      <a:pt x="41" y="31"/>
                      <a:pt x="41" y="31"/>
                    </a:cubicBezTo>
                    <a:cubicBezTo>
                      <a:pt x="41" y="31"/>
                      <a:pt x="41" y="31"/>
                      <a:pt x="41" y="31"/>
                    </a:cubicBezTo>
                    <a:cubicBezTo>
                      <a:pt x="44" y="29"/>
                      <a:pt x="44" y="29"/>
                      <a:pt x="44" y="29"/>
                    </a:cubicBezTo>
                    <a:cubicBezTo>
                      <a:pt x="44" y="28"/>
                      <a:pt x="44" y="28"/>
                      <a:pt x="44" y="28"/>
                    </a:cubicBezTo>
                    <a:cubicBezTo>
                      <a:pt x="44" y="29"/>
                      <a:pt x="44" y="29"/>
                      <a:pt x="44" y="29"/>
                    </a:cubicBezTo>
                    <a:cubicBezTo>
                      <a:pt x="43" y="29"/>
                      <a:pt x="43" y="29"/>
                      <a:pt x="43" y="29"/>
                    </a:cubicBezTo>
                    <a:cubicBezTo>
                      <a:pt x="43" y="29"/>
                      <a:pt x="42" y="29"/>
                      <a:pt x="42" y="28"/>
                    </a:cubicBezTo>
                    <a:cubicBezTo>
                      <a:pt x="31" y="18"/>
                      <a:pt x="31" y="18"/>
                      <a:pt x="31" y="18"/>
                    </a:cubicBezTo>
                    <a:cubicBezTo>
                      <a:pt x="30" y="20"/>
                      <a:pt x="30" y="20"/>
                      <a:pt x="30" y="20"/>
                    </a:cubicBezTo>
                    <a:cubicBezTo>
                      <a:pt x="35" y="33"/>
                      <a:pt x="35" y="33"/>
                      <a:pt x="35" y="33"/>
                    </a:cubicBezTo>
                    <a:cubicBezTo>
                      <a:pt x="35" y="33"/>
                      <a:pt x="35" y="34"/>
                      <a:pt x="35" y="34"/>
                    </a:cubicBezTo>
                    <a:cubicBezTo>
                      <a:pt x="35" y="34"/>
                      <a:pt x="35" y="34"/>
                      <a:pt x="35" y="35"/>
                    </a:cubicBezTo>
                    <a:cubicBezTo>
                      <a:pt x="35" y="35"/>
                      <a:pt x="35" y="35"/>
                      <a:pt x="35" y="35"/>
                    </a:cubicBezTo>
                    <a:cubicBezTo>
                      <a:pt x="35" y="35"/>
                      <a:pt x="35" y="35"/>
                      <a:pt x="35" y="35"/>
                    </a:cubicBezTo>
                    <a:cubicBezTo>
                      <a:pt x="38" y="33"/>
                      <a:pt x="38" y="33"/>
                      <a:pt x="38" y="33"/>
                    </a:cubicBezTo>
                    <a:cubicBezTo>
                      <a:pt x="38" y="33"/>
                      <a:pt x="38" y="33"/>
                      <a:pt x="38" y="33"/>
                    </a:cubicBezTo>
                    <a:cubicBezTo>
                      <a:pt x="37" y="33"/>
                      <a:pt x="37" y="33"/>
                      <a:pt x="37" y="33"/>
                    </a:cubicBezTo>
                    <a:cubicBezTo>
                      <a:pt x="37" y="33"/>
                      <a:pt x="37" y="33"/>
                      <a:pt x="36" y="33"/>
                    </a:cubicBezTo>
                    <a:cubicBezTo>
                      <a:pt x="36" y="33"/>
                      <a:pt x="36" y="32"/>
                      <a:pt x="36" y="32"/>
                    </a:cubicBezTo>
                    <a:cubicBezTo>
                      <a:pt x="34" y="29"/>
                      <a:pt x="34" y="29"/>
                      <a:pt x="34" y="29"/>
                    </a:cubicBezTo>
                    <a:cubicBezTo>
                      <a:pt x="38" y="26"/>
                      <a:pt x="38" y="26"/>
                      <a:pt x="38" y="26"/>
                    </a:cubicBezTo>
                    <a:close/>
                    <a:moveTo>
                      <a:pt x="31" y="21"/>
                    </a:moveTo>
                    <a:cubicBezTo>
                      <a:pt x="31" y="21"/>
                      <a:pt x="31" y="21"/>
                      <a:pt x="31" y="21"/>
                    </a:cubicBezTo>
                    <a:cubicBezTo>
                      <a:pt x="34" y="28"/>
                      <a:pt x="34" y="28"/>
                      <a:pt x="34" y="28"/>
                    </a:cubicBezTo>
                    <a:cubicBezTo>
                      <a:pt x="37" y="26"/>
                      <a:pt x="37" y="26"/>
                      <a:pt x="37" y="26"/>
                    </a:cubicBezTo>
                    <a:cubicBezTo>
                      <a:pt x="31" y="21"/>
                      <a:pt x="31" y="21"/>
                      <a:pt x="31" y="21"/>
                    </a:cubicBezTo>
                    <a:close/>
                    <a:moveTo>
                      <a:pt x="51" y="21"/>
                    </a:moveTo>
                    <a:cubicBezTo>
                      <a:pt x="51" y="21"/>
                      <a:pt x="51" y="21"/>
                      <a:pt x="51" y="21"/>
                    </a:cubicBezTo>
                    <a:cubicBezTo>
                      <a:pt x="46" y="11"/>
                      <a:pt x="46" y="11"/>
                      <a:pt x="46" y="11"/>
                    </a:cubicBezTo>
                    <a:cubicBezTo>
                      <a:pt x="46" y="11"/>
                      <a:pt x="46" y="11"/>
                      <a:pt x="46" y="11"/>
                    </a:cubicBezTo>
                    <a:cubicBezTo>
                      <a:pt x="46" y="11"/>
                      <a:pt x="46" y="11"/>
                      <a:pt x="45" y="11"/>
                    </a:cubicBezTo>
                    <a:cubicBezTo>
                      <a:pt x="45" y="11"/>
                      <a:pt x="45" y="11"/>
                      <a:pt x="45" y="11"/>
                    </a:cubicBezTo>
                    <a:cubicBezTo>
                      <a:pt x="44" y="11"/>
                      <a:pt x="44" y="11"/>
                      <a:pt x="44" y="11"/>
                    </a:cubicBezTo>
                    <a:cubicBezTo>
                      <a:pt x="48" y="9"/>
                      <a:pt x="48" y="9"/>
                      <a:pt x="48" y="9"/>
                    </a:cubicBezTo>
                    <a:cubicBezTo>
                      <a:pt x="48" y="10"/>
                      <a:pt x="48" y="10"/>
                      <a:pt x="48" y="10"/>
                    </a:cubicBezTo>
                    <a:cubicBezTo>
                      <a:pt x="47" y="10"/>
                      <a:pt x="47" y="10"/>
                      <a:pt x="47" y="10"/>
                    </a:cubicBezTo>
                    <a:cubicBezTo>
                      <a:pt x="47" y="10"/>
                      <a:pt x="47" y="10"/>
                      <a:pt x="47" y="10"/>
                    </a:cubicBezTo>
                    <a:cubicBezTo>
                      <a:pt x="47" y="10"/>
                      <a:pt x="47" y="11"/>
                      <a:pt x="47" y="11"/>
                    </a:cubicBezTo>
                    <a:cubicBezTo>
                      <a:pt x="53" y="24"/>
                      <a:pt x="53" y="24"/>
                      <a:pt x="53" y="24"/>
                    </a:cubicBezTo>
                    <a:cubicBezTo>
                      <a:pt x="53" y="24"/>
                      <a:pt x="53" y="24"/>
                      <a:pt x="53" y="24"/>
                    </a:cubicBezTo>
                    <a:cubicBezTo>
                      <a:pt x="53" y="24"/>
                      <a:pt x="53" y="24"/>
                      <a:pt x="53" y="24"/>
                    </a:cubicBezTo>
                    <a:cubicBezTo>
                      <a:pt x="40" y="15"/>
                      <a:pt x="40" y="15"/>
                      <a:pt x="40" y="15"/>
                    </a:cubicBezTo>
                    <a:cubicBezTo>
                      <a:pt x="40" y="15"/>
                      <a:pt x="40" y="15"/>
                      <a:pt x="40" y="15"/>
                    </a:cubicBezTo>
                    <a:cubicBezTo>
                      <a:pt x="46" y="26"/>
                      <a:pt x="46" y="26"/>
                      <a:pt x="46" y="26"/>
                    </a:cubicBezTo>
                    <a:cubicBezTo>
                      <a:pt x="46" y="26"/>
                      <a:pt x="46" y="26"/>
                      <a:pt x="46" y="26"/>
                    </a:cubicBezTo>
                    <a:cubicBezTo>
                      <a:pt x="47" y="26"/>
                      <a:pt x="47" y="26"/>
                      <a:pt x="47" y="26"/>
                    </a:cubicBezTo>
                    <a:cubicBezTo>
                      <a:pt x="48" y="26"/>
                      <a:pt x="48" y="26"/>
                      <a:pt x="48" y="26"/>
                    </a:cubicBezTo>
                    <a:cubicBezTo>
                      <a:pt x="48" y="26"/>
                      <a:pt x="48" y="26"/>
                      <a:pt x="48" y="26"/>
                    </a:cubicBezTo>
                    <a:cubicBezTo>
                      <a:pt x="45" y="28"/>
                      <a:pt x="45" y="28"/>
                      <a:pt x="45" y="28"/>
                    </a:cubicBezTo>
                    <a:cubicBezTo>
                      <a:pt x="44" y="28"/>
                      <a:pt x="44" y="28"/>
                      <a:pt x="44" y="28"/>
                    </a:cubicBezTo>
                    <a:cubicBezTo>
                      <a:pt x="45" y="27"/>
                      <a:pt x="45" y="27"/>
                      <a:pt x="45" y="27"/>
                    </a:cubicBezTo>
                    <a:cubicBezTo>
                      <a:pt x="45" y="27"/>
                      <a:pt x="45" y="27"/>
                      <a:pt x="45" y="27"/>
                    </a:cubicBezTo>
                    <a:cubicBezTo>
                      <a:pt x="46" y="27"/>
                      <a:pt x="46" y="26"/>
                      <a:pt x="45" y="26"/>
                    </a:cubicBezTo>
                    <a:cubicBezTo>
                      <a:pt x="39" y="15"/>
                      <a:pt x="39" y="15"/>
                      <a:pt x="39" y="15"/>
                    </a:cubicBezTo>
                    <a:cubicBezTo>
                      <a:pt x="39" y="14"/>
                      <a:pt x="39" y="14"/>
                      <a:pt x="39" y="14"/>
                    </a:cubicBezTo>
                    <a:cubicBezTo>
                      <a:pt x="39" y="14"/>
                      <a:pt x="39" y="14"/>
                      <a:pt x="38" y="14"/>
                    </a:cubicBezTo>
                    <a:cubicBezTo>
                      <a:pt x="38" y="15"/>
                      <a:pt x="38" y="15"/>
                      <a:pt x="38" y="15"/>
                    </a:cubicBezTo>
                    <a:cubicBezTo>
                      <a:pt x="37" y="14"/>
                      <a:pt x="37" y="14"/>
                      <a:pt x="37" y="14"/>
                    </a:cubicBezTo>
                    <a:cubicBezTo>
                      <a:pt x="40" y="13"/>
                      <a:pt x="40" y="13"/>
                      <a:pt x="40" y="13"/>
                    </a:cubicBezTo>
                    <a:cubicBezTo>
                      <a:pt x="51" y="21"/>
                      <a:pt x="51" y="21"/>
                      <a:pt x="51" y="21"/>
                    </a:cubicBezTo>
                    <a:close/>
                    <a:moveTo>
                      <a:pt x="70" y="17"/>
                    </a:moveTo>
                    <a:cubicBezTo>
                      <a:pt x="70" y="17"/>
                      <a:pt x="71" y="17"/>
                      <a:pt x="72" y="16"/>
                    </a:cubicBezTo>
                    <a:cubicBezTo>
                      <a:pt x="72" y="15"/>
                      <a:pt x="72" y="14"/>
                      <a:pt x="72" y="14"/>
                    </a:cubicBezTo>
                    <a:cubicBezTo>
                      <a:pt x="70" y="3"/>
                      <a:pt x="70" y="3"/>
                      <a:pt x="70" y="3"/>
                    </a:cubicBezTo>
                    <a:cubicBezTo>
                      <a:pt x="70" y="3"/>
                      <a:pt x="69" y="3"/>
                      <a:pt x="69" y="3"/>
                    </a:cubicBezTo>
                    <a:cubicBezTo>
                      <a:pt x="69" y="3"/>
                      <a:pt x="69" y="3"/>
                      <a:pt x="69" y="3"/>
                    </a:cubicBezTo>
                    <a:cubicBezTo>
                      <a:pt x="68" y="3"/>
                      <a:pt x="68" y="3"/>
                      <a:pt x="68" y="3"/>
                    </a:cubicBezTo>
                    <a:cubicBezTo>
                      <a:pt x="68" y="2"/>
                      <a:pt x="68" y="2"/>
                      <a:pt x="68" y="2"/>
                    </a:cubicBezTo>
                    <a:cubicBezTo>
                      <a:pt x="71" y="1"/>
                      <a:pt x="71" y="1"/>
                      <a:pt x="71" y="1"/>
                    </a:cubicBezTo>
                    <a:cubicBezTo>
                      <a:pt x="71" y="2"/>
                      <a:pt x="71" y="2"/>
                      <a:pt x="71" y="2"/>
                    </a:cubicBezTo>
                    <a:cubicBezTo>
                      <a:pt x="71" y="2"/>
                      <a:pt x="71" y="2"/>
                      <a:pt x="71" y="2"/>
                    </a:cubicBezTo>
                    <a:cubicBezTo>
                      <a:pt x="71" y="2"/>
                      <a:pt x="70" y="2"/>
                      <a:pt x="70" y="2"/>
                    </a:cubicBezTo>
                    <a:cubicBezTo>
                      <a:pt x="70" y="3"/>
                      <a:pt x="70" y="3"/>
                      <a:pt x="70" y="3"/>
                    </a:cubicBezTo>
                    <a:cubicBezTo>
                      <a:pt x="73" y="13"/>
                      <a:pt x="73" y="13"/>
                      <a:pt x="73" y="13"/>
                    </a:cubicBezTo>
                    <a:cubicBezTo>
                      <a:pt x="73" y="15"/>
                      <a:pt x="73" y="16"/>
                      <a:pt x="72" y="16"/>
                    </a:cubicBezTo>
                    <a:cubicBezTo>
                      <a:pt x="71" y="17"/>
                      <a:pt x="71" y="18"/>
                      <a:pt x="70" y="18"/>
                    </a:cubicBezTo>
                    <a:cubicBezTo>
                      <a:pt x="68" y="18"/>
                      <a:pt x="67" y="18"/>
                      <a:pt x="66" y="18"/>
                    </a:cubicBezTo>
                    <a:cubicBezTo>
                      <a:pt x="66" y="17"/>
                      <a:pt x="65" y="17"/>
                      <a:pt x="65" y="15"/>
                    </a:cubicBezTo>
                    <a:cubicBezTo>
                      <a:pt x="62" y="5"/>
                      <a:pt x="62" y="5"/>
                      <a:pt x="62" y="5"/>
                    </a:cubicBezTo>
                    <a:cubicBezTo>
                      <a:pt x="62" y="5"/>
                      <a:pt x="62" y="4"/>
                      <a:pt x="62" y="4"/>
                    </a:cubicBezTo>
                    <a:cubicBezTo>
                      <a:pt x="62" y="4"/>
                      <a:pt x="62" y="4"/>
                      <a:pt x="61" y="4"/>
                    </a:cubicBezTo>
                    <a:cubicBezTo>
                      <a:pt x="61" y="4"/>
                      <a:pt x="61" y="4"/>
                      <a:pt x="61" y="4"/>
                    </a:cubicBezTo>
                    <a:cubicBezTo>
                      <a:pt x="61" y="4"/>
                      <a:pt x="61" y="4"/>
                      <a:pt x="61" y="4"/>
                    </a:cubicBezTo>
                    <a:cubicBezTo>
                      <a:pt x="65" y="3"/>
                      <a:pt x="65" y="3"/>
                      <a:pt x="65" y="3"/>
                    </a:cubicBezTo>
                    <a:cubicBezTo>
                      <a:pt x="65" y="4"/>
                      <a:pt x="65" y="4"/>
                      <a:pt x="65" y="4"/>
                    </a:cubicBezTo>
                    <a:cubicBezTo>
                      <a:pt x="64" y="4"/>
                      <a:pt x="64" y="4"/>
                      <a:pt x="64" y="4"/>
                    </a:cubicBezTo>
                    <a:cubicBezTo>
                      <a:pt x="64" y="4"/>
                      <a:pt x="64" y="4"/>
                      <a:pt x="64" y="4"/>
                    </a:cubicBezTo>
                    <a:cubicBezTo>
                      <a:pt x="64" y="4"/>
                      <a:pt x="64" y="4"/>
                      <a:pt x="64" y="5"/>
                    </a:cubicBezTo>
                    <a:cubicBezTo>
                      <a:pt x="66" y="15"/>
                      <a:pt x="66" y="15"/>
                      <a:pt x="66" y="15"/>
                    </a:cubicBezTo>
                    <a:cubicBezTo>
                      <a:pt x="66" y="16"/>
                      <a:pt x="67" y="17"/>
                      <a:pt x="67" y="17"/>
                    </a:cubicBezTo>
                    <a:cubicBezTo>
                      <a:pt x="68" y="18"/>
                      <a:pt x="69" y="18"/>
                      <a:pt x="70" y="17"/>
                    </a:cubicBezTo>
                    <a:close/>
                    <a:moveTo>
                      <a:pt x="84" y="12"/>
                    </a:moveTo>
                    <a:cubicBezTo>
                      <a:pt x="84" y="12"/>
                      <a:pt x="84" y="12"/>
                      <a:pt x="84" y="12"/>
                    </a:cubicBezTo>
                    <a:cubicBezTo>
                      <a:pt x="84" y="1"/>
                      <a:pt x="84" y="1"/>
                      <a:pt x="84" y="1"/>
                    </a:cubicBezTo>
                    <a:cubicBezTo>
                      <a:pt x="84" y="1"/>
                      <a:pt x="84" y="1"/>
                      <a:pt x="83" y="1"/>
                    </a:cubicBezTo>
                    <a:cubicBezTo>
                      <a:pt x="83" y="1"/>
                      <a:pt x="83" y="1"/>
                      <a:pt x="83" y="1"/>
                    </a:cubicBezTo>
                    <a:cubicBezTo>
                      <a:pt x="82" y="1"/>
                      <a:pt x="82" y="1"/>
                      <a:pt x="82" y="1"/>
                    </a:cubicBezTo>
                    <a:cubicBezTo>
                      <a:pt x="82" y="0"/>
                      <a:pt x="82" y="0"/>
                      <a:pt x="82" y="0"/>
                    </a:cubicBezTo>
                    <a:cubicBezTo>
                      <a:pt x="86" y="0"/>
                      <a:pt x="86" y="0"/>
                      <a:pt x="86" y="0"/>
                    </a:cubicBezTo>
                    <a:cubicBezTo>
                      <a:pt x="86" y="1"/>
                      <a:pt x="86" y="1"/>
                      <a:pt x="86" y="1"/>
                    </a:cubicBezTo>
                    <a:cubicBezTo>
                      <a:pt x="85" y="1"/>
                      <a:pt x="85" y="1"/>
                      <a:pt x="85" y="1"/>
                    </a:cubicBezTo>
                    <a:cubicBezTo>
                      <a:pt x="85" y="1"/>
                      <a:pt x="85" y="1"/>
                      <a:pt x="84" y="1"/>
                    </a:cubicBezTo>
                    <a:cubicBezTo>
                      <a:pt x="84" y="1"/>
                      <a:pt x="84" y="1"/>
                      <a:pt x="84" y="1"/>
                    </a:cubicBezTo>
                    <a:cubicBezTo>
                      <a:pt x="85" y="16"/>
                      <a:pt x="85" y="16"/>
                      <a:pt x="85" y="16"/>
                    </a:cubicBezTo>
                    <a:cubicBezTo>
                      <a:pt x="85" y="16"/>
                      <a:pt x="85" y="16"/>
                      <a:pt x="85" y="16"/>
                    </a:cubicBezTo>
                    <a:cubicBezTo>
                      <a:pt x="85" y="16"/>
                      <a:pt x="85" y="16"/>
                      <a:pt x="85" y="16"/>
                    </a:cubicBezTo>
                    <a:cubicBezTo>
                      <a:pt x="77" y="3"/>
                      <a:pt x="77" y="3"/>
                      <a:pt x="77" y="3"/>
                    </a:cubicBezTo>
                    <a:cubicBezTo>
                      <a:pt x="77" y="3"/>
                      <a:pt x="77" y="3"/>
                      <a:pt x="77" y="3"/>
                    </a:cubicBezTo>
                    <a:cubicBezTo>
                      <a:pt x="77" y="15"/>
                      <a:pt x="77" y="15"/>
                      <a:pt x="77" y="15"/>
                    </a:cubicBezTo>
                    <a:cubicBezTo>
                      <a:pt x="77" y="15"/>
                      <a:pt x="78" y="15"/>
                      <a:pt x="78" y="16"/>
                    </a:cubicBezTo>
                    <a:cubicBezTo>
                      <a:pt x="78" y="16"/>
                      <a:pt x="78" y="16"/>
                      <a:pt x="78" y="16"/>
                    </a:cubicBezTo>
                    <a:cubicBezTo>
                      <a:pt x="79" y="16"/>
                      <a:pt x="79" y="16"/>
                      <a:pt x="79" y="16"/>
                    </a:cubicBezTo>
                    <a:cubicBezTo>
                      <a:pt x="79" y="16"/>
                      <a:pt x="79" y="16"/>
                      <a:pt x="79" y="16"/>
                    </a:cubicBezTo>
                    <a:cubicBezTo>
                      <a:pt x="75" y="16"/>
                      <a:pt x="75" y="16"/>
                      <a:pt x="75" y="16"/>
                    </a:cubicBezTo>
                    <a:cubicBezTo>
                      <a:pt x="75" y="16"/>
                      <a:pt x="75" y="16"/>
                      <a:pt x="75" y="16"/>
                    </a:cubicBezTo>
                    <a:cubicBezTo>
                      <a:pt x="76" y="16"/>
                      <a:pt x="76" y="16"/>
                      <a:pt x="76" y="16"/>
                    </a:cubicBezTo>
                    <a:cubicBezTo>
                      <a:pt x="76" y="16"/>
                      <a:pt x="77" y="16"/>
                      <a:pt x="77" y="16"/>
                    </a:cubicBezTo>
                    <a:cubicBezTo>
                      <a:pt x="77" y="15"/>
                      <a:pt x="77" y="15"/>
                      <a:pt x="77" y="15"/>
                    </a:cubicBezTo>
                    <a:cubicBezTo>
                      <a:pt x="76" y="2"/>
                      <a:pt x="76" y="2"/>
                      <a:pt x="76" y="2"/>
                    </a:cubicBezTo>
                    <a:cubicBezTo>
                      <a:pt x="76" y="2"/>
                      <a:pt x="76" y="2"/>
                      <a:pt x="76" y="1"/>
                    </a:cubicBezTo>
                    <a:cubicBezTo>
                      <a:pt x="76" y="1"/>
                      <a:pt x="75" y="1"/>
                      <a:pt x="75" y="1"/>
                    </a:cubicBezTo>
                    <a:cubicBezTo>
                      <a:pt x="74" y="1"/>
                      <a:pt x="74" y="1"/>
                      <a:pt x="74" y="1"/>
                    </a:cubicBezTo>
                    <a:cubicBezTo>
                      <a:pt x="74" y="1"/>
                      <a:pt x="74" y="1"/>
                      <a:pt x="74" y="1"/>
                    </a:cubicBezTo>
                    <a:cubicBezTo>
                      <a:pt x="77" y="1"/>
                      <a:pt x="77" y="1"/>
                      <a:pt x="77" y="1"/>
                    </a:cubicBezTo>
                    <a:cubicBezTo>
                      <a:pt x="84" y="12"/>
                      <a:pt x="84" y="12"/>
                      <a:pt x="84" y="12"/>
                    </a:cubicBezTo>
                    <a:close/>
                    <a:moveTo>
                      <a:pt x="90" y="1"/>
                    </a:moveTo>
                    <a:cubicBezTo>
                      <a:pt x="90" y="0"/>
                      <a:pt x="90" y="0"/>
                      <a:pt x="90" y="0"/>
                    </a:cubicBezTo>
                    <a:cubicBezTo>
                      <a:pt x="98" y="1"/>
                      <a:pt x="98" y="1"/>
                      <a:pt x="98" y="1"/>
                    </a:cubicBezTo>
                    <a:cubicBezTo>
                      <a:pt x="98" y="1"/>
                      <a:pt x="98" y="1"/>
                      <a:pt x="98" y="1"/>
                    </a:cubicBezTo>
                    <a:cubicBezTo>
                      <a:pt x="96" y="1"/>
                      <a:pt x="96" y="1"/>
                      <a:pt x="96" y="1"/>
                    </a:cubicBezTo>
                    <a:cubicBezTo>
                      <a:pt x="95" y="1"/>
                      <a:pt x="95" y="1"/>
                      <a:pt x="95" y="1"/>
                    </a:cubicBezTo>
                    <a:cubicBezTo>
                      <a:pt x="95" y="1"/>
                      <a:pt x="95" y="1"/>
                      <a:pt x="95" y="2"/>
                    </a:cubicBezTo>
                    <a:cubicBezTo>
                      <a:pt x="94" y="15"/>
                      <a:pt x="94" y="15"/>
                      <a:pt x="94" y="15"/>
                    </a:cubicBezTo>
                    <a:cubicBezTo>
                      <a:pt x="94" y="15"/>
                      <a:pt x="94" y="15"/>
                      <a:pt x="94" y="15"/>
                    </a:cubicBezTo>
                    <a:cubicBezTo>
                      <a:pt x="94" y="15"/>
                      <a:pt x="94" y="15"/>
                      <a:pt x="95" y="15"/>
                    </a:cubicBezTo>
                    <a:cubicBezTo>
                      <a:pt x="97" y="16"/>
                      <a:pt x="97" y="16"/>
                      <a:pt x="97" y="16"/>
                    </a:cubicBezTo>
                    <a:cubicBezTo>
                      <a:pt x="97" y="16"/>
                      <a:pt x="97" y="16"/>
                      <a:pt x="97" y="16"/>
                    </a:cubicBezTo>
                    <a:cubicBezTo>
                      <a:pt x="89" y="16"/>
                      <a:pt x="89" y="16"/>
                      <a:pt x="89" y="16"/>
                    </a:cubicBezTo>
                    <a:cubicBezTo>
                      <a:pt x="89" y="15"/>
                      <a:pt x="89" y="15"/>
                      <a:pt x="89" y="15"/>
                    </a:cubicBezTo>
                    <a:cubicBezTo>
                      <a:pt x="91" y="15"/>
                      <a:pt x="91" y="15"/>
                      <a:pt x="91" y="15"/>
                    </a:cubicBezTo>
                    <a:cubicBezTo>
                      <a:pt x="92" y="15"/>
                      <a:pt x="92" y="15"/>
                      <a:pt x="92" y="15"/>
                    </a:cubicBezTo>
                    <a:cubicBezTo>
                      <a:pt x="92" y="15"/>
                      <a:pt x="92" y="15"/>
                      <a:pt x="92" y="15"/>
                    </a:cubicBezTo>
                    <a:cubicBezTo>
                      <a:pt x="93" y="2"/>
                      <a:pt x="93" y="2"/>
                      <a:pt x="93" y="2"/>
                    </a:cubicBezTo>
                    <a:cubicBezTo>
                      <a:pt x="93" y="1"/>
                      <a:pt x="93" y="1"/>
                      <a:pt x="93" y="1"/>
                    </a:cubicBezTo>
                    <a:cubicBezTo>
                      <a:pt x="93" y="1"/>
                      <a:pt x="93" y="1"/>
                      <a:pt x="92" y="1"/>
                    </a:cubicBezTo>
                    <a:cubicBezTo>
                      <a:pt x="90" y="1"/>
                      <a:pt x="90" y="1"/>
                      <a:pt x="90" y="1"/>
                    </a:cubicBezTo>
                    <a:close/>
                    <a:moveTo>
                      <a:pt x="109" y="3"/>
                    </a:moveTo>
                    <a:cubicBezTo>
                      <a:pt x="109" y="2"/>
                      <a:pt x="109" y="2"/>
                      <a:pt x="109" y="2"/>
                    </a:cubicBezTo>
                    <a:cubicBezTo>
                      <a:pt x="113" y="3"/>
                      <a:pt x="113" y="3"/>
                      <a:pt x="113" y="3"/>
                    </a:cubicBezTo>
                    <a:cubicBezTo>
                      <a:pt x="113" y="3"/>
                      <a:pt x="113" y="3"/>
                      <a:pt x="113" y="3"/>
                    </a:cubicBezTo>
                    <a:cubicBezTo>
                      <a:pt x="112" y="3"/>
                      <a:pt x="112" y="3"/>
                      <a:pt x="112" y="3"/>
                    </a:cubicBezTo>
                    <a:cubicBezTo>
                      <a:pt x="112" y="3"/>
                      <a:pt x="112" y="3"/>
                      <a:pt x="111" y="4"/>
                    </a:cubicBezTo>
                    <a:cubicBezTo>
                      <a:pt x="111" y="4"/>
                      <a:pt x="111" y="4"/>
                      <a:pt x="111" y="4"/>
                    </a:cubicBezTo>
                    <a:cubicBezTo>
                      <a:pt x="105" y="17"/>
                      <a:pt x="105" y="17"/>
                      <a:pt x="105" y="17"/>
                    </a:cubicBezTo>
                    <a:cubicBezTo>
                      <a:pt x="104" y="17"/>
                      <a:pt x="104" y="17"/>
                      <a:pt x="104" y="17"/>
                    </a:cubicBezTo>
                    <a:cubicBezTo>
                      <a:pt x="103" y="3"/>
                      <a:pt x="103" y="3"/>
                      <a:pt x="103" y="3"/>
                    </a:cubicBezTo>
                    <a:cubicBezTo>
                      <a:pt x="103" y="3"/>
                      <a:pt x="103" y="2"/>
                      <a:pt x="103" y="2"/>
                    </a:cubicBezTo>
                    <a:cubicBezTo>
                      <a:pt x="103" y="2"/>
                      <a:pt x="103" y="2"/>
                      <a:pt x="102" y="2"/>
                    </a:cubicBezTo>
                    <a:cubicBezTo>
                      <a:pt x="102" y="2"/>
                      <a:pt x="102" y="2"/>
                      <a:pt x="102" y="2"/>
                    </a:cubicBezTo>
                    <a:cubicBezTo>
                      <a:pt x="102" y="1"/>
                      <a:pt x="102" y="1"/>
                      <a:pt x="102" y="1"/>
                    </a:cubicBezTo>
                    <a:cubicBezTo>
                      <a:pt x="106" y="2"/>
                      <a:pt x="106" y="2"/>
                      <a:pt x="106" y="2"/>
                    </a:cubicBezTo>
                    <a:cubicBezTo>
                      <a:pt x="106" y="2"/>
                      <a:pt x="106" y="2"/>
                      <a:pt x="106" y="2"/>
                    </a:cubicBezTo>
                    <a:cubicBezTo>
                      <a:pt x="105" y="2"/>
                      <a:pt x="105" y="2"/>
                      <a:pt x="105" y="2"/>
                    </a:cubicBezTo>
                    <a:cubicBezTo>
                      <a:pt x="105" y="2"/>
                      <a:pt x="105" y="2"/>
                      <a:pt x="105" y="2"/>
                    </a:cubicBezTo>
                    <a:cubicBezTo>
                      <a:pt x="105" y="3"/>
                      <a:pt x="105" y="3"/>
                      <a:pt x="105" y="3"/>
                    </a:cubicBezTo>
                    <a:cubicBezTo>
                      <a:pt x="105" y="14"/>
                      <a:pt x="105" y="14"/>
                      <a:pt x="105" y="14"/>
                    </a:cubicBezTo>
                    <a:cubicBezTo>
                      <a:pt x="106" y="14"/>
                      <a:pt x="106" y="14"/>
                      <a:pt x="106" y="14"/>
                    </a:cubicBezTo>
                    <a:cubicBezTo>
                      <a:pt x="110" y="4"/>
                      <a:pt x="110" y="4"/>
                      <a:pt x="110" y="4"/>
                    </a:cubicBezTo>
                    <a:cubicBezTo>
                      <a:pt x="110" y="4"/>
                      <a:pt x="110" y="4"/>
                      <a:pt x="110" y="3"/>
                    </a:cubicBezTo>
                    <a:cubicBezTo>
                      <a:pt x="110" y="3"/>
                      <a:pt x="110" y="3"/>
                      <a:pt x="110" y="3"/>
                    </a:cubicBezTo>
                    <a:cubicBezTo>
                      <a:pt x="109" y="3"/>
                      <a:pt x="109" y="3"/>
                      <a:pt x="109" y="3"/>
                    </a:cubicBezTo>
                    <a:close/>
                    <a:moveTo>
                      <a:pt x="116" y="5"/>
                    </a:moveTo>
                    <a:cubicBezTo>
                      <a:pt x="116" y="5"/>
                      <a:pt x="116" y="5"/>
                      <a:pt x="116" y="5"/>
                    </a:cubicBezTo>
                    <a:cubicBezTo>
                      <a:pt x="117" y="5"/>
                      <a:pt x="117" y="5"/>
                      <a:pt x="117" y="5"/>
                    </a:cubicBezTo>
                    <a:cubicBezTo>
                      <a:pt x="117" y="5"/>
                      <a:pt x="117" y="6"/>
                      <a:pt x="117" y="6"/>
                    </a:cubicBezTo>
                    <a:cubicBezTo>
                      <a:pt x="113" y="18"/>
                      <a:pt x="113" y="18"/>
                      <a:pt x="113" y="18"/>
                    </a:cubicBezTo>
                    <a:cubicBezTo>
                      <a:pt x="113" y="18"/>
                      <a:pt x="113" y="19"/>
                      <a:pt x="113" y="19"/>
                    </a:cubicBezTo>
                    <a:cubicBezTo>
                      <a:pt x="112" y="19"/>
                      <a:pt x="112" y="19"/>
                      <a:pt x="112" y="19"/>
                    </a:cubicBezTo>
                    <a:cubicBezTo>
                      <a:pt x="111" y="18"/>
                      <a:pt x="111" y="18"/>
                      <a:pt x="111" y="18"/>
                    </a:cubicBezTo>
                    <a:cubicBezTo>
                      <a:pt x="111" y="19"/>
                      <a:pt x="111" y="19"/>
                      <a:pt x="111" y="19"/>
                    </a:cubicBezTo>
                    <a:cubicBezTo>
                      <a:pt x="120" y="22"/>
                      <a:pt x="120" y="22"/>
                      <a:pt x="120" y="22"/>
                    </a:cubicBezTo>
                    <a:cubicBezTo>
                      <a:pt x="122" y="19"/>
                      <a:pt x="122" y="19"/>
                      <a:pt x="122" y="19"/>
                    </a:cubicBezTo>
                    <a:cubicBezTo>
                      <a:pt x="122" y="18"/>
                      <a:pt x="122" y="18"/>
                      <a:pt x="122" y="18"/>
                    </a:cubicBezTo>
                    <a:cubicBezTo>
                      <a:pt x="121" y="19"/>
                      <a:pt x="120" y="20"/>
                      <a:pt x="120" y="20"/>
                    </a:cubicBezTo>
                    <a:cubicBezTo>
                      <a:pt x="119" y="21"/>
                      <a:pt x="118" y="21"/>
                      <a:pt x="117" y="20"/>
                    </a:cubicBezTo>
                    <a:cubicBezTo>
                      <a:pt x="115" y="20"/>
                      <a:pt x="115" y="20"/>
                      <a:pt x="115" y="20"/>
                    </a:cubicBezTo>
                    <a:cubicBezTo>
                      <a:pt x="115" y="20"/>
                      <a:pt x="114" y="19"/>
                      <a:pt x="114" y="19"/>
                    </a:cubicBezTo>
                    <a:cubicBezTo>
                      <a:pt x="114" y="19"/>
                      <a:pt x="114" y="19"/>
                      <a:pt x="114" y="19"/>
                    </a:cubicBezTo>
                    <a:cubicBezTo>
                      <a:pt x="116" y="12"/>
                      <a:pt x="116" y="12"/>
                      <a:pt x="116" y="12"/>
                    </a:cubicBezTo>
                    <a:cubicBezTo>
                      <a:pt x="119" y="13"/>
                      <a:pt x="119" y="13"/>
                      <a:pt x="119" y="13"/>
                    </a:cubicBezTo>
                    <a:cubicBezTo>
                      <a:pt x="120" y="13"/>
                      <a:pt x="120" y="13"/>
                      <a:pt x="120" y="14"/>
                    </a:cubicBezTo>
                    <a:cubicBezTo>
                      <a:pt x="120" y="14"/>
                      <a:pt x="120" y="15"/>
                      <a:pt x="120" y="15"/>
                    </a:cubicBezTo>
                    <a:cubicBezTo>
                      <a:pt x="120" y="16"/>
                      <a:pt x="120" y="16"/>
                      <a:pt x="120" y="16"/>
                    </a:cubicBezTo>
                    <a:cubicBezTo>
                      <a:pt x="120" y="16"/>
                      <a:pt x="120" y="16"/>
                      <a:pt x="120" y="16"/>
                    </a:cubicBezTo>
                    <a:cubicBezTo>
                      <a:pt x="122" y="11"/>
                      <a:pt x="122" y="11"/>
                      <a:pt x="122" y="11"/>
                    </a:cubicBezTo>
                    <a:cubicBezTo>
                      <a:pt x="122" y="11"/>
                      <a:pt x="122" y="11"/>
                      <a:pt x="122" y="11"/>
                    </a:cubicBezTo>
                    <a:cubicBezTo>
                      <a:pt x="121" y="11"/>
                      <a:pt x="121" y="11"/>
                      <a:pt x="121" y="11"/>
                    </a:cubicBezTo>
                    <a:cubicBezTo>
                      <a:pt x="121" y="12"/>
                      <a:pt x="121" y="12"/>
                      <a:pt x="121" y="12"/>
                    </a:cubicBezTo>
                    <a:cubicBezTo>
                      <a:pt x="120" y="13"/>
                      <a:pt x="120" y="13"/>
                      <a:pt x="119" y="12"/>
                    </a:cubicBezTo>
                    <a:cubicBezTo>
                      <a:pt x="117" y="12"/>
                      <a:pt x="117" y="12"/>
                      <a:pt x="117" y="12"/>
                    </a:cubicBezTo>
                    <a:cubicBezTo>
                      <a:pt x="118" y="6"/>
                      <a:pt x="118" y="6"/>
                      <a:pt x="118" y="6"/>
                    </a:cubicBezTo>
                    <a:cubicBezTo>
                      <a:pt x="118" y="6"/>
                      <a:pt x="119" y="6"/>
                      <a:pt x="119" y="6"/>
                    </a:cubicBezTo>
                    <a:cubicBezTo>
                      <a:pt x="119" y="6"/>
                      <a:pt x="119" y="6"/>
                      <a:pt x="119" y="6"/>
                    </a:cubicBezTo>
                    <a:cubicBezTo>
                      <a:pt x="122" y="7"/>
                      <a:pt x="122" y="7"/>
                      <a:pt x="122" y="7"/>
                    </a:cubicBezTo>
                    <a:cubicBezTo>
                      <a:pt x="122" y="7"/>
                      <a:pt x="123" y="7"/>
                      <a:pt x="123" y="8"/>
                    </a:cubicBezTo>
                    <a:cubicBezTo>
                      <a:pt x="124" y="8"/>
                      <a:pt x="124" y="9"/>
                      <a:pt x="124" y="10"/>
                    </a:cubicBezTo>
                    <a:cubicBezTo>
                      <a:pt x="125" y="10"/>
                      <a:pt x="125" y="10"/>
                      <a:pt x="125" y="10"/>
                    </a:cubicBezTo>
                    <a:cubicBezTo>
                      <a:pt x="125" y="7"/>
                      <a:pt x="125" y="7"/>
                      <a:pt x="125" y="7"/>
                    </a:cubicBezTo>
                    <a:cubicBezTo>
                      <a:pt x="116" y="4"/>
                      <a:pt x="116" y="4"/>
                      <a:pt x="116" y="4"/>
                    </a:cubicBezTo>
                    <a:cubicBezTo>
                      <a:pt x="116" y="5"/>
                      <a:pt x="116" y="5"/>
                      <a:pt x="116" y="5"/>
                    </a:cubicBezTo>
                    <a:close/>
                    <a:moveTo>
                      <a:pt x="136" y="17"/>
                    </a:moveTo>
                    <a:cubicBezTo>
                      <a:pt x="136" y="18"/>
                      <a:pt x="135" y="19"/>
                      <a:pt x="134" y="19"/>
                    </a:cubicBezTo>
                    <a:cubicBezTo>
                      <a:pt x="133" y="19"/>
                      <a:pt x="133" y="19"/>
                      <a:pt x="132" y="19"/>
                    </a:cubicBezTo>
                    <a:cubicBezTo>
                      <a:pt x="131" y="26"/>
                      <a:pt x="131" y="26"/>
                      <a:pt x="131" y="26"/>
                    </a:cubicBezTo>
                    <a:cubicBezTo>
                      <a:pt x="131" y="26"/>
                      <a:pt x="131" y="27"/>
                      <a:pt x="131" y="27"/>
                    </a:cubicBezTo>
                    <a:cubicBezTo>
                      <a:pt x="131" y="27"/>
                      <a:pt x="131" y="27"/>
                      <a:pt x="132" y="27"/>
                    </a:cubicBezTo>
                    <a:cubicBezTo>
                      <a:pt x="132" y="27"/>
                      <a:pt x="132" y="27"/>
                      <a:pt x="132" y="27"/>
                    </a:cubicBezTo>
                    <a:cubicBezTo>
                      <a:pt x="132" y="28"/>
                      <a:pt x="132" y="28"/>
                      <a:pt x="132" y="28"/>
                    </a:cubicBezTo>
                    <a:cubicBezTo>
                      <a:pt x="130" y="27"/>
                      <a:pt x="130" y="27"/>
                      <a:pt x="130" y="27"/>
                    </a:cubicBezTo>
                    <a:cubicBezTo>
                      <a:pt x="130" y="18"/>
                      <a:pt x="130" y="18"/>
                      <a:pt x="130" y="18"/>
                    </a:cubicBezTo>
                    <a:cubicBezTo>
                      <a:pt x="129" y="17"/>
                      <a:pt x="129" y="17"/>
                      <a:pt x="129" y="17"/>
                    </a:cubicBezTo>
                    <a:cubicBezTo>
                      <a:pt x="126" y="23"/>
                      <a:pt x="126" y="23"/>
                      <a:pt x="126" y="23"/>
                    </a:cubicBezTo>
                    <a:cubicBezTo>
                      <a:pt x="125" y="24"/>
                      <a:pt x="125" y="24"/>
                      <a:pt x="126" y="24"/>
                    </a:cubicBezTo>
                    <a:cubicBezTo>
                      <a:pt x="126" y="24"/>
                      <a:pt x="126" y="24"/>
                      <a:pt x="126" y="24"/>
                    </a:cubicBezTo>
                    <a:cubicBezTo>
                      <a:pt x="126" y="25"/>
                      <a:pt x="126" y="25"/>
                      <a:pt x="126" y="25"/>
                    </a:cubicBezTo>
                    <a:cubicBezTo>
                      <a:pt x="126" y="25"/>
                      <a:pt x="126" y="25"/>
                      <a:pt x="126" y="25"/>
                    </a:cubicBezTo>
                    <a:cubicBezTo>
                      <a:pt x="122" y="23"/>
                      <a:pt x="122" y="23"/>
                      <a:pt x="122" y="23"/>
                    </a:cubicBezTo>
                    <a:cubicBezTo>
                      <a:pt x="123" y="23"/>
                      <a:pt x="123" y="23"/>
                      <a:pt x="123" y="23"/>
                    </a:cubicBezTo>
                    <a:cubicBezTo>
                      <a:pt x="123" y="23"/>
                      <a:pt x="123" y="23"/>
                      <a:pt x="123" y="23"/>
                    </a:cubicBezTo>
                    <a:cubicBezTo>
                      <a:pt x="123" y="23"/>
                      <a:pt x="124" y="23"/>
                      <a:pt x="124" y="23"/>
                    </a:cubicBezTo>
                    <a:cubicBezTo>
                      <a:pt x="124" y="23"/>
                      <a:pt x="124" y="23"/>
                      <a:pt x="124" y="23"/>
                    </a:cubicBezTo>
                    <a:cubicBezTo>
                      <a:pt x="130" y="11"/>
                      <a:pt x="130" y="11"/>
                      <a:pt x="130" y="11"/>
                    </a:cubicBezTo>
                    <a:cubicBezTo>
                      <a:pt x="130" y="11"/>
                      <a:pt x="130" y="11"/>
                      <a:pt x="130" y="10"/>
                    </a:cubicBezTo>
                    <a:cubicBezTo>
                      <a:pt x="130" y="10"/>
                      <a:pt x="130" y="10"/>
                      <a:pt x="130" y="10"/>
                    </a:cubicBezTo>
                    <a:cubicBezTo>
                      <a:pt x="129" y="10"/>
                      <a:pt x="129" y="10"/>
                      <a:pt x="129" y="10"/>
                    </a:cubicBezTo>
                    <a:cubicBezTo>
                      <a:pt x="130" y="9"/>
                      <a:pt x="130" y="9"/>
                      <a:pt x="130" y="9"/>
                    </a:cubicBezTo>
                    <a:cubicBezTo>
                      <a:pt x="134" y="12"/>
                      <a:pt x="134" y="12"/>
                      <a:pt x="134" y="12"/>
                    </a:cubicBezTo>
                    <a:cubicBezTo>
                      <a:pt x="135" y="12"/>
                      <a:pt x="136" y="13"/>
                      <a:pt x="137" y="14"/>
                    </a:cubicBezTo>
                    <a:cubicBezTo>
                      <a:pt x="137" y="15"/>
                      <a:pt x="137" y="16"/>
                      <a:pt x="136" y="17"/>
                    </a:cubicBezTo>
                    <a:close/>
                    <a:moveTo>
                      <a:pt x="129" y="17"/>
                    </a:moveTo>
                    <a:cubicBezTo>
                      <a:pt x="131" y="18"/>
                      <a:pt x="131" y="18"/>
                      <a:pt x="131" y="18"/>
                    </a:cubicBezTo>
                    <a:cubicBezTo>
                      <a:pt x="131" y="18"/>
                      <a:pt x="132" y="18"/>
                      <a:pt x="133" y="18"/>
                    </a:cubicBezTo>
                    <a:cubicBezTo>
                      <a:pt x="134" y="18"/>
                      <a:pt x="134" y="17"/>
                      <a:pt x="135" y="16"/>
                    </a:cubicBezTo>
                    <a:cubicBezTo>
                      <a:pt x="135" y="15"/>
                      <a:pt x="136" y="15"/>
                      <a:pt x="135" y="14"/>
                    </a:cubicBezTo>
                    <a:cubicBezTo>
                      <a:pt x="135" y="13"/>
                      <a:pt x="135" y="12"/>
                      <a:pt x="133" y="12"/>
                    </a:cubicBezTo>
                    <a:cubicBezTo>
                      <a:pt x="133" y="11"/>
                      <a:pt x="133" y="11"/>
                      <a:pt x="133" y="11"/>
                    </a:cubicBezTo>
                    <a:cubicBezTo>
                      <a:pt x="132" y="11"/>
                      <a:pt x="132" y="11"/>
                      <a:pt x="132" y="11"/>
                    </a:cubicBezTo>
                    <a:cubicBezTo>
                      <a:pt x="132" y="11"/>
                      <a:pt x="132" y="11"/>
                      <a:pt x="132" y="12"/>
                    </a:cubicBezTo>
                    <a:cubicBezTo>
                      <a:pt x="129" y="17"/>
                      <a:pt x="129" y="17"/>
                      <a:pt x="129" y="17"/>
                    </a:cubicBezTo>
                    <a:close/>
                    <a:moveTo>
                      <a:pt x="141" y="25"/>
                    </a:moveTo>
                    <a:cubicBezTo>
                      <a:pt x="142" y="27"/>
                      <a:pt x="142" y="28"/>
                      <a:pt x="142" y="28"/>
                    </a:cubicBezTo>
                    <a:cubicBezTo>
                      <a:pt x="142" y="29"/>
                      <a:pt x="142" y="30"/>
                      <a:pt x="142" y="30"/>
                    </a:cubicBezTo>
                    <a:cubicBezTo>
                      <a:pt x="141" y="31"/>
                      <a:pt x="141" y="32"/>
                      <a:pt x="140" y="32"/>
                    </a:cubicBezTo>
                    <a:cubicBezTo>
                      <a:pt x="139" y="32"/>
                      <a:pt x="138" y="32"/>
                      <a:pt x="137" y="32"/>
                    </a:cubicBezTo>
                    <a:cubicBezTo>
                      <a:pt x="137" y="31"/>
                      <a:pt x="136" y="30"/>
                      <a:pt x="136" y="29"/>
                    </a:cubicBezTo>
                    <a:cubicBezTo>
                      <a:pt x="135" y="28"/>
                      <a:pt x="136" y="27"/>
                      <a:pt x="136" y="26"/>
                    </a:cubicBezTo>
                    <a:cubicBezTo>
                      <a:pt x="136" y="26"/>
                      <a:pt x="136" y="26"/>
                      <a:pt x="136" y="26"/>
                    </a:cubicBezTo>
                    <a:cubicBezTo>
                      <a:pt x="134" y="30"/>
                      <a:pt x="134" y="30"/>
                      <a:pt x="134" y="30"/>
                    </a:cubicBezTo>
                    <a:cubicBezTo>
                      <a:pt x="134" y="30"/>
                      <a:pt x="134" y="30"/>
                      <a:pt x="134" y="30"/>
                    </a:cubicBezTo>
                    <a:cubicBezTo>
                      <a:pt x="135" y="30"/>
                      <a:pt x="135" y="30"/>
                      <a:pt x="135" y="30"/>
                    </a:cubicBezTo>
                    <a:cubicBezTo>
                      <a:pt x="135" y="30"/>
                      <a:pt x="135" y="30"/>
                      <a:pt x="136" y="31"/>
                    </a:cubicBezTo>
                    <a:cubicBezTo>
                      <a:pt x="136" y="31"/>
                      <a:pt x="136" y="32"/>
                      <a:pt x="137" y="32"/>
                    </a:cubicBezTo>
                    <a:cubicBezTo>
                      <a:pt x="138" y="33"/>
                      <a:pt x="139" y="33"/>
                      <a:pt x="140" y="33"/>
                    </a:cubicBezTo>
                    <a:cubicBezTo>
                      <a:pt x="142" y="33"/>
                      <a:pt x="142" y="32"/>
                      <a:pt x="143" y="31"/>
                    </a:cubicBezTo>
                    <a:cubicBezTo>
                      <a:pt x="144" y="30"/>
                      <a:pt x="144" y="29"/>
                      <a:pt x="144" y="28"/>
                    </a:cubicBezTo>
                    <a:cubicBezTo>
                      <a:pt x="144" y="27"/>
                      <a:pt x="143" y="26"/>
                      <a:pt x="142" y="25"/>
                    </a:cubicBezTo>
                    <a:cubicBezTo>
                      <a:pt x="141" y="23"/>
                      <a:pt x="141" y="22"/>
                      <a:pt x="141" y="22"/>
                    </a:cubicBezTo>
                    <a:cubicBezTo>
                      <a:pt x="141" y="21"/>
                      <a:pt x="141" y="20"/>
                      <a:pt x="141" y="20"/>
                    </a:cubicBezTo>
                    <a:cubicBezTo>
                      <a:pt x="142" y="19"/>
                      <a:pt x="142" y="19"/>
                      <a:pt x="143" y="19"/>
                    </a:cubicBezTo>
                    <a:cubicBezTo>
                      <a:pt x="144" y="18"/>
                      <a:pt x="144" y="18"/>
                      <a:pt x="145" y="19"/>
                    </a:cubicBezTo>
                    <a:cubicBezTo>
                      <a:pt x="146" y="20"/>
                      <a:pt x="147" y="20"/>
                      <a:pt x="147" y="21"/>
                    </a:cubicBezTo>
                    <a:cubicBezTo>
                      <a:pt x="147" y="22"/>
                      <a:pt x="147" y="23"/>
                      <a:pt x="147" y="24"/>
                    </a:cubicBezTo>
                    <a:cubicBezTo>
                      <a:pt x="147" y="24"/>
                      <a:pt x="147" y="24"/>
                      <a:pt x="147" y="24"/>
                    </a:cubicBezTo>
                    <a:cubicBezTo>
                      <a:pt x="149" y="21"/>
                      <a:pt x="149" y="21"/>
                      <a:pt x="149" y="21"/>
                    </a:cubicBezTo>
                    <a:cubicBezTo>
                      <a:pt x="149" y="21"/>
                      <a:pt x="149" y="21"/>
                      <a:pt x="148" y="21"/>
                    </a:cubicBezTo>
                    <a:cubicBezTo>
                      <a:pt x="148" y="21"/>
                      <a:pt x="148" y="21"/>
                      <a:pt x="148" y="21"/>
                    </a:cubicBezTo>
                    <a:cubicBezTo>
                      <a:pt x="148" y="21"/>
                      <a:pt x="147" y="20"/>
                      <a:pt x="147" y="20"/>
                    </a:cubicBezTo>
                    <a:cubicBezTo>
                      <a:pt x="147" y="19"/>
                      <a:pt x="146" y="19"/>
                      <a:pt x="146" y="19"/>
                    </a:cubicBezTo>
                    <a:cubicBezTo>
                      <a:pt x="145" y="18"/>
                      <a:pt x="144" y="18"/>
                      <a:pt x="143" y="18"/>
                    </a:cubicBezTo>
                    <a:cubicBezTo>
                      <a:pt x="141" y="18"/>
                      <a:pt x="141" y="19"/>
                      <a:pt x="140" y="19"/>
                    </a:cubicBezTo>
                    <a:cubicBezTo>
                      <a:pt x="139" y="20"/>
                      <a:pt x="139" y="21"/>
                      <a:pt x="139" y="22"/>
                    </a:cubicBezTo>
                    <a:cubicBezTo>
                      <a:pt x="140" y="23"/>
                      <a:pt x="140" y="24"/>
                      <a:pt x="141" y="25"/>
                    </a:cubicBezTo>
                    <a:close/>
                    <a:moveTo>
                      <a:pt x="154" y="26"/>
                    </a:moveTo>
                    <a:cubicBezTo>
                      <a:pt x="154" y="26"/>
                      <a:pt x="154" y="26"/>
                      <a:pt x="154" y="26"/>
                    </a:cubicBezTo>
                    <a:cubicBezTo>
                      <a:pt x="159" y="31"/>
                      <a:pt x="159" y="31"/>
                      <a:pt x="159" y="31"/>
                    </a:cubicBezTo>
                    <a:cubicBezTo>
                      <a:pt x="159" y="31"/>
                      <a:pt x="159" y="31"/>
                      <a:pt x="159" y="31"/>
                    </a:cubicBezTo>
                    <a:cubicBezTo>
                      <a:pt x="158" y="30"/>
                      <a:pt x="158" y="30"/>
                      <a:pt x="158" y="30"/>
                    </a:cubicBezTo>
                    <a:cubicBezTo>
                      <a:pt x="157" y="29"/>
                      <a:pt x="157" y="29"/>
                      <a:pt x="157" y="29"/>
                    </a:cubicBezTo>
                    <a:cubicBezTo>
                      <a:pt x="157" y="29"/>
                      <a:pt x="157" y="29"/>
                      <a:pt x="156" y="30"/>
                    </a:cubicBezTo>
                    <a:cubicBezTo>
                      <a:pt x="147" y="39"/>
                      <a:pt x="147" y="39"/>
                      <a:pt x="147" y="39"/>
                    </a:cubicBezTo>
                    <a:cubicBezTo>
                      <a:pt x="147" y="39"/>
                      <a:pt x="147" y="39"/>
                      <a:pt x="147" y="40"/>
                    </a:cubicBezTo>
                    <a:cubicBezTo>
                      <a:pt x="147" y="40"/>
                      <a:pt x="147" y="40"/>
                      <a:pt x="148" y="40"/>
                    </a:cubicBezTo>
                    <a:cubicBezTo>
                      <a:pt x="149" y="42"/>
                      <a:pt x="149" y="42"/>
                      <a:pt x="149" y="42"/>
                    </a:cubicBezTo>
                    <a:cubicBezTo>
                      <a:pt x="149" y="42"/>
                      <a:pt x="149" y="42"/>
                      <a:pt x="149" y="42"/>
                    </a:cubicBezTo>
                    <a:cubicBezTo>
                      <a:pt x="143" y="37"/>
                      <a:pt x="143" y="37"/>
                      <a:pt x="143" y="37"/>
                    </a:cubicBezTo>
                    <a:cubicBezTo>
                      <a:pt x="144" y="37"/>
                      <a:pt x="144" y="37"/>
                      <a:pt x="144" y="37"/>
                    </a:cubicBezTo>
                    <a:cubicBezTo>
                      <a:pt x="145" y="38"/>
                      <a:pt x="145" y="38"/>
                      <a:pt x="145" y="38"/>
                    </a:cubicBezTo>
                    <a:cubicBezTo>
                      <a:pt x="146" y="38"/>
                      <a:pt x="146" y="38"/>
                      <a:pt x="146" y="38"/>
                    </a:cubicBezTo>
                    <a:cubicBezTo>
                      <a:pt x="146" y="38"/>
                      <a:pt x="146" y="38"/>
                      <a:pt x="146" y="38"/>
                    </a:cubicBezTo>
                    <a:cubicBezTo>
                      <a:pt x="155" y="29"/>
                      <a:pt x="155" y="29"/>
                      <a:pt x="155" y="29"/>
                    </a:cubicBezTo>
                    <a:cubicBezTo>
                      <a:pt x="155" y="28"/>
                      <a:pt x="156" y="28"/>
                      <a:pt x="156" y="28"/>
                    </a:cubicBezTo>
                    <a:cubicBezTo>
                      <a:pt x="156" y="28"/>
                      <a:pt x="155" y="28"/>
                      <a:pt x="155" y="27"/>
                    </a:cubicBezTo>
                    <a:cubicBezTo>
                      <a:pt x="154" y="26"/>
                      <a:pt x="154" y="26"/>
                      <a:pt x="154" y="26"/>
                    </a:cubicBezTo>
                    <a:close/>
                    <a:moveTo>
                      <a:pt x="155" y="50"/>
                    </a:moveTo>
                    <a:cubicBezTo>
                      <a:pt x="156" y="50"/>
                      <a:pt x="156" y="50"/>
                      <a:pt x="156" y="50"/>
                    </a:cubicBezTo>
                    <a:cubicBezTo>
                      <a:pt x="155" y="49"/>
                      <a:pt x="155" y="49"/>
                      <a:pt x="155" y="49"/>
                    </a:cubicBezTo>
                    <a:cubicBezTo>
                      <a:pt x="155" y="49"/>
                      <a:pt x="155" y="49"/>
                      <a:pt x="155" y="49"/>
                    </a:cubicBezTo>
                    <a:cubicBezTo>
                      <a:pt x="155" y="49"/>
                      <a:pt x="155" y="48"/>
                      <a:pt x="155" y="48"/>
                    </a:cubicBezTo>
                    <a:cubicBezTo>
                      <a:pt x="165" y="40"/>
                      <a:pt x="165" y="40"/>
                      <a:pt x="165" y="40"/>
                    </a:cubicBezTo>
                    <a:cubicBezTo>
                      <a:pt x="166" y="40"/>
                      <a:pt x="166" y="40"/>
                      <a:pt x="166" y="40"/>
                    </a:cubicBezTo>
                    <a:cubicBezTo>
                      <a:pt x="166" y="40"/>
                      <a:pt x="166" y="40"/>
                      <a:pt x="167" y="40"/>
                    </a:cubicBezTo>
                    <a:cubicBezTo>
                      <a:pt x="167" y="41"/>
                      <a:pt x="167" y="42"/>
                      <a:pt x="167" y="42"/>
                    </a:cubicBezTo>
                    <a:cubicBezTo>
                      <a:pt x="167" y="43"/>
                      <a:pt x="167" y="43"/>
                      <a:pt x="166" y="45"/>
                    </a:cubicBezTo>
                    <a:cubicBezTo>
                      <a:pt x="166" y="45"/>
                      <a:pt x="166" y="45"/>
                      <a:pt x="166" y="45"/>
                    </a:cubicBezTo>
                    <a:cubicBezTo>
                      <a:pt x="169" y="42"/>
                      <a:pt x="169" y="42"/>
                      <a:pt x="169" y="42"/>
                    </a:cubicBezTo>
                    <a:cubicBezTo>
                      <a:pt x="163" y="35"/>
                      <a:pt x="163" y="35"/>
                      <a:pt x="163" y="35"/>
                    </a:cubicBezTo>
                    <a:cubicBezTo>
                      <a:pt x="160" y="37"/>
                      <a:pt x="160" y="37"/>
                      <a:pt x="160" y="37"/>
                    </a:cubicBezTo>
                    <a:cubicBezTo>
                      <a:pt x="160" y="37"/>
                      <a:pt x="160" y="37"/>
                      <a:pt x="160" y="37"/>
                    </a:cubicBezTo>
                    <a:cubicBezTo>
                      <a:pt x="162" y="37"/>
                      <a:pt x="163" y="37"/>
                      <a:pt x="163" y="37"/>
                    </a:cubicBezTo>
                    <a:cubicBezTo>
                      <a:pt x="163" y="37"/>
                      <a:pt x="164" y="37"/>
                      <a:pt x="164" y="38"/>
                    </a:cubicBezTo>
                    <a:cubicBezTo>
                      <a:pt x="165" y="38"/>
                      <a:pt x="165" y="38"/>
                      <a:pt x="165" y="38"/>
                    </a:cubicBezTo>
                    <a:cubicBezTo>
                      <a:pt x="165" y="39"/>
                      <a:pt x="165" y="39"/>
                      <a:pt x="164" y="39"/>
                    </a:cubicBezTo>
                    <a:cubicBezTo>
                      <a:pt x="154" y="47"/>
                      <a:pt x="154" y="47"/>
                      <a:pt x="154" y="47"/>
                    </a:cubicBezTo>
                    <a:cubicBezTo>
                      <a:pt x="154" y="47"/>
                      <a:pt x="154" y="47"/>
                      <a:pt x="154" y="47"/>
                    </a:cubicBezTo>
                    <a:cubicBezTo>
                      <a:pt x="154" y="47"/>
                      <a:pt x="153" y="47"/>
                      <a:pt x="153" y="47"/>
                    </a:cubicBezTo>
                    <a:cubicBezTo>
                      <a:pt x="153" y="46"/>
                      <a:pt x="153" y="46"/>
                      <a:pt x="153" y="46"/>
                    </a:cubicBezTo>
                    <a:cubicBezTo>
                      <a:pt x="152" y="47"/>
                      <a:pt x="152" y="47"/>
                      <a:pt x="152" y="47"/>
                    </a:cubicBezTo>
                    <a:cubicBezTo>
                      <a:pt x="155" y="50"/>
                      <a:pt x="155" y="50"/>
                      <a:pt x="155" y="50"/>
                    </a:cubicBezTo>
                    <a:close/>
                    <a:moveTo>
                      <a:pt x="174" y="54"/>
                    </a:moveTo>
                    <a:cubicBezTo>
                      <a:pt x="174" y="54"/>
                      <a:pt x="175" y="54"/>
                      <a:pt x="175" y="53"/>
                    </a:cubicBezTo>
                    <a:cubicBezTo>
                      <a:pt x="175" y="53"/>
                      <a:pt x="175" y="53"/>
                      <a:pt x="174" y="53"/>
                    </a:cubicBezTo>
                    <a:cubicBezTo>
                      <a:pt x="174" y="52"/>
                      <a:pt x="174" y="52"/>
                      <a:pt x="174" y="52"/>
                    </a:cubicBezTo>
                    <a:cubicBezTo>
                      <a:pt x="175" y="52"/>
                      <a:pt x="175" y="52"/>
                      <a:pt x="175" y="52"/>
                    </a:cubicBezTo>
                    <a:cubicBezTo>
                      <a:pt x="177" y="55"/>
                      <a:pt x="177" y="55"/>
                      <a:pt x="177" y="55"/>
                    </a:cubicBezTo>
                    <a:cubicBezTo>
                      <a:pt x="176" y="55"/>
                      <a:pt x="176" y="55"/>
                      <a:pt x="176" y="55"/>
                    </a:cubicBezTo>
                    <a:cubicBezTo>
                      <a:pt x="176" y="55"/>
                      <a:pt x="176" y="55"/>
                      <a:pt x="176" y="55"/>
                    </a:cubicBezTo>
                    <a:cubicBezTo>
                      <a:pt x="176" y="55"/>
                      <a:pt x="176" y="55"/>
                      <a:pt x="175" y="55"/>
                    </a:cubicBezTo>
                    <a:cubicBezTo>
                      <a:pt x="175" y="55"/>
                      <a:pt x="175" y="55"/>
                      <a:pt x="174" y="55"/>
                    </a:cubicBezTo>
                    <a:cubicBezTo>
                      <a:pt x="166" y="56"/>
                      <a:pt x="166" y="56"/>
                      <a:pt x="166" y="56"/>
                    </a:cubicBezTo>
                    <a:cubicBezTo>
                      <a:pt x="162" y="58"/>
                      <a:pt x="162" y="58"/>
                      <a:pt x="162" y="58"/>
                    </a:cubicBezTo>
                    <a:cubicBezTo>
                      <a:pt x="162" y="59"/>
                      <a:pt x="162" y="59"/>
                      <a:pt x="162" y="59"/>
                    </a:cubicBezTo>
                    <a:cubicBezTo>
                      <a:pt x="161" y="59"/>
                      <a:pt x="162" y="59"/>
                      <a:pt x="162" y="60"/>
                    </a:cubicBezTo>
                    <a:cubicBezTo>
                      <a:pt x="162" y="60"/>
                      <a:pt x="162" y="60"/>
                      <a:pt x="162" y="60"/>
                    </a:cubicBezTo>
                    <a:cubicBezTo>
                      <a:pt x="162" y="61"/>
                      <a:pt x="162" y="61"/>
                      <a:pt x="162" y="61"/>
                    </a:cubicBezTo>
                    <a:cubicBezTo>
                      <a:pt x="159" y="56"/>
                      <a:pt x="159" y="56"/>
                      <a:pt x="159" y="56"/>
                    </a:cubicBezTo>
                    <a:cubicBezTo>
                      <a:pt x="160" y="56"/>
                      <a:pt x="160" y="56"/>
                      <a:pt x="160" y="56"/>
                    </a:cubicBezTo>
                    <a:cubicBezTo>
                      <a:pt x="160" y="57"/>
                      <a:pt x="160" y="57"/>
                      <a:pt x="160" y="57"/>
                    </a:cubicBezTo>
                    <a:cubicBezTo>
                      <a:pt x="160" y="57"/>
                      <a:pt x="160" y="57"/>
                      <a:pt x="161" y="57"/>
                    </a:cubicBezTo>
                    <a:cubicBezTo>
                      <a:pt x="161" y="57"/>
                      <a:pt x="161" y="57"/>
                      <a:pt x="161" y="57"/>
                    </a:cubicBezTo>
                    <a:cubicBezTo>
                      <a:pt x="165" y="55"/>
                      <a:pt x="165" y="55"/>
                      <a:pt x="165" y="55"/>
                    </a:cubicBezTo>
                    <a:cubicBezTo>
                      <a:pt x="171" y="48"/>
                      <a:pt x="171" y="48"/>
                      <a:pt x="171" y="48"/>
                    </a:cubicBezTo>
                    <a:cubicBezTo>
                      <a:pt x="171" y="48"/>
                      <a:pt x="171" y="48"/>
                      <a:pt x="171" y="47"/>
                    </a:cubicBezTo>
                    <a:cubicBezTo>
                      <a:pt x="171" y="47"/>
                      <a:pt x="171" y="47"/>
                      <a:pt x="171" y="47"/>
                    </a:cubicBezTo>
                    <a:cubicBezTo>
                      <a:pt x="171" y="46"/>
                      <a:pt x="171" y="46"/>
                      <a:pt x="171" y="46"/>
                    </a:cubicBezTo>
                    <a:cubicBezTo>
                      <a:pt x="171" y="46"/>
                      <a:pt x="171" y="46"/>
                      <a:pt x="171" y="46"/>
                    </a:cubicBezTo>
                    <a:cubicBezTo>
                      <a:pt x="173" y="50"/>
                      <a:pt x="173" y="50"/>
                      <a:pt x="173" y="50"/>
                    </a:cubicBezTo>
                    <a:cubicBezTo>
                      <a:pt x="173" y="50"/>
                      <a:pt x="173" y="50"/>
                      <a:pt x="173" y="50"/>
                    </a:cubicBezTo>
                    <a:cubicBezTo>
                      <a:pt x="173" y="49"/>
                      <a:pt x="173" y="49"/>
                      <a:pt x="173" y="49"/>
                    </a:cubicBezTo>
                    <a:cubicBezTo>
                      <a:pt x="172" y="49"/>
                      <a:pt x="172" y="49"/>
                      <a:pt x="172" y="49"/>
                    </a:cubicBezTo>
                    <a:cubicBezTo>
                      <a:pt x="172" y="49"/>
                      <a:pt x="172" y="49"/>
                      <a:pt x="171" y="49"/>
                    </a:cubicBezTo>
                    <a:cubicBezTo>
                      <a:pt x="167" y="55"/>
                      <a:pt x="167" y="55"/>
                      <a:pt x="167" y="55"/>
                    </a:cubicBezTo>
                    <a:cubicBezTo>
                      <a:pt x="167" y="55"/>
                      <a:pt x="167" y="55"/>
                      <a:pt x="167" y="55"/>
                    </a:cubicBezTo>
                    <a:lnTo>
                      <a:pt x="174" y="54"/>
                    </a:lnTo>
                    <a:close/>
                  </a:path>
                </a:pathLst>
              </a:custGeom>
              <a:solidFill>
                <a:srgbClr val="FFFFFF"/>
              </a:solidFill>
              <a:ln w="3175" cap="flat">
                <a:solidFill>
                  <a:srgbClr val="FFFFFF"/>
                </a:solidFill>
                <a:prstDash val="solid"/>
                <a:miter lim="800000"/>
              </a:ln>
            </p:spPr>
            <p:txBody>
              <a:bodyPr anchor="ctr"/>
              <a:lstStyle/>
              <a:p>
                <a:pPr algn="ctr"/>
                <a:endParaRPr/>
              </a:p>
            </p:txBody>
          </p:sp>
          <p:sp>
            <p:nvSpPr>
              <p:cNvPr id="278" name="ïśľíḓé"/>
              <p:cNvSpPr/>
              <p:nvPr/>
            </p:nvSpPr>
            <p:spPr bwMode="auto">
              <a:xfrm>
                <a:off x="3667126" y="3184525"/>
                <a:ext cx="492125" cy="496888"/>
              </a:xfrm>
              <a:custGeom>
                <a:avLst/>
                <a:gdLst>
                  <a:gd name="T0" fmla="*/ 74 w 149"/>
                  <a:gd name="T1" fmla="*/ 0 h 149"/>
                  <a:gd name="T2" fmla="*/ 149 w 149"/>
                  <a:gd name="T3" fmla="*/ 74 h 149"/>
                  <a:gd name="T4" fmla="*/ 74 w 149"/>
                  <a:gd name="T5" fmla="*/ 149 h 149"/>
                  <a:gd name="T6" fmla="*/ 0 w 149"/>
                  <a:gd name="T7" fmla="*/ 74 h 149"/>
                  <a:gd name="T8" fmla="*/ 74 w 149"/>
                  <a:gd name="T9" fmla="*/ 0 h 149"/>
                  <a:gd name="T10" fmla="*/ 74 w 149"/>
                  <a:gd name="T11" fmla="*/ 2 h 149"/>
                  <a:gd name="T12" fmla="*/ 2 w 149"/>
                  <a:gd name="T13" fmla="*/ 74 h 149"/>
                  <a:gd name="T14" fmla="*/ 74 w 149"/>
                  <a:gd name="T15" fmla="*/ 146 h 149"/>
                  <a:gd name="T16" fmla="*/ 146 w 149"/>
                  <a:gd name="T17" fmla="*/ 74 h 149"/>
                  <a:gd name="T18" fmla="*/ 74 w 149"/>
                  <a:gd name="T19" fmla="*/ 2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49" h="149">
                    <a:moveTo>
                      <a:pt x="74" y="0"/>
                    </a:moveTo>
                    <a:cubicBezTo>
                      <a:pt x="115" y="0"/>
                      <a:pt x="149" y="33"/>
                      <a:pt x="149" y="74"/>
                    </a:cubicBezTo>
                    <a:cubicBezTo>
                      <a:pt x="149" y="115"/>
                      <a:pt x="115" y="149"/>
                      <a:pt x="74" y="149"/>
                    </a:cubicBezTo>
                    <a:cubicBezTo>
                      <a:pt x="33" y="149"/>
                      <a:pt x="0" y="115"/>
                      <a:pt x="0" y="74"/>
                    </a:cubicBezTo>
                    <a:cubicBezTo>
                      <a:pt x="0" y="33"/>
                      <a:pt x="33" y="0"/>
                      <a:pt x="74" y="0"/>
                    </a:cubicBezTo>
                    <a:close/>
                    <a:moveTo>
                      <a:pt x="74" y="2"/>
                    </a:moveTo>
                    <a:cubicBezTo>
                      <a:pt x="35" y="2"/>
                      <a:pt x="2" y="34"/>
                      <a:pt x="2" y="74"/>
                    </a:cubicBezTo>
                    <a:cubicBezTo>
                      <a:pt x="2" y="114"/>
                      <a:pt x="35" y="146"/>
                      <a:pt x="74" y="146"/>
                    </a:cubicBezTo>
                    <a:cubicBezTo>
                      <a:pt x="114" y="146"/>
                      <a:pt x="146" y="114"/>
                      <a:pt x="146" y="74"/>
                    </a:cubicBezTo>
                    <a:cubicBezTo>
                      <a:pt x="146" y="34"/>
                      <a:pt x="114" y="2"/>
                      <a:pt x="74" y="2"/>
                    </a:cubicBezTo>
                    <a:close/>
                  </a:path>
                </a:pathLst>
              </a:custGeom>
              <a:solidFill>
                <a:srgbClr val="00523A"/>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9" name="ïslíḍê"/>
              <p:cNvSpPr/>
              <p:nvPr/>
            </p:nvSpPr>
            <p:spPr bwMode="auto">
              <a:xfrm>
                <a:off x="3775076" y="3248025"/>
                <a:ext cx="274638" cy="146050"/>
              </a:xfrm>
              <a:custGeom>
                <a:avLst/>
                <a:gdLst>
                  <a:gd name="T0" fmla="*/ 10 w 83"/>
                  <a:gd name="T1" fmla="*/ 43 h 44"/>
                  <a:gd name="T2" fmla="*/ 18 w 83"/>
                  <a:gd name="T3" fmla="*/ 39 h 44"/>
                  <a:gd name="T4" fmla="*/ 67 w 83"/>
                  <a:gd name="T5" fmla="*/ 39 h 44"/>
                  <a:gd name="T6" fmla="*/ 73 w 83"/>
                  <a:gd name="T7" fmla="*/ 42 h 44"/>
                  <a:gd name="T8" fmla="*/ 76 w 83"/>
                  <a:gd name="T9" fmla="*/ 43 h 44"/>
                  <a:gd name="T10" fmla="*/ 83 w 83"/>
                  <a:gd name="T11" fmla="*/ 35 h 44"/>
                  <a:gd name="T12" fmla="*/ 76 w 83"/>
                  <a:gd name="T13" fmla="*/ 37 h 44"/>
                  <a:gd name="T14" fmla="*/ 69 w 83"/>
                  <a:gd name="T15" fmla="*/ 33 h 44"/>
                  <a:gd name="T16" fmla="*/ 70 w 83"/>
                  <a:gd name="T17" fmla="*/ 26 h 44"/>
                  <a:gd name="T18" fmla="*/ 64 w 83"/>
                  <a:gd name="T19" fmla="*/ 30 h 44"/>
                  <a:gd name="T20" fmla="*/ 59 w 83"/>
                  <a:gd name="T21" fmla="*/ 31 h 44"/>
                  <a:gd name="T22" fmla="*/ 56 w 83"/>
                  <a:gd name="T23" fmla="*/ 29 h 44"/>
                  <a:gd name="T24" fmla="*/ 56 w 83"/>
                  <a:gd name="T25" fmla="*/ 24 h 44"/>
                  <a:gd name="T26" fmla="*/ 58 w 83"/>
                  <a:gd name="T27" fmla="*/ 23 h 44"/>
                  <a:gd name="T28" fmla="*/ 58 w 83"/>
                  <a:gd name="T29" fmla="*/ 19 h 44"/>
                  <a:gd name="T30" fmla="*/ 54 w 83"/>
                  <a:gd name="T31" fmla="*/ 19 h 44"/>
                  <a:gd name="T32" fmla="*/ 53 w 83"/>
                  <a:gd name="T33" fmla="*/ 21 h 44"/>
                  <a:gd name="T34" fmla="*/ 44 w 83"/>
                  <a:gd name="T35" fmla="*/ 21 h 44"/>
                  <a:gd name="T36" fmla="*/ 43 w 83"/>
                  <a:gd name="T37" fmla="*/ 18 h 44"/>
                  <a:gd name="T38" fmla="*/ 44 w 83"/>
                  <a:gd name="T39" fmla="*/ 13 h 44"/>
                  <a:gd name="T40" fmla="*/ 43 w 83"/>
                  <a:gd name="T41" fmla="*/ 8 h 44"/>
                  <a:gd name="T42" fmla="*/ 43 w 83"/>
                  <a:gd name="T43" fmla="*/ 6 h 44"/>
                  <a:gd name="T44" fmla="*/ 43 w 83"/>
                  <a:gd name="T45" fmla="*/ 2 h 44"/>
                  <a:gd name="T46" fmla="*/ 43 w 83"/>
                  <a:gd name="T47" fmla="*/ 0 h 44"/>
                  <a:gd name="T48" fmla="*/ 40 w 83"/>
                  <a:gd name="T49" fmla="*/ 0 h 44"/>
                  <a:gd name="T50" fmla="*/ 39 w 83"/>
                  <a:gd name="T51" fmla="*/ 2 h 44"/>
                  <a:gd name="T52" fmla="*/ 39 w 83"/>
                  <a:gd name="T53" fmla="*/ 6 h 44"/>
                  <a:gd name="T54" fmla="*/ 39 w 83"/>
                  <a:gd name="T55" fmla="*/ 8 h 44"/>
                  <a:gd name="T56" fmla="*/ 38 w 83"/>
                  <a:gd name="T57" fmla="*/ 13 h 44"/>
                  <a:gd name="T58" fmla="*/ 38 w 83"/>
                  <a:gd name="T59" fmla="*/ 18 h 44"/>
                  <a:gd name="T60" fmla="*/ 38 w 83"/>
                  <a:gd name="T61" fmla="*/ 21 h 44"/>
                  <a:gd name="T62" fmla="*/ 30 w 83"/>
                  <a:gd name="T63" fmla="*/ 21 h 44"/>
                  <a:gd name="T64" fmla="*/ 29 w 83"/>
                  <a:gd name="T65" fmla="*/ 19 h 44"/>
                  <a:gd name="T66" fmla="*/ 25 w 83"/>
                  <a:gd name="T67" fmla="*/ 19 h 44"/>
                  <a:gd name="T68" fmla="*/ 25 w 83"/>
                  <a:gd name="T69" fmla="*/ 23 h 44"/>
                  <a:gd name="T70" fmla="*/ 26 w 83"/>
                  <a:gd name="T71" fmla="*/ 24 h 44"/>
                  <a:gd name="T72" fmla="*/ 27 w 83"/>
                  <a:gd name="T73" fmla="*/ 29 h 44"/>
                  <a:gd name="T74" fmla="*/ 22 w 83"/>
                  <a:gd name="T75" fmla="*/ 31 h 44"/>
                  <a:gd name="T76" fmla="*/ 13 w 83"/>
                  <a:gd name="T77" fmla="*/ 26 h 44"/>
                  <a:gd name="T78" fmla="*/ 13 w 83"/>
                  <a:gd name="T79" fmla="*/ 35 h 44"/>
                  <a:gd name="T80" fmla="*/ 7 w 83"/>
                  <a:gd name="T81" fmla="*/ 37 h 44"/>
                  <a:gd name="T82" fmla="*/ 0 w 83"/>
                  <a:gd name="T83" fmla="*/ 34 h 44"/>
                  <a:gd name="T84" fmla="*/ 5 w 83"/>
                  <a:gd name="T85" fmla="*/ 42 h 44"/>
                  <a:gd name="T86" fmla="*/ 10 w 83"/>
                  <a:gd name="T87" fmla="*/ 43 h 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83" h="44">
                    <a:moveTo>
                      <a:pt x="10" y="43"/>
                    </a:moveTo>
                    <a:cubicBezTo>
                      <a:pt x="18" y="39"/>
                      <a:pt x="18" y="39"/>
                      <a:pt x="18" y="39"/>
                    </a:cubicBezTo>
                    <a:cubicBezTo>
                      <a:pt x="67" y="39"/>
                      <a:pt x="67" y="39"/>
                      <a:pt x="67" y="39"/>
                    </a:cubicBezTo>
                    <a:cubicBezTo>
                      <a:pt x="73" y="42"/>
                      <a:pt x="73" y="42"/>
                      <a:pt x="73" y="42"/>
                    </a:cubicBezTo>
                    <a:cubicBezTo>
                      <a:pt x="74" y="43"/>
                      <a:pt x="75" y="43"/>
                      <a:pt x="76" y="43"/>
                    </a:cubicBezTo>
                    <a:cubicBezTo>
                      <a:pt x="80" y="42"/>
                      <a:pt x="83" y="35"/>
                      <a:pt x="83" y="35"/>
                    </a:cubicBezTo>
                    <a:cubicBezTo>
                      <a:pt x="83" y="35"/>
                      <a:pt x="79" y="38"/>
                      <a:pt x="76" y="37"/>
                    </a:cubicBezTo>
                    <a:cubicBezTo>
                      <a:pt x="73" y="37"/>
                      <a:pt x="69" y="36"/>
                      <a:pt x="69" y="33"/>
                    </a:cubicBezTo>
                    <a:cubicBezTo>
                      <a:pt x="69" y="30"/>
                      <a:pt x="70" y="27"/>
                      <a:pt x="70" y="26"/>
                    </a:cubicBezTo>
                    <a:cubicBezTo>
                      <a:pt x="70" y="26"/>
                      <a:pt x="67" y="29"/>
                      <a:pt x="64" y="30"/>
                    </a:cubicBezTo>
                    <a:cubicBezTo>
                      <a:pt x="61" y="32"/>
                      <a:pt x="60" y="31"/>
                      <a:pt x="59" y="31"/>
                    </a:cubicBezTo>
                    <a:cubicBezTo>
                      <a:pt x="57" y="30"/>
                      <a:pt x="56" y="29"/>
                      <a:pt x="56" y="29"/>
                    </a:cubicBezTo>
                    <a:cubicBezTo>
                      <a:pt x="56" y="24"/>
                      <a:pt x="56" y="24"/>
                      <a:pt x="56" y="24"/>
                    </a:cubicBezTo>
                    <a:cubicBezTo>
                      <a:pt x="58" y="23"/>
                      <a:pt x="58" y="23"/>
                      <a:pt x="58" y="23"/>
                    </a:cubicBezTo>
                    <a:cubicBezTo>
                      <a:pt x="58" y="19"/>
                      <a:pt x="58" y="19"/>
                      <a:pt x="58" y="19"/>
                    </a:cubicBezTo>
                    <a:cubicBezTo>
                      <a:pt x="54" y="19"/>
                      <a:pt x="54" y="19"/>
                      <a:pt x="54" y="19"/>
                    </a:cubicBezTo>
                    <a:cubicBezTo>
                      <a:pt x="54" y="19"/>
                      <a:pt x="54" y="21"/>
                      <a:pt x="53" y="21"/>
                    </a:cubicBezTo>
                    <a:cubicBezTo>
                      <a:pt x="52" y="21"/>
                      <a:pt x="44" y="21"/>
                      <a:pt x="44" y="21"/>
                    </a:cubicBezTo>
                    <a:cubicBezTo>
                      <a:pt x="44" y="21"/>
                      <a:pt x="43" y="20"/>
                      <a:pt x="43" y="18"/>
                    </a:cubicBezTo>
                    <a:cubicBezTo>
                      <a:pt x="44" y="17"/>
                      <a:pt x="44" y="17"/>
                      <a:pt x="44" y="13"/>
                    </a:cubicBezTo>
                    <a:cubicBezTo>
                      <a:pt x="44" y="10"/>
                      <a:pt x="44" y="9"/>
                      <a:pt x="43" y="8"/>
                    </a:cubicBezTo>
                    <a:cubicBezTo>
                      <a:pt x="43" y="7"/>
                      <a:pt x="42" y="7"/>
                      <a:pt x="43" y="6"/>
                    </a:cubicBezTo>
                    <a:cubicBezTo>
                      <a:pt x="44" y="5"/>
                      <a:pt x="44" y="4"/>
                      <a:pt x="43" y="2"/>
                    </a:cubicBezTo>
                    <a:cubicBezTo>
                      <a:pt x="42" y="1"/>
                      <a:pt x="43" y="2"/>
                      <a:pt x="43" y="0"/>
                    </a:cubicBezTo>
                    <a:cubicBezTo>
                      <a:pt x="40" y="0"/>
                      <a:pt x="40" y="0"/>
                      <a:pt x="40" y="0"/>
                    </a:cubicBezTo>
                    <a:cubicBezTo>
                      <a:pt x="39" y="0"/>
                      <a:pt x="40" y="1"/>
                      <a:pt x="39" y="2"/>
                    </a:cubicBezTo>
                    <a:cubicBezTo>
                      <a:pt x="38" y="3"/>
                      <a:pt x="38" y="5"/>
                      <a:pt x="39" y="6"/>
                    </a:cubicBezTo>
                    <a:cubicBezTo>
                      <a:pt x="39" y="7"/>
                      <a:pt x="40" y="7"/>
                      <a:pt x="39" y="8"/>
                    </a:cubicBezTo>
                    <a:cubicBezTo>
                      <a:pt x="38" y="9"/>
                      <a:pt x="38" y="10"/>
                      <a:pt x="38" y="13"/>
                    </a:cubicBezTo>
                    <a:cubicBezTo>
                      <a:pt x="38" y="16"/>
                      <a:pt x="38" y="17"/>
                      <a:pt x="38" y="18"/>
                    </a:cubicBezTo>
                    <a:cubicBezTo>
                      <a:pt x="39" y="20"/>
                      <a:pt x="38" y="21"/>
                      <a:pt x="38" y="21"/>
                    </a:cubicBezTo>
                    <a:cubicBezTo>
                      <a:pt x="37" y="21"/>
                      <a:pt x="30" y="21"/>
                      <a:pt x="30" y="21"/>
                    </a:cubicBezTo>
                    <a:cubicBezTo>
                      <a:pt x="30" y="21"/>
                      <a:pt x="29" y="20"/>
                      <a:pt x="29" y="19"/>
                    </a:cubicBezTo>
                    <a:cubicBezTo>
                      <a:pt x="25" y="19"/>
                      <a:pt x="25" y="19"/>
                      <a:pt x="25" y="19"/>
                    </a:cubicBezTo>
                    <a:cubicBezTo>
                      <a:pt x="25" y="23"/>
                      <a:pt x="25" y="23"/>
                      <a:pt x="25" y="23"/>
                    </a:cubicBezTo>
                    <a:cubicBezTo>
                      <a:pt x="26" y="24"/>
                      <a:pt x="26" y="24"/>
                      <a:pt x="26" y="24"/>
                    </a:cubicBezTo>
                    <a:cubicBezTo>
                      <a:pt x="27" y="29"/>
                      <a:pt x="27" y="29"/>
                      <a:pt x="27" y="29"/>
                    </a:cubicBezTo>
                    <a:cubicBezTo>
                      <a:pt x="27" y="29"/>
                      <a:pt x="24" y="31"/>
                      <a:pt x="22" y="31"/>
                    </a:cubicBezTo>
                    <a:cubicBezTo>
                      <a:pt x="19" y="31"/>
                      <a:pt x="13" y="26"/>
                      <a:pt x="13" y="26"/>
                    </a:cubicBezTo>
                    <a:cubicBezTo>
                      <a:pt x="13" y="26"/>
                      <a:pt x="14" y="33"/>
                      <a:pt x="13" y="35"/>
                    </a:cubicBezTo>
                    <a:cubicBezTo>
                      <a:pt x="13" y="37"/>
                      <a:pt x="10" y="37"/>
                      <a:pt x="7" y="37"/>
                    </a:cubicBezTo>
                    <a:cubicBezTo>
                      <a:pt x="4" y="37"/>
                      <a:pt x="0" y="35"/>
                      <a:pt x="0" y="34"/>
                    </a:cubicBezTo>
                    <a:cubicBezTo>
                      <a:pt x="0" y="34"/>
                      <a:pt x="3" y="40"/>
                      <a:pt x="5" y="42"/>
                    </a:cubicBezTo>
                    <a:cubicBezTo>
                      <a:pt x="7" y="44"/>
                      <a:pt x="10" y="43"/>
                      <a:pt x="10" y="43"/>
                    </a:cubicBez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80" name="íṡļïdê"/>
              <p:cNvSpPr/>
              <p:nvPr/>
            </p:nvSpPr>
            <p:spPr bwMode="auto">
              <a:xfrm>
                <a:off x="3614738" y="3370263"/>
                <a:ext cx="596900" cy="241300"/>
              </a:xfrm>
              <a:custGeom>
                <a:avLst/>
                <a:gdLst>
                  <a:gd name="T0" fmla="*/ 58 w 181"/>
                  <a:gd name="T1" fmla="*/ 72 h 72"/>
                  <a:gd name="T2" fmla="*/ 8 w 181"/>
                  <a:gd name="T3" fmla="*/ 72 h 72"/>
                  <a:gd name="T4" fmla="*/ 3 w 181"/>
                  <a:gd name="T5" fmla="*/ 63 h 72"/>
                  <a:gd name="T6" fmla="*/ 6 w 181"/>
                  <a:gd name="T7" fmla="*/ 63 h 72"/>
                  <a:gd name="T8" fmla="*/ 11 w 181"/>
                  <a:gd name="T9" fmla="*/ 55 h 72"/>
                  <a:gd name="T10" fmla="*/ 14 w 181"/>
                  <a:gd name="T11" fmla="*/ 55 h 72"/>
                  <a:gd name="T12" fmla="*/ 14 w 181"/>
                  <a:gd name="T13" fmla="*/ 29 h 72"/>
                  <a:gd name="T14" fmla="*/ 0 w 181"/>
                  <a:gd name="T15" fmla="*/ 4 h 72"/>
                  <a:gd name="T16" fmla="*/ 30 w 181"/>
                  <a:gd name="T17" fmla="*/ 0 h 72"/>
                  <a:gd name="T18" fmla="*/ 58 w 181"/>
                  <a:gd name="T19" fmla="*/ 8 h 72"/>
                  <a:gd name="T20" fmla="*/ 51 w 181"/>
                  <a:gd name="T21" fmla="*/ 25 h 72"/>
                  <a:gd name="T22" fmla="*/ 131 w 181"/>
                  <a:gd name="T23" fmla="*/ 25 h 72"/>
                  <a:gd name="T24" fmla="*/ 122 w 181"/>
                  <a:gd name="T25" fmla="*/ 8 h 72"/>
                  <a:gd name="T26" fmla="*/ 150 w 181"/>
                  <a:gd name="T27" fmla="*/ 0 h 72"/>
                  <a:gd name="T28" fmla="*/ 181 w 181"/>
                  <a:gd name="T29" fmla="*/ 5 h 72"/>
                  <a:gd name="T30" fmla="*/ 166 w 181"/>
                  <a:gd name="T31" fmla="*/ 28 h 72"/>
                  <a:gd name="T32" fmla="*/ 166 w 181"/>
                  <a:gd name="T33" fmla="*/ 55 h 72"/>
                  <a:gd name="T34" fmla="*/ 171 w 181"/>
                  <a:gd name="T35" fmla="*/ 55 h 72"/>
                  <a:gd name="T36" fmla="*/ 178 w 181"/>
                  <a:gd name="T37" fmla="*/ 65 h 72"/>
                  <a:gd name="T38" fmla="*/ 174 w 181"/>
                  <a:gd name="T39" fmla="*/ 72 h 72"/>
                  <a:gd name="T40" fmla="*/ 58 w 181"/>
                  <a:gd name="T41" fmla="*/ 72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1" h="72">
                    <a:moveTo>
                      <a:pt x="58" y="72"/>
                    </a:moveTo>
                    <a:cubicBezTo>
                      <a:pt x="8" y="72"/>
                      <a:pt x="8" y="72"/>
                      <a:pt x="8" y="72"/>
                    </a:cubicBezTo>
                    <a:cubicBezTo>
                      <a:pt x="3" y="63"/>
                      <a:pt x="3" y="63"/>
                      <a:pt x="3" y="63"/>
                    </a:cubicBezTo>
                    <a:cubicBezTo>
                      <a:pt x="6" y="63"/>
                      <a:pt x="6" y="63"/>
                      <a:pt x="6" y="63"/>
                    </a:cubicBezTo>
                    <a:cubicBezTo>
                      <a:pt x="7" y="61"/>
                      <a:pt x="10" y="57"/>
                      <a:pt x="11" y="55"/>
                    </a:cubicBezTo>
                    <a:cubicBezTo>
                      <a:pt x="12" y="55"/>
                      <a:pt x="13" y="55"/>
                      <a:pt x="14" y="55"/>
                    </a:cubicBezTo>
                    <a:cubicBezTo>
                      <a:pt x="14" y="45"/>
                      <a:pt x="14" y="39"/>
                      <a:pt x="14" y="29"/>
                    </a:cubicBezTo>
                    <a:cubicBezTo>
                      <a:pt x="6" y="25"/>
                      <a:pt x="0" y="19"/>
                      <a:pt x="0" y="4"/>
                    </a:cubicBezTo>
                    <a:cubicBezTo>
                      <a:pt x="13" y="19"/>
                      <a:pt x="25" y="20"/>
                      <a:pt x="30" y="0"/>
                    </a:cubicBezTo>
                    <a:cubicBezTo>
                      <a:pt x="40" y="22"/>
                      <a:pt x="50" y="16"/>
                      <a:pt x="58" y="8"/>
                    </a:cubicBezTo>
                    <a:cubicBezTo>
                      <a:pt x="59" y="17"/>
                      <a:pt x="51" y="24"/>
                      <a:pt x="51" y="25"/>
                    </a:cubicBezTo>
                    <a:cubicBezTo>
                      <a:pt x="131" y="25"/>
                      <a:pt x="131" y="25"/>
                      <a:pt x="131" y="25"/>
                    </a:cubicBezTo>
                    <a:cubicBezTo>
                      <a:pt x="128" y="21"/>
                      <a:pt x="123" y="15"/>
                      <a:pt x="122" y="8"/>
                    </a:cubicBezTo>
                    <a:cubicBezTo>
                      <a:pt x="131" y="18"/>
                      <a:pt x="141" y="23"/>
                      <a:pt x="150" y="0"/>
                    </a:cubicBezTo>
                    <a:cubicBezTo>
                      <a:pt x="160" y="23"/>
                      <a:pt x="169" y="16"/>
                      <a:pt x="181" y="5"/>
                    </a:cubicBezTo>
                    <a:cubicBezTo>
                      <a:pt x="178" y="23"/>
                      <a:pt x="174" y="23"/>
                      <a:pt x="166" y="28"/>
                    </a:cubicBezTo>
                    <a:cubicBezTo>
                      <a:pt x="166" y="38"/>
                      <a:pt x="166" y="45"/>
                      <a:pt x="166" y="55"/>
                    </a:cubicBezTo>
                    <a:cubicBezTo>
                      <a:pt x="168" y="55"/>
                      <a:pt x="169" y="55"/>
                      <a:pt x="171" y="55"/>
                    </a:cubicBezTo>
                    <a:cubicBezTo>
                      <a:pt x="178" y="65"/>
                      <a:pt x="178" y="65"/>
                      <a:pt x="178" y="65"/>
                    </a:cubicBezTo>
                    <a:cubicBezTo>
                      <a:pt x="174" y="72"/>
                      <a:pt x="174" y="72"/>
                      <a:pt x="174" y="72"/>
                    </a:cubicBezTo>
                    <a:lnTo>
                      <a:pt x="58" y="72"/>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81" name="iş1ïďe"/>
              <p:cNvSpPr/>
              <p:nvPr/>
            </p:nvSpPr>
            <p:spPr bwMode="auto">
              <a:xfrm>
                <a:off x="3624263" y="3381375"/>
                <a:ext cx="577850" cy="200025"/>
              </a:xfrm>
              <a:custGeom>
                <a:avLst/>
                <a:gdLst>
                  <a:gd name="T0" fmla="*/ 130 w 175"/>
                  <a:gd name="T1" fmla="*/ 51 h 60"/>
                  <a:gd name="T2" fmla="*/ 130 w 175"/>
                  <a:gd name="T3" fmla="*/ 50 h 60"/>
                  <a:gd name="T4" fmla="*/ 48 w 175"/>
                  <a:gd name="T5" fmla="*/ 50 h 60"/>
                  <a:gd name="T6" fmla="*/ 48 w 175"/>
                  <a:gd name="T7" fmla="*/ 51 h 60"/>
                  <a:gd name="T8" fmla="*/ 52 w 175"/>
                  <a:gd name="T9" fmla="*/ 51 h 60"/>
                  <a:gd name="T10" fmla="*/ 48 w 175"/>
                  <a:gd name="T11" fmla="*/ 60 h 60"/>
                  <a:gd name="T12" fmla="*/ 7 w 175"/>
                  <a:gd name="T13" fmla="*/ 60 h 60"/>
                  <a:gd name="T14" fmla="*/ 10 w 175"/>
                  <a:gd name="T15" fmla="*/ 54 h 60"/>
                  <a:gd name="T16" fmla="*/ 14 w 175"/>
                  <a:gd name="T17" fmla="*/ 54 h 60"/>
                  <a:gd name="T18" fmla="*/ 13 w 175"/>
                  <a:gd name="T19" fmla="*/ 25 h 60"/>
                  <a:gd name="T20" fmla="*/ 0 w 175"/>
                  <a:gd name="T21" fmla="*/ 7 h 60"/>
                  <a:gd name="T22" fmla="*/ 28 w 175"/>
                  <a:gd name="T23" fmla="*/ 0 h 60"/>
                  <a:gd name="T24" fmla="*/ 55 w 175"/>
                  <a:gd name="T25" fmla="*/ 7 h 60"/>
                  <a:gd name="T26" fmla="*/ 48 w 175"/>
                  <a:gd name="T27" fmla="*/ 22 h 60"/>
                  <a:gd name="T28" fmla="*/ 127 w 175"/>
                  <a:gd name="T29" fmla="*/ 22 h 60"/>
                  <a:gd name="T30" fmla="*/ 119 w 175"/>
                  <a:gd name="T31" fmla="*/ 7 h 60"/>
                  <a:gd name="T32" fmla="*/ 147 w 175"/>
                  <a:gd name="T33" fmla="*/ 0 h 60"/>
                  <a:gd name="T34" fmla="*/ 175 w 175"/>
                  <a:gd name="T35" fmla="*/ 7 h 60"/>
                  <a:gd name="T36" fmla="*/ 161 w 175"/>
                  <a:gd name="T37" fmla="*/ 24 h 60"/>
                  <a:gd name="T38" fmla="*/ 161 w 175"/>
                  <a:gd name="T39" fmla="*/ 53 h 60"/>
                  <a:gd name="T40" fmla="*/ 165 w 175"/>
                  <a:gd name="T41" fmla="*/ 53 h 60"/>
                  <a:gd name="T42" fmla="*/ 169 w 175"/>
                  <a:gd name="T43" fmla="*/ 60 h 60"/>
                  <a:gd name="T44" fmla="*/ 128 w 175"/>
                  <a:gd name="T45" fmla="*/ 60 h 60"/>
                  <a:gd name="T46" fmla="*/ 124 w 175"/>
                  <a:gd name="T47" fmla="*/ 51 h 60"/>
                  <a:gd name="T48" fmla="*/ 130 w 175"/>
                  <a:gd name="T49" fmla="*/ 51 h 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75" h="60">
                    <a:moveTo>
                      <a:pt x="130" y="51"/>
                    </a:moveTo>
                    <a:cubicBezTo>
                      <a:pt x="130" y="50"/>
                      <a:pt x="130" y="50"/>
                      <a:pt x="130" y="50"/>
                    </a:cubicBezTo>
                    <a:cubicBezTo>
                      <a:pt x="48" y="50"/>
                      <a:pt x="48" y="50"/>
                      <a:pt x="48" y="50"/>
                    </a:cubicBezTo>
                    <a:cubicBezTo>
                      <a:pt x="48" y="51"/>
                      <a:pt x="48" y="51"/>
                      <a:pt x="48" y="51"/>
                    </a:cubicBezTo>
                    <a:cubicBezTo>
                      <a:pt x="52" y="51"/>
                      <a:pt x="52" y="51"/>
                      <a:pt x="52" y="51"/>
                    </a:cubicBezTo>
                    <a:cubicBezTo>
                      <a:pt x="48" y="60"/>
                      <a:pt x="48" y="60"/>
                      <a:pt x="48" y="60"/>
                    </a:cubicBezTo>
                    <a:cubicBezTo>
                      <a:pt x="34" y="60"/>
                      <a:pt x="20" y="60"/>
                      <a:pt x="7" y="60"/>
                    </a:cubicBezTo>
                    <a:cubicBezTo>
                      <a:pt x="8" y="58"/>
                      <a:pt x="9" y="56"/>
                      <a:pt x="10" y="54"/>
                    </a:cubicBezTo>
                    <a:cubicBezTo>
                      <a:pt x="11" y="54"/>
                      <a:pt x="12" y="54"/>
                      <a:pt x="14" y="54"/>
                    </a:cubicBezTo>
                    <a:cubicBezTo>
                      <a:pt x="14" y="44"/>
                      <a:pt x="13" y="34"/>
                      <a:pt x="13" y="25"/>
                    </a:cubicBezTo>
                    <a:cubicBezTo>
                      <a:pt x="5" y="20"/>
                      <a:pt x="1" y="14"/>
                      <a:pt x="0" y="7"/>
                    </a:cubicBezTo>
                    <a:cubicBezTo>
                      <a:pt x="12" y="18"/>
                      <a:pt x="22" y="17"/>
                      <a:pt x="28" y="0"/>
                    </a:cubicBezTo>
                    <a:cubicBezTo>
                      <a:pt x="37" y="22"/>
                      <a:pt x="47" y="15"/>
                      <a:pt x="55" y="7"/>
                    </a:cubicBezTo>
                    <a:cubicBezTo>
                      <a:pt x="55" y="14"/>
                      <a:pt x="50" y="17"/>
                      <a:pt x="48" y="22"/>
                    </a:cubicBezTo>
                    <a:cubicBezTo>
                      <a:pt x="127" y="22"/>
                      <a:pt x="127" y="22"/>
                      <a:pt x="127" y="22"/>
                    </a:cubicBezTo>
                    <a:cubicBezTo>
                      <a:pt x="125" y="18"/>
                      <a:pt x="120" y="14"/>
                      <a:pt x="119" y="7"/>
                    </a:cubicBezTo>
                    <a:cubicBezTo>
                      <a:pt x="127" y="15"/>
                      <a:pt x="137" y="22"/>
                      <a:pt x="147" y="0"/>
                    </a:cubicBezTo>
                    <a:cubicBezTo>
                      <a:pt x="153" y="17"/>
                      <a:pt x="163" y="18"/>
                      <a:pt x="175" y="7"/>
                    </a:cubicBezTo>
                    <a:cubicBezTo>
                      <a:pt x="173" y="14"/>
                      <a:pt x="169" y="19"/>
                      <a:pt x="161" y="24"/>
                    </a:cubicBezTo>
                    <a:cubicBezTo>
                      <a:pt x="161" y="34"/>
                      <a:pt x="161" y="44"/>
                      <a:pt x="161" y="53"/>
                    </a:cubicBezTo>
                    <a:cubicBezTo>
                      <a:pt x="162" y="53"/>
                      <a:pt x="164" y="53"/>
                      <a:pt x="165" y="53"/>
                    </a:cubicBezTo>
                    <a:cubicBezTo>
                      <a:pt x="166" y="55"/>
                      <a:pt x="167" y="58"/>
                      <a:pt x="169" y="60"/>
                    </a:cubicBezTo>
                    <a:cubicBezTo>
                      <a:pt x="155" y="60"/>
                      <a:pt x="142" y="60"/>
                      <a:pt x="128" y="60"/>
                    </a:cubicBezTo>
                    <a:cubicBezTo>
                      <a:pt x="124" y="51"/>
                      <a:pt x="124" y="51"/>
                      <a:pt x="124" y="51"/>
                    </a:cubicBezTo>
                    <a:lnTo>
                      <a:pt x="130" y="51"/>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82" name="ïṩḷíḍé"/>
              <p:cNvSpPr/>
              <p:nvPr/>
            </p:nvSpPr>
            <p:spPr bwMode="auto">
              <a:xfrm>
                <a:off x="4065588"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3" name="ïśľíḍè"/>
              <p:cNvSpPr/>
              <p:nvPr/>
            </p:nvSpPr>
            <p:spPr bwMode="auto">
              <a:xfrm>
                <a:off x="3740151"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4" name="í$ḻîḋè"/>
              <p:cNvSpPr/>
              <p:nvPr/>
            </p:nvSpPr>
            <p:spPr bwMode="auto">
              <a:xfrm>
                <a:off x="4125913"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5" name="iṣļíḋe"/>
              <p:cNvSpPr/>
              <p:nvPr/>
            </p:nvSpPr>
            <p:spPr bwMode="auto">
              <a:xfrm>
                <a:off x="3709988"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6" name="iṩḷiḓé"/>
              <p:cNvSpPr/>
              <p:nvPr/>
            </p:nvSpPr>
            <p:spPr bwMode="auto">
              <a:xfrm>
                <a:off x="4095751"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7" name="iSľiḍè"/>
              <p:cNvSpPr/>
              <p:nvPr/>
            </p:nvSpPr>
            <p:spPr bwMode="auto">
              <a:xfrm>
                <a:off x="3663951" y="3460750"/>
                <a:ext cx="495300" cy="317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8" name="ïṩḷîḍe"/>
              <p:cNvSpPr/>
              <p:nvPr/>
            </p:nvSpPr>
            <p:spPr bwMode="auto">
              <a:xfrm>
                <a:off x="3663951" y="3473450"/>
                <a:ext cx="115888"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9" name="íšḻiḑê"/>
              <p:cNvSpPr/>
              <p:nvPr/>
            </p:nvSpPr>
            <p:spPr bwMode="auto">
              <a:xfrm>
                <a:off x="3789363" y="3473450"/>
                <a:ext cx="428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0" name="ïṩļïďè"/>
              <p:cNvSpPr/>
              <p:nvPr/>
            </p:nvSpPr>
            <p:spPr bwMode="auto">
              <a:xfrm>
                <a:off x="3851276" y="3473450"/>
                <a:ext cx="57150"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1" name="îṥlïḋê"/>
              <p:cNvSpPr/>
              <p:nvPr/>
            </p:nvSpPr>
            <p:spPr bwMode="auto">
              <a:xfrm>
                <a:off x="3917951" y="3473450"/>
                <a:ext cx="555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2" name="îṧľïdè"/>
              <p:cNvSpPr/>
              <p:nvPr/>
            </p:nvSpPr>
            <p:spPr bwMode="auto">
              <a:xfrm>
                <a:off x="3994151" y="3473450"/>
                <a:ext cx="428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3" name="iSḷîḓê"/>
              <p:cNvSpPr/>
              <p:nvPr/>
            </p:nvSpPr>
            <p:spPr bwMode="auto">
              <a:xfrm>
                <a:off x="4046538" y="3473450"/>
                <a:ext cx="11271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4" name="îślíďè"/>
              <p:cNvSpPr/>
              <p:nvPr/>
            </p:nvSpPr>
            <p:spPr bwMode="auto">
              <a:xfrm>
                <a:off x="3979863" y="3473450"/>
                <a:ext cx="7938"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5" name="iSḻïḍè"/>
              <p:cNvSpPr/>
              <p:nvPr/>
            </p:nvSpPr>
            <p:spPr bwMode="auto">
              <a:xfrm>
                <a:off x="3838576" y="3473450"/>
                <a:ext cx="6350"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6" name="ïṡliḑê"/>
              <p:cNvSpPr/>
              <p:nvPr/>
            </p:nvSpPr>
            <p:spPr bwMode="auto">
              <a:xfrm>
                <a:off x="3851276" y="3384550"/>
                <a:ext cx="26988"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97" name="islïďé"/>
              <p:cNvSpPr/>
              <p:nvPr/>
            </p:nvSpPr>
            <p:spPr bwMode="auto">
              <a:xfrm>
                <a:off x="3817938" y="3384550"/>
                <a:ext cx="26988" cy="15875"/>
              </a:xfrm>
              <a:custGeom>
                <a:avLst/>
                <a:gdLst>
                  <a:gd name="T0" fmla="*/ 7 w 8"/>
                  <a:gd name="T1" fmla="*/ 0 h 5"/>
                  <a:gd name="T2" fmla="*/ 8 w 8"/>
                  <a:gd name="T3" fmla="*/ 2 h 5"/>
                  <a:gd name="T4" fmla="*/ 1 w 8"/>
                  <a:gd name="T5" fmla="*/ 5 h 5"/>
                  <a:gd name="T6" fmla="*/ 7 w 8"/>
                  <a:gd name="T7" fmla="*/ 0 h 5"/>
                  <a:gd name="T8" fmla="*/ 7 w 8"/>
                  <a:gd name="T9" fmla="*/ 0 h 5"/>
                  <a:gd name="T10" fmla="*/ 7 w 8"/>
                  <a:gd name="T11" fmla="*/ 0 h 5"/>
                </a:gdLst>
                <a:ahLst/>
                <a:cxnLst>
                  <a:cxn ang="0">
                    <a:pos x="T0" y="T1"/>
                  </a:cxn>
                  <a:cxn ang="0">
                    <a:pos x="T2" y="T3"/>
                  </a:cxn>
                  <a:cxn ang="0">
                    <a:pos x="T4" y="T5"/>
                  </a:cxn>
                  <a:cxn ang="0">
                    <a:pos x="T6" y="T7"/>
                  </a:cxn>
                  <a:cxn ang="0">
                    <a:pos x="T8" y="T9"/>
                  </a:cxn>
                  <a:cxn ang="0">
                    <a:pos x="T10" y="T11"/>
                  </a:cxn>
                </a:cxnLst>
                <a:rect l="0" t="0" r="r" b="b"/>
                <a:pathLst>
                  <a:path w="8" h="5">
                    <a:moveTo>
                      <a:pt x="7" y="0"/>
                    </a:moveTo>
                    <a:cubicBezTo>
                      <a:pt x="8" y="2"/>
                      <a:pt x="8" y="2"/>
                      <a:pt x="8" y="2"/>
                    </a:cubicBezTo>
                    <a:cubicBezTo>
                      <a:pt x="1" y="5"/>
                      <a:pt x="1" y="5"/>
                      <a:pt x="1" y="5"/>
                    </a:cubicBezTo>
                    <a:cubicBezTo>
                      <a:pt x="1" y="5"/>
                      <a:pt x="0" y="2"/>
                      <a:pt x="7" y="0"/>
                    </a:cubicBezTo>
                    <a:close/>
                    <a:moveTo>
                      <a:pt x="7" y="0"/>
                    </a:moveTo>
                    <a:cubicBezTo>
                      <a:pt x="7" y="0"/>
                      <a:pt x="7" y="0"/>
                      <a:pt x="7"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98" name="îṥḷîdé"/>
              <p:cNvSpPr/>
              <p:nvPr/>
            </p:nvSpPr>
            <p:spPr bwMode="auto">
              <a:xfrm>
                <a:off x="3983038" y="3384550"/>
                <a:ext cx="26988" cy="15875"/>
              </a:xfrm>
              <a:custGeom>
                <a:avLst/>
                <a:gdLst>
                  <a:gd name="T0" fmla="*/ 1 w 8"/>
                  <a:gd name="T1" fmla="*/ 0 h 5"/>
                  <a:gd name="T2" fmla="*/ 0 w 8"/>
                  <a:gd name="T3" fmla="*/ 2 h 5"/>
                  <a:gd name="T4" fmla="*/ 7 w 8"/>
                  <a:gd name="T5" fmla="*/ 5 h 5"/>
                  <a:gd name="T6" fmla="*/ 1 w 8"/>
                  <a:gd name="T7" fmla="*/ 0 h 5"/>
                  <a:gd name="T8" fmla="*/ 1 w 8"/>
                  <a:gd name="T9" fmla="*/ 0 h 5"/>
                  <a:gd name="T10" fmla="*/ 1 w 8"/>
                  <a:gd name="T11" fmla="*/ 0 h 5"/>
                </a:gdLst>
                <a:ahLst/>
                <a:cxnLst>
                  <a:cxn ang="0">
                    <a:pos x="T0" y="T1"/>
                  </a:cxn>
                  <a:cxn ang="0">
                    <a:pos x="T2" y="T3"/>
                  </a:cxn>
                  <a:cxn ang="0">
                    <a:pos x="T4" y="T5"/>
                  </a:cxn>
                  <a:cxn ang="0">
                    <a:pos x="T6" y="T7"/>
                  </a:cxn>
                  <a:cxn ang="0">
                    <a:pos x="T8" y="T9"/>
                  </a:cxn>
                  <a:cxn ang="0">
                    <a:pos x="T10" y="T11"/>
                  </a:cxn>
                </a:cxnLst>
                <a:rect l="0" t="0" r="r" b="b"/>
                <a:pathLst>
                  <a:path w="8" h="5">
                    <a:moveTo>
                      <a:pt x="1" y="0"/>
                    </a:moveTo>
                    <a:cubicBezTo>
                      <a:pt x="0" y="2"/>
                      <a:pt x="0" y="2"/>
                      <a:pt x="0" y="2"/>
                    </a:cubicBezTo>
                    <a:cubicBezTo>
                      <a:pt x="7" y="5"/>
                      <a:pt x="7" y="5"/>
                      <a:pt x="7" y="5"/>
                    </a:cubicBezTo>
                    <a:cubicBezTo>
                      <a:pt x="7" y="5"/>
                      <a:pt x="8" y="2"/>
                      <a:pt x="1" y="0"/>
                    </a:cubicBezTo>
                    <a:close/>
                    <a:moveTo>
                      <a:pt x="1" y="0"/>
                    </a:moveTo>
                    <a:cubicBezTo>
                      <a:pt x="1" y="0"/>
                      <a:pt x="1" y="0"/>
                      <a:pt x="1"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99" name="isḷîḋé"/>
              <p:cNvSpPr/>
              <p:nvPr/>
            </p:nvSpPr>
            <p:spPr bwMode="auto">
              <a:xfrm>
                <a:off x="3884613" y="3384550"/>
                <a:ext cx="26988"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0" name="iśḷïḑè"/>
              <p:cNvSpPr/>
              <p:nvPr/>
            </p:nvSpPr>
            <p:spPr bwMode="auto">
              <a:xfrm>
                <a:off x="3917951" y="3384550"/>
                <a:ext cx="25400"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1" name="iṧľiďé"/>
              <p:cNvSpPr/>
              <p:nvPr/>
            </p:nvSpPr>
            <p:spPr bwMode="auto">
              <a:xfrm>
                <a:off x="3951288" y="3384550"/>
                <a:ext cx="25400"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2" name="išľïḍé"/>
              <p:cNvSpPr/>
              <p:nvPr/>
            </p:nvSpPr>
            <p:spPr bwMode="auto">
              <a:xfrm>
                <a:off x="3771901" y="3484563"/>
                <a:ext cx="7938"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3" name="îŝlîḑè"/>
              <p:cNvSpPr/>
              <p:nvPr/>
            </p:nvSpPr>
            <p:spPr bwMode="auto">
              <a:xfrm>
                <a:off x="3786188" y="3484563"/>
                <a:ext cx="46038" cy="60325"/>
              </a:xfrm>
              <a:custGeom>
                <a:avLst/>
                <a:gdLst>
                  <a:gd name="T0" fmla="*/ 8 w 29"/>
                  <a:gd name="T1" fmla="*/ 0 h 38"/>
                  <a:gd name="T2" fmla="*/ 20 w 29"/>
                  <a:gd name="T3" fmla="*/ 0 h 38"/>
                  <a:gd name="T4" fmla="*/ 29 w 29"/>
                  <a:gd name="T5" fmla="*/ 8 h 38"/>
                  <a:gd name="T6" fmla="*/ 29 w 29"/>
                  <a:gd name="T7" fmla="*/ 38 h 38"/>
                  <a:gd name="T8" fmla="*/ 0 w 29"/>
                  <a:gd name="T9" fmla="*/ 38 h 38"/>
                  <a:gd name="T10" fmla="*/ 0 w 29"/>
                  <a:gd name="T11" fmla="*/ 8 h 38"/>
                  <a:gd name="T12" fmla="*/ 8 w 29"/>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29" h="38">
                    <a:moveTo>
                      <a:pt x="8" y="0"/>
                    </a:moveTo>
                    <a:lnTo>
                      <a:pt x="20" y="0"/>
                    </a:lnTo>
                    <a:lnTo>
                      <a:pt x="29" y="8"/>
                    </a:lnTo>
                    <a:lnTo>
                      <a:pt x="29" y="38"/>
                    </a:lnTo>
                    <a:lnTo>
                      <a:pt x="0" y="38"/>
                    </a:lnTo>
                    <a:lnTo>
                      <a:pt x="0" y="8"/>
                    </a:lnTo>
                    <a:lnTo>
                      <a:pt x="8"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4" name="îṩḻíḓe"/>
              <p:cNvSpPr/>
              <p:nvPr/>
            </p:nvSpPr>
            <p:spPr bwMode="auto">
              <a:xfrm>
                <a:off x="3994151" y="3484563"/>
                <a:ext cx="46038" cy="60325"/>
              </a:xfrm>
              <a:custGeom>
                <a:avLst/>
                <a:gdLst>
                  <a:gd name="T0" fmla="*/ 8 w 29"/>
                  <a:gd name="T1" fmla="*/ 0 h 38"/>
                  <a:gd name="T2" fmla="*/ 18 w 29"/>
                  <a:gd name="T3" fmla="*/ 0 h 38"/>
                  <a:gd name="T4" fmla="*/ 29 w 29"/>
                  <a:gd name="T5" fmla="*/ 8 h 38"/>
                  <a:gd name="T6" fmla="*/ 29 w 29"/>
                  <a:gd name="T7" fmla="*/ 38 h 38"/>
                  <a:gd name="T8" fmla="*/ 0 w 29"/>
                  <a:gd name="T9" fmla="*/ 38 h 38"/>
                  <a:gd name="T10" fmla="*/ 0 w 29"/>
                  <a:gd name="T11" fmla="*/ 8 h 38"/>
                  <a:gd name="T12" fmla="*/ 8 w 29"/>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29" h="38">
                    <a:moveTo>
                      <a:pt x="8" y="0"/>
                    </a:moveTo>
                    <a:lnTo>
                      <a:pt x="18" y="0"/>
                    </a:lnTo>
                    <a:lnTo>
                      <a:pt x="29" y="8"/>
                    </a:lnTo>
                    <a:lnTo>
                      <a:pt x="29" y="38"/>
                    </a:lnTo>
                    <a:lnTo>
                      <a:pt x="0" y="38"/>
                    </a:lnTo>
                    <a:lnTo>
                      <a:pt x="0" y="8"/>
                    </a:lnTo>
                    <a:lnTo>
                      <a:pt x="8"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5" name="î$1îdè"/>
              <p:cNvSpPr/>
              <p:nvPr/>
            </p:nvSpPr>
            <p:spPr bwMode="auto">
              <a:xfrm>
                <a:off x="3851276" y="3484563"/>
                <a:ext cx="122238" cy="60325"/>
              </a:xfrm>
              <a:custGeom>
                <a:avLst/>
                <a:gdLst>
                  <a:gd name="T0" fmla="*/ 9 w 77"/>
                  <a:gd name="T1" fmla="*/ 0 h 38"/>
                  <a:gd name="T2" fmla="*/ 69 w 77"/>
                  <a:gd name="T3" fmla="*/ 0 h 38"/>
                  <a:gd name="T4" fmla="*/ 77 w 77"/>
                  <a:gd name="T5" fmla="*/ 8 h 38"/>
                  <a:gd name="T6" fmla="*/ 77 w 77"/>
                  <a:gd name="T7" fmla="*/ 38 h 38"/>
                  <a:gd name="T8" fmla="*/ 0 w 77"/>
                  <a:gd name="T9" fmla="*/ 38 h 38"/>
                  <a:gd name="T10" fmla="*/ 0 w 77"/>
                  <a:gd name="T11" fmla="*/ 8 h 38"/>
                  <a:gd name="T12" fmla="*/ 9 w 77"/>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77" h="38">
                    <a:moveTo>
                      <a:pt x="9" y="0"/>
                    </a:moveTo>
                    <a:lnTo>
                      <a:pt x="69" y="0"/>
                    </a:lnTo>
                    <a:lnTo>
                      <a:pt x="77" y="8"/>
                    </a:lnTo>
                    <a:lnTo>
                      <a:pt x="77" y="38"/>
                    </a:lnTo>
                    <a:lnTo>
                      <a:pt x="0" y="38"/>
                    </a:lnTo>
                    <a:lnTo>
                      <a:pt x="0" y="8"/>
                    </a:lnTo>
                    <a:lnTo>
                      <a:pt x="9"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6" name="iśľïḓe"/>
              <p:cNvSpPr/>
              <p:nvPr/>
            </p:nvSpPr>
            <p:spPr bwMode="auto">
              <a:xfrm>
                <a:off x="4046538" y="3484563"/>
                <a:ext cx="6350"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7" name="iṣļïḑè"/>
              <p:cNvSpPr/>
              <p:nvPr/>
            </p:nvSpPr>
            <p:spPr bwMode="auto">
              <a:xfrm>
                <a:off x="3838576" y="3484563"/>
                <a:ext cx="6350"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8" name="iṡḷidé"/>
              <p:cNvSpPr/>
              <p:nvPr/>
            </p:nvSpPr>
            <p:spPr bwMode="auto">
              <a:xfrm>
                <a:off x="3979863" y="3484563"/>
                <a:ext cx="3175"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9" name="íṡḷíḋe"/>
              <p:cNvSpPr/>
              <p:nvPr/>
            </p:nvSpPr>
            <p:spPr bwMode="auto">
              <a:xfrm>
                <a:off x="3811588" y="3551238"/>
                <a:ext cx="20478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0" name="íŝ1iḑê"/>
              <p:cNvSpPr/>
              <p:nvPr/>
            </p:nvSpPr>
            <p:spPr bwMode="auto">
              <a:xfrm>
                <a:off x="3805238" y="3557588"/>
                <a:ext cx="214313"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1" name="îṩḷiḑe"/>
              <p:cNvSpPr/>
              <p:nvPr/>
            </p:nvSpPr>
            <p:spPr bwMode="auto">
              <a:xfrm>
                <a:off x="3802063" y="3567113"/>
                <a:ext cx="220663" cy="1588"/>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2" name="iṧḻiḑê"/>
              <p:cNvSpPr/>
              <p:nvPr/>
            </p:nvSpPr>
            <p:spPr bwMode="auto">
              <a:xfrm>
                <a:off x="3802063" y="3570288"/>
                <a:ext cx="22383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3" name="ïṣḻîḋè"/>
              <p:cNvSpPr/>
              <p:nvPr/>
            </p:nvSpPr>
            <p:spPr bwMode="auto">
              <a:xfrm>
                <a:off x="3795713" y="3581400"/>
                <a:ext cx="234950"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4" name="îṡ1îḍé"/>
              <p:cNvSpPr/>
              <p:nvPr/>
            </p:nvSpPr>
            <p:spPr bwMode="auto">
              <a:xfrm>
                <a:off x="3633788" y="3587750"/>
                <a:ext cx="560388" cy="6350"/>
              </a:xfrm>
              <a:custGeom>
                <a:avLst/>
                <a:gdLst>
                  <a:gd name="T0" fmla="*/ 0 w 353"/>
                  <a:gd name="T1" fmla="*/ 0 h 4"/>
                  <a:gd name="T2" fmla="*/ 353 w 353"/>
                  <a:gd name="T3" fmla="*/ 0 h 4"/>
                  <a:gd name="T4" fmla="*/ 351 w 353"/>
                  <a:gd name="T5" fmla="*/ 4 h 4"/>
                  <a:gd name="T6" fmla="*/ 2 w 353"/>
                  <a:gd name="T7" fmla="*/ 4 h 4"/>
                  <a:gd name="T8" fmla="*/ 0 w 353"/>
                  <a:gd name="T9" fmla="*/ 0 h 4"/>
                </a:gdLst>
                <a:ahLst/>
                <a:cxnLst>
                  <a:cxn ang="0">
                    <a:pos x="T0" y="T1"/>
                  </a:cxn>
                  <a:cxn ang="0">
                    <a:pos x="T2" y="T3"/>
                  </a:cxn>
                  <a:cxn ang="0">
                    <a:pos x="T4" y="T5"/>
                  </a:cxn>
                  <a:cxn ang="0">
                    <a:pos x="T6" y="T7"/>
                  </a:cxn>
                  <a:cxn ang="0">
                    <a:pos x="T8" y="T9"/>
                  </a:cxn>
                </a:cxnLst>
                <a:rect l="0" t="0" r="r" b="b"/>
                <a:pathLst>
                  <a:path w="353" h="4">
                    <a:moveTo>
                      <a:pt x="0" y="0"/>
                    </a:moveTo>
                    <a:lnTo>
                      <a:pt x="353" y="0"/>
                    </a:lnTo>
                    <a:lnTo>
                      <a:pt x="351" y="4"/>
                    </a:lnTo>
                    <a:lnTo>
                      <a:pt x="2" y="4"/>
                    </a:lnTo>
                    <a:lnTo>
                      <a:pt x="0" y="0"/>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15" name="îš1íḑe"/>
              <p:cNvSpPr/>
              <p:nvPr/>
            </p:nvSpPr>
            <p:spPr bwMode="auto">
              <a:xfrm>
                <a:off x="3640138" y="3600450"/>
                <a:ext cx="547688" cy="6350"/>
              </a:xfrm>
              <a:custGeom>
                <a:avLst/>
                <a:gdLst>
                  <a:gd name="T0" fmla="*/ 0 w 345"/>
                  <a:gd name="T1" fmla="*/ 0 h 4"/>
                  <a:gd name="T2" fmla="*/ 345 w 345"/>
                  <a:gd name="T3" fmla="*/ 0 h 4"/>
                  <a:gd name="T4" fmla="*/ 343 w 345"/>
                  <a:gd name="T5" fmla="*/ 4 h 4"/>
                  <a:gd name="T6" fmla="*/ 2 w 345"/>
                  <a:gd name="T7" fmla="*/ 4 h 4"/>
                  <a:gd name="T8" fmla="*/ 0 w 345"/>
                  <a:gd name="T9" fmla="*/ 0 h 4"/>
                </a:gdLst>
                <a:ahLst/>
                <a:cxnLst>
                  <a:cxn ang="0">
                    <a:pos x="T0" y="T1"/>
                  </a:cxn>
                  <a:cxn ang="0">
                    <a:pos x="T2" y="T3"/>
                  </a:cxn>
                  <a:cxn ang="0">
                    <a:pos x="T4" y="T5"/>
                  </a:cxn>
                  <a:cxn ang="0">
                    <a:pos x="T6" y="T7"/>
                  </a:cxn>
                  <a:cxn ang="0">
                    <a:pos x="T8" y="T9"/>
                  </a:cxn>
                </a:cxnLst>
                <a:rect l="0" t="0" r="r" b="b"/>
                <a:pathLst>
                  <a:path w="345" h="4">
                    <a:moveTo>
                      <a:pt x="0" y="0"/>
                    </a:moveTo>
                    <a:lnTo>
                      <a:pt x="345" y="0"/>
                    </a:lnTo>
                    <a:lnTo>
                      <a:pt x="343" y="4"/>
                    </a:lnTo>
                    <a:lnTo>
                      <a:pt x="2" y="4"/>
                    </a:lnTo>
                    <a:lnTo>
                      <a:pt x="0" y="0"/>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16" name="iš1ïḍe"/>
              <p:cNvSpPr/>
              <p:nvPr/>
            </p:nvSpPr>
            <p:spPr bwMode="auto">
              <a:xfrm>
                <a:off x="3736976" y="3406775"/>
                <a:ext cx="352425" cy="4763"/>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7" name="îSḻîde"/>
              <p:cNvSpPr/>
              <p:nvPr/>
            </p:nvSpPr>
            <p:spPr bwMode="auto">
              <a:xfrm>
                <a:off x="3746501" y="3417888"/>
                <a:ext cx="3333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8" name="î$ḻîḑé"/>
              <p:cNvSpPr/>
              <p:nvPr/>
            </p:nvSpPr>
            <p:spPr bwMode="auto">
              <a:xfrm>
                <a:off x="3805238" y="3417888"/>
                <a:ext cx="211138" cy="1588"/>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9" name="íŝļïḓe"/>
              <p:cNvSpPr/>
              <p:nvPr/>
            </p:nvSpPr>
            <p:spPr bwMode="auto">
              <a:xfrm>
                <a:off x="3811588"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20" name="îS1iḍé"/>
              <p:cNvSpPr/>
              <p:nvPr/>
            </p:nvSpPr>
            <p:spPr bwMode="auto">
              <a:xfrm>
                <a:off x="3802063"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21" name="išlïdé"/>
              <p:cNvSpPr/>
              <p:nvPr/>
            </p:nvSpPr>
            <p:spPr bwMode="auto">
              <a:xfrm>
                <a:off x="3789363" y="3421063"/>
                <a:ext cx="6350"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22" name="ïSlïde"/>
              <p:cNvSpPr/>
              <p:nvPr/>
            </p:nvSpPr>
            <p:spPr bwMode="auto">
              <a:xfrm>
                <a:off x="3822701"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3" name="îşľïďe"/>
              <p:cNvSpPr/>
              <p:nvPr/>
            </p:nvSpPr>
            <p:spPr bwMode="auto">
              <a:xfrm>
                <a:off x="3832226"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4" name="ïşľíďê"/>
              <p:cNvSpPr/>
              <p:nvPr/>
            </p:nvSpPr>
            <p:spPr bwMode="auto">
              <a:xfrm>
                <a:off x="38449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5" name="íś1ïdè"/>
              <p:cNvSpPr/>
              <p:nvPr/>
            </p:nvSpPr>
            <p:spPr bwMode="auto">
              <a:xfrm>
                <a:off x="3854451"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0" y="0"/>
                      <a:pt x="1" y="0"/>
                      <a:pt x="2" y="0"/>
                    </a:cubicBezTo>
                    <a:cubicBezTo>
                      <a:pt x="2" y="3"/>
                      <a:pt x="2" y="6"/>
                      <a:pt x="2"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6" name="iṩḷiḍe"/>
              <p:cNvSpPr/>
              <p:nvPr/>
            </p:nvSpPr>
            <p:spPr bwMode="auto">
              <a:xfrm>
                <a:off x="3865563"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7" name="ïŝ1iďè"/>
              <p:cNvSpPr/>
              <p:nvPr/>
            </p:nvSpPr>
            <p:spPr bwMode="auto">
              <a:xfrm>
                <a:off x="3878263"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8" name="íṩļíḋê"/>
              <p:cNvSpPr/>
              <p:nvPr/>
            </p:nvSpPr>
            <p:spPr bwMode="auto">
              <a:xfrm>
                <a:off x="3887788"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9" name="ïṧ1ïdè"/>
              <p:cNvSpPr/>
              <p:nvPr/>
            </p:nvSpPr>
            <p:spPr bwMode="auto">
              <a:xfrm>
                <a:off x="3897313"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0" name="íŝḻîḍé"/>
              <p:cNvSpPr/>
              <p:nvPr/>
            </p:nvSpPr>
            <p:spPr bwMode="auto">
              <a:xfrm>
                <a:off x="3908426"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1" name="îşḻïḓé"/>
              <p:cNvSpPr/>
              <p:nvPr/>
            </p:nvSpPr>
            <p:spPr bwMode="auto">
              <a:xfrm>
                <a:off x="39211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2" name="íśļíďè"/>
              <p:cNvSpPr/>
              <p:nvPr/>
            </p:nvSpPr>
            <p:spPr bwMode="auto">
              <a:xfrm>
                <a:off x="3930651"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3" name="iŝ1ïdé"/>
              <p:cNvSpPr/>
              <p:nvPr/>
            </p:nvSpPr>
            <p:spPr bwMode="auto">
              <a:xfrm>
                <a:off x="3940176"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4" name="is1ídè"/>
              <p:cNvSpPr/>
              <p:nvPr/>
            </p:nvSpPr>
            <p:spPr bwMode="auto">
              <a:xfrm>
                <a:off x="3951288"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2" y="0"/>
                      <a:pt x="2" y="0"/>
                    </a:cubicBezTo>
                    <a:cubicBezTo>
                      <a:pt x="2" y="3"/>
                      <a:pt x="2" y="6"/>
                      <a:pt x="2" y="9"/>
                    </a:cubicBezTo>
                    <a:cubicBezTo>
                      <a:pt x="2"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5" name="islíďê"/>
              <p:cNvSpPr/>
              <p:nvPr/>
            </p:nvSpPr>
            <p:spPr bwMode="auto">
              <a:xfrm>
                <a:off x="3963988"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6" name="iṩlíḑê"/>
              <p:cNvSpPr/>
              <p:nvPr/>
            </p:nvSpPr>
            <p:spPr bwMode="auto">
              <a:xfrm>
                <a:off x="3973513"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7" name="îṥḷïďê"/>
              <p:cNvSpPr/>
              <p:nvPr/>
            </p:nvSpPr>
            <p:spPr bwMode="auto">
              <a:xfrm>
                <a:off x="3983038"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8" name="íṥḻïďè"/>
              <p:cNvSpPr/>
              <p:nvPr/>
            </p:nvSpPr>
            <p:spPr bwMode="auto">
              <a:xfrm>
                <a:off x="39973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9" name="íṡḷíḍè"/>
              <p:cNvSpPr/>
              <p:nvPr/>
            </p:nvSpPr>
            <p:spPr bwMode="auto">
              <a:xfrm>
                <a:off x="4006851"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0" name="î$ḷîḑé"/>
              <p:cNvSpPr/>
              <p:nvPr/>
            </p:nvSpPr>
            <p:spPr bwMode="auto">
              <a:xfrm>
                <a:off x="4016376" y="3421063"/>
                <a:ext cx="6350"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1" name="í$ľîdè"/>
              <p:cNvSpPr/>
              <p:nvPr/>
            </p:nvSpPr>
            <p:spPr bwMode="auto">
              <a:xfrm>
                <a:off x="4025901" y="3421063"/>
                <a:ext cx="7938"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2" name="iṥ1iḍè"/>
              <p:cNvSpPr/>
              <p:nvPr/>
            </p:nvSpPr>
            <p:spPr bwMode="auto">
              <a:xfrm>
                <a:off x="4040188" y="3417888"/>
                <a:ext cx="3968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3" name="ïslidé"/>
              <p:cNvSpPr/>
              <p:nvPr/>
            </p:nvSpPr>
            <p:spPr bwMode="auto">
              <a:xfrm>
                <a:off x="3679826"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4" name="íṡlïďè"/>
              <p:cNvSpPr/>
              <p:nvPr/>
            </p:nvSpPr>
            <p:spPr bwMode="auto">
              <a:xfrm>
                <a:off x="3884613" y="3490913"/>
                <a:ext cx="55563" cy="53975"/>
              </a:xfrm>
              <a:custGeom>
                <a:avLst/>
                <a:gdLst>
                  <a:gd name="T0" fmla="*/ 0 w 35"/>
                  <a:gd name="T1" fmla="*/ 0 h 34"/>
                  <a:gd name="T2" fmla="*/ 35 w 35"/>
                  <a:gd name="T3" fmla="*/ 0 h 34"/>
                  <a:gd name="T4" fmla="*/ 35 w 35"/>
                  <a:gd name="T5" fmla="*/ 34 h 34"/>
                  <a:gd name="T6" fmla="*/ 0 w 35"/>
                  <a:gd name="T7" fmla="*/ 34 h 34"/>
                  <a:gd name="T8" fmla="*/ 0 w 35"/>
                  <a:gd name="T9" fmla="*/ 0 h 34"/>
                  <a:gd name="T10" fmla="*/ 0 w 35"/>
                  <a:gd name="T11" fmla="*/ 0 h 34"/>
                  <a:gd name="T12" fmla="*/ 4 w 35"/>
                  <a:gd name="T13" fmla="*/ 8 h 34"/>
                  <a:gd name="T14" fmla="*/ 4 w 35"/>
                  <a:gd name="T15" fmla="*/ 27 h 34"/>
                  <a:gd name="T16" fmla="*/ 8 w 35"/>
                  <a:gd name="T17" fmla="*/ 27 h 34"/>
                  <a:gd name="T18" fmla="*/ 8 w 35"/>
                  <a:gd name="T19" fmla="*/ 8 h 34"/>
                  <a:gd name="T20" fmla="*/ 4 w 35"/>
                  <a:gd name="T21" fmla="*/ 8 h 34"/>
                  <a:gd name="T22" fmla="*/ 4 w 35"/>
                  <a:gd name="T23" fmla="*/ 8 h 34"/>
                  <a:gd name="T24" fmla="*/ 29 w 35"/>
                  <a:gd name="T25" fmla="*/ 8 h 34"/>
                  <a:gd name="T26" fmla="*/ 29 w 35"/>
                  <a:gd name="T27" fmla="*/ 27 h 34"/>
                  <a:gd name="T28" fmla="*/ 31 w 35"/>
                  <a:gd name="T29" fmla="*/ 27 h 34"/>
                  <a:gd name="T30" fmla="*/ 31 w 35"/>
                  <a:gd name="T31" fmla="*/ 8 h 34"/>
                  <a:gd name="T32" fmla="*/ 29 w 35"/>
                  <a:gd name="T33" fmla="*/ 8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35" h="34">
                    <a:moveTo>
                      <a:pt x="0" y="0"/>
                    </a:moveTo>
                    <a:lnTo>
                      <a:pt x="35" y="0"/>
                    </a:lnTo>
                    <a:lnTo>
                      <a:pt x="35" y="34"/>
                    </a:lnTo>
                    <a:lnTo>
                      <a:pt x="0" y="34"/>
                    </a:lnTo>
                    <a:lnTo>
                      <a:pt x="0" y="0"/>
                    </a:lnTo>
                    <a:lnTo>
                      <a:pt x="0" y="0"/>
                    </a:lnTo>
                    <a:close/>
                    <a:moveTo>
                      <a:pt x="4" y="8"/>
                    </a:moveTo>
                    <a:lnTo>
                      <a:pt x="4" y="27"/>
                    </a:lnTo>
                    <a:lnTo>
                      <a:pt x="8" y="27"/>
                    </a:lnTo>
                    <a:lnTo>
                      <a:pt x="8" y="8"/>
                    </a:lnTo>
                    <a:lnTo>
                      <a:pt x="4" y="8"/>
                    </a:lnTo>
                    <a:lnTo>
                      <a:pt x="4" y="8"/>
                    </a:lnTo>
                    <a:close/>
                    <a:moveTo>
                      <a:pt x="29" y="8"/>
                    </a:moveTo>
                    <a:lnTo>
                      <a:pt x="29" y="27"/>
                    </a:lnTo>
                    <a:lnTo>
                      <a:pt x="31" y="27"/>
                    </a:lnTo>
                    <a:lnTo>
                      <a:pt x="31" y="8"/>
                    </a:lnTo>
                    <a:lnTo>
                      <a:pt x="29" y="8"/>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45" name="iṧ1ïḓè"/>
              <p:cNvSpPr/>
              <p:nvPr/>
            </p:nvSpPr>
            <p:spPr bwMode="auto">
              <a:xfrm>
                <a:off x="3551238" y="3067050"/>
                <a:ext cx="722313" cy="727075"/>
              </a:xfrm>
              <a:custGeom>
                <a:avLst/>
                <a:gdLst>
                  <a:gd name="T0" fmla="*/ 109 w 219"/>
                  <a:gd name="T1" fmla="*/ 0 h 218"/>
                  <a:gd name="T2" fmla="*/ 219 w 219"/>
                  <a:gd name="T3" fmla="*/ 109 h 218"/>
                  <a:gd name="T4" fmla="*/ 109 w 219"/>
                  <a:gd name="T5" fmla="*/ 218 h 218"/>
                  <a:gd name="T6" fmla="*/ 0 w 219"/>
                  <a:gd name="T7" fmla="*/ 109 h 218"/>
                  <a:gd name="T8" fmla="*/ 109 w 219"/>
                  <a:gd name="T9" fmla="*/ 0 h 218"/>
                  <a:gd name="T10" fmla="*/ 109 w 219"/>
                  <a:gd name="T11" fmla="*/ 3 h 218"/>
                  <a:gd name="T12" fmla="*/ 4 w 219"/>
                  <a:gd name="T13" fmla="*/ 109 h 218"/>
                  <a:gd name="T14" fmla="*/ 109 w 219"/>
                  <a:gd name="T15" fmla="*/ 215 h 218"/>
                  <a:gd name="T16" fmla="*/ 215 w 219"/>
                  <a:gd name="T17" fmla="*/ 109 h 218"/>
                  <a:gd name="T18" fmla="*/ 109 w 219"/>
                  <a:gd name="T19" fmla="*/ 3 h 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9" h="218">
                    <a:moveTo>
                      <a:pt x="109" y="0"/>
                    </a:moveTo>
                    <a:cubicBezTo>
                      <a:pt x="170" y="0"/>
                      <a:pt x="219" y="49"/>
                      <a:pt x="219" y="109"/>
                    </a:cubicBezTo>
                    <a:cubicBezTo>
                      <a:pt x="219" y="169"/>
                      <a:pt x="170" y="218"/>
                      <a:pt x="109" y="218"/>
                    </a:cubicBezTo>
                    <a:cubicBezTo>
                      <a:pt x="49" y="218"/>
                      <a:pt x="0" y="169"/>
                      <a:pt x="0" y="109"/>
                    </a:cubicBezTo>
                    <a:cubicBezTo>
                      <a:pt x="0" y="49"/>
                      <a:pt x="49" y="0"/>
                      <a:pt x="109" y="0"/>
                    </a:cubicBezTo>
                    <a:close/>
                    <a:moveTo>
                      <a:pt x="109" y="3"/>
                    </a:moveTo>
                    <a:cubicBezTo>
                      <a:pt x="51" y="3"/>
                      <a:pt x="4" y="51"/>
                      <a:pt x="4" y="109"/>
                    </a:cubicBezTo>
                    <a:cubicBezTo>
                      <a:pt x="4" y="167"/>
                      <a:pt x="51" y="215"/>
                      <a:pt x="109" y="215"/>
                    </a:cubicBezTo>
                    <a:cubicBezTo>
                      <a:pt x="168" y="215"/>
                      <a:pt x="215" y="167"/>
                      <a:pt x="215" y="109"/>
                    </a:cubicBezTo>
                    <a:cubicBezTo>
                      <a:pt x="215" y="51"/>
                      <a:pt x="168" y="3"/>
                      <a:pt x="109" y="3"/>
                    </a:cubicBez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nvGrpSpPr>
            <p:cNvPr id="247" name="íşḷïḑe"/>
            <p:cNvGrpSpPr/>
            <p:nvPr userDrawn="1"/>
          </p:nvGrpSpPr>
          <p:grpSpPr>
            <a:xfrm>
              <a:off x="4894762" y="471192"/>
              <a:ext cx="4437911" cy="1614111"/>
              <a:chOff x="4412452" y="3106738"/>
              <a:chExt cx="2312689" cy="841148"/>
            </a:xfrm>
          </p:grpSpPr>
          <p:grpSp>
            <p:nvGrpSpPr>
              <p:cNvPr id="248" name="îṥľíḑé"/>
              <p:cNvGrpSpPr/>
              <p:nvPr/>
            </p:nvGrpSpPr>
            <p:grpSpPr>
              <a:xfrm>
                <a:off x="4422776" y="3106738"/>
                <a:ext cx="2293937" cy="617538"/>
                <a:chOff x="4422776" y="3106738"/>
                <a:chExt cx="2293937" cy="617538"/>
              </a:xfrm>
            </p:grpSpPr>
            <p:sp>
              <p:nvSpPr>
                <p:cNvPr id="265" name="išḻiḑé"/>
                <p:cNvSpPr/>
                <p:nvPr/>
              </p:nvSpPr>
              <p:spPr bwMode="auto">
                <a:xfrm>
                  <a:off x="4811713" y="3200400"/>
                  <a:ext cx="49213" cy="100013"/>
                </a:xfrm>
                <a:custGeom>
                  <a:avLst/>
                  <a:gdLst>
                    <a:gd name="T0" fmla="*/ 0 w 15"/>
                    <a:gd name="T1" fmla="*/ 1 h 30"/>
                    <a:gd name="T2" fmla="*/ 1 w 15"/>
                    <a:gd name="T3" fmla="*/ 12 h 30"/>
                    <a:gd name="T4" fmla="*/ 0 w 15"/>
                    <a:gd name="T5" fmla="*/ 21 h 30"/>
                    <a:gd name="T6" fmla="*/ 2 w 15"/>
                    <a:gd name="T7" fmla="*/ 28 h 30"/>
                    <a:gd name="T8" fmla="*/ 7 w 15"/>
                    <a:gd name="T9" fmla="*/ 30 h 30"/>
                    <a:gd name="T10" fmla="*/ 12 w 15"/>
                    <a:gd name="T11" fmla="*/ 26 h 30"/>
                    <a:gd name="T12" fmla="*/ 15 w 15"/>
                    <a:gd name="T13" fmla="*/ 18 h 30"/>
                    <a:gd name="T14" fmla="*/ 3 w 15"/>
                    <a:gd name="T15" fmla="*/ 0 h 30"/>
                    <a:gd name="T16" fmla="*/ 0 w 15"/>
                    <a:gd name="T17" fmla="*/ 1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5" h="30">
                      <a:moveTo>
                        <a:pt x="0" y="1"/>
                      </a:moveTo>
                      <a:cubicBezTo>
                        <a:pt x="1" y="12"/>
                        <a:pt x="1" y="12"/>
                        <a:pt x="1" y="12"/>
                      </a:cubicBezTo>
                      <a:cubicBezTo>
                        <a:pt x="1" y="13"/>
                        <a:pt x="0" y="18"/>
                        <a:pt x="0" y="21"/>
                      </a:cubicBezTo>
                      <a:cubicBezTo>
                        <a:pt x="0" y="24"/>
                        <a:pt x="2" y="25"/>
                        <a:pt x="2" y="28"/>
                      </a:cubicBezTo>
                      <a:cubicBezTo>
                        <a:pt x="7" y="30"/>
                        <a:pt x="7" y="30"/>
                        <a:pt x="7" y="30"/>
                      </a:cubicBezTo>
                      <a:cubicBezTo>
                        <a:pt x="9" y="27"/>
                        <a:pt x="10" y="29"/>
                        <a:pt x="12" y="26"/>
                      </a:cubicBezTo>
                      <a:cubicBezTo>
                        <a:pt x="14" y="23"/>
                        <a:pt x="14" y="21"/>
                        <a:pt x="15" y="18"/>
                      </a:cubicBezTo>
                      <a:cubicBezTo>
                        <a:pt x="12" y="7"/>
                        <a:pt x="13" y="5"/>
                        <a:pt x="3" y="0"/>
                      </a:cubicBezTo>
                      <a:lnTo>
                        <a:pt x="0" y="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6" name="íṥľíďè"/>
                <p:cNvSpPr/>
                <p:nvPr/>
              </p:nvSpPr>
              <p:spPr bwMode="auto">
                <a:xfrm>
                  <a:off x="5221288" y="3184525"/>
                  <a:ext cx="36513" cy="122238"/>
                </a:xfrm>
                <a:custGeom>
                  <a:avLst/>
                  <a:gdLst>
                    <a:gd name="T0" fmla="*/ 0 w 11"/>
                    <a:gd name="T1" fmla="*/ 3 h 37"/>
                    <a:gd name="T2" fmla="*/ 2 w 11"/>
                    <a:gd name="T3" fmla="*/ 14 h 37"/>
                    <a:gd name="T4" fmla="*/ 0 w 11"/>
                    <a:gd name="T5" fmla="*/ 33 h 37"/>
                    <a:gd name="T6" fmla="*/ 0 w 11"/>
                    <a:gd name="T7" fmla="*/ 36 h 37"/>
                    <a:gd name="T8" fmla="*/ 2 w 11"/>
                    <a:gd name="T9" fmla="*/ 37 h 37"/>
                    <a:gd name="T10" fmla="*/ 8 w 11"/>
                    <a:gd name="T11" fmla="*/ 27 h 37"/>
                    <a:gd name="T12" fmla="*/ 11 w 11"/>
                    <a:gd name="T13" fmla="*/ 17 h 37"/>
                    <a:gd name="T14" fmla="*/ 11 w 11"/>
                    <a:gd name="T15" fmla="*/ 15 h 37"/>
                    <a:gd name="T16" fmla="*/ 7 w 11"/>
                    <a:gd name="T17" fmla="*/ 2 h 37"/>
                    <a:gd name="T18" fmla="*/ 2 w 11"/>
                    <a:gd name="T19" fmla="*/ 0 h 37"/>
                    <a:gd name="T20" fmla="*/ 0 w 11"/>
                    <a:gd name="T21" fmla="*/ 3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1" h="37">
                      <a:moveTo>
                        <a:pt x="0" y="3"/>
                      </a:moveTo>
                      <a:cubicBezTo>
                        <a:pt x="2" y="14"/>
                        <a:pt x="2" y="14"/>
                        <a:pt x="2" y="14"/>
                      </a:cubicBezTo>
                      <a:cubicBezTo>
                        <a:pt x="2" y="19"/>
                        <a:pt x="0" y="27"/>
                        <a:pt x="0" y="33"/>
                      </a:cubicBezTo>
                      <a:cubicBezTo>
                        <a:pt x="0" y="36"/>
                        <a:pt x="0" y="36"/>
                        <a:pt x="0" y="36"/>
                      </a:cubicBezTo>
                      <a:cubicBezTo>
                        <a:pt x="2" y="36"/>
                        <a:pt x="1" y="37"/>
                        <a:pt x="2" y="37"/>
                      </a:cubicBezTo>
                      <a:cubicBezTo>
                        <a:pt x="3" y="37"/>
                        <a:pt x="7" y="28"/>
                        <a:pt x="8" y="27"/>
                      </a:cubicBezTo>
                      <a:cubicBezTo>
                        <a:pt x="9" y="24"/>
                        <a:pt x="11" y="21"/>
                        <a:pt x="11" y="17"/>
                      </a:cubicBezTo>
                      <a:cubicBezTo>
                        <a:pt x="11" y="15"/>
                        <a:pt x="11" y="15"/>
                        <a:pt x="11" y="15"/>
                      </a:cubicBezTo>
                      <a:cubicBezTo>
                        <a:pt x="11" y="7"/>
                        <a:pt x="8" y="7"/>
                        <a:pt x="7" y="2"/>
                      </a:cubicBezTo>
                      <a:cubicBezTo>
                        <a:pt x="2" y="0"/>
                        <a:pt x="2" y="0"/>
                        <a:pt x="2" y="0"/>
                      </a:cubicBezTo>
                      <a:cubicBezTo>
                        <a:pt x="2" y="1"/>
                        <a:pt x="0" y="1"/>
                        <a:pt x="0" y="3"/>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7" name="íś1iḑe"/>
                <p:cNvSpPr/>
                <p:nvPr/>
              </p:nvSpPr>
              <p:spPr bwMode="auto">
                <a:xfrm>
                  <a:off x="4554538" y="3251200"/>
                  <a:ext cx="119063" cy="58738"/>
                </a:xfrm>
                <a:custGeom>
                  <a:avLst/>
                  <a:gdLst>
                    <a:gd name="T0" fmla="*/ 0 w 36"/>
                    <a:gd name="T1" fmla="*/ 15 h 18"/>
                    <a:gd name="T2" fmla="*/ 2 w 36"/>
                    <a:gd name="T3" fmla="*/ 16 h 18"/>
                    <a:gd name="T4" fmla="*/ 13 w 36"/>
                    <a:gd name="T5" fmla="*/ 18 h 18"/>
                    <a:gd name="T6" fmla="*/ 16 w 36"/>
                    <a:gd name="T7" fmla="*/ 18 h 18"/>
                    <a:gd name="T8" fmla="*/ 22 w 36"/>
                    <a:gd name="T9" fmla="*/ 17 h 18"/>
                    <a:gd name="T10" fmla="*/ 23 w 36"/>
                    <a:gd name="T11" fmla="*/ 17 h 18"/>
                    <a:gd name="T12" fmla="*/ 30 w 36"/>
                    <a:gd name="T13" fmla="*/ 13 h 18"/>
                    <a:gd name="T14" fmla="*/ 36 w 36"/>
                    <a:gd name="T15" fmla="*/ 8 h 18"/>
                    <a:gd name="T16" fmla="*/ 36 w 36"/>
                    <a:gd name="T17" fmla="*/ 7 h 18"/>
                    <a:gd name="T18" fmla="*/ 36 w 36"/>
                    <a:gd name="T19" fmla="*/ 4 h 18"/>
                    <a:gd name="T20" fmla="*/ 32 w 36"/>
                    <a:gd name="T21" fmla="*/ 0 h 18"/>
                    <a:gd name="T22" fmla="*/ 24 w 36"/>
                    <a:gd name="T23" fmla="*/ 3 h 18"/>
                    <a:gd name="T24" fmla="*/ 16 w 36"/>
                    <a:gd name="T25" fmla="*/ 7 h 18"/>
                    <a:gd name="T26" fmla="*/ 0 w 36"/>
                    <a:gd name="T27" fmla="*/ 15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6" h="18">
                      <a:moveTo>
                        <a:pt x="0" y="15"/>
                      </a:moveTo>
                      <a:cubicBezTo>
                        <a:pt x="1" y="16"/>
                        <a:pt x="1" y="16"/>
                        <a:pt x="2" y="16"/>
                      </a:cubicBezTo>
                      <a:cubicBezTo>
                        <a:pt x="6" y="16"/>
                        <a:pt x="9" y="18"/>
                        <a:pt x="13" y="18"/>
                      </a:cubicBezTo>
                      <a:cubicBezTo>
                        <a:pt x="16" y="18"/>
                        <a:pt x="16" y="18"/>
                        <a:pt x="16" y="18"/>
                      </a:cubicBezTo>
                      <a:cubicBezTo>
                        <a:pt x="22" y="17"/>
                        <a:pt x="22" y="17"/>
                        <a:pt x="22" y="17"/>
                      </a:cubicBezTo>
                      <a:cubicBezTo>
                        <a:pt x="23" y="17"/>
                        <a:pt x="23" y="17"/>
                        <a:pt x="23" y="17"/>
                      </a:cubicBezTo>
                      <a:cubicBezTo>
                        <a:pt x="26" y="16"/>
                        <a:pt x="28" y="14"/>
                        <a:pt x="30" y="13"/>
                      </a:cubicBezTo>
                      <a:cubicBezTo>
                        <a:pt x="34" y="11"/>
                        <a:pt x="33" y="10"/>
                        <a:pt x="36" y="8"/>
                      </a:cubicBezTo>
                      <a:cubicBezTo>
                        <a:pt x="36" y="7"/>
                        <a:pt x="36" y="7"/>
                        <a:pt x="36" y="7"/>
                      </a:cubicBezTo>
                      <a:cubicBezTo>
                        <a:pt x="36" y="4"/>
                        <a:pt x="36" y="4"/>
                        <a:pt x="36" y="4"/>
                      </a:cubicBezTo>
                      <a:cubicBezTo>
                        <a:pt x="36" y="1"/>
                        <a:pt x="33" y="2"/>
                        <a:pt x="32" y="0"/>
                      </a:cubicBezTo>
                      <a:cubicBezTo>
                        <a:pt x="29" y="1"/>
                        <a:pt x="27" y="1"/>
                        <a:pt x="24" y="3"/>
                      </a:cubicBezTo>
                      <a:cubicBezTo>
                        <a:pt x="21" y="4"/>
                        <a:pt x="19" y="6"/>
                        <a:pt x="16" y="7"/>
                      </a:cubicBezTo>
                      <a:cubicBezTo>
                        <a:pt x="11" y="11"/>
                        <a:pt x="4" y="10"/>
                        <a:pt x="0" y="1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8" name="iṩ1iḋè"/>
                <p:cNvSpPr/>
                <p:nvPr/>
              </p:nvSpPr>
              <p:spPr bwMode="auto">
                <a:xfrm>
                  <a:off x="6359526" y="3263900"/>
                  <a:ext cx="93663" cy="139700"/>
                </a:xfrm>
                <a:custGeom>
                  <a:avLst/>
                  <a:gdLst>
                    <a:gd name="T0" fmla="*/ 15 w 28"/>
                    <a:gd name="T1" fmla="*/ 1 h 42"/>
                    <a:gd name="T2" fmla="*/ 6 w 28"/>
                    <a:gd name="T3" fmla="*/ 11 h 42"/>
                    <a:gd name="T4" fmla="*/ 6 w 28"/>
                    <a:gd name="T5" fmla="*/ 13 h 42"/>
                    <a:gd name="T6" fmla="*/ 5 w 28"/>
                    <a:gd name="T7" fmla="*/ 16 h 42"/>
                    <a:gd name="T8" fmla="*/ 6 w 28"/>
                    <a:gd name="T9" fmla="*/ 20 h 42"/>
                    <a:gd name="T10" fmla="*/ 6 w 28"/>
                    <a:gd name="T11" fmla="*/ 21 h 42"/>
                    <a:gd name="T12" fmla="*/ 0 w 28"/>
                    <a:gd name="T13" fmla="*/ 38 h 42"/>
                    <a:gd name="T14" fmla="*/ 0 w 28"/>
                    <a:gd name="T15" fmla="*/ 41 h 42"/>
                    <a:gd name="T16" fmla="*/ 3 w 28"/>
                    <a:gd name="T17" fmla="*/ 42 h 42"/>
                    <a:gd name="T18" fmla="*/ 9 w 28"/>
                    <a:gd name="T19" fmla="*/ 32 h 42"/>
                    <a:gd name="T20" fmla="*/ 12 w 28"/>
                    <a:gd name="T21" fmla="*/ 26 h 42"/>
                    <a:gd name="T22" fmla="*/ 14 w 28"/>
                    <a:gd name="T23" fmla="*/ 26 h 42"/>
                    <a:gd name="T24" fmla="*/ 20 w 28"/>
                    <a:gd name="T25" fmla="*/ 26 h 42"/>
                    <a:gd name="T26" fmla="*/ 28 w 28"/>
                    <a:gd name="T27" fmla="*/ 14 h 42"/>
                    <a:gd name="T28" fmla="*/ 28 w 28"/>
                    <a:gd name="T29" fmla="*/ 6 h 42"/>
                    <a:gd name="T30" fmla="*/ 28 w 28"/>
                    <a:gd name="T31" fmla="*/ 5 h 42"/>
                    <a:gd name="T32" fmla="*/ 27 w 28"/>
                    <a:gd name="T33" fmla="*/ 3 h 42"/>
                    <a:gd name="T34" fmla="*/ 26 w 28"/>
                    <a:gd name="T35" fmla="*/ 3 h 42"/>
                    <a:gd name="T36" fmla="*/ 24 w 28"/>
                    <a:gd name="T37" fmla="*/ 3 h 42"/>
                    <a:gd name="T38" fmla="*/ 23 w 28"/>
                    <a:gd name="T39" fmla="*/ 3 h 42"/>
                    <a:gd name="T40" fmla="*/ 20 w 28"/>
                    <a:gd name="T41" fmla="*/ 0 h 42"/>
                    <a:gd name="T42" fmla="*/ 15 w 28"/>
                    <a:gd name="T43" fmla="*/ 1 h 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 h="42">
                      <a:moveTo>
                        <a:pt x="15" y="1"/>
                      </a:moveTo>
                      <a:cubicBezTo>
                        <a:pt x="15" y="10"/>
                        <a:pt x="8" y="6"/>
                        <a:pt x="6" y="11"/>
                      </a:cubicBezTo>
                      <a:cubicBezTo>
                        <a:pt x="6" y="13"/>
                        <a:pt x="6" y="13"/>
                        <a:pt x="6" y="13"/>
                      </a:cubicBezTo>
                      <a:cubicBezTo>
                        <a:pt x="6" y="14"/>
                        <a:pt x="5" y="14"/>
                        <a:pt x="5" y="16"/>
                      </a:cubicBezTo>
                      <a:cubicBezTo>
                        <a:pt x="6" y="20"/>
                        <a:pt x="6" y="20"/>
                        <a:pt x="6" y="20"/>
                      </a:cubicBezTo>
                      <a:cubicBezTo>
                        <a:pt x="6" y="21"/>
                        <a:pt x="6" y="21"/>
                        <a:pt x="6" y="21"/>
                      </a:cubicBezTo>
                      <a:cubicBezTo>
                        <a:pt x="6" y="29"/>
                        <a:pt x="0" y="31"/>
                        <a:pt x="0" y="38"/>
                      </a:cubicBezTo>
                      <a:cubicBezTo>
                        <a:pt x="0" y="41"/>
                        <a:pt x="0" y="41"/>
                        <a:pt x="0" y="41"/>
                      </a:cubicBezTo>
                      <a:cubicBezTo>
                        <a:pt x="2" y="42"/>
                        <a:pt x="2" y="42"/>
                        <a:pt x="3" y="42"/>
                      </a:cubicBezTo>
                      <a:cubicBezTo>
                        <a:pt x="7" y="42"/>
                        <a:pt x="9" y="36"/>
                        <a:pt x="9" y="32"/>
                      </a:cubicBezTo>
                      <a:cubicBezTo>
                        <a:pt x="9" y="29"/>
                        <a:pt x="10" y="26"/>
                        <a:pt x="12" y="26"/>
                      </a:cubicBezTo>
                      <a:cubicBezTo>
                        <a:pt x="14" y="26"/>
                        <a:pt x="14" y="26"/>
                        <a:pt x="14" y="26"/>
                      </a:cubicBezTo>
                      <a:cubicBezTo>
                        <a:pt x="20" y="26"/>
                        <a:pt x="20" y="26"/>
                        <a:pt x="20" y="26"/>
                      </a:cubicBezTo>
                      <a:cubicBezTo>
                        <a:pt x="24" y="24"/>
                        <a:pt x="28" y="21"/>
                        <a:pt x="28" y="14"/>
                      </a:cubicBezTo>
                      <a:cubicBezTo>
                        <a:pt x="28" y="6"/>
                        <a:pt x="28" y="6"/>
                        <a:pt x="28" y="6"/>
                      </a:cubicBezTo>
                      <a:cubicBezTo>
                        <a:pt x="28" y="5"/>
                        <a:pt x="28" y="5"/>
                        <a:pt x="28" y="5"/>
                      </a:cubicBezTo>
                      <a:cubicBezTo>
                        <a:pt x="27" y="3"/>
                        <a:pt x="27" y="3"/>
                        <a:pt x="27" y="3"/>
                      </a:cubicBezTo>
                      <a:cubicBezTo>
                        <a:pt x="26" y="3"/>
                        <a:pt x="26" y="3"/>
                        <a:pt x="26" y="3"/>
                      </a:cubicBezTo>
                      <a:cubicBezTo>
                        <a:pt x="24" y="3"/>
                        <a:pt x="24" y="3"/>
                        <a:pt x="24" y="3"/>
                      </a:cubicBezTo>
                      <a:cubicBezTo>
                        <a:pt x="23" y="3"/>
                        <a:pt x="23" y="3"/>
                        <a:pt x="23" y="3"/>
                      </a:cubicBezTo>
                      <a:cubicBezTo>
                        <a:pt x="20" y="0"/>
                        <a:pt x="20" y="0"/>
                        <a:pt x="20" y="0"/>
                      </a:cubicBezTo>
                      <a:lnTo>
                        <a:pt x="15" y="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9" name="íṩlïḓè"/>
                <p:cNvSpPr/>
                <p:nvPr/>
              </p:nvSpPr>
              <p:spPr bwMode="auto">
                <a:xfrm>
                  <a:off x="5826126" y="3273425"/>
                  <a:ext cx="223838" cy="293688"/>
                </a:xfrm>
                <a:custGeom>
                  <a:avLst/>
                  <a:gdLst>
                    <a:gd name="T0" fmla="*/ 38 w 68"/>
                    <a:gd name="T1" fmla="*/ 16 h 88"/>
                    <a:gd name="T2" fmla="*/ 40 w 68"/>
                    <a:gd name="T3" fmla="*/ 5 h 88"/>
                    <a:gd name="T4" fmla="*/ 36 w 68"/>
                    <a:gd name="T5" fmla="*/ 1 h 88"/>
                    <a:gd name="T6" fmla="*/ 36 w 68"/>
                    <a:gd name="T7" fmla="*/ 1 h 88"/>
                    <a:gd name="T8" fmla="*/ 33 w 68"/>
                    <a:gd name="T9" fmla="*/ 0 h 88"/>
                    <a:gd name="T10" fmla="*/ 24 w 68"/>
                    <a:gd name="T11" fmla="*/ 7 h 88"/>
                    <a:gd name="T12" fmla="*/ 24 w 68"/>
                    <a:gd name="T13" fmla="*/ 8 h 88"/>
                    <a:gd name="T14" fmla="*/ 26 w 68"/>
                    <a:gd name="T15" fmla="*/ 18 h 88"/>
                    <a:gd name="T16" fmla="*/ 27 w 68"/>
                    <a:gd name="T17" fmla="*/ 28 h 88"/>
                    <a:gd name="T18" fmla="*/ 27 w 68"/>
                    <a:gd name="T19" fmla="*/ 39 h 88"/>
                    <a:gd name="T20" fmla="*/ 16 w 68"/>
                    <a:gd name="T21" fmla="*/ 48 h 88"/>
                    <a:gd name="T22" fmla="*/ 7 w 68"/>
                    <a:gd name="T23" fmla="*/ 49 h 88"/>
                    <a:gd name="T24" fmla="*/ 5 w 68"/>
                    <a:gd name="T25" fmla="*/ 49 h 88"/>
                    <a:gd name="T26" fmla="*/ 4 w 68"/>
                    <a:gd name="T27" fmla="*/ 49 h 88"/>
                    <a:gd name="T28" fmla="*/ 0 w 68"/>
                    <a:gd name="T29" fmla="*/ 54 h 88"/>
                    <a:gd name="T30" fmla="*/ 5 w 68"/>
                    <a:gd name="T31" fmla="*/ 60 h 88"/>
                    <a:gd name="T32" fmla="*/ 11 w 68"/>
                    <a:gd name="T33" fmla="*/ 60 h 88"/>
                    <a:gd name="T34" fmla="*/ 13 w 68"/>
                    <a:gd name="T35" fmla="*/ 59 h 88"/>
                    <a:gd name="T36" fmla="*/ 20 w 68"/>
                    <a:gd name="T37" fmla="*/ 66 h 88"/>
                    <a:gd name="T38" fmla="*/ 17 w 68"/>
                    <a:gd name="T39" fmla="*/ 72 h 88"/>
                    <a:gd name="T40" fmla="*/ 13 w 68"/>
                    <a:gd name="T41" fmla="*/ 76 h 88"/>
                    <a:gd name="T42" fmla="*/ 2 w 68"/>
                    <a:gd name="T43" fmla="*/ 82 h 88"/>
                    <a:gd name="T44" fmla="*/ 2 w 68"/>
                    <a:gd name="T45" fmla="*/ 83 h 88"/>
                    <a:gd name="T46" fmla="*/ 2 w 68"/>
                    <a:gd name="T47" fmla="*/ 87 h 88"/>
                    <a:gd name="T48" fmla="*/ 4 w 68"/>
                    <a:gd name="T49" fmla="*/ 88 h 88"/>
                    <a:gd name="T50" fmla="*/ 25 w 68"/>
                    <a:gd name="T51" fmla="*/ 77 h 88"/>
                    <a:gd name="T52" fmla="*/ 31 w 68"/>
                    <a:gd name="T53" fmla="*/ 69 h 88"/>
                    <a:gd name="T54" fmla="*/ 40 w 68"/>
                    <a:gd name="T55" fmla="*/ 63 h 88"/>
                    <a:gd name="T56" fmla="*/ 52 w 68"/>
                    <a:gd name="T57" fmla="*/ 70 h 88"/>
                    <a:gd name="T58" fmla="*/ 48 w 68"/>
                    <a:gd name="T59" fmla="*/ 79 h 88"/>
                    <a:gd name="T60" fmla="*/ 59 w 68"/>
                    <a:gd name="T61" fmla="*/ 81 h 88"/>
                    <a:gd name="T62" fmla="*/ 68 w 68"/>
                    <a:gd name="T63" fmla="*/ 71 h 88"/>
                    <a:gd name="T64" fmla="*/ 59 w 68"/>
                    <a:gd name="T65" fmla="*/ 62 h 88"/>
                    <a:gd name="T66" fmla="*/ 44 w 68"/>
                    <a:gd name="T67" fmla="*/ 60 h 88"/>
                    <a:gd name="T68" fmla="*/ 42 w 68"/>
                    <a:gd name="T69" fmla="*/ 60 h 88"/>
                    <a:gd name="T70" fmla="*/ 36 w 68"/>
                    <a:gd name="T71" fmla="*/ 53 h 88"/>
                    <a:gd name="T72" fmla="*/ 48 w 68"/>
                    <a:gd name="T73" fmla="*/ 42 h 88"/>
                    <a:gd name="T74" fmla="*/ 59 w 68"/>
                    <a:gd name="T75" fmla="*/ 32 h 88"/>
                    <a:gd name="T76" fmla="*/ 59 w 68"/>
                    <a:gd name="T77" fmla="*/ 30 h 88"/>
                    <a:gd name="T78" fmla="*/ 59 w 68"/>
                    <a:gd name="T79" fmla="*/ 29 h 88"/>
                    <a:gd name="T80" fmla="*/ 54 w 68"/>
                    <a:gd name="T81" fmla="*/ 26 h 88"/>
                    <a:gd name="T82" fmla="*/ 51 w 68"/>
                    <a:gd name="T83" fmla="*/ 27 h 88"/>
                    <a:gd name="T84" fmla="*/ 50 w 68"/>
                    <a:gd name="T85" fmla="*/ 27 h 88"/>
                    <a:gd name="T86" fmla="*/ 41 w 68"/>
                    <a:gd name="T87" fmla="*/ 33 h 88"/>
                    <a:gd name="T88" fmla="*/ 38 w 68"/>
                    <a:gd name="T89" fmla="*/ 28 h 88"/>
                    <a:gd name="T90" fmla="*/ 38 w 68"/>
                    <a:gd name="T91" fmla="*/ 27 h 88"/>
                    <a:gd name="T92" fmla="*/ 38 w 68"/>
                    <a:gd name="T93" fmla="*/ 16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68" h="88">
                      <a:moveTo>
                        <a:pt x="38" y="16"/>
                      </a:moveTo>
                      <a:cubicBezTo>
                        <a:pt x="39" y="11"/>
                        <a:pt x="40" y="9"/>
                        <a:pt x="40" y="5"/>
                      </a:cubicBezTo>
                      <a:cubicBezTo>
                        <a:pt x="40" y="3"/>
                        <a:pt x="38" y="1"/>
                        <a:pt x="36" y="1"/>
                      </a:cubicBezTo>
                      <a:cubicBezTo>
                        <a:pt x="36" y="1"/>
                        <a:pt x="36" y="1"/>
                        <a:pt x="36" y="1"/>
                      </a:cubicBezTo>
                      <a:cubicBezTo>
                        <a:pt x="34" y="1"/>
                        <a:pt x="34" y="1"/>
                        <a:pt x="33" y="0"/>
                      </a:cubicBezTo>
                      <a:cubicBezTo>
                        <a:pt x="28" y="3"/>
                        <a:pt x="28" y="1"/>
                        <a:pt x="24" y="7"/>
                      </a:cubicBezTo>
                      <a:cubicBezTo>
                        <a:pt x="24" y="8"/>
                        <a:pt x="24" y="8"/>
                        <a:pt x="24" y="8"/>
                      </a:cubicBezTo>
                      <a:cubicBezTo>
                        <a:pt x="24" y="12"/>
                        <a:pt x="26" y="14"/>
                        <a:pt x="26" y="18"/>
                      </a:cubicBezTo>
                      <a:cubicBezTo>
                        <a:pt x="27" y="28"/>
                        <a:pt x="27" y="28"/>
                        <a:pt x="27" y="28"/>
                      </a:cubicBezTo>
                      <a:cubicBezTo>
                        <a:pt x="27" y="39"/>
                        <a:pt x="27" y="39"/>
                        <a:pt x="27" y="39"/>
                      </a:cubicBezTo>
                      <a:cubicBezTo>
                        <a:pt x="28" y="45"/>
                        <a:pt x="22" y="48"/>
                        <a:pt x="16" y="48"/>
                      </a:cubicBezTo>
                      <a:cubicBezTo>
                        <a:pt x="7" y="49"/>
                        <a:pt x="7" y="49"/>
                        <a:pt x="7" y="49"/>
                      </a:cubicBezTo>
                      <a:cubicBezTo>
                        <a:pt x="5" y="49"/>
                        <a:pt x="5" y="49"/>
                        <a:pt x="5" y="49"/>
                      </a:cubicBezTo>
                      <a:cubicBezTo>
                        <a:pt x="4" y="49"/>
                        <a:pt x="4" y="49"/>
                        <a:pt x="4" y="49"/>
                      </a:cubicBezTo>
                      <a:cubicBezTo>
                        <a:pt x="2" y="50"/>
                        <a:pt x="0" y="51"/>
                        <a:pt x="0" y="54"/>
                      </a:cubicBezTo>
                      <a:cubicBezTo>
                        <a:pt x="0" y="56"/>
                        <a:pt x="3" y="60"/>
                        <a:pt x="5" y="60"/>
                      </a:cubicBezTo>
                      <a:cubicBezTo>
                        <a:pt x="11" y="60"/>
                        <a:pt x="11" y="60"/>
                        <a:pt x="11" y="60"/>
                      </a:cubicBezTo>
                      <a:cubicBezTo>
                        <a:pt x="12" y="60"/>
                        <a:pt x="12" y="60"/>
                        <a:pt x="13" y="59"/>
                      </a:cubicBezTo>
                      <a:cubicBezTo>
                        <a:pt x="17" y="62"/>
                        <a:pt x="17" y="60"/>
                        <a:pt x="20" y="66"/>
                      </a:cubicBezTo>
                      <a:cubicBezTo>
                        <a:pt x="18" y="69"/>
                        <a:pt x="20" y="68"/>
                        <a:pt x="17" y="72"/>
                      </a:cubicBezTo>
                      <a:cubicBezTo>
                        <a:pt x="15" y="73"/>
                        <a:pt x="15" y="75"/>
                        <a:pt x="13" y="76"/>
                      </a:cubicBezTo>
                      <a:cubicBezTo>
                        <a:pt x="8" y="79"/>
                        <a:pt x="7" y="80"/>
                        <a:pt x="2" y="82"/>
                      </a:cubicBezTo>
                      <a:cubicBezTo>
                        <a:pt x="2" y="83"/>
                        <a:pt x="2" y="83"/>
                        <a:pt x="2" y="83"/>
                      </a:cubicBezTo>
                      <a:cubicBezTo>
                        <a:pt x="2" y="87"/>
                        <a:pt x="2" y="87"/>
                        <a:pt x="2" y="87"/>
                      </a:cubicBezTo>
                      <a:cubicBezTo>
                        <a:pt x="4" y="87"/>
                        <a:pt x="3" y="88"/>
                        <a:pt x="4" y="88"/>
                      </a:cubicBezTo>
                      <a:cubicBezTo>
                        <a:pt x="13" y="88"/>
                        <a:pt x="20" y="82"/>
                        <a:pt x="25" y="77"/>
                      </a:cubicBezTo>
                      <a:cubicBezTo>
                        <a:pt x="26" y="76"/>
                        <a:pt x="30" y="71"/>
                        <a:pt x="31" y="69"/>
                      </a:cubicBezTo>
                      <a:cubicBezTo>
                        <a:pt x="33" y="65"/>
                        <a:pt x="35" y="63"/>
                        <a:pt x="40" y="63"/>
                      </a:cubicBezTo>
                      <a:cubicBezTo>
                        <a:pt x="45" y="63"/>
                        <a:pt x="49" y="67"/>
                        <a:pt x="52" y="70"/>
                      </a:cubicBezTo>
                      <a:cubicBezTo>
                        <a:pt x="48" y="79"/>
                        <a:pt x="48" y="79"/>
                        <a:pt x="48" y="79"/>
                      </a:cubicBezTo>
                      <a:cubicBezTo>
                        <a:pt x="50" y="79"/>
                        <a:pt x="58" y="81"/>
                        <a:pt x="59" y="81"/>
                      </a:cubicBezTo>
                      <a:cubicBezTo>
                        <a:pt x="65" y="81"/>
                        <a:pt x="67" y="76"/>
                        <a:pt x="68" y="71"/>
                      </a:cubicBezTo>
                      <a:cubicBezTo>
                        <a:pt x="67" y="65"/>
                        <a:pt x="63" y="64"/>
                        <a:pt x="59" y="62"/>
                      </a:cubicBezTo>
                      <a:cubicBezTo>
                        <a:pt x="53" y="59"/>
                        <a:pt x="51" y="60"/>
                        <a:pt x="44" y="60"/>
                      </a:cubicBezTo>
                      <a:cubicBezTo>
                        <a:pt x="43" y="60"/>
                        <a:pt x="43" y="60"/>
                        <a:pt x="42" y="60"/>
                      </a:cubicBezTo>
                      <a:cubicBezTo>
                        <a:pt x="40" y="59"/>
                        <a:pt x="36" y="56"/>
                        <a:pt x="36" y="53"/>
                      </a:cubicBezTo>
                      <a:cubicBezTo>
                        <a:pt x="36" y="51"/>
                        <a:pt x="45" y="44"/>
                        <a:pt x="48" y="42"/>
                      </a:cubicBezTo>
                      <a:cubicBezTo>
                        <a:pt x="50" y="41"/>
                        <a:pt x="59" y="34"/>
                        <a:pt x="59" y="32"/>
                      </a:cubicBezTo>
                      <a:cubicBezTo>
                        <a:pt x="59" y="30"/>
                        <a:pt x="59" y="30"/>
                        <a:pt x="59" y="30"/>
                      </a:cubicBezTo>
                      <a:cubicBezTo>
                        <a:pt x="59" y="29"/>
                        <a:pt x="59" y="29"/>
                        <a:pt x="59" y="29"/>
                      </a:cubicBezTo>
                      <a:cubicBezTo>
                        <a:pt x="54" y="26"/>
                        <a:pt x="54" y="26"/>
                        <a:pt x="54" y="26"/>
                      </a:cubicBezTo>
                      <a:cubicBezTo>
                        <a:pt x="53" y="27"/>
                        <a:pt x="53" y="27"/>
                        <a:pt x="51" y="27"/>
                      </a:cubicBezTo>
                      <a:cubicBezTo>
                        <a:pt x="50" y="27"/>
                        <a:pt x="50" y="27"/>
                        <a:pt x="50" y="27"/>
                      </a:cubicBezTo>
                      <a:cubicBezTo>
                        <a:pt x="46" y="32"/>
                        <a:pt x="46" y="30"/>
                        <a:pt x="41" y="33"/>
                      </a:cubicBezTo>
                      <a:cubicBezTo>
                        <a:pt x="40" y="31"/>
                        <a:pt x="39" y="30"/>
                        <a:pt x="38" y="28"/>
                      </a:cubicBezTo>
                      <a:cubicBezTo>
                        <a:pt x="38" y="27"/>
                        <a:pt x="38" y="27"/>
                        <a:pt x="38" y="27"/>
                      </a:cubicBezTo>
                      <a:lnTo>
                        <a:pt x="38" y="16"/>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0" name="ísḷïďè"/>
                <p:cNvSpPr/>
                <p:nvPr/>
              </p:nvSpPr>
              <p:spPr bwMode="auto">
                <a:xfrm>
                  <a:off x="4518026" y="3506788"/>
                  <a:ext cx="53975" cy="71438"/>
                </a:xfrm>
                <a:custGeom>
                  <a:avLst/>
                  <a:gdLst>
                    <a:gd name="T0" fmla="*/ 14 w 16"/>
                    <a:gd name="T1" fmla="*/ 17 h 21"/>
                    <a:gd name="T2" fmla="*/ 16 w 16"/>
                    <a:gd name="T3" fmla="*/ 12 h 21"/>
                    <a:gd name="T4" fmla="*/ 11 w 16"/>
                    <a:gd name="T5" fmla="*/ 5 h 21"/>
                    <a:gd name="T6" fmla="*/ 5 w 16"/>
                    <a:gd name="T7" fmla="*/ 0 h 21"/>
                    <a:gd name="T8" fmla="*/ 2 w 16"/>
                    <a:gd name="T9" fmla="*/ 4 h 21"/>
                    <a:gd name="T10" fmla="*/ 2 w 16"/>
                    <a:gd name="T11" fmla="*/ 5 h 21"/>
                    <a:gd name="T12" fmla="*/ 2 w 16"/>
                    <a:gd name="T13" fmla="*/ 8 h 21"/>
                    <a:gd name="T14" fmla="*/ 2 w 16"/>
                    <a:gd name="T15" fmla="*/ 9 h 21"/>
                    <a:gd name="T16" fmla="*/ 0 w 16"/>
                    <a:gd name="T17" fmla="*/ 17 h 21"/>
                    <a:gd name="T18" fmla="*/ 3 w 16"/>
                    <a:gd name="T19" fmla="*/ 21 h 21"/>
                    <a:gd name="T20" fmla="*/ 4 w 16"/>
                    <a:gd name="T21" fmla="*/ 21 h 21"/>
                    <a:gd name="T22" fmla="*/ 5 w 16"/>
                    <a:gd name="T23" fmla="*/ 21 h 21"/>
                    <a:gd name="T24" fmla="*/ 14 w 16"/>
                    <a:gd name="T25" fmla="*/ 17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1">
                      <a:moveTo>
                        <a:pt x="14" y="17"/>
                      </a:moveTo>
                      <a:cubicBezTo>
                        <a:pt x="14" y="15"/>
                        <a:pt x="16" y="13"/>
                        <a:pt x="16" y="12"/>
                      </a:cubicBezTo>
                      <a:cubicBezTo>
                        <a:pt x="16" y="11"/>
                        <a:pt x="12" y="7"/>
                        <a:pt x="11" y="5"/>
                      </a:cubicBezTo>
                      <a:cubicBezTo>
                        <a:pt x="11" y="3"/>
                        <a:pt x="8" y="0"/>
                        <a:pt x="5" y="0"/>
                      </a:cubicBezTo>
                      <a:cubicBezTo>
                        <a:pt x="4" y="0"/>
                        <a:pt x="3" y="3"/>
                        <a:pt x="2" y="4"/>
                      </a:cubicBezTo>
                      <a:cubicBezTo>
                        <a:pt x="2" y="5"/>
                        <a:pt x="2" y="5"/>
                        <a:pt x="2" y="5"/>
                      </a:cubicBezTo>
                      <a:cubicBezTo>
                        <a:pt x="2" y="8"/>
                        <a:pt x="2" y="8"/>
                        <a:pt x="2" y="8"/>
                      </a:cubicBezTo>
                      <a:cubicBezTo>
                        <a:pt x="2" y="9"/>
                        <a:pt x="2" y="9"/>
                        <a:pt x="2" y="9"/>
                      </a:cubicBezTo>
                      <a:cubicBezTo>
                        <a:pt x="1" y="11"/>
                        <a:pt x="0" y="14"/>
                        <a:pt x="0" y="17"/>
                      </a:cubicBezTo>
                      <a:cubicBezTo>
                        <a:pt x="0" y="19"/>
                        <a:pt x="1" y="20"/>
                        <a:pt x="3" y="21"/>
                      </a:cubicBezTo>
                      <a:cubicBezTo>
                        <a:pt x="4" y="21"/>
                        <a:pt x="4" y="21"/>
                        <a:pt x="4" y="21"/>
                      </a:cubicBezTo>
                      <a:cubicBezTo>
                        <a:pt x="5" y="21"/>
                        <a:pt x="5" y="21"/>
                        <a:pt x="5" y="21"/>
                      </a:cubicBezTo>
                      <a:cubicBezTo>
                        <a:pt x="7" y="21"/>
                        <a:pt x="11" y="17"/>
                        <a:pt x="14" y="17"/>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1" name="îṧļîḓé"/>
                <p:cNvSpPr/>
                <p:nvPr/>
              </p:nvSpPr>
              <p:spPr bwMode="auto">
                <a:xfrm>
                  <a:off x="5319713" y="3133725"/>
                  <a:ext cx="222250" cy="500063"/>
                </a:xfrm>
                <a:custGeom>
                  <a:avLst/>
                  <a:gdLst>
                    <a:gd name="T0" fmla="*/ 47 w 67"/>
                    <a:gd name="T1" fmla="*/ 96 h 150"/>
                    <a:gd name="T2" fmla="*/ 51 w 67"/>
                    <a:gd name="T3" fmla="*/ 96 h 150"/>
                    <a:gd name="T4" fmla="*/ 46 w 67"/>
                    <a:gd name="T5" fmla="*/ 114 h 150"/>
                    <a:gd name="T6" fmla="*/ 42 w 67"/>
                    <a:gd name="T7" fmla="*/ 113 h 150"/>
                    <a:gd name="T8" fmla="*/ 39 w 67"/>
                    <a:gd name="T9" fmla="*/ 108 h 150"/>
                    <a:gd name="T10" fmla="*/ 21 w 67"/>
                    <a:gd name="T11" fmla="*/ 78 h 150"/>
                    <a:gd name="T12" fmla="*/ 29 w 67"/>
                    <a:gd name="T13" fmla="*/ 73 h 150"/>
                    <a:gd name="T14" fmla="*/ 32 w 67"/>
                    <a:gd name="T15" fmla="*/ 74 h 150"/>
                    <a:gd name="T16" fmla="*/ 32 w 67"/>
                    <a:gd name="T17" fmla="*/ 77 h 150"/>
                    <a:gd name="T18" fmla="*/ 32 w 67"/>
                    <a:gd name="T19" fmla="*/ 79 h 150"/>
                    <a:gd name="T20" fmla="*/ 21 w 67"/>
                    <a:gd name="T21" fmla="*/ 78 h 150"/>
                    <a:gd name="T22" fmla="*/ 53 w 67"/>
                    <a:gd name="T23" fmla="*/ 118 h 150"/>
                    <a:gd name="T24" fmla="*/ 66 w 67"/>
                    <a:gd name="T25" fmla="*/ 108 h 150"/>
                    <a:gd name="T26" fmla="*/ 60 w 67"/>
                    <a:gd name="T27" fmla="*/ 98 h 150"/>
                    <a:gd name="T28" fmla="*/ 51 w 67"/>
                    <a:gd name="T29" fmla="*/ 82 h 150"/>
                    <a:gd name="T30" fmla="*/ 47 w 67"/>
                    <a:gd name="T31" fmla="*/ 71 h 150"/>
                    <a:gd name="T32" fmla="*/ 60 w 67"/>
                    <a:gd name="T33" fmla="*/ 58 h 150"/>
                    <a:gd name="T34" fmla="*/ 53 w 67"/>
                    <a:gd name="T35" fmla="*/ 52 h 150"/>
                    <a:gd name="T36" fmla="*/ 44 w 67"/>
                    <a:gd name="T37" fmla="*/ 50 h 150"/>
                    <a:gd name="T38" fmla="*/ 48 w 67"/>
                    <a:gd name="T39" fmla="*/ 38 h 150"/>
                    <a:gd name="T40" fmla="*/ 66 w 67"/>
                    <a:gd name="T41" fmla="*/ 17 h 150"/>
                    <a:gd name="T42" fmla="*/ 66 w 67"/>
                    <a:gd name="T43" fmla="*/ 13 h 150"/>
                    <a:gd name="T44" fmla="*/ 56 w 67"/>
                    <a:gd name="T45" fmla="*/ 1 h 150"/>
                    <a:gd name="T46" fmla="*/ 55 w 67"/>
                    <a:gd name="T47" fmla="*/ 7 h 150"/>
                    <a:gd name="T48" fmla="*/ 50 w 67"/>
                    <a:gd name="T49" fmla="*/ 18 h 150"/>
                    <a:gd name="T50" fmla="*/ 42 w 67"/>
                    <a:gd name="T51" fmla="*/ 15 h 150"/>
                    <a:gd name="T52" fmla="*/ 40 w 67"/>
                    <a:gd name="T53" fmla="*/ 15 h 150"/>
                    <a:gd name="T54" fmla="*/ 41 w 67"/>
                    <a:gd name="T55" fmla="*/ 26 h 150"/>
                    <a:gd name="T56" fmla="*/ 41 w 67"/>
                    <a:gd name="T57" fmla="*/ 30 h 150"/>
                    <a:gd name="T58" fmla="*/ 37 w 67"/>
                    <a:gd name="T59" fmla="*/ 33 h 150"/>
                    <a:gd name="T60" fmla="*/ 30 w 67"/>
                    <a:gd name="T61" fmla="*/ 29 h 150"/>
                    <a:gd name="T62" fmla="*/ 9 w 67"/>
                    <a:gd name="T63" fmla="*/ 50 h 150"/>
                    <a:gd name="T64" fmla="*/ 4 w 67"/>
                    <a:gd name="T65" fmla="*/ 59 h 150"/>
                    <a:gd name="T66" fmla="*/ 23 w 67"/>
                    <a:gd name="T67" fmla="*/ 51 h 150"/>
                    <a:gd name="T68" fmla="*/ 30 w 67"/>
                    <a:gd name="T69" fmla="*/ 58 h 150"/>
                    <a:gd name="T70" fmla="*/ 26 w 67"/>
                    <a:gd name="T71" fmla="*/ 65 h 150"/>
                    <a:gd name="T72" fmla="*/ 19 w 67"/>
                    <a:gd name="T73" fmla="*/ 64 h 150"/>
                    <a:gd name="T74" fmla="*/ 16 w 67"/>
                    <a:gd name="T75" fmla="*/ 67 h 150"/>
                    <a:gd name="T76" fmla="*/ 16 w 67"/>
                    <a:gd name="T77" fmla="*/ 72 h 150"/>
                    <a:gd name="T78" fmla="*/ 3 w 67"/>
                    <a:gd name="T79" fmla="*/ 105 h 150"/>
                    <a:gd name="T80" fmla="*/ 6 w 67"/>
                    <a:gd name="T81" fmla="*/ 110 h 150"/>
                    <a:gd name="T82" fmla="*/ 9 w 67"/>
                    <a:gd name="T83" fmla="*/ 111 h 150"/>
                    <a:gd name="T84" fmla="*/ 24 w 67"/>
                    <a:gd name="T85" fmla="*/ 89 h 150"/>
                    <a:gd name="T86" fmla="*/ 32 w 67"/>
                    <a:gd name="T87" fmla="*/ 93 h 150"/>
                    <a:gd name="T88" fmla="*/ 32 w 67"/>
                    <a:gd name="T89" fmla="*/ 96 h 150"/>
                    <a:gd name="T90" fmla="*/ 29 w 67"/>
                    <a:gd name="T91" fmla="*/ 113 h 150"/>
                    <a:gd name="T92" fmla="*/ 29 w 67"/>
                    <a:gd name="T93" fmla="*/ 115 h 150"/>
                    <a:gd name="T94" fmla="*/ 22 w 67"/>
                    <a:gd name="T95" fmla="*/ 122 h 150"/>
                    <a:gd name="T96" fmla="*/ 10 w 67"/>
                    <a:gd name="T97" fmla="*/ 124 h 150"/>
                    <a:gd name="T98" fmla="*/ 15 w 67"/>
                    <a:gd name="T99" fmla="*/ 144 h 150"/>
                    <a:gd name="T100" fmla="*/ 17 w 67"/>
                    <a:gd name="T101" fmla="*/ 150 h 150"/>
                    <a:gd name="T102" fmla="*/ 38 w 67"/>
                    <a:gd name="T103" fmla="*/ 125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67" h="150">
                      <a:moveTo>
                        <a:pt x="39" y="107"/>
                      </a:moveTo>
                      <a:cubicBezTo>
                        <a:pt x="39" y="103"/>
                        <a:pt x="44" y="96"/>
                        <a:pt x="47" y="96"/>
                      </a:cubicBezTo>
                      <a:cubicBezTo>
                        <a:pt x="50" y="96"/>
                        <a:pt x="50" y="96"/>
                        <a:pt x="50" y="96"/>
                      </a:cubicBezTo>
                      <a:cubicBezTo>
                        <a:pt x="51" y="96"/>
                        <a:pt x="51" y="96"/>
                        <a:pt x="51" y="96"/>
                      </a:cubicBezTo>
                      <a:cubicBezTo>
                        <a:pt x="53" y="98"/>
                        <a:pt x="55" y="101"/>
                        <a:pt x="55" y="104"/>
                      </a:cubicBezTo>
                      <a:cubicBezTo>
                        <a:pt x="55" y="108"/>
                        <a:pt x="49" y="112"/>
                        <a:pt x="46" y="114"/>
                      </a:cubicBezTo>
                      <a:cubicBezTo>
                        <a:pt x="45" y="114"/>
                        <a:pt x="45" y="113"/>
                        <a:pt x="43" y="113"/>
                      </a:cubicBezTo>
                      <a:cubicBezTo>
                        <a:pt x="42" y="113"/>
                        <a:pt x="42" y="113"/>
                        <a:pt x="42" y="113"/>
                      </a:cubicBezTo>
                      <a:cubicBezTo>
                        <a:pt x="39" y="109"/>
                        <a:pt x="39" y="109"/>
                        <a:pt x="39" y="109"/>
                      </a:cubicBezTo>
                      <a:cubicBezTo>
                        <a:pt x="39" y="108"/>
                        <a:pt x="39" y="108"/>
                        <a:pt x="39" y="108"/>
                      </a:cubicBezTo>
                      <a:cubicBezTo>
                        <a:pt x="39" y="107"/>
                        <a:pt x="39" y="107"/>
                        <a:pt x="39" y="107"/>
                      </a:cubicBezTo>
                      <a:close/>
                      <a:moveTo>
                        <a:pt x="21" y="78"/>
                      </a:moveTo>
                      <a:cubicBezTo>
                        <a:pt x="21" y="77"/>
                        <a:pt x="25" y="73"/>
                        <a:pt x="26" y="73"/>
                      </a:cubicBezTo>
                      <a:cubicBezTo>
                        <a:pt x="27" y="73"/>
                        <a:pt x="27" y="73"/>
                        <a:pt x="29" y="73"/>
                      </a:cubicBezTo>
                      <a:cubicBezTo>
                        <a:pt x="30" y="73"/>
                        <a:pt x="30" y="73"/>
                        <a:pt x="30" y="73"/>
                      </a:cubicBezTo>
                      <a:cubicBezTo>
                        <a:pt x="32" y="74"/>
                        <a:pt x="32" y="74"/>
                        <a:pt x="32" y="74"/>
                      </a:cubicBezTo>
                      <a:cubicBezTo>
                        <a:pt x="32" y="76"/>
                        <a:pt x="32" y="76"/>
                        <a:pt x="32" y="76"/>
                      </a:cubicBezTo>
                      <a:cubicBezTo>
                        <a:pt x="32" y="77"/>
                        <a:pt x="32" y="77"/>
                        <a:pt x="32" y="77"/>
                      </a:cubicBezTo>
                      <a:cubicBezTo>
                        <a:pt x="32" y="78"/>
                        <a:pt x="32" y="78"/>
                        <a:pt x="32" y="78"/>
                      </a:cubicBezTo>
                      <a:cubicBezTo>
                        <a:pt x="32" y="79"/>
                        <a:pt x="32" y="79"/>
                        <a:pt x="32" y="79"/>
                      </a:cubicBezTo>
                      <a:cubicBezTo>
                        <a:pt x="31" y="82"/>
                        <a:pt x="29" y="83"/>
                        <a:pt x="25" y="83"/>
                      </a:cubicBezTo>
                      <a:cubicBezTo>
                        <a:pt x="23" y="83"/>
                        <a:pt x="21" y="81"/>
                        <a:pt x="21" y="78"/>
                      </a:cubicBezTo>
                      <a:close/>
                      <a:moveTo>
                        <a:pt x="38" y="125"/>
                      </a:moveTo>
                      <a:cubicBezTo>
                        <a:pt x="43" y="122"/>
                        <a:pt x="47" y="120"/>
                        <a:pt x="53" y="118"/>
                      </a:cubicBezTo>
                      <a:cubicBezTo>
                        <a:pt x="57" y="116"/>
                        <a:pt x="57" y="116"/>
                        <a:pt x="60" y="114"/>
                      </a:cubicBezTo>
                      <a:cubicBezTo>
                        <a:pt x="64" y="111"/>
                        <a:pt x="63" y="110"/>
                        <a:pt x="66" y="108"/>
                      </a:cubicBezTo>
                      <a:cubicBezTo>
                        <a:pt x="67" y="104"/>
                        <a:pt x="67" y="104"/>
                        <a:pt x="67" y="104"/>
                      </a:cubicBezTo>
                      <a:cubicBezTo>
                        <a:pt x="64" y="100"/>
                        <a:pt x="64" y="101"/>
                        <a:pt x="60" y="98"/>
                      </a:cubicBezTo>
                      <a:cubicBezTo>
                        <a:pt x="58" y="96"/>
                        <a:pt x="55" y="95"/>
                        <a:pt x="54" y="92"/>
                      </a:cubicBezTo>
                      <a:cubicBezTo>
                        <a:pt x="53" y="88"/>
                        <a:pt x="53" y="84"/>
                        <a:pt x="51" y="82"/>
                      </a:cubicBezTo>
                      <a:cubicBezTo>
                        <a:pt x="49" y="79"/>
                        <a:pt x="47" y="77"/>
                        <a:pt x="47" y="73"/>
                      </a:cubicBezTo>
                      <a:cubicBezTo>
                        <a:pt x="47" y="72"/>
                        <a:pt x="47" y="72"/>
                        <a:pt x="47" y="71"/>
                      </a:cubicBezTo>
                      <a:cubicBezTo>
                        <a:pt x="49" y="67"/>
                        <a:pt x="47" y="67"/>
                        <a:pt x="53" y="64"/>
                      </a:cubicBezTo>
                      <a:cubicBezTo>
                        <a:pt x="55" y="64"/>
                        <a:pt x="60" y="60"/>
                        <a:pt x="60" y="58"/>
                      </a:cubicBezTo>
                      <a:cubicBezTo>
                        <a:pt x="60" y="55"/>
                        <a:pt x="60" y="55"/>
                        <a:pt x="60" y="55"/>
                      </a:cubicBezTo>
                      <a:cubicBezTo>
                        <a:pt x="60" y="53"/>
                        <a:pt x="56" y="51"/>
                        <a:pt x="53" y="52"/>
                      </a:cubicBezTo>
                      <a:cubicBezTo>
                        <a:pt x="47" y="52"/>
                        <a:pt x="47" y="52"/>
                        <a:pt x="47" y="52"/>
                      </a:cubicBezTo>
                      <a:cubicBezTo>
                        <a:pt x="46" y="52"/>
                        <a:pt x="45" y="51"/>
                        <a:pt x="44" y="50"/>
                      </a:cubicBezTo>
                      <a:cubicBezTo>
                        <a:pt x="44" y="47"/>
                        <a:pt x="44" y="47"/>
                        <a:pt x="44" y="47"/>
                      </a:cubicBezTo>
                      <a:cubicBezTo>
                        <a:pt x="44" y="44"/>
                        <a:pt x="47" y="41"/>
                        <a:pt x="48" y="38"/>
                      </a:cubicBezTo>
                      <a:cubicBezTo>
                        <a:pt x="49" y="34"/>
                        <a:pt x="50" y="33"/>
                        <a:pt x="53" y="30"/>
                      </a:cubicBezTo>
                      <a:cubicBezTo>
                        <a:pt x="56" y="27"/>
                        <a:pt x="66" y="22"/>
                        <a:pt x="66" y="17"/>
                      </a:cubicBezTo>
                      <a:cubicBezTo>
                        <a:pt x="66" y="14"/>
                        <a:pt x="66" y="14"/>
                        <a:pt x="66" y="14"/>
                      </a:cubicBezTo>
                      <a:cubicBezTo>
                        <a:pt x="66" y="13"/>
                        <a:pt x="66" y="13"/>
                        <a:pt x="66" y="13"/>
                      </a:cubicBezTo>
                      <a:cubicBezTo>
                        <a:pt x="65" y="10"/>
                        <a:pt x="62" y="0"/>
                        <a:pt x="58" y="0"/>
                      </a:cubicBezTo>
                      <a:cubicBezTo>
                        <a:pt x="57" y="0"/>
                        <a:pt x="57" y="0"/>
                        <a:pt x="56" y="1"/>
                      </a:cubicBezTo>
                      <a:cubicBezTo>
                        <a:pt x="56" y="3"/>
                        <a:pt x="55" y="3"/>
                        <a:pt x="55" y="5"/>
                      </a:cubicBezTo>
                      <a:cubicBezTo>
                        <a:pt x="55" y="7"/>
                        <a:pt x="55" y="7"/>
                        <a:pt x="55" y="7"/>
                      </a:cubicBezTo>
                      <a:cubicBezTo>
                        <a:pt x="55" y="11"/>
                        <a:pt x="53" y="15"/>
                        <a:pt x="51" y="18"/>
                      </a:cubicBezTo>
                      <a:cubicBezTo>
                        <a:pt x="50" y="18"/>
                        <a:pt x="50" y="18"/>
                        <a:pt x="50" y="18"/>
                      </a:cubicBezTo>
                      <a:cubicBezTo>
                        <a:pt x="48" y="18"/>
                        <a:pt x="48" y="18"/>
                        <a:pt x="47" y="19"/>
                      </a:cubicBezTo>
                      <a:cubicBezTo>
                        <a:pt x="42" y="15"/>
                        <a:pt x="42" y="15"/>
                        <a:pt x="42" y="15"/>
                      </a:cubicBezTo>
                      <a:cubicBezTo>
                        <a:pt x="41" y="15"/>
                        <a:pt x="41" y="15"/>
                        <a:pt x="41" y="15"/>
                      </a:cubicBezTo>
                      <a:cubicBezTo>
                        <a:pt x="40" y="15"/>
                        <a:pt x="40" y="15"/>
                        <a:pt x="40" y="15"/>
                      </a:cubicBezTo>
                      <a:cubicBezTo>
                        <a:pt x="39" y="15"/>
                        <a:pt x="38" y="16"/>
                        <a:pt x="38" y="17"/>
                      </a:cubicBezTo>
                      <a:cubicBezTo>
                        <a:pt x="38" y="19"/>
                        <a:pt x="41" y="22"/>
                        <a:pt x="41" y="26"/>
                      </a:cubicBezTo>
                      <a:cubicBezTo>
                        <a:pt x="41" y="29"/>
                        <a:pt x="41" y="29"/>
                        <a:pt x="41" y="29"/>
                      </a:cubicBezTo>
                      <a:cubicBezTo>
                        <a:pt x="41" y="30"/>
                        <a:pt x="41" y="30"/>
                        <a:pt x="41" y="30"/>
                      </a:cubicBezTo>
                      <a:cubicBezTo>
                        <a:pt x="38" y="33"/>
                        <a:pt x="38" y="33"/>
                        <a:pt x="38" y="33"/>
                      </a:cubicBezTo>
                      <a:cubicBezTo>
                        <a:pt x="37" y="33"/>
                        <a:pt x="37" y="33"/>
                        <a:pt x="37" y="33"/>
                      </a:cubicBezTo>
                      <a:cubicBezTo>
                        <a:pt x="35" y="33"/>
                        <a:pt x="35" y="34"/>
                        <a:pt x="34" y="34"/>
                      </a:cubicBezTo>
                      <a:cubicBezTo>
                        <a:pt x="32" y="33"/>
                        <a:pt x="31" y="31"/>
                        <a:pt x="30" y="29"/>
                      </a:cubicBezTo>
                      <a:cubicBezTo>
                        <a:pt x="24" y="29"/>
                        <a:pt x="30" y="41"/>
                        <a:pt x="19" y="45"/>
                      </a:cubicBezTo>
                      <a:cubicBezTo>
                        <a:pt x="16" y="46"/>
                        <a:pt x="12" y="48"/>
                        <a:pt x="9" y="50"/>
                      </a:cubicBezTo>
                      <a:cubicBezTo>
                        <a:pt x="6" y="51"/>
                        <a:pt x="1" y="53"/>
                        <a:pt x="0" y="55"/>
                      </a:cubicBezTo>
                      <a:cubicBezTo>
                        <a:pt x="1" y="58"/>
                        <a:pt x="1" y="57"/>
                        <a:pt x="4" y="59"/>
                      </a:cubicBezTo>
                      <a:cubicBezTo>
                        <a:pt x="6" y="59"/>
                        <a:pt x="6" y="59"/>
                        <a:pt x="6" y="59"/>
                      </a:cubicBezTo>
                      <a:cubicBezTo>
                        <a:pt x="10" y="59"/>
                        <a:pt x="20" y="51"/>
                        <a:pt x="23" y="51"/>
                      </a:cubicBezTo>
                      <a:cubicBezTo>
                        <a:pt x="25" y="51"/>
                        <a:pt x="24" y="51"/>
                        <a:pt x="27" y="52"/>
                      </a:cubicBezTo>
                      <a:cubicBezTo>
                        <a:pt x="29" y="54"/>
                        <a:pt x="29" y="55"/>
                        <a:pt x="30" y="58"/>
                      </a:cubicBezTo>
                      <a:cubicBezTo>
                        <a:pt x="30" y="59"/>
                        <a:pt x="30" y="59"/>
                        <a:pt x="30" y="59"/>
                      </a:cubicBezTo>
                      <a:cubicBezTo>
                        <a:pt x="30" y="62"/>
                        <a:pt x="28" y="64"/>
                        <a:pt x="26" y="65"/>
                      </a:cubicBezTo>
                      <a:cubicBezTo>
                        <a:pt x="21" y="64"/>
                        <a:pt x="21" y="64"/>
                        <a:pt x="21" y="64"/>
                      </a:cubicBezTo>
                      <a:cubicBezTo>
                        <a:pt x="20" y="64"/>
                        <a:pt x="20" y="64"/>
                        <a:pt x="19" y="64"/>
                      </a:cubicBezTo>
                      <a:cubicBezTo>
                        <a:pt x="18" y="64"/>
                        <a:pt x="18" y="64"/>
                        <a:pt x="18" y="64"/>
                      </a:cubicBezTo>
                      <a:cubicBezTo>
                        <a:pt x="16" y="67"/>
                        <a:pt x="16" y="67"/>
                        <a:pt x="16" y="67"/>
                      </a:cubicBezTo>
                      <a:cubicBezTo>
                        <a:pt x="16" y="68"/>
                        <a:pt x="16" y="68"/>
                        <a:pt x="16" y="68"/>
                      </a:cubicBezTo>
                      <a:cubicBezTo>
                        <a:pt x="16" y="72"/>
                        <a:pt x="16" y="72"/>
                        <a:pt x="16" y="72"/>
                      </a:cubicBezTo>
                      <a:cubicBezTo>
                        <a:pt x="16" y="78"/>
                        <a:pt x="13" y="85"/>
                        <a:pt x="11" y="90"/>
                      </a:cubicBezTo>
                      <a:cubicBezTo>
                        <a:pt x="9" y="94"/>
                        <a:pt x="3" y="100"/>
                        <a:pt x="3" y="105"/>
                      </a:cubicBezTo>
                      <a:cubicBezTo>
                        <a:pt x="3" y="106"/>
                        <a:pt x="4" y="109"/>
                        <a:pt x="5" y="110"/>
                      </a:cubicBezTo>
                      <a:cubicBezTo>
                        <a:pt x="6" y="110"/>
                        <a:pt x="6" y="110"/>
                        <a:pt x="6" y="110"/>
                      </a:cubicBezTo>
                      <a:cubicBezTo>
                        <a:pt x="7" y="110"/>
                        <a:pt x="7" y="110"/>
                        <a:pt x="7" y="110"/>
                      </a:cubicBezTo>
                      <a:cubicBezTo>
                        <a:pt x="9" y="110"/>
                        <a:pt x="8" y="110"/>
                        <a:pt x="9" y="111"/>
                      </a:cubicBezTo>
                      <a:cubicBezTo>
                        <a:pt x="11" y="109"/>
                        <a:pt x="15" y="101"/>
                        <a:pt x="15" y="98"/>
                      </a:cubicBezTo>
                      <a:cubicBezTo>
                        <a:pt x="17" y="94"/>
                        <a:pt x="20" y="89"/>
                        <a:pt x="24" y="89"/>
                      </a:cubicBezTo>
                      <a:cubicBezTo>
                        <a:pt x="25" y="89"/>
                        <a:pt x="25" y="89"/>
                        <a:pt x="26" y="88"/>
                      </a:cubicBezTo>
                      <a:cubicBezTo>
                        <a:pt x="28" y="90"/>
                        <a:pt x="32" y="90"/>
                        <a:pt x="32" y="93"/>
                      </a:cubicBezTo>
                      <a:cubicBezTo>
                        <a:pt x="32" y="94"/>
                        <a:pt x="32" y="94"/>
                        <a:pt x="32" y="94"/>
                      </a:cubicBezTo>
                      <a:cubicBezTo>
                        <a:pt x="32" y="96"/>
                        <a:pt x="32" y="96"/>
                        <a:pt x="32" y="96"/>
                      </a:cubicBezTo>
                      <a:cubicBezTo>
                        <a:pt x="28" y="102"/>
                        <a:pt x="25" y="101"/>
                        <a:pt x="23" y="104"/>
                      </a:cubicBezTo>
                      <a:cubicBezTo>
                        <a:pt x="26" y="109"/>
                        <a:pt x="27" y="108"/>
                        <a:pt x="29" y="113"/>
                      </a:cubicBezTo>
                      <a:cubicBezTo>
                        <a:pt x="29" y="114"/>
                        <a:pt x="29" y="114"/>
                        <a:pt x="29" y="114"/>
                      </a:cubicBezTo>
                      <a:cubicBezTo>
                        <a:pt x="29" y="115"/>
                        <a:pt x="29" y="115"/>
                        <a:pt x="29" y="115"/>
                      </a:cubicBezTo>
                      <a:cubicBezTo>
                        <a:pt x="29" y="116"/>
                        <a:pt x="29" y="116"/>
                        <a:pt x="29" y="116"/>
                      </a:cubicBezTo>
                      <a:cubicBezTo>
                        <a:pt x="28" y="119"/>
                        <a:pt x="26" y="123"/>
                        <a:pt x="22" y="122"/>
                      </a:cubicBezTo>
                      <a:cubicBezTo>
                        <a:pt x="15" y="122"/>
                        <a:pt x="15" y="122"/>
                        <a:pt x="15" y="122"/>
                      </a:cubicBezTo>
                      <a:cubicBezTo>
                        <a:pt x="14" y="122"/>
                        <a:pt x="11" y="124"/>
                        <a:pt x="10" y="124"/>
                      </a:cubicBezTo>
                      <a:cubicBezTo>
                        <a:pt x="13" y="127"/>
                        <a:pt x="23" y="129"/>
                        <a:pt x="23" y="133"/>
                      </a:cubicBezTo>
                      <a:cubicBezTo>
                        <a:pt x="23" y="137"/>
                        <a:pt x="18" y="142"/>
                        <a:pt x="15" y="144"/>
                      </a:cubicBezTo>
                      <a:cubicBezTo>
                        <a:pt x="15" y="150"/>
                        <a:pt x="15" y="150"/>
                        <a:pt x="15" y="150"/>
                      </a:cubicBezTo>
                      <a:cubicBezTo>
                        <a:pt x="17" y="150"/>
                        <a:pt x="17" y="150"/>
                        <a:pt x="17" y="150"/>
                      </a:cubicBezTo>
                      <a:cubicBezTo>
                        <a:pt x="20" y="150"/>
                        <a:pt x="27" y="141"/>
                        <a:pt x="29" y="139"/>
                      </a:cubicBezTo>
                      <a:cubicBezTo>
                        <a:pt x="33" y="135"/>
                        <a:pt x="34" y="129"/>
                        <a:pt x="38" y="12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2" name="iSļïḑé"/>
                <p:cNvSpPr/>
                <p:nvPr/>
              </p:nvSpPr>
              <p:spPr bwMode="auto">
                <a:xfrm>
                  <a:off x="4422776" y="3106738"/>
                  <a:ext cx="412750" cy="596900"/>
                </a:xfrm>
                <a:custGeom>
                  <a:avLst/>
                  <a:gdLst>
                    <a:gd name="T0" fmla="*/ 63 w 125"/>
                    <a:gd name="T1" fmla="*/ 83 h 179"/>
                    <a:gd name="T2" fmla="*/ 69 w 125"/>
                    <a:gd name="T3" fmla="*/ 84 h 179"/>
                    <a:gd name="T4" fmla="*/ 71 w 125"/>
                    <a:gd name="T5" fmla="*/ 95 h 179"/>
                    <a:gd name="T6" fmla="*/ 56 w 125"/>
                    <a:gd name="T7" fmla="*/ 91 h 179"/>
                    <a:gd name="T8" fmla="*/ 77 w 125"/>
                    <a:gd name="T9" fmla="*/ 77 h 179"/>
                    <a:gd name="T10" fmla="*/ 90 w 125"/>
                    <a:gd name="T11" fmla="*/ 82 h 179"/>
                    <a:gd name="T12" fmla="*/ 93 w 125"/>
                    <a:gd name="T13" fmla="*/ 96 h 179"/>
                    <a:gd name="T14" fmla="*/ 88 w 125"/>
                    <a:gd name="T15" fmla="*/ 106 h 179"/>
                    <a:gd name="T16" fmla="*/ 75 w 125"/>
                    <a:gd name="T17" fmla="*/ 89 h 179"/>
                    <a:gd name="T18" fmla="*/ 91 w 125"/>
                    <a:gd name="T19" fmla="*/ 29 h 179"/>
                    <a:gd name="T20" fmla="*/ 95 w 125"/>
                    <a:gd name="T21" fmla="*/ 4 h 179"/>
                    <a:gd name="T22" fmla="*/ 92 w 125"/>
                    <a:gd name="T23" fmla="*/ 0 h 179"/>
                    <a:gd name="T24" fmla="*/ 86 w 125"/>
                    <a:gd name="T25" fmla="*/ 0 h 179"/>
                    <a:gd name="T26" fmla="*/ 80 w 125"/>
                    <a:gd name="T27" fmla="*/ 7 h 179"/>
                    <a:gd name="T28" fmla="*/ 83 w 125"/>
                    <a:gd name="T29" fmla="*/ 30 h 179"/>
                    <a:gd name="T30" fmla="*/ 86 w 125"/>
                    <a:gd name="T31" fmla="*/ 50 h 179"/>
                    <a:gd name="T32" fmla="*/ 46 w 125"/>
                    <a:gd name="T33" fmla="*/ 84 h 179"/>
                    <a:gd name="T34" fmla="*/ 0 w 125"/>
                    <a:gd name="T35" fmla="*/ 99 h 179"/>
                    <a:gd name="T36" fmla="*/ 13 w 125"/>
                    <a:gd name="T37" fmla="*/ 108 h 179"/>
                    <a:gd name="T38" fmla="*/ 30 w 125"/>
                    <a:gd name="T39" fmla="*/ 100 h 179"/>
                    <a:gd name="T40" fmla="*/ 47 w 125"/>
                    <a:gd name="T41" fmla="*/ 92 h 179"/>
                    <a:gd name="T42" fmla="*/ 51 w 125"/>
                    <a:gd name="T43" fmla="*/ 109 h 179"/>
                    <a:gd name="T44" fmla="*/ 50 w 125"/>
                    <a:gd name="T45" fmla="*/ 118 h 179"/>
                    <a:gd name="T46" fmla="*/ 54 w 125"/>
                    <a:gd name="T47" fmla="*/ 125 h 179"/>
                    <a:gd name="T48" fmla="*/ 62 w 125"/>
                    <a:gd name="T49" fmla="*/ 119 h 179"/>
                    <a:gd name="T50" fmla="*/ 62 w 125"/>
                    <a:gd name="T51" fmla="*/ 113 h 179"/>
                    <a:gd name="T52" fmla="*/ 78 w 125"/>
                    <a:gd name="T53" fmla="*/ 111 h 179"/>
                    <a:gd name="T54" fmla="*/ 78 w 125"/>
                    <a:gd name="T55" fmla="*/ 113 h 179"/>
                    <a:gd name="T56" fmla="*/ 78 w 125"/>
                    <a:gd name="T57" fmla="*/ 118 h 179"/>
                    <a:gd name="T58" fmla="*/ 46 w 125"/>
                    <a:gd name="T59" fmla="*/ 147 h 179"/>
                    <a:gd name="T60" fmla="*/ 28 w 125"/>
                    <a:gd name="T61" fmla="*/ 158 h 179"/>
                    <a:gd name="T62" fmla="*/ 1 w 125"/>
                    <a:gd name="T63" fmla="*/ 170 h 179"/>
                    <a:gd name="T64" fmla="*/ 14 w 125"/>
                    <a:gd name="T65" fmla="*/ 178 h 179"/>
                    <a:gd name="T66" fmla="*/ 20 w 125"/>
                    <a:gd name="T67" fmla="*/ 179 h 179"/>
                    <a:gd name="T68" fmla="*/ 22 w 125"/>
                    <a:gd name="T69" fmla="*/ 179 h 179"/>
                    <a:gd name="T70" fmla="*/ 38 w 125"/>
                    <a:gd name="T71" fmla="*/ 169 h 179"/>
                    <a:gd name="T72" fmla="*/ 61 w 125"/>
                    <a:gd name="T73" fmla="*/ 150 h 179"/>
                    <a:gd name="T74" fmla="*/ 79 w 125"/>
                    <a:gd name="T75" fmla="*/ 135 h 179"/>
                    <a:gd name="T76" fmla="*/ 96 w 125"/>
                    <a:gd name="T77" fmla="*/ 119 h 179"/>
                    <a:gd name="T78" fmla="*/ 106 w 125"/>
                    <a:gd name="T79" fmla="*/ 149 h 179"/>
                    <a:gd name="T80" fmla="*/ 125 w 125"/>
                    <a:gd name="T81" fmla="*/ 152 h 179"/>
                    <a:gd name="T82" fmla="*/ 116 w 125"/>
                    <a:gd name="T83" fmla="*/ 120 h 179"/>
                    <a:gd name="T84" fmla="*/ 115 w 125"/>
                    <a:gd name="T85" fmla="*/ 125 h 179"/>
                    <a:gd name="T86" fmla="*/ 109 w 125"/>
                    <a:gd name="T87" fmla="*/ 129 h 179"/>
                    <a:gd name="T88" fmla="*/ 97 w 125"/>
                    <a:gd name="T89" fmla="*/ 92 h 179"/>
                    <a:gd name="T90" fmla="*/ 94 w 125"/>
                    <a:gd name="T91" fmla="*/ 76 h 179"/>
                    <a:gd name="T92" fmla="*/ 110 w 125"/>
                    <a:gd name="T93" fmla="*/ 60 h 179"/>
                    <a:gd name="T94" fmla="*/ 105 w 125"/>
                    <a:gd name="T95" fmla="*/ 57 h 179"/>
                    <a:gd name="T96" fmla="*/ 101 w 125"/>
                    <a:gd name="T97" fmla="*/ 59 h 179"/>
                    <a:gd name="T98" fmla="*/ 91 w 125"/>
                    <a:gd name="T99" fmla="*/ 54 h 179"/>
                    <a:gd name="T100" fmla="*/ 91 w 125"/>
                    <a:gd name="T101" fmla="*/ 29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25" h="179">
                      <a:moveTo>
                        <a:pt x="56" y="91"/>
                      </a:moveTo>
                      <a:cubicBezTo>
                        <a:pt x="56" y="87"/>
                        <a:pt x="60" y="85"/>
                        <a:pt x="63" y="83"/>
                      </a:cubicBezTo>
                      <a:cubicBezTo>
                        <a:pt x="64" y="83"/>
                        <a:pt x="64" y="83"/>
                        <a:pt x="64" y="83"/>
                      </a:cubicBezTo>
                      <a:cubicBezTo>
                        <a:pt x="67" y="83"/>
                        <a:pt x="67" y="84"/>
                        <a:pt x="69" y="84"/>
                      </a:cubicBezTo>
                      <a:cubicBezTo>
                        <a:pt x="71" y="94"/>
                        <a:pt x="71" y="94"/>
                        <a:pt x="71" y="94"/>
                      </a:cubicBezTo>
                      <a:cubicBezTo>
                        <a:pt x="71" y="95"/>
                        <a:pt x="71" y="95"/>
                        <a:pt x="71" y="95"/>
                      </a:cubicBezTo>
                      <a:cubicBezTo>
                        <a:pt x="68" y="100"/>
                        <a:pt x="68" y="99"/>
                        <a:pt x="63" y="101"/>
                      </a:cubicBezTo>
                      <a:cubicBezTo>
                        <a:pt x="61" y="99"/>
                        <a:pt x="56" y="95"/>
                        <a:pt x="56" y="91"/>
                      </a:cubicBezTo>
                      <a:close/>
                      <a:moveTo>
                        <a:pt x="72" y="83"/>
                      </a:moveTo>
                      <a:cubicBezTo>
                        <a:pt x="74" y="79"/>
                        <a:pt x="73" y="79"/>
                        <a:pt x="77" y="77"/>
                      </a:cubicBezTo>
                      <a:cubicBezTo>
                        <a:pt x="79" y="75"/>
                        <a:pt x="82" y="75"/>
                        <a:pt x="83" y="73"/>
                      </a:cubicBezTo>
                      <a:cubicBezTo>
                        <a:pt x="88" y="76"/>
                        <a:pt x="89" y="76"/>
                        <a:pt x="90" y="82"/>
                      </a:cubicBezTo>
                      <a:cubicBezTo>
                        <a:pt x="92" y="95"/>
                        <a:pt x="92" y="95"/>
                        <a:pt x="92" y="95"/>
                      </a:cubicBezTo>
                      <a:cubicBezTo>
                        <a:pt x="93" y="96"/>
                        <a:pt x="93" y="96"/>
                        <a:pt x="93" y="96"/>
                      </a:cubicBezTo>
                      <a:cubicBezTo>
                        <a:pt x="94" y="99"/>
                        <a:pt x="94" y="99"/>
                        <a:pt x="94" y="99"/>
                      </a:cubicBezTo>
                      <a:cubicBezTo>
                        <a:pt x="91" y="105"/>
                        <a:pt x="93" y="103"/>
                        <a:pt x="88" y="106"/>
                      </a:cubicBezTo>
                      <a:cubicBezTo>
                        <a:pt x="83" y="101"/>
                        <a:pt x="82" y="101"/>
                        <a:pt x="79" y="95"/>
                      </a:cubicBezTo>
                      <a:cubicBezTo>
                        <a:pt x="77" y="93"/>
                        <a:pt x="77" y="91"/>
                        <a:pt x="75" y="89"/>
                      </a:cubicBezTo>
                      <a:cubicBezTo>
                        <a:pt x="73" y="87"/>
                        <a:pt x="73" y="86"/>
                        <a:pt x="72" y="83"/>
                      </a:cubicBezTo>
                      <a:close/>
                      <a:moveTo>
                        <a:pt x="91" y="29"/>
                      </a:moveTo>
                      <a:cubicBezTo>
                        <a:pt x="91" y="22"/>
                        <a:pt x="95" y="12"/>
                        <a:pt x="95" y="4"/>
                      </a:cubicBezTo>
                      <a:cubicBezTo>
                        <a:pt x="95" y="4"/>
                        <a:pt x="95" y="4"/>
                        <a:pt x="95" y="4"/>
                      </a:cubicBezTo>
                      <a:cubicBezTo>
                        <a:pt x="95" y="3"/>
                        <a:pt x="95" y="3"/>
                        <a:pt x="95" y="3"/>
                      </a:cubicBezTo>
                      <a:cubicBezTo>
                        <a:pt x="93" y="0"/>
                        <a:pt x="95" y="1"/>
                        <a:pt x="92" y="0"/>
                      </a:cubicBezTo>
                      <a:cubicBezTo>
                        <a:pt x="91" y="0"/>
                        <a:pt x="91" y="0"/>
                        <a:pt x="91" y="0"/>
                      </a:cubicBezTo>
                      <a:cubicBezTo>
                        <a:pt x="86" y="0"/>
                        <a:pt x="86" y="0"/>
                        <a:pt x="86" y="0"/>
                      </a:cubicBezTo>
                      <a:cubicBezTo>
                        <a:pt x="85" y="0"/>
                        <a:pt x="85" y="0"/>
                        <a:pt x="85" y="0"/>
                      </a:cubicBezTo>
                      <a:cubicBezTo>
                        <a:pt x="82" y="1"/>
                        <a:pt x="80" y="4"/>
                        <a:pt x="80" y="7"/>
                      </a:cubicBezTo>
                      <a:cubicBezTo>
                        <a:pt x="83" y="30"/>
                        <a:pt x="83" y="30"/>
                        <a:pt x="83" y="30"/>
                      </a:cubicBezTo>
                      <a:cubicBezTo>
                        <a:pt x="83" y="30"/>
                        <a:pt x="83" y="30"/>
                        <a:pt x="83" y="30"/>
                      </a:cubicBezTo>
                      <a:cubicBezTo>
                        <a:pt x="83" y="38"/>
                        <a:pt x="86" y="44"/>
                        <a:pt x="86" y="49"/>
                      </a:cubicBezTo>
                      <a:cubicBezTo>
                        <a:pt x="86" y="50"/>
                        <a:pt x="86" y="50"/>
                        <a:pt x="86" y="50"/>
                      </a:cubicBezTo>
                      <a:cubicBezTo>
                        <a:pt x="87" y="62"/>
                        <a:pt x="87" y="62"/>
                        <a:pt x="87" y="62"/>
                      </a:cubicBezTo>
                      <a:cubicBezTo>
                        <a:pt x="87" y="68"/>
                        <a:pt x="52" y="81"/>
                        <a:pt x="46" y="84"/>
                      </a:cubicBezTo>
                      <a:cubicBezTo>
                        <a:pt x="39" y="87"/>
                        <a:pt x="31" y="89"/>
                        <a:pt x="23" y="92"/>
                      </a:cubicBezTo>
                      <a:cubicBezTo>
                        <a:pt x="20" y="94"/>
                        <a:pt x="0" y="96"/>
                        <a:pt x="0" y="99"/>
                      </a:cubicBezTo>
                      <a:cubicBezTo>
                        <a:pt x="0" y="101"/>
                        <a:pt x="9" y="108"/>
                        <a:pt x="11" y="108"/>
                      </a:cubicBezTo>
                      <a:cubicBezTo>
                        <a:pt x="13" y="108"/>
                        <a:pt x="13" y="108"/>
                        <a:pt x="13" y="108"/>
                      </a:cubicBezTo>
                      <a:cubicBezTo>
                        <a:pt x="14" y="108"/>
                        <a:pt x="14" y="108"/>
                        <a:pt x="14" y="108"/>
                      </a:cubicBezTo>
                      <a:cubicBezTo>
                        <a:pt x="20" y="105"/>
                        <a:pt x="24" y="103"/>
                        <a:pt x="30" y="100"/>
                      </a:cubicBezTo>
                      <a:cubicBezTo>
                        <a:pt x="34" y="98"/>
                        <a:pt x="41" y="93"/>
                        <a:pt x="45" y="93"/>
                      </a:cubicBezTo>
                      <a:cubicBezTo>
                        <a:pt x="46" y="93"/>
                        <a:pt x="46" y="93"/>
                        <a:pt x="47" y="92"/>
                      </a:cubicBezTo>
                      <a:cubicBezTo>
                        <a:pt x="49" y="94"/>
                        <a:pt x="52" y="96"/>
                        <a:pt x="51" y="101"/>
                      </a:cubicBezTo>
                      <a:cubicBezTo>
                        <a:pt x="51" y="109"/>
                        <a:pt x="51" y="109"/>
                        <a:pt x="51" y="109"/>
                      </a:cubicBezTo>
                      <a:cubicBezTo>
                        <a:pt x="51" y="110"/>
                        <a:pt x="51" y="110"/>
                        <a:pt x="51" y="110"/>
                      </a:cubicBezTo>
                      <a:cubicBezTo>
                        <a:pt x="50" y="118"/>
                        <a:pt x="50" y="118"/>
                        <a:pt x="50" y="118"/>
                      </a:cubicBezTo>
                      <a:cubicBezTo>
                        <a:pt x="50" y="119"/>
                        <a:pt x="50" y="119"/>
                        <a:pt x="50" y="120"/>
                      </a:cubicBezTo>
                      <a:cubicBezTo>
                        <a:pt x="51" y="123"/>
                        <a:pt x="51" y="123"/>
                        <a:pt x="54" y="125"/>
                      </a:cubicBezTo>
                      <a:cubicBezTo>
                        <a:pt x="56" y="125"/>
                        <a:pt x="56" y="125"/>
                        <a:pt x="56" y="125"/>
                      </a:cubicBezTo>
                      <a:cubicBezTo>
                        <a:pt x="59" y="125"/>
                        <a:pt x="60" y="121"/>
                        <a:pt x="62" y="119"/>
                      </a:cubicBezTo>
                      <a:cubicBezTo>
                        <a:pt x="62" y="118"/>
                        <a:pt x="62" y="118"/>
                        <a:pt x="62" y="118"/>
                      </a:cubicBezTo>
                      <a:cubicBezTo>
                        <a:pt x="62" y="113"/>
                        <a:pt x="62" y="113"/>
                        <a:pt x="62" y="113"/>
                      </a:cubicBezTo>
                      <a:cubicBezTo>
                        <a:pt x="63" y="110"/>
                        <a:pt x="68" y="106"/>
                        <a:pt x="71" y="106"/>
                      </a:cubicBezTo>
                      <a:cubicBezTo>
                        <a:pt x="75" y="106"/>
                        <a:pt x="77" y="109"/>
                        <a:pt x="78" y="111"/>
                      </a:cubicBezTo>
                      <a:cubicBezTo>
                        <a:pt x="78" y="112"/>
                        <a:pt x="78" y="112"/>
                        <a:pt x="78" y="112"/>
                      </a:cubicBezTo>
                      <a:cubicBezTo>
                        <a:pt x="78" y="113"/>
                        <a:pt x="78" y="113"/>
                        <a:pt x="78" y="113"/>
                      </a:cubicBezTo>
                      <a:cubicBezTo>
                        <a:pt x="78" y="115"/>
                        <a:pt x="78" y="115"/>
                        <a:pt x="79" y="116"/>
                      </a:cubicBezTo>
                      <a:cubicBezTo>
                        <a:pt x="78" y="117"/>
                        <a:pt x="78" y="117"/>
                        <a:pt x="78" y="118"/>
                      </a:cubicBezTo>
                      <a:cubicBezTo>
                        <a:pt x="78" y="119"/>
                        <a:pt x="78" y="119"/>
                        <a:pt x="78" y="119"/>
                      </a:cubicBezTo>
                      <a:cubicBezTo>
                        <a:pt x="72" y="130"/>
                        <a:pt x="57" y="140"/>
                        <a:pt x="46" y="147"/>
                      </a:cubicBezTo>
                      <a:cubicBezTo>
                        <a:pt x="44" y="148"/>
                        <a:pt x="40" y="151"/>
                        <a:pt x="37" y="152"/>
                      </a:cubicBezTo>
                      <a:cubicBezTo>
                        <a:pt x="35" y="153"/>
                        <a:pt x="29" y="157"/>
                        <a:pt x="28" y="158"/>
                      </a:cubicBezTo>
                      <a:cubicBezTo>
                        <a:pt x="25" y="161"/>
                        <a:pt x="12" y="165"/>
                        <a:pt x="6" y="165"/>
                      </a:cubicBezTo>
                      <a:cubicBezTo>
                        <a:pt x="4" y="165"/>
                        <a:pt x="2" y="168"/>
                        <a:pt x="1" y="170"/>
                      </a:cubicBezTo>
                      <a:cubicBezTo>
                        <a:pt x="4" y="171"/>
                        <a:pt x="4" y="173"/>
                        <a:pt x="7" y="175"/>
                      </a:cubicBezTo>
                      <a:cubicBezTo>
                        <a:pt x="10" y="176"/>
                        <a:pt x="12" y="176"/>
                        <a:pt x="14" y="178"/>
                      </a:cubicBezTo>
                      <a:cubicBezTo>
                        <a:pt x="18" y="179"/>
                        <a:pt x="18" y="179"/>
                        <a:pt x="18" y="179"/>
                      </a:cubicBezTo>
                      <a:cubicBezTo>
                        <a:pt x="20" y="179"/>
                        <a:pt x="18" y="179"/>
                        <a:pt x="20" y="179"/>
                      </a:cubicBezTo>
                      <a:cubicBezTo>
                        <a:pt x="21" y="179"/>
                        <a:pt x="21" y="179"/>
                        <a:pt x="21" y="179"/>
                      </a:cubicBezTo>
                      <a:cubicBezTo>
                        <a:pt x="22" y="179"/>
                        <a:pt x="22" y="179"/>
                        <a:pt x="22" y="179"/>
                      </a:cubicBezTo>
                      <a:cubicBezTo>
                        <a:pt x="26" y="177"/>
                        <a:pt x="30" y="175"/>
                        <a:pt x="33" y="173"/>
                      </a:cubicBezTo>
                      <a:cubicBezTo>
                        <a:pt x="35" y="171"/>
                        <a:pt x="36" y="170"/>
                        <a:pt x="38" y="169"/>
                      </a:cubicBezTo>
                      <a:cubicBezTo>
                        <a:pt x="39" y="168"/>
                        <a:pt x="43" y="166"/>
                        <a:pt x="43" y="166"/>
                      </a:cubicBezTo>
                      <a:cubicBezTo>
                        <a:pt x="49" y="160"/>
                        <a:pt x="55" y="156"/>
                        <a:pt x="61" y="150"/>
                      </a:cubicBezTo>
                      <a:cubicBezTo>
                        <a:pt x="64" y="148"/>
                        <a:pt x="67" y="145"/>
                        <a:pt x="70" y="143"/>
                      </a:cubicBezTo>
                      <a:cubicBezTo>
                        <a:pt x="73" y="140"/>
                        <a:pt x="76" y="137"/>
                        <a:pt x="79" y="135"/>
                      </a:cubicBezTo>
                      <a:cubicBezTo>
                        <a:pt x="82" y="132"/>
                        <a:pt x="85" y="130"/>
                        <a:pt x="87" y="127"/>
                      </a:cubicBezTo>
                      <a:cubicBezTo>
                        <a:pt x="90" y="124"/>
                        <a:pt x="91" y="119"/>
                        <a:pt x="96" y="119"/>
                      </a:cubicBezTo>
                      <a:cubicBezTo>
                        <a:pt x="98" y="119"/>
                        <a:pt x="100" y="126"/>
                        <a:pt x="100" y="128"/>
                      </a:cubicBezTo>
                      <a:cubicBezTo>
                        <a:pt x="100" y="132"/>
                        <a:pt x="105" y="145"/>
                        <a:pt x="106" y="149"/>
                      </a:cubicBezTo>
                      <a:cubicBezTo>
                        <a:pt x="108" y="155"/>
                        <a:pt x="111" y="165"/>
                        <a:pt x="118" y="165"/>
                      </a:cubicBezTo>
                      <a:cubicBezTo>
                        <a:pt x="119" y="163"/>
                        <a:pt x="125" y="161"/>
                        <a:pt x="125" y="152"/>
                      </a:cubicBezTo>
                      <a:cubicBezTo>
                        <a:pt x="125" y="143"/>
                        <a:pt x="120" y="120"/>
                        <a:pt x="117" y="116"/>
                      </a:cubicBezTo>
                      <a:cubicBezTo>
                        <a:pt x="117" y="118"/>
                        <a:pt x="116" y="118"/>
                        <a:pt x="116" y="120"/>
                      </a:cubicBezTo>
                      <a:cubicBezTo>
                        <a:pt x="116" y="123"/>
                        <a:pt x="115" y="121"/>
                        <a:pt x="115" y="124"/>
                      </a:cubicBezTo>
                      <a:cubicBezTo>
                        <a:pt x="115" y="125"/>
                        <a:pt x="115" y="125"/>
                        <a:pt x="115" y="125"/>
                      </a:cubicBezTo>
                      <a:cubicBezTo>
                        <a:pt x="115" y="126"/>
                        <a:pt x="114" y="129"/>
                        <a:pt x="112" y="129"/>
                      </a:cubicBezTo>
                      <a:cubicBezTo>
                        <a:pt x="109" y="129"/>
                        <a:pt x="109" y="129"/>
                        <a:pt x="109" y="129"/>
                      </a:cubicBezTo>
                      <a:cubicBezTo>
                        <a:pt x="105" y="129"/>
                        <a:pt x="102" y="110"/>
                        <a:pt x="100" y="105"/>
                      </a:cubicBezTo>
                      <a:cubicBezTo>
                        <a:pt x="98" y="101"/>
                        <a:pt x="98" y="97"/>
                        <a:pt x="97" y="92"/>
                      </a:cubicBezTo>
                      <a:cubicBezTo>
                        <a:pt x="96" y="87"/>
                        <a:pt x="94" y="86"/>
                        <a:pt x="94" y="79"/>
                      </a:cubicBezTo>
                      <a:cubicBezTo>
                        <a:pt x="94" y="76"/>
                        <a:pt x="94" y="76"/>
                        <a:pt x="94" y="76"/>
                      </a:cubicBezTo>
                      <a:cubicBezTo>
                        <a:pt x="94" y="65"/>
                        <a:pt x="110" y="67"/>
                        <a:pt x="110" y="61"/>
                      </a:cubicBezTo>
                      <a:cubicBezTo>
                        <a:pt x="110" y="60"/>
                        <a:pt x="110" y="60"/>
                        <a:pt x="110" y="60"/>
                      </a:cubicBezTo>
                      <a:cubicBezTo>
                        <a:pt x="110" y="58"/>
                        <a:pt x="109" y="57"/>
                        <a:pt x="108" y="57"/>
                      </a:cubicBezTo>
                      <a:cubicBezTo>
                        <a:pt x="105" y="57"/>
                        <a:pt x="105" y="57"/>
                        <a:pt x="105" y="57"/>
                      </a:cubicBezTo>
                      <a:cubicBezTo>
                        <a:pt x="104" y="57"/>
                        <a:pt x="104" y="57"/>
                        <a:pt x="104" y="57"/>
                      </a:cubicBezTo>
                      <a:cubicBezTo>
                        <a:pt x="103" y="58"/>
                        <a:pt x="102" y="59"/>
                        <a:pt x="101" y="59"/>
                      </a:cubicBezTo>
                      <a:cubicBezTo>
                        <a:pt x="99" y="60"/>
                        <a:pt x="99" y="59"/>
                        <a:pt x="97" y="60"/>
                      </a:cubicBezTo>
                      <a:cubicBezTo>
                        <a:pt x="95" y="59"/>
                        <a:pt x="91" y="56"/>
                        <a:pt x="91" y="54"/>
                      </a:cubicBezTo>
                      <a:cubicBezTo>
                        <a:pt x="91" y="41"/>
                        <a:pt x="91" y="41"/>
                        <a:pt x="91" y="41"/>
                      </a:cubicBezTo>
                      <a:lnTo>
                        <a:pt x="91" y="29"/>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3" name="íšlïďè"/>
                <p:cNvSpPr/>
                <p:nvPr/>
              </p:nvSpPr>
              <p:spPr bwMode="auto">
                <a:xfrm>
                  <a:off x="5478463" y="3581400"/>
                  <a:ext cx="46038" cy="76200"/>
                </a:xfrm>
                <a:custGeom>
                  <a:avLst/>
                  <a:gdLst>
                    <a:gd name="T0" fmla="*/ 14 w 14"/>
                    <a:gd name="T1" fmla="*/ 15 h 23"/>
                    <a:gd name="T2" fmla="*/ 10 w 14"/>
                    <a:gd name="T3" fmla="*/ 6 h 23"/>
                    <a:gd name="T4" fmla="*/ 3 w 14"/>
                    <a:gd name="T5" fmla="*/ 0 h 23"/>
                    <a:gd name="T6" fmla="*/ 0 w 14"/>
                    <a:gd name="T7" fmla="*/ 3 h 23"/>
                    <a:gd name="T8" fmla="*/ 5 w 14"/>
                    <a:gd name="T9" fmla="*/ 11 h 23"/>
                    <a:gd name="T10" fmla="*/ 5 w 14"/>
                    <a:gd name="T11" fmla="*/ 12 h 23"/>
                    <a:gd name="T12" fmla="*/ 5 w 14"/>
                    <a:gd name="T13" fmla="*/ 14 h 23"/>
                    <a:gd name="T14" fmla="*/ 5 w 14"/>
                    <a:gd name="T15" fmla="*/ 15 h 23"/>
                    <a:gd name="T16" fmla="*/ 2 w 14"/>
                    <a:gd name="T17" fmla="*/ 19 h 23"/>
                    <a:gd name="T18" fmla="*/ 2 w 14"/>
                    <a:gd name="T19" fmla="*/ 22 h 23"/>
                    <a:gd name="T20" fmla="*/ 5 w 14"/>
                    <a:gd name="T21" fmla="*/ 23 h 23"/>
                    <a:gd name="T22" fmla="*/ 6 w 14"/>
                    <a:gd name="T23" fmla="*/ 23 h 23"/>
                    <a:gd name="T24" fmla="*/ 11 w 14"/>
                    <a:gd name="T25" fmla="*/ 20 h 23"/>
                    <a:gd name="T26" fmla="*/ 14 w 14"/>
                    <a:gd name="T27" fmla="*/ 15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4" h="23">
                      <a:moveTo>
                        <a:pt x="14" y="15"/>
                      </a:moveTo>
                      <a:cubicBezTo>
                        <a:pt x="14" y="11"/>
                        <a:pt x="12" y="9"/>
                        <a:pt x="10" y="6"/>
                      </a:cubicBezTo>
                      <a:cubicBezTo>
                        <a:pt x="8" y="5"/>
                        <a:pt x="3" y="1"/>
                        <a:pt x="3" y="0"/>
                      </a:cubicBezTo>
                      <a:cubicBezTo>
                        <a:pt x="0" y="3"/>
                        <a:pt x="0" y="3"/>
                        <a:pt x="0" y="3"/>
                      </a:cubicBezTo>
                      <a:cubicBezTo>
                        <a:pt x="5" y="11"/>
                        <a:pt x="5" y="11"/>
                        <a:pt x="5" y="11"/>
                      </a:cubicBezTo>
                      <a:cubicBezTo>
                        <a:pt x="5" y="12"/>
                        <a:pt x="5" y="12"/>
                        <a:pt x="5" y="12"/>
                      </a:cubicBezTo>
                      <a:cubicBezTo>
                        <a:pt x="5" y="14"/>
                        <a:pt x="5" y="14"/>
                        <a:pt x="5" y="14"/>
                      </a:cubicBezTo>
                      <a:cubicBezTo>
                        <a:pt x="5" y="15"/>
                        <a:pt x="5" y="15"/>
                        <a:pt x="5" y="15"/>
                      </a:cubicBezTo>
                      <a:cubicBezTo>
                        <a:pt x="2" y="19"/>
                        <a:pt x="2" y="19"/>
                        <a:pt x="2" y="19"/>
                      </a:cubicBezTo>
                      <a:cubicBezTo>
                        <a:pt x="2" y="22"/>
                        <a:pt x="2" y="22"/>
                        <a:pt x="2" y="22"/>
                      </a:cubicBezTo>
                      <a:cubicBezTo>
                        <a:pt x="5" y="23"/>
                        <a:pt x="5" y="23"/>
                        <a:pt x="5" y="23"/>
                      </a:cubicBezTo>
                      <a:cubicBezTo>
                        <a:pt x="6" y="23"/>
                        <a:pt x="6" y="23"/>
                        <a:pt x="6" y="23"/>
                      </a:cubicBezTo>
                      <a:cubicBezTo>
                        <a:pt x="7" y="23"/>
                        <a:pt x="11" y="21"/>
                        <a:pt x="11" y="20"/>
                      </a:cubicBezTo>
                      <a:cubicBezTo>
                        <a:pt x="13" y="19"/>
                        <a:pt x="13" y="17"/>
                        <a:pt x="14" y="1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4" name="işḷîḑe"/>
                <p:cNvSpPr/>
                <p:nvPr/>
              </p:nvSpPr>
              <p:spPr bwMode="auto">
                <a:xfrm>
                  <a:off x="6310313" y="3136900"/>
                  <a:ext cx="406400" cy="554038"/>
                </a:xfrm>
                <a:custGeom>
                  <a:avLst/>
                  <a:gdLst>
                    <a:gd name="T0" fmla="*/ 101 w 123"/>
                    <a:gd name="T1" fmla="*/ 9 h 166"/>
                    <a:gd name="T2" fmla="*/ 96 w 123"/>
                    <a:gd name="T3" fmla="*/ 0 h 166"/>
                    <a:gd name="T4" fmla="*/ 76 w 123"/>
                    <a:gd name="T5" fmla="*/ 23 h 166"/>
                    <a:gd name="T6" fmla="*/ 66 w 123"/>
                    <a:gd name="T7" fmla="*/ 20 h 166"/>
                    <a:gd name="T8" fmla="*/ 69 w 123"/>
                    <a:gd name="T9" fmla="*/ 29 h 166"/>
                    <a:gd name="T10" fmla="*/ 64 w 123"/>
                    <a:gd name="T11" fmla="*/ 38 h 166"/>
                    <a:gd name="T12" fmla="*/ 71 w 123"/>
                    <a:gd name="T13" fmla="*/ 37 h 166"/>
                    <a:gd name="T14" fmla="*/ 78 w 123"/>
                    <a:gd name="T15" fmla="*/ 38 h 166"/>
                    <a:gd name="T16" fmla="*/ 104 w 123"/>
                    <a:gd name="T17" fmla="*/ 37 h 166"/>
                    <a:gd name="T18" fmla="*/ 97 w 123"/>
                    <a:gd name="T19" fmla="*/ 43 h 166"/>
                    <a:gd name="T20" fmla="*/ 85 w 123"/>
                    <a:gd name="T21" fmla="*/ 56 h 166"/>
                    <a:gd name="T22" fmla="*/ 78 w 123"/>
                    <a:gd name="T23" fmla="*/ 67 h 166"/>
                    <a:gd name="T24" fmla="*/ 72 w 123"/>
                    <a:gd name="T25" fmla="*/ 62 h 166"/>
                    <a:gd name="T26" fmla="*/ 72 w 123"/>
                    <a:gd name="T27" fmla="*/ 48 h 166"/>
                    <a:gd name="T28" fmla="*/ 63 w 123"/>
                    <a:gd name="T29" fmla="*/ 57 h 166"/>
                    <a:gd name="T30" fmla="*/ 56 w 123"/>
                    <a:gd name="T31" fmla="*/ 57 h 166"/>
                    <a:gd name="T32" fmla="*/ 61 w 123"/>
                    <a:gd name="T33" fmla="*/ 66 h 166"/>
                    <a:gd name="T34" fmla="*/ 59 w 123"/>
                    <a:gd name="T35" fmla="*/ 70 h 166"/>
                    <a:gd name="T36" fmla="*/ 68 w 123"/>
                    <a:gd name="T37" fmla="*/ 74 h 166"/>
                    <a:gd name="T38" fmla="*/ 68 w 123"/>
                    <a:gd name="T39" fmla="*/ 78 h 166"/>
                    <a:gd name="T40" fmla="*/ 40 w 123"/>
                    <a:gd name="T41" fmla="*/ 92 h 166"/>
                    <a:gd name="T42" fmla="*/ 24 w 123"/>
                    <a:gd name="T43" fmla="*/ 99 h 166"/>
                    <a:gd name="T44" fmla="*/ 3 w 123"/>
                    <a:gd name="T45" fmla="*/ 105 h 166"/>
                    <a:gd name="T46" fmla="*/ 2 w 123"/>
                    <a:gd name="T47" fmla="*/ 112 h 166"/>
                    <a:gd name="T48" fmla="*/ 14 w 123"/>
                    <a:gd name="T49" fmla="*/ 120 h 166"/>
                    <a:gd name="T50" fmla="*/ 32 w 123"/>
                    <a:gd name="T51" fmla="*/ 108 h 166"/>
                    <a:gd name="T52" fmla="*/ 55 w 123"/>
                    <a:gd name="T53" fmla="*/ 93 h 166"/>
                    <a:gd name="T54" fmla="*/ 63 w 123"/>
                    <a:gd name="T55" fmla="*/ 89 h 166"/>
                    <a:gd name="T56" fmla="*/ 82 w 123"/>
                    <a:gd name="T57" fmla="*/ 83 h 166"/>
                    <a:gd name="T58" fmla="*/ 82 w 123"/>
                    <a:gd name="T59" fmla="*/ 86 h 166"/>
                    <a:gd name="T60" fmla="*/ 74 w 123"/>
                    <a:gd name="T61" fmla="*/ 97 h 166"/>
                    <a:gd name="T62" fmla="*/ 61 w 123"/>
                    <a:gd name="T63" fmla="*/ 107 h 166"/>
                    <a:gd name="T64" fmla="*/ 64 w 123"/>
                    <a:gd name="T65" fmla="*/ 118 h 166"/>
                    <a:gd name="T66" fmla="*/ 55 w 123"/>
                    <a:gd name="T67" fmla="*/ 126 h 166"/>
                    <a:gd name="T68" fmla="*/ 40 w 123"/>
                    <a:gd name="T69" fmla="*/ 129 h 166"/>
                    <a:gd name="T70" fmla="*/ 30 w 123"/>
                    <a:gd name="T71" fmla="*/ 130 h 166"/>
                    <a:gd name="T72" fmla="*/ 35 w 123"/>
                    <a:gd name="T73" fmla="*/ 141 h 166"/>
                    <a:gd name="T74" fmla="*/ 38 w 123"/>
                    <a:gd name="T75" fmla="*/ 141 h 166"/>
                    <a:gd name="T76" fmla="*/ 56 w 123"/>
                    <a:gd name="T77" fmla="*/ 133 h 166"/>
                    <a:gd name="T78" fmla="*/ 63 w 123"/>
                    <a:gd name="T79" fmla="*/ 141 h 166"/>
                    <a:gd name="T80" fmla="*/ 56 w 123"/>
                    <a:gd name="T81" fmla="*/ 154 h 166"/>
                    <a:gd name="T82" fmla="*/ 53 w 123"/>
                    <a:gd name="T83" fmla="*/ 154 h 166"/>
                    <a:gd name="T84" fmla="*/ 49 w 123"/>
                    <a:gd name="T85" fmla="*/ 154 h 166"/>
                    <a:gd name="T86" fmla="*/ 46 w 123"/>
                    <a:gd name="T87" fmla="*/ 156 h 166"/>
                    <a:gd name="T88" fmla="*/ 56 w 123"/>
                    <a:gd name="T89" fmla="*/ 166 h 166"/>
                    <a:gd name="T90" fmla="*/ 71 w 123"/>
                    <a:gd name="T91" fmla="*/ 160 h 166"/>
                    <a:gd name="T92" fmla="*/ 75 w 123"/>
                    <a:gd name="T93" fmla="*/ 146 h 166"/>
                    <a:gd name="T94" fmla="*/ 80 w 123"/>
                    <a:gd name="T95" fmla="*/ 124 h 166"/>
                    <a:gd name="T96" fmla="*/ 94 w 123"/>
                    <a:gd name="T97" fmla="*/ 120 h 166"/>
                    <a:gd name="T98" fmla="*/ 81 w 123"/>
                    <a:gd name="T99" fmla="*/ 117 h 166"/>
                    <a:gd name="T100" fmla="*/ 72 w 123"/>
                    <a:gd name="T101" fmla="*/ 107 h 166"/>
                    <a:gd name="T102" fmla="*/ 78 w 123"/>
                    <a:gd name="T103" fmla="*/ 96 h 166"/>
                    <a:gd name="T104" fmla="*/ 92 w 123"/>
                    <a:gd name="T105" fmla="*/ 89 h 166"/>
                    <a:gd name="T106" fmla="*/ 102 w 123"/>
                    <a:gd name="T107" fmla="*/ 78 h 166"/>
                    <a:gd name="T108" fmla="*/ 95 w 123"/>
                    <a:gd name="T109" fmla="*/ 61 h 166"/>
                    <a:gd name="T110" fmla="*/ 109 w 123"/>
                    <a:gd name="T111" fmla="*/ 48 h 166"/>
                    <a:gd name="T112" fmla="*/ 116 w 123"/>
                    <a:gd name="T113" fmla="*/ 42 h 166"/>
                    <a:gd name="T114" fmla="*/ 121 w 123"/>
                    <a:gd name="T115" fmla="*/ 32 h 166"/>
                    <a:gd name="T116" fmla="*/ 116 w 123"/>
                    <a:gd name="T117" fmla="*/ 17 h 166"/>
                    <a:gd name="T118" fmla="*/ 104 w 123"/>
                    <a:gd name="T119" fmla="*/ 20 h 166"/>
                    <a:gd name="T120" fmla="*/ 93 w 123"/>
                    <a:gd name="T121" fmla="*/ 21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23" h="166">
                      <a:moveTo>
                        <a:pt x="93" y="21"/>
                      </a:moveTo>
                      <a:cubicBezTo>
                        <a:pt x="94" y="14"/>
                        <a:pt x="98" y="14"/>
                        <a:pt x="101" y="9"/>
                      </a:cubicBezTo>
                      <a:cubicBezTo>
                        <a:pt x="101" y="8"/>
                        <a:pt x="101" y="8"/>
                        <a:pt x="101" y="8"/>
                      </a:cubicBezTo>
                      <a:cubicBezTo>
                        <a:pt x="101" y="5"/>
                        <a:pt x="97" y="1"/>
                        <a:pt x="96" y="0"/>
                      </a:cubicBezTo>
                      <a:cubicBezTo>
                        <a:pt x="89" y="3"/>
                        <a:pt x="91" y="6"/>
                        <a:pt x="88" y="13"/>
                      </a:cubicBezTo>
                      <a:cubicBezTo>
                        <a:pt x="85" y="17"/>
                        <a:pt x="82" y="23"/>
                        <a:pt x="76" y="23"/>
                      </a:cubicBezTo>
                      <a:cubicBezTo>
                        <a:pt x="75" y="23"/>
                        <a:pt x="70" y="18"/>
                        <a:pt x="67" y="17"/>
                      </a:cubicBezTo>
                      <a:cubicBezTo>
                        <a:pt x="66" y="20"/>
                        <a:pt x="66" y="20"/>
                        <a:pt x="66" y="20"/>
                      </a:cubicBezTo>
                      <a:cubicBezTo>
                        <a:pt x="67" y="23"/>
                        <a:pt x="69" y="24"/>
                        <a:pt x="69" y="28"/>
                      </a:cubicBezTo>
                      <a:cubicBezTo>
                        <a:pt x="69" y="29"/>
                        <a:pt x="69" y="29"/>
                        <a:pt x="69" y="29"/>
                      </a:cubicBezTo>
                      <a:cubicBezTo>
                        <a:pt x="69" y="29"/>
                        <a:pt x="63" y="36"/>
                        <a:pt x="62" y="37"/>
                      </a:cubicBezTo>
                      <a:cubicBezTo>
                        <a:pt x="63" y="38"/>
                        <a:pt x="61" y="38"/>
                        <a:pt x="64" y="38"/>
                      </a:cubicBezTo>
                      <a:cubicBezTo>
                        <a:pt x="64" y="38"/>
                        <a:pt x="64" y="38"/>
                        <a:pt x="64" y="38"/>
                      </a:cubicBezTo>
                      <a:cubicBezTo>
                        <a:pt x="71" y="37"/>
                        <a:pt x="71" y="37"/>
                        <a:pt x="71" y="37"/>
                      </a:cubicBezTo>
                      <a:cubicBezTo>
                        <a:pt x="74" y="37"/>
                        <a:pt x="74" y="38"/>
                        <a:pt x="78" y="38"/>
                      </a:cubicBezTo>
                      <a:cubicBezTo>
                        <a:pt x="78" y="38"/>
                        <a:pt x="78" y="38"/>
                        <a:pt x="78" y="38"/>
                      </a:cubicBezTo>
                      <a:cubicBezTo>
                        <a:pt x="79" y="38"/>
                        <a:pt x="84" y="33"/>
                        <a:pt x="91" y="32"/>
                      </a:cubicBezTo>
                      <a:cubicBezTo>
                        <a:pt x="96" y="31"/>
                        <a:pt x="104" y="30"/>
                        <a:pt x="104" y="37"/>
                      </a:cubicBezTo>
                      <a:cubicBezTo>
                        <a:pt x="104" y="39"/>
                        <a:pt x="102" y="41"/>
                        <a:pt x="101" y="43"/>
                      </a:cubicBezTo>
                      <a:cubicBezTo>
                        <a:pt x="98" y="43"/>
                        <a:pt x="99" y="43"/>
                        <a:pt x="97" y="43"/>
                      </a:cubicBezTo>
                      <a:cubicBezTo>
                        <a:pt x="96" y="43"/>
                        <a:pt x="93" y="42"/>
                        <a:pt x="92" y="41"/>
                      </a:cubicBezTo>
                      <a:cubicBezTo>
                        <a:pt x="85" y="46"/>
                        <a:pt x="88" y="49"/>
                        <a:pt x="85" y="56"/>
                      </a:cubicBezTo>
                      <a:cubicBezTo>
                        <a:pt x="84" y="57"/>
                        <a:pt x="81" y="64"/>
                        <a:pt x="81" y="64"/>
                      </a:cubicBezTo>
                      <a:cubicBezTo>
                        <a:pt x="80" y="66"/>
                        <a:pt x="80" y="64"/>
                        <a:pt x="78" y="67"/>
                      </a:cubicBezTo>
                      <a:cubicBezTo>
                        <a:pt x="77" y="70"/>
                        <a:pt x="78" y="68"/>
                        <a:pt x="76" y="70"/>
                      </a:cubicBezTo>
                      <a:cubicBezTo>
                        <a:pt x="74" y="67"/>
                        <a:pt x="72" y="66"/>
                        <a:pt x="72" y="62"/>
                      </a:cubicBezTo>
                      <a:cubicBezTo>
                        <a:pt x="72" y="61"/>
                        <a:pt x="75" y="55"/>
                        <a:pt x="76" y="54"/>
                      </a:cubicBezTo>
                      <a:cubicBezTo>
                        <a:pt x="75" y="51"/>
                        <a:pt x="75" y="48"/>
                        <a:pt x="72" y="48"/>
                      </a:cubicBezTo>
                      <a:cubicBezTo>
                        <a:pt x="71" y="48"/>
                        <a:pt x="70" y="49"/>
                        <a:pt x="70" y="49"/>
                      </a:cubicBezTo>
                      <a:cubicBezTo>
                        <a:pt x="70" y="55"/>
                        <a:pt x="67" y="55"/>
                        <a:pt x="63" y="57"/>
                      </a:cubicBezTo>
                      <a:cubicBezTo>
                        <a:pt x="62" y="56"/>
                        <a:pt x="60" y="55"/>
                        <a:pt x="59" y="55"/>
                      </a:cubicBezTo>
                      <a:cubicBezTo>
                        <a:pt x="58" y="55"/>
                        <a:pt x="56" y="57"/>
                        <a:pt x="56" y="57"/>
                      </a:cubicBezTo>
                      <a:cubicBezTo>
                        <a:pt x="58" y="60"/>
                        <a:pt x="59" y="60"/>
                        <a:pt x="61" y="64"/>
                      </a:cubicBezTo>
                      <a:cubicBezTo>
                        <a:pt x="61" y="66"/>
                        <a:pt x="61" y="66"/>
                        <a:pt x="61" y="66"/>
                      </a:cubicBezTo>
                      <a:cubicBezTo>
                        <a:pt x="61" y="67"/>
                        <a:pt x="61" y="67"/>
                        <a:pt x="61" y="67"/>
                      </a:cubicBezTo>
                      <a:cubicBezTo>
                        <a:pt x="59" y="70"/>
                        <a:pt x="59" y="70"/>
                        <a:pt x="59" y="70"/>
                      </a:cubicBezTo>
                      <a:cubicBezTo>
                        <a:pt x="60" y="71"/>
                        <a:pt x="58" y="71"/>
                        <a:pt x="61" y="71"/>
                      </a:cubicBezTo>
                      <a:cubicBezTo>
                        <a:pt x="64" y="71"/>
                        <a:pt x="66" y="72"/>
                        <a:pt x="68" y="74"/>
                      </a:cubicBezTo>
                      <a:cubicBezTo>
                        <a:pt x="68" y="75"/>
                        <a:pt x="68" y="75"/>
                        <a:pt x="68" y="75"/>
                      </a:cubicBezTo>
                      <a:cubicBezTo>
                        <a:pt x="68" y="78"/>
                        <a:pt x="68" y="78"/>
                        <a:pt x="68" y="78"/>
                      </a:cubicBezTo>
                      <a:cubicBezTo>
                        <a:pt x="68" y="82"/>
                        <a:pt x="58" y="85"/>
                        <a:pt x="55" y="86"/>
                      </a:cubicBezTo>
                      <a:cubicBezTo>
                        <a:pt x="50" y="88"/>
                        <a:pt x="44" y="91"/>
                        <a:pt x="40" y="92"/>
                      </a:cubicBezTo>
                      <a:cubicBezTo>
                        <a:pt x="36" y="94"/>
                        <a:pt x="35" y="94"/>
                        <a:pt x="32" y="96"/>
                      </a:cubicBezTo>
                      <a:cubicBezTo>
                        <a:pt x="29" y="97"/>
                        <a:pt x="27" y="97"/>
                        <a:pt x="24" y="99"/>
                      </a:cubicBezTo>
                      <a:cubicBezTo>
                        <a:pt x="20" y="101"/>
                        <a:pt x="13" y="104"/>
                        <a:pt x="9" y="104"/>
                      </a:cubicBezTo>
                      <a:cubicBezTo>
                        <a:pt x="3" y="105"/>
                        <a:pt x="3" y="105"/>
                        <a:pt x="3" y="105"/>
                      </a:cubicBezTo>
                      <a:cubicBezTo>
                        <a:pt x="1" y="105"/>
                        <a:pt x="1" y="106"/>
                        <a:pt x="0" y="107"/>
                      </a:cubicBezTo>
                      <a:cubicBezTo>
                        <a:pt x="0" y="108"/>
                        <a:pt x="0" y="111"/>
                        <a:pt x="2" y="112"/>
                      </a:cubicBezTo>
                      <a:cubicBezTo>
                        <a:pt x="4" y="114"/>
                        <a:pt x="3" y="114"/>
                        <a:pt x="5" y="115"/>
                      </a:cubicBezTo>
                      <a:cubicBezTo>
                        <a:pt x="6" y="116"/>
                        <a:pt x="12" y="119"/>
                        <a:pt x="14" y="120"/>
                      </a:cubicBezTo>
                      <a:cubicBezTo>
                        <a:pt x="15" y="119"/>
                        <a:pt x="15" y="119"/>
                        <a:pt x="17" y="119"/>
                      </a:cubicBezTo>
                      <a:cubicBezTo>
                        <a:pt x="20" y="119"/>
                        <a:pt x="30" y="110"/>
                        <a:pt x="32" y="108"/>
                      </a:cubicBezTo>
                      <a:cubicBezTo>
                        <a:pt x="36" y="104"/>
                        <a:pt x="42" y="101"/>
                        <a:pt x="47" y="98"/>
                      </a:cubicBezTo>
                      <a:cubicBezTo>
                        <a:pt x="50" y="96"/>
                        <a:pt x="52" y="95"/>
                        <a:pt x="55" y="93"/>
                      </a:cubicBezTo>
                      <a:cubicBezTo>
                        <a:pt x="57" y="92"/>
                        <a:pt x="58" y="92"/>
                        <a:pt x="59" y="91"/>
                      </a:cubicBezTo>
                      <a:cubicBezTo>
                        <a:pt x="61" y="90"/>
                        <a:pt x="61" y="90"/>
                        <a:pt x="63" y="89"/>
                      </a:cubicBezTo>
                      <a:cubicBezTo>
                        <a:pt x="68" y="87"/>
                        <a:pt x="74" y="80"/>
                        <a:pt x="79" y="80"/>
                      </a:cubicBezTo>
                      <a:cubicBezTo>
                        <a:pt x="81" y="80"/>
                        <a:pt x="82" y="82"/>
                        <a:pt x="82" y="83"/>
                      </a:cubicBezTo>
                      <a:cubicBezTo>
                        <a:pt x="82" y="85"/>
                        <a:pt x="82" y="85"/>
                        <a:pt x="82" y="85"/>
                      </a:cubicBezTo>
                      <a:cubicBezTo>
                        <a:pt x="82" y="86"/>
                        <a:pt x="82" y="86"/>
                        <a:pt x="82" y="86"/>
                      </a:cubicBezTo>
                      <a:cubicBezTo>
                        <a:pt x="80" y="90"/>
                        <a:pt x="79" y="89"/>
                        <a:pt x="78" y="93"/>
                      </a:cubicBezTo>
                      <a:cubicBezTo>
                        <a:pt x="75" y="94"/>
                        <a:pt x="75" y="94"/>
                        <a:pt x="74" y="97"/>
                      </a:cubicBezTo>
                      <a:cubicBezTo>
                        <a:pt x="69" y="98"/>
                        <a:pt x="71" y="99"/>
                        <a:pt x="67" y="101"/>
                      </a:cubicBezTo>
                      <a:cubicBezTo>
                        <a:pt x="63" y="103"/>
                        <a:pt x="63" y="103"/>
                        <a:pt x="61" y="107"/>
                      </a:cubicBezTo>
                      <a:cubicBezTo>
                        <a:pt x="61" y="110"/>
                        <a:pt x="64" y="114"/>
                        <a:pt x="64" y="117"/>
                      </a:cubicBezTo>
                      <a:cubicBezTo>
                        <a:pt x="64" y="118"/>
                        <a:pt x="64" y="118"/>
                        <a:pt x="64" y="118"/>
                      </a:cubicBezTo>
                      <a:cubicBezTo>
                        <a:pt x="64" y="119"/>
                        <a:pt x="64" y="119"/>
                        <a:pt x="64" y="119"/>
                      </a:cubicBezTo>
                      <a:cubicBezTo>
                        <a:pt x="61" y="123"/>
                        <a:pt x="60" y="125"/>
                        <a:pt x="55" y="126"/>
                      </a:cubicBezTo>
                      <a:cubicBezTo>
                        <a:pt x="51" y="127"/>
                        <a:pt x="43" y="129"/>
                        <a:pt x="41" y="129"/>
                      </a:cubicBezTo>
                      <a:cubicBezTo>
                        <a:pt x="40" y="129"/>
                        <a:pt x="40" y="129"/>
                        <a:pt x="40" y="129"/>
                      </a:cubicBezTo>
                      <a:cubicBezTo>
                        <a:pt x="32" y="130"/>
                        <a:pt x="32" y="130"/>
                        <a:pt x="32" y="130"/>
                      </a:cubicBezTo>
                      <a:cubicBezTo>
                        <a:pt x="30" y="130"/>
                        <a:pt x="30" y="130"/>
                        <a:pt x="30" y="130"/>
                      </a:cubicBezTo>
                      <a:cubicBezTo>
                        <a:pt x="27" y="132"/>
                        <a:pt x="27" y="132"/>
                        <a:pt x="27" y="132"/>
                      </a:cubicBezTo>
                      <a:cubicBezTo>
                        <a:pt x="30" y="136"/>
                        <a:pt x="30" y="138"/>
                        <a:pt x="35" y="141"/>
                      </a:cubicBezTo>
                      <a:cubicBezTo>
                        <a:pt x="36" y="141"/>
                        <a:pt x="36" y="141"/>
                        <a:pt x="36" y="141"/>
                      </a:cubicBezTo>
                      <a:cubicBezTo>
                        <a:pt x="38" y="141"/>
                        <a:pt x="38" y="141"/>
                        <a:pt x="38" y="141"/>
                      </a:cubicBezTo>
                      <a:cubicBezTo>
                        <a:pt x="39" y="141"/>
                        <a:pt x="39" y="141"/>
                        <a:pt x="39" y="141"/>
                      </a:cubicBezTo>
                      <a:cubicBezTo>
                        <a:pt x="43" y="138"/>
                        <a:pt x="51" y="133"/>
                        <a:pt x="56" y="133"/>
                      </a:cubicBezTo>
                      <a:cubicBezTo>
                        <a:pt x="58" y="133"/>
                        <a:pt x="58" y="133"/>
                        <a:pt x="58" y="133"/>
                      </a:cubicBezTo>
                      <a:cubicBezTo>
                        <a:pt x="62" y="133"/>
                        <a:pt x="63" y="137"/>
                        <a:pt x="63" y="141"/>
                      </a:cubicBezTo>
                      <a:cubicBezTo>
                        <a:pt x="63" y="143"/>
                        <a:pt x="63" y="143"/>
                        <a:pt x="63" y="143"/>
                      </a:cubicBezTo>
                      <a:cubicBezTo>
                        <a:pt x="63" y="150"/>
                        <a:pt x="60" y="152"/>
                        <a:pt x="56" y="154"/>
                      </a:cubicBezTo>
                      <a:cubicBezTo>
                        <a:pt x="55" y="154"/>
                        <a:pt x="55" y="154"/>
                        <a:pt x="55" y="154"/>
                      </a:cubicBezTo>
                      <a:cubicBezTo>
                        <a:pt x="53" y="154"/>
                        <a:pt x="53" y="154"/>
                        <a:pt x="53" y="154"/>
                      </a:cubicBezTo>
                      <a:cubicBezTo>
                        <a:pt x="52" y="154"/>
                        <a:pt x="52" y="154"/>
                        <a:pt x="51" y="153"/>
                      </a:cubicBezTo>
                      <a:cubicBezTo>
                        <a:pt x="50" y="154"/>
                        <a:pt x="50" y="154"/>
                        <a:pt x="49" y="154"/>
                      </a:cubicBezTo>
                      <a:cubicBezTo>
                        <a:pt x="47" y="154"/>
                        <a:pt x="47" y="154"/>
                        <a:pt x="47" y="154"/>
                      </a:cubicBezTo>
                      <a:cubicBezTo>
                        <a:pt x="47" y="155"/>
                        <a:pt x="46" y="155"/>
                        <a:pt x="46" y="156"/>
                      </a:cubicBezTo>
                      <a:cubicBezTo>
                        <a:pt x="46" y="158"/>
                        <a:pt x="53" y="165"/>
                        <a:pt x="55" y="166"/>
                      </a:cubicBezTo>
                      <a:cubicBezTo>
                        <a:pt x="56" y="166"/>
                        <a:pt x="56" y="166"/>
                        <a:pt x="56" y="166"/>
                      </a:cubicBezTo>
                      <a:cubicBezTo>
                        <a:pt x="61" y="166"/>
                        <a:pt x="61" y="166"/>
                        <a:pt x="61" y="166"/>
                      </a:cubicBezTo>
                      <a:cubicBezTo>
                        <a:pt x="66" y="166"/>
                        <a:pt x="69" y="163"/>
                        <a:pt x="71" y="160"/>
                      </a:cubicBezTo>
                      <a:cubicBezTo>
                        <a:pt x="74" y="155"/>
                        <a:pt x="74" y="151"/>
                        <a:pt x="76" y="148"/>
                      </a:cubicBezTo>
                      <a:cubicBezTo>
                        <a:pt x="75" y="146"/>
                        <a:pt x="75" y="148"/>
                        <a:pt x="75" y="146"/>
                      </a:cubicBezTo>
                      <a:cubicBezTo>
                        <a:pt x="75" y="138"/>
                        <a:pt x="75" y="138"/>
                        <a:pt x="75" y="138"/>
                      </a:cubicBezTo>
                      <a:cubicBezTo>
                        <a:pt x="75" y="130"/>
                        <a:pt x="74" y="128"/>
                        <a:pt x="80" y="124"/>
                      </a:cubicBezTo>
                      <a:cubicBezTo>
                        <a:pt x="81" y="124"/>
                        <a:pt x="81" y="124"/>
                        <a:pt x="81" y="124"/>
                      </a:cubicBezTo>
                      <a:cubicBezTo>
                        <a:pt x="90" y="124"/>
                        <a:pt x="90" y="127"/>
                        <a:pt x="94" y="120"/>
                      </a:cubicBezTo>
                      <a:cubicBezTo>
                        <a:pt x="92" y="117"/>
                        <a:pt x="91" y="116"/>
                        <a:pt x="88" y="115"/>
                      </a:cubicBezTo>
                      <a:cubicBezTo>
                        <a:pt x="86" y="116"/>
                        <a:pt x="84" y="117"/>
                        <a:pt x="81" y="117"/>
                      </a:cubicBezTo>
                      <a:cubicBezTo>
                        <a:pt x="79" y="117"/>
                        <a:pt x="79" y="117"/>
                        <a:pt x="79" y="117"/>
                      </a:cubicBezTo>
                      <a:cubicBezTo>
                        <a:pt x="77" y="116"/>
                        <a:pt x="72" y="109"/>
                        <a:pt x="72" y="107"/>
                      </a:cubicBezTo>
                      <a:cubicBezTo>
                        <a:pt x="72" y="105"/>
                        <a:pt x="72" y="105"/>
                        <a:pt x="72" y="105"/>
                      </a:cubicBezTo>
                      <a:cubicBezTo>
                        <a:pt x="72" y="99"/>
                        <a:pt x="75" y="100"/>
                        <a:pt x="78" y="96"/>
                      </a:cubicBezTo>
                      <a:cubicBezTo>
                        <a:pt x="80" y="96"/>
                        <a:pt x="80" y="96"/>
                        <a:pt x="80" y="96"/>
                      </a:cubicBezTo>
                      <a:cubicBezTo>
                        <a:pt x="82" y="93"/>
                        <a:pt x="89" y="90"/>
                        <a:pt x="92" y="89"/>
                      </a:cubicBezTo>
                      <a:cubicBezTo>
                        <a:pt x="95" y="87"/>
                        <a:pt x="101" y="83"/>
                        <a:pt x="101" y="80"/>
                      </a:cubicBezTo>
                      <a:cubicBezTo>
                        <a:pt x="101" y="77"/>
                        <a:pt x="101" y="79"/>
                        <a:pt x="102" y="78"/>
                      </a:cubicBezTo>
                      <a:cubicBezTo>
                        <a:pt x="101" y="77"/>
                        <a:pt x="101" y="79"/>
                        <a:pt x="101" y="77"/>
                      </a:cubicBezTo>
                      <a:cubicBezTo>
                        <a:pt x="101" y="73"/>
                        <a:pt x="96" y="64"/>
                        <a:pt x="95" y="61"/>
                      </a:cubicBezTo>
                      <a:cubicBezTo>
                        <a:pt x="95" y="61"/>
                        <a:pt x="101" y="55"/>
                        <a:pt x="102" y="55"/>
                      </a:cubicBezTo>
                      <a:cubicBezTo>
                        <a:pt x="104" y="52"/>
                        <a:pt x="106" y="51"/>
                        <a:pt x="109" y="48"/>
                      </a:cubicBezTo>
                      <a:cubicBezTo>
                        <a:pt x="110" y="47"/>
                        <a:pt x="112" y="46"/>
                        <a:pt x="113" y="45"/>
                      </a:cubicBezTo>
                      <a:cubicBezTo>
                        <a:pt x="114" y="44"/>
                        <a:pt x="115" y="43"/>
                        <a:pt x="116" y="42"/>
                      </a:cubicBezTo>
                      <a:cubicBezTo>
                        <a:pt x="118" y="39"/>
                        <a:pt x="118" y="35"/>
                        <a:pt x="121" y="34"/>
                      </a:cubicBezTo>
                      <a:cubicBezTo>
                        <a:pt x="121" y="32"/>
                        <a:pt x="121" y="32"/>
                        <a:pt x="121" y="32"/>
                      </a:cubicBezTo>
                      <a:cubicBezTo>
                        <a:pt x="121" y="27"/>
                        <a:pt x="123" y="30"/>
                        <a:pt x="120" y="24"/>
                      </a:cubicBezTo>
                      <a:cubicBezTo>
                        <a:pt x="118" y="20"/>
                        <a:pt x="118" y="20"/>
                        <a:pt x="116" y="17"/>
                      </a:cubicBezTo>
                      <a:cubicBezTo>
                        <a:pt x="113" y="17"/>
                        <a:pt x="113" y="17"/>
                        <a:pt x="113" y="17"/>
                      </a:cubicBezTo>
                      <a:cubicBezTo>
                        <a:pt x="111" y="17"/>
                        <a:pt x="105" y="19"/>
                        <a:pt x="104" y="20"/>
                      </a:cubicBezTo>
                      <a:cubicBezTo>
                        <a:pt x="101" y="23"/>
                        <a:pt x="102" y="23"/>
                        <a:pt x="96" y="24"/>
                      </a:cubicBezTo>
                      <a:lnTo>
                        <a:pt x="93" y="2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5" name="íṥḻiďê"/>
                <p:cNvSpPr/>
                <p:nvPr/>
              </p:nvSpPr>
              <p:spPr bwMode="auto">
                <a:xfrm>
                  <a:off x="5159376" y="3357563"/>
                  <a:ext cx="117475" cy="366713"/>
                </a:xfrm>
                <a:custGeom>
                  <a:avLst/>
                  <a:gdLst>
                    <a:gd name="T0" fmla="*/ 23 w 36"/>
                    <a:gd name="T1" fmla="*/ 14 h 110"/>
                    <a:gd name="T2" fmla="*/ 23 w 36"/>
                    <a:gd name="T3" fmla="*/ 12 h 110"/>
                    <a:gd name="T4" fmla="*/ 18 w 36"/>
                    <a:gd name="T5" fmla="*/ 6 h 110"/>
                    <a:gd name="T6" fmla="*/ 13 w 36"/>
                    <a:gd name="T7" fmla="*/ 0 h 110"/>
                    <a:gd name="T8" fmla="*/ 11 w 36"/>
                    <a:gd name="T9" fmla="*/ 4 h 110"/>
                    <a:gd name="T10" fmla="*/ 13 w 36"/>
                    <a:gd name="T11" fmla="*/ 16 h 110"/>
                    <a:gd name="T12" fmla="*/ 12 w 36"/>
                    <a:gd name="T13" fmla="*/ 34 h 110"/>
                    <a:gd name="T14" fmla="*/ 7 w 36"/>
                    <a:gd name="T15" fmla="*/ 65 h 110"/>
                    <a:gd name="T16" fmla="*/ 3 w 36"/>
                    <a:gd name="T17" fmla="*/ 80 h 110"/>
                    <a:gd name="T18" fmla="*/ 0 w 36"/>
                    <a:gd name="T19" fmla="*/ 95 h 110"/>
                    <a:gd name="T20" fmla="*/ 0 w 36"/>
                    <a:gd name="T21" fmla="*/ 98 h 110"/>
                    <a:gd name="T22" fmla="*/ 0 w 36"/>
                    <a:gd name="T23" fmla="*/ 100 h 110"/>
                    <a:gd name="T24" fmla="*/ 4 w 36"/>
                    <a:gd name="T25" fmla="*/ 105 h 110"/>
                    <a:gd name="T26" fmla="*/ 9 w 36"/>
                    <a:gd name="T27" fmla="*/ 110 h 110"/>
                    <a:gd name="T28" fmla="*/ 15 w 36"/>
                    <a:gd name="T29" fmla="*/ 104 h 110"/>
                    <a:gd name="T30" fmla="*/ 18 w 36"/>
                    <a:gd name="T31" fmla="*/ 96 h 110"/>
                    <a:gd name="T32" fmla="*/ 18 w 36"/>
                    <a:gd name="T33" fmla="*/ 90 h 110"/>
                    <a:gd name="T34" fmla="*/ 21 w 36"/>
                    <a:gd name="T35" fmla="*/ 71 h 110"/>
                    <a:gd name="T36" fmla="*/ 25 w 36"/>
                    <a:gd name="T37" fmla="*/ 53 h 110"/>
                    <a:gd name="T38" fmla="*/ 30 w 36"/>
                    <a:gd name="T39" fmla="*/ 36 h 110"/>
                    <a:gd name="T40" fmla="*/ 35 w 36"/>
                    <a:gd name="T41" fmla="*/ 20 h 110"/>
                    <a:gd name="T42" fmla="*/ 33 w 36"/>
                    <a:gd name="T43" fmla="*/ 20 h 110"/>
                    <a:gd name="T44" fmla="*/ 30 w 36"/>
                    <a:gd name="T45" fmla="*/ 22 h 110"/>
                    <a:gd name="T46" fmla="*/ 23 w 36"/>
                    <a:gd name="T47" fmla="*/ 17 h 110"/>
                    <a:gd name="T48" fmla="*/ 23 w 36"/>
                    <a:gd name="T49" fmla="*/ 15 h 110"/>
                    <a:gd name="T50" fmla="*/ 23 w 36"/>
                    <a:gd name="T51" fmla="*/ 14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6" h="110">
                      <a:moveTo>
                        <a:pt x="23" y="14"/>
                      </a:moveTo>
                      <a:cubicBezTo>
                        <a:pt x="23" y="12"/>
                        <a:pt x="23" y="12"/>
                        <a:pt x="23" y="12"/>
                      </a:cubicBezTo>
                      <a:cubicBezTo>
                        <a:pt x="21" y="8"/>
                        <a:pt x="22" y="9"/>
                        <a:pt x="18" y="6"/>
                      </a:cubicBezTo>
                      <a:cubicBezTo>
                        <a:pt x="17" y="4"/>
                        <a:pt x="15" y="2"/>
                        <a:pt x="13" y="0"/>
                      </a:cubicBezTo>
                      <a:cubicBezTo>
                        <a:pt x="12" y="1"/>
                        <a:pt x="11" y="3"/>
                        <a:pt x="11" y="4"/>
                      </a:cubicBezTo>
                      <a:cubicBezTo>
                        <a:pt x="11" y="7"/>
                        <a:pt x="13" y="12"/>
                        <a:pt x="13" y="16"/>
                      </a:cubicBezTo>
                      <a:cubicBezTo>
                        <a:pt x="12" y="34"/>
                        <a:pt x="12" y="34"/>
                        <a:pt x="12" y="34"/>
                      </a:cubicBezTo>
                      <a:cubicBezTo>
                        <a:pt x="12" y="43"/>
                        <a:pt x="9" y="56"/>
                        <a:pt x="7" y="65"/>
                      </a:cubicBezTo>
                      <a:cubicBezTo>
                        <a:pt x="6" y="72"/>
                        <a:pt x="4" y="75"/>
                        <a:pt x="3" y="80"/>
                      </a:cubicBezTo>
                      <a:cubicBezTo>
                        <a:pt x="2" y="85"/>
                        <a:pt x="0" y="91"/>
                        <a:pt x="0" y="95"/>
                      </a:cubicBezTo>
                      <a:cubicBezTo>
                        <a:pt x="0" y="98"/>
                        <a:pt x="0" y="98"/>
                        <a:pt x="0" y="98"/>
                      </a:cubicBezTo>
                      <a:cubicBezTo>
                        <a:pt x="0" y="100"/>
                        <a:pt x="0" y="100"/>
                        <a:pt x="0" y="100"/>
                      </a:cubicBezTo>
                      <a:cubicBezTo>
                        <a:pt x="2" y="102"/>
                        <a:pt x="2" y="103"/>
                        <a:pt x="4" y="105"/>
                      </a:cubicBezTo>
                      <a:cubicBezTo>
                        <a:pt x="6" y="108"/>
                        <a:pt x="7" y="108"/>
                        <a:pt x="9" y="110"/>
                      </a:cubicBezTo>
                      <a:cubicBezTo>
                        <a:pt x="12" y="108"/>
                        <a:pt x="13" y="108"/>
                        <a:pt x="15" y="104"/>
                      </a:cubicBezTo>
                      <a:cubicBezTo>
                        <a:pt x="16" y="102"/>
                        <a:pt x="18" y="99"/>
                        <a:pt x="18" y="96"/>
                      </a:cubicBezTo>
                      <a:cubicBezTo>
                        <a:pt x="18" y="90"/>
                        <a:pt x="18" y="90"/>
                        <a:pt x="18" y="90"/>
                      </a:cubicBezTo>
                      <a:cubicBezTo>
                        <a:pt x="18" y="83"/>
                        <a:pt x="20" y="77"/>
                        <a:pt x="21" y="71"/>
                      </a:cubicBezTo>
                      <a:cubicBezTo>
                        <a:pt x="23" y="65"/>
                        <a:pt x="23" y="59"/>
                        <a:pt x="25" y="53"/>
                      </a:cubicBezTo>
                      <a:cubicBezTo>
                        <a:pt x="26" y="47"/>
                        <a:pt x="29" y="42"/>
                        <a:pt x="30" y="36"/>
                      </a:cubicBezTo>
                      <a:cubicBezTo>
                        <a:pt x="31" y="28"/>
                        <a:pt x="34" y="27"/>
                        <a:pt x="35" y="20"/>
                      </a:cubicBezTo>
                      <a:cubicBezTo>
                        <a:pt x="34" y="19"/>
                        <a:pt x="36" y="20"/>
                        <a:pt x="33" y="20"/>
                      </a:cubicBezTo>
                      <a:cubicBezTo>
                        <a:pt x="33" y="20"/>
                        <a:pt x="30" y="22"/>
                        <a:pt x="30" y="22"/>
                      </a:cubicBezTo>
                      <a:cubicBezTo>
                        <a:pt x="25" y="21"/>
                        <a:pt x="25" y="21"/>
                        <a:pt x="23" y="17"/>
                      </a:cubicBezTo>
                      <a:cubicBezTo>
                        <a:pt x="23" y="15"/>
                        <a:pt x="23" y="15"/>
                        <a:pt x="23" y="15"/>
                      </a:cubicBezTo>
                      <a:lnTo>
                        <a:pt x="23" y="14"/>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nvGrpSpPr>
              <p:cNvPr id="249" name="ïšľîḍê"/>
              <p:cNvGrpSpPr/>
              <p:nvPr/>
            </p:nvGrpSpPr>
            <p:grpSpPr>
              <a:xfrm>
                <a:off x="4412452" y="3781425"/>
                <a:ext cx="2312689" cy="166461"/>
                <a:chOff x="6986588" y="3521075"/>
                <a:chExt cx="1654176" cy="119063"/>
              </a:xfrm>
            </p:grpSpPr>
            <p:sp>
              <p:nvSpPr>
                <p:cNvPr id="250" name="îṩľîḑê"/>
                <p:cNvSpPr/>
                <p:nvPr/>
              </p:nvSpPr>
              <p:spPr bwMode="auto">
                <a:xfrm>
                  <a:off x="6986588" y="3521075"/>
                  <a:ext cx="155575" cy="119063"/>
                </a:xfrm>
                <a:custGeom>
                  <a:avLst/>
                  <a:gdLst>
                    <a:gd name="T0" fmla="*/ 84 w 98"/>
                    <a:gd name="T1" fmla="*/ 0 h 75"/>
                    <a:gd name="T2" fmla="*/ 59 w 98"/>
                    <a:gd name="T3" fmla="*/ 52 h 75"/>
                    <a:gd name="T4" fmla="*/ 57 w 98"/>
                    <a:gd name="T5" fmla="*/ 0 h 75"/>
                    <a:gd name="T6" fmla="*/ 40 w 98"/>
                    <a:gd name="T7" fmla="*/ 0 h 75"/>
                    <a:gd name="T8" fmla="*/ 15 w 98"/>
                    <a:gd name="T9" fmla="*/ 52 h 75"/>
                    <a:gd name="T10" fmla="*/ 15 w 98"/>
                    <a:gd name="T11" fmla="*/ 0 h 75"/>
                    <a:gd name="T12" fmla="*/ 0 w 98"/>
                    <a:gd name="T13" fmla="*/ 0 h 75"/>
                    <a:gd name="T14" fmla="*/ 2 w 98"/>
                    <a:gd name="T15" fmla="*/ 75 h 75"/>
                    <a:gd name="T16" fmla="*/ 19 w 98"/>
                    <a:gd name="T17" fmla="*/ 75 h 75"/>
                    <a:gd name="T18" fmla="*/ 44 w 98"/>
                    <a:gd name="T19" fmla="*/ 21 h 75"/>
                    <a:gd name="T20" fmla="*/ 46 w 98"/>
                    <a:gd name="T21" fmla="*/ 75 h 75"/>
                    <a:gd name="T22" fmla="*/ 63 w 98"/>
                    <a:gd name="T23" fmla="*/ 75 h 75"/>
                    <a:gd name="T24" fmla="*/ 98 w 98"/>
                    <a:gd name="T25" fmla="*/ 0 h 75"/>
                    <a:gd name="T26" fmla="*/ 84 w 98"/>
                    <a:gd name="T27"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98" h="75">
                      <a:moveTo>
                        <a:pt x="84" y="0"/>
                      </a:moveTo>
                      <a:lnTo>
                        <a:pt x="59" y="52"/>
                      </a:lnTo>
                      <a:lnTo>
                        <a:pt x="57" y="0"/>
                      </a:lnTo>
                      <a:lnTo>
                        <a:pt x="40" y="0"/>
                      </a:lnTo>
                      <a:lnTo>
                        <a:pt x="15" y="52"/>
                      </a:lnTo>
                      <a:lnTo>
                        <a:pt x="15" y="0"/>
                      </a:lnTo>
                      <a:lnTo>
                        <a:pt x="0" y="0"/>
                      </a:lnTo>
                      <a:lnTo>
                        <a:pt x="2" y="75"/>
                      </a:lnTo>
                      <a:lnTo>
                        <a:pt x="19" y="75"/>
                      </a:lnTo>
                      <a:lnTo>
                        <a:pt x="44" y="21"/>
                      </a:lnTo>
                      <a:lnTo>
                        <a:pt x="46" y="75"/>
                      </a:lnTo>
                      <a:lnTo>
                        <a:pt x="63" y="75"/>
                      </a:lnTo>
                      <a:lnTo>
                        <a:pt x="98" y="0"/>
                      </a:lnTo>
                      <a:lnTo>
                        <a:pt x="84"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1" name="îṩḷîde"/>
                <p:cNvSpPr/>
                <p:nvPr/>
              </p:nvSpPr>
              <p:spPr bwMode="auto">
                <a:xfrm>
                  <a:off x="7135813" y="3521075"/>
                  <a:ext cx="112713" cy="119063"/>
                </a:xfrm>
                <a:custGeom>
                  <a:avLst/>
                  <a:gdLst>
                    <a:gd name="T0" fmla="*/ 22 w 34"/>
                    <a:gd name="T1" fmla="*/ 20 h 36"/>
                    <a:gd name="T2" fmla="*/ 20 w 34"/>
                    <a:gd name="T3" fmla="*/ 26 h 36"/>
                    <a:gd name="T4" fmla="*/ 18 w 34"/>
                    <a:gd name="T5" fmla="*/ 29 h 36"/>
                    <a:gd name="T6" fmla="*/ 13 w 34"/>
                    <a:gd name="T7" fmla="*/ 30 h 36"/>
                    <a:gd name="T8" fmla="*/ 9 w 34"/>
                    <a:gd name="T9" fmla="*/ 29 h 36"/>
                    <a:gd name="T10" fmla="*/ 7 w 34"/>
                    <a:gd name="T11" fmla="*/ 25 h 36"/>
                    <a:gd name="T12" fmla="*/ 7 w 34"/>
                    <a:gd name="T13" fmla="*/ 24 h 36"/>
                    <a:gd name="T14" fmla="*/ 8 w 34"/>
                    <a:gd name="T15" fmla="*/ 19 h 36"/>
                    <a:gd name="T16" fmla="*/ 12 w 34"/>
                    <a:gd name="T17" fmla="*/ 0 h 36"/>
                    <a:gd name="T18" fmla="*/ 5 w 34"/>
                    <a:gd name="T19" fmla="*/ 0 h 36"/>
                    <a:gd name="T20" fmla="*/ 1 w 34"/>
                    <a:gd name="T21" fmla="*/ 19 h 36"/>
                    <a:gd name="T22" fmla="*/ 0 w 34"/>
                    <a:gd name="T23" fmla="*/ 23 h 36"/>
                    <a:gd name="T24" fmla="*/ 0 w 34"/>
                    <a:gd name="T25" fmla="*/ 25 h 36"/>
                    <a:gd name="T26" fmla="*/ 3 w 34"/>
                    <a:gd name="T27" fmla="*/ 33 h 36"/>
                    <a:gd name="T28" fmla="*/ 13 w 34"/>
                    <a:gd name="T29" fmla="*/ 36 h 36"/>
                    <a:gd name="T30" fmla="*/ 22 w 34"/>
                    <a:gd name="T31" fmla="*/ 34 h 36"/>
                    <a:gd name="T32" fmla="*/ 27 w 34"/>
                    <a:gd name="T33" fmla="*/ 29 h 36"/>
                    <a:gd name="T34" fmla="*/ 30 w 34"/>
                    <a:gd name="T35" fmla="*/ 20 h 36"/>
                    <a:gd name="T36" fmla="*/ 34 w 34"/>
                    <a:gd name="T37" fmla="*/ 0 h 36"/>
                    <a:gd name="T38" fmla="*/ 26 w 34"/>
                    <a:gd name="T39" fmla="*/ 0 h 36"/>
                    <a:gd name="T40" fmla="*/ 22 w 34"/>
                    <a:gd name="T41" fmla="*/ 2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4" h="36">
                      <a:moveTo>
                        <a:pt x="22" y="20"/>
                      </a:moveTo>
                      <a:cubicBezTo>
                        <a:pt x="22" y="23"/>
                        <a:pt x="21" y="25"/>
                        <a:pt x="20" y="26"/>
                      </a:cubicBezTo>
                      <a:cubicBezTo>
                        <a:pt x="20" y="28"/>
                        <a:pt x="19" y="29"/>
                        <a:pt x="18" y="29"/>
                      </a:cubicBezTo>
                      <a:cubicBezTo>
                        <a:pt x="17" y="30"/>
                        <a:pt x="15" y="30"/>
                        <a:pt x="13" y="30"/>
                      </a:cubicBezTo>
                      <a:cubicBezTo>
                        <a:pt x="11" y="30"/>
                        <a:pt x="10" y="30"/>
                        <a:pt x="9" y="29"/>
                      </a:cubicBezTo>
                      <a:cubicBezTo>
                        <a:pt x="8" y="28"/>
                        <a:pt x="7" y="27"/>
                        <a:pt x="7" y="25"/>
                      </a:cubicBezTo>
                      <a:cubicBezTo>
                        <a:pt x="7" y="25"/>
                        <a:pt x="7" y="25"/>
                        <a:pt x="7" y="24"/>
                      </a:cubicBezTo>
                      <a:cubicBezTo>
                        <a:pt x="8" y="19"/>
                        <a:pt x="8" y="19"/>
                        <a:pt x="8" y="19"/>
                      </a:cubicBezTo>
                      <a:cubicBezTo>
                        <a:pt x="12" y="0"/>
                        <a:pt x="12" y="0"/>
                        <a:pt x="12" y="0"/>
                      </a:cubicBezTo>
                      <a:cubicBezTo>
                        <a:pt x="5" y="0"/>
                        <a:pt x="5" y="0"/>
                        <a:pt x="5" y="0"/>
                      </a:cubicBezTo>
                      <a:cubicBezTo>
                        <a:pt x="1" y="19"/>
                        <a:pt x="1" y="19"/>
                        <a:pt x="1" y="19"/>
                      </a:cubicBezTo>
                      <a:cubicBezTo>
                        <a:pt x="1" y="21"/>
                        <a:pt x="0" y="23"/>
                        <a:pt x="0" y="23"/>
                      </a:cubicBezTo>
                      <a:cubicBezTo>
                        <a:pt x="0" y="24"/>
                        <a:pt x="0" y="25"/>
                        <a:pt x="0" y="25"/>
                      </a:cubicBezTo>
                      <a:cubicBezTo>
                        <a:pt x="0" y="29"/>
                        <a:pt x="1" y="31"/>
                        <a:pt x="3" y="33"/>
                      </a:cubicBezTo>
                      <a:cubicBezTo>
                        <a:pt x="6" y="35"/>
                        <a:pt x="9" y="36"/>
                        <a:pt x="13" y="36"/>
                      </a:cubicBezTo>
                      <a:cubicBezTo>
                        <a:pt x="16" y="36"/>
                        <a:pt x="19" y="36"/>
                        <a:pt x="22" y="34"/>
                      </a:cubicBezTo>
                      <a:cubicBezTo>
                        <a:pt x="24" y="33"/>
                        <a:pt x="25" y="31"/>
                        <a:pt x="27" y="29"/>
                      </a:cubicBezTo>
                      <a:cubicBezTo>
                        <a:pt x="28" y="27"/>
                        <a:pt x="29" y="24"/>
                        <a:pt x="30" y="20"/>
                      </a:cubicBezTo>
                      <a:cubicBezTo>
                        <a:pt x="34" y="0"/>
                        <a:pt x="34" y="0"/>
                        <a:pt x="34" y="0"/>
                      </a:cubicBezTo>
                      <a:cubicBezTo>
                        <a:pt x="26" y="0"/>
                        <a:pt x="26" y="0"/>
                        <a:pt x="26" y="0"/>
                      </a:cubicBezTo>
                      <a:lnTo>
                        <a:pt x="22" y="2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2" name="îṣḻîḑê"/>
                <p:cNvSpPr/>
                <p:nvPr/>
              </p:nvSpPr>
              <p:spPr bwMode="auto">
                <a:xfrm>
                  <a:off x="7248526" y="3521075"/>
                  <a:ext cx="114300" cy="119063"/>
                </a:xfrm>
                <a:custGeom>
                  <a:avLst/>
                  <a:gdLst>
                    <a:gd name="T0" fmla="*/ 58 w 72"/>
                    <a:gd name="T1" fmla="*/ 0 h 75"/>
                    <a:gd name="T2" fmla="*/ 52 w 72"/>
                    <a:gd name="T3" fmla="*/ 29 h 75"/>
                    <a:gd name="T4" fmla="*/ 22 w 72"/>
                    <a:gd name="T5" fmla="*/ 29 h 75"/>
                    <a:gd name="T6" fmla="*/ 29 w 72"/>
                    <a:gd name="T7" fmla="*/ 0 h 75"/>
                    <a:gd name="T8" fmla="*/ 14 w 72"/>
                    <a:gd name="T9" fmla="*/ 0 h 75"/>
                    <a:gd name="T10" fmla="*/ 0 w 72"/>
                    <a:gd name="T11" fmla="*/ 75 h 75"/>
                    <a:gd name="T12" fmla="*/ 14 w 72"/>
                    <a:gd name="T13" fmla="*/ 75 h 75"/>
                    <a:gd name="T14" fmla="*/ 20 w 72"/>
                    <a:gd name="T15" fmla="*/ 42 h 75"/>
                    <a:gd name="T16" fmla="*/ 50 w 72"/>
                    <a:gd name="T17" fmla="*/ 42 h 75"/>
                    <a:gd name="T18" fmla="*/ 43 w 72"/>
                    <a:gd name="T19" fmla="*/ 75 h 75"/>
                    <a:gd name="T20" fmla="*/ 58 w 72"/>
                    <a:gd name="T21" fmla="*/ 75 h 75"/>
                    <a:gd name="T22" fmla="*/ 72 w 72"/>
                    <a:gd name="T23" fmla="*/ 0 h 75"/>
                    <a:gd name="T24" fmla="*/ 58 w 72"/>
                    <a:gd name="T25"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2" h="75">
                      <a:moveTo>
                        <a:pt x="58" y="0"/>
                      </a:moveTo>
                      <a:lnTo>
                        <a:pt x="52" y="29"/>
                      </a:lnTo>
                      <a:lnTo>
                        <a:pt x="22" y="29"/>
                      </a:lnTo>
                      <a:lnTo>
                        <a:pt x="29" y="0"/>
                      </a:lnTo>
                      <a:lnTo>
                        <a:pt x="14" y="0"/>
                      </a:lnTo>
                      <a:lnTo>
                        <a:pt x="0" y="75"/>
                      </a:lnTo>
                      <a:lnTo>
                        <a:pt x="14" y="75"/>
                      </a:lnTo>
                      <a:lnTo>
                        <a:pt x="20" y="42"/>
                      </a:lnTo>
                      <a:lnTo>
                        <a:pt x="50" y="42"/>
                      </a:lnTo>
                      <a:lnTo>
                        <a:pt x="43" y="75"/>
                      </a:lnTo>
                      <a:lnTo>
                        <a:pt x="58" y="75"/>
                      </a:lnTo>
                      <a:lnTo>
                        <a:pt x="72" y="0"/>
                      </a:lnTo>
                      <a:lnTo>
                        <a:pt x="58"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3" name="ïṥlíḑê"/>
                <p:cNvSpPr/>
                <p:nvPr/>
              </p:nvSpPr>
              <p:spPr bwMode="auto">
                <a:xfrm>
                  <a:off x="7356476" y="3521075"/>
                  <a:ext cx="112713" cy="119063"/>
                </a:xfrm>
                <a:custGeom>
                  <a:avLst/>
                  <a:gdLst>
                    <a:gd name="T0" fmla="*/ 42 w 71"/>
                    <a:gd name="T1" fmla="*/ 0 h 75"/>
                    <a:gd name="T2" fmla="*/ 0 w 71"/>
                    <a:gd name="T3" fmla="*/ 75 h 75"/>
                    <a:gd name="T4" fmla="*/ 15 w 71"/>
                    <a:gd name="T5" fmla="*/ 75 h 75"/>
                    <a:gd name="T6" fmla="*/ 23 w 71"/>
                    <a:gd name="T7" fmla="*/ 59 h 75"/>
                    <a:gd name="T8" fmla="*/ 54 w 71"/>
                    <a:gd name="T9" fmla="*/ 59 h 75"/>
                    <a:gd name="T10" fmla="*/ 56 w 71"/>
                    <a:gd name="T11" fmla="*/ 75 h 75"/>
                    <a:gd name="T12" fmla="*/ 71 w 71"/>
                    <a:gd name="T13" fmla="*/ 75 h 75"/>
                    <a:gd name="T14" fmla="*/ 58 w 71"/>
                    <a:gd name="T15" fmla="*/ 0 h 75"/>
                    <a:gd name="T16" fmla="*/ 42 w 71"/>
                    <a:gd name="T17" fmla="*/ 0 h 75"/>
                    <a:gd name="T18" fmla="*/ 29 w 71"/>
                    <a:gd name="T19" fmla="*/ 46 h 75"/>
                    <a:gd name="T20" fmla="*/ 48 w 71"/>
                    <a:gd name="T21" fmla="*/ 17 h 75"/>
                    <a:gd name="T22" fmla="*/ 52 w 71"/>
                    <a:gd name="T23" fmla="*/ 46 h 75"/>
                    <a:gd name="T24" fmla="*/ 29 w 71"/>
                    <a:gd name="T25" fmla="*/ 4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75">
                      <a:moveTo>
                        <a:pt x="42" y="0"/>
                      </a:moveTo>
                      <a:lnTo>
                        <a:pt x="0" y="75"/>
                      </a:lnTo>
                      <a:lnTo>
                        <a:pt x="15" y="75"/>
                      </a:lnTo>
                      <a:lnTo>
                        <a:pt x="23" y="59"/>
                      </a:lnTo>
                      <a:lnTo>
                        <a:pt x="54" y="59"/>
                      </a:lnTo>
                      <a:lnTo>
                        <a:pt x="56" y="75"/>
                      </a:lnTo>
                      <a:lnTo>
                        <a:pt x="71" y="75"/>
                      </a:lnTo>
                      <a:lnTo>
                        <a:pt x="58" y="0"/>
                      </a:lnTo>
                      <a:lnTo>
                        <a:pt x="42" y="0"/>
                      </a:lnTo>
                      <a:close/>
                      <a:moveTo>
                        <a:pt x="29" y="46"/>
                      </a:moveTo>
                      <a:lnTo>
                        <a:pt x="48" y="17"/>
                      </a:lnTo>
                      <a:lnTo>
                        <a:pt x="52" y="46"/>
                      </a:lnTo>
                      <a:lnTo>
                        <a:pt x="29" y="46"/>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4" name="îş1íḋe"/>
                <p:cNvSpPr/>
                <p:nvPr/>
              </p:nvSpPr>
              <p:spPr bwMode="auto">
                <a:xfrm>
                  <a:off x="7481888" y="3521075"/>
                  <a:ext cx="119063" cy="119063"/>
                </a:xfrm>
                <a:custGeom>
                  <a:avLst/>
                  <a:gdLst>
                    <a:gd name="T0" fmla="*/ 50 w 75"/>
                    <a:gd name="T1" fmla="*/ 50 h 75"/>
                    <a:gd name="T2" fmla="*/ 31 w 75"/>
                    <a:gd name="T3" fmla="*/ 0 h 75"/>
                    <a:gd name="T4" fmla="*/ 17 w 75"/>
                    <a:gd name="T5" fmla="*/ 0 h 75"/>
                    <a:gd name="T6" fmla="*/ 0 w 75"/>
                    <a:gd name="T7" fmla="*/ 75 h 75"/>
                    <a:gd name="T8" fmla="*/ 15 w 75"/>
                    <a:gd name="T9" fmla="*/ 75 h 75"/>
                    <a:gd name="T10" fmla="*/ 25 w 75"/>
                    <a:gd name="T11" fmla="*/ 25 h 75"/>
                    <a:gd name="T12" fmla="*/ 46 w 75"/>
                    <a:gd name="T13" fmla="*/ 75 h 75"/>
                    <a:gd name="T14" fmla="*/ 58 w 75"/>
                    <a:gd name="T15" fmla="*/ 75 h 75"/>
                    <a:gd name="T16" fmla="*/ 75 w 75"/>
                    <a:gd name="T17" fmla="*/ 0 h 75"/>
                    <a:gd name="T18" fmla="*/ 61 w 75"/>
                    <a:gd name="T19" fmla="*/ 0 h 75"/>
                    <a:gd name="T20" fmla="*/ 50 w 75"/>
                    <a:gd name="T21" fmla="*/ 5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5" h="75">
                      <a:moveTo>
                        <a:pt x="50" y="50"/>
                      </a:moveTo>
                      <a:lnTo>
                        <a:pt x="31" y="0"/>
                      </a:lnTo>
                      <a:lnTo>
                        <a:pt x="17" y="0"/>
                      </a:lnTo>
                      <a:lnTo>
                        <a:pt x="0" y="75"/>
                      </a:lnTo>
                      <a:lnTo>
                        <a:pt x="15" y="75"/>
                      </a:lnTo>
                      <a:lnTo>
                        <a:pt x="25" y="25"/>
                      </a:lnTo>
                      <a:lnTo>
                        <a:pt x="46" y="75"/>
                      </a:lnTo>
                      <a:lnTo>
                        <a:pt x="58" y="75"/>
                      </a:lnTo>
                      <a:lnTo>
                        <a:pt x="75" y="0"/>
                      </a:lnTo>
                      <a:lnTo>
                        <a:pt x="61" y="0"/>
                      </a:lnTo>
                      <a:lnTo>
                        <a:pt x="50" y="5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5" name="îş1ïḋe"/>
                <p:cNvSpPr/>
                <p:nvPr/>
              </p:nvSpPr>
              <p:spPr bwMode="auto">
                <a:xfrm>
                  <a:off x="7653338" y="3521075"/>
                  <a:ext cx="112713" cy="119063"/>
                </a:xfrm>
                <a:custGeom>
                  <a:avLst/>
                  <a:gdLst>
                    <a:gd name="T0" fmla="*/ 22 w 34"/>
                    <a:gd name="T1" fmla="*/ 20 h 36"/>
                    <a:gd name="T2" fmla="*/ 20 w 34"/>
                    <a:gd name="T3" fmla="*/ 26 h 36"/>
                    <a:gd name="T4" fmla="*/ 18 w 34"/>
                    <a:gd name="T5" fmla="*/ 29 h 36"/>
                    <a:gd name="T6" fmla="*/ 13 w 34"/>
                    <a:gd name="T7" fmla="*/ 30 h 36"/>
                    <a:gd name="T8" fmla="*/ 9 w 34"/>
                    <a:gd name="T9" fmla="*/ 29 h 36"/>
                    <a:gd name="T10" fmla="*/ 7 w 34"/>
                    <a:gd name="T11" fmla="*/ 25 h 36"/>
                    <a:gd name="T12" fmla="*/ 7 w 34"/>
                    <a:gd name="T13" fmla="*/ 24 h 36"/>
                    <a:gd name="T14" fmla="*/ 8 w 34"/>
                    <a:gd name="T15" fmla="*/ 19 h 36"/>
                    <a:gd name="T16" fmla="*/ 12 w 34"/>
                    <a:gd name="T17" fmla="*/ 0 h 36"/>
                    <a:gd name="T18" fmla="*/ 5 w 34"/>
                    <a:gd name="T19" fmla="*/ 0 h 36"/>
                    <a:gd name="T20" fmla="*/ 1 w 34"/>
                    <a:gd name="T21" fmla="*/ 19 h 36"/>
                    <a:gd name="T22" fmla="*/ 0 w 34"/>
                    <a:gd name="T23" fmla="*/ 23 h 36"/>
                    <a:gd name="T24" fmla="*/ 0 w 34"/>
                    <a:gd name="T25" fmla="*/ 25 h 36"/>
                    <a:gd name="T26" fmla="*/ 3 w 34"/>
                    <a:gd name="T27" fmla="*/ 33 h 36"/>
                    <a:gd name="T28" fmla="*/ 13 w 34"/>
                    <a:gd name="T29" fmla="*/ 36 h 36"/>
                    <a:gd name="T30" fmla="*/ 22 w 34"/>
                    <a:gd name="T31" fmla="*/ 34 h 36"/>
                    <a:gd name="T32" fmla="*/ 27 w 34"/>
                    <a:gd name="T33" fmla="*/ 29 h 36"/>
                    <a:gd name="T34" fmla="*/ 30 w 34"/>
                    <a:gd name="T35" fmla="*/ 20 h 36"/>
                    <a:gd name="T36" fmla="*/ 34 w 34"/>
                    <a:gd name="T37" fmla="*/ 0 h 36"/>
                    <a:gd name="T38" fmla="*/ 26 w 34"/>
                    <a:gd name="T39" fmla="*/ 0 h 36"/>
                    <a:gd name="T40" fmla="*/ 22 w 34"/>
                    <a:gd name="T41" fmla="*/ 2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4" h="36">
                      <a:moveTo>
                        <a:pt x="22" y="20"/>
                      </a:moveTo>
                      <a:cubicBezTo>
                        <a:pt x="22" y="23"/>
                        <a:pt x="21" y="25"/>
                        <a:pt x="20" y="26"/>
                      </a:cubicBezTo>
                      <a:cubicBezTo>
                        <a:pt x="20" y="28"/>
                        <a:pt x="19" y="29"/>
                        <a:pt x="18" y="29"/>
                      </a:cubicBezTo>
                      <a:cubicBezTo>
                        <a:pt x="17" y="30"/>
                        <a:pt x="15" y="30"/>
                        <a:pt x="13" y="30"/>
                      </a:cubicBezTo>
                      <a:cubicBezTo>
                        <a:pt x="11" y="30"/>
                        <a:pt x="10" y="30"/>
                        <a:pt x="9" y="29"/>
                      </a:cubicBezTo>
                      <a:cubicBezTo>
                        <a:pt x="8" y="28"/>
                        <a:pt x="7" y="27"/>
                        <a:pt x="7" y="25"/>
                      </a:cubicBezTo>
                      <a:cubicBezTo>
                        <a:pt x="7" y="25"/>
                        <a:pt x="7" y="25"/>
                        <a:pt x="7" y="24"/>
                      </a:cubicBezTo>
                      <a:cubicBezTo>
                        <a:pt x="8" y="19"/>
                        <a:pt x="8" y="19"/>
                        <a:pt x="8" y="19"/>
                      </a:cubicBezTo>
                      <a:cubicBezTo>
                        <a:pt x="12" y="0"/>
                        <a:pt x="12" y="0"/>
                        <a:pt x="12" y="0"/>
                      </a:cubicBezTo>
                      <a:cubicBezTo>
                        <a:pt x="5" y="0"/>
                        <a:pt x="5" y="0"/>
                        <a:pt x="5" y="0"/>
                      </a:cubicBezTo>
                      <a:cubicBezTo>
                        <a:pt x="1" y="19"/>
                        <a:pt x="1" y="19"/>
                        <a:pt x="1" y="19"/>
                      </a:cubicBezTo>
                      <a:cubicBezTo>
                        <a:pt x="1" y="21"/>
                        <a:pt x="0" y="23"/>
                        <a:pt x="0" y="23"/>
                      </a:cubicBezTo>
                      <a:cubicBezTo>
                        <a:pt x="0" y="24"/>
                        <a:pt x="0" y="25"/>
                        <a:pt x="0" y="25"/>
                      </a:cubicBezTo>
                      <a:cubicBezTo>
                        <a:pt x="0" y="29"/>
                        <a:pt x="1" y="31"/>
                        <a:pt x="3" y="33"/>
                      </a:cubicBezTo>
                      <a:cubicBezTo>
                        <a:pt x="6" y="35"/>
                        <a:pt x="9" y="36"/>
                        <a:pt x="13" y="36"/>
                      </a:cubicBezTo>
                      <a:cubicBezTo>
                        <a:pt x="16" y="36"/>
                        <a:pt x="19" y="36"/>
                        <a:pt x="22" y="34"/>
                      </a:cubicBezTo>
                      <a:cubicBezTo>
                        <a:pt x="24" y="33"/>
                        <a:pt x="25" y="31"/>
                        <a:pt x="27" y="29"/>
                      </a:cubicBezTo>
                      <a:cubicBezTo>
                        <a:pt x="28" y="27"/>
                        <a:pt x="29" y="24"/>
                        <a:pt x="30" y="20"/>
                      </a:cubicBezTo>
                      <a:cubicBezTo>
                        <a:pt x="34" y="0"/>
                        <a:pt x="34" y="0"/>
                        <a:pt x="34" y="0"/>
                      </a:cubicBezTo>
                      <a:cubicBezTo>
                        <a:pt x="26" y="0"/>
                        <a:pt x="26" y="0"/>
                        <a:pt x="26" y="0"/>
                      </a:cubicBezTo>
                      <a:lnTo>
                        <a:pt x="22" y="2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6" name="íšlídè"/>
                <p:cNvSpPr/>
                <p:nvPr/>
              </p:nvSpPr>
              <p:spPr bwMode="auto">
                <a:xfrm>
                  <a:off x="7766051" y="3521075"/>
                  <a:ext cx="115888" cy="119063"/>
                </a:xfrm>
                <a:custGeom>
                  <a:avLst/>
                  <a:gdLst>
                    <a:gd name="T0" fmla="*/ 58 w 73"/>
                    <a:gd name="T1" fmla="*/ 0 h 75"/>
                    <a:gd name="T2" fmla="*/ 50 w 73"/>
                    <a:gd name="T3" fmla="*/ 50 h 75"/>
                    <a:gd name="T4" fmla="*/ 29 w 73"/>
                    <a:gd name="T5" fmla="*/ 0 h 75"/>
                    <a:gd name="T6" fmla="*/ 15 w 73"/>
                    <a:gd name="T7" fmla="*/ 0 h 75"/>
                    <a:gd name="T8" fmla="*/ 0 w 73"/>
                    <a:gd name="T9" fmla="*/ 75 h 75"/>
                    <a:gd name="T10" fmla="*/ 13 w 73"/>
                    <a:gd name="T11" fmla="*/ 75 h 75"/>
                    <a:gd name="T12" fmla="*/ 23 w 73"/>
                    <a:gd name="T13" fmla="*/ 25 h 75"/>
                    <a:gd name="T14" fmla="*/ 44 w 73"/>
                    <a:gd name="T15" fmla="*/ 75 h 75"/>
                    <a:gd name="T16" fmla="*/ 58 w 73"/>
                    <a:gd name="T17" fmla="*/ 75 h 75"/>
                    <a:gd name="T18" fmla="*/ 73 w 73"/>
                    <a:gd name="T19" fmla="*/ 0 h 75"/>
                    <a:gd name="T20" fmla="*/ 58 w 73"/>
                    <a:gd name="T21"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3" h="75">
                      <a:moveTo>
                        <a:pt x="58" y="0"/>
                      </a:moveTo>
                      <a:lnTo>
                        <a:pt x="50" y="50"/>
                      </a:lnTo>
                      <a:lnTo>
                        <a:pt x="29" y="0"/>
                      </a:lnTo>
                      <a:lnTo>
                        <a:pt x="15" y="0"/>
                      </a:lnTo>
                      <a:lnTo>
                        <a:pt x="0" y="75"/>
                      </a:lnTo>
                      <a:lnTo>
                        <a:pt x="13" y="75"/>
                      </a:lnTo>
                      <a:lnTo>
                        <a:pt x="23" y="25"/>
                      </a:lnTo>
                      <a:lnTo>
                        <a:pt x="44" y="75"/>
                      </a:lnTo>
                      <a:lnTo>
                        <a:pt x="58" y="75"/>
                      </a:lnTo>
                      <a:lnTo>
                        <a:pt x="73" y="0"/>
                      </a:lnTo>
                      <a:lnTo>
                        <a:pt x="58"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7" name="îṣḻîďe"/>
                <p:cNvSpPr/>
                <p:nvPr/>
              </p:nvSpPr>
              <p:spPr bwMode="auto">
                <a:xfrm>
                  <a:off x="7881938" y="3521075"/>
                  <a:ext cx="49213" cy="119063"/>
                </a:xfrm>
                <a:custGeom>
                  <a:avLst/>
                  <a:gdLst>
                    <a:gd name="T0" fmla="*/ 0 w 31"/>
                    <a:gd name="T1" fmla="*/ 75 h 75"/>
                    <a:gd name="T2" fmla="*/ 14 w 31"/>
                    <a:gd name="T3" fmla="*/ 75 h 75"/>
                    <a:gd name="T4" fmla="*/ 31 w 31"/>
                    <a:gd name="T5" fmla="*/ 0 h 75"/>
                    <a:gd name="T6" fmla="*/ 14 w 31"/>
                    <a:gd name="T7" fmla="*/ 0 h 75"/>
                    <a:gd name="T8" fmla="*/ 0 w 31"/>
                    <a:gd name="T9" fmla="*/ 75 h 75"/>
                  </a:gdLst>
                  <a:ahLst/>
                  <a:cxnLst>
                    <a:cxn ang="0">
                      <a:pos x="T0" y="T1"/>
                    </a:cxn>
                    <a:cxn ang="0">
                      <a:pos x="T2" y="T3"/>
                    </a:cxn>
                    <a:cxn ang="0">
                      <a:pos x="T4" y="T5"/>
                    </a:cxn>
                    <a:cxn ang="0">
                      <a:pos x="T6" y="T7"/>
                    </a:cxn>
                    <a:cxn ang="0">
                      <a:pos x="T8" y="T9"/>
                    </a:cxn>
                  </a:cxnLst>
                  <a:rect l="0" t="0" r="r" b="b"/>
                  <a:pathLst>
                    <a:path w="31" h="75">
                      <a:moveTo>
                        <a:pt x="0" y="75"/>
                      </a:moveTo>
                      <a:lnTo>
                        <a:pt x="14" y="75"/>
                      </a:lnTo>
                      <a:lnTo>
                        <a:pt x="31" y="0"/>
                      </a:lnTo>
                      <a:lnTo>
                        <a:pt x="14" y="0"/>
                      </a:lnTo>
                      <a:lnTo>
                        <a:pt x="0" y="75"/>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8" name="íŝḻiḋè"/>
                <p:cNvSpPr/>
                <p:nvPr/>
              </p:nvSpPr>
              <p:spPr bwMode="auto">
                <a:xfrm>
                  <a:off x="7940676" y="3521075"/>
                  <a:ext cx="109538" cy="119063"/>
                </a:xfrm>
                <a:custGeom>
                  <a:avLst/>
                  <a:gdLst>
                    <a:gd name="T0" fmla="*/ 54 w 69"/>
                    <a:gd name="T1" fmla="*/ 0 h 75"/>
                    <a:gd name="T2" fmla="*/ 23 w 69"/>
                    <a:gd name="T3" fmla="*/ 57 h 75"/>
                    <a:gd name="T4" fmla="*/ 15 w 69"/>
                    <a:gd name="T5" fmla="*/ 0 h 75"/>
                    <a:gd name="T6" fmla="*/ 0 w 69"/>
                    <a:gd name="T7" fmla="*/ 0 h 75"/>
                    <a:gd name="T8" fmla="*/ 13 w 69"/>
                    <a:gd name="T9" fmla="*/ 75 h 75"/>
                    <a:gd name="T10" fmla="*/ 29 w 69"/>
                    <a:gd name="T11" fmla="*/ 75 h 75"/>
                    <a:gd name="T12" fmla="*/ 69 w 69"/>
                    <a:gd name="T13" fmla="*/ 0 h 75"/>
                    <a:gd name="T14" fmla="*/ 54 w 69"/>
                    <a:gd name="T15" fmla="*/ 0 h 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9" h="75">
                      <a:moveTo>
                        <a:pt x="54" y="0"/>
                      </a:moveTo>
                      <a:lnTo>
                        <a:pt x="23" y="57"/>
                      </a:lnTo>
                      <a:lnTo>
                        <a:pt x="15" y="0"/>
                      </a:lnTo>
                      <a:lnTo>
                        <a:pt x="0" y="0"/>
                      </a:lnTo>
                      <a:lnTo>
                        <a:pt x="13" y="75"/>
                      </a:lnTo>
                      <a:lnTo>
                        <a:pt x="29" y="75"/>
                      </a:lnTo>
                      <a:lnTo>
                        <a:pt x="69" y="0"/>
                      </a:lnTo>
                      <a:lnTo>
                        <a:pt x="54"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9" name="î$ḷíďé"/>
                <p:cNvSpPr/>
                <p:nvPr/>
              </p:nvSpPr>
              <p:spPr bwMode="auto">
                <a:xfrm>
                  <a:off x="8037513" y="3521075"/>
                  <a:ext cx="111125" cy="119063"/>
                </a:xfrm>
                <a:custGeom>
                  <a:avLst/>
                  <a:gdLst>
                    <a:gd name="T0" fmla="*/ 68 w 70"/>
                    <a:gd name="T1" fmla="*/ 12 h 75"/>
                    <a:gd name="T2" fmla="*/ 70 w 70"/>
                    <a:gd name="T3" fmla="*/ 0 h 75"/>
                    <a:gd name="T4" fmla="*/ 16 w 70"/>
                    <a:gd name="T5" fmla="*/ 0 h 75"/>
                    <a:gd name="T6" fmla="*/ 0 w 70"/>
                    <a:gd name="T7" fmla="*/ 75 h 75"/>
                    <a:gd name="T8" fmla="*/ 58 w 70"/>
                    <a:gd name="T9" fmla="*/ 75 h 75"/>
                    <a:gd name="T10" fmla="*/ 60 w 70"/>
                    <a:gd name="T11" fmla="*/ 63 h 75"/>
                    <a:gd name="T12" fmla="*/ 16 w 70"/>
                    <a:gd name="T13" fmla="*/ 63 h 75"/>
                    <a:gd name="T14" fmla="*/ 22 w 70"/>
                    <a:gd name="T15" fmla="*/ 42 h 75"/>
                    <a:gd name="T16" fmla="*/ 60 w 70"/>
                    <a:gd name="T17" fmla="*/ 42 h 75"/>
                    <a:gd name="T18" fmla="*/ 62 w 70"/>
                    <a:gd name="T19" fmla="*/ 29 h 75"/>
                    <a:gd name="T20" fmla="*/ 24 w 70"/>
                    <a:gd name="T21" fmla="*/ 29 h 75"/>
                    <a:gd name="T22" fmla="*/ 29 w 70"/>
                    <a:gd name="T23" fmla="*/ 12 h 75"/>
                    <a:gd name="T24" fmla="*/ 68 w 70"/>
                    <a:gd name="T25" fmla="*/ 12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0" h="75">
                      <a:moveTo>
                        <a:pt x="68" y="12"/>
                      </a:moveTo>
                      <a:lnTo>
                        <a:pt x="70" y="0"/>
                      </a:lnTo>
                      <a:lnTo>
                        <a:pt x="16" y="0"/>
                      </a:lnTo>
                      <a:lnTo>
                        <a:pt x="0" y="75"/>
                      </a:lnTo>
                      <a:lnTo>
                        <a:pt x="58" y="75"/>
                      </a:lnTo>
                      <a:lnTo>
                        <a:pt x="60" y="63"/>
                      </a:lnTo>
                      <a:lnTo>
                        <a:pt x="16" y="63"/>
                      </a:lnTo>
                      <a:lnTo>
                        <a:pt x="22" y="42"/>
                      </a:lnTo>
                      <a:lnTo>
                        <a:pt x="60" y="42"/>
                      </a:lnTo>
                      <a:lnTo>
                        <a:pt x="62" y="29"/>
                      </a:lnTo>
                      <a:lnTo>
                        <a:pt x="24" y="29"/>
                      </a:lnTo>
                      <a:lnTo>
                        <a:pt x="29" y="12"/>
                      </a:lnTo>
                      <a:lnTo>
                        <a:pt x="68" y="12"/>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0" name="îṡlîďe"/>
                <p:cNvSpPr/>
                <p:nvPr/>
              </p:nvSpPr>
              <p:spPr bwMode="auto">
                <a:xfrm>
                  <a:off x="8145463" y="3521075"/>
                  <a:ext cx="115888" cy="119063"/>
                </a:xfrm>
                <a:custGeom>
                  <a:avLst/>
                  <a:gdLst>
                    <a:gd name="T0" fmla="*/ 30 w 35"/>
                    <a:gd name="T1" fmla="*/ 1 h 36"/>
                    <a:gd name="T2" fmla="*/ 24 w 35"/>
                    <a:gd name="T3" fmla="*/ 0 h 36"/>
                    <a:gd name="T4" fmla="*/ 8 w 35"/>
                    <a:gd name="T5" fmla="*/ 0 h 36"/>
                    <a:gd name="T6" fmla="*/ 0 w 35"/>
                    <a:gd name="T7" fmla="*/ 36 h 36"/>
                    <a:gd name="T8" fmla="*/ 8 w 35"/>
                    <a:gd name="T9" fmla="*/ 36 h 36"/>
                    <a:gd name="T10" fmla="*/ 11 w 35"/>
                    <a:gd name="T11" fmla="*/ 21 h 36"/>
                    <a:gd name="T12" fmla="*/ 14 w 35"/>
                    <a:gd name="T13" fmla="*/ 21 h 36"/>
                    <a:gd name="T14" fmla="*/ 17 w 35"/>
                    <a:gd name="T15" fmla="*/ 22 h 36"/>
                    <a:gd name="T16" fmla="*/ 21 w 35"/>
                    <a:gd name="T17" fmla="*/ 26 h 36"/>
                    <a:gd name="T18" fmla="*/ 24 w 35"/>
                    <a:gd name="T19" fmla="*/ 36 h 36"/>
                    <a:gd name="T20" fmla="*/ 32 w 35"/>
                    <a:gd name="T21" fmla="*/ 36 h 36"/>
                    <a:gd name="T22" fmla="*/ 27 w 35"/>
                    <a:gd name="T23" fmla="*/ 24 h 36"/>
                    <a:gd name="T24" fmla="*/ 24 w 35"/>
                    <a:gd name="T25" fmla="*/ 21 h 36"/>
                    <a:gd name="T26" fmla="*/ 32 w 35"/>
                    <a:gd name="T27" fmla="*/ 17 h 36"/>
                    <a:gd name="T28" fmla="*/ 35 w 35"/>
                    <a:gd name="T29" fmla="*/ 9 h 36"/>
                    <a:gd name="T30" fmla="*/ 34 w 35"/>
                    <a:gd name="T31" fmla="*/ 4 h 36"/>
                    <a:gd name="T32" fmla="*/ 30 w 35"/>
                    <a:gd name="T33" fmla="*/ 1 h 36"/>
                    <a:gd name="T34" fmla="*/ 27 w 35"/>
                    <a:gd name="T35" fmla="*/ 13 h 36"/>
                    <a:gd name="T36" fmla="*/ 24 w 35"/>
                    <a:gd name="T37" fmla="*/ 15 h 36"/>
                    <a:gd name="T38" fmla="*/ 16 w 35"/>
                    <a:gd name="T39" fmla="*/ 16 h 36"/>
                    <a:gd name="T40" fmla="*/ 12 w 35"/>
                    <a:gd name="T41" fmla="*/ 16 h 36"/>
                    <a:gd name="T42" fmla="*/ 14 w 35"/>
                    <a:gd name="T43" fmla="*/ 6 h 36"/>
                    <a:gd name="T44" fmla="*/ 22 w 35"/>
                    <a:gd name="T45" fmla="*/ 6 h 36"/>
                    <a:gd name="T46" fmla="*/ 26 w 35"/>
                    <a:gd name="T47" fmla="*/ 7 h 36"/>
                    <a:gd name="T48" fmla="*/ 28 w 35"/>
                    <a:gd name="T49" fmla="*/ 10 h 36"/>
                    <a:gd name="T50" fmla="*/ 27 w 35"/>
                    <a:gd name="T51" fmla="*/ 13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5" h="36">
                      <a:moveTo>
                        <a:pt x="30" y="1"/>
                      </a:moveTo>
                      <a:cubicBezTo>
                        <a:pt x="28" y="0"/>
                        <a:pt x="26" y="0"/>
                        <a:pt x="24" y="0"/>
                      </a:cubicBezTo>
                      <a:cubicBezTo>
                        <a:pt x="8" y="0"/>
                        <a:pt x="8" y="0"/>
                        <a:pt x="8" y="0"/>
                      </a:cubicBezTo>
                      <a:cubicBezTo>
                        <a:pt x="0" y="36"/>
                        <a:pt x="0" y="36"/>
                        <a:pt x="0" y="36"/>
                      </a:cubicBezTo>
                      <a:cubicBezTo>
                        <a:pt x="8" y="36"/>
                        <a:pt x="8" y="36"/>
                        <a:pt x="8" y="36"/>
                      </a:cubicBezTo>
                      <a:cubicBezTo>
                        <a:pt x="11" y="21"/>
                        <a:pt x="11" y="21"/>
                        <a:pt x="11" y="21"/>
                      </a:cubicBezTo>
                      <a:cubicBezTo>
                        <a:pt x="14" y="21"/>
                        <a:pt x="14" y="21"/>
                        <a:pt x="14" y="21"/>
                      </a:cubicBezTo>
                      <a:cubicBezTo>
                        <a:pt x="15" y="21"/>
                        <a:pt x="17" y="21"/>
                        <a:pt x="17" y="22"/>
                      </a:cubicBezTo>
                      <a:cubicBezTo>
                        <a:pt x="18" y="22"/>
                        <a:pt x="20" y="24"/>
                        <a:pt x="21" y="26"/>
                      </a:cubicBezTo>
                      <a:cubicBezTo>
                        <a:pt x="22" y="31"/>
                        <a:pt x="24" y="34"/>
                        <a:pt x="24" y="36"/>
                      </a:cubicBezTo>
                      <a:cubicBezTo>
                        <a:pt x="32" y="36"/>
                        <a:pt x="32" y="36"/>
                        <a:pt x="32" y="36"/>
                      </a:cubicBezTo>
                      <a:cubicBezTo>
                        <a:pt x="30" y="31"/>
                        <a:pt x="28" y="27"/>
                        <a:pt x="27" y="24"/>
                      </a:cubicBezTo>
                      <a:cubicBezTo>
                        <a:pt x="26" y="23"/>
                        <a:pt x="25" y="21"/>
                        <a:pt x="24" y="21"/>
                      </a:cubicBezTo>
                      <a:cubicBezTo>
                        <a:pt x="28" y="20"/>
                        <a:pt x="30" y="19"/>
                        <a:pt x="32" y="17"/>
                      </a:cubicBezTo>
                      <a:cubicBezTo>
                        <a:pt x="34" y="15"/>
                        <a:pt x="35" y="13"/>
                        <a:pt x="35" y="9"/>
                      </a:cubicBezTo>
                      <a:cubicBezTo>
                        <a:pt x="35" y="7"/>
                        <a:pt x="34" y="6"/>
                        <a:pt x="34" y="4"/>
                      </a:cubicBezTo>
                      <a:cubicBezTo>
                        <a:pt x="33" y="3"/>
                        <a:pt x="31" y="2"/>
                        <a:pt x="30" y="1"/>
                      </a:cubicBezTo>
                      <a:close/>
                      <a:moveTo>
                        <a:pt x="27" y="13"/>
                      </a:moveTo>
                      <a:cubicBezTo>
                        <a:pt x="26" y="14"/>
                        <a:pt x="25" y="14"/>
                        <a:pt x="24" y="15"/>
                      </a:cubicBezTo>
                      <a:cubicBezTo>
                        <a:pt x="22" y="15"/>
                        <a:pt x="20" y="16"/>
                        <a:pt x="16" y="16"/>
                      </a:cubicBezTo>
                      <a:cubicBezTo>
                        <a:pt x="12" y="16"/>
                        <a:pt x="12" y="16"/>
                        <a:pt x="12" y="16"/>
                      </a:cubicBezTo>
                      <a:cubicBezTo>
                        <a:pt x="14" y="6"/>
                        <a:pt x="14" y="6"/>
                        <a:pt x="14" y="6"/>
                      </a:cubicBezTo>
                      <a:cubicBezTo>
                        <a:pt x="22" y="6"/>
                        <a:pt x="22" y="6"/>
                        <a:pt x="22" y="6"/>
                      </a:cubicBezTo>
                      <a:cubicBezTo>
                        <a:pt x="24" y="6"/>
                        <a:pt x="25" y="6"/>
                        <a:pt x="26" y="7"/>
                      </a:cubicBezTo>
                      <a:cubicBezTo>
                        <a:pt x="27" y="7"/>
                        <a:pt x="28" y="8"/>
                        <a:pt x="28" y="10"/>
                      </a:cubicBezTo>
                      <a:cubicBezTo>
                        <a:pt x="28" y="11"/>
                        <a:pt x="27" y="12"/>
                        <a:pt x="27" y="13"/>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1" name="ïşľîḍé"/>
                <p:cNvSpPr/>
                <p:nvPr/>
              </p:nvSpPr>
              <p:spPr bwMode="auto">
                <a:xfrm>
                  <a:off x="8267701" y="3521075"/>
                  <a:ext cx="98425" cy="119063"/>
                </a:xfrm>
                <a:custGeom>
                  <a:avLst/>
                  <a:gdLst>
                    <a:gd name="T0" fmla="*/ 17 w 30"/>
                    <a:gd name="T1" fmla="*/ 5 h 36"/>
                    <a:gd name="T2" fmla="*/ 22 w 30"/>
                    <a:gd name="T3" fmla="*/ 7 h 36"/>
                    <a:gd name="T4" fmla="*/ 23 w 30"/>
                    <a:gd name="T5" fmla="*/ 11 h 36"/>
                    <a:gd name="T6" fmla="*/ 30 w 30"/>
                    <a:gd name="T7" fmla="*/ 10 h 36"/>
                    <a:gd name="T8" fmla="*/ 27 w 30"/>
                    <a:gd name="T9" fmla="*/ 3 h 36"/>
                    <a:gd name="T10" fmla="*/ 17 w 30"/>
                    <a:gd name="T11" fmla="*/ 0 h 36"/>
                    <a:gd name="T12" fmla="*/ 8 w 30"/>
                    <a:gd name="T13" fmla="*/ 3 h 36"/>
                    <a:gd name="T14" fmla="*/ 4 w 30"/>
                    <a:gd name="T15" fmla="*/ 10 h 36"/>
                    <a:gd name="T16" fmla="*/ 6 w 30"/>
                    <a:gd name="T17" fmla="*/ 14 h 36"/>
                    <a:gd name="T18" fmla="*/ 8 w 30"/>
                    <a:gd name="T19" fmla="*/ 18 h 36"/>
                    <a:gd name="T20" fmla="*/ 15 w 30"/>
                    <a:gd name="T21" fmla="*/ 21 h 36"/>
                    <a:gd name="T22" fmla="*/ 20 w 30"/>
                    <a:gd name="T23" fmla="*/ 23 h 36"/>
                    <a:gd name="T24" fmla="*/ 21 w 30"/>
                    <a:gd name="T25" fmla="*/ 26 h 36"/>
                    <a:gd name="T26" fmla="*/ 19 w 30"/>
                    <a:gd name="T27" fmla="*/ 29 h 36"/>
                    <a:gd name="T28" fmla="*/ 14 w 30"/>
                    <a:gd name="T29" fmla="*/ 30 h 36"/>
                    <a:gd name="T30" fmla="*/ 8 w 30"/>
                    <a:gd name="T31" fmla="*/ 28 h 36"/>
                    <a:gd name="T32" fmla="*/ 7 w 30"/>
                    <a:gd name="T33" fmla="*/ 24 h 36"/>
                    <a:gd name="T34" fmla="*/ 0 w 30"/>
                    <a:gd name="T35" fmla="*/ 24 h 36"/>
                    <a:gd name="T36" fmla="*/ 1 w 30"/>
                    <a:gd name="T37" fmla="*/ 30 h 36"/>
                    <a:gd name="T38" fmla="*/ 6 w 30"/>
                    <a:gd name="T39" fmla="*/ 35 h 36"/>
                    <a:gd name="T40" fmla="*/ 14 w 30"/>
                    <a:gd name="T41" fmla="*/ 36 h 36"/>
                    <a:gd name="T42" fmla="*/ 24 w 30"/>
                    <a:gd name="T43" fmla="*/ 33 h 36"/>
                    <a:gd name="T44" fmla="*/ 28 w 30"/>
                    <a:gd name="T45" fmla="*/ 25 h 36"/>
                    <a:gd name="T46" fmla="*/ 26 w 30"/>
                    <a:gd name="T47" fmla="*/ 19 h 36"/>
                    <a:gd name="T48" fmla="*/ 18 w 30"/>
                    <a:gd name="T49" fmla="*/ 14 h 36"/>
                    <a:gd name="T50" fmla="*/ 13 w 30"/>
                    <a:gd name="T51" fmla="*/ 12 h 36"/>
                    <a:gd name="T52" fmla="*/ 11 w 30"/>
                    <a:gd name="T53" fmla="*/ 9 h 36"/>
                    <a:gd name="T54" fmla="*/ 13 w 30"/>
                    <a:gd name="T55" fmla="*/ 6 h 36"/>
                    <a:gd name="T56" fmla="*/ 17 w 30"/>
                    <a:gd name="T57" fmla="*/ 5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0" h="36">
                      <a:moveTo>
                        <a:pt x="17" y="5"/>
                      </a:moveTo>
                      <a:cubicBezTo>
                        <a:pt x="19" y="5"/>
                        <a:pt x="21" y="6"/>
                        <a:pt x="22" y="7"/>
                      </a:cubicBezTo>
                      <a:cubicBezTo>
                        <a:pt x="23" y="8"/>
                        <a:pt x="23" y="9"/>
                        <a:pt x="23" y="11"/>
                      </a:cubicBezTo>
                      <a:cubicBezTo>
                        <a:pt x="30" y="10"/>
                        <a:pt x="30" y="10"/>
                        <a:pt x="30" y="10"/>
                      </a:cubicBezTo>
                      <a:cubicBezTo>
                        <a:pt x="30" y="7"/>
                        <a:pt x="29" y="4"/>
                        <a:pt x="27" y="3"/>
                      </a:cubicBezTo>
                      <a:cubicBezTo>
                        <a:pt x="24" y="1"/>
                        <a:pt x="21" y="0"/>
                        <a:pt x="17" y="0"/>
                      </a:cubicBezTo>
                      <a:cubicBezTo>
                        <a:pt x="13" y="0"/>
                        <a:pt x="10" y="1"/>
                        <a:pt x="8" y="3"/>
                      </a:cubicBezTo>
                      <a:cubicBezTo>
                        <a:pt x="5" y="5"/>
                        <a:pt x="4" y="7"/>
                        <a:pt x="4" y="10"/>
                      </a:cubicBezTo>
                      <a:cubicBezTo>
                        <a:pt x="4" y="12"/>
                        <a:pt x="5" y="13"/>
                        <a:pt x="6" y="14"/>
                      </a:cubicBezTo>
                      <a:cubicBezTo>
                        <a:pt x="6" y="16"/>
                        <a:pt x="7" y="17"/>
                        <a:pt x="8" y="18"/>
                      </a:cubicBezTo>
                      <a:cubicBezTo>
                        <a:pt x="10" y="18"/>
                        <a:pt x="12" y="19"/>
                        <a:pt x="15" y="21"/>
                      </a:cubicBezTo>
                      <a:cubicBezTo>
                        <a:pt x="17" y="22"/>
                        <a:pt x="19" y="23"/>
                        <a:pt x="20" y="23"/>
                      </a:cubicBezTo>
                      <a:cubicBezTo>
                        <a:pt x="20" y="24"/>
                        <a:pt x="21" y="25"/>
                        <a:pt x="21" y="26"/>
                      </a:cubicBezTo>
                      <a:cubicBezTo>
                        <a:pt x="21" y="27"/>
                        <a:pt x="20" y="28"/>
                        <a:pt x="19" y="29"/>
                      </a:cubicBezTo>
                      <a:cubicBezTo>
                        <a:pt x="18" y="30"/>
                        <a:pt x="16" y="30"/>
                        <a:pt x="14" y="30"/>
                      </a:cubicBezTo>
                      <a:cubicBezTo>
                        <a:pt x="11" y="30"/>
                        <a:pt x="9" y="30"/>
                        <a:pt x="8" y="28"/>
                      </a:cubicBezTo>
                      <a:cubicBezTo>
                        <a:pt x="8" y="28"/>
                        <a:pt x="7" y="26"/>
                        <a:pt x="7" y="24"/>
                      </a:cubicBezTo>
                      <a:cubicBezTo>
                        <a:pt x="0" y="24"/>
                        <a:pt x="0" y="24"/>
                        <a:pt x="0" y="24"/>
                      </a:cubicBezTo>
                      <a:cubicBezTo>
                        <a:pt x="0" y="27"/>
                        <a:pt x="0" y="29"/>
                        <a:pt x="1" y="30"/>
                      </a:cubicBezTo>
                      <a:cubicBezTo>
                        <a:pt x="2" y="32"/>
                        <a:pt x="4" y="34"/>
                        <a:pt x="6" y="35"/>
                      </a:cubicBezTo>
                      <a:cubicBezTo>
                        <a:pt x="8" y="36"/>
                        <a:pt x="11" y="36"/>
                        <a:pt x="14" y="36"/>
                      </a:cubicBezTo>
                      <a:cubicBezTo>
                        <a:pt x="18" y="36"/>
                        <a:pt x="22" y="35"/>
                        <a:pt x="24" y="33"/>
                      </a:cubicBezTo>
                      <a:cubicBezTo>
                        <a:pt x="27" y="31"/>
                        <a:pt x="28" y="28"/>
                        <a:pt x="28" y="25"/>
                      </a:cubicBezTo>
                      <a:cubicBezTo>
                        <a:pt x="28" y="22"/>
                        <a:pt x="27" y="20"/>
                        <a:pt x="26" y="19"/>
                      </a:cubicBezTo>
                      <a:cubicBezTo>
                        <a:pt x="25" y="18"/>
                        <a:pt x="22" y="16"/>
                        <a:pt x="18" y="14"/>
                      </a:cubicBezTo>
                      <a:cubicBezTo>
                        <a:pt x="15" y="13"/>
                        <a:pt x="13" y="12"/>
                        <a:pt x="13" y="12"/>
                      </a:cubicBezTo>
                      <a:cubicBezTo>
                        <a:pt x="12" y="11"/>
                        <a:pt x="11" y="10"/>
                        <a:pt x="11" y="9"/>
                      </a:cubicBezTo>
                      <a:cubicBezTo>
                        <a:pt x="11" y="8"/>
                        <a:pt x="12" y="7"/>
                        <a:pt x="13" y="6"/>
                      </a:cubicBezTo>
                      <a:cubicBezTo>
                        <a:pt x="14" y="6"/>
                        <a:pt x="15" y="5"/>
                        <a:pt x="17" y="5"/>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2" name="îṩľîďe"/>
                <p:cNvSpPr/>
                <p:nvPr/>
              </p:nvSpPr>
              <p:spPr bwMode="auto">
                <a:xfrm>
                  <a:off x="8374063" y="3521075"/>
                  <a:ext cx="46038" cy="119063"/>
                </a:xfrm>
                <a:custGeom>
                  <a:avLst/>
                  <a:gdLst>
                    <a:gd name="T0" fmla="*/ 0 w 29"/>
                    <a:gd name="T1" fmla="*/ 75 h 75"/>
                    <a:gd name="T2" fmla="*/ 14 w 29"/>
                    <a:gd name="T3" fmla="*/ 75 h 75"/>
                    <a:gd name="T4" fmla="*/ 29 w 29"/>
                    <a:gd name="T5" fmla="*/ 0 h 75"/>
                    <a:gd name="T6" fmla="*/ 14 w 29"/>
                    <a:gd name="T7" fmla="*/ 0 h 75"/>
                    <a:gd name="T8" fmla="*/ 0 w 29"/>
                    <a:gd name="T9" fmla="*/ 75 h 75"/>
                  </a:gdLst>
                  <a:ahLst/>
                  <a:cxnLst>
                    <a:cxn ang="0">
                      <a:pos x="T0" y="T1"/>
                    </a:cxn>
                    <a:cxn ang="0">
                      <a:pos x="T2" y="T3"/>
                    </a:cxn>
                    <a:cxn ang="0">
                      <a:pos x="T4" y="T5"/>
                    </a:cxn>
                    <a:cxn ang="0">
                      <a:pos x="T6" y="T7"/>
                    </a:cxn>
                    <a:cxn ang="0">
                      <a:pos x="T8" y="T9"/>
                    </a:cxn>
                  </a:cxnLst>
                  <a:rect l="0" t="0" r="r" b="b"/>
                  <a:pathLst>
                    <a:path w="29" h="75">
                      <a:moveTo>
                        <a:pt x="0" y="75"/>
                      </a:moveTo>
                      <a:lnTo>
                        <a:pt x="14" y="75"/>
                      </a:lnTo>
                      <a:lnTo>
                        <a:pt x="29" y="0"/>
                      </a:lnTo>
                      <a:lnTo>
                        <a:pt x="14" y="0"/>
                      </a:lnTo>
                      <a:lnTo>
                        <a:pt x="0" y="75"/>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3" name="iS1idè"/>
                <p:cNvSpPr/>
                <p:nvPr/>
              </p:nvSpPr>
              <p:spPr bwMode="auto">
                <a:xfrm>
                  <a:off x="8432801" y="3521075"/>
                  <a:ext cx="95250" cy="119063"/>
                </a:xfrm>
                <a:custGeom>
                  <a:avLst/>
                  <a:gdLst>
                    <a:gd name="T0" fmla="*/ 0 w 60"/>
                    <a:gd name="T1" fmla="*/ 12 h 75"/>
                    <a:gd name="T2" fmla="*/ 21 w 60"/>
                    <a:gd name="T3" fmla="*/ 12 h 75"/>
                    <a:gd name="T4" fmla="*/ 8 w 60"/>
                    <a:gd name="T5" fmla="*/ 75 h 75"/>
                    <a:gd name="T6" fmla="*/ 23 w 60"/>
                    <a:gd name="T7" fmla="*/ 75 h 75"/>
                    <a:gd name="T8" fmla="*/ 35 w 60"/>
                    <a:gd name="T9" fmla="*/ 12 h 75"/>
                    <a:gd name="T10" fmla="*/ 58 w 60"/>
                    <a:gd name="T11" fmla="*/ 12 h 75"/>
                    <a:gd name="T12" fmla="*/ 60 w 60"/>
                    <a:gd name="T13" fmla="*/ 0 h 75"/>
                    <a:gd name="T14" fmla="*/ 2 w 60"/>
                    <a:gd name="T15" fmla="*/ 0 h 75"/>
                    <a:gd name="T16" fmla="*/ 0 w 60"/>
                    <a:gd name="T17" fmla="*/ 12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0" h="75">
                      <a:moveTo>
                        <a:pt x="0" y="12"/>
                      </a:moveTo>
                      <a:lnTo>
                        <a:pt x="21" y="12"/>
                      </a:lnTo>
                      <a:lnTo>
                        <a:pt x="8" y="75"/>
                      </a:lnTo>
                      <a:lnTo>
                        <a:pt x="23" y="75"/>
                      </a:lnTo>
                      <a:lnTo>
                        <a:pt x="35" y="12"/>
                      </a:lnTo>
                      <a:lnTo>
                        <a:pt x="58" y="12"/>
                      </a:lnTo>
                      <a:lnTo>
                        <a:pt x="60" y="0"/>
                      </a:lnTo>
                      <a:lnTo>
                        <a:pt x="2" y="0"/>
                      </a:lnTo>
                      <a:lnTo>
                        <a:pt x="0" y="12"/>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4" name="iṣḷîḋe"/>
                <p:cNvSpPr/>
                <p:nvPr/>
              </p:nvSpPr>
              <p:spPr bwMode="auto">
                <a:xfrm>
                  <a:off x="8531226" y="3521075"/>
                  <a:ext cx="109538" cy="119063"/>
                </a:xfrm>
                <a:custGeom>
                  <a:avLst/>
                  <a:gdLst>
                    <a:gd name="T0" fmla="*/ 25 w 33"/>
                    <a:gd name="T1" fmla="*/ 0 h 36"/>
                    <a:gd name="T2" fmla="*/ 19 w 33"/>
                    <a:gd name="T3" fmla="*/ 7 h 36"/>
                    <a:gd name="T4" fmla="*/ 16 w 33"/>
                    <a:gd name="T5" fmla="*/ 12 h 36"/>
                    <a:gd name="T6" fmla="*/ 14 w 33"/>
                    <a:gd name="T7" fmla="*/ 15 h 36"/>
                    <a:gd name="T8" fmla="*/ 12 w 33"/>
                    <a:gd name="T9" fmla="*/ 10 h 36"/>
                    <a:gd name="T10" fmla="*/ 8 w 33"/>
                    <a:gd name="T11" fmla="*/ 0 h 36"/>
                    <a:gd name="T12" fmla="*/ 0 w 33"/>
                    <a:gd name="T13" fmla="*/ 0 h 36"/>
                    <a:gd name="T14" fmla="*/ 10 w 33"/>
                    <a:gd name="T15" fmla="*/ 22 h 36"/>
                    <a:gd name="T16" fmla="*/ 7 w 33"/>
                    <a:gd name="T17" fmla="*/ 36 h 36"/>
                    <a:gd name="T18" fmla="*/ 14 w 33"/>
                    <a:gd name="T19" fmla="*/ 36 h 36"/>
                    <a:gd name="T20" fmla="*/ 17 w 33"/>
                    <a:gd name="T21" fmla="*/ 23 h 36"/>
                    <a:gd name="T22" fmla="*/ 33 w 33"/>
                    <a:gd name="T23" fmla="*/ 0 h 36"/>
                    <a:gd name="T24" fmla="*/ 25 w 33"/>
                    <a:gd name="T25" fmla="*/ 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3" h="36">
                      <a:moveTo>
                        <a:pt x="25" y="0"/>
                      </a:moveTo>
                      <a:cubicBezTo>
                        <a:pt x="19" y="7"/>
                        <a:pt x="19" y="7"/>
                        <a:pt x="19" y="7"/>
                      </a:cubicBezTo>
                      <a:cubicBezTo>
                        <a:pt x="16" y="12"/>
                        <a:pt x="16" y="12"/>
                        <a:pt x="16" y="12"/>
                      </a:cubicBezTo>
                      <a:cubicBezTo>
                        <a:pt x="15" y="13"/>
                        <a:pt x="15" y="14"/>
                        <a:pt x="14" y="15"/>
                      </a:cubicBezTo>
                      <a:cubicBezTo>
                        <a:pt x="14" y="14"/>
                        <a:pt x="13" y="13"/>
                        <a:pt x="12" y="10"/>
                      </a:cubicBezTo>
                      <a:cubicBezTo>
                        <a:pt x="8" y="0"/>
                        <a:pt x="8" y="0"/>
                        <a:pt x="8" y="0"/>
                      </a:cubicBezTo>
                      <a:cubicBezTo>
                        <a:pt x="0" y="0"/>
                        <a:pt x="0" y="0"/>
                        <a:pt x="0" y="0"/>
                      </a:cubicBezTo>
                      <a:cubicBezTo>
                        <a:pt x="10" y="22"/>
                        <a:pt x="10" y="22"/>
                        <a:pt x="10" y="22"/>
                      </a:cubicBezTo>
                      <a:cubicBezTo>
                        <a:pt x="7" y="36"/>
                        <a:pt x="7" y="36"/>
                        <a:pt x="7" y="36"/>
                      </a:cubicBezTo>
                      <a:cubicBezTo>
                        <a:pt x="14" y="36"/>
                        <a:pt x="14" y="36"/>
                        <a:pt x="14" y="36"/>
                      </a:cubicBezTo>
                      <a:cubicBezTo>
                        <a:pt x="17" y="23"/>
                        <a:pt x="17" y="23"/>
                        <a:pt x="17" y="23"/>
                      </a:cubicBezTo>
                      <a:cubicBezTo>
                        <a:pt x="33" y="0"/>
                        <a:pt x="33" y="0"/>
                        <a:pt x="33" y="0"/>
                      </a:cubicBezTo>
                      <a:lnTo>
                        <a:pt x="25"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grpSp>
      <p:cxnSp>
        <p:nvCxnSpPr>
          <p:cNvPr id="4" name="直线连接符 3"/>
          <p:cNvCxnSpPr/>
          <p:nvPr userDrawn="1"/>
        </p:nvCxnSpPr>
        <p:spPr>
          <a:xfrm>
            <a:off x="0" y="1016000"/>
            <a:ext cx="12192000"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pic>
        <p:nvPicPr>
          <p:cNvPr id="110" name="图片 109" descr="图片包含 天空, 户外, 建筑物, 日落&#10;&#10;描述已自动生成"/>
          <p:cNvPicPr>
            <a:picLocks noChangeAspect="1"/>
          </p:cNvPicPr>
          <p:nvPr userDrawn="1"/>
        </p:nvPicPr>
        <p:blipFill rotWithShape="1">
          <a:blip r:embed="rId2" cstate="print">
            <a:extLst>
              <a:ext uri="{BEBA8EAE-BF5A-486C-A8C5-ECC9F3942E4B}">
                <a14:imgProps xmlns:a14="http://schemas.microsoft.com/office/drawing/2010/main">
                  <a14:imgLayer r:embed="rId3">
                    <a14:imgEffect>
                      <a14:backgroundRemoval t="10000" b="99500" l="10000" r="98000">
                        <a14:foregroundMark x1="45583" y1="28625" x2="72750" y2="47875"/>
                        <a14:foregroundMark x1="72750" y1="47875" x2="79000" y2="48875"/>
                        <a14:foregroundMark x1="79000" y1="48875" x2="87083" y2="44750"/>
                        <a14:foregroundMark x1="87083" y1="44750" x2="89333" y2="42875"/>
                        <a14:foregroundMark x1="49697" y1="28104" x2="51500" y2="30625"/>
                        <a14:foregroundMark x1="46583" y1="23750" x2="49595" y2="27961"/>
                        <a14:foregroundMark x1="46917" y1="21000" x2="48333" y2="17125"/>
                        <a14:foregroundMark x1="62917" y1="48125" x2="65250" y2="51750"/>
                        <a14:foregroundMark x1="65250" y1="51750" x2="86750" y2="67750"/>
                        <a14:foregroundMark x1="94417" y1="36500" x2="92917" y2="90875"/>
                        <a14:foregroundMark x1="98000" y1="30875" x2="91667" y2="84250"/>
                        <a14:foregroundMark x1="91667" y1="84250" x2="91333" y2="85500"/>
                        <a14:foregroundMark x1="70000" y1="67000" x2="89333" y2="84250"/>
                        <a14:foregroundMark x1="89333" y1="84250" x2="89333" y2="84250"/>
                        <a14:foregroundMark x1="70500" y1="67000" x2="66333" y2="64125"/>
                        <a14:foregroundMark x1="66333" y1="64125" x2="59333" y2="53500"/>
                        <a14:foregroundMark x1="79333" y1="90625" x2="80167" y2="96250"/>
                        <a14:foregroundMark x1="80167" y1="96250" x2="85167" y2="96625"/>
                        <a14:foregroundMark x1="85167" y1="96625" x2="88083" y2="94625"/>
                        <a14:foregroundMark x1="88083" y1="94625" x2="88167" y2="94625"/>
                        <a14:foregroundMark x1="96750" y1="97500" x2="76750" y2="99500"/>
                        <a14:foregroundMark x1="77799" y1="89875" x2="77667" y2="86250"/>
                        <a14:foregroundMark x1="77984" y1="94938" x2="77927" y2="93375"/>
                        <a14:foregroundMark x1="78000" y1="95375" x2="78056" y2="96909"/>
                        <a14:foregroundMark x1="68667" y1="40875" x2="68417" y2="41125"/>
                        <a14:backgroundMark x1="77667" y1="89875" x2="77667" y2="93375"/>
                        <a14:backgroundMark x1="77833" y1="95625" x2="78167" y2="90625"/>
                        <a14:backgroundMark x1="78500" y1="96125" x2="79000" y2="90375"/>
                        <a14:backgroundMark x1="19833" y1="30625" x2="46417" y2="71000"/>
                        <a14:backgroundMark x1="46417" y1="71000" x2="46417" y2="71000"/>
                        <a14:backgroundMark x1="17000" y1="72500" x2="23583" y2="72625"/>
                        <a14:backgroundMark x1="23583" y1="72625" x2="37833" y2="71875"/>
                        <a14:backgroundMark x1="37833" y1="71875" x2="57167" y2="75375"/>
                        <a14:backgroundMark x1="61667" y1="37000" x2="62000" y2="37375"/>
                        <a14:backgroundMark x1="66667" y1="39375" x2="66917" y2="39750"/>
                        <a14:backgroundMark x1="50917" y1="27125" x2="51000" y2="27625"/>
                      </a14:backgroundRemoval>
                    </a14:imgEffect>
                    <a14:imgEffect>
                      <a14:brightnessContrast bright="72000"/>
                    </a14:imgEffect>
                    <a14:imgEffect>
                      <a14:colorTemperature colorTemp="9660"/>
                    </a14:imgEffect>
                    <a14:imgEffect>
                      <a14:saturation sat="111000"/>
                    </a14:imgEffect>
                  </a14:imgLayer>
                </a14:imgProps>
              </a:ext>
              <a:ext uri="{28A0092B-C50C-407E-A947-70E740481C1C}">
                <a14:useLocalDpi xmlns:a14="http://schemas.microsoft.com/office/drawing/2010/main" val="0"/>
              </a:ext>
            </a:extLst>
          </a:blip>
          <a:srcRect l="38743" t="8413"/>
          <a:stretch>
            <a:fillRect/>
          </a:stretch>
        </p:blipFill>
        <p:spPr>
          <a:xfrm flipH="1">
            <a:off x="-1" y="60500"/>
            <a:ext cx="958611" cy="955500"/>
          </a:xfrm>
          <a:prstGeom prst="rect">
            <a:avLst/>
          </a:prstGeom>
        </p:spPr>
      </p:pic>
      <p:sp>
        <p:nvSpPr>
          <p:cNvPr id="114" name="椭圆 113"/>
          <p:cNvSpPr/>
          <p:nvPr userDrawn="1"/>
        </p:nvSpPr>
        <p:spPr>
          <a:xfrm>
            <a:off x="1223474" y="1332347"/>
            <a:ext cx="2586526" cy="2586526"/>
          </a:xfrm>
          <a:prstGeom prst="ellipse">
            <a:avLst/>
          </a:prstGeom>
          <a:noFill/>
          <a:ln cmpd="thickThin">
            <a:solidFill>
              <a:schemeClr val="accent2"/>
            </a:solid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kumimoji="1" lang="zh-CN" altLang="en-US"/>
          </a:p>
        </p:txBody>
      </p:sp>
      <p:sp>
        <p:nvSpPr>
          <p:cNvPr id="117" name="图片占位符 116"/>
          <p:cNvSpPr>
            <a:spLocks noGrp="1"/>
          </p:cNvSpPr>
          <p:nvPr>
            <p:ph type="pic" sz="quarter" idx="10"/>
          </p:nvPr>
        </p:nvSpPr>
        <p:spPr>
          <a:xfrm>
            <a:off x="1368071" y="1476945"/>
            <a:ext cx="2297332" cy="2297332"/>
          </a:xfrm>
          <a:custGeom>
            <a:avLst/>
            <a:gdLst>
              <a:gd name="connsiteX0" fmla="*/ 1148666 w 2297332"/>
              <a:gd name="connsiteY0" fmla="*/ 0 h 2297332"/>
              <a:gd name="connsiteX1" fmla="*/ 2297332 w 2297332"/>
              <a:gd name="connsiteY1" fmla="*/ 1148666 h 2297332"/>
              <a:gd name="connsiteX2" fmla="*/ 1148666 w 2297332"/>
              <a:gd name="connsiteY2" fmla="*/ 2297332 h 2297332"/>
              <a:gd name="connsiteX3" fmla="*/ 0 w 2297332"/>
              <a:gd name="connsiteY3" fmla="*/ 1148666 h 2297332"/>
              <a:gd name="connsiteX4" fmla="*/ 1148666 w 2297332"/>
              <a:gd name="connsiteY4" fmla="*/ 0 h 22973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97332" h="2297332">
                <a:moveTo>
                  <a:pt x="1148666" y="0"/>
                </a:moveTo>
                <a:cubicBezTo>
                  <a:pt x="1783057" y="0"/>
                  <a:pt x="2297332" y="514275"/>
                  <a:pt x="2297332" y="1148666"/>
                </a:cubicBezTo>
                <a:cubicBezTo>
                  <a:pt x="2297332" y="1783057"/>
                  <a:pt x="1783057" y="2297332"/>
                  <a:pt x="1148666" y="2297332"/>
                </a:cubicBezTo>
                <a:cubicBezTo>
                  <a:pt x="514275" y="2297332"/>
                  <a:pt x="0" y="1783057"/>
                  <a:pt x="0" y="1148666"/>
                </a:cubicBezTo>
                <a:cubicBezTo>
                  <a:pt x="0" y="514275"/>
                  <a:pt x="514275" y="0"/>
                  <a:pt x="1148666" y="0"/>
                </a:cubicBezTo>
                <a:close/>
              </a:path>
            </a:pathLst>
          </a:custGeom>
          <a:ln w="12700">
            <a:noFill/>
          </a:ln>
        </p:spPr>
        <p:txBody>
          <a:bodyPr wrap="square">
            <a:noAutofit/>
          </a:bodyPr>
          <a:lstStyle/>
          <a:p>
            <a:endParaRPr kumimoji="1" lang="zh-CN" altLang="en-US"/>
          </a:p>
        </p:txBody>
      </p:sp>
      <p:sp>
        <p:nvSpPr>
          <p:cNvPr id="115" name="椭圆 114"/>
          <p:cNvSpPr/>
          <p:nvPr userDrawn="1"/>
        </p:nvSpPr>
        <p:spPr>
          <a:xfrm>
            <a:off x="4802737" y="1332347"/>
            <a:ext cx="2586526" cy="2586526"/>
          </a:xfrm>
          <a:prstGeom prst="ellipse">
            <a:avLst/>
          </a:prstGeom>
          <a:noFill/>
          <a:ln cmpd="thickThin">
            <a:solidFill>
              <a:schemeClr val="accent2"/>
            </a:solid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kumimoji="1" lang="zh-CN" altLang="en-US"/>
          </a:p>
        </p:txBody>
      </p:sp>
      <p:sp>
        <p:nvSpPr>
          <p:cNvPr id="116" name="图片占位符 115"/>
          <p:cNvSpPr>
            <a:spLocks noGrp="1"/>
          </p:cNvSpPr>
          <p:nvPr>
            <p:ph type="pic" sz="quarter" idx="11"/>
          </p:nvPr>
        </p:nvSpPr>
        <p:spPr>
          <a:xfrm>
            <a:off x="4947334" y="1476945"/>
            <a:ext cx="2297332" cy="2297332"/>
          </a:xfrm>
          <a:custGeom>
            <a:avLst/>
            <a:gdLst>
              <a:gd name="connsiteX0" fmla="*/ 1148666 w 2297332"/>
              <a:gd name="connsiteY0" fmla="*/ 0 h 2297332"/>
              <a:gd name="connsiteX1" fmla="*/ 2297332 w 2297332"/>
              <a:gd name="connsiteY1" fmla="*/ 1148666 h 2297332"/>
              <a:gd name="connsiteX2" fmla="*/ 1148666 w 2297332"/>
              <a:gd name="connsiteY2" fmla="*/ 2297332 h 2297332"/>
              <a:gd name="connsiteX3" fmla="*/ 0 w 2297332"/>
              <a:gd name="connsiteY3" fmla="*/ 1148666 h 2297332"/>
              <a:gd name="connsiteX4" fmla="*/ 1148666 w 2297332"/>
              <a:gd name="connsiteY4" fmla="*/ 0 h 22973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97332" h="2297332">
                <a:moveTo>
                  <a:pt x="1148666" y="0"/>
                </a:moveTo>
                <a:cubicBezTo>
                  <a:pt x="1783057" y="0"/>
                  <a:pt x="2297332" y="514275"/>
                  <a:pt x="2297332" y="1148666"/>
                </a:cubicBezTo>
                <a:cubicBezTo>
                  <a:pt x="2297332" y="1783057"/>
                  <a:pt x="1783057" y="2297332"/>
                  <a:pt x="1148666" y="2297332"/>
                </a:cubicBezTo>
                <a:cubicBezTo>
                  <a:pt x="514275" y="2297332"/>
                  <a:pt x="0" y="1783057"/>
                  <a:pt x="0" y="1148666"/>
                </a:cubicBezTo>
                <a:cubicBezTo>
                  <a:pt x="0" y="514275"/>
                  <a:pt x="514275" y="0"/>
                  <a:pt x="1148666" y="0"/>
                </a:cubicBezTo>
                <a:close/>
              </a:path>
            </a:pathLst>
          </a:custGeom>
          <a:ln w="12700">
            <a:noFill/>
          </a:ln>
        </p:spPr>
        <p:txBody>
          <a:bodyPr wrap="square">
            <a:noAutofit/>
          </a:bodyPr>
          <a:lstStyle/>
          <a:p>
            <a:endParaRPr kumimoji="1" lang="zh-CN" altLang="en-US"/>
          </a:p>
        </p:txBody>
      </p:sp>
      <p:sp>
        <p:nvSpPr>
          <p:cNvPr id="118" name="椭圆 117"/>
          <p:cNvSpPr/>
          <p:nvPr userDrawn="1"/>
        </p:nvSpPr>
        <p:spPr>
          <a:xfrm>
            <a:off x="8382000" y="1332347"/>
            <a:ext cx="2586526" cy="2586526"/>
          </a:xfrm>
          <a:prstGeom prst="ellipse">
            <a:avLst/>
          </a:prstGeom>
          <a:noFill/>
          <a:ln cmpd="thickThin">
            <a:solidFill>
              <a:schemeClr val="accent2"/>
            </a:solid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kumimoji="1" lang="zh-CN" altLang="en-US"/>
          </a:p>
        </p:txBody>
      </p:sp>
      <p:sp>
        <p:nvSpPr>
          <p:cNvPr id="119" name="图片占位符 118"/>
          <p:cNvSpPr>
            <a:spLocks noGrp="1"/>
          </p:cNvSpPr>
          <p:nvPr>
            <p:ph type="pic" sz="quarter" idx="12"/>
          </p:nvPr>
        </p:nvSpPr>
        <p:spPr>
          <a:xfrm>
            <a:off x="8526597" y="1476945"/>
            <a:ext cx="2297332" cy="2297332"/>
          </a:xfrm>
          <a:custGeom>
            <a:avLst/>
            <a:gdLst>
              <a:gd name="connsiteX0" fmla="*/ 1148666 w 2297332"/>
              <a:gd name="connsiteY0" fmla="*/ 0 h 2297332"/>
              <a:gd name="connsiteX1" fmla="*/ 2297332 w 2297332"/>
              <a:gd name="connsiteY1" fmla="*/ 1148666 h 2297332"/>
              <a:gd name="connsiteX2" fmla="*/ 1148666 w 2297332"/>
              <a:gd name="connsiteY2" fmla="*/ 2297332 h 2297332"/>
              <a:gd name="connsiteX3" fmla="*/ 0 w 2297332"/>
              <a:gd name="connsiteY3" fmla="*/ 1148666 h 2297332"/>
              <a:gd name="connsiteX4" fmla="*/ 1148666 w 2297332"/>
              <a:gd name="connsiteY4" fmla="*/ 0 h 22973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97332" h="2297332">
                <a:moveTo>
                  <a:pt x="1148666" y="0"/>
                </a:moveTo>
                <a:cubicBezTo>
                  <a:pt x="1783057" y="0"/>
                  <a:pt x="2297332" y="514275"/>
                  <a:pt x="2297332" y="1148666"/>
                </a:cubicBezTo>
                <a:cubicBezTo>
                  <a:pt x="2297332" y="1783057"/>
                  <a:pt x="1783057" y="2297332"/>
                  <a:pt x="1148666" y="2297332"/>
                </a:cubicBezTo>
                <a:cubicBezTo>
                  <a:pt x="514275" y="2297332"/>
                  <a:pt x="0" y="1783057"/>
                  <a:pt x="0" y="1148666"/>
                </a:cubicBezTo>
                <a:cubicBezTo>
                  <a:pt x="0" y="514275"/>
                  <a:pt x="514275" y="0"/>
                  <a:pt x="1148666" y="0"/>
                </a:cubicBezTo>
                <a:close/>
              </a:path>
            </a:pathLst>
          </a:custGeom>
          <a:ln w="12700">
            <a:noFill/>
          </a:ln>
        </p:spPr>
        <p:txBody>
          <a:bodyPr wrap="square">
            <a:noAutofit/>
          </a:bodyPr>
          <a:lstStyle/>
          <a:p>
            <a:endParaRPr kumimoji="1" lang="zh-CN" alt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三张图片2">
    <p:spTree>
      <p:nvGrpSpPr>
        <p:cNvPr id="1" name=""/>
        <p:cNvGrpSpPr/>
        <p:nvPr/>
      </p:nvGrpSpPr>
      <p:grpSpPr>
        <a:xfrm>
          <a:off x="0" y="0"/>
          <a:ext cx="0" cy="0"/>
          <a:chOff x="0" y="0"/>
          <a:chExt cx="0" cy="0"/>
        </a:xfrm>
      </p:grpSpPr>
      <p:sp>
        <p:nvSpPr>
          <p:cNvPr id="2" name="标题 1"/>
          <p:cNvSpPr>
            <a:spLocks noGrp="1"/>
          </p:cNvSpPr>
          <p:nvPr>
            <p:ph type="title"/>
          </p:nvPr>
        </p:nvSpPr>
        <p:spPr>
          <a:xfrm>
            <a:off x="803275" y="393486"/>
            <a:ext cx="8970989" cy="663575"/>
          </a:xfrm>
          <a:prstGeom prst="rect">
            <a:avLst/>
          </a:prstGeom>
        </p:spPr>
        <p:txBody>
          <a:bodyPr lIns="0"/>
          <a:lstStyle>
            <a:lvl1pPr>
              <a:defRPr b="1">
                <a:solidFill>
                  <a:schemeClr val="accent2"/>
                </a:solidFill>
              </a:defRPr>
            </a:lvl1pPr>
          </a:lstStyle>
          <a:p>
            <a:r>
              <a:rPr lang="zh-CN" altLang="en-US" dirty="0"/>
              <a:t>单击此处编辑母版标题样式</a:t>
            </a:r>
          </a:p>
        </p:txBody>
      </p:sp>
      <p:grpSp>
        <p:nvGrpSpPr>
          <p:cNvPr id="245" name="组合 244"/>
          <p:cNvGrpSpPr/>
          <p:nvPr userDrawn="1"/>
        </p:nvGrpSpPr>
        <p:grpSpPr>
          <a:xfrm>
            <a:off x="9895088" y="468793"/>
            <a:ext cx="1480571" cy="458860"/>
            <a:chOff x="2558030" y="228446"/>
            <a:chExt cx="6774643" cy="2099603"/>
          </a:xfrm>
        </p:grpSpPr>
        <p:grpSp>
          <p:nvGrpSpPr>
            <p:cNvPr id="246" name="íšḻîďê"/>
            <p:cNvGrpSpPr/>
            <p:nvPr userDrawn="1"/>
          </p:nvGrpSpPr>
          <p:grpSpPr>
            <a:xfrm>
              <a:off x="2558030" y="228446"/>
              <a:ext cx="2085857" cy="2099603"/>
              <a:chOff x="3551238" y="3067050"/>
              <a:chExt cx="722313" cy="727075"/>
            </a:xfrm>
          </p:grpSpPr>
          <p:sp>
            <p:nvSpPr>
              <p:cNvPr id="276" name="ïş1íḍê"/>
              <p:cNvSpPr/>
              <p:nvPr/>
            </p:nvSpPr>
            <p:spPr bwMode="auto">
              <a:xfrm>
                <a:off x="3575051" y="3087688"/>
                <a:ext cx="673100" cy="679450"/>
              </a:xfrm>
              <a:custGeom>
                <a:avLst/>
                <a:gdLst>
                  <a:gd name="T0" fmla="*/ 102 w 204"/>
                  <a:gd name="T1" fmla="*/ 0 h 204"/>
                  <a:gd name="T2" fmla="*/ 204 w 204"/>
                  <a:gd name="T3" fmla="*/ 102 h 204"/>
                  <a:gd name="T4" fmla="*/ 102 w 204"/>
                  <a:gd name="T5" fmla="*/ 204 h 204"/>
                  <a:gd name="T6" fmla="*/ 0 w 204"/>
                  <a:gd name="T7" fmla="*/ 102 h 204"/>
                  <a:gd name="T8" fmla="*/ 102 w 204"/>
                  <a:gd name="T9" fmla="*/ 0 h 204"/>
                  <a:gd name="T10" fmla="*/ 102 w 204"/>
                  <a:gd name="T11" fmla="*/ 25 h 204"/>
                  <a:gd name="T12" fmla="*/ 24 w 204"/>
                  <a:gd name="T13" fmla="*/ 103 h 204"/>
                  <a:gd name="T14" fmla="*/ 102 w 204"/>
                  <a:gd name="T15" fmla="*/ 181 h 204"/>
                  <a:gd name="T16" fmla="*/ 180 w 204"/>
                  <a:gd name="T17" fmla="*/ 103 h 204"/>
                  <a:gd name="T18" fmla="*/ 102 w 204"/>
                  <a:gd name="T19" fmla="*/ 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04" h="204">
                    <a:moveTo>
                      <a:pt x="102" y="0"/>
                    </a:moveTo>
                    <a:cubicBezTo>
                      <a:pt x="159" y="0"/>
                      <a:pt x="204" y="46"/>
                      <a:pt x="204" y="102"/>
                    </a:cubicBezTo>
                    <a:cubicBezTo>
                      <a:pt x="204" y="158"/>
                      <a:pt x="159" y="204"/>
                      <a:pt x="102" y="204"/>
                    </a:cubicBezTo>
                    <a:cubicBezTo>
                      <a:pt x="46" y="204"/>
                      <a:pt x="0" y="158"/>
                      <a:pt x="0" y="102"/>
                    </a:cubicBezTo>
                    <a:cubicBezTo>
                      <a:pt x="0" y="46"/>
                      <a:pt x="46" y="0"/>
                      <a:pt x="102" y="0"/>
                    </a:cubicBezTo>
                    <a:close/>
                    <a:moveTo>
                      <a:pt x="102" y="25"/>
                    </a:moveTo>
                    <a:cubicBezTo>
                      <a:pt x="59" y="25"/>
                      <a:pt x="24" y="60"/>
                      <a:pt x="24" y="103"/>
                    </a:cubicBezTo>
                    <a:cubicBezTo>
                      <a:pt x="24" y="146"/>
                      <a:pt x="59" y="181"/>
                      <a:pt x="102" y="181"/>
                    </a:cubicBezTo>
                    <a:cubicBezTo>
                      <a:pt x="145" y="181"/>
                      <a:pt x="180" y="146"/>
                      <a:pt x="180" y="103"/>
                    </a:cubicBezTo>
                    <a:cubicBezTo>
                      <a:pt x="180" y="60"/>
                      <a:pt x="145" y="25"/>
                      <a:pt x="102" y="25"/>
                    </a:cubicBezTo>
                    <a:close/>
                  </a:path>
                </a:pathLst>
              </a:custGeom>
              <a:solidFill>
                <a:srgbClr val="00523A"/>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7" name="íšḻïḍè"/>
              <p:cNvSpPr/>
              <p:nvPr/>
            </p:nvSpPr>
            <p:spPr bwMode="auto">
              <a:xfrm>
                <a:off x="3621088" y="3103563"/>
                <a:ext cx="584200" cy="203200"/>
              </a:xfrm>
              <a:custGeom>
                <a:avLst/>
                <a:gdLst>
                  <a:gd name="T0" fmla="*/ 8 w 177"/>
                  <a:gd name="T1" fmla="*/ 53 h 61"/>
                  <a:gd name="T2" fmla="*/ 0 w 177"/>
                  <a:gd name="T3" fmla="*/ 56 h 61"/>
                  <a:gd name="T4" fmla="*/ 5 w 177"/>
                  <a:gd name="T5" fmla="*/ 52 h 61"/>
                  <a:gd name="T6" fmla="*/ 4 w 177"/>
                  <a:gd name="T7" fmla="*/ 50 h 61"/>
                  <a:gd name="T8" fmla="*/ 5 w 177"/>
                  <a:gd name="T9" fmla="*/ 48 h 61"/>
                  <a:gd name="T10" fmla="*/ 10 w 177"/>
                  <a:gd name="T11" fmla="*/ 41 h 61"/>
                  <a:gd name="T12" fmla="*/ 17 w 177"/>
                  <a:gd name="T13" fmla="*/ 50 h 61"/>
                  <a:gd name="T14" fmla="*/ 14 w 177"/>
                  <a:gd name="T15" fmla="*/ 35 h 61"/>
                  <a:gd name="T16" fmla="*/ 23 w 177"/>
                  <a:gd name="T17" fmla="*/ 46 h 61"/>
                  <a:gd name="T18" fmla="*/ 31 w 177"/>
                  <a:gd name="T19" fmla="*/ 38 h 61"/>
                  <a:gd name="T20" fmla="*/ 29 w 177"/>
                  <a:gd name="T21" fmla="*/ 40 h 61"/>
                  <a:gd name="T22" fmla="*/ 18 w 177"/>
                  <a:gd name="T23" fmla="*/ 32 h 61"/>
                  <a:gd name="T24" fmla="*/ 19 w 177"/>
                  <a:gd name="T25" fmla="*/ 30 h 61"/>
                  <a:gd name="T26" fmla="*/ 21 w 177"/>
                  <a:gd name="T27" fmla="*/ 27 h 61"/>
                  <a:gd name="T28" fmla="*/ 41 w 177"/>
                  <a:gd name="T29" fmla="*/ 29 h 61"/>
                  <a:gd name="T30" fmla="*/ 43 w 177"/>
                  <a:gd name="T31" fmla="*/ 29 h 61"/>
                  <a:gd name="T32" fmla="*/ 35 w 177"/>
                  <a:gd name="T33" fmla="*/ 35 h 61"/>
                  <a:gd name="T34" fmla="*/ 31 w 177"/>
                  <a:gd name="T35" fmla="*/ 21 h 61"/>
                  <a:gd name="T36" fmla="*/ 46 w 177"/>
                  <a:gd name="T37" fmla="*/ 11 h 61"/>
                  <a:gd name="T38" fmla="*/ 47 w 177"/>
                  <a:gd name="T39" fmla="*/ 11 h 61"/>
                  <a:gd name="T40" fmla="*/ 47 w 177"/>
                  <a:gd name="T41" fmla="*/ 26 h 61"/>
                  <a:gd name="T42" fmla="*/ 39 w 177"/>
                  <a:gd name="T43" fmla="*/ 15 h 61"/>
                  <a:gd name="T44" fmla="*/ 72 w 177"/>
                  <a:gd name="T45" fmla="*/ 16 h 61"/>
                  <a:gd name="T46" fmla="*/ 71 w 177"/>
                  <a:gd name="T47" fmla="*/ 2 h 61"/>
                  <a:gd name="T48" fmla="*/ 65 w 177"/>
                  <a:gd name="T49" fmla="*/ 15 h 61"/>
                  <a:gd name="T50" fmla="*/ 64 w 177"/>
                  <a:gd name="T51" fmla="*/ 4 h 61"/>
                  <a:gd name="T52" fmla="*/ 84 w 177"/>
                  <a:gd name="T53" fmla="*/ 1 h 61"/>
                  <a:gd name="T54" fmla="*/ 84 w 177"/>
                  <a:gd name="T55" fmla="*/ 1 h 61"/>
                  <a:gd name="T56" fmla="*/ 78 w 177"/>
                  <a:gd name="T57" fmla="*/ 16 h 61"/>
                  <a:gd name="T58" fmla="*/ 77 w 177"/>
                  <a:gd name="T59" fmla="*/ 15 h 61"/>
                  <a:gd name="T60" fmla="*/ 90 w 177"/>
                  <a:gd name="T61" fmla="*/ 1 h 61"/>
                  <a:gd name="T62" fmla="*/ 94 w 177"/>
                  <a:gd name="T63" fmla="*/ 15 h 61"/>
                  <a:gd name="T64" fmla="*/ 92 w 177"/>
                  <a:gd name="T65" fmla="*/ 15 h 61"/>
                  <a:gd name="T66" fmla="*/ 113 w 177"/>
                  <a:gd name="T67" fmla="*/ 3 h 61"/>
                  <a:gd name="T68" fmla="*/ 102 w 177"/>
                  <a:gd name="T69" fmla="*/ 2 h 61"/>
                  <a:gd name="T70" fmla="*/ 105 w 177"/>
                  <a:gd name="T71" fmla="*/ 14 h 61"/>
                  <a:gd name="T72" fmla="*/ 117 w 177"/>
                  <a:gd name="T73" fmla="*/ 5 h 61"/>
                  <a:gd name="T74" fmla="*/ 122 w 177"/>
                  <a:gd name="T75" fmla="*/ 19 h 61"/>
                  <a:gd name="T76" fmla="*/ 119 w 177"/>
                  <a:gd name="T77" fmla="*/ 13 h 61"/>
                  <a:gd name="T78" fmla="*/ 121 w 177"/>
                  <a:gd name="T79" fmla="*/ 12 h 61"/>
                  <a:gd name="T80" fmla="*/ 124 w 177"/>
                  <a:gd name="T81" fmla="*/ 10 h 61"/>
                  <a:gd name="T82" fmla="*/ 131 w 177"/>
                  <a:gd name="T83" fmla="*/ 26 h 61"/>
                  <a:gd name="T84" fmla="*/ 126 w 177"/>
                  <a:gd name="T85" fmla="*/ 23 h 61"/>
                  <a:gd name="T86" fmla="*/ 124 w 177"/>
                  <a:gd name="T87" fmla="*/ 23 h 61"/>
                  <a:gd name="T88" fmla="*/ 137 w 177"/>
                  <a:gd name="T89" fmla="*/ 14 h 61"/>
                  <a:gd name="T90" fmla="*/ 133 w 177"/>
                  <a:gd name="T91" fmla="*/ 11 h 61"/>
                  <a:gd name="T92" fmla="*/ 137 w 177"/>
                  <a:gd name="T93" fmla="*/ 32 h 61"/>
                  <a:gd name="T94" fmla="*/ 137 w 177"/>
                  <a:gd name="T95" fmla="*/ 32 h 61"/>
                  <a:gd name="T96" fmla="*/ 145 w 177"/>
                  <a:gd name="T97" fmla="*/ 19 h 61"/>
                  <a:gd name="T98" fmla="*/ 146 w 177"/>
                  <a:gd name="T99" fmla="*/ 19 h 61"/>
                  <a:gd name="T100" fmla="*/ 159 w 177"/>
                  <a:gd name="T101" fmla="*/ 31 h 61"/>
                  <a:gd name="T102" fmla="*/ 149 w 177"/>
                  <a:gd name="T103" fmla="*/ 42 h 61"/>
                  <a:gd name="T104" fmla="*/ 155 w 177"/>
                  <a:gd name="T105" fmla="*/ 27 h 61"/>
                  <a:gd name="T106" fmla="*/ 166 w 177"/>
                  <a:gd name="T107" fmla="*/ 40 h 61"/>
                  <a:gd name="T108" fmla="*/ 160 w 177"/>
                  <a:gd name="T109" fmla="*/ 37 h 61"/>
                  <a:gd name="T110" fmla="*/ 153 w 177"/>
                  <a:gd name="T111" fmla="*/ 46 h 61"/>
                  <a:gd name="T112" fmla="*/ 177 w 177"/>
                  <a:gd name="T113" fmla="*/ 55 h 61"/>
                  <a:gd name="T114" fmla="*/ 162 w 177"/>
                  <a:gd name="T115" fmla="*/ 60 h 61"/>
                  <a:gd name="T116" fmla="*/ 165 w 177"/>
                  <a:gd name="T117" fmla="*/ 55 h 61"/>
                  <a:gd name="T118" fmla="*/ 173 w 177"/>
                  <a:gd name="T119" fmla="*/ 49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77" h="61">
                    <a:moveTo>
                      <a:pt x="6" y="46"/>
                    </a:moveTo>
                    <a:cubicBezTo>
                      <a:pt x="6" y="46"/>
                      <a:pt x="6" y="46"/>
                      <a:pt x="6" y="46"/>
                    </a:cubicBezTo>
                    <a:cubicBezTo>
                      <a:pt x="6" y="46"/>
                      <a:pt x="6" y="46"/>
                      <a:pt x="6" y="46"/>
                    </a:cubicBezTo>
                    <a:cubicBezTo>
                      <a:pt x="6" y="46"/>
                      <a:pt x="6" y="47"/>
                      <a:pt x="6" y="47"/>
                    </a:cubicBezTo>
                    <a:cubicBezTo>
                      <a:pt x="6" y="47"/>
                      <a:pt x="6" y="47"/>
                      <a:pt x="6" y="47"/>
                    </a:cubicBezTo>
                    <a:cubicBezTo>
                      <a:pt x="17" y="57"/>
                      <a:pt x="17" y="57"/>
                      <a:pt x="17" y="57"/>
                    </a:cubicBezTo>
                    <a:cubicBezTo>
                      <a:pt x="17" y="57"/>
                      <a:pt x="17" y="57"/>
                      <a:pt x="17" y="57"/>
                    </a:cubicBezTo>
                    <a:cubicBezTo>
                      <a:pt x="8" y="53"/>
                      <a:pt x="8" y="53"/>
                      <a:pt x="8" y="53"/>
                    </a:cubicBezTo>
                    <a:cubicBezTo>
                      <a:pt x="8" y="54"/>
                      <a:pt x="8" y="54"/>
                      <a:pt x="8" y="54"/>
                    </a:cubicBezTo>
                    <a:cubicBezTo>
                      <a:pt x="15" y="60"/>
                      <a:pt x="15" y="60"/>
                      <a:pt x="15" y="60"/>
                    </a:cubicBezTo>
                    <a:cubicBezTo>
                      <a:pt x="15" y="61"/>
                      <a:pt x="15" y="61"/>
                      <a:pt x="15" y="61"/>
                    </a:cubicBezTo>
                    <a:cubicBezTo>
                      <a:pt x="1" y="55"/>
                      <a:pt x="1" y="55"/>
                      <a:pt x="1" y="55"/>
                    </a:cubicBezTo>
                    <a:cubicBezTo>
                      <a:pt x="1" y="55"/>
                      <a:pt x="1" y="55"/>
                      <a:pt x="1" y="55"/>
                    </a:cubicBezTo>
                    <a:cubicBezTo>
                      <a:pt x="1" y="55"/>
                      <a:pt x="1" y="55"/>
                      <a:pt x="1" y="55"/>
                    </a:cubicBezTo>
                    <a:cubicBezTo>
                      <a:pt x="0" y="56"/>
                      <a:pt x="0" y="56"/>
                      <a:pt x="0" y="56"/>
                    </a:cubicBezTo>
                    <a:cubicBezTo>
                      <a:pt x="0" y="56"/>
                      <a:pt x="0" y="56"/>
                      <a:pt x="0" y="56"/>
                    </a:cubicBezTo>
                    <a:cubicBezTo>
                      <a:pt x="2" y="53"/>
                      <a:pt x="2" y="53"/>
                      <a:pt x="2" y="53"/>
                    </a:cubicBezTo>
                    <a:cubicBezTo>
                      <a:pt x="2" y="53"/>
                      <a:pt x="2" y="53"/>
                      <a:pt x="2" y="53"/>
                    </a:cubicBezTo>
                    <a:cubicBezTo>
                      <a:pt x="2" y="53"/>
                      <a:pt x="2" y="53"/>
                      <a:pt x="2" y="53"/>
                    </a:cubicBezTo>
                    <a:cubicBezTo>
                      <a:pt x="2" y="53"/>
                      <a:pt x="2" y="54"/>
                      <a:pt x="2" y="54"/>
                    </a:cubicBezTo>
                    <a:cubicBezTo>
                      <a:pt x="2" y="54"/>
                      <a:pt x="2" y="54"/>
                      <a:pt x="2" y="54"/>
                    </a:cubicBezTo>
                    <a:cubicBezTo>
                      <a:pt x="11" y="58"/>
                      <a:pt x="11" y="58"/>
                      <a:pt x="11" y="58"/>
                    </a:cubicBezTo>
                    <a:cubicBezTo>
                      <a:pt x="12" y="58"/>
                      <a:pt x="12" y="58"/>
                      <a:pt x="12" y="58"/>
                    </a:cubicBezTo>
                    <a:cubicBezTo>
                      <a:pt x="5" y="52"/>
                      <a:pt x="5" y="52"/>
                      <a:pt x="5" y="52"/>
                    </a:cubicBezTo>
                    <a:cubicBezTo>
                      <a:pt x="4" y="52"/>
                      <a:pt x="4" y="52"/>
                      <a:pt x="4" y="52"/>
                    </a:cubicBezTo>
                    <a:cubicBezTo>
                      <a:pt x="3" y="52"/>
                      <a:pt x="3" y="52"/>
                      <a:pt x="3" y="52"/>
                    </a:cubicBezTo>
                    <a:cubicBezTo>
                      <a:pt x="3" y="52"/>
                      <a:pt x="3" y="52"/>
                      <a:pt x="3" y="52"/>
                    </a:cubicBezTo>
                    <a:cubicBezTo>
                      <a:pt x="3" y="52"/>
                      <a:pt x="3" y="52"/>
                      <a:pt x="3" y="52"/>
                    </a:cubicBezTo>
                    <a:cubicBezTo>
                      <a:pt x="2" y="52"/>
                      <a:pt x="2" y="52"/>
                      <a:pt x="2" y="52"/>
                    </a:cubicBezTo>
                    <a:cubicBezTo>
                      <a:pt x="4" y="49"/>
                      <a:pt x="4" y="49"/>
                      <a:pt x="4" y="49"/>
                    </a:cubicBezTo>
                    <a:cubicBezTo>
                      <a:pt x="4" y="49"/>
                      <a:pt x="4" y="49"/>
                      <a:pt x="4" y="49"/>
                    </a:cubicBezTo>
                    <a:cubicBezTo>
                      <a:pt x="4" y="50"/>
                      <a:pt x="4" y="50"/>
                      <a:pt x="4" y="50"/>
                    </a:cubicBezTo>
                    <a:cubicBezTo>
                      <a:pt x="4" y="50"/>
                      <a:pt x="4" y="50"/>
                      <a:pt x="4" y="50"/>
                    </a:cubicBezTo>
                    <a:cubicBezTo>
                      <a:pt x="4" y="50"/>
                      <a:pt x="4" y="50"/>
                      <a:pt x="4" y="51"/>
                    </a:cubicBezTo>
                    <a:cubicBezTo>
                      <a:pt x="13" y="54"/>
                      <a:pt x="13" y="54"/>
                      <a:pt x="13" y="54"/>
                    </a:cubicBezTo>
                    <a:cubicBezTo>
                      <a:pt x="13" y="54"/>
                      <a:pt x="13" y="54"/>
                      <a:pt x="13" y="54"/>
                    </a:cubicBezTo>
                    <a:cubicBezTo>
                      <a:pt x="6" y="48"/>
                      <a:pt x="6" y="48"/>
                      <a:pt x="6" y="48"/>
                    </a:cubicBezTo>
                    <a:cubicBezTo>
                      <a:pt x="6" y="48"/>
                      <a:pt x="6" y="48"/>
                      <a:pt x="5" y="48"/>
                    </a:cubicBezTo>
                    <a:cubicBezTo>
                      <a:pt x="5" y="48"/>
                      <a:pt x="5" y="48"/>
                      <a:pt x="5" y="48"/>
                    </a:cubicBezTo>
                    <a:cubicBezTo>
                      <a:pt x="5" y="48"/>
                      <a:pt x="5" y="48"/>
                      <a:pt x="5" y="48"/>
                    </a:cubicBezTo>
                    <a:cubicBezTo>
                      <a:pt x="4" y="48"/>
                      <a:pt x="4" y="48"/>
                      <a:pt x="4" y="48"/>
                    </a:cubicBezTo>
                    <a:cubicBezTo>
                      <a:pt x="6" y="46"/>
                      <a:pt x="6" y="46"/>
                      <a:pt x="6" y="46"/>
                    </a:cubicBezTo>
                    <a:close/>
                    <a:moveTo>
                      <a:pt x="22" y="48"/>
                    </a:moveTo>
                    <a:cubicBezTo>
                      <a:pt x="22" y="49"/>
                      <a:pt x="21" y="49"/>
                      <a:pt x="21" y="49"/>
                    </a:cubicBezTo>
                    <a:cubicBezTo>
                      <a:pt x="20" y="50"/>
                      <a:pt x="19" y="49"/>
                      <a:pt x="18" y="48"/>
                    </a:cubicBezTo>
                    <a:cubicBezTo>
                      <a:pt x="10" y="42"/>
                      <a:pt x="10" y="42"/>
                      <a:pt x="10" y="42"/>
                    </a:cubicBezTo>
                    <a:cubicBezTo>
                      <a:pt x="10" y="42"/>
                      <a:pt x="10" y="41"/>
                      <a:pt x="10" y="41"/>
                    </a:cubicBezTo>
                    <a:cubicBezTo>
                      <a:pt x="10" y="41"/>
                      <a:pt x="10" y="41"/>
                      <a:pt x="10" y="41"/>
                    </a:cubicBezTo>
                    <a:cubicBezTo>
                      <a:pt x="10" y="40"/>
                      <a:pt x="10" y="40"/>
                      <a:pt x="10" y="40"/>
                    </a:cubicBezTo>
                    <a:cubicBezTo>
                      <a:pt x="10" y="40"/>
                      <a:pt x="10" y="40"/>
                      <a:pt x="10" y="40"/>
                    </a:cubicBezTo>
                    <a:cubicBezTo>
                      <a:pt x="7" y="43"/>
                      <a:pt x="7" y="43"/>
                      <a:pt x="7" y="43"/>
                    </a:cubicBezTo>
                    <a:cubicBezTo>
                      <a:pt x="8" y="43"/>
                      <a:pt x="8" y="43"/>
                      <a:pt x="8" y="43"/>
                    </a:cubicBezTo>
                    <a:cubicBezTo>
                      <a:pt x="8" y="43"/>
                      <a:pt x="8" y="43"/>
                      <a:pt x="8" y="43"/>
                    </a:cubicBezTo>
                    <a:cubicBezTo>
                      <a:pt x="8" y="43"/>
                      <a:pt x="8" y="43"/>
                      <a:pt x="8" y="43"/>
                    </a:cubicBezTo>
                    <a:cubicBezTo>
                      <a:pt x="9" y="43"/>
                      <a:pt x="9" y="43"/>
                      <a:pt x="9" y="43"/>
                    </a:cubicBezTo>
                    <a:cubicBezTo>
                      <a:pt x="17" y="50"/>
                      <a:pt x="17" y="50"/>
                      <a:pt x="17" y="50"/>
                    </a:cubicBezTo>
                    <a:cubicBezTo>
                      <a:pt x="18" y="50"/>
                      <a:pt x="19" y="51"/>
                      <a:pt x="20" y="50"/>
                    </a:cubicBezTo>
                    <a:cubicBezTo>
                      <a:pt x="21" y="50"/>
                      <a:pt x="22" y="50"/>
                      <a:pt x="23" y="49"/>
                    </a:cubicBezTo>
                    <a:cubicBezTo>
                      <a:pt x="24" y="48"/>
                      <a:pt x="24" y="47"/>
                      <a:pt x="24" y="46"/>
                    </a:cubicBezTo>
                    <a:cubicBezTo>
                      <a:pt x="24" y="45"/>
                      <a:pt x="23" y="44"/>
                      <a:pt x="22" y="43"/>
                    </a:cubicBezTo>
                    <a:cubicBezTo>
                      <a:pt x="14" y="36"/>
                      <a:pt x="14" y="36"/>
                      <a:pt x="14" y="36"/>
                    </a:cubicBezTo>
                    <a:cubicBezTo>
                      <a:pt x="14" y="36"/>
                      <a:pt x="14" y="36"/>
                      <a:pt x="14" y="36"/>
                    </a:cubicBezTo>
                    <a:cubicBezTo>
                      <a:pt x="14" y="36"/>
                      <a:pt x="14" y="36"/>
                      <a:pt x="14" y="35"/>
                    </a:cubicBezTo>
                    <a:cubicBezTo>
                      <a:pt x="14" y="35"/>
                      <a:pt x="14" y="35"/>
                      <a:pt x="14" y="35"/>
                    </a:cubicBezTo>
                    <a:cubicBezTo>
                      <a:pt x="14" y="35"/>
                      <a:pt x="14" y="35"/>
                      <a:pt x="14" y="35"/>
                    </a:cubicBezTo>
                    <a:cubicBezTo>
                      <a:pt x="12" y="37"/>
                      <a:pt x="12" y="37"/>
                      <a:pt x="12" y="37"/>
                    </a:cubicBezTo>
                    <a:cubicBezTo>
                      <a:pt x="12" y="38"/>
                      <a:pt x="12" y="38"/>
                      <a:pt x="12" y="38"/>
                    </a:cubicBezTo>
                    <a:cubicBezTo>
                      <a:pt x="13" y="37"/>
                      <a:pt x="13" y="37"/>
                      <a:pt x="13" y="37"/>
                    </a:cubicBezTo>
                    <a:cubicBezTo>
                      <a:pt x="13" y="37"/>
                      <a:pt x="13" y="37"/>
                      <a:pt x="13" y="37"/>
                    </a:cubicBezTo>
                    <a:cubicBezTo>
                      <a:pt x="13" y="37"/>
                      <a:pt x="14" y="37"/>
                      <a:pt x="14" y="37"/>
                    </a:cubicBezTo>
                    <a:cubicBezTo>
                      <a:pt x="22" y="44"/>
                      <a:pt x="22" y="44"/>
                      <a:pt x="22" y="44"/>
                    </a:cubicBezTo>
                    <a:cubicBezTo>
                      <a:pt x="23" y="44"/>
                      <a:pt x="23" y="45"/>
                      <a:pt x="23" y="46"/>
                    </a:cubicBezTo>
                    <a:cubicBezTo>
                      <a:pt x="23" y="47"/>
                      <a:pt x="23" y="47"/>
                      <a:pt x="22" y="48"/>
                    </a:cubicBezTo>
                    <a:close/>
                    <a:moveTo>
                      <a:pt x="33" y="36"/>
                    </a:moveTo>
                    <a:cubicBezTo>
                      <a:pt x="33" y="36"/>
                      <a:pt x="33" y="36"/>
                      <a:pt x="33" y="36"/>
                    </a:cubicBezTo>
                    <a:cubicBezTo>
                      <a:pt x="33" y="36"/>
                      <a:pt x="34" y="36"/>
                      <a:pt x="34" y="36"/>
                    </a:cubicBezTo>
                    <a:cubicBezTo>
                      <a:pt x="34" y="35"/>
                      <a:pt x="34" y="35"/>
                      <a:pt x="34" y="35"/>
                    </a:cubicBezTo>
                    <a:cubicBezTo>
                      <a:pt x="35" y="36"/>
                      <a:pt x="35" y="36"/>
                      <a:pt x="35" y="36"/>
                    </a:cubicBezTo>
                    <a:cubicBezTo>
                      <a:pt x="32" y="39"/>
                      <a:pt x="32" y="39"/>
                      <a:pt x="32" y="39"/>
                    </a:cubicBezTo>
                    <a:cubicBezTo>
                      <a:pt x="31" y="38"/>
                      <a:pt x="31" y="38"/>
                      <a:pt x="31" y="38"/>
                    </a:cubicBezTo>
                    <a:cubicBezTo>
                      <a:pt x="32" y="38"/>
                      <a:pt x="32" y="38"/>
                      <a:pt x="32" y="38"/>
                    </a:cubicBezTo>
                    <a:cubicBezTo>
                      <a:pt x="32" y="38"/>
                      <a:pt x="32" y="37"/>
                      <a:pt x="32" y="37"/>
                    </a:cubicBezTo>
                    <a:cubicBezTo>
                      <a:pt x="32" y="37"/>
                      <a:pt x="32" y="37"/>
                      <a:pt x="32" y="37"/>
                    </a:cubicBezTo>
                    <a:cubicBezTo>
                      <a:pt x="27" y="32"/>
                      <a:pt x="27" y="32"/>
                      <a:pt x="27" y="32"/>
                    </a:cubicBezTo>
                    <a:cubicBezTo>
                      <a:pt x="23" y="36"/>
                      <a:pt x="23" y="36"/>
                      <a:pt x="23" y="36"/>
                    </a:cubicBezTo>
                    <a:cubicBezTo>
                      <a:pt x="28" y="40"/>
                      <a:pt x="28" y="40"/>
                      <a:pt x="28" y="40"/>
                    </a:cubicBezTo>
                    <a:cubicBezTo>
                      <a:pt x="28" y="41"/>
                      <a:pt x="28" y="41"/>
                      <a:pt x="28" y="41"/>
                    </a:cubicBezTo>
                    <a:cubicBezTo>
                      <a:pt x="28" y="41"/>
                      <a:pt x="29" y="41"/>
                      <a:pt x="29" y="40"/>
                    </a:cubicBezTo>
                    <a:cubicBezTo>
                      <a:pt x="29" y="40"/>
                      <a:pt x="29" y="40"/>
                      <a:pt x="29" y="40"/>
                    </a:cubicBezTo>
                    <a:cubicBezTo>
                      <a:pt x="30" y="41"/>
                      <a:pt x="30" y="41"/>
                      <a:pt x="30" y="41"/>
                    </a:cubicBezTo>
                    <a:cubicBezTo>
                      <a:pt x="27" y="43"/>
                      <a:pt x="27" y="43"/>
                      <a:pt x="27" y="43"/>
                    </a:cubicBezTo>
                    <a:cubicBezTo>
                      <a:pt x="26" y="43"/>
                      <a:pt x="26" y="43"/>
                      <a:pt x="26" y="43"/>
                    </a:cubicBezTo>
                    <a:cubicBezTo>
                      <a:pt x="27" y="43"/>
                      <a:pt x="27" y="43"/>
                      <a:pt x="27" y="43"/>
                    </a:cubicBezTo>
                    <a:cubicBezTo>
                      <a:pt x="27" y="42"/>
                      <a:pt x="27" y="42"/>
                      <a:pt x="27" y="42"/>
                    </a:cubicBezTo>
                    <a:cubicBezTo>
                      <a:pt x="27" y="42"/>
                      <a:pt x="27" y="42"/>
                      <a:pt x="27" y="41"/>
                    </a:cubicBezTo>
                    <a:cubicBezTo>
                      <a:pt x="18" y="32"/>
                      <a:pt x="18" y="32"/>
                      <a:pt x="18" y="32"/>
                    </a:cubicBezTo>
                    <a:cubicBezTo>
                      <a:pt x="18" y="32"/>
                      <a:pt x="17" y="32"/>
                      <a:pt x="17" y="32"/>
                    </a:cubicBezTo>
                    <a:cubicBezTo>
                      <a:pt x="17" y="32"/>
                      <a:pt x="17" y="32"/>
                      <a:pt x="17" y="32"/>
                    </a:cubicBezTo>
                    <a:cubicBezTo>
                      <a:pt x="16" y="32"/>
                      <a:pt x="16" y="32"/>
                      <a:pt x="16" y="32"/>
                    </a:cubicBezTo>
                    <a:cubicBezTo>
                      <a:pt x="16" y="32"/>
                      <a:pt x="16" y="32"/>
                      <a:pt x="16" y="32"/>
                    </a:cubicBezTo>
                    <a:cubicBezTo>
                      <a:pt x="19" y="29"/>
                      <a:pt x="19" y="29"/>
                      <a:pt x="19" y="29"/>
                    </a:cubicBezTo>
                    <a:cubicBezTo>
                      <a:pt x="19" y="29"/>
                      <a:pt x="19" y="29"/>
                      <a:pt x="19" y="29"/>
                    </a:cubicBezTo>
                    <a:cubicBezTo>
                      <a:pt x="19" y="30"/>
                      <a:pt x="19" y="30"/>
                      <a:pt x="19" y="30"/>
                    </a:cubicBezTo>
                    <a:cubicBezTo>
                      <a:pt x="19" y="30"/>
                      <a:pt x="19" y="30"/>
                      <a:pt x="19" y="30"/>
                    </a:cubicBezTo>
                    <a:cubicBezTo>
                      <a:pt x="19" y="30"/>
                      <a:pt x="19" y="31"/>
                      <a:pt x="19" y="31"/>
                    </a:cubicBezTo>
                    <a:cubicBezTo>
                      <a:pt x="23" y="35"/>
                      <a:pt x="23" y="35"/>
                      <a:pt x="23" y="35"/>
                    </a:cubicBezTo>
                    <a:cubicBezTo>
                      <a:pt x="27" y="31"/>
                      <a:pt x="27" y="31"/>
                      <a:pt x="27" y="31"/>
                    </a:cubicBezTo>
                    <a:cubicBezTo>
                      <a:pt x="23" y="27"/>
                      <a:pt x="23" y="27"/>
                      <a:pt x="23" y="27"/>
                    </a:cubicBezTo>
                    <a:cubicBezTo>
                      <a:pt x="23" y="27"/>
                      <a:pt x="22" y="27"/>
                      <a:pt x="22" y="27"/>
                    </a:cubicBezTo>
                    <a:cubicBezTo>
                      <a:pt x="22" y="27"/>
                      <a:pt x="22" y="27"/>
                      <a:pt x="22" y="27"/>
                    </a:cubicBezTo>
                    <a:cubicBezTo>
                      <a:pt x="21" y="27"/>
                      <a:pt x="21" y="27"/>
                      <a:pt x="21" y="27"/>
                    </a:cubicBezTo>
                    <a:cubicBezTo>
                      <a:pt x="21" y="27"/>
                      <a:pt x="21" y="27"/>
                      <a:pt x="21" y="27"/>
                    </a:cubicBezTo>
                    <a:cubicBezTo>
                      <a:pt x="24" y="24"/>
                      <a:pt x="24" y="24"/>
                      <a:pt x="24" y="24"/>
                    </a:cubicBezTo>
                    <a:cubicBezTo>
                      <a:pt x="24" y="25"/>
                      <a:pt x="24" y="25"/>
                      <a:pt x="24" y="25"/>
                    </a:cubicBezTo>
                    <a:cubicBezTo>
                      <a:pt x="24" y="25"/>
                      <a:pt x="24" y="25"/>
                      <a:pt x="24" y="25"/>
                    </a:cubicBezTo>
                    <a:cubicBezTo>
                      <a:pt x="24" y="25"/>
                      <a:pt x="24" y="25"/>
                      <a:pt x="24" y="26"/>
                    </a:cubicBezTo>
                    <a:cubicBezTo>
                      <a:pt x="24" y="26"/>
                      <a:pt x="24" y="26"/>
                      <a:pt x="24" y="26"/>
                    </a:cubicBezTo>
                    <a:cubicBezTo>
                      <a:pt x="33" y="36"/>
                      <a:pt x="33" y="36"/>
                      <a:pt x="33" y="36"/>
                    </a:cubicBezTo>
                    <a:close/>
                    <a:moveTo>
                      <a:pt x="38" y="26"/>
                    </a:moveTo>
                    <a:cubicBezTo>
                      <a:pt x="41" y="29"/>
                      <a:pt x="41" y="29"/>
                      <a:pt x="41" y="29"/>
                    </a:cubicBezTo>
                    <a:cubicBezTo>
                      <a:pt x="41" y="29"/>
                      <a:pt x="41" y="30"/>
                      <a:pt x="41" y="30"/>
                    </a:cubicBezTo>
                    <a:cubicBezTo>
                      <a:pt x="41" y="30"/>
                      <a:pt x="41" y="30"/>
                      <a:pt x="41" y="30"/>
                    </a:cubicBezTo>
                    <a:cubicBezTo>
                      <a:pt x="41" y="31"/>
                      <a:pt x="41" y="31"/>
                      <a:pt x="41" y="31"/>
                    </a:cubicBezTo>
                    <a:cubicBezTo>
                      <a:pt x="41" y="31"/>
                      <a:pt x="41" y="31"/>
                      <a:pt x="41" y="31"/>
                    </a:cubicBezTo>
                    <a:cubicBezTo>
                      <a:pt x="44" y="29"/>
                      <a:pt x="44" y="29"/>
                      <a:pt x="44" y="29"/>
                    </a:cubicBezTo>
                    <a:cubicBezTo>
                      <a:pt x="44" y="28"/>
                      <a:pt x="44" y="28"/>
                      <a:pt x="44" y="28"/>
                    </a:cubicBezTo>
                    <a:cubicBezTo>
                      <a:pt x="44" y="29"/>
                      <a:pt x="44" y="29"/>
                      <a:pt x="44" y="29"/>
                    </a:cubicBezTo>
                    <a:cubicBezTo>
                      <a:pt x="43" y="29"/>
                      <a:pt x="43" y="29"/>
                      <a:pt x="43" y="29"/>
                    </a:cubicBezTo>
                    <a:cubicBezTo>
                      <a:pt x="43" y="29"/>
                      <a:pt x="42" y="29"/>
                      <a:pt x="42" y="28"/>
                    </a:cubicBezTo>
                    <a:cubicBezTo>
                      <a:pt x="31" y="18"/>
                      <a:pt x="31" y="18"/>
                      <a:pt x="31" y="18"/>
                    </a:cubicBezTo>
                    <a:cubicBezTo>
                      <a:pt x="30" y="20"/>
                      <a:pt x="30" y="20"/>
                      <a:pt x="30" y="20"/>
                    </a:cubicBezTo>
                    <a:cubicBezTo>
                      <a:pt x="35" y="33"/>
                      <a:pt x="35" y="33"/>
                      <a:pt x="35" y="33"/>
                    </a:cubicBezTo>
                    <a:cubicBezTo>
                      <a:pt x="35" y="33"/>
                      <a:pt x="35" y="34"/>
                      <a:pt x="35" y="34"/>
                    </a:cubicBezTo>
                    <a:cubicBezTo>
                      <a:pt x="35" y="34"/>
                      <a:pt x="35" y="34"/>
                      <a:pt x="35" y="35"/>
                    </a:cubicBezTo>
                    <a:cubicBezTo>
                      <a:pt x="35" y="35"/>
                      <a:pt x="35" y="35"/>
                      <a:pt x="35" y="35"/>
                    </a:cubicBezTo>
                    <a:cubicBezTo>
                      <a:pt x="35" y="35"/>
                      <a:pt x="35" y="35"/>
                      <a:pt x="35" y="35"/>
                    </a:cubicBezTo>
                    <a:cubicBezTo>
                      <a:pt x="38" y="33"/>
                      <a:pt x="38" y="33"/>
                      <a:pt x="38" y="33"/>
                    </a:cubicBezTo>
                    <a:cubicBezTo>
                      <a:pt x="38" y="33"/>
                      <a:pt x="38" y="33"/>
                      <a:pt x="38" y="33"/>
                    </a:cubicBezTo>
                    <a:cubicBezTo>
                      <a:pt x="37" y="33"/>
                      <a:pt x="37" y="33"/>
                      <a:pt x="37" y="33"/>
                    </a:cubicBezTo>
                    <a:cubicBezTo>
                      <a:pt x="37" y="33"/>
                      <a:pt x="37" y="33"/>
                      <a:pt x="36" y="33"/>
                    </a:cubicBezTo>
                    <a:cubicBezTo>
                      <a:pt x="36" y="33"/>
                      <a:pt x="36" y="32"/>
                      <a:pt x="36" y="32"/>
                    </a:cubicBezTo>
                    <a:cubicBezTo>
                      <a:pt x="34" y="29"/>
                      <a:pt x="34" y="29"/>
                      <a:pt x="34" y="29"/>
                    </a:cubicBezTo>
                    <a:cubicBezTo>
                      <a:pt x="38" y="26"/>
                      <a:pt x="38" y="26"/>
                      <a:pt x="38" y="26"/>
                    </a:cubicBezTo>
                    <a:close/>
                    <a:moveTo>
                      <a:pt x="31" y="21"/>
                    </a:moveTo>
                    <a:cubicBezTo>
                      <a:pt x="31" y="21"/>
                      <a:pt x="31" y="21"/>
                      <a:pt x="31" y="21"/>
                    </a:cubicBezTo>
                    <a:cubicBezTo>
                      <a:pt x="34" y="28"/>
                      <a:pt x="34" y="28"/>
                      <a:pt x="34" y="28"/>
                    </a:cubicBezTo>
                    <a:cubicBezTo>
                      <a:pt x="37" y="26"/>
                      <a:pt x="37" y="26"/>
                      <a:pt x="37" y="26"/>
                    </a:cubicBezTo>
                    <a:cubicBezTo>
                      <a:pt x="31" y="21"/>
                      <a:pt x="31" y="21"/>
                      <a:pt x="31" y="21"/>
                    </a:cubicBezTo>
                    <a:close/>
                    <a:moveTo>
                      <a:pt x="51" y="21"/>
                    </a:moveTo>
                    <a:cubicBezTo>
                      <a:pt x="51" y="21"/>
                      <a:pt x="51" y="21"/>
                      <a:pt x="51" y="21"/>
                    </a:cubicBezTo>
                    <a:cubicBezTo>
                      <a:pt x="46" y="11"/>
                      <a:pt x="46" y="11"/>
                      <a:pt x="46" y="11"/>
                    </a:cubicBezTo>
                    <a:cubicBezTo>
                      <a:pt x="46" y="11"/>
                      <a:pt x="46" y="11"/>
                      <a:pt x="46" y="11"/>
                    </a:cubicBezTo>
                    <a:cubicBezTo>
                      <a:pt x="46" y="11"/>
                      <a:pt x="46" y="11"/>
                      <a:pt x="45" y="11"/>
                    </a:cubicBezTo>
                    <a:cubicBezTo>
                      <a:pt x="45" y="11"/>
                      <a:pt x="45" y="11"/>
                      <a:pt x="45" y="11"/>
                    </a:cubicBezTo>
                    <a:cubicBezTo>
                      <a:pt x="44" y="11"/>
                      <a:pt x="44" y="11"/>
                      <a:pt x="44" y="11"/>
                    </a:cubicBezTo>
                    <a:cubicBezTo>
                      <a:pt x="48" y="9"/>
                      <a:pt x="48" y="9"/>
                      <a:pt x="48" y="9"/>
                    </a:cubicBezTo>
                    <a:cubicBezTo>
                      <a:pt x="48" y="10"/>
                      <a:pt x="48" y="10"/>
                      <a:pt x="48" y="10"/>
                    </a:cubicBezTo>
                    <a:cubicBezTo>
                      <a:pt x="47" y="10"/>
                      <a:pt x="47" y="10"/>
                      <a:pt x="47" y="10"/>
                    </a:cubicBezTo>
                    <a:cubicBezTo>
                      <a:pt x="47" y="10"/>
                      <a:pt x="47" y="10"/>
                      <a:pt x="47" y="10"/>
                    </a:cubicBezTo>
                    <a:cubicBezTo>
                      <a:pt x="47" y="10"/>
                      <a:pt x="47" y="11"/>
                      <a:pt x="47" y="11"/>
                    </a:cubicBezTo>
                    <a:cubicBezTo>
                      <a:pt x="53" y="24"/>
                      <a:pt x="53" y="24"/>
                      <a:pt x="53" y="24"/>
                    </a:cubicBezTo>
                    <a:cubicBezTo>
                      <a:pt x="53" y="24"/>
                      <a:pt x="53" y="24"/>
                      <a:pt x="53" y="24"/>
                    </a:cubicBezTo>
                    <a:cubicBezTo>
                      <a:pt x="53" y="24"/>
                      <a:pt x="53" y="24"/>
                      <a:pt x="53" y="24"/>
                    </a:cubicBezTo>
                    <a:cubicBezTo>
                      <a:pt x="40" y="15"/>
                      <a:pt x="40" y="15"/>
                      <a:pt x="40" y="15"/>
                    </a:cubicBezTo>
                    <a:cubicBezTo>
                      <a:pt x="40" y="15"/>
                      <a:pt x="40" y="15"/>
                      <a:pt x="40" y="15"/>
                    </a:cubicBezTo>
                    <a:cubicBezTo>
                      <a:pt x="46" y="26"/>
                      <a:pt x="46" y="26"/>
                      <a:pt x="46" y="26"/>
                    </a:cubicBezTo>
                    <a:cubicBezTo>
                      <a:pt x="46" y="26"/>
                      <a:pt x="46" y="26"/>
                      <a:pt x="46" y="26"/>
                    </a:cubicBezTo>
                    <a:cubicBezTo>
                      <a:pt x="47" y="26"/>
                      <a:pt x="47" y="26"/>
                      <a:pt x="47" y="26"/>
                    </a:cubicBezTo>
                    <a:cubicBezTo>
                      <a:pt x="48" y="26"/>
                      <a:pt x="48" y="26"/>
                      <a:pt x="48" y="26"/>
                    </a:cubicBezTo>
                    <a:cubicBezTo>
                      <a:pt x="48" y="26"/>
                      <a:pt x="48" y="26"/>
                      <a:pt x="48" y="26"/>
                    </a:cubicBezTo>
                    <a:cubicBezTo>
                      <a:pt x="45" y="28"/>
                      <a:pt x="45" y="28"/>
                      <a:pt x="45" y="28"/>
                    </a:cubicBezTo>
                    <a:cubicBezTo>
                      <a:pt x="44" y="28"/>
                      <a:pt x="44" y="28"/>
                      <a:pt x="44" y="28"/>
                    </a:cubicBezTo>
                    <a:cubicBezTo>
                      <a:pt x="45" y="27"/>
                      <a:pt x="45" y="27"/>
                      <a:pt x="45" y="27"/>
                    </a:cubicBezTo>
                    <a:cubicBezTo>
                      <a:pt x="45" y="27"/>
                      <a:pt x="45" y="27"/>
                      <a:pt x="45" y="27"/>
                    </a:cubicBezTo>
                    <a:cubicBezTo>
                      <a:pt x="46" y="27"/>
                      <a:pt x="46" y="26"/>
                      <a:pt x="45" y="26"/>
                    </a:cubicBezTo>
                    <a:cubicBezTo>
                      <a:pt x="39" y="15"/>
                      <a:pt x="39" y="15"/>
                      <a:pt x="39" y="15"/>
                    </a:cubicBezTo>
                    <a:cubicBezTo>
                      <a:pt x="39" y="14"/>
                      <a:pt x="39" y="14"/>
                      <a:pt x="39" y="14"/>
                    </a:cubicBezTo>
                    <a:cubicBezTo>
                      <a:pt x="39" y="14"/>
                      <a:pt x="39" y="14"/>
                      <a:pt x="38" y="14"/>
                    </a:cubicBezTo>
                    <a:cubicBezTo>
                      <a:pt x="38" y="15"/>
                      <a:pt x="38" y="15"/>
                      <a:pt x="38" y="15"/>
                    </a:cubicBezTo>
                    <a:cubicBezTo>
                      <a:pt x="37" y="14"/>
                      <a:pt x="37" y="14"/>
                      <a:pt x="37" y="14"/>
                    </a:cubicBezTo>
                    <a:cubicBezTo>
                      <a:pt x="40" y="13"/>
                      <a:pt x="40" y="13"/>
                      <a:pt x="40" y="13"/>
                    </a:cubicBezTo>
                    <a:cubicBezTo>
                      <a:pt x="51" y="21"/>
                      <a:pt x="51" y="21"/>
                      <a:pt x="51" y="21"/>
                    </a:cubicBezTo>
                    <a:close/>
                    <a:moveTo>
                      <a:pt x="70" y="17"/>
                    </a:moveTo>
                    <a:cubicBezTo>
                      <a:pt x="70" y="17"/>
                      <a:pt x="71" y="17"/>
                      <a:pt x="72" y="16"/>
                    </a:cubicBezTo>
                    <a:cubicBezTo>
                      <a:pt x="72" y="15"/>
                      <a:pt x="72" y="14"/>
                      <a:pt x="72" y="14"/>
                    </a:cubicBezTo>
                    <a:cubicBezTo>
                      <a:pt x="70" y="3"/>
                      <a:pt x="70" y="3"/>
                      <a:pt x="70" y="3"/>
                    </a:cubicBezTo>
                    <a:cubicBezTo>
                      <a:pt x="70" y="3"/>
                      <a:pt x="69" y="3"/>
                      <a:pt x="69" y="3"/>
                    </a:cubicBezTo>
                    <a:cubicBezTo>
                      <a:pt x="69" y="3"/>
                      <a:pt x="69" y="3"/>
                      <a:pt x="69" y="3"/>
                    </a:cubicBezTo>
                    <a:cubicBezTo>
                      <a:pt x="68" y="3"/>
                      <a:pt x="68" y="3"/>
                      <a:pt x="68" y="3"/>
                    </a:cubicBezTo>
                    <a:cubicBezTo>
                      <a:pt x="68" y="2"/>
                      <a:pt x="68" y="2"/>
                      <a:pt x="68" y="2"/>
                    </a:cubicBezTo>
                    <a:cubicBezTo>
                      <a:pt x="71" y="1"/>
                      <a:pt x="71" y="1"/>
                      <a:pt x="71" y="1"/>
                    </a:cubicBezTo>
                    <a:cubicBezTo>
                      <a:pt x="71" y="2"/>
                      <a:pt x="71" y="2"/>
                      <a:pt x="71" y="2"/>
                    </a:cubicBezTo>
                    <a:cubicBezTo>
                      <a:pt x="71" y="2"/>
                      <a:pt x="71" y="2"/>
                      <a:pt x="71" y="2"/>
                    </a:cubicBezTo>
                    <a:cubicBezTo>
                      <a:pt x="71" y="2"/>
                      <a:pt x="70" y="2"/>
                      <a:pt x="70" y="2"/>
                    </a:cubicBezTo>
                    <a:cubicBezTo>
                      <a:pt x="70" y="3"/>
                      <a:pt x="70" y="3"/>
                      <a:pt x="70" y="3"/>
                    </a:cubicBezTo>
                    <a:cubicBezTo>
                      <a:pt x="73" y="13"/>
                      <a:pt x="73" y="13"/>
                      <a:pt x="73" y="13"/>
                    </a:cubicBezTo>
                    <a:cubicBezTo>
                      <a:pt x="73" y="15"/>
                      <a:pt x="73" y="16"/>
                      <a:pt x="72" y="16"/>
                    </a:cubicBezTo>
                    <a:cubicBezTo>
                      <a:pt x="71" y="17"/>
                      <a:pt x="71" y="18"/>
                      <a:pt x="70" y="18"/>
                    </a:cubicBezTo>
                    <a:cubicBezTo>
                      <a:pt x="68" y="18"/>
                      <a:pt x="67" y="18"/>
                      <a:pt x="66" y="18"/>
                    </a:cubicBezTo>
                    <a:cubicBezTo>
                      <a:pt x="66" y="17"/>
                      <a:pt x="65" y="17"/>
                      <a:pt x="65" y="15"/>
                    </a:cubicBezTo>
                    <a:cubicBezTo>
                      <a:pt x="62" y="5"/>
                      <a:pt x="62" y="5"/>
                      <a:pt x="62" y="5"/>
                    </a:cubicBezTo>
                    <a:cubicBezTo>
                      <a:pt x="62" y="5"/>
                      <a:pt x="62" y="4"/>
                      <a:pt x="62" y="4"/>
                    </a:cubicBezTo>
                    <a:cubicBezTo>
                      <a:pt x="62" y="4"/>
                      <a:pt x="62" y="4"/>
                      <a:pt x="61" y="4"/>
                    </a:cubicBezTo>
                    <a:cubicBezTo>
                      <a:pt x="61" y="4"/>
                      <a:pt x="61" y="4"/>
                      <a:pt x="61" y="4"/>
                    </a:cubicBezTo>
                    <a:cubicBezTo>
                      <a:pt x="61" y="4"/>
                      <a:pt x="61" y="4"/>
                      <a:pt x="61" y="4"/>
                    </a:cubicBezTo>
                    <a:cubicBezTo>
                      <a:pt x="65" y="3"/>
                      <a:pt x="65" y="3"/>
                      <a:pt x="65" y="3"/>
                    </a:cubicBezTo>
                    <a:cubicBezTo>
                      <a:pt x="65" y="4"/>
                      <a:pt x="65" y="4"/>
                      <a:pt x="65" y="4"/>
                    </a:cubicBezTo>
                    <a:cubicBezTo>
                      <a:pt x="64" y="4"/>
                      <a:pt x="64" y="4"/>
                      <a:pt x="64" y="4"/>
                    </a:cubicBezTo>
                    <a:cubicBezTo>
                      <a:pt x="64" y="4"/>
                      <a:pt x="64" y="4"/>
                      <a:pt x="64" y="4"/>
                    </a:cubicBezTo>
                    <a:cubicBezTo>
                      <a:pt x="64" y="4"/>
                      <a:pt x="64" y="4"/>
                      <a:pt x="64" y="5"/>
                    </a:cubicBezTo>
                    <a:cubicBezTo>
                      <a:pt x="66" y="15"/>
                      <a:pt x="66" y="15"/>
                      <a:pt x="66" y="15"/>
                    </a:cubicBezTo>
                    <a:cubicBezTo>
                      <a:pt x="66" y="16"/>
                      <a:pt x="67" y="17"/>
                      <a:pt x="67" y="17"/>
                    </a:cubicBezTo>
                    <a:cubicBezTo>
                      <a:pt x="68" y="18"/>
                      <a:pt x="69" y="18"/>
                      <a:pt x="70" y="17"/>
                    </a:cubicBezTo>
                    <a:close/>
                    <a:moveTo>
                      <a:pt x="84" y="12"/>
                    </a:moveTo>
                    <a:cubicBezTo>
                      <a:pt x="84" y="12"/>
                      <a:pt x="84" y="12"/>
                      <a:pt x="84" y="12"/>
                    </a:cubicBezTo>
                    <a:cubicBezTo>
                      <a:pt x="84" y="1"/>
                      <a:pt x="84" y="1"/>
                      <a:pt x="84" y="1"/>
                    </a:cubicBezTo>
                    <a:cubicBezTo>
                      <a:pt x="84" y="1"/>
                      <a:pt x="84" y="1"/>
                      <a:pt x="83" y="1"/>
                    </a:cubicBezTo>
                    <a:cubicBezTo>
                      <a:pt x="83" y="1"/>
                      <a:pt x="83" y="1"/>
                      <a:pt x="83" y="1"/>
                    </a:cubicBezTo>
                    <a:cubicBezTo>
                      <a:pt x="82" y="1"/>
                      <a:pt x="82" y="1"/>
                      <a:pt x="82" y="1"/>
                    </a:cubicBezTo>
                    <a:cubicBezTo>
                      <a:pt x="82" y="0"/>
                      <a:pt x="82" y="0"/>
                      <a:pt x="82" y="0"/>
                    </a:cubicBezTo>
                    <a:cubicBezTo>
                      <a:pt x="86" y="0"/>
                      <a:pt x="86" y="0"/>
                      <a:pt x="86" y="0"/>
                    </a:cubicBezTo>
                    <a:cubicBezTo>
                      <a:pt x="86" y="1"/>
                      <a:pt x="86" y="1"/>
                      <a:pt x="86" y="1"/>
                    </a:cubicBezTo>
                    <a:cubicBezTo>
                      <a:pt x="85" y="1"/>
                      <a:pt x="85" y="1"/>
                      <a:pt x="85" y="1"/>
                    </a:cubicBezTo>
                    <a:cubicBezTo>
                      <a:pt x="85" y="1"/>
                      <a:pt x="85" y="1"/>
                      <a:pt x="84" y="1"/>
                    </a:cubicBezTo>
                    <a:cubicBezTo>
                      <a:pt x="84" y="1"/>
                      <a:pt x="84" y="1"/>
                      <a:pt x="84" y="1"/>
                    </a:cubicBezTo>
                    <a:cubicBezTo>
                      <a:pt x="85" y="16"/>
                      <a:pt x="85" y="16"/>
                      <a:pt x="85" y="16"/>
                    </a:cubicBezTo>
                    <a:cubicBezTo>
                      <a:pt x="85" y="16"/>
                      <a:pt x="85" y="16"/>
                      <a:pt x="85" y="16"/>
                    </a:cubicBezTo>
                    <a:cubicBezTo>
                      <a:pt x="85" y="16"/>
                      <a:pt x="85" y="16"/>
                      <a:pt x="85" y="16"/>
                    </a:cubicBezTo>
                    <a:cubicBezTo>
                      <a:pt x="77" y="3"/>
                      <a:pt x="77" y="3"/>
                      <a:pt x="77" y="3"/>
                    </a:cubicBezTo>
                    <a:cubicBezTo>
                      <a:pt x="77" y="3"/>
                      <a:pt x="77" y="3"/>
                      <a:pt x="77" y="3"/>
                    </a:cubicBezTo>
                    <a:cubicBezTo>
                      <a:pt x="77" y="15"/>
                      <a:pt x="77" y="15"/>
                      <a:pt x="77" y="15"/>
                    </a:cubicBezTo>
                    <a:cubicBezTo>
                      <a:pt x="77" y="15"/>
                      <a:pt x="78" y="15"/>
                      <a:pt x="78" y="16"/>
                    </a:cubicBezTo>
                    <a:cubicBezTo>
                      <a:pt x="78" y="16"/>
                      <a:pt x="78" y="16"/>
                      <a:pt x="78" y="16"/>
                    </a:cubicBezTo>
                    <a:cubicBezTo>
                      <a:pt x="79" y="16"/>
                      <a:pt x="79" y="16"/>
                      <a:pt x="79" y="16"/>
                    </a:cubicBezTo>
                    <a:cubicBezTo>
                      <a:pt x="79" y="16"/>
                      <a:pt x="79" y="16"/>
                      <a:pt x="79" y="16"/>
                    </a:cubicBezTo>
                    <a:cubicBezTo>
                      <a:pt x="75" y="16"/>
                      <a:pt x="75" y="16"/>
                      <a:pt x="75" y="16"/>
                    </a:cubicBezTo>
                    <a:cubicBezTo>
                      <a:pt x="75" y="16"/>
                      <a:pt x="75" y="16"/>
                      <a:pt x="75" y="16"/>
                    </a:cubicBezTo>
                    <a:cubicBezTo>
                      <a:pt x="76" y="16"/>
                      <a:pt x="76" y="16"/>
                      <a:pt x="76" y="16"/>
                    </a:cubicBezTo>
                    <a:cubicBezTo>
                      <a:pt x="76" y="16"/>
                      <a:pt x="77" y="16"/>
                      <a:pt x="77" y="16"/>
                    </a:cubicBezTo>
                    <a:cubicBezTo>
                      <a:pt x="77" y="15"/>
                      <a:pt x="77" y="15"/>
                      <a:pt x="77" y="15"/>
                    </a:cubicBezTo>
                    <a:cubicBezTo>
                      <a:pt x="76" y="2"/>
                      <a:pt x="76" y="2"/>
                      <a:pt x="76" y="2"/>
                    </a:cubicBezTo>
                    <a:cubicBezTo>
                      <a:pt x="76" y="2"/>
                      <a:pt x="76" y="2"/>
                      <a:pt x="76" y="1"/>
                    </a:cubicBezTo>
                    <a:cubicBezTo>
                      <a:pt x="76" y="1"/>
                      <a:pt x="75" y="1"/>
                      <a:pt x="75" y="1"/>
                    </a:cubicBezTo>
                    <a:cubicBezTo>
                      <a:pt x="74" y="1"/>
                      <a:pt x="74" y="1"/>
                      <a:pt x="74" y="1"/>
                    </a:cubicBezTo>
                    <a:cubicBezTo>
                      <a:pt x="74" y="1"/>
                      <a:pt x="74" y="1"/>
                      <a:pt x="74" y="1"/>
                    </a:cubicBezTo>
                    <a:cubicBezTo>
                      <a:pt x="77" y="1"/>
                      <a:pt x="77" y="1"/>
                      <a:pt x="77" y="1"/>
                    </a:cubicBezTo>
                    <a:cubicBezTo>
                      <a:pt x="84" y="12"/>
                      <a:pt x="84" y="12"/>
                      <a:pt x="84" y="12"/>
                    </a:cubicBezTo>
                    <a:close/>
                    <a:moveTo>
                      <a:pt x="90" y="1"/>
                    </a:moveTo>
                    <a:cubicBezTo>
                      <a:pt x="90" y="0"/>
                      <a:pt x="90" y="0"/>
                      <a:pt x="90" y="0"/>
                    </a:cubicBezTo>
                    <a:cubicBezTo>
                      <a:pt x="98" y="1"/>
                      <a:pt x="98" y="1"/>
                      <a:pt x="98" y="1"/>
                    </a:cubicBezTo>
                    <a:cubicBezTo>
                      <a:pt x="98" y="1"/>
                      <a:pt x="98" y="1"/>
                      <a:pt x="98" y="1"/>
                    </a:cubicBezTo>
                    <a:cubicBezTo>
                      <a:pt x="96" y="1"/>
                      <a:pt x="96" y="1"/>
                      <a:pt x="96" y="1"/>
                    </a:cubicBezTo>
                    <a:cubicBezTo>
                      <a:pt x="95" y="1"/>
                      <a:pt x="95" y="1"/>
                      <a:pt x="95" y="1"/>
                    </a:cubicBezTo>
                    <a:cubicBezTo>
                      <a:pt x="95" y="1"/>
                      <a:pt x="95" y="1"/>
                      <a:pt x="95" y="2"/>
                    </a:cubicBezTo>
                    <a:cubicBezTo>
                      <a:pt x="94" y="15"/>
                      <a:pt x="94" y="15"/>
                      <a:pt x="94" y="15"/>
                    </a:cubicBezTo>
                    <a:cubicBezTo>
                      <a:pt x="94" y="15"/>
                      <a:pt x="94" y="15"/>
                      <a:pt x="94" y="15"/>
                    </a:cubicBezTo>
                    <a:cubicBezTo>
                      <a:pt x="94" y="15"/>
                      <a:pt x="94" y="15"/>
                      <a:pt x="95" y="15"/>
                    </a:cubicBezTo>
                    <a:cubicBezTo>
                      <a:pt x="97" y="16"/>
                      <a:pt x="97" y="16"/>
                      <a:pt x="97" y="16"/>
                    </a:cubicBezTo>
                    <a:cubicBezTo>
                      <a:pt x="97" y="16"/>
                      <a:pt x="97" y="16"/>
                      <a:pt x="97" y="16"/>
                    </a:cubicBezTo>
                    <a:cubicBezTo>
                      <a:pt x="89" y="16"/>
                      <a:pt x="89" y="16"/>
                      <a:pt x="89" y="16"/>
                    </a:cubicBezTo>
                    <a:cubicBezTo>
                      <a:pt x="89" y="15"/>
                      <a:pt x="89" y="15"/>
                      <a:pt x="89" y="15"/>
                    </a:cubicBezTo>
                    <a:cubicBezTo>
                      <a:pt x="91" y="15"/>
                      <a:pt x="91" y="15"/>
                      <a:pt x="91" y="15"/>
                    </a:cubicBezTo>
                    <a:cubicBezTo>
                      <a:pt x="92" y="15"/>
                      <a:pt x="92" y="15"/>
                      <a:pt x="92" y="15"/>
                    </a:cubicBezTo>
                    <a:cubicBezTo>
                      <a:pt x="92" y="15"/>
                      <a:pt x="92" y="15"/>
                      <a:pt x="92" y="15"/>
                    </a:cubicBezTo>
                    <a:cubicBezTo>
                      <a:pt x="93" y="2"/>
                      <a:pt x="93" y="2"/>
                      <a:pt x="93" y="2"/>
                    </a:cubicBezTo>
                    <a:cubicBezTo>
                      <a:pt x="93" y="1"/>
                      <a:pt x="93" y="1"/>
                      <a:pt x="93" y="1"/>
                    </a:cubicBezTo>
                    <a:cubicBezTo>
                      <a:pt x="93" y="1"/>
                      <a:pt x="93" y="1"/>
                      <a:pt x="92" y="1"/>
                    </a:cubicBezTo>
                    <a:cubicBezTo>
                      <a:pt x="90" y="1"/>
                      <a:pt x="90" y="1"/>
                      <a:pt x="90" y="1"/>
                    </a:cubicBezTo>
                    <a:close/>
                    <a:moveTo>
                      <a:pt x="109" y="3"/>
                    </a:moveTo>
                    <a:cubicBezTo>
                      <a:pt x="109" y="2"/>
                      <a:pt x="109" y="2"/>
                      <a:pt x="109" y="2"/>
                    </a:cubicBezTo>
                    <a:cubicBezTo>
                      <a:pt x="113" y="3"/>
                      <a:pt x="113" y="3"/>
                      <a:pt x="113" y="3"/>
                    </a:cubicBezTo>
                    <a:cubicBezTo>
                      <a:pt x="113" y="3"/>
                      <a:pt x="113" y="3"/>
                      <a:pt x="113" y="3"/>
                    </a:cubicBezTo>
                    <a:cubicBezTo>
                      <a:pt x="112" y="3"/>
                      <a:pt x="112" y="3"/>
                      <a:pt x="112" y="3"/>
                    </a:cubicBezTo>
                    <a:cubicBezTo>
                      <a:pt x="112" y="3"/>
                      <a:pt x="112" y="3"/>
                      <a:pt x="111" y="4"/>
                    </a:cubicBezTo>
                    <a:cubicBezTo>
                      <a:pt x="111" y="4"/>
                      <a:pt x="111" y="4"/>
                      <a:pt x="111" y="4"/>
                    </a:cubicBezTo>
                    <a:cubicBezTo>
                      <a:pt x="105" y="17"/>
                      <a:pt x="105" y="17"/>
                      <a:pt x="105" y="17"/>
                    </a:cubicBezTo>
                    <a:cubicBezTo>
                      <a:pt x="104" y="17"/>
                      <a:pt x="104" y="17"/>
                      <a:pt x="104" y="17"/>
                    </a:cubicBezTo>
                    <a:cubicBezTo>
                      <a:pt x="103" y="3"/>
                      <a:pt x="103" y="3"/>
                      <a:pt x="103" y="3"/>
                    </a:cubicBezTo>
                    <a:cubicBezTo>
                      <a:pt x="103" y="3"/>
                      <a:pt x="103" y="2"/>
                      <a:pt x="103" y="2"/>
                    </a:cubicBezTo>
                    <a:cubicBezTo>
                      <a:pt x="103" y="2"/>
                      <a:pt x="103" y="2"/>
                      <a:pt x="102" y="2"/>
                    </a:cubicBezTo>
                    <a:cubicBezTo>
                      <a:pt x="102" y="2"/>
                      <a:pt x="102" y="2"/>
                      <a:pt x="102" y="2"/>
                    </a:cubicBezTo>
                    <a:cubicBezTo>
                      <a:pt x="102" y="1"/>
                      <a:pt x="102" y="1"/>
                      <a:pt x="102" y="1"/>
                    </a:cubicBezTo>
                    <a:cubicBezTo>
                      <a:pt x="106" y="2"/>
                      <a:pt x="106" y="2"/>
                      <a:pt x="106" y="2"/>
                    </a:cubicBezTo>
                    <a:cubicBezTo>
                      <a:pt x="106" y="2"/>
                      <a:pt x="106" y="2"/>
                      <a:pt x="106" y="2"/>
                    </a:cubicBezTo>
                    <a:cubicBezTo>
                      <a:pt x="105" y="2"/>
                      <a:pt x="105" y="2"/>
                      <a:pt x="105" y="2"/>
                    </a:cubicBezTo>
                    <a:cubicBezTo>
                      <a:pt x="105" y="2"/>
                      <a:pt x="105" y="2"/>
                      <a:pt x="105" y="2"/>
                    </a:cubicBezTo>
                    <a:cubicBezTo>
                      <a:pt x="105" y="3"/>
                      <a:pt x="105" y="3"/>
                      <a:pt x="105" y="3"/>
                    </a:cubicBezTo>
                    <a:cubicBezTo>
                      <a:pt x="105" y="14"/>
                      <a:pt x="105" y="14"/>
                      <a:pt x="105" y="14"/>
                    </a:cubicBezTo>
                    <a:cubicBezTo>
                      <a:pt x="106" y="14"/>
                      <a:pt x="106" y="14"/>
                      <a:pt x="106" y="14"/>
                    </a:cubicBezTo>
                    <a:cubicBezTo>
                      <a:pt x="110" y="4"/>
                      <a:pt x="110" y="4"/>
                      <a:pt x="110" y="4"/>
                    </a:cubicBezTo>
                    <a:cubicBezTo>
                      <a:pt x="110" y="4"/>
                      <a:pt x="110" y="4"/>
                      <a:pt x="110" y="3"/>
                    </a:cubicBezTo>
                    <a:cubicBezTo>
                      <a:pt x="110" y="3"/>
                      <a:pt x="110" y="3"/>
                      <a:pt x="110" y="3"/>
                    </a:cubicBezTo>
                    <a:cubicBezTo>
                      <a:pt x="109" y="3"/>
                      <a:pt x="109" y="3"/>
                      <a:pt x="109" y="3"/>
                    </a:cubicBezTo>
                    <a:close/>
                    <a:moveTo>
                      <a:pt x="116" y="5"/>
                    </a:moveTo>
                    <a:cubicBezTo>
                      <a:pt x="116" y="5"/>
                      <a:pt x="116" y="5"/>
                      <a:pt x="116" y="5"/>
                    </a:cubicBezTo>
                    <a:cubicBezTo>
                      <a:pt x="117" y="5"/>
                      <a:pt x="117" y="5"/>
                      <a:pt x="117" y="5"/>
                    </a:cubicBezTo>
                    <a:cubicBezTo>
                      <a:pt x="117" y="5"/>
                      <a:pt x="117" y="6"/>
                      <a:pt x="117" y="6"/>
                    </a:cubicBezTo>
                    <a:cubicBezTo>
                      <a:pt x="113" y="18"/>
                      <a:pt x="113" y="18"/>
                      <a:pt x="113" y="18"/>
                    </a:cubicBezTo>
                    <a:cubicBezTo>
                      <a:pt x="113" y="18"/>
                      <a:pt x="113" y="19"/>
                      <a:pt x="113" y="19"/>
                    </a:cubicBezTo>
                    <a:cubicBezTo>
                      <a:pt x="112" y="19"/>
                      <a:pt x="112" y="19"/>
                      <a:pt x="112" y="19"/>
                    </a:cubicBezTo>
                    <a:cubicBezTo>
                      <a:pt x="111" y="18"/>
                      <a:pt x="111" y="18"/>
                      <a:pt x="111" y="18"/>
                    </a:cubicBezTo>
                    <a:cubicBezTo>
                      <a:pt x="111" y="19"/>
                      <a:pt x="111" y="19"/>
                      <a:pt x="111" y="19"/>
                    </a:cubicBezTo>
                    <a:cubicBezTo>
                      <a:pt x="120" y="22"/>
                      <a:pt x="120" y="22"/>
                      <a:pt x="120" y="22"/>
                    </a:cubicBezTo>
                    <a:cubicBezTo>
                      <a:pt x="122" y="19"/>
                      <a:pt x="122" y="19"/>
                      <a:pt x="122" y="19"/>
                    </a:cubicBezTo>
                    <a:cubicBezTo>
                      <a:pt x="122" y="18"/>
                      <a:pt x="122" y="18"/>
                      <a:pt x="122" y="18"/>
                    </a:cubicBezTo>
                    <a:cubicBezTo>
                      <a:pt x="121" y="19"/>
                      <a:pt x="120" y="20"/>
                      <a:pt x="120" y="20"/>
                    </a:cubicBezTo>
                    <a:cubicBezTo>
                      <a:pt x="119" y="21"/>
                      <a:pt x="118" y="21"/>
                      <a:pt x="117" y="20"/>
                    </a:cubicBezTo>
                    <a:cubicBezTo>
                      <a:pt x="115" y="20"/>
                      <a:pt x="115" y="20"/>
                      <a:pt x="115" y="20"/>
                    </a:cubicBezTo>
                    <a:cubicBezTo>
                      <a:pt x="115" y="20"/>
                      <a:pt x="114" y="19"/>
                      <a:pt x="114" y="19"/>
                    </a:cubicBezTo>
                    <a:cubicBezTo>
                      <a:pt x="114" y="19"/>
                      <a:pt x="114" y="19"/>
                      <a:pt x="114" y="19"/>
                    </a:cubicBezTo>
                    <a:cubicBezTo>
                      <a:pt x="116" y="12"/>
                      <a:pt x="116" y="12"/>
                      <a:pt x="116" y="12"/>
                    </a:cubicBezTo>
                    <a:cubicBezTo>
                      <a:pt x="119" y="13"/>
                      <a:pt x="119" y="13"/>
                      <a:pt x="119" y="13"/>
                    </a:cubicBezTo>
                    <a:cubicBezTo>
                      <a:pt x="120" y="13"/>
                      <a:pt x="120" y="13"/>
                      <a:pt x="120" y="14"/>
                    </a:cubicBezTo>
                    <a:cubicBezTo>
                      <a:pt x="120" y="14"/>
                      <a:pt x="120" y="15"/>
                      <a:pt x="120" y="15"/>
                    </a:cubicBezTo>
                    <a:cubicBezTo>
                      <a:pt x="120" y="16"/>
                      <a:pt x="120" y="16"/>
                      <a:pt x="120" y="16"/>
                    </a:cubicBezTo>
                    <a:cubicBezTo>
                      <a:pt x="120" y="16"/>
                      <a:pt x="120" y="16"/>
                      <a:pt x="120" y="16"/>
                    </a:cubicBezTo>
                    <a:cubicBezTo>
                      <a:pt x="122" y="11"/>
                      <a:pt x="122" y="11"/>
                      <a:pt x="122" y="11"/>
                    </a:cubicBezTo>
                    <a:cubicBezTo>
                      <a:pt x="122" y="11"/>
                      <a:pt x="122" y="11"/>
                      <a:pt x="122" y="11"/>
                    </a:cubicBezTo>
                    <a:cubicBezTo>
                      <a:pt x="121" y="11"/>
                      <a:pt x="121" y="11"/>
                      <a:pt x="121" y="11"/>
                    </a:cubicBezTo>
                    <a:cubicBezTo>
                      <a:pt x="121" y="12"/>
                      <a:pt x="121" y="12"/>
                      <a:pt x="121" y="12"/>
                    </a:cubicBezTo>
                    <a:cubicBezTo>
                      <a:pt x="120" y="13"/>
                      <a:pt x="120" y="13"/>
                      <a:pt x="119" y="12"/>
                    </a:cubicBezTo>
                    <a:cubicBezTo>
                      <a:pt x="117" y="12"/>
                      <a:pt x="117" y="12"/>
                      <a:pt x="117" y="12"/>
                    </a:cubicBezTo>
                    <a:cubicBezTo>
                      <a:pt x="118" y="6"/>
                      <a:pt x="118" y="6"/>
                      <a:pt x="118" y="6"/>
                    </a:cubicBezTo>
                    <a:cubicBezTo>
                      <a:pt x="118" y="6"/>
                      <a:pt x="119" y="6"/>
                      <a:pt x="119" y="6"/>
                    </a:cubicBezTo>
                    <a:cubicBezTo>
                      <a:pt x="119" y="6"/>
                      <a:pt x="119" y="6"/>
                      <a:pt x="119" y="6"/>
                    </a:cubicBezTo>
                    <a:cubicBezTo>
                      <a:pt x="122" y="7"/>
                      <a:pt x="122" y="7"/>
                      <a:pt x="122" y="7"/>
                    </a:cubicBezTo>
                    <a:cubicBezTo>
                      <a:pt x="122" y="7"/>
                      <a:pt x="123" y="7"/>
                      <a:pt x="123" y="8"/>
                    </a:cubicBezTo>
                    <a:cubicBezTo>
                      <a:pt x="124" y="8"/>
                      <a:pt x="124" y="9"/>
                      <a:pt x="124" y="10"/>
                    </a:cubicBezTo>
                    <a:cubicBezTo>
                      <a:pt x="125" y="10"/>
                      <a:pt x="125" y="10"/>
                      <a:pt x="125" y="10"/>
                    </a:cubicBezTo>
                    <a:cubicBezTo>
                      <a:pt x="125" y="7"/>
                      <a:pt x="125" y="7"/>
                      <a:pt x="125" y="7"/>
                    </a:cubicBezTo>
                    <a:cubicBezTo>
                      <a:pt x="116" y="4"/>
                      <a:pt x="116" y="4"/>
                      <a:pt x="116" y="4"/>
                    </a:cubicBezTo>
                    <a:cubicBezTo>
                      <a:pt x="116" y="5"/>
                      <a:pt x="116" y="5"/>
                      <a:pt x="116" y="5"/>
                    </a:cubicBezTo>
                    <a:close/>
                    <a:moveTo>
                      <a:pt x="136" y="17"/>
                    </a:moveTo>
                    <a:cubicBezTo>
                      <a:pt x="136" y="18"/>
                      <a:pt x="135" y="19"/>
                      <a:pt x="134" y="19"/>
                    </a:cubicBezTo>
                    <a:cubicBezTo>
                      <a:pt x="133" y="19"/>
                      <a:pt x="133" y="19"/>
                      <a:pt x="132" y="19"/>
                    </a:cubicBezTo>
                    <a:cubicBezTo>
                      <a:pt x="131" y="26"/>
                      <a:pt x="131" y="26"/>
                      <a:pt x="131" y="26"/>
                    </a:cubicBezTo>
                    <a:cubicBezTo>
                      <a:pt x="131" y="26"/>
                      <a:pt x="131" y="27"/>
                      <a:pt x="131" y="27"/>
                    </a:cubicBezTo>
                    <a:cubicBezTo>
                      <a:pt x="131" y="27"/>
                      <a:pt x="131" y="27"/>
                      <a:pt x="132" y="27"/>
                    </a:cubicBezTo>
                    <a:cubicBezTo>
                      <a:pt x="132" y="27"/>
                      <a:pt x="132" y="27"/>
                      <a:pt x="132" y="27"/>
                    </a:cubicBezTo>
                    <a:cubicBezTo>
                      <a:pt x="132" y="28"/>
                      <a:pt x="132" y="28"/>
                      <a:pt x="132" y="28"/>
                    </a:cubicBezTo>
                    <a:cubicBezTo>
                      <a:pt x="130" y="27"/>
                      <a:pt x="130" y="27"/>
                      <a:pt x="130" y="27"/>
                    </a:cubicBezTo>
                    <a:cubicBezTo>
                      <a:pt x="130" y="18"/>
                      <a:pt x="130" y="18"/>
                      <a:pt x="130" y="18"/>
                    </a:cubicBezTo>
                    <a:cubicBezTo>
                      <a:pt x="129" y="17"/>
                      <a:pt x="129" y="17"/>
                      <a:pt x="129" y="17"/>
                    </a:cubicBezTo>
                    <a:cubicBezTo>
                      <a:pt x="126" y="23"/>
                      <a:pt x="126" y="23"/>
                      <a:pt x="126" y="23"/>
                    </a:cubicBezTo>
                    <a:cubicBezTo>
                      <a:pt x="125" y="24"/>
                      <a:pt x="125" y="24"/>
                      <a:pt x="126" y="24"/>
                    </a:cubicBezTo>
                    <a:cubicBezTo>
                      <a:pt x="126" y="24"/>
                      <a:pt x="126" y="24"/>
                      <a:pt x="126" y="24"/>
                    </a:cubicBezTo>
                    <a:cubicBezTo>
                      <a:pt x="126" y="25"/>
                      <a:pt x="126" y="25"/>
                      <a:pt x="126" y="25"/>
                    </a:cubicBezTo>
                    <a:cubicBezTo>
                      <a:pt x="126" y="25"/>
                      <a:pt x="126" y="25"/>
                      <a:pt x="126" y="25"/>
                    </a:cubicBezTo>
                    <a:cubicBezTo>
                      <a:pt x="122" y="23"/>
                      <a:pt x="122" y="23"/>
                      <a:pt x="122" y="23"/>
                    </a:cubicBezTo>
                    <a:cubicBezTo>
                      <a:pt x="123" y="23"/>
                      <a:pt x="123" y="23"/>
                      <a:pt x="123" y="23"/>
                    </a:cubicBezTo>
                    <a:cubicBezTo>
                      <a:pt x="123" y="23"/>
                      <a:pt x="123" y="23"/>
                      <a:pt x="123" y="23"/>
                    </a:cubicBezTo>
                    <a:cubicBezTo>
                      <a:pt x="123" y="23"/>
                      <a:pt x="124" y="23"/>
                      <a:pt x="124" y="23"/>
                    </a:cubicBezTo>
                    <a:cubicBezTo>
                      <a:pt x="124" y="23"/>
                      <a:pt x="124" y="23"/>
                      <a:pt x="124" y="23"/>
                    </a:cubicBezTo>
                    <a:cubicBezTo>
                      <a:pt x="130" y="11"/>
                      <a:pt x="130" y="11"/>
                      <a:pt x="130" y="11"/>
                    </a:cubicBezTo>
                    <a:cubicBezTo>
                      <a:pt x="130" y="11"/>
                      <a:pt x="130" y="11"/>
                      <a:pt x="130" y="10"/>
                    </a:cubicBezTo>
                    <a:cubicBezTo>
                      <a:pt x="130" y="10"/>
                      <a:pt x="130" y="10"/>
                      <a:pt x="130" y="10"/>
                    </a:cubicBezTo>
                    <a:cubicBezTo>
                      <a:pt x="129" y="10"/>
                      <a:pt x="129" y="10"/>
                      <a:pt x="129" y="10"/>
                    </a:cubicBezTo>
                    <a:cubicBezTo>
                      <a:pt x="130" y="9"/>
                      <a:pt x="130" y="9"/>
                      <a:pt x="130" y="9"/>
                    </a:cubicBezTo>
                    <a:cubicBezTo>
                      <a:pt x="134" y="12"/>
                      <a:pt x="134" y="12"/>
                      <a:pt x="134" y="12"/>
                    </a:cubicBezTo>
                    <a:cubicBezTo>
                      <a:pt x="135" y="12"/>
                      <a:pt x="136" y="13"/>
                      <a:pt x="137" y="14"/>
                    </a:cubicBezTo>
                    <a:cubicBezTo>
                      <a:pt x="137" y="15"/>
                      <a:pt x="137" y="16"/>
                      <a:pt x="136" y="17"/>
                    </a:cubicBezTo>
                    <a:close/>
                    <a:moveTo>
                      <a:pt x="129" y="17"/>
                    </a:moveTo>
                    <a:cubicBezTo>
                      <a:pt x="131" y="18"/>
                      <a:pt x="131" y="18"/>
                      <a:pt x="131" y="18"/>
                    </a:cubicBezTo>
                    <a:cubicBezTo>
                      <a:pt x="131" y="18"/>
                      <a:pt x="132" y="18"/>
                      <a:pt x="133" y="18"/>
                    </a:cubicBezTo>
                    <a:cubicBezTo>
                      <a:pt x="134" y="18"/>
                      <a:pt x="134" y="17"/>
                      <a:pt x="135" y="16"/>
                    </a:cubicBezTo>
                    <a:cubicBezTo>
                      <a:pt x="135" y="15"/>
                      <a:pt x="136" y="15"/>
                      <a:pt x="135" y="14"/>
                    </a:cubicBezTo>
                    <a:cubicBezTo>
                      <a:pt x="135" y="13"/>
                      <a:pt x="135" y="12"/>
                      <a:pt x="133" y="12"/>
                    </a:cubicBezTo>
                    <a:cubicBezTo>
                      <a:pt x="133" y="11"/>
                      <a:pt x="133" y="11"/>
                      <a:pt x="133" y="11"/>
                    </a:cubicBezTo>
                    <a:cubicBezTo>
                      <a:pt x="132" y="11"/>
                      <a:pt x="132" y="11"/>
                      <a:pt x="132" y="11"/>
                    </a:cubicBezTo>
                    <a:cubicBezTo>
                      <a:pt x="132" y="11"/>
                      <a:pt x="132" y="11"/>
                      <a:pt x="132" y="12"/>
                    </a:cubicBezTo>
                    <a:cubicBezTo>
                      <a:pt x="129" y="17"/>
                      <a:pt x="129" y="17"/>
                      <a:pt x="129" y="17"/>
                    </a:cubicBezTo>
                    <a:close/>
                    <a:moveTo>
                      <a:pt x="141" y="25"/>
                    </a:moveTo>
                    <a:cubicBezTo>
                      <a:pt x="142" y="27"/>
                      <a:pt x="142" y="28"/>
                      <a:pt x="142" y="28"/>
                    </a:cubicBezTo>
                    <a:cubicBezTo>
                      <a:pt x="142" y="29"/>
                      <a:pt x="142" y="30"/>
                      <a:pt x="142" y="30"/>
                    </a:cubicBezTo>
                    <a:cubicBezTo>
                      <a:pt x="141" y="31"/>
                      <a:pt x="141" y="32"/>
                      <a:pt x="140" y="32"/>
                    </a:cubicBezTo>
                    <a:cubicBezTo>
                      <a:pt x="139" y="32"/>
                      <a:pt x="138" y="32"/>
                      <a:pt x="137" y="32"/>
                    </a:cubicBezTo>
                    <a:cubicBezTo>
                      <a:pt x="137" y="31"/>
                      <a:pt x="136" y="30"/>
                      <a:pt x="136" y="29"/>
                    </a:cubicBezTo>
                    <a:cubicBezTo>
                      <a:pt x="135" y="28"/>
                      <a:pt x="136" y="27"/>
                      <a:pt x="136" y="26"/>
                    </a:cubicBezTo>
                    <a:cubicBezTo>
                      <a:pt x="136" y="26"/>
                      <a:pt x="136" y="26"/>
                      <a:pt x="136" y="26"/>
                    </a:cubicBezTo>
                    <a:cubicBezTo>
                      <a:pt x="134" y="30"/>
                      <a:pt x="134" y="30"/>
                      <a:pt x="134" y="30"/>
                    </a:cubicBezTo>
                    <a:cubicBezTo>
                      <a:pt x="134" y="30"/>
                      <a:pt x="134" y="30"/>
                      <a:pt x="134" y="30"/>
                    </a:cubicBezTo>
                    <a:cubicBezTo>
                      <a:pt x="135" y="30"/>
                      <a:pt x="135" y="30"/>
                      <a:pt x="135" y="30"/>
                    </a:cubicBezTo>
                    <a:cubicBezTo>
                      <a:pt x="135" y="30"/>
                      <a:pt x="135" y="30"/>
                      <a:pt x="136" y="31"/>
                    </a:cubicBezTo>
                    <a:cubicBezTo>
                      <a:pt x="136" y="31"/>
                      <a:pt x="136" y="32"/>
                      <a:pt x="137" y="32"/>
                    </a:cubicBezTo>
                    <a:cubicBezTo>
                      <a:pt x="138" y="33"/>
                      <a:pt x="139" y="33"/>
                      <a:pt x="140" y="33"/>
                    </a:cubicBezTo>
                    <a:cubicBezTo>
                      <a:pt x="142" y="33"/>
                      <a:pt x="142" y="32"/>
                      <a:pt x="143" y="31"/>
                    </a:cubicBezTo>
                    <a:cubicBezTo>
                      <a:pt x="144" y="30"/>
                      <a:pt x="144" y="29"/>
                      <a:pt x="144" y="28"/>
                    </a:cubicBezTo>
                    <a:cubicBezTo>
                      <a:pt x="144" y="27"/>
                      <a:pt x="143" y="26"/>
                      <a:pt x="142" y="25"/>
                    </a:cubicBezTo>
                    <a:cubicBezTo>
                      <a:pt x="141" y="23"/>
                      <a:pt x="141" y="22"/>
                      <a:pt x="141" y="22"/>
                    </a:cubicBezTo>
                    <a:cubicBezTo>
                      <a:pt x="141" y="21"/>
                      <a:pt x="141" y="20"/>
                      <a:pt x="141" y="20"/>
                    </a:cubicBezTo>
                    <a:cubicBezTo>
                      <a:pt x="142" y="19"/>
                      <a:pt x="142" y="19"/>
                      <a:pt x="143" y="19"/>
                    </a:cubicBezTo>
                    <a:cubicBezTo>
                      <a:pt x="144" y="18"/>
                      <a:pt x="144" y="18"/>
                      <a:pt x="145" y="19"/>
                    </a:cubicBezTo>
                    <a:cubicBezTo>
                      <a:pt x="146" y="20"/>
                      <a:pt x="147" y="20"/>
                      <a:pt x="147" y="21"/>
                    </a:cubicBezTo>
                    <a:cubicBezTo>
                      <a:pt x="147" y="22"/>
                      <a:pt x="147" y="23"/>
                      <a:pt x="147" y="24"/>
                    </a:cubicBezTo>
                    <a:cubicBezTo>
                      <a:pt x="147" y="24"/>
                      <a:pt x="147" y="24"/>
                      <a:pt x="147" y="24"/>
                    </a:cubicBezTo>
                    <a:cubicBezTo>
                      <a:pt x="149" y="21"/>
                      <a:pt x="149" y="21"/>
                      <a:pt x="149" y="21"/>
                    </a:cubicBezTo>
                    <a:cubicBezTo>
                      <a:pt x="149" y="21"/>
                      <a:pt x="149" y="21"/>
                      <a:pt x="148" y="21"/>
                    </a:cubicBezTo>
                    <a:cubicBezTo>
                      <a:pt x="148" y="21"/>
                      <a:pt x="148" y="21"/>
                      <a:pt x="148" y="21"/>
                    </a:cubicBezTo>
                    <a:cubicBezTo>
                      <a:pt x="148" y="21"/>
                      <a:pt x="147" y="20"/>
                      <a:pt x="147" y="20"/>
                    </a:cubicBezTo>
                    <a:cubicBezTo>
                      <a:pt x="147" y="19"/>
                      <a:pt x="146" y="19"/>
                      <a:pt x="146" y="19"/>
                    </a:cubicBezTo>
                    <a:cubicBezTo>
                      <a:pt x="145" y="18"/>
                      <a:pt x="144" y="18"/>
                      <a:pt x="143" y="18"/>
                    </a:cubicBezTo>
                    <a:cubicBezTo>
                      <a:pt x="141" y="18"/>
                      <a:pt x="141" y="19"/>
                      <a:pt x="140" y="19"/>
                    </a:cubicBezTo>
                    <a:cubicBezTo>
                      <a:pt x="139" y="20"/>
                      <a:pt x="139" y="21"/>
                      <a:pt x="139" y="22"/>
                    </a:cubicBezTo>
                    <a:cubicBezTo>
                      <a:pt x="140" y="23"/>
                      <a:pt x="140" y="24"/>
                      <a:pt x="141" y="25"/>
                    </a:cubicBezTo>
                    <a:close/>
                    <a:moveTo>
                      <a:pt x="154" y="26"/>
                    </a:moveTo>
                    <a:cubicBezTo>
                      <a:pt x="154" y="26"/>
                      <a:pt x="154" y="26"/>
                      <a:pt x="154" y="26"/>
                    </a:cubicBezTo>
                    <a:cubicBezTo>
                      <a:pt x="159" y="31"/>
                      <a:pt x="159" y="31"/>
                      <a:pt x="159" y="31"/>
                    </a:cubicBezTo>
                    <a:cubicBezTo>
                      <a:pt x="159" y="31"/>
                      <a:pt x="159" y="31"/>
                      <a:pt x="159" y="31"/>
                    </a:cubicBezTo>
                    <a:cubicBezTo>
                      <a:pt x="158" y="30"/>
                      <a:pt x="158" y="30"/>
                      <a:pt x="158" y="30"/>
                    </a:cubicBezTo>
                    <a:cubicBezTo>
                      <a:pt x="157" y="29"/>
                      <a:pt x="157" y="29"/>
                      <a:pt x="157" y="29"/>
                    </a:cubicBezTo>
                    <a:cubicBezTo>
                      <a:pt x="157" y="29"/>
                      <a:pt x="157" y="29"/>
                      <a:pt x="156" y="30"/>
                    </a:cubicBezTo>
                    <a:cubicBezTo>
                      <a:pt x="147" y="39"/>
                      <a:pt x="147" y="39"/>
                      <a:pt x="147" y="39"/>
                    </a:cubicBezTo>
                    <a:cubicBezTo>
                      <a:pt x="147" y="39"/>
                      <a:pt x="147" y="39"/>
                      <a:pt x="147" y="40"/>
                    </a:cubicBezTo>
                    <a:cubicBezTo>
                      <a:pt x="147" y="40"/>
                      <a:pt x="147" y="40"/>
                      <a:pt x="148" y="40"/>
                    </a:cubicBezTo>
                    <a:cubicBezTo>
                      <a:pt x="149" y="42"/>
                      <a:pt x="149" y="42"/>
                      <a:pt x="149" y="42"/>
                    </a:cubicBezTo>
                    <a:cubicBezTo>
                      <a:pt x="149" y="42"/>
                      <a:pt x="149" y="42"/>
                      <a:pt x="149" y="42"/>
                    </a:cubicBezTo>
                    <a:cubicBezTo>
                      <a:pt x="143" y="37"/>
                      <a:pt x="143" y="37"/>
                      <a:pt x="143" y="37"/>
                    </a:cubicBezTo>
                    <a:cubicBezTo>
                      <a:pt x="144" y="37"/>
                      <a:pt x="144" y="37"/>
                      <a:pt x="144" y="37"/>
                    </a:cubicBezTo>
                    <a:cubicBezTo>
                      <a:pt x="145" y="38"/>
                      <a:pt x="145" y="38"/>
                      <a:pt x="145" y="38"/>
                    </a:cubicBezTo>
                    <a:cubicBezTo>
                      <a:pt x="146" y="38"/>
                      <a:pt x="146" y="38"/>
                      <a:pt x="146" y="38"/>
                    </a:cubicBezTo>
                    <a:cubicBezTo>
                      <a:pt x="146" y="38"/>
                      <a:pt x="146" y="38"/>
                      <a:pt x="146" y="38"/>
                    </a:cubicBezTo>
                    <a:cubicBezTo>
                      <a:pt x="155" y="29"/>
                      <a:pt x="155" y="29"/>
                      <a:pt x="155" y="29"/>
                    </a:cubicBezTo>
                    <a:cubicBezTo>
                      <a:pt x="155" y="28"/>
                      <a:pt x="156" y="28"/>
                      <a:pt x="156" y="28"/>
                    </a:cubicBezTo>
                    <a:cubicBezTo>
                      <a:pt x="156" y="28"/>
                      <a:pt x="155" y="28"/>
                      <a:pt x="155" y="27"/>
                    </a:cubicBezTo>
                    <a:cubicBezTo>
                      <a:pt x="154" y="26"/>
                      <a:pt x="154" y="26"/>
                      <a:pt x="154" y="26"/>
                    </a:cubicBezTo>
                    <a:close/>
                    <a:moveTo>
                      <a:pt x="155" y="50"/>
                    </a:moveTo>
                    <a:cubicBezTo>
                      <a:pt x="156" y="50"/>
                      <a:pt x="156" y="50"/>
                      <a:pt x="156" y="50"/>
                    </a:cubicBezTo>
                    <a:cubicBezTo>
                      <a:pt x="155" y="49"/>
                      <a:pt x="155" y="49"/>
                      <a:pt x="155" y="49"/>
                    </a:cubicBezTo>
                    <a:cubicBezTo>
                      <a:pt x="155" y="49"/>
                      <a:pt x="155" y="49"/>
                      <a:pt x="155" y="49"/>
                    </a:cubicBezTo>
                    <a:cubicBezTo>
                      <a:pt x="155" y="49"/>
                      <a:pt x="155" y="48"/>
                      <a:pt x="155" y="48"/>
                    </a:cubicBezTo>
                    <a:cubicBezTo>
                      <a:pt x="165" y="40"/>
                      <a:pt x="165" y="40"/>
                      <a:pt x="165" y="40"/>
                    </a:cubicBezTo>
                    <a:cubicBezTo>
                      <a:pt x="166" y="40"/>
                      <a:pt x="166" y="40"/>
                      <a:pt x="166" y="40"/>
                    </a:cubicBezTo>
                    <a:cubicBezTo>
                      <a:pt x="166" y="40"/>
                      <a:pt x="166" y="40"/>
                      <a:pt x="167" y="40"/>
                    </a:cubicBezTo>
                    <a:cubicBezTo>
                      <a:pt x="167" y="41"/>
                      <a:pt x="167" y="42"/>
                      <a:pt x="167" y="42"/>
                    </a:cubicBezTo>
                    <a:cubicBezTo>
                      <a:pt x="167" y="43"/>
                      <a:pt x="167" y="43"/>
                      <a:pt x="166" y="45"/>
                    </a:cubicBezTo>
                    <a:cubicBezTo>
                      <a:pt x="166" y="45"/>
                      <a:pt x="166" y="45"/>
                      <a:pt x="166" y="45"/>
                    </a:cubicBezTo>
                    <a:cubicBezTo>
                      <a:pt x="169" y="42"/>
                      <a:pt x="169" y="42"/>
                      <a:pt x="169" y="42"/>
                    </a:cubicBezTo>
                    <a:cubicBezTo>
                      <a:pt x="163" y="35"/>
                      <a:pt x="163" y="35"/>
                      <a:pt x="163" y="35"/>
                    </a:cubicBezTo>
                    <a:cubicBezTo>
                      <a:pt x="160" y="37"/>
                      <a:pt x="160" y="37"/>
                      <a:pt x="160" y="37"/>
                    </a:cubicBezTo>
                    <a:cubicBezTo>
                      <a:pt x="160" y="37"/>
                      <a:pt x="160" y="37"/>
                      <a:pt x="160" y="37"/>
                    </a:cubicBezTo>
                    <a:cubicBezTo>
                      <a:pt x="162" y="37"/>
                      <a:pt x="163" y="37"/>
                      <a:pt x="163" y="37"/>
                    </a:cubicBezTo>
                    <a:cubicBezTo>
                      <a:pt x="163" y="37"/>
                      <a:pt x="164" y="37"/>
                      <a:pt x="164" y="38"/>
                    </a:cubicBezTo>
                    <a:cubicBezTo>
                      <a:pt x="165" y="38"/>
                      <a:pt x="165" y="38"/>
                      <a:pt x="165" y="38"/>
                    </a:cubicBezTo>
                    <a:cubicBezTo>
                      <a:pt x="165" y="39"/>
                      <a:pt x="165" y="39"/>
                      <a:pt x="164" y="39"/>
                    </a:cubicBezTo>
                    <a:cubicBezTo>
                      <a:pt x="154" y="47"/>
                      <a:pt x="154" y="47"/>
                      <a:pt x="154" y="47"/>
                    </a:cubicBezTo>
                    <a:cubicBezTo>
                      <a:pt x="154" y="47"/>
                      <a:pt x="154" y="47"/>
                      <a:pt x="154" y="47"/>
                    </a:cubicBezTo>
                    <a:cubicBezTo>
                      <a:pt x="154" y="47"/>
                      <a:pt x="153" y="47"/>
                      <a:pt x="153" y="47"/>
                    </a:cubicBezTo>
                    <a:cubicBezTo>
                      <a:pt x="153" y="46"/>
                      <a:pt x="153" y="46"/>
                      <a:pt x="153" y="46"/>
                    </a:cubicBezTo>
                    <a:cubicBezTo>
                      <a:pt x="152" y="47"/>
                      <a:pt x="152" y="47"/>
                      <a:pt x="152" y="47"/>
                    </a:cubicBezTo>
                    <a:cubicBezTo>
                      <a:pt x="155" y="50"/>
                      <a:pt x="155" y="50"/>
                      <a:pt x="155" y="50"/>
                    </a:cubicBezTo>
                    <a:close/>
                    <a:moveTo>
                      <a:pt x="174" y="54"/>
                    </a:moveTo>
                    <a:cubicBezTo>
                      <a:pt x="174" y="54"/>
                      <a:pt x="175" y="54"/>
                      <a:pt x="175" y="53"/>
                    </a:cubicBezTo>
                    <a:cubicBezTo>
                      <a:pt x="175" y="53"/>
                      <a:pt x="175" y="53"/>
                      <a:pt x="174" y="53"/>
                    </a:cubicBezTo>
                    <a:cubicBezTo>
                      <a:pt x="174" y="52"/>
                      <a:pt x="174" y="52"/>
                      <a:pt x="174" y="52"/>
                    </a:cubicBezTo>
                    <a:cubicBezTo>
                      <a:pt x="175" y="52"/>
                      <a:pt x="175" y="52"/>
                      <a:pt x="175" y="52"/>
                    </a:cubicBezTo>
                    <a:cubicBezTo>
                      <a:pt x="177" y="55"/>
                      <a:pt x="177" y="55"/>
                      <a:pt x="177" y="55"/>
                    </a:cubicBezTo>
                    <a:cubicBezTo>
                      <a:pt x="176" y="55"/>
                      <a:pt x="176" y="55"/>
                      <a:pt x="176" y="55"/>
                    </a:cubicBezTo>
                    <a:cubicBezTo>
                      <a:pt x="176" y="55"/>
                      <a:pt x="176" y="55"/>
                      <a:pt x="176" y="55"/>
                    </a:cubicBezTo>
                    <a:cubicBezTo>
                      <a:pt x="176" y="55"/>
                      <a:pt x="176" y="55"/>
                      <a:pt x="175" y="55"/>
                    </a:cubicBezTo>
                    <a:cubicBezTo>
                      <a:pt x="175" y="55"/>
                      <a:pt x="175" y="55"/>
                      <a:pt x="174" y="55"/>
                    </a:cubicBezTo>
                    <a:cubicBezTo>
                      <a:pt x="166" y="56"/>
                      <a:pt x="166" y="56"/>
                      <a:pt x="166" y="56"/>
                    </a:cubicBezTo>
                    <a:cubicBezTo>
                      <a:pt x="162" y="58"/>
                      <a:pt x="162" y="58"/>
                      <a:pt x="162" y="58"/>
                    </a:cubicBezTo>
                    <a:cubicBezTo>
                      <a:pt x="162" y="59"/>
                      <a:pt x="162" y="59"/>
                      <a:pt x="162" y="59"/>
                    </a:cubicBezTo>
                    <a:cubicBezTo>
                      <a:pt x="161" y="59"/>
                      <a:pt x="162" y="59"/>
                      <a:pt x="162" y="60"/>
                    </a:cubicBezTo>
                    <a:cubicBezTo>
                      <a:pt x="162" y="60"/>
                      <a:pt x="162" y="60"/>
                      <a:pt x="162" y="60"/>
                    </a:cubicBezTo>
                    <a:cubicBezTo>
                      <a:pt x="162" y="61"/>
                      <a:pt x="162" y="61"/>
                      <a:pt x="162" y="61"/>
                    </a:cubicBezTo>
                    <a:cubicBezTo>
                      <a:pt x="159" y="56"/>
                      <a:pt x="159" y="56"/>
                      <a:pt x="159" y="56"/>
                    </a:cubicBezTo>
                    <a:cubicBezTo>
                      <a:pt x="160" y="56"/>
                      <a:pt x="160" y="56"/>
                      <a:pt x="160" y="56"/>
                    </a:cubicBezTo>
                    <a:cubicBezTo>
                      <a:pt x="160" y="57"/>
                      <a:pt x="160" y="57"/>
                      <a:pt x="160" y="57"/>
                    </a:cubicBezTo>
                    <a:cubicBezTo>
                      <a:pt x="160" y="57"/>
                      <a:pt x="160" y="57"/>
                      <a:pt x="161" y="57"/>
                    </a:cubicBezTo>
                    <a:cubicBezTo>
                      <a:pt x="161" y="57"/>
                      <a:pt x="161" y="57"/>
                      <a:pt x="161" y="57"/>
                    </a:cubicBezTo>
                    <a:cubicBezTo>
                      <a:pt x="165" y="55"/>
                      <a:pt x="165" y="55"/>
                      <a:pt x="165" y="55"/>
                    </a:cubicBezTo>
                    <a:cubicBezTo>
                      <a:pt x="171" y="48"/>
                      <a:pt x="171" y="48"/>
                      <a:pt x="171" y="48"/>
                    </a:cubicBezTo>
                    <a:cubicBezTo>
                      <a:pt x="171" y="48"/>
                      <a:pt x="171" y="48"/>
                      <a:pt x="171" y="47"/>
                    </a:cubicBezTo>
                    <a:cubicBezTo>
                      <a:pt x="171" y="47"/>
                      <a:pt x="171" y="47"/>
                      <a:pt x="171" y="47"/>
                    </a:cubicBezTo>
                    <a:cubicBezTo>
                      <a:pt x="171" y="46"/>
                      <a:pt x="171" y="46"/>
                      <a:pt x="171" y="46"/>
                    </a:cubicBezTo>
                    <a:cubicBezTo>
                      <a:pt x="171" y="46"/>
                      <a:pt x="171" y="46"/>
                      <a:pt x="171" y="46"/>
                    </a:cubicBezTo>
                    <a:cubicBezTo>
                      <a:pt x="173" y="50"/>
                      <a:pt x="173" y="50"/>
                      <a:pt x="173" y="50"/>
                    </a:cubicBezTo>
                    <a:cubicBezTo>
                      <a:pt x="173" y="50"/>
                      <a:pt x="173" y="50"/>
                      <a:pt x="173" y="50"/>
                    </a:cubicBezTo>
                    <a:cubicBezTo>
                      <a:pt x="173" y="49"/>
                      <a:pt x="173" y="49"/>
                      <a:pt x="173" y="49"/>
                    </a:cubicBezTo>
                    <a:cubicBezTo>
                      <a:pt x="172" y="49"/>
                      <a:pt x="172" y="49"/>
                      <a:pt x="172" y="49"/>
                    </a:cubicBezTo>
                    <a:cubicBezTo>
                      <a:pt x="172" y="49"/>
                      <a:pt x="172" y="49"/>
                      <a:pt x="171" y="49"/>
                    </a:cubicBezTo>
                    <a:cubicBezTo>
                      <a:pt x="167" y="55"/>
                      <a:pt x="167" y="55"/>
                      <a:pt x="167" y="55"/>
                    </a:cubicBezTo>
                    <a:cubicBezTo>
                      <a:pt x="167" y="55"/>
                      <a:pt x="167" y="55"/>
                      <a:pt x="167" y="55"/>
                    </a:cubicBezTo>
                    <a:lnTo>
                      <a:pt x="174" y="54"/>
                    </a:lnTo>
                    <a:close/>
                  </a:path>
                </a:pathLst>
              </a:custGeom>
              <a:solidFill>
                <a:srgbClr val="FFFFFF"/>
              </a:solidFill>
              <a:ln w="3175" cap="flat">
                <a:solidFill>
                  <a:srgbClr val="FFFFFF"/>
                </a:solidFill>
                <a:prstDash val="solid"/>
                <a:miter lim="800000"/>
              </a:ln>
            </p:spPr>
            <p:txBody>
              <a:bodyPr anchor="ctr"/>
              <a:lstStyle/>
              <a:p>
                <a:pPr algn="ctr"/>
                <a:endParaRPr/>
              </a:p>
            </p:txBody>
          </p:sp>
          <p:sp>
            <p:nvSpPr>
              <p:cNvPr id="278" name="ïśľíḓé"/>
              <p:cNvSpPr/>
              <p:nvPr/>
            </p:nvSpPr>
            <p:spPr bwMode="auto">
              <a:xfrm>
                <a:off x="3667126" y="3184525"/>
                <a:ext cx="492125" cy="496888"/>
              </a:xfrm>
              <a:custGeom>
                <a:avLst/>
                <a:gdLst>
                  <a:gd name="T0" fmla="*/ 74 w 149"/>
                  <a:gd name="T1" fmla="*/ 0 h 149"/>
                  <a:gd name="T2" fmla="*/ 149 w 149"/>
                  <a:gd name="T3" fmla="*/ 74 h 149"/>
                  <a:gd name="T4" fmla="*/ 74 w 149"/>
                  <a:gd name="T5" fmla="*/ 149 h 149"/>
                  <a:gd name="T6" fmla="*/ 0 w 149"/>
                  <a:gd name="T7" fmla="*/ 74 h 149"/>
                  <a:gd name="T8" fmla="*/ 74 w 149"/>
                  <a:gd name="T9" fmla="*/ 0 h 149"/>
                  <a:gd name="T10" fmla="*/ 74 w 149"/>
                  <a:gd name="T11" fmla="*/ 2 h 149"/>
                  <a:gd name="T12" fmla="*/ 2 w 149"/>
                  <a:gd name="T13" fmla="*/ 74 h 149"/>
                  <a:gd name="T14" fmla="*/ 74 w 149"/>
                  <a:gd name="T15" fmla="*/ 146 h 149"/>
                  <a:gd name="T16" fmla="*/ 146 w 149"/>
                  <a:gd name="T17" fmla="*/ 74 h 149"/>
                  <a:gd name="T18" fmla="*/ 74 w 149"/>
                  <a:gd name="T19" fmla="*/ 2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49" h="149">
                    <a:moveTo>
                      <a:pt x="74" y="0"/>
                    </a:moveTo>
                    <a:cubicBezTo>
                      <a:pt x="115" y="0"/>
                      <a:pt x="149" y="33"/>
                      <a:pt x="149" y="74"/>
                    </a:cubicBezTo>
                    <a:cubicBezTo>
                      <a:pt x="149" y="115"/>
                      <a:pt x="115" y="149"/>
                      <a:pt x="74" y="149"/>
                    </a:cubicBezTo>
                    <a:cubicBezTo>
                      <a:pt x="33" y="149"/>
                      <a:pt x="0" y="115"/>
                      <a:pt x="0" y="74"/>
                    </a:cubicBezTo>
                    <a:cubicBezTo>
                      <a:pt x="0" y="33"/>
                      <a:pt x="33" y="0"/>
                      <a:pt x="74" y="0"/>
                    </a:cubicBezTo>
                    <a:close/>
                    <a:moveTo>
                      <a:pt x="74" y="2"/>
                    </a:moveTo>
                    <a:cubicBezTo>
                      <a:pt x="35" y="2"/>
                      <a:pt x="2" y="34"/>
                      <a:pt x="2" y="74"/>
                    </a:cubicBezTo>
                    <a:cubicBezTo>
                      <a:pt x="2" y="114"/>
                      <a:pt x="35" y="146"/>
                      <a:pt x="74" y="146"/>
                    </a:cubicBezTo>
                    <a:cubicBezTo>
                      <a:pt x="114" y="146"/>
                      <a:pt x="146" y="114"/>
                      <a:pt x="146" y="74"/>
                    </a:cubicBezTo>
                    <a:cubicBezTo>
                      <a:pt x="146" y="34"/>
                      <a:pt x="114" y="2"/>
                      <a:pt x="74" y="2"/>
                    </a:cubicBezTo>
                    <a:close/>
                  </a:path>
                </a:pathLst>
              </a:custGeom>
              <a:solidFill>
                <a:srgbClr val="00523A"/>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9" name="ïslíḍê"/>
              <p:cNvSpPr/>
              <p:nvPr/>
            </p:nvSpPr>
            <p:spPr bwMode="auto">
              <a:xfrm>
                <a:off x="3775076" y="3248025"/>
                <a:ext cx="274638" cy="146050"/>
              </a:xfrm>
              <a:custGeom>
                <a:avLst/>
                <a:gdLst>
                  <a:gd name="T0" fmla="*/ 10 w 83"/>
                  <a:gd name="T1" fmla="*/ 43 h 44"/>
                  <a:gd name="T2" fmla="*/ 18 w 83"/>
                  <a:gd name="T3" fmla="*/ 39 h 44"/>
                  <a:gd name="T4" fmla="*/ 67 w 83"/>
                  <a:gd name="T5" fmla="*/ 39 h 44"/>
                  <a:gd name="T6" fmla="*/ 73 w 83"/>
                  <a:gd name="T7" fmla="*/ 42 h 44"/>
                  <a:gd name="T8" fmla="*/ 76 w 83"/>
                  <a:gd name="T9" fmla="*/ 43 h 44"/>
                  <a:gd name="T10" fmla="*/ 83 w 83"/>
                  <a:gd name="T11" fmla="*/ 35 h 44"/>
                  <a:gd name="T12" fmla="*/ 76 w 83"/>
                  <a:gd name="T13" fmla="*/ 37 h 44"/>
                  <a:gd name="T14" fmla="*/ 69 w 83"/>
                  <a:gd name="T15" fmla="*/ 33 h 44"/>
                  <a:gd name="T16" fmla="*/ 70 w 83"/>
                  <a:gd name="T17" fmla="*/ 26 h 44"/>
                  <a:gd name="T18" fmla="*/ 64 w 83"/>
                  <a:gd name="T19" fmla="*/ 30 h 44"/>
                  <a:gd name="T20" fmla="*/ 59 w 83"/>
                  <a:gd name="T21" fmla="*/ 31 h 44"/>
                  <a:gd name="T22" fmla="*/ 56 w 83"/>
                  <a:gd name="T23" fmla="*/ 29 h 44"/>
                  <a:gd name="T24" fmla="*/ 56 w 83"/>
                  <a:gd name="T25" fmla="*/ 24 h 44"/>
                  <a:gd name="T26" fmla="*/ 58 w 83"/>
                  <a:gd name="T27" fmla="*/ 23 h 44"/>
                  <a:gd name="T28" fmla="*/ 58 w 83"/>
                  <a:gd name="T29" fmla="*/ 19 h 44"/>
                  <a:gd name="T30" fmla="*/ 54 w 83"/>
                  <a:gd name="T31" fmla="*/ 19 h 44"/>
                  <a:gd name="T32" fmla="*/ 53 w 83"/>
                  <a:gd name="T33" fmla="*/ 21 h 44"/>
                  <a:gd name="T34" fmla="*/ 44 w 83"/>
                  <a:gd name="T35" fmla="*/ 21 h 44"/>
                  <a:gd name="T36" fmla="*/ 43 w 83"/>
                  <a:gd name="T37" fmla="*/ 18 h 44"/>
                  <a:gd name="T38" fmla="*/ 44 w 83"/>
                  <a:gd name="T39" fmla="*/ 13 h 44"/>
                  <a:gd name="T40" fmla="*/ 43 w 83"/>
                  <a:gd name="T41" fmla="*/ 8 h 44"/>
                  <a:gd name="T42" fmla="*/ 43 w 83"/>
                  <a:gd name="T43" fmla="*/ 6 h 44"/>
                  <a:gd name="T44" fmla="*/ 43 w 83"/>
                  <a:gd name="T45" fmla="*/ 2 h 44"/>
                  <a:gd name="T46" fmla="*/ 43 w 83"/>
                  <a:gd name="T47" fmla="*/ 0 h 44"/>
                  <a:gd name="T48" fmla="*/ 40 w 83"/>
                  <a:gd name="T49" fmla="*/ 0 h 44"/>
                  <a:gd name="T50" fmla="*/ 39 w 83"/>
                  <a:gd name="T51" fmla="*/ 2 h 44"/>
                  <a:gd name="T52" fmla="*/ 39 w 83"/>
                  <a:gd name="T53" fmla="*/ 6 h 44"/>
                  <a:gd name="T54" fmla="*/ 39 w 83"/>
                  <a:gd name="T55" fmla="*/ 8 h 44"/>
                  <a:gd name="T56" fmla="*/ 38 w 83"/>
                  <a:gd name="T57" fmla="*/ 13 h 44"/>
                  <a:gd name="T58" fmla="*/ 38 w 83"/>
                  <a:gd name="T59" fmla="*/ 18 h 44"/>
                  <a:gd name="T60" fmla="*/ 38 w 83"/>
                  <a:gd name="T61" fmla="*/ 21 h 44"/>
                  <a:gd name="T62" fmla="*/ 30 w 83"/>
                  <a:gd name="T63" fmla="*/ 21 h 44"/>
                  <a:gd name="T64" fmla="*/ 29 w 83"/>
                  <a:gd name="T65" fmla="*/ 19 h 44"/>
                  <a:gd name="T66" fmla="*/ 25 w 83"/>
                  <a:gd name="T67" fmla="*/ 19 h 44"/>
                  <a:gd name="T68" fmla="*/ 25 w 83"/>
                  <a:gd name="T69" fmla="*/ 23 h 44"/>
                  <a:gd name="T70" fmla="*/ 26 w 83"/>
                  <a:gd name="T71" fmla="*/ 24 h 44"/>
                  <a:gd name="T72" fmla="*/ 27 w 83"/>
                  <a:gd name="T73" fmla="*/ 29 h 44"/>
                  <a:gd name="T74" fmla="*/ 22 w 83"/>
                  <a:gd name="T75" fmla="*/ 31 h 44"/>
                  <a:gd name="T76" fmla="*/ 13 w 83"/>
                  <a:gd name="T77" fmla="*/ 26 h 44"/>
                  <a:gd name="T78" fmla="*/ 13 w 83"/>
                  <a:gd name="T79" fmla="*/ 35 h 44"/>
                  <a:gd name="T80" fmla="*/ 7 w 83"/>
                  <a:gd name="T81" fmla="*/ 37 h 44"/>
                  <a:gd name="T82" fmla="*/ 0 w 83"/>
                  <a:gd name="T83" fmla="*/ 34 h 44"/>
                  <a:gd name="T84" fmla="*/ 5 w 83"/>
                  <a:gd name="T85" fmla="*/ 42 h 44"/>
                  <a:gd name="T86" fmla="*/ 10 w 83"/>
                  <a:gd name="T87" fmla="*/ 43 h 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83" h="44">
                    <a:moveTo>
                      <a:pt x="10" y="43"/>
                    </a:moveTo>
                    <a:cubicBezTo>
                      <a:pt x="18" y="39"/>
                      <a:pt x="18" y="39"/>
                      <a:pt x="18" y="39"/>
                    </a:cubicBezTo>
                    <a:cubicBezTo>
                      <a:pt x="67" y="39"/>
                      <a:pt x="67" y="39"/>
                      <a:pt x="67" y="39"/>
                    </a:cubicBezTo>
                    <a:cubicBezTo>
                      <a:pt x="73" y="42"/>
                      <a:pt x="73" y="42"/>
                      <a:pt x="73" y="42"/>
                    </a:cubicBezTo>
                    <a:cubicBezTo>
                      <a:pt x="74" y="43"/>
                      <a:pt x="75" y="43"/>
                      <a:pt x="76" y="43"/>
                    </a:cubicBezTo>
                    <a:cubicBezTo>
                      <a:pt x="80" y="42"/>
                      <a:pt x="83" y="35"/>
                      <a:pt x="83" y="35"/>
                    </a:cubicBezTo>
                    <a:cubicBezTo>
                      <a:pt x="83" y="35"/>
                      <a:pt x="79" y="38"/>
                      <a:pt x="76" y="37"/>
                    </a:cubicBezTo>
                    <a:cubicBezTo>
                      <a:pt x="73" y="37"/>
                      <a:pt x="69" y="36"/>
                      <a:pt x="69" y="33"/>
                    </a:cubicBezTo>
                    <a:cubicBezTo>
                      <a:pt x="69" y="30"/>
                      <a:pt x="70" y="27"/>
                      <a:pt x="70" y="26"/>
                    </a:cubicBezTo>
                    <a:cubicBezTo>
                      <a:pt x="70" y="26"/>
                      <a:pt x="67" y="29"/>
                      <a:pt x="64" y="30"/>
                    </a:cubicBezTo>
                    <a:cubicBezTo>
                      <a:pt x="61" y="32"/>
                      <a:pt x="60" y="31"/>
                      <a:pt x="59" y="31"/>
                    </a:cubicBezTo>
                    <a:cubicBezTo>
                      <a:pt x="57" y="30"/>
                      <a:pt x="56" y="29"/>
                      <a:pt x="56" y="29"/>
                    </a:cubicBezTo>
                    <a:cubicBezTo>
                      <a:pt x="56" y="24"/>
                      <a:pt x="56" y="24"/>
                      <a:pt x="56" y="24"/>
                    </a:cubicBezTo>
                    <a:cubicBezTo>
                      <a:pt x="58" y="23"/>
                      <a:pt x="58" y="23"/>
                      <a:pt x="58" y="23"/>
                    </a:cubicBezTo>
                    <a:cubicBezTo>
                      <a:pt x="58" y="19"/>
                      <a:pt x="58" y="19"/>
                      <a:pt x="58" y="19"/>
                    </a:cubicBezTo>
                    <a:cubicBezTo>
                      <a:pt x="54" y="19"/>
                      <a:pt x="54" y="19"/>
                      <a:pt x="54" y="19"/>
                    </a:cubicBezTo>
                    <a:cubicBezTo>
                      <a:pt x="54" y="19"/>
                      <a:pt x="54" y="21"/>
                      <a:pt x="53" y="21"/>
                    </a:cubicBezTo>
                    <a:cubicBezTo>
                      <a:pt x="52" y="21"/>
                      <a:pt x="44" y="21"/>
                      <a:pt x="44" y="21"/>
                    </a:cubicBezTo>
                    <a:cubicBezTo>
                      <a:pt x="44" y="21"/>
                      <a:pt x="43" y="20"/>
                      <a:pt x="43" y="18"/>
                    </a:cubicBezTo>
                    <a:cubicBezTo>
                      <a:pt x="44" y="17"/>
                      <a:pt x="44" y="17"/>
                      <a:pt x="44" y="13"/>
                    </a:cubicBezTo>
                    <a:cubicBezTo>
                      <a:pt x="44" y="10"/>
                      <a:pt x="44" y="9"/>
                      <a:pt x="43" y="8"/>
                    </a:cubicBezTo>
                    <a:cubicBezTo>
                      <a:pt x="43" y="7"/>
                      <a:pt x="42" y="7"/>
                      <a:pt x="43" y="6"/>
                    </a:cubicBezTo>
                    <a:cubicBezTo>
                      <a:pt x="44" y="5"/>
                      <a:pt x="44" y="4"/>
                      <a:pt x="43" y="2"/>
                    </a:cubicBezTo>
                    <a:cubicBezTo>
                      <a:pt x="42" y="1"/>
                      <a:pt x="43" y="2"/>
                      <a:pt x="43" y="0"/>
                    </a:cubicBezTo>
                    <a:cubicBezTo>
                      <a:pt x="40" y="0"/>
                      <a:pt x="40" y="0"/>
                      <a:pt x="40" y="0"/>
                    </a:cubicBezTo>
                    <a:cubicBezTo>
                      <a:pt x="39" y="0"/>
                      <a:pt x="40" y="1"/>
                      <a:pt x="39" y="2"/>
                    </a:cubicBezTo>
                    <a:cubicBezTo>
                      <a:pt x="38" y="3"/>
                      <a:pt x="38" y="5"/>
                      <a:pt x="39" y="6"/>
                    </a:cubicBezTo>
                    <a:cubicBezTo>
                      <a:pt x="39" y="7"/>
                      <a:pt x="40" y="7"/>
                      <a:pt x="39" y="8"/>
                    </a:cubicBezTo>
                    <a:cubicBezTo>
                      <a:pt x="38" y="9"/>
                      <a:pt x="38" y="10"/>
                      <a:pt x="38" y="13"/>
                    </a:cubicBezTo>
                    <a:cubicBezTo>
                      <a:pt x="38" y="16"/>
                      <a:pt x="38" y="17"/>
                      <a:pt x="38" y="18"/>
                    </a:cubicBezTo>
                    <a:cubicBezTo>
                      <a:pt x="39" y="20"/>
                      <a:pt x="38" y="21"/>
                      <a:pt x="38" y="21"/>
                    </a:cubicBezTo>
                    <a:cubicBezTo>
                      <a:pt x="37" y="21"/>
                      <a:pt x="30" y="21"/>
                      <a:pt x="30" y="21"/>
                    </a:cubicBezTo>
                    <a:cubicBezTo>
                      <a:pt x="30" y="21"/>
                      <a:pt x="29" y="20"/>
                      <a:pt x="29" y="19"/>
                    </a:cubicBezTo>
                    <a:cubicBezTo>
                      <a:pt x="25" y="19"/>
                      <a:pt x="25" y="19"/>
                      <a:pt x="25" y="19"/>
                    </a:cubicBezTo>
                    <a:cubicBezTo>
                      <a:pt x="25" y="23"/>
                      <a:pt x="25" y="23"/>
                      <a:pt x="25" y="23"/>
                    </a:cubicBezTo>
                    <a:cubicBezTo>
                      <a:pt x="26" y="24"/>
                      <a:pt x="26" y="24"/>
                      <a:pt x="26" y="24"/>
                    </a:cubicBezTo>
                    <a:cubicBezTo>
                      <a:pt x="27" y="29"/>
                      <a:pt x="27" y="29"/>
                      <a:pt x="27" y="29"/>
                    </a:cubicBezTo>
                    <a:cubicBezTo>
                      <a:pt x="27" y="29"/>
                      <a:pt x="24" y="31"/>
                      <a:pt x="22" y="31"/>
                    </a:cubicBezTo>
                    <a:cubicBezTo>
                      <a:pt x="19" y="31"/>
                      <a:pt x="13" y="26"/>
                      <a:pt x="13" y="26"/>
                    </a:cubicBezTo>
                    <a:cubicBezTo>
                      <a:pt x="13" y="26"/>
                      <a:pt x="14" y="33"/>
                      <a:pt x="13" y="35"/>
                    </a:cubicBezTo>
                    <a:cubicBezTo>
                      <a:pt x="13" y="37"/>
                      <a:pt x="10" y="37"/>
                      <a:pt x="7" y="37"/>
                    </a:cubicBezTo>
                    <a:cubicBezTo>
                      <a:pt x="4" y="37"/>
                      <a:pt x="0" y="35"/>
                      <a:pt x="0" y="34"/>
                    </a:cubicBezTo>
                    <a:cubicBezTo>
                      <a:pt x="0" y="34"/>
                      <a:pt x="3" y="40"/>
                      <a:pt x="5" y="42"/>
                    </a:cubicBezTo>
                    <a:cubicBezTo>
                      <a:pt x="7" y="44"/>
                      <a:pt x="10" y="43"/>
                      <a:pt x="10" y="43"/>
                    </a:cubicBez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80" name="íṡļïdê"/>
              <p:cNvSpPr/>
              <p:nvPr/>
            </p:nvSpPr>
            <p:spPr bwMode="auto">
              <a:xfrm>
                <a:off x="3614738" y="3370263"/>
                <a:ext cx="596900" cy="241300"/>
              </a:xfrm>
              <a:custGeom>
                <a:avLst/>
                <a:gdLst>
                  <a:gd name="T0" fmla="*/ 58 w 181"/>
                  <a:gd name="T1" fmla="*/ 72 h 72"/>
                  <a:gd name="T2" fmla="*/ 8 w 181"/>
                  <a:gd name="T3" fmla="*/ 72 h 72"/>
                  <a:gd name="T4" fmla="*/ 3 w 181"/>
                  <a:gd name="T5" fmla="*/ 63 h 72"/>
                  <a:gd name="T6" fmla="*/ 6 w 181"/>
                  <a:gd name="T7" fmla="*/ 63 h 72"/>
                  <a:gd name="T8" fmla="*/ 11 w 181"/>
                  <a:gd name="T9" fmla="*/ 55 h 72"/>
                  <a:gd name="T10" fmla="*/ 14 w 181"/>
                  <a:gd name="T11" fmla="*/ 55 h 72"/>
                  <a:gd name="T12" fmla="*/ 14 w 181"/>
                  <a:gd name="T13" fmla="*/ 29 h 72"/>
                  <a:gd name="T14" fmla="*/ 0 w 181"/>
                  <a:gd name="T15" fmla="*/ 4 h 72"/>
                  <a:gd name="T16" fmla="*/ 30 w 181"/>
                  <a:gd name="T17" fmla="*/ 0 h 72"/>
                  <a:gd name="T18" fmla="*/ 58 w 181"/>
                  <a:gd name="T19" fmla="*/ 8 h 72"/>
                  <a:gd name="T20" fmla="*/ 51 w 181"/>
                  <a:gd name="T21" fmla="*/ 25 h 72"/>
                  <a:gd name="T22" fmla="*/ 131 w 181"/>
                  <a:gd name="T23" fmla="*/ 25 h 72"/>
                  <a:gd name="T24" fmla="*/ 122 w 181"/>
                  <a:gd name="T25" fmla="*/ 8 h 72"/>
                  <a:gd name="T26" fmla="*/ 150 w 181"/>
                  <a:gd name="T27" fmla="*/ 0 h 72"/>
                  <a:gd name="T28" fmla="*/ 181 w 181"/>
                  <a:gd name="T29" fmla="*/ 5 h 72"/>
                  <a:gd name="T30" fmla="*/ 166 w 181"/>
                  <a:gd name="T31" fmla="*/ 28 h 72"/>
                  <a:gd name="T32" fmla="*/ 166 w 181"/>
                  <a:gd name="T33" fmla="*/ 55 h 72"/>
                  <a:gd name="T34" fmla="*/ 171 w 181"/>
                  <a:gd name="T35" fmla="*/ 55 h 72"/>
                  <a:gd name="T36" fmla="*/ 178 w 181"/>
                  <a:gd name="T37" fmla="*/ 65 h 72"/>
                  <a:gd name="T38" fmla="*/ 174 w 181"/>
                  <a:gd name="T39" fmla="*/ 72 h 72"/>
                  <a:gd name="T40" fmla="*/ 58 w 181"/>
                  <a:gd name="T41" fmla="*/ 72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1" h="72">
                    <a:moveTo>
                      <a:pt x="58" y="72"/>
                    </a:moveTo>
                    <a:cubicBezTo>
                      <a:pt x="8" y="72"/>
                      <a:pt x="8" y="72"/>
                      <a:pt x="8" y="72"/>
                    </a:cubicBezTo>
                    <a:cubicBezTo>
                      <a:pt x="3" y="63"/>
                      <a:pt x="3" y="63"/>
                      <a:pt x="3" y="63"/>
                    </a:cubicBezTo>
                    <a:cubicBezTo>
                      <a:pt x="6" y="63"/>
                      <a:pt x="6" y="63"/>
                      <a:pt x="6" y="63"/>
                    </a:cubicBezTo>
                    <a:cubicBezTo>
                      <a:pt x="7" y="61"/>
                      <a:pt x="10" y="57"/>
                      <a:pt x="11" y="55"/>
                    </a:cubicBezTo>
                    <a:cubicBezTo>
                      <a:pt x="12" y="55"/>
                      <a:pt x="13" y="55"/>
                      <a:pt x="14" y="55"/>
                    </a:cubicBezTo>
                    <a:cubicBezTo>
                      <a:pt x="14" y="45"/>
                      <a:pt x="14" y="39"/>
                      <a:pt x="14" y="29"/>
                    </a:cubicBezTo>
                    <a:cubicBezTo>
                      <a:pt x="6" y="25"/>
                      <a:pt x="0" y="19"/>
                      <a:pt x="0" y="4"/>
                    </a:cubicBezTo>
                    <a:cubicBezTo>
                      <a:pt x="13" y="19"/>
                      <a:pt x="25" y="20"/>
                      <a:pt x="30" y="0"/>
                    </a:cubicBezTo>
                    <a:cubicBezTo>
                      <a:pt x="40" y="22"/>
                      <a:pt x="50" y="16"/>
                      <a:pt x="58" y="8"/>
                    </a:cubicBezTo>
                    <a:cubicBezTo>
                      <a:pt x="59" y="17"/>
                      <a:pt x="51" y="24"/>
                      <a:pt x="51" y="25"/>
                    </a:cubicBezTo>
                    <a:cubicBezTo>
                      <a:pt x="131" y="25"/>
                      <a:pt x="131" y="25"/>
                      <a:pt x="131" y="25"/>
                    </a:cubicBezTo>
                    <a:cubicBezTo>
                      <a:pt x="128" y="21"/>
                      <a:pt x="123" y="15"/>
                      <a:pt x="122" y="8"/>
                    </a:cubicBezTo>
                    <a:cubicBezTo>
                      <a:pt x="131" y="18"/>
                      <a:pt x="141" y="23"/>
                      <a:pt x="150" y="0"/>
                    </a:cubicBezTo>
                    <a:cubicBezTo>
                      <a:pt x="160" y="23"/>
                      <a:pt x="169" y="16"/>
                      <a:pt x="181" y="5"/>
                    </a:cubicBezTo>
                    <a:cubicBezTo>
                      <a:pt x="178" y="23"/>
                      <a:pt x="174" y="23"/>
                      <a:pt x="166" y="28"/>
                    </a:cubicBezTo>
                    <a:cubicBezTo>
                      <a:pt x="166" y="38"/>
                      <a:pt x="166" y="45"/>
                      <a:pt x="166" y="55"/>
                    </a:cubicBezTo>
                    <a:cubicBezTo>
                      <a:pt x="168" y="55"/>
                      <a:pt x="169" y="55"/>
                      <a:pt x="171" y="55"/>
                    </a:cubicBezTo>
                    <a:cubicBezTo>
                      <a:pt x="178" y="65"/>
                      <a:pt x="178" y="65"/>
                      <a:pt x="178" y="65"/>
                    </a:cubicBezTo>
                    <a:cubicBezTo>
                      <a:pt x="174" y="72"/>
                      <a:pt x="174" y="72"/>
                      <a:pt x="174" y="72"/>
                    </a:cubicBezTo>
                    <a:lnTo>
                      <a:pt x="58" y="72"/>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81" name="iş1ïďe"/>
              <p:cNvSpPr/>
              <p:nvPr/>
            </p:nvSpPr>
            <p:spPr bwMode="auto">
              <a:xfrm>
                <a:off x="3624263" y="3381375"/>
                <a:ext cx="577850" cy="200025"/>
              </a:xfrm>
              <a:custGeom>
                <a:avLst/>
                <a:gdLst>
                  <a:gd name="T0" fmla="*/ 130 w 175"/>
                  <a:gd name="T1" fmla="*/ 51 h 60"/>
                  <a:gd name="T2" fmla="*/ 130 w 175"/>
                  <a:gd name="T3" fmla="*/ 50 h 60"/>
                  <a:gd name="T4" fmla="*/ 48 w 175"/>
                  <a:gd name="T5" fmla="*/ 50 h 60"/>
                  <a:gd name="T6" fmla="*/ 48 w 175"/>
                  <a:gd name="T7" fmla="*/ 51 h 60"/>
                  <a:gd name="T8" fmla="*/ 52 w 175"/>
                  <a:gd name="T9" fmla="*/ 51 h 60"/>
                  <a:gd name="T10" fmla="*/ 48 w 175"/>
                  <a:gd name="T11" fmla="*/ 60 h 60"/>
                  <a:gd name="T12" fmla="*/ 7 w 175"/>
                  <a:gd name="T13" fmla="*/ 60 h 60"/>
                  <a:gd name="T14" fmla="*/ 10 w 175"/>
                  <a:gd name="T15" fmla="*/ 54 h 60"/>
                  <a:gd name="T16" fmla="*/ 14 w 175"/>
                  <a:gd name="T17" fmla="*/ 54 h 60"/>
                  <a:gd name="T18" fmla="*/ 13 w 175"/>
                  <a:gd name="T19" fmla="*/ 25 h 60"/>
                  <a:gd name="T20" fmla="*/ 0 w 175"/>
                  <a:gd name="T21" fmla="*/ 7 h 60"/>
                  <a:gd name="T22" fmla="*/ 28 w 175"/>
                  <a:gd name="T23" fmla="*/ 0 h 60"/>
                  <a:gd name="T24" fmla="*/ 55 w 175"/>
                  <a:gd name="T25" fmla="*/ 7 h 60"/>
                  <a:gd name="T26" fmla="*/ 48 w 175"/>
                  <a:gd name="T27" fmla="*/ 22 h 60"/>
                  <a:gd name="T28" fmla="*/ 127 w 175"/>
                  <a:gd name="T29" fmla="*/ 22 h 60"/>
                  <a:gd name="T30" fmla="*/ 119 w 175"/>
                  <a:gd name="T31" fmla="*/ 7 h 60"/>
                  <a:gd name="T32" fmla="*/ 147 w 175"/>
                  <a:gd name="T33" fmla="*/ 0 h 60"/>
                  <a:gd name="T34" fmla="*/ 175 w 175"/>
                  <a:gd name="T35" fmla="*/ 7 h 60"/>
                  <a:gd name="T36" fmla="*/ 161 w 175"/>
                  <a:gd name="T37" fmla="*/ 24 h 60"/>
                  <a:gd name="T38" fmla="*/ 161 w 175"/>
                  <a:gd name="T39" fmla="*/ 53 h 60"/>
                  <a:gd name="T40" fmla="*/ 165 w 175"/>
                  <a:gd name="T41" fmla="*/ 53 h 60"/>
                  <a:gd name="T42" fmla="*/ 169 w 175"/>
                  <a:gd name="T43" fmla="*/ 60 h 60"/>
                  <a:gd name="T44" fmla="*/ 128 w 175"/>
                  <a:gd name="T45" fmla="*/ 60 h 60"/>
                  <a:gd name="T46" fmla="*/ 124 w 175"/>
                  <a:gd name="T47" fmla="*/ 51 h 60"/>
                  <a:gd name="T48" fmla="*/ 130 w 175"/>
                  <a:gd name="T49" fmla="*/ 51 h 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75" h="60">
                    <a:moveTo>
                      <a:pt x="130" y="51"/>
                    </a:moveTo>
                    <a:cubicBezTo>
                      <a:pt x="130" y="50"/>
                      <a:pt x="130" y="50"/>
                      <a:pt x="130" y="50"/>
                    </a:cubicBezTo>
                    <a:cubicBezTo>
                      <a:pt x="48" y="50"/>
                      <a:pt x="48" y="50"/>
                      <a:pt x="48" y="50"/>
                    </a:cubicBezTo>
                    <a:cubicBezTo>
                      <a:pt x="48" y="51"/>
                      <a:pt x="48" y="51"/>
                      <a:pt x="48" y="51"/>
                    </a:cubicBezTo>
                    <a:cubicBezTo>
                      <a:pt x="52" y="51"/>
                      <a:pt x="52" y="51"/>
                      <a:pt x="52" y="51"/>
                    </a:cubicBezTo>
                    <a:cubicBezTo>
                      <a:pt x="48" y="60"/>
                      <a:pt x="48" y="60"/>
                      <a:pt x="48" y="60"/>
                    </a:cubicBezTo>
                    <a:cubicBezTo>
                      <a:pt x="34" y="60"/>
                      <a:pt x="20" y="60"/>
                      <a:pt x="7" y="60"/>
                    </a:cubicBezTo>
                    <a:cubicBezTo>
                      <a:pt x="8" y="58"/>
                      <a:pt x="9" y="56"/>
                      <a:pt x="10" y="54"/>
                    </a:cubicBezTo>
                    <a:cubicBezTo>
                      <a:pt x="11" y="54"/>
                      <a:pt x="12" y="54"/>
                      <a:pt x="14" y="54"/>
                    </a:cubicBezTo>
                    <a:cubicBezTo>
                      <a:pt x="14" y="44"/>
                      <a:pt x="13" y="34"/>
                      <a:pt x="13" y="25"/>
                    </a:cubicBezTo>
                    <a:cubicBezTo>
                      <a:pt x="5" y="20"/>
                      <a:pt x="1" y="14"/>
                      <a:pt x="0" y="7"/>
                    </a:cubicBezTo>
                    <a:cubicBezTo>
                      <a:pt x="12" y="18"/>
                      <a:pt x="22" y="17"/>
                      <a:pt x="28" y="0"/>
                    </a:cubicBezTo>
                    <a:cubicBezTo>
                      <a:pt x="37" y="22"/>
                      <a:pt x="47" y="15"/>
                      <a:pt x="55" y="7"/>
                    </a:cubicBezTo>
                    <a:cubicBezTo>
                      <a:pt x="55" y="14"/>
                      <a:pt x="50" y="17"/>
                      <a:pt x="48" y="22"/>
                    </a:cubicBezTo>
                    <a:cubicBezTo>
                      <a:pt x="127" y="22"/>
                      <a:pt x="127" y="22"/>
                      <a:pt x="127" y="22"/>
                    </a:cubicBezTo>
                    <a:cubicBezTo>
                      <a:pt x="125" y="18"/>
                      <a:pt x="120" y="14"/>
                      <a:pt x="119" y="7"/>
                    </a:cubicBezTo>
                    <a:cubicBezTo>
                      <a:pt x="127" y="15"/>
                      <a:pt x="137" y="22"/>
                      <a:pt x="147" y="0"/>
                    </a:cubicBezTo>
                    <a:cubicBezTo>
                      <a:pt x="153" y="17"/>
                      <a:pt x="163" y="18"/>
                      <a:pt x="175" y="7"/>
                    </a:cubicBezTo>
                    <a:cubicBezTo>
                      <a:pt x="173" y="14"/>
                      <a:pt x="169" y="19"/>
                      <a:pt x="161" y="24"/>
                    </a:cubicBezTo>
                    <a:cubicBezTo>
                      <a:pt x="161" y="34"/>
                      <a:pt x="161" y="44"/>
                      <a:pt x="161" y="53"/>
                    </a:cubicBezTo>
                    <a:cubicBezTo>
                      <a:pt x="162" y="53"/>
                      <a:pt x="164" y="53"/>
                      <a:pt x="165" y="53"/>
                    </a:cubicBezTo>
                    <a:cubicBezTo>
                      <a:pt x="166" y="55"/>
                      <a:pt x="167" y="58"/>
                      <a:pt x="169" y="60"/>
                    </a:cubicBezTo>
                    <a:cubicBezTo>
                      <a:pt x="155" y="60"/>
                      <a:pt x="142" y="60"/>
                      <a:pt x="128" y="60"/>
                    </a:cubicBezTo>
                    <a:cubicBezTo>
                      <a:pt x="124" y="51"/>
                      <a:pt x="124" y="51"/>
                      <a:pt x="124" y="51"/>
                    </a:cubicBezTo>
                    <a:lnTo>
                      <a:pt x="130" y="51"/>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82" name="ïṩḷíḍé"/>
              <p:cNvSpPr/>
              <p:nvPr/>
            </p:nvSpPr>
            <p:spPr bwMode="auto">
              <a:xfrm>
                <a:off x="4065588"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3" name="ïśľíḍè"/>
              <p:cNvSpPr/>
              <p:nvPr/>
            </p:nvSpPr>
            <p:spPr bwMode="auto">
              <a:xfrm>
                <a:off x="3740151"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4" name="í$ḻîḋè"/>
              <p:cNvSpPr/>
              <p:nvPr/>
            </p:nvSpPr>
            <p:spPr bwMode="auto">
              <a:xfrm>
                <a:off x="4125913"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5" name="iṣļíḋe"/>
              <p:cNvSpPr/>
              <p:nvPr/>
            </p:nvSpPr>
            <p:spPr bwMode="auto">
              <a:xfrm>
                <a:off x="3709988"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6" name="iṩḷiḓé"/>
              <p:cNvSpPr/>
              <p:nvPr/>
            </p:nvSpPr>
            <p:spPr bwMode="auto">
              <a:xfrm>
                <a:off x="4095751"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7" name="iSľiḍè"/>
              <p:cNvSpPr/>
              <p:nvPr/>
            </p:nvSpPr>
            <p:spPr bwMode="auto">
              <a:xfrm>
                <a:off x="3663951" y="3460750"/>
                <a:ext cx="495300" cy="317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8" name="ïṩḷîḍe"/>
              <p:cNvSpPr/>
              <p:nvPr/>
            </p:nvSpPr>
            <p:spPr bwMode="auto">
              <a:xfrm>
                <a:off x="3663951" y="3473450"/>
                <a:ext cx="115888"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9" name="íšḻiḑê"/>
              <p:cNvSpPr/>
              <p:nvPr/>
            </p:nvSpPr>
            <p:spPr bwMode="auto">
              <a:xfrm>
                <a:off x="3789363" y="3473450"/>
                <a:ext cx="428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0" name="ïṩļïďè"/>
              <p:cNvSpPr/>
              <p:nvPr/>
            </p:nvSpPr>
            <p:spPr bwMode="auto">
              <a:xfrm>
                <a:off x="3851276" y="3473450"/>
                <a:ext cx="57150"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1" name="îṥlïḋê"/>
              <p:cNvSpPr/>
              <p:nvPr/>
            </p:nvSpPr>
            <p:spPr bwMode="auto">
              <a:xfrm>
                <a:off x="3917951" y="3473450"/>
                <a:ext cx="555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2" name="îṧľïdè"/>
              <p:cNvSpPr/>
              <p:nvPr/>
            </p:nvSpPr>
            <p:spPr bwMode="auto">
              <a:xfrm>
                <a:off x="3994151" y="3473450"/>
                <a:ext cx="428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3" name="iSḷîḓê"/>
              <p:cNvSpPr/>
              <p:nvPr/>
            </p:nvSpPr>
            <p:spPr bwMode="auto">
              <a:xfrm>
                <a:off x="4046538" y="3473450"/>
                <a:ext cx="11271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4" name="îślíďè"/>
              <p:cNvSpPr/>
              <p:nvPr/>
            </p:nvSpPr>
            <p:spPr bwMode="auto">
              <a:xfrm>
                <a:off x="3979863" y="3473450"/>
                <a:ext cx="7938"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5" name="iSḻïḍè"/>
              <p:cNvSpPr/>
              <p:nvPr/>
            </p:nvSpPr>
            <p:spPr bwMode="auto">
              <a:xfrm>
                <a:off x="3838576" y="3473450"/>
                <a:ext cx="6350"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6" name="ïṡliḑê"/>
              <p:cNvSpPr/>
              <p:nvPr/>
            </p:nvSpPr>
            <p:spPr bwMode="auto">
              <a:xfrm>
                <a:off x="3851276" y="3384550"/>
                <a:ext cx="26988"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97" name="islïďé"/>
              <p:cNvSpPr/>
              <p:nvPr/>
            </p:nvSpPr>
            <p:spPr bwMode="auto">
              <a:xfrm>
                <a:off x="3817938" y="3384550"/>
                <a:ext cx="26988" cy="15875"/>
              </a:xfrm>
              <a:custGeom>
                <a:avLst/>
                <a:gdLst>
                  <a:gd name="T0" fmla="*/ 7 w 8"/>
                  <a:gd name="T1" fmla="*/ 0 h 5"/>
                  <a:gd name="T2" fmla="*/ 8 w 8"/>
                  <a:gd name="T3" fmla="*/ 2 h 5"/>
                  <a:gd name="T4" fmla="*/ 1 w 8"/>
                  <a:gd name="T5" fmla="*/ 5 h 5"/>
                  <a:gd name="T6" fmla="*/ 7 w 8"/>
                  <a:gd name="T7" fmla="*/ 0 h 5"/>
                  <a:gd name="T8" fmla="*/ 7 w 8"/>
                  <a:gd name="T9" fmla="*/ 0 h 5"/>
                  <a:gd name="T10" fmla="*/ 7 w 8"/>
                  <a:gd name="T11" fmla="*/ 0 h 5"/>
                </a:gdLst>
                <a:ahLst/>
                <a:cxnLst>
                  <a:cxn ang="0">
                    <a:pos x="T0" y="T1"/>
                  </a:cxn>
                  <a:cxn ang="0">
                    <a:pos x="T2" y="T3"/>
                  </a:cxn>
                  <a:cxn ang="0">
                    <a:pos x="T4" y="T5"/>
                  </a:cxn>
                  <a:cxn ang="0">
                    <a:pos x="T6" y="T7"/>
                  </a:cxn>
                  <a:cxn ang="0">
                    <a:pos x="T8" y="T9"/>
                  </a:cxn>
                  <a:cxn ang="0">
                    <a:pos x="T10" y="T11"/>
                  </a:cxn>
                </a:cxnLst>
                <a:rect l="0" t="0" r="r" b="b"/>
                <a:pathLst>
                  <a:path w="8" h="5">
                    <a:moveTo>
                      <a:pt x="7" y="0"/>
                    </a:moveTo>
                    <a:cubicBezTo>
                      <a:pt x="8" y="2"/>
                      <a:pt x="8" y="2"/>
                      <a:pt x="8" y="2"/>
                    </a:cubicBezTo>
                    <a:cubicBezTo>
                      <a:pt x="1" y="5"/>
                      <a:pt x="1" y="5"/>
                      <a:pt x="1" y="5"/>
                    </a:cubicBezTo>
                    <a:cubicBezTo>
                      <a:pt x="1" y="5"/>
                      <a:pt x="0" y="2"/>
                      <a:pt x="7" y="0"/>
                    </a:cubicBezTo>
                    <a:close/>
                    <a:moveTo>
                      <a:pt x="7" y="0"/>
                    </a:moveTo>
                    <a:cubicBezTo>
                      <a:pt x="7" y="0"/>
                      <a:pt x="7" y="0"/>
                      <a:pt x="7"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98" name="îṥḷîdé"/>
              <p:cNvSpPr/>
              <p:nvPr/>
            </p:nvSpPr>
            <p:spPr bwMode="auto">
              <a:xfrm>
                <a:off x="3983038" y="3384550"/>
                <a:ext cx="26988" cy="15875"/>
              </a:xfrm>
              <a:custGeom>
                <a:avLst/>
                <a:gdLst>
                  <a:gd name="T0" fmla="*/ 1 w 8"/>
                  <a:gd name="T1" fmla="*/ 0 h 5"/>
                  <a:gd name="T2" fmla="*/ 0 w 8"/>
                  <a:gd name="T3" fmla="*/ 2 h 5"/>
                  <a:gd name="T4" fmla="*/ 7 w 8"/>
                  <a:gd name="T5" fmla="*/ 5 h 5"/>
                  <a:gd name="T6" fmla="*/ 1 w 8"/>
                  <a:gd name="T7" fmla="*/ 0 h 5"/>
                  <a:gd name="T8" fmla="*/ 1 w 8"/>
                  <a:gd name="T9" fmla="*/ 0 h 5"/>
                  <a:gd name="T10" fmla="*/ 1 w 8"/>
                  <a:gd name="T11" fmla="*/ 0 h 5"/>
                </a:gdLst>
                <a:ahLst/>
                <a:cxnLst>
                  <a:cxn ang="0">
                    <a:pos x="T0" y="T1"/>
                  </a:cxn>
                  <a:cxn ang="0">
                    <a:pos x="T2" y="T3"/>
                  </a:cxn>
                  <a:cxn ang="0">
                    <a:pos x="T4" y="T5"/>
                  </a:cxn>
                  <a:cxn ang="0">
                    <a:pos x="T6" y="T7"/>
                  </a:cxn>
                  <a:cxn ang="0">
                    <a:pos x="T8" y="T9"/>
                  </a:cxn>
                  <a:cxn ang="0">
                    <a:pos x="T10" y="T11"/>
                  </a:cxn>
                </a:cxnLst>
                <a:rect l="0" t="0" r="r" b="b"/>
                <a:pathLst>
                  <a:path w="8" h="5">
                    <a:moveTo>
                      <a:pt x="1" y="0"/>
                    </a:moveTo>
                    <a:cubicBezTo>
                      <a:pt x="0" y="2"/>
                      <a:pt x="0" y="2"/>
                      <a:pt x="0" y="2"/>
                    </a:cubicBezTo>
                    <a:cubicBezTo>
                      <a:pt x="7" y="5"/>
                      <a:pt x="7" y="5"/>
                      <a:pt x="7" y="5"/>
                    </a:cubicBezTo>
                    <a:cubicBezTo>
                      <a:pt x="7" y="5"/>
                      <a:pt x="8" y="2"/>
                      <a:pt x="1" y="0"/>
                    </a:cubicBezTo>
                    <a:close/>
                    <a:moveTo>
                      <a:pt x="1" y="0"/>
                    </a:moveTo>
                    <a:cubicBezTo>
                      <a:pt x="1" y="0"/>
                      <a:pt x="1" y="0"/>
                      <a:pt x="1"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99" name="isḷîḋé"/>
              <p:cNvSpPr/>
              <p:nvPr/>
            </p:nvSpPr>
            <p:spPr bwMode="auto">
              <a:xfrm>
                <a:off x="3884613" y="3384550"/>
                <a:ext cx="26988"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0" name="iśḷïḑè"/>
              <p:cNvSpPr/>
              <p:nvPr/>
            </p:nvSpPr>
            <p:spPr bwMode="auto">
              <a:xfrm>
                <a:off x="3917951" y="3384550"/>
                <a:ext cx="25400"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1" name="iṧľiďé"/>
              <p:cNvSpPr/>
              <p:nvPr/>
            </p:nvSpPr>
            <p:spPr bwMode="auto">
              <a:xfrm>
                <a:off x="3951288" y="3384550"/>
                <a:ext cx="25400"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2" name="išľïḍé"/>
              <p:cNvSpPr/>
              <p:nvPr/>
            </p:nvSpPr>
            <p:spPr bwMode="auto">
              <a:xfrm>
                <a:off x="3771901" y="3484563"/>
                <a:ext cx="7938"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3" name="îŝlîḑè"/>
              <p:cNvSpPr/>
              <p:nvPr/>
            </p:nvSpPr>
            <p:spPr bwMode="auto">
              <a:xfrm>
                <a:off x="3786188" y="3484563"/>
                <a:ext cx="46038" cy="60325"/>
              </a:xfrm>
              <a:custGeom>
                <a:avLst/>
                <a:gdLst>
                  <a:gd name="T0" fmla="*/ 8 w 29"/>
                  <a:gd name="T1" fmla="*/ 0 h 38"/>
                  <a:gd name="T2" fmla="*/ 20 w 29"/>
                  <a:gd name="T3" fmla="*/ 0 h 38"/>
                  <a:gd name="T4" fmla="*/ 29 w 29"/>
                  <a:gd name="T5" fmla="*/ 8 h 38"/>
                  <a:gd name="T6" fmla="*/ 29 w 29"/>
                  <a:gd name="T7" fmla="*/ 38 h 38"/>
                  <a:gd name="T8" fmla="*/ 0 w 29"/>
                  <a:gd name="T9" fmla="*/ 38 h 38"/>
                  <a:gd name="T10" fmla="*/ 0 w 29"/>
                  <a:gd name="T11" fmla="*/ 8 h 38"/>
                  <a:gd name="T12" fmla="*/ 8 w 29"/>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29" h="38">
                    <a:moveTo>
                      <a:pt x="8" y="0"/>
                    </a:moveTo>
                    <a:lnTo>
                      <a:pt x="20" y="0"/>
                    </a:lnTo>
                    <a:lnTo>
                      <a:pt x="29" y="8"/>
                    </a:lnTo>
                    <a:lnTo>
                      <a:pt x="29" y="38"/>
                    </a:lnTo>
                    <a:lnTo>
                      <a:pt x="0" y="38"/>
                    </a:lnTo>
                    <a:lnTo>
                      <a:pt x="0" y="8"/>
                    </a:lnTo>
                    <a:lnTo>
                      <a:pt x="8"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4" name="îṩḻíḓe"/>
              <p:cNvSpPr/>
              <p:nvPr/>
            </p:nvSpPr>
            <p:spPr bwMode="auto">
              <a:xfrm>
                <a:off x="3994151" y="3484563"/>
                <a:ext cx="46038" cy="60325"/>
              </a:xfrm>
              <a:custGeom>
                <a:avLst/>
                <a:gdLst>
                  <a:gd name="T0" fmla="*/ 8 w 29"/>
                  <a:gd name="T1" fmla="*/ 0 h 38"/>
                  <a:gd name="T2" fmla="*/ 18 w 29"/>
                  <a:gd name="T3" fmla="*/ 0 h 38"/>
                  <a:gd name="T4" fmla="*/ 29 w 29"/>
                  <a:gd name="T5" fmla="*/ 8 h 38"/>
                  <a:gd name="T6" fmla="*/ 29 w 29"/>
                  <a:gd name="T7" fmla="*/ 38 h 38"/>
                  <a:gd name="T8" fmla="*/ 0 w 29"/>
                  <a:gd name="T9" fmla="*/ 38 h 38"/>
                  <a:gd name="T10" fmla="*/ 0 w 29"/>
                  <a:gd name="T11" fmla="*/ 8 h 38"/>
                  <a:gd name="T12" fmla="*/ 8 w 29"/>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29" h="38">
                    <a:moveTo>
                      <a:pt x="8" y="0"/>
                    </a:moveTo>
                    <a:lnTo>
                      <a:pt x="18" y="0"/>
                    </a:lnTo>
                    <a:lnTo>
                      <a:pt x="29" y="8"/>
                    </a:lnTo>
                    <a:lnTo>
                      <a:pt x="29" y="38"/>
                    </a:lnTo>
                    <a:lnTo>
                      <a:pt x="0" y="38"/>
                    </a:lnTo>
                    <a:lnTo>
                      <a:pt x="0" y="8"/>
                    </a:lnTo>
                    <a:lnTo>
                      <a:pt x="8"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5" name="î$1îdè"/>
              <p:cNvSpPr/>
              <p:nvPr/>
            </p:nvSpPr>
            <p:spPr bwMode="auto">
              <a:xfrm>
                <a:off x="3851276" y="3484563"/>
                <a:ext cx="122238" cy="60325"/>
              </a:xfrm>
              <a:custGeom>
                <a:avLst/>
                <a:gdLst>
                  <a:gd name="T0" fmla="*/ 9 w 77"/>
                  <a:gd name="T1" fmla="*/ 0 h 38"/>
                  <a:gd name="T2" fmla="*/ 69 w 77"/>
                  <a:gd name="T3" fmla="*/ 0 h 38"/>
                  <a:gd name="T4" fmla="*/ 77 w 77"/>
                  <a:gd name="T5" fmla="*/ 8 h 38"/>
                  <a:gd name="T6" fmla="*/ 77 w 77"/>
                  <a:gd name="T7" fmla="*/ 38 h 38"/>
                  <a:gd name="T8" fmla="*/ 0 w 77"/>
                  <a:gd name="T9" fmla="*/ 38 h 38"/>
                  <a:gd name="T10" fmla="*/ 0 w 77"/>
                  <a:gd name="T11" fmla="*/ 8 h 38"/>
                  <a:gd name="T12" fmla="*/ 9 w 77"/>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77" h="38">
                    <a:moveTo>
                      <a:pt x="9" y="0"/>
                    </a:moveTo>
                    <a:lnTo>
                      <a:pt x="69" y="0"/>
                    </a:lnTo>
                    <a:lnTo>
                      <a:pt x="77" y="8"/>
                    </a:lnTo>
                    <a:lnTo>
                      <a:pt x="77" y="38"/>
                    </a:lnTo>
                    <a:lnTo>
                      <a:pt x="0" y="38"/>
                    </a:lnTo>
                    <a:lnTo>
                      <a:pt x="0" y="8"/>
                    </a:lnTo>
                    <a:lnTo>
                      <a:pt x="9"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6" name="iśľïḓe"/>
              <p:cNvSpPr/>
              <p:nvPr/>
            </p:nvSpPr>
            <p:spPr bwMode="auto">
              <a:xfrm>
                <a:off x="4046538" y="3484563"/>
                <a:ext cx="6350"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7" name="iṣļïḑè"/>
              <p:cNvSpPr/>
              <p:nvPr/>
            </p:nvSpPr>
            <p:spPr bwMode="auto">
              <a:xfrm>
                <a:off x="3838576" y="3484563"/>
                <a:ext cx="6350"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8" name="iṡḷidé"/>
              <p:cNvSpPr/>
              <p:nvPr/>
            </p:nvSpPr>
            <p:spPr bwMode="auto">
              <a:xfrm>
                <a:off x="3979863" y="3484563"/>
                <a:ext cx="3175"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9" name="íṡḷíḋe"/>
              <p:cNvSpPr/>
              <p:nvPr/>
            </p:nvSpPr>
            <p:spPr bwMode="auto">
              <a:xfrm>
                <a:off x="3811588" y="3551238"/>
                <a:ext cx="20478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0" name="íŝ1iḑê"/>
              <p:cNvSpPr/>
              <p:nvPr/>
            </p:nvSpPr>
            <p:spPr bwMode="auto">
              <a:xfrm>
                <a:off x="3805238" y="3557588"/>
                <a:ext cx="214313"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1" name="îṩḷiḑe"/>
              <p:cNvSpPr/>
              <p:nvPr/>
            </p:nvSpPr>
            <p:spPr bwMode="auto">
              <a:xfrm>
                <a:off x="3802063" y="3567113"/>
                <a:ext cx="220663" cy="1588"/>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2" name="iṧḻiḑê"/>
              <p:cNvSpPr/>
              <p:nvPr/>
            </p:nvSpPr>
            <p:spPr bwMode="auto">
              <a:xfrm>
                <a:off x="3802063" y="3570288"/>
                <a:ext cx="22383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3" name="ïṣḻîḋè"/>
              <p:cNvSpPr/>
              <p:nvPr/>
            </p:nvSpPr>
            <p:spPr bwMode="auto">
              <a:xfrm>
                <a:off x="3795713" y="3581400"/>
                <a:ext cx="234950"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4" name="îṡ1îḍé"/>
              <p:cNvSpPr/>
              <p:nvPr/>
            </p:nvSpPr>
            <p:spPr bwMode="auto">
              <a:xfrm>
                <a:off x="3633788" y="3587750"/>
                <a:ext cx="560388" cy="6350"/>
              </a:xfrm>
              <a:custGeom>
                <a:avLst/>
                <a:gdLst>
                  <a:gd name="T0" fmla="*/ 0 w 353"/>
                  <a:gd name="T1" fmla="*/ 0 h 4"/>
                  <a:gd name="T2" fmla="*/ 353 w 353"/>
                  <a:gd name="T3" fmla="*/ 0 h 4"/>
                  <a:gd name="T4" fmla="*/ 351 w 353"/>
                  <a:gd name="T5" fmla="*/ 4 h 4"/>
                  <a:gd name="T6" fmla="*/ 2 w 353"/>
                  <a:gd name="T7" fmla="*/ 4 h 4"/>
                  <a:gd name="T8" fmla="*/ 0 w 353"/>
                  <a:gd name="T9" fmla="*/ 0 h 4"/>
                </a:gdLst>
                <a:ahLst/>
                <a:cxnLst>
                  <a:cxn ang="0">
                    <a:pos x="T0" y="T1"/>
                  </a:cxn>
                  <a:cxn ang="0">
                    <a:pos x="T2" y="T3"/>
                  </a:cxn>
                  <a:cxn ang="0">
                    <a:pos x="T4" y="T5"/>
                  </a:cxn>
                  <a:cxn ang="0">
                    <a:pos x="T6" y="T7"/>
                  </a:cxn>
                  <a:cxn ang="0">
                    <a:pos x="T8" y="T9"/>
                  </a:cxn>
                </a:cxnLst>
                <a:rect l="0" t="0" r="r" b="b"/>
                <a:pathLst>
                  <a:path w="353" h="4">
                    <a:moveTo>
                      <a:pt x="0" y="0"/>
                    </a:moveTo>
                    <a:lnTo>
                      <a:pt x="353" y="0"/>
                    </a:lnTo>
                    <a:lnTo>
                      <a:pt x="351" y="4"/>
                    </a:lnTo>
                    <a:lnTo>
                      <a:pt x="2" y="4"/>
                    </a:lnTo>
                    <a:lnTo>
                      <a:pt x="0" y="0"/>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15" name="îš1íḑe"/>
              <p:cNvSpPr/>
              <p:nvPr/>
            </p:nvSpPr>
            <p:spPr bwMode="auto">
              <a:xfrm>
                <a:off x="3640138" y="3600450"/>
                <a:ext cx="547688" cy="6350"/>
              </a:xfrm>
              <a:custGeom>
                <a:avLst/>
                <a:gdLst>
                  <a:gd name="T0" fmla="*/ 0 w 345"/>
                  <a:gd name="T1" fmla="*/ 0 h 4"/>
                  <a:gd name="T2" fmla="*/ 345 w 345"/>
                  <a:gd name="T3" fmla="*/ 0 h 4"/>
                  <a:gd name="T4" fmla="*/ 343 w 345"/>
                  <a:gd name="T5" fmla="*/ 4 h 4"/>
                  <a:gd name="T6" fmla="*/ 2 w 345"/>
                  <a:gd name="T7" fmla="*/ 4 h 4"/>
                  <a:gd name="T8" fmla="*/ 0 w 345"/>
                  <a:gd name="T9" fmla="*/ 0 h 4"/>
                </a:gdLst>
                <a:ahLst/>
                <a:cxnLst>
                  <a:cxn ang="0">
                    <a:pos x="T0" y="T1"/>
                  </a:cxn>
                  <a:cxn ang="0">
                    <a:pos x="T2" y="T3"/>
                  </a:cxn>
                  <a:cxn ang="0">
                    <a:pos x="T4" y="T5"/>
                  </a:cxn>
                  <a:cxn ang="0">
                    <a:pos x="T6" y="T7"/>
                  </a:cxn>
                  <a:cxn ang="0">
                    <a:pos x="T8" y="T9"/>
                  </a:cxn>
                </a:cxnLst>
                <a:rect l="0" t="0" r="r" b="b"/>
                <a:pathLst>
                  <a:path w="345" h="4">
                    <a:moveTo>
                      <a:pt x="0" y="0"/>
                    </a:moveTo>
                    <a:lnTo>
                      <a:pt x="345" y="0"/>
                    </a:lnTo>
                    <a:lnTo>
                      <a:pt x="343" y="4"/>
                    </a:lnTo>
                    <a:lnTo>
                      <a:pt x="2" y="4"/>
                    </a:lnTo>
                    <a:lnTo>
                      <a:pt x="0" y="0"/>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16" name="iš1ïḍe"/>
              <p:cNvSpPr/>
              <p:nvPr/>
            </p:nvSpPr>
            <p:spPr bwMode="auto">
              <a:xfrm>
                <a:off x="3736976" y="3406775"/>
                <a:ext cx="352425" cy="4763"/>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7" name="îSḻîde"/>
              <p:cNvSpPr/>
              <p:nvPr/>
            </p:nvSpPr>
            <p:spPr bwMode="auto">
              <a:xfrm>
                <a:off x="3746501" y="3417888"/>
                <a:ext cx="3333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8" name="î$ḻîḑé"/>
              <p:cNvSpPr/>
              <p:nvPr/>
            </p:nvSpPr>
            <p:spPr bwMode="auto">
              <a:xfrm>
                <a:off x="3805238" y="3417888"/>
                <a:ext cx="211138" cy="1588"/>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9" name="íŝļïḓe"/>
              <p:cNvSpPr/>
              <p:nvPr/>
            </p:nvSpPr>
            <p:spPr bwMode="auto">
              <a:xfrm>
                <a:off x="3811588"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20" name="îS1iḍé"/>
              <p:cNvSpPr/>
              <p:nvPr/>
            </p:nvSpPr>
            <p:spPr bwMode="auto">
              <a:xfrm>
                <a:off x="3802063"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21" name="išlïdé"/>
              <p:cNvSpPr/>
              <p:nvPr/>
            </p:nvSpPr>
            <p:spPr bwMode="auto">
              <a:xfrm>
                <a:off x="3789363" y="3421063"/>
                <a:ext cx="6350"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22" name="ïSlïde"/>
              <p:cNvSpPr/>
              <p:nvPr/>
            </p:nvSpPr>
            <p:spPr bwMode="auto">
              <a:xfrm>
                <a:off x="3822701"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3" name="îşľïďe"/>
              <p:cNvSpPr/>
              <p:nvPr/>
            </p:nvSpPr>
            <p:spPr bwMode="auto">
              <a:xfrm>
                <a:off x="3832226"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4" name="ïşľíďê"/>
              <p:cNvSpPr/>
              <p:nvPr/>
            </p:nvSpPr>
            <p:spPr bwMode="auto">
              <a:xfrm>
                <a:off x="38449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5" name="íś1ïdè"/>
              <p:cNvSpPr/>
              <p:nvPr/>
            </p:nvSpPr>
            <p:spPr bwMode="auto">
              <a:xfrm>
                <a:off x="3854451"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0" y="0"/>
                      <a:pt x="1" y="0"/>
                      <a:pt x="2" y="0"/>
                    </a:cubicBezTo>
                    <a:cubicBezTo>
                      <a:pt x="2" y="3"/>
                      <a:pt x="2" y="6"/>
                      <a:pt x="2"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6" name="iṩḷiḍe"/>
              <p:cNvSpPr/>
              <p:nvPr/>
            </p:nvSpPr>
            <p:spPr bwMode="auto">
              <a:xfrm>
                <a:off x="3865563"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7" name="ïŝ1iďè"/>
              <p:cNvSpPr/>
              <p:nvPr/>
            </p:nvSpPr>
            <p:spPr bwMode="auto">
              <a:xfrm>
                <a:off x="3878263"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8" name="íṩļíḋê"/>
              <p:cNvSpPr/>
              <p:nvPr/>
            </p:nvSpPr>
            <p:spPr bwMode="auto">
              <a:xfrm>
                <a:off x="3887788"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9" name="ïṧ1ïdè"/>
              <p:cNvSpPr/>
              <p:nvPr/>
            </p:nvSpPr>
            <p:spPr bwMode="auto">
              <a:xfrm>
                <a:off x="3897313"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0" name="íŝḻîḍé"/>
              <p:cNvSpPr/>
              <p:nvPr/>
            </p:nvSpPr>
            <p:spPr bwMode="auto">
              <a:xfrm>
                <a:off x="3908426"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1" name="îşḻïḓé"/>
              <p:cNvSpPr/>
              <p:nvPr/>
            </p:nvSpPr>
            <p:spPr bwMode="auto">
              <a:xfrm>
                <a:off x="39211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2" name="íśļíďè"/>
              <p:cNvSpPr/>
              <p:nvPr/>
            </p:nvSpPr>
            <p:spPr bwMode="auto">
              <a:xfrm>
                <a:off x="3930651"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3" name="iŝ1ïdé"/>
              <p:cNvSpPr/>
              <p:nvPr/>
            </p:nvSpPr>
            <p:spPr bwMode="auto">
              <a:xfrm>
                <a:off x="3940176"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4" name="is1ídè"/>
              <p:cNvSpPr/>
              <p:nvPr/>
            </p:nvSpPr>
            <p:spPr bwMode="auto">
              <a:xfrm>
                <a:off x="3951288"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2" y="0"/>
                      <a:pt x="2" y="0"/>
                    </a:cubicBezTo>
                    <a:cubicBezTo>
                      <a:pt x="2" y="3"/>
                      <a:pt x="2" y="6"/>
                      <a:pt x="2" y="9"/>
                    </a:cubicBezTo>
                    <a:cubicBezTo>
                      <a:pt x="2"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5" name="islíďê"/>
              <p:cNvSpPr/>
              <p:nvPr/>
            </p:nvSpPr>
            <p:spPr bwMode="auto">
              <a:xfrm>
                <a:off x="3963988"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6" name="iṩlíḑê"/>
              <p:cNvSpPr/>
              <p:nvPr/>
            </p:nvSpPr>
            <p:spPr bwMode="auto">
              <a:xfrm>
                <a:off x="3973513"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7" name="îṥḷïďê"/>
              <p:cNvSpPr/>
              <p:nvPr/>
            </p:nvSpPr>
            <p:spPr bwMode="auto">
              <a:xfrm>
                <a:off x="3983038"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8" name="íṥḻïďè"/>
              <p:cNvSpPr/>
              <p:nvPr/>
            </p:nvSpPr>
            <p:spPr bwMode="auto">
              <a:xfrm>
                <a:off x="39973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9" name="íṡḷíḍè"/>
              <p:cNvSpPr/>
              <p:nvPr/>
            </p:nvSpPr>
            <p:spPr bwMode="auto">
              <a:xfrm>
                <a:off x="4006851"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0" name="î$ḷîḑé"/>
              <p:cNvSpPr/>
              <p:nvPr/>
            </p:nvSpPr>
            <p:spPr bwMode="auto">
              <a:xfrm>
                <a:off x="4016376" y="3421063"/>
                <a:ext cx="6350"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1" name="í$ľîdè"/>
              <p:cNvSpPr/>
              <p:nvPr/>
            </p:nvSpPr>
            <p:spPr bwMode="auto">
              <a:xfrm>
                <a:off x="4025901" y="3421063"/>
                <a:ext cx="7938"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2" name="iṥ1iḍè"/>
              <p:cNvSpPr/>
              <p:nvPr/>
            </p:nvSpPr>
            <p:spPr bwMode="auto">
              <a:xfrm>
                <a:off x="4040188" y="3417888"/>
                <a:ext cx="3968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3" name="ïslidé"/>
              <p:cNvSpPr/>
              <p:nvPr/>
            </p:nvSpPr>
            <p:spPr bwMode="auto">
              <a:xfrm>
                <a:off x="3679826"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4" name="íṡlïďè"/>
              <p:cNvSpPr/>
              <p:nvPr/>
            </p:nvSpPr>
            <p:spPr bwMode="auto">
              <a:xfrm>
                <a:off x="3884613" y="3490913"/>
                <a:ext cx="55563" cy="53975"/>
              </a:xfrm>
              <a:custGeom>
                <a:avLst/>
                <a:gdLst>
                  <a:gd name="T0" fmla="*/ 0 w 35"/>
                  <a:gd name="T1" fmla="*/ 0 h 34"/>
                  <a:gd name="T2" fmla="*/ 35 w 35"/>
                  <a:gd name="T3" fmla="*/ 0 h 34"/>
                  <a:gd name="T4" fmla="*/ 35 w 35"/>
                  <a:gd name="T5" fmla="*/ 34 h 34"/>
                  <a:gd name="T6" fmla="*/ 0 w 35"/>
                  <a:gd name="T7" fmla="*/ 34 h 34"/>
                  <a:gd name="T8" fmla="*/ 0 w 35"/>
                  <a:gd name="T9" fmla="*/ 0 h 34"/>
                  <a:gd name="T10" fmla="*/ 0 w 35"/>
                  <a:gd name="T11" fmla="*/ 0 h 34"/>
                  <a:gd name="T12" fmla="*/ 4 w 35"/>
                  <a:gd name="T13" fmla="*/ 8 h 34"/>
                  <a:gd name="T14" fmla="*/ 4 w 35"/>
                  <a:gd name="T15" fmla="*/ 27 h 34"/>
                  <a:gd name="T16" fmla="*/ 8 w 35"/>
                  <a:gd name="T17" fmla="*/ 27 h 34"/>
                  <a:gd name="T18" fmla="*/ 8 w 35"/>
                  <a:gd name="T19" fmla="*/ 8 h 34"/>
                  <a:gd name="T20" fmla="*/ 4 w 35"/>
                  <a:gd name="T21" fmla="*/ 8 h 34"/>
                  <a:gd name="T22" fmla="*/ 4 w 35"/>
                  <a:gd name="T23" fmla="*/ 8 h 34"/>
                  <a:gd name="T24" fmla="*/ 29 w 35"/>
                  <a:gd name="T25" fmla="*/ 8 h 34"/>
                  <a:gd name="T26" fmla="*/ 29 w 35"/>
                  <a:gd name="T27" fmla="*/ 27 h 34"/>
                  <a:gd name="T28" fmla="*/ 31 w 35"/>
                  <a:gd name="T29" fmla="*/ 27 h 34"/>
                  <a:gd name="T30" fmla="*/ 31 w 35"/>
                  <a:gd name="T31" fmla="*/ 8 h 34"/>
                  <a:gd name="T32" fmla="*/ 29 w 35"/>
                  <a:gd name="T33" fmla="*/ 8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35" h="34">
                    <a:moveTo>
                      <a:pt x="0" y="0"/>
                    </a:moveTo>
                    <a:lnTo>
                      <a:pt x="35" y="0"/>
                    </a:lnTo>
                    <a:lnTo>
                      <a:pt x="35" y="34"/>
                    </a:lnTo>
                    <a:lnTo>
                      <a:pt x="0" y="34"/>
                    </a:lnTo>
                    <a:lnTo>
                      <a:pt x="0" y="0"/>
                    </a:lnTo>
                    <a:lnTo>
                      <a:pt x="0" y="0"/>
                    </a:lnTo>
                    <a:close/>
                    <a:moveTo>
                      <a:pt x="4" y="8"/>
                    </a:moveTo>
                    <a:lnTo>
                      <a:pt x="4" y="27"/>
                    </a:lnTo>
                    <a:lnTo>
                      <a:pt x="8" y="27"/>
                    </a:lnTo>
                    <a:lnTo>
                      <a:pt x="8" y="8"/>
                    </a:lnTo>
                    <a:lnTo>
                      <a:pt x="4" y="8"/>
                    </a:lnTo>
                    <a:lnTo>
                      <a:pt x="4" y="8"/>
                    </a:lnTo>
                    <a:close/>
                    <a:moveTo>
                      <a:pt x="29" y="8"/>
                    </a:moveTo>
                    <a:lnTo>
                      <a:pt x="29" y="27"/>
                    </a:lnTo>
                    <a:lnTo>
                      <a:pt x="31" y="27"/>
                    </a:lnTo>
                    <a:lnTo>
                      <a:pt x="31" y="8"/>
                    </a:lnTo>
                    <a:lnTo>
                      <a:pt x="29" y="8"/>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45" name="iṧ1ïḓè"/>
              <p:cNvSpPr/>
              <p:nvPr/>
            </p:nvSpPr>
            <p:spPr bwMode="auto">
              <a:xfrm>
                <a:off x="3551238" y="3067050"/>
                <a:ext cx="722313" cy="727075"/>
              </a:xfrm>
              <a:custGeom>
                <a:avLst/>
                <a:gdLst>
                  <a:gd name="T0" fmla="*/ 109 w 219"/>
                  <a:gd name="T1" fmla="*/ 0 h 218"/>
                  <a:gd name="T2" fmla="*/ 219 w 219"/>
                  <a:gd name="T3" fmla="*/ 109 h 218"/>
                  <a:gd name="T4" fmla="*/ 109 w 219"/>
                  <a:gd name="T5" fmla="*/ 218 h 218"/>
                  <a:gd name="T6" fmla="*/ 0 w 219"/>
                  <a:gd name="T7" fmla="*/ 109 h 218"/>
                  <a:gd name="T8" fmla="*/ 109 w 219"/>
                  <a:gd name="T9" fmla="*/ 0 h 218"/>
                  <a:gd name="T10" fmla="*/ 109 w 219"/>
                  <a:gd name="T11" fmla="*/ 3 h 218"/>
                  <a:gd name="T12" fmla="*/ 4 w 219"/>
                  <a:gd name="T13" fmla="*/ 109 h 218"/>
                  <a:gd name="T14" fmla="*/ 109 w 219"/>
                  <a:gd name="T15" fmla="*/ 215 h 218"/>
                  <a:gd name="T16" fmla="*/ 215 w 219"/>
                  <a:gd name="T17" fmla="*/ 109 h 218"/>
                  <a:gd name="T18" fmla="*/ 109 w 219"/>
                  <a:gd name="T19" fmla="*/ 3 h 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9" h="218">
                    <a:moveTo>
                      <a:pt x="109" y="0"/>
                    </a:moveTo>
                    <a:cubicBezTo>
                      <a:pt x="170" y="0"/>
                      <a:pt x="219" y="49"/>
                      <a:pt x="219" y="109"/>
                    </a:cubicBezTo>
                    <a:cubicBezTo>
                      <a:pt x="219" y="169"/>
                      <a:pt x="170" y="218"/>
                      <a:pt x="109" y="218"/>
                    </a:cubicBezTo>
                    <a:cubicBezTo>
                      <a:pt x="49" y="218"/>
                      <a:pt x="0" y="169"/>
                      <a:pt x="0" y="109"/>
                    </a:cubicBezTo>
                    <a:cubicBezTo>
                      <a:pt x="0" y="49"/>
                      <a:pt x="49" y="0"/>
                      <a:pt x="109" y="0"/>
                    </a:cubicBezTo>
                    <a:close/>
                    <a:moveTo>
                      <a:pt x="109" y="3"/>
                    </a:moveTo>
                    <a:cubicBezTo>
                      <a:pt x="51" y="3"/>
                      <a:pt x="4" y="51"/>
                      <a:pt x="4" y="109"/>
                    </a:cubicBezTo>
                    <a:cubicBezTo>
                      <a:pt x="4" y="167"/>
                      <a:pt x="51" y="215"/>
                      <a:pt x="109" y="215"/>
                    </a:cubicBezTo>
                    <a:cubicBezTo>
                      <a:pt x="168" y="215"/>
                      <a:pt x="215" y="167"/>
                      <a:pt x="215" y="109"/>
                    </a:cubicBezTo>
                    <a:cubicBezTo>
                      <a:pt x="215" y="51"/>
                      <a:pt x="168" y="3"/>
                      <a:pt x="109" y="3"/>
                    </a:cubicBez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nvGrpSpPr>
            <p:cNvPr id="247" name="íşḷïḑe"/>
            <p:cNvGrpSpPr/>
            <p:nvPr userDrawn="1"/>
          </p:nvGrpSpPr>
          <p:grpSpPr>
            <a:xfrm>
              <a:off x="4894762" y="471192"/>
              <a:ext cx="4437911" cy="1614111"/>
              <a:chOff x="4412452" y="3106738"/>
              <a:chExt cx="2312689" cy="841148"/>
            </a:xfrm>
          </p:grpSpPr>
          <p:grpSp>
            <p:nvGrpSpPr>
              <p:cNvPr id="248" name="îṥľíḑé"/>
              <p:cNvGrpSpPr/>
              <p:nvPr/>
            </p:nvGrpSpPr>
            <p:grpSpPr>
              <a:xfrm>
                <a:off x="4422776" y="3106738"/>
                <a:ext cx="2293937" cy="617538"/>
                <a:chOff x="4422776" y="3106738"/>
                <a:chExt cx="2293937" cy="617538"/>
              </a:xfrm>
            </p:grpSpPr>
            <p:sp>
              <p:nvSpPr>
                <p:cNvPr id="265" name="išḻiḑé"/>
                <p:cNvSpPr/>
                <p:nvPr/>
              </p:nvSpPr>
              <p:spPr bwMode="auto">
                <a:xfrm>
                  <a:off x="4811713" y="3200400"/>
                  <a:ext cx="49213" cy="100013"/>
                </a:xfrm>
                <a:custGeom>
                  <a:avLst/>
                  <a:gdLst>
                    <a:gd name="T0" fmla="*/ 0 w 15"/>
                    <a:gd name="T1" fmla="*/ 1 h 30"/>
                    <a:gd name="T2" fmla="*/ 1 w 15"/>
                    <a:gd name="T3" fmla="*/ 12 h 30"/>
                    <a:gd name="T4" fmla="*/ 0 w 15"/>
                    <a:gd name="T5" fmla="*/ 21 h 30"/>
                    <a:gd name="T6" fmla="*/ 2 w 15"/>
                    <a:gd name="T7" fmla="*/ 28 h 30"/>
                    <a:gd name="T8" fmla="*/ 7 w 15"/>
                    <a:gd name="T9" fmla="*/ 30 h 30"/>
                    <a:gd name="T10" fmla="*/ 12 w 15"/>
                    <a:gd name="T11" fmla="*/ 26 h 30"/>
                    <a:gd name="T12" fmla="*/ 15 w 15"/>
                    <a:gd name="T13" fmla="*/ 18 h 30"/>
                    <a:gd name="T14" fmla="*/ 3 w 15"/>
                    <a:gd name="T15" fmla="*/ 0 h 30"/>
                    <a:gd name="T16" fmla="*/ 0 w 15"/>
                    <a:gd name="T17" fmla="*/ 1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5" h="30">
                      <a:moveTo>
                        <a:pt x="0" y="1"/>
                      </a:moveTo>
                      <a:cubicBezTo>
                        <a:pt x="1" y="12"/>
                        <a:pt x="1" y="12"/>
                        <a:pt x="1" y="12"/>
                      </a:cubicBezTo>
                      <a:cubicBezTo>
                        <a:pt x="1" y="13"/>
                        <a:pt x="0" y="18"/>
                        <a:pt x="0" y="21"/>
                      </a:cubicBezTo>
                      <a:cubicBezTo>
                        <a:pt x="0" y="24"/>
                        <a:pt x="2" y="25"/>
                        <a:pt x="2" y="28"/>
                      </a:cubicBezTo>
                      <a:cubicBezTo>
                        <a:pt x="7" y="30"/>
                        <a:pt x="7" y="30"/>
                        <a:pt x="7" y="30"/>
                      </a:cubicBezTo>
                      <a:cubicBezTo>
                        <a:pt x="9" y="27"/>
                        <a:pt x="10" y="29"/>
                        <a:pt x="12" y="26"/>
                      </a:cubicBezTo>
                      <a:cubicBezTo>
                        <a:pt x="14" y="23"/>
                        <a:pt x="14" y="21"/>
                        <a:pt x="15" y="18"/>
                      </a:cubicBezTo>
                      <a:cubicBezTo>
                        <a:pt x="12" y="7"/>
                        <a:pt x="13" y="5"/>
                        <a:pt x="3" y="0"/>
                      </a:cubicBezTo>
                      <a:lnTo>
                        <a:pt x="0" y="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6" name="íṥľíďè"/>
                <p:cNvSpPr/>
                <p:nvPr/>
              </p:nvSpPr>
              <p:spPr bwMode="auto">
                <a:xfrm>
                  <a:off x="5221288" y="3184525"/>
                  <a:ext cx="36513" cy="122238"/>
                </a:xfrm>
                <a:custGeom>
                  <a:avLst/>
                  <a:gdLst>
                    <a:gd name="T0" fmla="*/ 0 w 11"/>
                    <a:gd name="T1" fmla="*/ 3 h 37"/>
                    <a:gd name="T2" fmla="*/ 2 w 11"/>
                    <a:gd name="T3" fmla="*/ 14 h 37"/>
                    <a:gd name="T4" fmla="*/ 0 w 11"/>
                    <a:gd name="T5" fmla="*/ 33 h 37"/>
                    <a:gd name="T6" fmla="*/ 0 w 11"/>
                    <a:gd name="T7" fmla="*/ 36 h 37"/>
                    <a:gd name="T8" fmla="*/ 2 w 11"/>
                    <a:gd name="T9" fmla="*/ 37 h 37"/>
                    <a:gd name="T10" fmla="*/ 8 w 11"/>
                    <a:gd name="T11" fmla="*/ 27 h 37"/>
                    <a:gd name="T12" fmla="*/ 11 w 11"/>
                    <a:gd name="T13" fmla="*/ 17 h 37"/>
                    <a:gd name="T14" fmla="*/ 11 w 11"/>
                    <a:gd name="T15" fmla="*/ 15 h 37"/>
                    <a:gd name="T16" fmla="*/ 7 w 11"/>
                    <a:gd name="T17" fmla="*/ 2 h 37"/>
                    <a:gd name="T18" fmla="*/ 2 w 11"/>
                    <a:gd name="T19" fmla="*/ 0 h 37"/>
                    <a:gd name="T20" fmla="*/ 0 w 11"/>
                    <a:gd name="T21" fmla="*/ 3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1" h="37">
                      <a:moveTo>
                        <a:pt x="0" y="3"/>
                      </a:moveTo>
                      <a:cubicBezTo>
                        <a:pt x="2" y="14"/>
                        <a:pt x="2" y="14"/>
                        <a:pt x="2" y="14"/>
                      </a:cubicBezTo>
                      <a:cubicBezTo>
                        <a:pt x="2" y="19"/>
                        <a:pt x="0" y="27"/>
                        <a:pt x="0" y="33"/>
                      </a:cubicBezTo>
                      <a:cubicBezTo>
                        <a:pt x="0" y="36"/>
                        <a:pt x="0" y="36"/>
                        <a:pt x="0" y="36"/>
                      </a:cubicBezTo>
                      <a:cubicBezTo>
                        <a:pt x="2" y="36"/>
                        <a:pt x="1" y="37"/>
                        <a:pt x="2" y="37"/>
                      </a:cubicBezTo>
                      <a:cubicBezTo>
                        <a:pt x="3" y="37"/>
                        <a:pt x="7" y="28"/>
                        <a:pt x="8" y="27"/>
                      </a:cubicBezTo>
                      <a:cubicBezTo>
                        <a:pt x="9" y="24"/>
                        <a:pt x="11" y="21"/>
                        <a:pt x="11" y="17"/>
                      </a:cubicBezTo>
                      <a:cubicBezTo>
                        <a:pt x="11" y="15"/>
                        <a:pt x="11" y="15"/>
                        <a:pt x="11" y="15"/>
                      </a:cubicBezTo>
                      <a:cubicBezTo>
                        <a:pt x="11" y="7"/>
                        <a:pt x="8" y="7"/>
                        <a:pt x="7" y="2"/>
                      </a:cubicBezTo>
                      <a:cubicBezTo>
                        <a:pt x="2" y="0"/>
                        <a:pt x="2" y="0"/>
                        <a:pt x="2" y="0"/>
                      </a:cubicBezTo>
                      <a:cubicBezTo>
                        <a:pt x="2" y="1"/>
                        <a:pt x="0" y="1"/>
                        <a:pt x="0" y="3"/>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7" name="íś1iḑe"/>
                <p:cNvSpPr/>
                <p:nvPr/>
              </p:nvSpPr>
              <p:spPr bwMode="auto">
                <a:xfrm>
                  <a:off x="4554538" y="3251200"/>
                  <a:ext cx="119063" cy="58738"/>
                </a:xfrm>
                <a:custGeom>
                  <a:avLst/>
                  <a:gdLst>
                    <a:gd name="T0" fmla="*/ 0 w 36"/>
                    <a:gd name="T1" fmla="*/ 15 h 18"/>
                    <a:gd name="T2" fmla="*/ 2 w 36"/>
                    <a:gd name="T3" fmla="*/ 16 h 18"/>
                    <a:gd name="T4" fmla="*/ 13 w 36"/>
                    <a:gd name="T5" fmla="*/ 18 h 18"/>
                    <a:gd name="T6" fmla="*/ 16 w 36"/>
                    <a:gd name="T7" fmla="*/ 18 h 18"/>
                    <a:gd name="T8" fmla="*/ 22 w 36"/>
                    <a:gd name="T9" fmla="*/ 17 h 18"/>
                    <a:gd name="T10" fmla="*/ 23 w 36"/>
                    <a:gd name="T11" fmla="*/ 17 h 18"/>
                    <a:gd name="T12" fmla="*/ 30 w 36"/>
                    <a:gd name="T13" fmla="*/ 13 h 18"/>
                    <a:gd name="T14" fmla="*/ 36 w 36"/>
                    <a:gd name="T15" fmla="*/ 8 h 18"/>
                    <a:gd name="T16" fmla="*/ 36 w 36"/>
                    <a:gd name="T17" fmla="*/ 7 h 18"/>
                    <a:gd name="T18" fmla="*/ 36 w 36"/>
                    <a:gd name="T19" fmla="*/ 4 h 18"/>
                    <a:gd name="T20" fmla="*/ 32 w 36"/>
                    <a:gd name="T21" fmla="*/ 0 h 18"/>
                    <a:gd name="T22" fmla="*/ 24 w 36"/>
                    <a:gd name="T23" fmla="*/ 3 h 18"/>
                    <a:gd name="T24" fmla="*/ 16 w 36"/>
                    <a:gd name="T25" fmla="*/ 7 h 18"/>
                    <a:gd name="T26" fmla="*/ 0 w 36"/>
                    <a:gd name="T27" fmla="*/ 15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6" h="18">
                      <a:moveTo>
                        <a:pt x="0" y="15"/>
                      </a:moveTo>
                      <a:cubicBezTo>
                        <a:pt x="1" y="16"/>
                        <a:pt x="1" y="16"/>
                        <a:pt x="2" y="16"/>
                      </a:cubicBezTo>
                      <a:cubicBezTo>
                        <a:pt x="6" y="16"/>
                        <a:pt x="9" y="18"/>
                        <a:pt x="13" y="18"/>
                      </a:cubicBezTo>
                      <a:cubicBezTo>
                        <a:pt x="16" y="18"/>
                        <a:pt x="16" y="18"/>
                        <a:pt x="16" y="18"/>
                      </a:cubicBezTo>
                      <a:cubicBezTo>
                        <a:pt x="22" y="17"/>
                        <a:pt x="22" y="17"/>
                        <a:pt x="22" y="17"/>
                      </a:cubicBezTo>
                      <a:cubicBezTo>
                        <a:pt x="23" y="17"/>
                        <a:pt x="23" y="17"/>
                        <a:pt x="23" y="17"/>
                      </a:cubicBezTo>
                      <a:cubicBezTo>
                        <a:pt x="26" y="16"/>
                        <a:pt x="28" y="14"/>
                        <a:pt x="30" y="13"/>
                      </a:cubicBezTo>
                      <a:cubicBezTo>
                        <a:pt x="34" y="11"/>
                        <a:pt x="33" y="10"/>
                        <a:pt x="36" y="8"/>
                      </a:cubicBezTo>
                      <a:cubicBezTo>
                        <a:pt x="36" y="7"/>
                        <a:pt x="36" y="7"/>
                        <a:pt x="36" y="7"/>
                      </a:cubicBezTo>
                      <a:cubicBezTo>
                        <a:pt x="36" y="4"/>
                        <a:pt x="36" y="4"/>
                        <a:pt x="36" y="4"/>
                      </a:cubicBezTo>
                      <a:cubicBezTo>
                        <a:pt x="36" y="1"/>
                        <a:pt x="33" y="2"/>
                        <a:pt x="32" y="0"/>
                      </a:cubicBezTo>
                      <a:cubicBezTo>
                        <a:pt x="29" y="1"/>
                        <a:pt x="27" y="1"/>
                        <a:pt x="24" y="3"/>
                      </a:cubicBezTo>
                      <a:cubicBezTo>
                        <a:pt x="21" y="4"/>
                        <a:pt x="19" y="6"/>
                        <a:pt x="16" y="7"/>
                      </a:cubicBezTo>
                      <a:cubicBezTo>
                        <a:pt x="11" y="11"/>
                        <a:pt x="4" y="10"/>
                        <a:pt x="0" y="1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8" name="iṩ1iḋè"/>
                <p:cNvSpPr/>
                <p:nvPr/>
              </p:nvSpPr>
              <p:spPr bwMode="auto">
                <a:xfrm>
                  <a:off x="6359526" y="3263900"/>
                  <a:ext cx="93663" cy="139700"/>
                </a:xfrm>
                <a:custGeom>
                  <a:avLst/>
                  <a:gdLst>
                    <a:gd name="T0" fmla="*/ 15 w 28"/>
                    <a:gd name="T1" fmla="*/ 1 h 42"/>
                    <a:gd name="T2" fmla="*/ 6 w 28"/>
                    <a:gd name="T3" fmla="*/ 11 h 42"/>
                    <a:gd name="T4" fmla="*/ 6 w 28"/>
                    <a:gd name="T5" fmla="*/ 13 h 42"/>
                    <a:gd name="T6" fmla="*/ 5 w 28"/>
                    <a:gd name="T7" fmla="*/ 16 h 42"/>
                    <a:gd name="T8" fmla="*/ 6 w 28"/>
                    <a:gd name="T9" fmla="*/ 20 h 42"/>
                    <a:gd name="T10" fmla="*/ 6 w 28"/>
                    <a:gd name="T11" fmla="*/ 21 h 42"/>
                    <a:gd name="T12" fmla="*/ 0 w 28"/>
                    <a:gd name="T13" fmla="*/ 38 h 42"/>
                    <a:gd name="T14" fmla="*/ 0 w 28"/>
                    <a:gd name="T15" fmla="*/ 41 h 42"/>
                    <a:gd name="T16" fmla="*/ 3 w 28"/>
                    <a:gd name="T17" fmla="*/ 42 h 42"/>
                    <a:gd name="T18" fmla="*/ 9 w 28"/>
                    <a:gd name="T19" fmla="*/ 32 h 42"/>
                    <a:gd name="T20" fmla="*/ 12 w 28"/>
                    <a:gd name="T21" fmla="*/ 26 h 42"/>
                    <a:gd name="T22" fmla="*/ 14 w 28"/>
                    <a:gd name="T23" fmla="*/ 26 h 42"/>
                    <a:gd name="T24" fmla="*/ 20 w 28"/>
                    <a:gd name="T25" fmla="*/ 26 h 42"/>
                    <a:gd name="T26" fmla="*/ 28 w 28"/>
                    <a:gd name="T27" fmla="*/ 14 h 42"/>
                    <a:gd name="T28" fmla="*/ 28 w 28"/>
                    <a:gd name="T29" fmla="*/ 6 h 42"/>
                    <a:gd name="T30" fmla="*/ 28 w 28"/>
                    <a:gd name="T31" fmla="*/ 5 h 42"/>
                    <a:gd name="T32" fmla="*/ 27 w 28"/>
                    <a:gd name="T33" fmla="*/ 3 h 42"/>
                    <a:gd name="T34" fmla="*/ 26 w 28"/>
                    <a:gd name="T35" fmla="*/ 3 h 42"/>
                    <a:gd name="T36" fmla="*/ 24 w 28"/>
                    <a:gd name="T37" fmla="*/ 3 h 42"/>
                    <a:gd name="T38" fmla="*/ 23 w 28"/>
                    <a:gd name="T39" fmla="*/ 3 h 42"/>
                    <a:gd name="T40" fmla="*/ 20 w 28"/>
                    <a:gd name="T41" fmla="*/ 0 h 42"/>
                    <a:gd name="T42" fmla="*/ 15 w 28"/>
                    <a:gd name="T43" fmla="*/ 1 h 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 h="42">
                      <a:moveTo>
                        <a:pt x="15" y="1"/>
                      </a:moveTo>
                      <a:cubicBezTo>
                        <a:pt x="15" y="10"/>
                        <a:pt x="8" y="6"/>
                        <a:pt x="6" y="11"/>
                      </a:cubicBezTo>
                      <a:cubicBezTo>
                        <a:pt x="6" y="13"/>
                        <a:pt x="6" y="13"/>
                        <a:pt x="6" y="13"/>
                      </a:cubicBezTo>
                      <a:cubicBezTo>
                        <a:pt x="6" y="14"/>
                        <a:pt x="5" y="14"/>
                        <a:pt x="5" y="16"/>
                      </a:cubicBezTo>
                      <a:cubicBezTo>
                        <a:pt x="6" y="20"/>
                        <a:pt x="6" y="20"/>
                        <a:pt x="6" y="20"/>
                      </a:cubicBezTo>
                      <a:cubicBezTo>
                        <a:pt x="6" y="21"/>
                        <a:pt x="6" y="21"/>
                        <a:pt x="6" y="21"/>
                      </a:cubicBezTo>
                      <a:cubicBezTo>
                        <a:pt x="6" y="29"/>
                        <a:pt x="0" y="31"/>
                        <a:pt x="0" y="38"/>
                      </a:cubicBezTo>
                      <a:cubicBezTo>
                        <a:pt x="0" y="41"/>
                        <a:pt x="0" y="41"/>
                        <a:pt x="0" y="41"/>
                      </a:cubicBezTo>
                      <a:cubicBezTo>
                        <a:pt x="2" y="42"/>
                        <a:pt x="2" y="42"/>
                        <a:pt x="3" y="42"/>
                      </a:cubicBezTo>
                      <a:cubicBezTo>
                        <a:pt x="7" y="42"/>
                        <a:pt x="9" y="36"/>
                        <a:pt x="9" y="32"/>
                      </a:cubicBezTo>
                      <a:cubicBezTo>
                        <a:pt x="9" y="29"/>
                        <a:pt x="10" y="26"/>
                        <a:pt x="12" y="26"/>
                      </a:cubicBezTo>
                      <a:cubicBezTo>
                        <a:pt x="14" y="26"/>
                        <a:pt x="14" y="26"/>
                        <a:pt x="14" y="26"/>
                      </a:cubicBezTo>
                      <a:cubicBezTo>
                        <a:pt x="20" y="26"/>
                        <a:pt x="20" y="26"/>
                        <a:pt x="20" y="26"/>
                      </a:cubicBezTo>
                      <a:cubicBezTo>
                        <a:pt x="24" y="24"/>
                        <a:pt x="28" y="21"/>
                        <a:pt x="28" y="14"/>
                      </a:cubicBezTo>
                      <a:cubicBezTo>
                        <a:pt x="28" y="6"/>
                        <a:pt x="28" y="6"/>
                        <a:pt x="28" y="6"/>
                      </a:cubicBezTo>
                      <a:cubicBezTo>
                        <a:pt x="28" y="5"/>
                        <a:pt x="28" y="5"/>
                        <a:pt x="28" y="5"/>
                      </a:cubicBezTo>
                      <a:cubicBezTo>
                        <a:pt x="27" y="3"/>
                        <a:pt x="27" y="3"/>
                        <a:pt x="27" y="3"/>
                      </a:cubicBezTo>
                      <a:cubicBezTo>
                        <a:pt x="26" y="3"/>
                        <a:pt x="26" y="3"/>
                        <a:pt x="26" y="3"/>
                      </a:cubicBezTo>
                      <a:cubicBezTo>
                        <a:pt x="24" y="3"/>
                        <a:pt x="24" y="3"/>
                        <a:pt x="24" y="3"/>
                      </a:cubicBezTo>
                      <a:cubicBezTo>
                        <a:pt x="23" y="3"/>
                        <a:pt x="23" y="3"/>
                        <a:pt x="23" y="3"/>
                      </a:cubicBezTo>
                      <a:cubicBezTo>
                        <a:pt x="20" y="0"/>
                        <a:pt x="20" y="0"/>
                        <a:pt x="20" y="0"/>
                      </a:cubicBezTo>
                      <a:lnTo>
                        <a:pt x="15" y="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9" name="íṩlïḓè"/>
                <p:cNvSpPr/>
                <p:nvPr/>
              </p:nvSpPr>
              <p:spPr bwMode="auto">
                <a:xfrm>
                  <a:off x="5826126" y="3273425"/>
                  <a:ext cx="223838" cy="293688"/>
                </a:xfrm>
                <a:custGeom>
                  <a:avLst/>
                  <a:gdLst>
                    <a:gd name="T0" fmla="*/ 38 w 68"/>
                    <a:gd name="T1" fmla="*/ 16 h 88"/>
                    <a:gd name="T2" fmla="*/ 40 w 68"/>
                    <a:gd name="T3" fmla="*/ 5 h 88"/>
                    <a:gd name="T4" fmla="*/ 36 w 68"/>
                    <a:gd name="T5" fmla="*/ 1 h 88"/>
                    <a:gd name="T6" fmla="*/ 36 w 68"/>
                    <a:gd name="T7" fmla="*/ 1 h 88"/>
                    <a:gd name="T8" fmla="*/ 33 w 68"/>
                    <a:gd name="T9" fmla="*/ 0 h 88"/>
                    <a:gd name="T10" fmla="*/ 24 w 68"/>
                    <a:gd name="T11" fmla="*/ 7 h 88"/>
                    <a:gd name="T12" fmla="*/ 24 w 68"/>
                    <a:gd name="T13" fmla="*/ 8 h 88"/>
                    <a:gd name="T14" fmla="*/ 26 w 68"/>
                    <a:gd name="T15" fmla="*/ 18 h 88"/>
                    <a:gd name="T16" fmla="*/ 27 w 68"/>
                    <a:gd name="T17" fmla="*/ 28 h 88"/>
                    <a:gd name="T18" fmla="*/ 27 w 68"/>
                    <a:gd name="T19" fmla="*/ 39 h 88"/>
                    <a:gd name="T20" fmla="*/ 16 w 68"/>
                    <a:gd name="T21" fmla="*/ 48 h 88"/>
                    <a:gd name="T22" fmla="*/ 7 w 68"/>
                    <a:gd name="T23" fmla="*/ 49 h 88"/>
                    <a:gd name="T24" fmla="*/ 5 w 68"/>
                    <a:gd name="T25" fmla="*/ 49 h 88"/>
                    <a:gd name="T26" fmla="*/ 4 w 68"/>
                    <a:gd name="T27" fmla="*/ 49 h 88"/>
                    <a:gd name="T28" fmla="*/ 0 w 68"/>
                    <a:gd name="T29" fmla="*/ 54 h 88"/>
                    <a:gd name="T30" fmla="*/ 5 w 68"/>
                    <a:gd name="T31" fmla="*/ 60 h 88"/>
                    <a:gd name="T32" fmla="*/ 11 w 68"/>
                    <a:gd name="T33" fmla="*/ 60 h 88"/>
                    <a:gd name="T34" fmla="*/ 13 w 68"/>
                    <a:gd name="T35" fmla="*/ 59 h 88"/>
                    <a:gd name="T36" fmla="*/ 20 w 68"/>
                    <a:gd name="T37" fmla="*/ 66 h 88"/>
                    <a:gd name="T38" fmla="*/ 17 w 68"/>
                    <a:gd name="T39" fmla="*/ 72 h 88"/>
                    <a:gd name="T40" fmla="*/ 13 w 68"/>
                    <a:gd name="T41" fmla="*/ 76 h 88"/>
                    <a:gd name="T42" fmla="*/ 2 w 68"/>
                    <a:gd name="T43" fmla="*/ 82 h 88"/>
                    <a:gd name="T44" fmla="*/ 2 w 68"/>
                    <a:gd name="T45" fmla="*/ 83 h 88"/>
                    <a:gd name="T46" fmla="*/ 2 w 68"/>
                    <a:gd name="T47" fmla="*/ 87 h 88"/>
                    <a:gd name="T48" fmla="*/ 4 w 68"/>
                    <a:gd name="T49" fmla="*/ 88 h 88"/>
                    <a:gd name="T50" fmla="*/ 25 w 68"/>
                    <a:gd name="T51" fmla="*/ 77 h 88"/>
                    <a:gd name="T52" fmla="*/ 31 w 68"/>
                    <a:gd name="T53" fmla="*/ 69 h 88"/>
                    <a:gd name="T54" fmla="*/ 40 w 68"/>
                    <a:gd name="T55" fmla="*/ 63 h 88"/>
                    <a:gd name="T56" fmla="*/ 52 w 68"/>
                    <a:gd name="T57" fmla="*/ 70 h 88"/>
                    <a:gd name="T58" fmla="*/ 48 w 68"/>
                    <a:gd name="T59" fmla="*/ 79 h 88"/>
                    <a:gd name="T60" fmla="*/ 59 w 68"/>
                    <a:gd name="T61" fmla="*/ 81 h 88"/>
                    <a:gd name="T62" fmla="*/ 68 w 68"/>
                    <a:gd name="T63" fmla="*/ 71 h 88"/>
                    <a:gd name="T64" fmla="*/ 59 w 68"/>
                    <a:gd name="T65" fmla="*/ 62 h 88"/>
                    <a:gd name="T66" fmla="*/ 44 w 68"/>
                    <a:gd name="T67" fmla="*/ 60 h 88"/>
                    <a:gd name="T68" fmla="*/ 42 w 68"/>
                    <a:gd name="T69" fmla="*/ 60 h 88"/>
                    <a:gd name="T70" fmla="*/ 36 w 68"/>
                    <a:gd name="T71" fmla="*/ 53 h 88"/>
                    <a:gd name="T72" fmla="*/ 48 w 68"/>
                    <a:gd name="T73" fmla="*/ 42 h 88"/>
                    <a:gd name="T74" fmla="*/ 59 w 68"/>
                    <a:gd name="T75" fmla="*/ 32 h 88"/>
                    <a:gd name="T76" fmla="*/ 59 w 68"/>
                    <a:gd name="T77" fmla="*/ 30 h 88"/>
                    <a:gd name="T78" fmla="*/ 59 w 68"/>
                    <a:gd name="T79" fmla="*/ 29 h 88"/>
                    <a:gd name="T80" fmla="*/ 54 w 68"/>
                    <a:gd name="T81" fmla="*/ 26 h 88"/>
                    <a:gd name="T82" fmla="*/ 51 w 68"/>
                    <a:gd name="T83" fmla="*/ 27 h 88"/>
                    <a:gd name="T84" fmla="*/ 50 w 68"/>
                    <a:gd name="T85" fmla="*/ 27 h 88"/>
                    <a:gd name="T86" fmla="*/ 41 w 68"/>
                    <a:gd name="T87" fmla="*/ 33 h 88"/>
                    <a:gd name="T88" fmla="*/ 38 w 68"/>
                    <a:gd name="T89" fmla="*/ 28 h 88"/>
                    <a:gd name="T90" fmla="*/ 38 w 68"/>
                    <a:gd name="T91" fmla="*/ 27 h 88"/>
                    <a:gd name="T92" fmla="*/ 38 w 68"/>
                    <a:gd name="T93" fmla="*/ 16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68" h="88">
                      <a:moveTo>
                        <a:pt x="38" y="16"/>
                      </a:moveTo>
                      <a:cubicBezTo>
                        <a:pt x="39" y="11"/>
                        <a:pt x="40" y="9"/>
                        <a:pt x="40" y="5"/>
                      </a:cubicBezTo>
                      <a:cubicBezTo>
                        <a:pt x="40" y="3"/>
                        <a:pt x="38" y="1"/>
                        <a:pt x="36" y="1"/>
                      </a:cubicBezTo>
                      <a:cubicBezTo>
                        <a:pt x="36" y="1"/>
                        <a:pt x="36" y="1"/>
                        <a:pt x="36" y="1"/>
                      </a:cubicBezTo>
                      <a:cubicBezTo>
                        <a:pt x="34" y="1"/>
                        <a:pt x="34" y="1"/>
                        <a:pt x="33" y="0"/>
                      </a:cubicBezTo>
                      <a:cubicBezTo>
                        <a:pt x="28" y="3"/>
                        <a:pt x="28" y="1"/>
                        <a:pt x="24" y="7"/>
                      </a:cubicBezTo>
                      <a:cubicBezTo>
                        <a:pt x="24" y="8"/>
                        <a:pt x="24" y="8"/>
                        <a:pt x="24" y="8"/>
                      </a:cubicBezTo>
                      <a:cubicBezTo>
                        <a:pt x="24" y="12"/>
                        <a:pt x="26" y="14"/>
                        <a:pt x="26" y="18"/>
                      </a:cubicBezTo>
                      <a:cubicBezTo>
                        <a:pt x="27" y="28"/>
                        <a:pt x="27" y="28"/>
                        <a:pt x="27" y="28"/>
                      </a:cubicBezTo>
                      <a:cubicBezTo>
                        <a:pt x="27" y="39"/>
                        <a:pt x="27" y="39"/>
                        <a:pt x="27" y="39"/>
                      </a:cubicBezTo>
                      <a:cubicBezTo>
                        <a:pt x="28" y="45"/>
                        <a:pt x="22" y="48"/>
                        <a:pt x="16" y="48"/>
                      </a:cubicBezTo>
                      <a:cubicBezTo>
                        <a:pt x="7" y="49"/>
                        <a:pt x="7" y="49"/>
                        <a:pt x="7" y="49"/>
                      </a:cubicBezTo>
                      <a:cubicBezTo>
                        <a:pt x="5" y="49"/>
                        <a:pt x="5" y="49"/>
                        <a:pt x="5" y="49"/>
                      </a:cubicBezTo>
                      <a:cubicBezTo>
                        <a:pt x="4" y="49"/>
                        <a:pt x="4" y="49"/>
                        <a:pt x="4" y="49"/>
                      </a:cubicBezTo>
                      <a:cubicBezTo>
                        <a:pt x="2" y="50"/>
                        <a:pt x="0" y="51"/>
                        <a:pt x="0" y="54"/>
                      </a:cubicBezTo>
                      <a:cubicBezTo>
                        <a:pt x="0" y="56"/>
                        <a:pt x="3" y="60"/>
                        <a:pt x="5" y="60"/>
                      </a:cubicBezTo>
                      <a:cubicBezTo>
                        <a:pt x="11" y="60"/>
                        <a:pt x="11" y="60"/>
                        <a:pt x="11" y="60"/>
                      </a:cubicBezTo>
                      <a:cubicBezTo>
                        <a:pt x="12" y="60"/>
                        <a:pt x="12" y="60"/>
                        <a:pt x="13" y="59"/>
                      </a:cubicBezTo>
                      <a:cubicBezTo>
                        <a:pt x="17" y="62"/>
                        <a:pt x="17" y="60"/>
                        <a:pt x="20" y="66"/>
                      </a:cubicBezTo>
                      <a:cubicBezTo>
                        <a:pt x="18" y="69"/>
                        <a:pt x="20" y="68"/>
                        <a:pt x="17" y="72"/>
                      </a:cubicBezTo>
                      <a:cubicBezTo>
                        <a:pt x="15" y="73"/>
                        <a:pt x="15" y="75"/>
                        <a:pt x="13" y="76"/>
                      </a:cubicBezTo>
                      <a:cubicBezTo>
                        <a:pt x="8" y="79"/>
                        <a:pt x="7" y="80"/>
                        <a:pt x="2" y="82"/>
                      </a:cubicBezTo>
                      <a:cubicBezTo>
                        <a:pt x="2" y="83"/>
                        <a:pt x="2" y="83"/>
                        <a:pt x="2" y="83"/>
                      </a:cubicBezTo>
                      <a:cubicBezTo>
                        <a:pt x="2" y="87"/>
                        <a:pt x="2" y="87"/>
                        <a:pt x="2" y="87"/>
                      </a:cubicBezTo>
                      <a:cubicBezTo>
                        <a:pt x="4" y="87"/>
                        <a:pt x="3" y="88"/>
                        <a:pt x="4" y="88"/>
                      </a:cubicBezTo>
                      <a:cubicBezTo>
                        <a:pt x="13" y="88"/>
                        <a:pt x="20" y="82"/>
                        <a:pt x="25" y="77"/>
                      </a:cubicBezTo>
                      <a:cubicBezTo>
                        <a:pt x="26" y="76"/>
                        <a:pt x="30" y="71"/>
                        <a:pt x="31" y="69"/>
                      </a:cubicBezTo>
                      <a:cubicBezTo>
                        <a:pt x="33" y="65"/>
                        <a:pt x="35" y="63"/>
                        <a:pt x="40" y="63"/>
                      </a:cubicBezTo>
                      <a:cubicBezTo>
                        <a:pt x="45" y="63"/>
                        <a:pt x="49" y="67"/>
                        <a:pt x="52" y="70"/>
                      </a:cubicBezTo>
                      <a:cubicBezTo>
                        <a:pt x="48" y="79"/>
                        <a:pt x="48" y="79"/>
                        <a:pt x="48" y="79"/>
                      </a:cubicBezTo>
                      <a:cubicBezTo>
                        <a:pt x="50" y="79"/>
                        <a:pt x="58" y="81"/>
                        <a:pt x="59" y="81"/>
                      </a:cubicBezTo>
                      <a:cubicBezTo>
                        <a:pt x="65" y="81"/>
                        <a:pt x="67" y="76"/>
                        <a:pt x="68" y="71"/>
                      </a:cubicBezTo>
                      <a:cubicBezTo>
                        <a:pt x="67" y="65"/>
                        <a:pt x="63" y="64"/>
                        <a:pt x="59" y="62"/>
                      </a:cubicBezTo>
                      <a:cubicBezTo>
                        <a:pt x="53" y="59"/>
                        <a:pt x="51" y="60"/>
                        <a:pt x="44" y="60"/>
                      </a:cubicBezTo>
                      <a:cubicBezTo>
                        <a:pt x="43" y="60"/>
                        <a:pt x="43" y="60"/>
                        <a:pt x="42" y="60"/>
                      </a:cubicBezTo>
                      <a:cubicBezTo>
                        <a:pt x="40" y="59"/>
                        <a:pt x="36" y="56"/>
                        <a:pt x="36" y="53"/>
                      </a:cubicBezTo>
                      <a:cubicBezTo>
                        <a:pt x="36" y="51"/>
                        <a:pt x="45" y="44"/>
                        <a:pt x="48" y="42"/>
                      </a:cubicBezTo>
                      <a:cubicBezTo>
                        <a:pt x="50" y="41"/>
                        <a:pt x="59" y="34"/>
                        <a:pt x="59" y="32"/>
                      </a:cubicBezTo>
                      <a:cubicBezTo>
                        <a:pt x="59" y="30"/>
                        <a:pt x="59" y="30"/>
                        <a:pt x="59" y="30"/>
                      </a:cubicBezTo>
                      <a:cubicBezTo>
                        <a:pt x="59" y="29"/>
                        <a:pt x="59" y="29"/>
                        <a:pt x="59" y="29"/>
                      </a:cubicBezTo>
                      <a:cubicBezTo>
                        <a:pt x="54" y="26"/>
                        <a:pt x="54" y="26"/>
                        <a:pt x="54" y="26"/>
                      </a:cubicBezTo>
                      <a:cubicBezTo>
                        <a:pt x="53" y="27"/>
                        <a:pt x="53" y="27"/>
                        <a:pt x="51" y="27"/>
                      </a:cubicBezTo>
                      <a:cubicBezTo>
                        <a:pt x="50" y="27"/>
                        <a:pt x="50" y="27"/>
                        <a:pt x="50" y="27"/>
                      </a:cubicBezTo>
                      <a:cubicBezTo>
                        <a:pt x="46" y="32"/>
                        <a:pt x="46" y="30"/>
                        <a:pt x="41" y="33"/>
                      </a:cubicBezTo>
                      <a:cubicBezTo>
                        <a:pt x="40" y="31"/>
                        <a:pt x="39" y="30"/>
                        <a:pt x="38" y="28"/>
                      </a:cubicBezTo>
                      <a:cubicBezTo>
                        <a:pt x="38" y="27"/>
                        <a:pt x="38" y="27"/>
                        <a:pt x="38" y="27"/>
                      </a:cubicBezTo>
                      <a:lnTo>
                        <a:pt x="38" y="16"/>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0" name="ísḷïďè"/>
                <p:cNvSpPr/>
                <p:nvPr/>
              </p:nvSpPr>
              <p:spPr bwMode="auto">
                <a:xfrm>
                  <a:off x="4518026" y="3506788"/>
                  <a:ext cx="53975" cy="71438"/>
                </a:xfrm>
                <a:custGeom>
                  <a:avLst/>
                  <a:gdLst>
                    <a:gd name="T0" fmla="*/ 14 w 16"/>
                    <a:gd name="T1" fmla="*/ 17 h 21"/>
                    <a:gd name="T2" fmla="*/ 16 w 16"/>
                    <a:gd name="T3" fmla="*/ 12 h 21"/>
                    <a:gd name="T4" fmla="*/ 11 w 16"/>
                    <a:gd name="T5" fmla="*/ 5 h 21"/>
                    <a:gd name="T6" fmla="*/ 5 w 16"/>
                    <a:gd name="T7" fmla="*/ 0 h 21"/>
                    <a:gd name="T8" fmla="*/ 2 w 16"/>
                    <a:gd name="T9" fmla="*/ 4 h 21"/>
                    <a:gd name="T10" fmla="*/ 2 w 16"/>
                    <a:gd name="T11" fmla="*/ 5 h 21"/>
                    <a:gd name="T12" fmla="*/ 2 w 16"/>
                    <a:gd name="T13" fmla="*/ 8 h 21"/>
                    <a:gd name="T14" fmla="*/ 2 w 16"/>
                    <a:gd name="T15" fmla="*/ 9 h 21"/>
                    <a:gd name="T16" fmla="*/ 0 w 16"/>
                    <a:gd name="T17" fmla="*/ 17 h 21"/>
                    <a:gd name="T18" fmla="*/ 3 w 16"/>
                    <a:gd name="T19" fmla="*/ 21 h 21"/>
                    <a:gd name="T20" fmla="*/ 4 w 16"/>
                    <a:gd name="T21" fmla="*/ 21 h 21"/>
                    <a:gd name="T22" fmla="*/ 5 w 16"/>
                    <a:gd name="T23" fmla="*/ 21 h 21"/>
                    <a:gd name="T24" fmla="*/ 14 w 16"/>
                    <a:gd name="T25" fmla="*/ 17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1">
                      <a:moveTo>
                        <a:pt x="14" y="17"/>
                      </a:moveTo>
                      <a:cubicBezTo>
                        <a:pt x="14" y="15"/>
                        <a:pt x="16" y="13"/>
                        <a:pt x="16" y="12"/>
                      </a:cubicBezTo>
                      <a:cubicBezTo>
                        <a:pt x="16" y="11"/>
                        <a:pt x="12" y="7"/>
                        <a:pt x="11" y="5"/>
                      </a:cubicBezTo>
                      <a:cubicBezTo>
                        <a:pt x="11" y="3"/>
                        <a:pt x="8" y="0"/>
                        <a:pt x="5" y="0"/>
                      </a:cubicBezTo>
                      <a:cubicBezTo>
                        <a:pt x="4" y="0"/>
                        <a:pt x="3" y="3"/>
                        <a:pt x="2" y="4"/>
                      </a:cubicBezTo>
                      <a:cubicBezTo>
                        <a:pt x="2" y="5"/>
                        <a:pt x="2" y="5"/>
                        <a:pt x="2" y="5"/>
                      </a:cubicBezTo>
                      <a:cubicBezTo>
                        <a:pt x="2" y="8"/>
                        <a:pt x="2" y="8"/>
                        <a:pt x="2" y="8"/>
                      </a:cubicBezTo>
                      <a:cubicBezTo>
                        <a:pt x="2" y="9"/>
                        <a:pt x="2" y="9"/>
                        <a:pt x="2" y="9"/>
                      </a:cubicBezTo>
                      <a:cubicBezTo>
                        <a:pt x="1" y="11"/>
                        <a:pt x="0" y="14"/>
                        <a:pt x="0" y="17"/>
                      </a:cubicBezTo>
                      <a:cubicBezTo>
                        <a:pt x="0" y="19"/>
                        <a:pt x="1" y="20"/>
                        <a:pt x="3" y="21"/>
                      </a:cubicBezTo>
                      <a:cubicBezTo>
                        <a:pt x="4" y="21"/>
                        <a:pt x="4" y="21"/>
                        <a:pt x="4" y="21"/>
                      </a:cubicBezTo>
                      <a:cubicBezTo>
                        <a:pt x="5" y="21"/>
                        <a:pt x="5" y="21"/>
                        <a:pt x="5" y="21"/>
                      </a:cubicBezTo>
                      <a:cubicBezTo>
                        <a:pt x="7" y="21"/>
                        <a:pt x="11" y="17"/>
                        <a:pt x="14" y="17"/>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1" name="îṧļîḓé"/>
                <p:cNvSpPr/>
                <p:nvPr/>
              </p:nvSpPr>
              <p:spPr bwMode="auto">
                <a:xfrm>
                  <a:off x="5319713" y="3133725"/>
                  <a:ext cx="222250" cy="500063"/>
                </a:xfrm>
                <a:custGeom>
                  <a:avLst/>
                  <a:gdLst>
                    <a:gd name="T0" fmla="*/ 47 w 67"/>
                    <a:gd name="T1" fmla="*/ 96 h 150"/>
                    <a:gd name="T2" fmla="*/ 51 w 67"/>
                    <a:gd name="T3" fmla="*/ 96 h 150"/>
                    <a:gd name="T4" fmla="*/ 46 w 67"/>
                    <a:gd name="T5" fmla="*/ 114 h 150"/>
                    <a:gd name="T6" fmla="*/ 42 w 67"/>
                    <a:gd name="T7" fmla="*/ 113 h 150"/>
                    <a:gd name="T8" fmla="*/ 39 w 67"/>
                    <a:gd name="T9" fmla="*/ 108 h 150"/>
                    <a:gd name="T10" fmla="*/ 21 w 67"/>
                    <a:gd name="T11" fmla="*/ 78 h 150"/>
                    <a:gd name="T12" fmla="*/ 29 w 67"/>
                    <a:gd name="T13" fmla="*/ 73 h 150"/>
                    <a:gd name="T14" fmla="*/ 32 w 67"/>
                    <a:gd name="T15" fmla="*/ 74 h 150"/>
                    <a:gd name="T16" fmla="*/ 32 w 67"/>
                    <a:gd name="T17" fmla="*/ 77 h 150"/>
                    <a:gd name="T18" fmla="*/ 32 w 67"/>
                    <a:gd name="T19" fmla="*/ 79 h 150"/>
                    <a:gd name="T20" fmla="*/ 21 w 67"/>
                    <a:gd name="T21" fmla="*/ 78 h 150"/>
                    <a:gd name="T22" fmla="*/ 53 w 67"/>
                    <a:gd name="T23" fmla="*/ 118 h 150"/>
                    <a:gd name="T24" fmla="*/ 66 w 67"/>
                    <a:gd name="T25" fmla="*/ 108 h 150"/>
                    <a:gd name="T26" fmla="*/ 60 w 67"/>
                    <a:gd name="T27" fmla="*/ 98 h 150"/>
                    <a:gd name="T28" fmla="*/ 51 w 67"/>
                    <a:gd name="T29" fmla="*/ 82 h 150"/>
                    <a:gd name="T30" fmla="*/ 47 w 67"/>
                    <a:gd name="T31" fmla="*/ 71 h 150"/>
                    <a:gd name="T32" fmla="*/ 60 w 67"/>
                    <a:gd name="T33" fmla="*/ 58 h 150"/>
                    <a:gd name="T34" fmla="*/ 53 w 67"/>
                    <a:gd name="T35" fmla="*/ 52 h 150"/>
                    <a:gd name="T36" fmla="*/ 44 w 67"/>
                    <a:gd name="T37" fmla="*/ 50 h 150"/>
                    <a:gd name="T38" fmla="*/ 48 w 67"/>
                    <a:gd name="T39" fmla="*/ 38 h 150"/>
                    <a:gd name="T40" fmla="*/ 66 w 67"/>
                    <a:gd name="T41" fmla="*/ 17 h 150"/>
                    <a:gd name="T42" fmla="*/ 66 w 67"/>
                    <a:gd name="T43" fmla="*/ 13 h 150"/>
                    <a:gd name="T44" fmla="*/ 56 w 67"/>
                    <a:gd name="T45" fmla="*/ 1 h 150"/>
                    <a:gd name="T46" fmla="*/ 55 w 67"/>
                    <a:gd name="T47" fmla="*/ 7 h 150"/>
                    <a:gd name="T48" fmla="*/ 50 w 67"/>
                    <a:gd name="T49" fmla="*/ 18 h 150"/>
                    <a:gd name="T50" fmla="*/ 42 w 67"/>
                    <a:gd name="T51" fmla="*/ 15 h 150"/>
                    <a:gd name="T52" fmla="*/ 40 w 67"/>
                    <a:gd name="T53" fmla="*/ 15 h 150"/>
                    <a:gd name="T54" fmla="*/ 41 w 67"/>
                    <a:gd name="T55" fmla="*/ 26 h 150"/>
                    <a:gd name="T56" fmla="*/ 41 w 67"/>
                    <a:gd name="T57" fmla="*/ 30 h 150"/>
                    <a:gd name="T58" fmla="*/ 37 w 67"/>
                    <a:gd name="T59" fmla="*/ 33 h 150"/>
                    <a:gd name="T60" fmla="*/ 30 w 67"/>
                    <a:gd name="T61" fmla="*/ 29 h 150"/>
                    <a:gd name="T62" fmla="*/ 9 w 67"/>
                    <a:gd name="T63" fmla="*/ 50 h 150"/>
                    <a:gd name="T64" fmla="*/ 4 w 67"/>
                    <a:gd name="T65" fmla="*/ 59 h 150"/>
                    <a:gd name="T66" fmla="*/ 23 w 67"/>
                    <a:gd name="T67" fmla="*/ 51 h 150"/>
                    <a:gd name="T68" fmla="*/ 30 w 67"/>
                    <a:gd name="T69" fmla="*/ 58 h 150"/>
                    <a:gd name="T70" fmla="*/ 26 w 67"/>
                    <a:gd name="T71" fmla="*/ 65 h 150"/>
                    <a:gd name="T72" fmla="*/ 19 w 67"/>
                    <a:gd name="T73" fmla="*/ 64 h 150"/>
                    <a:gd name="T74" fmla="*/ 16 w 67"/>
                    <a:gd name="T75" fmla="*/ 67 h 150"/>
                    <a:gd name="T76" fmla="*/ 16 w 67"/>
                    <a:gd name="T77" fmla="*/ 72 h 150"/>
                    <a:gd name="T78" fmla="*/ 3 w 67"/>
                    <a:gd name="T79" fmla="*/ 105 h 150"/>
                    <a:gd name="T80" fmla="*/ 6 w 67"/>
                    <a:gd name="T81" fmla="*/ 110 h 150"/>
                    <a:gd name="T82" fmla="*/ 9 w 67"/>
                    <a:gd name="T83" fmla="*/ 111 h 150"/>
                    <a:gd name="T84" fmla="*/ 24 w 67"/>
                    <a:gd name="T85" fmla="*/ 89 h 150"/>
                    <a:gd name="T86" fmla="*/ 32 w 67"/>
                    <a:gd name="T87" fmla="*/ 93 h 150"/>
                    <a:gd name="T88" fmla="*/ 32 w 67"/>
                    <a:gd name="T89" fmla="*/ 96 h 150"/>
                    <a:gd name="T90" fmla="*/ 29 w 67"/>
                    <a:gd name="T91" fmla="*/ 113 h 150"/>
                    <a:gd name="T92" fmla="*/ 29 w 67"/>
                    <a:gd name="T93" fmla="*/ 115 h 150"/>
                    <a:gd name="T94" fmla="*/ 22 w 67"/>
                    <a:gd name="T95" fmla="*/ 122 h 150"/>
                    <a:gd name="T96" fmla="*/ 10 w 67"/>
                    <a:gd name="T97" fmla="*/ 124 h 150"/>
                    <a:gd name="T98" fmla="*/ 15 w 67"/>
                    <a:gd name="T99" fmla="*/ 144 h 150"/>
                    <a:gd name="T100" fmla="*/ 17 w 67"/>
                    <a:gd name="T101" fmla="*/ 150 h 150"/>
                    <a:gd name="T102" fmla="*/ 38 w 67"/>
                    <a:gd name="T103" fmla="*/ 125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67" h="150">
                      <a:moveTo>
                        <a:pt x="39" y="107"/>
                      </a:moveTo>
                      <a:cubicBezTo>
                        <a:pt x="39" y="103"/>
                        <a:pt x="44" y="96"/>
                        <a:pt x="47" y="96"/>
                      </a:cubicBezTo>
                      <a:cubicBezTo>
                        <a:pt x="50" y="96"/>
                        <a:pt x="50" y="96"/>
                        <a:pt x="50" y="96"/>
                      </a:cubicBezTo>
                      <a:cubicBezTo>
                        <a:pt x="51" y="96"/>
                        <a:pt x="51" y="96"/>
                        <a:pt x="51" y="96"/>
                      </a:cubicBezTo>
                      <a:cubicBezTo>
                        <a:pt x="53" y="98"/>
                        <a:pt x="55" y="101"/>
                        <a:pt x="55" y="104"/>
                      </a:cubicBezTo>
                      <a:cubicBezTo>
                        <a:pt x="55" y="108"/>
                        <a:pt x="49" y="112"/>
                        <a:pt x="46" y="114"/>
                      </a:cubicBezTo>
                      <a:cubicBezTo>
                        <a:pt x="45" y="114"/>
                        <a:pt x="45" y="113"/>
                        <a:pt x="43" y="113"/>
                      </a:cubicBezTo>
                      <a:cubicBezTo>
                        <a:pt x="42" y="113"/>
                        <a:pt x="42" y="113"/>
                        <a:pt x="42" y="113"/>
                      </a:cubicBezTo>
                      <a:cubicBezTo>
                        <a:pt x="39" y="109"/>
                        <a:pt x="39" y="109"/>
                        <a:pt x="39" y="109"/>
                      </a:cubicBezTo>
                      <a:cubicBezTo>
                        <a:pt x="39" y="108"/>
                        <a:pt x="39" y="108"/>
                        <a:pt x="39" y="108"/>
                      </a:cubicBezTo>
                      <a:cubicBezTo>
                        <a:pt x="39" y="107"/>
                        <a:pt x="39" y="107"/>
                        <a:pt x="39" y="107"/>
                      </a:cubicBezTo>
                      <a:close/>
                      <a:moveTo>
                        <a:pt x="21" y="78"/>
                      </a:moveTo>
                      <a:cubicBezTo>
                        <a:pt x="21" y="77"/>
                        <a:pt x="25" y="73"/>
                        <a:pt x="26" y="73"/>
                      </a:cubicBezTo>
                      <a:cubicBezTo>
                        <a:pt x="27" y="73"/>
                        <a:pt x="27" y="73"/>
                        <a:pt x="29" y="73"/>
                      </a:cubicBezTo>
                      <a:cubicBezTo>
                        <a:pt x="30" y="73"/>
                        <a:pt x="30" y="73"/>
                        <a:pt x="30" y="73"/>
                      </a:cubicBezTo>
                      <a:cubicBezTo>
                        <a:pt x="32" y="74"/>
                        <a:pt x="32" y="74"/>
                        <a:pt x="32" y="74"/>
                      </a:cubicBezTo>
                      <a:cubicBezTo>
                        <a:pt x="32" y="76"/>
                        <a:pt x="32" y="76"/>
                        <a:pt x="32" y="76"/>
                      </a:cubicBezTo>
                      <a:cubicBezTo>
                        <a:pt x="32" y="77"/>
                        <a:pt x="32" y="77"/>
                        <a:pt x="32" y="77"/>
                      </a:cubicBezTo>
                      <a:cubicBezTo>
                        <a:pt x="32" y="78"/>
                        <a:pt x="32" y="78"/>
                        <a:pt x="32" y="78"/>
                      </a:cubicBezTo>
                      <a:cubicBezTo>
                        <a:pt x="32" y="79"/>
                        <a:pt x="32" y="79"/>
                        <a:pt x="32" y="79"/>
                      </a:cubicBezTo>
                      <a:cubicBezTo>
                        <a:pt x="31" y="82"/>
                        <a:pt x="29" y="83"/>
                        <a:pt x="25" y="83"/>
                      </a:cubicBezTo>
                      <a:cubicBezTo>
                        <a:pt x="23" y="83"/>
                        <a:pt x="21" y="81"/>
                        <a:pt x="21" y="78"/>
                      </a:cubicBezTo>
                      <a:close/>
                      <a:moveTo>
                        <a:pt x="38" y="125"/>
                      </a:moveTo>
                      <a:cubicBezTo>
                        <a:pt x="43" y="122"/>
                        <a:pt x="47" y="120"/>
                        <a:pt x="53" y="118"/>
                      </a:cubicBezTo>
                      <a:cubicBezTo>
                        <a:pt x="57" y="116"/>
                        <a:pt x="57" y="116"/>
                        <a:pt x="60" y="114"/>
                      </a:cubicBezTo>
                      <a:cubicBezTo>
                        <a:pt x="64" y="111"/>
                        <a:pt x="63" y="110"/>
                        <a:pt x="66" y="108"/>
                      </a:cubicBezTo>
                      <a:cubicBezTo>
                        <a:pt x="67" y="104"/>
                        <a:pt x="67" y="104"/>
                        <a:pt x="67" y="104"/>
                      </a:cubicBezTo>
                      <a:cubicBezTo>
                        <a:pt x="64" y="100"/>
                        <a:pt x="64" y="101"/>
                        <a:pt x="60" y="98"/>
                      </a:cubicBezTo>
                      <a:cubicBezTo>
                        <a:pt x="58" y="96"/>
                        <a:pt x="55" y="95"/>
                        <a:pt x="54" y="92"/>
                      </a:cubicBezTo>
                      <a:cubicBezTo>
                        <a:pt x="53" y="88"/>
                        <a:pt x="53" y="84"/>
                        <a:pt x="51" y="82"/>
                      </a:cubicBezTo>
                      <a:cubicBezTo>
                        <a:pt x="49" y="79"/>
                        <a:pt x="47" y="77"/>
                        <a:pt x="47" y="73"/>
                      </a:cubicBezTo>
                      <a:cubicBezTo>
                        <a:pt x="47" y="72"/>
                        <a:pt x="47" y="72"/>
                        <a:pt x="47" y="71"/>
                      </a:cubicBezTo>
                      <a:cubicBezTo>
                        <a:pt x="49" y="67"/>
                        <a:pt x="47" y="67"/>
                        <a:pt x="53" y="64"/>
                      </a:cubicBezTo>
                      <a:cubicBezTo>
                        <a:pt x="55" y="64"/>
                        <a:pt x="60" y="60"/>
                        <a:pt x="60" y="58"/>
                      </a:cubicBezTo>
                      <a:cubicBezTo>
                        <a:pt x="60" y="55"/>
                        <a:pt x="60" y="55"/>
                        <a:pt x="60" y="55"/>
                      </a:cubicBezTo>
                      <a:cubicBezTo>
                        <a:pt x="60" y="53"/>
                        <a:pt x="56" y="51"/>
                        <a:pt x="53" y="52"/>
                      </a:cubicBezTo>
                      <a:cubicBezTo>
                        <a:pt x="47" y="52"/>
                        <a:pt x="47" y="52"/>
                        <a:pt x="47" y="52"/>
                      </a:cubicBezTo>
                      <a:cubicBezTo>
                        <a:pt x="46" y="52"/>
                        <a:pt x="45" y="51"/>
                        <a:pt x="44" y="50"/>
                      </a:cubicBezTo>
                      <a:cubicBezTo>
                        <a:pt x="44" y="47"/>
                        <a:pt x="44" y="47"/>
                        <a:pt x="44" y="47"/>
                      </a:cubicBezTo>
                      <a:cubicBezTo>
                        <a:pt x="44" y="44"/>
                        <a:pt x="47" y="41"/>
                        <a:pt x="48" y="38"/>
                      </a:cubicBezTo>
                      <a:cubicBezTo>
                        <a:pt x="49" y="34"/>
                        <a:pt x="50" y="33"/>
                        <a:pt x="53" y="30"/>
                      </a:cubicBezTo>
                      <a:cubicBezTo>
                        <a:pt x="56" y="27"/>
                        <a:pt x="66" y="22"/>
                        <a:pt x="66" y="17"/>
                      </a:cubicBezTo>
                      <a:cubicBezTo>
                        <a:pt x="66" y="14"/>
                        <a:pt x="66" y="14"/>
                        <a:pt x="66" y="14"/>
                      </a:cubicBezTo>
                      <a:cubicBezTo>
                        <a:pt x="66" y="13"/>
                        <a:pt x="66" y="13"/>
                        <a:pt x="66" y="13"/>
                      </a:cubicBezTo>
                      <a:cubicBezTo>
                        <a:pt x="65" y="10"/>
                        <a:pt x="62" y="0"/>
                        <a:pt x="58" y="0"/>
                      </a:cubicBezTo>
                      <a:cubicBezTo>
                        <a:pt x="57" y="0"/>
                        <a:pt x="57" y="0"/>
                        <a:pt x="56" y="1"/>
                      </a:cubicBezTo>
                      <a:cubicBezTo>
                        <a:pt x="56" y="3"/>
                        <a:pt x="55" y="3"/>
                        <a:pt x="55" y="5"/>
                      </a:cubicBezTo>
                      <a:cubicBezTo>
                        <a:pt x="55" y="7"/>
                        <a:pt x="55" y="7"/>
                        <a:pt x="55" y="7"/>
                      </a:cubicBezTo>
                      <a:cubicBezTo>
                        <a:pt x="55" y="11"/>
                        <a:pt x="53" y="15"/>
                        <a:pt x="51" y="18"/>
                      </a:cubicBezTo>
                      <a:cubicBezTo>
                        <a:pt x="50" y="18"/>
                        <a:pt x="50" y="18"/>
                        <a:pt x="50" y="18"/>
                      </a:cubicBezTo>
                      <a:cubicBezTo>
                        <a:pt x="48" y="18"/>
                        <a:pt x="48" y="18"/>
                        <a:pt x="47" y="19"/>
                      </a:cubicBezTo>
                      <a:cubicBezTo>
                        <a:pt x="42" y="15"/>
                        <a:pt x="42" y="15"/>
                        <a:pt x="42" y="15"/>
                      </a:cubicBezTo>
                      <a:cubicBezTo>
                        <a:pt x="41" y="15"/>
                        <a:pt x="41" y="15"/>
                        <a:pt x="41" y="15"/>
                      </a:cubicBezTo>
                      <a:cubicBezTo>
                        <a:pt x="40" y="15"/>
                        <a:pt x="40" y="15"/>
                        <a:pt x="40" y="15"/>
                      </a:cubicBezTo>
                      <a:cubicBezTo>
                        <a:pt x="39" y="15"/>
                        <a:pt x="38" y="16"/>
                        <a:pt x="38" y="17"/>
                      </a:cubicBezTo>
                      <a:cubicBezTo>
                        <a:pt x="38" y="19"/>
                        <a:pt x="41" y="22"/>
                        <a:pt x="41" y="26"/>
                      </a:cubicBezTo>
                      <a:cubicBezTo>
                        <a:pt x="41" y="29"/>
                        <a:pt x="41" y="29"/>
                        <a:pt x="41" y="29"/>
                      </a:cubicBezTo>
                      <a:cubicBezTo>
                        <a:pt x="41" y="30"/>
                        <a:pt x="41" y="30"/>
                        <a:pt x="41" y="30"/>
                      </a:cubicBezTo>
                      <a:cubicBezTo>
                        <a:pt x="38" y="33"/>
                        <a:pt x="38" y="33"/>
                        <a:pt x="38" y="33"/>
                      </a:cubicBezTo>
                      <a:cubicBezTo>
                        <a:pt x="37" y="33"/>
                        <a:pt x="37" y="33"/>
                        <a:pt x="37" y="33"/>
                      </a:cubicBezTo>
                      <a:cubicBezTo>
                        <a:pt x="35" y="33"/>
                        <a:pt x="35" y="34"/>
                        <a:pt x="34" y="34"/>
                      </a:cubicBezTo>
                      <a:cubicBezTo>
                        <a:pt x="32" y="33"/>
                        <a:pt x="31" y="31"/>
                        <a:pt x="30" y="29"/>
                      </a:cubicBezTo>
                      <a:cubicBezTo>
                        <a:pt x="24" y="29"/>
                        <a:pt x="30" y="41"/>
                        <a:pt x="19" y="45"/>
                      </a:cubicBezTo>
                      <a:cubicBezTo>
                        <a:pt x="16" y="46"/>
                        <a:pt x="12" y="48"/>
                        <a:pt x="9" y="50"/>
                      </a:cubicBezTo>
                      <a:cubicBezTo>
                        <a:pt x="6" y="51"/>
                        <a:pt x="1" y="53"/>
                        <a:pt x="0" y="55"/>
                      </a:cubicBezTo>
                      <a:cubicBezTo>
                        <a:pt x="1" y="58"/>
                        <a:pt x="1" y="57"/>
                        <a:pt x="4" y="59"/>
                      </a:cubicBezTo>
                      <a:cubicBezTo>
                        <a:pt x="6" y="59"/>
                        <a:pt x="6" y="59"/>
                        <a:pt x="6" y="59"/>
                      </a:cubicBezTo>
                      <a:cubicBezTo>
                        <a:pt x="10" y="59"/>
                        <a:pt x="20" y="51"/>
                        <a:pt x="23" y="51"/>
                      </a:cubicBezTo>
                      <a:cubicBezTo>
                        <a:pt x="25" y="51"/>
                        <a:pt x="24" y="51"/>
                        <a:pt x="27" y="52"/>
                      </a:cubicBezTo>
                      <a:cubicBezTo>
                        <a:pt x="29" y="54"/>
                        <a:pt x="29" y="55"/>
                        <a:pt x="30" y="58"/>
                      </a:cubicBezTo>
                      <a:cubicBezTo>
                        <a:pt x="30" y="59"/>
                        <a:pt x="30" y="59"/>
                        <a:pt x="30" y="59"/>
                      </a:cubicBezTo>
                      <a:cubicBezTo>
                        <a:pt x="30" y="62"/>
                        <a:pt x="28" y="64"/>
                        <a:pt x="26" y="65"/>
                      </a:cubicBezTo>
                      <a:cubicBezTo>
                        <a:pt x="21" y="64"/>
                        <a:pt x="21" y="64"/>
                        <a:pt x="21" y="64"/>
                      </a:cubicBezTo>
                      <a:cubicBezTo>
                        <a:pt x="20" y="64"/>
                        <a:pt x="20" y="64"/>
                        <a:pt x="19" y="64"/>
                      </a:cubicBezTo>
                      <a:cubicBezTo>
                        <a:pt x="18" y="64"/>
                        <a:pt x="18" y="64"/>
                        <a:pt x="18" y="64"/>
                      </a:cubicBezTo>
                      <a:cubicBezTo>
                        <a:pt x="16" y="67"/>
                        <a:pt x="16" y="67"/>
                        <a:pt x="16" y="67"/>
                      </a:cubicBezTo>
                      <a:cubicBezTo>
                        <a:pt x="16" y="68"/>
                        <a:pt x="16" y="68"/>
                        <a:pt x="16" y="68"/>
                      </a:cubicBezTo>
                      <a:cubicBezTo>
                        <a:pt x="16" y="72"/>
                        <a:pt x="16" y="72"/>
                        <a:pt x="16" y="72"/>
                      </a:cubicBezTo>
                      <a:cubicBezTo>
                        <a:pt x="16" y="78"/>
                        <a:pt x="13" y="85"/>
                        <a:pt x="11" y="90"/>
                      </a:cubicBezTo>
                      <a:cubicBezTo>
                        <a:pt x="9" y="94"/>
                        <a:pt x="3" y="100"/>
                        <a:pt x="3" y="105"/>
                      </a:cubicBezTo>
                      <a:cubicBezTo>
                        <a:pt x="3" y="106"/>
                        <a:pt x="4" y="109"/>
                        <a:pt x="5" y="110"/>
                      </a:cubicBezTo>
                      <a:cubicBezTo>
                        <a:pt x="6" y="110"/>
                        <a:pt x="6" y="110"/>
                        <a:pt x="6" y="110"/>
                      </a:cubicBezTo>
                      <a:cubicBezTo>
                        <a:pt x="7" y="110"/>
                        <a:pt x="7" y="110"/>
                        <a:pt x="7" y="110"/>
                      </a:cubicBezTo>
                      <a:cubicBezTo>
                        <a:pt x="9" y="110"/>
                        <a:pt x="8" y="110"/>
                        <a:pt x="9" y="111"/>
                      </a:cubicBezTo>
                      <a:cubicBezTo>
                        <a:pt x="11" y="109"/>
                        <a:pt x="15" y="101"/>
                        <a:pt x="15" y="98"/>
                      </a:cubicBezTo>
                      <a:cubicBezTo>
                        <a:pt x="17" y="94"/>
                        <a:pt x="20" y="89"/>
                        <a:pt x="24" y="89"/>
                      </a:cubicBezTo>
                      <a:cubicBezTo>
                        <a:pt x="25" y="89"/>
                        <a:pt x="25" y="89"/>
                        <a:pt x="26" y="88"/>
                      </a:cubicBezTo>
                      <a:cubicBezTo>
                        <a:pt x="28" y="90"/>
                        <a:pt x="32" y="90"/>
                        <a:pt x="32" y="93"/>
                      </a:cubicBezTo>
                      <a:cubicBezTo>
                        <a:pt x="32" y="94"/>
                        <a:pt x="32" y="94"/>
                        <a:pt x="32" y="94"/>
                      </a:cubicBezTo>
                      <a:cubicBezTo>
                        <a:pt x="32" y="96"/>
                        <a:pt x="32" y="96"/>
                        <a:pt x="32" y="96"/>
                      </a:cubicBezTo>
                      <a:cubicBezTo>
                        <a:pt x="28" y="102"/>
                        <a:pt x="25" y="101"/>
                        <a:pt x="23" y="104"/>
                      </a:cubicBezTo>
                      <a:cubicBezTo>
                        <a:pt x="26" y="109"/>
                        <a:pt x="27" y="108"/>
                        <a:pt x="29" y="113"/>
                      </a:cubicBezTo>
                      <a:cubicBezTo>
                        <a:pt x="29" y="114"/>
                        <a:pt x="29" y="114"/>
                        <a:pt x="29" y="114"/>
                      </a:cubicBezTo>
                      <a:cubicBezTo>
                        <a:pt x="29" y="115"/>
                        <a:pt x="29" y="115"/>
                        <a:pt x="29" y="115"/>
                      </a:cubicBezTo>
                      <a:cubicBezTo>
                        <a:pt x="29" y="116"/>
                        <a:pt x="29" y="116"/>
                        <a:pt x="29" y="116"/>
                      </a:cubicBezTo>
                      <a:cubicBezTo>
                        <a:pt x="28" y="119"/>
                        <a:pt x="26" y="123"/>
                        <a:pt x="22" y="122"/>
                      </a:cubicBezTo>
                      <a:cubicBezTo>
                        <a:pt x="15" y="122"/>
                        <a:pt x="15" y="122"/>
                        <a:pt x="15" y="122"/>
                      </a:cubicBezTo>
                      <a:cubicBezTo>
                        <a:pt x="14" y="122"/>
                        <a:pt x="11" y="124"/>
                        <a:pt x="10" y="124"/>
                      </a:cubicBezTo>
                      <a:cubicBezTo>
                        <a:pt x="13" y="127"/>
                        <a:pt x="23" y="129"/>
                        <a:pt x="23" y="133"/>
                      </a:cubicBezTo>
                      <a:cubicBezTo>
                        <a:pt x="23" y="137"/>
                        <a:pt x="18" y="142"/>
                        <a:pt x="15" y="144"/>
                      </a:cubicBezTo>
                      <a:cubicBezTo>
                        <a:pt x="15" y="150"/>
                        <a:pt x="15" y="150"/>
                        <a:pt x="15" y="150"/>
                      </a:cubicBezTo>
                      <a:cubicBezTo>
                        <a:pt x="17" y="150"/>
                        <a:pt x="17" y="150"/>
                        <a:pt x="17" y="150"/>
                      </a:cubicBezTo>
                      <a:cubicBezTo>
                        <a:pt x="20" y="150"/>
                        <a:pt x="27" y="141"/>
                        <a:pt x="29" y="139"/>
                      </a:cubicBezTo>
                      <a:cubicBezTo>
                        <a:pt x="33" y="135"/>
                        <a:pt x="34" y="129"/>
                        <a:pt x="38" y="12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2" name="iSļïḑé"/>
                <p:cNvSpPr/>
                <p:nvPr/>
              </p:nvSpPr>
              <p:spPr bwMode="auto">
                <a:xfrm>
                  <a:off x="4422776" y="3106738"/>
                  <a:ext cx="412750" cy="596900"/>
                </a:xfrm>
                <a:custGeom>
                  <a:avLst/>
                  <a:gdLst>
                    <a:gd name="T0" fmla="*/ 63 w 125"/>
                    <a:gd name="T1" fmla="*/ 83 h 179"/>
                    <a:gd name="T2" fmla="*/ 69 w 125"/>
                    <a:gd name="T3" fmla="*/ 84 h 179"/>
                    <a:gd name="T4" fmla="*/ 71 w 125"/>
                    <a:gd name="T5" fmla="*/ 95 h 179"/>
                    <a:gd name="T6" fmla="*/ 56 w 125"/>
                    <a:gd name="T7" fmla="*/ 91 h 179"/>
                    <a:gd name="T8" fmla="*/ 77 w 125"/>
                    <a:gd name="T9" fmla="*/ 77 h 179"/>
                    <a:gd name="T10" fmla="*/ 90 w 125"/>
                    <a:gd name="T11" fmla="*/ 82 h 179"/>
                    <a:gd name="T12" fmla="*/ 93 w 125"/>
                    <a:gd name="T13" fmla="*/ 96 h 179"/>
                    <a:gd name="T14" fmla="*/ 88 w 125"/>
                    <a:gd name="T15" fmla="*/ 106 h 179"/>
                    <a:gd name="T16" fmla="*/ 75 w 125"/>
                    <a:gd name="T17" fmla="*/ 89 h 179"/>
                    <a:gd name="T18" fmla="*/ 91 w 125"/>
                    <a:gd name="T19" fmla="*/ 29 h 179"/>
                    <a:gd name="T20" fmla="*/ 95 w 125"/>
                    <a:gd name="T21" fmla="*/ 4 h 179"/>
                    <a:gd name="T22" fmla="*/ 92 w 125"/>
                    <a:gd name="T23" fmla="*/ 0 h 179"/>
                    <a:gd name="T24" fmla="*/ 86 w 125"/>
                    <a:gd name="T25" fmla="*/ 0 h 179"/>
                    <a:gd name="T26" fmla="*/ 80 w 125"/>
                    <a:gd name="T27" fmla="*/ 7 h 179"/>
                    <a:gd name="T28" fmla="*/ 83 w 125"/>
                    <a:gd name="T29" fmla="*/ 30 h 179"/>
                    <a:gd name="T30" fmla="*/ 86 w 125"/>
                    <a:gd name="T31" fmla="*/ 50 h 179"/>
                    <a:gd name="T32" fmla="*/ 46 w 125"/>
                    <a:gd name="T33" fmla="*/ 84 h 179"/>
                    <a:gd name="T34" fmla="*/ 0 w 125"/>
                    <a:gd name="T35" fmla="*/ 99 h 179"/>
                    <a:gd name="T36" fmla="*/ 13 w 125"/>
                    <a:gd name="T37" fmla="*/ 108 h 179"/>
                    <a:gd name="T38" fmla="*/ 30 w 125"/>
                    <a:gd name="T39" fmla="*/ 100 h 179"/>
                    <a:gd name="T40" fmla="*/ 47 w 125"/>
                    <a:gd name="T41" fmla="*/ 92 h 179"/>
                    <a:gd name="T42" fmla="*/ 51 w 125"/>
                    <a:gd name="T43" fmla="*/ 109 h 179"/>
                    <a:gd name="T44" fmla="*/ 50 w 125"/>
                    <a:gd name="T45" fmla="*/ 118 h 179"/>
                    <a:gd name="T46" fmla="*/ 54 w 125"/>
                    <a:gd name="T47" fmla="*/ 125 h 179"/>
                    <a:gd name="T48" fmla="*/ 62 w 125"/>
                    <a:gd name="T49" fmla="*/ 119 h 179"/>
                    <a:gd name="T50" fmla="*/ 62 w 125"/>
                    <a:gd name="T51" fmla="*/ 113 h 179"/>
                    <a:gd name="T52" fmla="*/ 78 w 125"/>
                    <a:gd name="T53" fmla="*/ 111 h 179"/>
                    <a:gd name="T54" fmla="*/ 78 w 125"/>
                    <a:gd name="T55" fmla="*/ 113 h 179"/>
                    <a:gd name="T56" fmla="*/ 78 w 125"/>
                    <a:gd name="T57" fmla="*/ 118 h 179"/>
                    <a:gd name="T58" fmla="*/ 46 w 125"/>
                    <a:gd name="T59" fmla="*/ 147 h 179"/>
                    <a:gd name="T60" fmla="*/ 28 w 125"/>
                    <a:gd name="T61" fmla="*/ 158 h 179"/>
                    <a:gd name="T62" fmla="*/ 1 w 125"/>
                    <a:gd name="T63" fmla="*/ 170 h 179"/>
                    <a:gd name="T64" fmla="*/ 14 w 125"/>
                    <a:gd name="T65" fmla="*/ 178 h 179"/>
                    <a:gd name="T66" fmla="*/ 20 w 125"/>
                    <a:gd name="T67" fmla="*/ 179 h 179"/>
                    <a:gd name="T68" fmla="*/ 22 w 125"/>
                    <a:gd name="T69" fmla="*/ 179 h 179"/>
                    <a:gd name="T70" fmla="*/ 38 w 125"/>
                    <a:gd name="T71" fmla="*/ 169 h 179"/>
                    <a:gd name="T72" fmla="*/ 61 w 125"/>
                    <a:gd name="T73" fmla="*/ 150 h 179"/>
                    <a:gd name="T74" fmla="*/ 79 w 125"/>
                    <a:gd name="T75" fmla="*/ 135 h 179"/>
                    <a:gd name="T76" fmla="*/ 96 w 125"/>
                    <a:gd name="T77" fmla="*/ 119 h 179"/>
                    <a:gd name="T78" fmla="*/ 106 w 125"/>
                    <a:gd name="T79" fmla="*/ 149 h 179"/>
                    <a:gd name="T80" fmla="*/ 125 w 125"/>
                    <a:gd name="T81" fmla="*/ 152 h 179"/>
                    <a:gd name="T82" fmla="*/ 116 w 125"/>
                    <a:gd name="T83" fmla="*/ 120 h 179"/>
                    <a:gd name="T84" fmla="*/ 115 w 125"/>
                    <a:gd name="T85" fmla="*/ 125 h 179"/>
                    <a:gd name="T86" fmla="*/ 109 w 125"/>
                    <a:gd name="T87" fmla="*/ 129 h 179"/>
                    <a:gd name="T88" fmla="*/ 97 w 125"/>
                    <a:gd name="T89" fmla="*/ 92 h 179"/>
                    <a:gd name="T90" fmla="*/ 94 w 125"/>
                    <a:gd name="T91" fmla="*/ 76 h 179"/>
                    <a:gd name="T92" fmla="*/ 110 w 125"/>
                    <a:gd name="T93" fmla="*/ 60 h 179"/>
                    <a:gd name="T94" fmla="*/ 105 w 125"/>
                    <a:gd name="T95" fmla="*/ 57 h 179"/>
                    <a:gd name="T96" fmla="*/ 101 w 125"/>
                    <a:gd name="T97" fmla="*/ 59 h 179"/>
                    <a:gd name="T98" fmla="*/ 91 w 125"/>
                    <a:gd name="T99" fmla="*/ 54 h 179"/>
                    <a:gd name="T100" fmla="*/ 91 w 125"/>
                    <a:gd name="T101" fmla="*/ 29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25" h="179">
                      <a:moveTo>
                        <a:pt x="56" y="91"/>
                      </a:moveTo>
                      <a:cubicBezTo>
                        <a:pt x="56" y="87"/>
                        <a:pt x="60" y="85"/>
                        <a:pt x="63" y="83"/>
                      </a:cubicBezTo>
                      <a:cubicBezTo>
                        <a:pt x="64" y="83"/>
                        <a:pt x="64" y="83"/>
                        <a:pt x="64" y="83"/>
                      </a:cubicBezTo>
                      <a:cubicBezTo>
                        <a:pt x="67" y="83"/>
                        <a:pt x="67" y="84"/>
                        <a:pt x="69" y="84"/>
                      </a:cubicBezTo>
                      <a:cubicBezTo>
                        <a:pt x="71" y="94"/>
                        <a:pt x="71" y="94"/>
                        <a:pt x="71" y="94"/>
                      </a:cubicBezTo>
                      <a:cubicBezTo>
                        <a:pt x="71" y="95"/>
                        <a:pt x="71" y="95"/>
                        <a:pt x="71" y="95"/>
                      </a:cubicBezTo>
                      <a:cubicBezTo>
                        <a:pt x="68" y="100"/>
                        <a:pt x="68" y="99"/>
                        <a:pt x="63" y="101"/>
                      </a:cubicBezTo>
                      <a:cubicBezTo>
                        <a:pt x="61" y="99"/>
                        <a:pt x="56" y="95"/>
                        <a:pt x="56" y="91"/>
                      </a:cubicBezTo>
                      <a:close/>
                      <a:moveTo>
                        <a:pt x="72" y="83"/>
                      </a:moveTo>
                      <a:cubicBezTo>
                        <a:pt x="74" y="79"/>
                        <a:pt x="73" y="79"/>
                        <a:pt x="77" y="77"/>
                      </a:cubicBezTo>
                      <a:cubicBezTo>
                        <a:pt x="79" y="75"/>
                        <a:pt x="82" y="75"/>
                        <a:pt x="83" y="73"/>
                      </a:cubicBezTo>
                      <a:cubicBezTo>
                        <a:pt x="88" y="76"/>
                        <a:pt x="89" y="76"/>
                        <a:pt x="90" y="82"/>
                      </a:cubicBezTo>
                      <a:cubicBezTo>
                        <a:pt x="92" y="95"/>
                        <a:pt x="92" y="95"/>
                        <a:pt x="92" y="95"/>
                      </a:cubicBezTo>
                      <a:cubicBezTo>
                        <a:pt x="93" y="96"/>
                        <a:pt x="93" y="96"/>
                        <a:pt x="93" y="96"/>
                      </a:cubicBezTo>
                      <a:cubicBezTo>
                        <a:pt x="94" y="99"/>
                        <a:pt x="94" y="99"/>
                        <a:pt x="94" y="99"/>
                      </a:cubicBezTo>
                      <a:cubicBezTo>
                        <a:pt x="91" y="105"/>
                        <a:pt x="93" y="103"/>
                        <a:pt x="88" y="106"/>
                      </a:cubicBezTo>
                      <a:cubicBezTo>
                        <a:pt x="83" y="101"/>
                        <a:pt x="82" y="101"/>
                        <a:pt x="79" y="95"/>
                      </a:cubicBezTo>
                      <a:cubicBezTo>
                        <a:pt x="77" y="93"/>
                        <a:pt x="77" y="91"/>
                        <a:pt x="75" y="89"/>
                      </a:cubicBezTo>
                      <a:cubicBezTo>
                        <a:pt x="73" y="87"/>
                        <a:pt x="73" y="86"/>
                        <a:pt x="72" y="83"/>
                      </a:cubicBezTo>
                      <a:close/>
                      <a:moveTo>
                        <a:pt x="91" y="29"/>
                      </a:moveTo>
                      <a:cubicBezTo>
                        <a:pt x="91" y="22"/>
                        <a:pt x="95" y="12"/>
                        <a:pt x="95" y="4"/>
                      </a:cubicBezTo>
                      <a:cubicBezTo>
                        <a:pt x="95" y="4"/>
                        <a:pt x="95" y="4"/>
                        <a:pt x="95" y="4"/>
                      </a:cubicBezTo>
                      <a:cubicBezTo>
                        <a:pt x="95" y="3"/>
                        <a:pt x="95" y="3"/>
                        <a:pt x="95" y="3"/>
                      </a:cubicBezTo>
                      <a:cubicBezTo>
                        <a:pt x="93" y="0"/>
                        <a:pt x="95" y="1"/>
                        <a:pt x="92" y="0"/>
                      </a:cubicBezTo>
                      <a:cubicBezTo>
                        <a:pt x="91" y="0"/>
                        <a:pt x="91" y="0"/>
                        <a:pt x="91" y="0"/>
                      </a:cubicBezTo>
                      <a:cubicBezTo>
                        <a:pt x="86" y="0"/>
                        <a:pt x="86" y="0"/>
                        <a:pt x="86" y="0"/>
                      </a:cubicBezTo>
                      <a:cubicBezTo>
                        <a:pt x="85" y="0"/>
                        <a:pt x="85" y="0"/>
                        <a:pt x="85" y="0"/>
                      </a:cubicBezTo>
                      <a:cubicBezTo>
                        <a:pt x="82" y="1"/>
                        <a:pt x="80" y="4"/>
                        <a:pt x="80" y="7"/>
                      </a:cubicBezTo>
                      <a:cubicBezTo>
                        <a:pt x="83" y="30"/>
                        <a:pt x="83" y="30"/>
                        <a:pt x="83" y="30"/>
                      </a:cubicBezTo>
                      <a:cubicBezTo>
                        <a:pt x="83" y="30"/>
                        <a:pt x="83" y="30"/>
                        <a:pt x="83" y="30"/>
                      </a:cubicBezTo>
                      <a:cubicBezTo>
                        <a:pt x="83" y="38"/>
                        <a:pt x="86" y="44"/>
                        <a:pt x="86" y="49"/>
                      </a:cubicBezTo>
                      <a:cubicBezTo>
                        <a:pt x="86" y="50"/>
                        <a:pt x="86" y="50"/>
                        <a:pt x="86" y="50"/>
                      </a:cubicBezTo>
                      <a:cubicBezTo>
                        <a:pt x="87" y="62"/>
                        <a:pt x="87" y="62"/>
                        <a:pt x="87" y="62"/>
                      </a:cubicBezTo>
                      <a:cubicBezTo>
                        <a:pt x="87" y="68"/>
                        <a:pt x="52" y="81"/>
                        <a:pt x="46" y="84"/>
                      </a:cubicBezTo>
                      <a:cubicBezTo>
                        <a:pt x="39" y="87"/>
                        <a:pt x="31" y="89"/>
                        <a:pt x="23" y="92"/>
                      </a:cubicBezTo>
                      <a:cubicBezTo>
                        <a:pt x="20" y="94"/>
                        <a:pt x="0" y="96"/>
                        <a:pt x="0" y="99"/>
                      </a:cubicBezTo>
                      <a:cubicBezTo>
                        <a:pt x="0" y="101"/>
                        <a:pt x="9" y="108"/>
                        <a:pt x="11" y="108"/>
                      </a:cubicBezTo>
                      <a:cubicBezTo>
                        <a:pt x="13" y="108"/>
                        <a:pt x="13" y="108"/>
                        <a:pt x="13" y="108"/>
                      </a:cubicBezTo>
                      <a:cubicBezTo>
                        <a:pt x="14" y="108"/>
                        <a:pt x="14" y="108"/>
                        <a:pt x="14" y="108"/>
                      </a:cubicBezTo>
                      <a:cubicBezTo>
                        <a:pt x="20" y="105"/>
                        <a:pt x="24" y="103"/>
                        <a:pt x="30" y="100"/>
                      </a:cubicBezTo>
                      <a:cubicBezTo>
                        <a:pt x="34" y="98"/>
                        <a:pt x="41" y="93"/>
                        <a:pt x="45" y="93"/>
                      </a:cubicBezTo>
                      <a:cubicBezTo>
                        <a:pt x="46" y="93"/>
                        <a:pt x="46" y="93"/>
                        <a:pt x="47" y="92"/>
                      </a:cubicBezTo>
                      <a:cubicBezTo>
                        <a:pt x="49" y="94"/>
                        <a:pt x="52" y="96"/>
                        <a:pt x="51" y="101"/>
                      </a:cubicBezTo>
                      <a:cubicBezTo>
                        <a:pt x="51" y="109"/>
                        <a:pt x="51" y="109"/>
                        <a:pt x="51" y="109"/>
                      </a:cubicBezTo>
                      <a:cubicBezTo>
                        <a:pt x="51" y="110"/>
                        <a:pt x="51" y="110"/>
                        <a:pt x="51" y="110"/>
                      </a:cubicBezTo>
                      <a:cubicBezTo>
                        <a:pt x="50" y="118"/>
                        <a:pt x="50" y="118"/>
                        <a:pt x="50" y="118"/>
                      </a:cubicBezTo>
                      <a:cubicBezTo>
                        <a:pt x="50" y="119"/>
                        <a:pt x="50" y="119"/>
                        <a:pt x="50" y="120"/>
                      </a:cubicBezTo>
                      <a:cubicBezTo>
                        <a:pt x="51" y="123"/>
                        <a:pt x="51" y="123"/>
                        <a:pt x="54" y="125"/>
                      </a:cubicBezTo>
                      <a:cubicBezTo>
                        <a:pt x="56" y="125"/>
                        <a:pt x="56" y="125"/>
                        <a:pt x="56" y="125"/>
                      </a:cubicBezTo>
                      <a:cubicBezTo>
                        <a:pt x="59" y="125"/>
                        <a:pt x="60" y="121"/>
                        <a:pt x="62" y="119"/>
                      </a:cubicBezTo>
                      <a:cubicBezTo>
                        <a:pt x="62" y="118"/>
                        <a:pt x="62" y="118"/>
                        <a:pt x="62" y="118"/>
                      </a:cubicBezTo>
                      <a:cubicBezTo>
                        <a:pt x="62" y="113"/>
                        <a:pt x="62" y="113"/>
                        <a:pt x="62" y="113"/>
                      </a:cubicBezTo>
                      <a:cubicBezTo>
                        <a:pt x="63" y="110"/>
                        <a:pt x="68" y="106"/>
                        <a:pt x="71" y="106"/>
                      </a:cubicBezTo>
                      <a:cubicBezTo>
                        <a:pt x="75" y="106"/>
                        <a:pt x="77" y="109"/>
                        <a:pt x="78" y="111"/>
                      </a:cubicBezTo>
                      <a:cubicBezTo>
                        <a:pt x="78" y="112"/>
                        <a:pt x="78" y="112"/>
                        <a:pt x="78" y="112"/>
                      </a:cubicBezTo>
                      <a:cubicBezTo>
                        <a:pt x="78" y="113"/>
                        <a:pt x="78" y="113"/>
                        <a:pt x="78" y="113"/>
                      </a:cubicBezTo>
                      <a:cubicBezTo>
                        <a:pt x="78" y="115"/>
                        <a:pt x="78" y="115"/>
                        <a:pt x="79" y="116"/>
                      </a:cubicBezTo>
                      <a:cubicBezTo>
                        <a:pt x="78" y="117"/>
                        <a:pt x="78" y="117"/>
                        <a:pt x="78" y="118"/>
                      </a:cubicBezTo>
                      <a:cubicBezTo>
                        <a:pt x="78" y="119"/>
                        <a:pt x="78" y="119"/>
                        <a:pt x="78" y="119"/>
                      </a:cubicBezTo>
                      <a:cubicBezTo>
                        <a:pt x="72" y="130"/>
                        <a:pt x="57" y="140"/>
                        <a:pt x="46" y="147"/>
                      </a:cubicBezTo>
                      <a:cubicBezTo>
                        <a:pt x="44" y="148"/>
                        <a:pt x="40" y="151"/>
                        <a:pt x="37" y="152"/>
                      </a:cubicBezTo>
                      <a:cubicBezTo>
                        <a:pt x="35" y="153"/>
                        <a:pt x="29" y="157"/>
                        <a:pt x="28" y="158"/>
                      </a:cubicBezTo>
                      <a:cubicBezTo>
                        <a:pt x="25" y="161"/>
                        <a:pt x="12" y="165"/>
                        <a:pt x="6" y="165"/>
                      </a:cubicBezTo>
                      <a:cubicBezTo>
                        <a:pt x="4" y="165"/>
                        <a:pt x="2" y="168"/>
                        <a:pt x="1" y="170"/>
                      </a:cubicBezTo>
                      <a:cubicBezTo>
                        <a:pt x="4" y="171"/>
                        <a:pt x="4" y="173"/>
                        <a:pt x="7" y="175"/>
                      </a:cubicBezTo>
                      <a:cubicBezTo>
                        <a:pt x="10" y="176"/>
                        <a:pt x="12" y="176"/>
                        <a:pt x="14" y="178"/>
                      </a:cubicBezTo>
                      <a:cubicBezTo>
                        <a:pt x="18" y="179"/>
                        <a:pt x="18" y="179"/>
                        <a:pt x="18" y="179"/>
                      </a:cubicBezTo>
                      <a:cubicBezTo>
                        <a:pt x="20" y="179"/>
                        <a:pt x="18" y="179"/>
                        <a:pt x="20" y="179"/>
                      </a:cubicBezTo>
                      <a:cubicBezTo>
                        <a:pt x="21" y="179"/>
                        <a:pt x="21" y="179"/>
                        <a:pt x="21" y="179"/>
                      </a:cubicBezTo>
                      <a:cubicBezTo>
                        <a:pt x="22" y="179"/>
                        <a:pt x="22" y="179"/>
                        <a:pt x="22" y="179"/>
                      </a:cubicBezTo>
                      <a:cubicBezTo>
                        <a:pt x="26" y="177"/>
                        <a:pt x="30" y="175"/>
                        <a:pt x="33" y="173"/>
                      </a:cubicBezTo>
                      <a:cubicBezTo>
                        <a:pt x="35" y="171"/>
                        <a:pt x="36" y="170"/>
                        <a:pt x="38" y="169"/>
                      </a:cubicBezTo>
                      <a:cubicBezTo>
                        <a:pt x="39" y="168"/>
                        <a:pt x="43" y="166"/>
                        <a:pt x="43" y="166"/>
                      </a:cubicBezTo>
                      <a:cubicBezTo>
                        <a:pt x="49" y="160"/>
                        <a:pt x="55" y="156"/>
                        <a:pt x="61" y="150"/>
                      </a:cubicBezTo>
                      <a:cubicBezTo>
                        <a:pt x="64" y="148"/>
                        <a:pt x="67" y="145"/>
                        <a:pt x="70" y="143"/>
                      </a:cubicBezTo>
                      <a:cubicBezTo>
                        <a:pt x="73" y="140"/>
                        <a:pt x="76" y="137"/>
                        <a:pt x="79" y="135"/>
                      </a:cubicBezTo>
                      <a:cubicBezTo>
                        <a:pt x="82" y="132"/>
                        <a:pt x="85" y="130"/>
                        <a:pt x="87" y="127"/>
                      </a:cubicBezTo>
                      <a:cubicBezTo>
                        <a:pt x="90" y="124"/>
                        <a:pt x="91" y="119"/>
                        <a:pt x="96" y="119"/>
                      </a:cubicBezTo>
                      <a:cubicBezTo>
                        <a:pt x="98" y="119"/>
                        <a:pt x="100" y="126"/>
                        <a:pt x="100" y="128"/>
                      </a:cubicBezTo>
                      <a:cubicBezTo>
                        <a:pt x="100" y="132"/>
                        <a:pt x="105" y="145"/>
                        <a:pt x="106" y="149"/>
                      </a:cubicBezTo>
                      <a:cubicBezTo>
                        <a:pt x="108" y="155"/>
                        <a:pt x="111" y="165"/>
                        <a:pt x="118" y="165"/>
                      </a:cubicBezTo>
                      <a:cubicBezTo>
                        <a:pt x="119" y="163"/>
                        <a:pt x="125" y="161"/>
                        <a:pt x="125" y="152"/>
                      </a:cubicBezTo>
                      <a:cubicBezTo>
                        <a:pt x="125" y="143"/>
                        <a:pt x="120" y="120"/>
                        <a:pt x="117" y="116"/>
                      </a:cubicBezTo>
                      <a:cubicBezTo>
                        <a:pt x="117" y="118"/>
                        <a:pt x="116" y="118"/>
                        <a:pt x="116" y="120"/>
                      </a:cubicBezTo>
                      <a:cubicBezTo>
                        <a:pt x="116" y="123"/>
                        <a:pt x="115" y="121"/>
                        <a:pt x="115" y="124"/>
                      </a:cubicBezTo>
                      <a:cubicBezTo>
                        <a:pt x="115" y="125"/>
                        <a:pt x="115" y="125"/>
                        <a:pt x="115" y="125"/>
                      </a:cubicBezTo>
                      <a:cubicBezTo>
                        <a:pt x="115" y="126"/>
                        <a:pt x="114" y="129"/>
                        <a:pt x="112" y="129"/>
                      </a:cubicBezTo>
                      <a:cubicBezTo>
                        <a:pt x="109" y="129"/>
                        <a:pt x="109" y="129"/>
                        <a:pt x="109" y="129"/>
                      </a:cubicBezTo>
                      <a:cubicBezTo>
                        <a:pt x="105" y="129"/>
                        <a:pt x="102" y="110"/>
                        <a:pt x="100" y="105"/>
                      </a:cubicBezTo>
                      <a:cubicBezTo>
                        <a:pt x="98" y="101"/>
                        <a:pt x="98" y="97"/>
                        <a:pt x="97" y="92"/>
                      </a:cubicBezTo>
                      <a:cubicBezTo>
                        <a:pt x="96" y="87"/>
                        <a:pt x="94" y="86"/>
                        <a:pt x="94" y="79"/>
                      </a:cubicBezTo>
                      <a:cubicBezTo>
                        <a:pt x="94" y="76"/>
                        <a:pt x="94" y="76"/>
                        <a:pt x="94" y="76"/>
                      </a:cubicBezTo>
                      <a:cubicBezTo>
                        <a:pt x="94" y="65"/>
                        <a:pt x="110" y="67"/>
                        <a:pt x="110" y="61"/>
                      </a:cubicBezTo>
                      <a:cubicBezTo>
                        <a:pt x="110" y="60"/>
                        <a:pt x="110" y="60"/>
                        <a:pt x="110" y="60"/>
                      </a:cubicBezTo>
                      <a:cubicBezTo>
                        <a:pt x="110" y="58"/>
                        <a:pt x="109" y="57"/>
                        <a:pt x="108" y="57"/>
                      </a:cubicBezTo>
                      <a:cubicBezTo>
                        <a:pt x="105" y="57"/>
                        <a:pt x="105" y="57"/>
                        <a:pt x="105" y="57"/>
                      </a:cubicBezTo>
                      <a:cubicBezTo>
                        <a:pt x="104" y="57"/>
                        <a:pt x="104" y="57"/>
                        <a:pt x="104" y="57"/>
                      </a:cubicBezTo>
                      <a:cubicBezTo>
                        <a:pt x="103" y="58"/>
                        <a:pt x="102" y="59"/>
                        <a:pt x="101" y="59"/>
                      </a:cubicBezTo>
                      <a:cubicBezTo>
                        <a:pt x="99" y="60"/>
                        <a:pt x="99" y="59"/>
                        <a:pt x="97" y="60"/>
                      </a:cubicBezTo>
                      <a:cubicBezTo>
                        <a:pt x="95" y="59"/>
                        <a:pt x="91" y="56"/>
                        <a:pt x="91" y="54"/>
                      </a:cubicBezTo>
                      <a:cubicBezTo>
                        <a:pt x="91" y="41"/>
                        <a:pt x="91" y="41"/>
                        <a:pt x="91" y="41"/>
                      </a:cubicBezTo>
                      <a:lnTo>
                        <a:pt x="91" y="29"/>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3" name="íšlïďè"/>
                <p:cNvSpPr/>
                <p:nvPr/>
              </p:nvSpPr>
              <p:spPr bwMode="auto">
                <a:xfrm>
                  <a:off x="5478463" y="3581400"/>
                  <a:ext cx="46038" cy="76200"/>
                </a:xfrm>
                <a:custGeom>
                  <a:avLst/>
                  <a:gdLst>
                    <a:gd name="T0" fmla="*/ 14 w 14"/>
                    <a:gd name="T1" fmla="*/ 15 h 23"/>
                    <a:gd name="T2" fmla="*/ 10 w 14"/>
                    <a:gd name="T3" fmla="*/ 6 h 23"/>
                    <a:gd name="T4" fmla="*/ 3 w 14"/>
                    <a:gd name="T5" fmla="*/ 0 h 23"/>
                    <a:gd name="T6" fmla="*/ 0 w 14"/>
                    <a:gd name="T7" fmla="*/ 3 h 23"/>
                    <a:gd name="T8" fmla="*/ 5 w 14"/>
                    <a:gd name="T9" fmla="*/ 11 h 23"/>
                    <a:gd name="T10" fmla="*/ 5 w 14"/>
                    <a:gd name="T11" fmla="*/ 12 h 23"/>
                    <a:gd name="T12" fmla="*/ 5 w 14"/>
                    <a:gd name="T13" fmla="*/ 14 h 23"/>
                    <a:gd name="T14" fmla="*/ 5 w 14"/>
                    <a:gd name="T15" fmla="*/ 15 h 23"/>
                    <a:gd name="T16" fmla="*/ 2 w 14"/>
                    <a:gd name="T17" fmla="*/ 19 h 23"/>
                    <a:gd name="T18" fmla="*/ 2 w 14"/>
                    <a:gd name="T19" fmla="*/ 22 h 23"/>
                    <a:gd name="T20" fmla="*/ 5 w 14"/>
                    <a:gd name="T21" fmla="*/ 23 h 23"/>
                    <a:gd name="T22" fmla="*/ 6 w 14"/>
                    <a:gd name="T23" fmla="*/ 23 h 23"/>
                    <a:gd name="T24" fmla="*/ 11 w 14"/>
                    <a:gd name="T25" fmla="*/ 20 h 23"/>
                    <a:gd name="T26" fmla="*/ 14 w 14"/>
                    <a:gd name="T27" fmla="*/ 15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4" h="23">
                      <a:moveTo>
                        <a:pt x="14" y="15"/>
                      </a:moveTo>
                      <a:cubicBezTo>
                        <a:pt x="14" y="11"/>
                        <a:pt x="12" y="9"/>
                        <a:pt x="10" y="6"/>
                      </a:cubicBezTo>
                      <a:cubicBezTo>
                        <a:pt x="8" y="5"/>
                        <a:pt x="3" y="1"/>
                        <a:pt x="3" y="0"/>
                      </a:cubicBezTo>
                      <a:cubicBezTo>
                        <a:pt x="0" y="3"/>
                        <a:pt x="0" y="3"/>
                        <a:pt x="0" y="3"/>
                      </a:cubicBezTo>
                      <a:cubicBezTo>
                        <a:pt x="5" y="11"/>
                        <a:pt x="5" y="11"/>
                        <a:pt x="5" y="11"/>
                      </a:cubicBezTo>
                      <a:cubicBezTo>
                        <a:pt x="5" y="12"/>
                        <a:pt x="5" y="12"/>
                        <a:pt x="5" y="12"/>
                      </a:cubicBezTo>
                      <a:cubicBezTo>
                        <a:pt x="5" y="14"/>
                        <a:pt x="5" y="14"/>
                        <a:pt x="5" y="14"/>
                      </a:cubicBezTo>
                      <a:cubicBezTo>
                        <a:pt x="5" y="15"/>
                        <a:pt x="5" y="15"/>
                        <a:pt x="5" y="15"/>
                      </a:cubicBezTo>
                      <a:cubicBezTo>
                        <a:pt x="2" y="19"/>
                        <a:pt x="2" y="19"/>
                        <a:pt x="2" y="19"/>
                      </a:cubicBezTo>
                      <a:cubicBezTo>
                        <a:pt x="2" y="22"/>
                        <a:pt x="2" y="22"/>
                        <a:pt x="2" y="22"/>
                      </a:cubicBezTo>
                      <a:cubicBezTo>
                        <a:pt x="5" y="23"/>
                        <a:pt x="5" y="23"/>
                        <a:pt x="5" y="23"/>
                      </a:cubicBezTo>
                      <a:cubicBezTo>
                        <a:pt x="6" y="23"/>
                        <a:pt x="6" y="23"/>
                        <a:pt x="6" y="23"/>
                      </a:cubicBezTo>
                      <a:cubicBezTo>
                        <a:pt x="7" y="23"/>
                        <a:pt x="11" y="21"/>
                        <a:pt x="11" y="20"/>
                      </a:cubicBezTo>
                      <a:cubicBezTo>
                        <a:pt x="13" y="19"/>
                        <a:pt x="13" y="17"/>
                        <a:pt x="14" y="1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4" name="işḷîḑe"/>
                <p:cNvSpPr/>
                <p:nvPr/>
              </p:nvSpPr>
              <p:spPr bwMode="auto">
                <a:xfrm>
                  <a:off x="6310313" y="3136900"/>
                  <a:ext cx="406400" cy="554038"/>
                </a:xfrm>
                <a:custGeom>
                  <a:avLst/>
                  <a:gdLst>
                    <a:gd name="T0" fmla="*/ 101 w 123"/>
                    <a:gd name="T1" fmla="*/ 9 h 166"/>
                    <a:gd name="T2" fmla="*/ 96 w 123"/>
                    <a:gd name="T3" fmla="*/ 0 h 166"/>
                    <a:gd name="T4" fmla="*/ 76 w 123"/>
                    <a:gd name="T5" fmla="*/ 23 h 166"/>
                    <a:gd name="T6" fmla="*/ 66 w 123"/>
                    <a:gd name="T7" fmla="*/ 20 h 166"/>
                    <a:gd name="T8" fmla="*/ 69 w 123"/>
                    <a:gd name="T9" fmla="*/ 29 h 166"/>
                    <a:gd name="T10" fmla="*/ 64 w 123"/>
                    <a:gd name="T11" fmla="*/ 38 h 166"/>
                    <a:gd name="T12" fmla="*/ 71 w 123"/>
                    <a:gd name="T13" fmla="*/ 37 h 166"/>
                    <a:gd name="T14" fmla="*/ 78 w 123"/>
                    <a:gd name="T15" fmla="*/ 38 h 166"/>
                    <a:gd name="T16" fmla="*/ 104 w 123"/>
                    <a:gd name="T17" fmla="*/ 37 h 166"/>
                    <a:gd name="T18" fmla="*/ 97 w 123"/>
                    <a:gd name="T19" fmla="*/ 43 h 166"/>
                    <a:gd name="T20" fmla="*/ 85 w 123"/>
                    <a:gd name="T21" fmla="*/ 56 h 166"/>
                    <a:gd name="T22" fmla="*/ 78 w 123"/>
                    <a:gd name="T23" fmla="*/ 67 h 166"/>
                    <a:gd name="T24" fmla="*/ 72 w 123"/>
                    <a:gd name="T25" fmla="*/ 62 h 166"/>
                    <a:gd name="T26" fmla="*/ 72 w 123"/>
                    <a:gd name="T27" fmla="*/ 48 h 166"/>
                    <a:gd name="T28" fmla="*/ 63 w 123"/>
                    <a:gd name="T29" fmla="*/ 57 h 166"/>
                    <a:gd name="T30" fmla="*/ 56 w 123"/>
                    <a:gd name="T31" fmla="*/ 57 h 166"/>
                    <a:gd name="T32" fmla="*/ 61 w 123"/>
                    <a:gd name="T33" fmla="*/ 66 h 166"/>
                    <a:gd name="T34" fmla="*/ 59 w 123"/>
                    <a:gd name="T35" fmla="*/ 70 h 166"/>
                    <a:gd name="T36" fmla="*/ 68 w 123"/>
                    <a:gd name="T37" fmla="*/ 74 h 166"/>
                    <a:gd name="T38" fmla="*/ 68 w 123"/>
                    <a:gd name="T39" fmla="*/ 78 h 166"/>
                    <a:gd name="T40" fmla="*/ 40 w 123"/>
                    <a:gd name="T41" fmla="*/ 92 h 166"/>
                    <a:gd name="T42" fmla="*/ 24 w 123"/>
                    <a:gd name="T43" fmla="*/ 99 h 166"/>
                    <a:gd name="T44" fmla="*/ 3 w 123"/>
                    <a:gd name="T45" fmla="*/ 105 h 166"/>
                    <a:gd name="T46" fmla="*/ 2 w 123"/>
                    <a:gd name="T47" fmla="*/ 112 h 166"/>
                    <a:gd name="T48" fmla="*/ 14 w 123"/>
                    <a:gd name="T49" fmla="*/ 120 h 166"/>
                    <a:gd name="T50" fmla="*/ 32 w 123"/>
                    <a:gd name="T51" fmla="*/ 108 h 166"/>
                    <a:gd name="T52" fmla="*/ 55 w 123"/>
                    <a:gd name="T53" fmla="*/ 93 h 166"/>
                    <a:gd name="T54" fmla="*/ 63 w 123"/>
                    <a:gd name="T55" fmla="*/ 89 h 166"/>
                    <a:gd name="T56" fmla="*/ 82 w 123"/>
                    <a:gd name="T57" fmla="*/ 83 h 166"/>
                    <a:gd name="T58" fmla="*/ 82 w 123"/>
                    <a:gd name="T59" fmla="*/ 86 h 166"/>
                    <a:gd name="T60" fmla="*/ 74 w 123"/>
                    <a:gd name="T61" fmla="*/ 97 h 166"/>
                    <a:gd name="T62" fmla="*/ 61 w 123"/>
                    <a:gd name="T63" fmla="*/ 107 h 166"/>
                    <a:gd name="T64" fmla="*/ 64 w 123"/>
                    <a:gd name="T65" fmla="*/ 118 h 166"/>
                    <a:gd name="T66" fmla="*/ 55 w 123"/>
                    <a:gd name="T67" fmla="*/ 126 h 166"/>
                    <a:gd name="T68" fmla="*/ 40 w 123"/>
                    <a:gd name="T69" fmla="*/ 129 h 166"/>
                    <a:gd name="T70" fmla="*/ 30 w 123"/>
                    <a:gd name="T71" fmla="*/ 130 h 166"/>
                    <a:gd name="T72" fmla="*/ 35 w 123"/>
                    <a:gd name="T73" fmla="*/ 141 h 166"/>
                    <a:gd name="T74" fmla="*/ 38 w 123"/>
                    <a:gd name="T75" fmla="*/ 141 h 166"/>
                    <a:gd name="T76" fmla="*/ 56 w 123"/>
                    <a:gd name="T77" fmla="*/ 133 h 166"/>
                    <a:gd name="T78" fmla="*/ 63 w 123"/>
                    <a:gd name="T79" fmla="*/ 141 h 166"/>
                    <a:gd name="T80" fmla="*/ 56 w 123"/>
                    <a:gd name="T81" fmla="*/ 154 h 166"/>
                    <a:gd name="T82" fmla="*/ 53 w 123"/>
                    <a:gd name="T83" fmla="*/ 154 h 166"/>
                    <a:gd name="T84" fmla="*/ 49 w 123"/>
                    <a:gd name="T85" fmla="*/ 154 h 166"/>
                    <a:gd name="T86" fmla="*/ 46 w 123"/>
                    <a:gd name="T87" fmla="*/ 156 h 166"/>
                    <a:gd name="T88" fmla="*/ 56 w 123"/>
                    <a:gd name="T89" fmla="*/ 166 h 166"/>
                    <a:gd name="T90" fmla="*/ 71 w 123"/>
                    <a:gd name="T91" fmla="*/ 160 h 166"/>
                    <a:gd name="T92" fmla="*/ 75 w 123"/>
                    <a:gd name="T93" fmla="*/ 146 h 166"/>
                    <a:gd name="T94" fmla="*/ 80 w 123"/>
                    <a:gd name="T95" fmla="*/ 124 h 166"/>
                    <a:gd name="T96" fmla="*/ 94 w 123"/>
                    <a:gd name="T97" fmla="*/ 120 h 166"/>
                    <a:gd name="T98" fmla="*/ 81 w 123"/>
                    <a:gd name="T99" fmla="*/ 117 h 166"/>
                    <a:gd name="T100" fmla="*/ 72 w 123"/>
                    <a:gd name="T101" fmla="*/ 107 h 166"/>
                    <a:gd name="T102" fmla="*/ 78 w 123"/>
                    <a:gd name="T103" fmla="*/ 96 h 166"/>
                    <a:gd name="T104" fmla="*/ 92 w 123"/>
                    <a:gd name="T105" fmla="*/ 89 h 166"/>
                    <a:gd name="T106" fmla="*/ 102 w 123"/>
                    <a:gd name="T107" fmla="*/ 78 h 166"/>
                    <a:gd name="T108" fmla="*/ 95 w 123"/>
                    <a:gd name="T109" fmla="*/ 61 h 166"/>
                    <a:gd name="T110" fmla="*/ 109 w 123"/>
                    <a:gd name="T111" fmla="*/ 48 h 166"/>
                    <a:gd name="T112" fmla="*/ 116 w 123"/>
                    <a:gd name="T113" fmla="*/ 42 h 166"/>
                    <a:gd name="T114" fmla="*/ 121 w 123"/>
                    <a:gd name="T115" fmla="*/ 32 h 166"/>
                    <a:gd name="T116" fmla="*/ 116 w 123"/>
                    <a:gd name="T117" fmla="*/ 17 h 166"/>
                    <a:gd name="T118" fmla="*/ 104 w 123"/>
                    <a:gd name="T119" fmla="*/ 20 h 166"/>
                    <a:gd name="T120" fmla="*/ 93 w 123"/>
                    <a:gd name="T121" fmla="*/ 21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23" h="166">
                      <a:moveTo>
                        <a:pt x="93" y="21"/>
                      </a:moveTo>
                      <a:cubicBezTo>
                        <a:pt x="94" y="14"/>
                        <a:pt x="98" y="14"/>
                        <a:pt x="101" y="9"/>
                      </a:cubicBezTo>
                      <a:cubicBezTo>
                        <a:pt x="101" y="8"/>
                        <a:pt x="101" y="8"/>
                        <a:pt x="101" y="8"/>
                      </a:cubicBezTo>
                      <a:cubicBezTo>
                        <a:pt x="101" y="5"/>
                        <a:pt x="97" y="1"/>
                        <a:pt x="96" y="0"/>
                      </a:cubicBezTo>
                      <a:cubicBezTo>
                        <a:pt x="89" y="3"/>
                        <a:pt x="91" y="6"/>
                        <a:pt x="88" y="13"/>
                      </a:cubicBezTo>
                      <a:cubicBezTo>
                        <a:pt x="85" y="17"/>
                        <a:pt x="82" y="23"/>
                        <a:pt x="76" y="23"/>
                      </a:cubicBezTo>
                      <a:cubicBezTo>
                        <a:pt x="75" y="23"/>
                        <a:pt x="70" y="18"/>
                        <a:pt x="67" y="17"/>
                      </a:cubicBezTo>
                      <a:cubicBezTo>
                        <a:pt x="66" y="20"/>
                        <a:pt x="66" y="20"/>
                        <a:pt x="66" y="20"/>
                      </a:cubicBezTo>
                      <a:cubicBezTo>
                        <a:pt x="67" y="23"/>
                        <a:pt x="69" y="24"/>
                        <a:pt x="69" y="28"/>
                      </a:cubicBezTo>
                      <a:cubicBezTo>
                        <a:pt x="69" y="29"/>
                        <a:pt x="69" y="29"/>
                        <a:pt x="69" y="29"/>
                      </a:cubicBezTo>
                      <a:cubicBezTo>
                        <a:pt x="69" y="29"/>
                        <a:pt x="63" y="36"/>
                        <a:pt x="62" y="37"/>
                      </a:cubicBezTo>
                      <a:cubicBezTo>
                        <a:pt x="63" y="38"/>
                        <a:pt x="61" y="38"/>
                        <a:pt x="64" y="38"/>
                      </a:cubicBezTo>
                      <a:cubicBezTo>
                        <a:pt x="64" y="38"/>
                        <a:pt x="64" y="38"/>
                        <a:pt x="64" y="38"/>
                      </a:cubicBezTo>
                      <a:cubicBezTo>
                        <a:pt x="71" y="37"/>
                        <a:pt x="71" y="37"/>
                        <a:pt x="71" y="37"/>
                      </a:cubicBezTo>
                      <a:cubicBezTo>
                        <a:pt x="74" y="37"/>
                        <a:pt x="74" y="38"/>
                        <a:pt x="78" y="38"/>
                      </a:cubicBezTo>
                      <a:cubicBezTo>
                        <a:pt x="78" y="38"/>
                        <a:pt x="78" y="38"/>
                        <a:pt x="78" y="38"/>
                      </a:cubicBezTo>
                      <a:cubicBezTo>
                        <a:pt x="79" y="38"/>
                        <a:pt x="84" y="33"/>
                        <a:pt x="91" y="32"/>
                      </a:cubicBezTo>
                      <a:cubicBezTo>
                        <a:pt x="96" y="31"/>
                        <a:pt x="104" y="30"/>
                        <a:pt x="104" y="37"/>
                      </a:cubicBezTo>
                      <a:cubicBezTo>
                        <a:pt x="104" y="39"/>
                        <a:pt x="102" y="41"/>
                        <a:pt x="101" y="43"/>
                      </a:cubicBezTo>
                      <a:cubicBezTo>
                        <a:pt x="98" y="43"/>
                        <a:pt x="99" y="43"/>
                        <a:pt x="97" y="43"/>
                      </a:cubicBezTo>
                      <a:cubicBezTo>
                        <a:pt x="96" y="43"/>
                        <a:pt x="93" y="42"/>
                        <a:pt x="92" y="41"/>
                      </a:cubicBezTo>
                      <a:cubicBezTo>
                        <a:pt x="85" y="46"/>
                        <a:pt x="88" y="49"/>
                        <a:pt x="85" y="56"/>
                      </a:cubicBezTo>
                      <a:cubicBezTo>
                        <a:pt x="84" y="57"/>
                        <a:pt x="81" y="64"/>
                        <a:pt x="81" y="64"/>
                      </a:cubicBezTo>
                      <a:cubicBezTo>
                        <a:pt x="80" y="66"/>
                        <a:pt x="80" y="64"/>
                        <a:pt x="78" y="67"/>
                      </a:cubicBezTo>
                      <a:cubicBezTo>
                        <a:pt x="77" y="70"/>
                        <a:pt x="78" y="68"/>
                        <a:pt x="76" y="70"/>
                      </a:cubicBezTo>
                      <a:cubicBezTo>
                        <a:pt x="74" y="67"/>
                        <a:pt x="72" y="66"/>
                        <a:pt x="72" y="62"/>
                      </a:cubicBezTo>
                      <a:cubicBezTo>
                        <a:pt x="72" y="61"/>
                        <a:pt x="75" y="55"/>
                        <a:pt x="76" y="54"/>
                      </a:cubicBezTo>
                      <a:cubicBezTo>
                        <a:pt x="75" y="51"/>
                        <a:pt x="75" y="48"/>
                        <a:pt x="72" y="48"/>
                      </a:cubicBezTo>
                      <a:cubicBezTo>
                        <a:pt x="71" y="48"/>
                        <a:pt x="70" y="49"/>
                        <a:pt x="70" y="49"/>
                      </a:cubicBezTo>
                      <a:cubicBezTo>
                        <a:pt x="70" y="55"/>
                        <a:pt x="67" y="55"/>
                        <a:pt x="63" y="57"/>
                      </a:cubicBezTo>
                      <a:cubicBezTo>
                        <a:pt x="62" y="56"/>
                        <a:pt x="60" y="55"/>
                        <a:pt x="59" y="55"/>
                      </a:cubicBezTo>
                      <a:cubicBezTo>
                        <a:pt x="58" y="55"/>
                        <a:pt x="56" y="57"/>
                        <a:pt x="56" y="57"/>
                      </a:cubicBezTo>
                      <a:cubicBezTo>
                        <a:pt x="58" y="60"/>
                        <a:pt x="59" y="60"/>
                        <a:pt x="61" y="64"/>
                      </a:cubicBezTo>
                      <a:cubicBezTo>
                        <a:pt x="61" y="66"/>
                        <a:pt x="61" y="66"/>
                        <a:pt x="61" y="66"/>
                      </a:cubicBezTo>
                      <a:cubicBezTo>
                        <a:pt x="61" y="67"/>
                        <a:pt x="61" y="67"/>
                        <a:pt x="61" y="67"/>
                      </a:cubicBezTo>
                      <a:cubicBezTo>
                        <a:pt x="59" y="70"/>
                        <a:pt x="59" y="70"/>
                        <a:pt x="59" y="70"/>
                      </a:cubicBezTo>
                      <a:cubicBezTo>
                        <a:pt x="60" y="71"/>
                        <a:pt x="58" y="71"/>
                        <a:pt x="61" y="71"/>
                      </a:cubicBezTo>
                      <a:cubicBezTo>
                        <a:pt x="64" y="71"/>
                        <a:pt x="66" y="72"/>
                        <a:pt x="68" y="74"/>
                      </a:cubicBezTo>
                      <a:cubicBezTo>
                        <a:pt x="68" y="75"/>
                        <a:pt x="68" y="75"/>
                        <a:pt x="68" y="75"/>
                      </a:cubicBezTo>
                      <a:cubicBezTo>
                        <a:pt x="68" y="78"/>
                        <a:pt x="68" y="78"/>
                        <a:pt x="68" y="78"/>
                      </a:cubicBezTo>
                      <a:cubicBezTo>
                        <a:pt x="68" y="82"/>
                        <a:pt x="58" y="85"/>
                        <a:pt x="55" y="86"/>
                      </a:cubicBezTo>
                      <a:cubicBezTo>
                        <a:pt x="50" y="88"/>
                        <a:pt x="44" y="91"/>
                        <a:pt x="40" y="92"/>
                      </a:cubicBezTo>
                      <a:cubicBezTo>
                        <a:pt x="36" y="94"/>
                        <a:pt x="35" y="94"/>
                        <a:pt x="32" y="96"/>
                      </a:cubicBezTo>
                      <a:cubicBezTo>
                        <a:pt x="29" y="97"/>
                        <a:pt x="27" y="97"/>
                        <a:pt x="24" y="99"/>
                      </a:cubicBezTo>
                      <a:cubicBezTo>
                        <a:pt x="20" y="101"/>
                        <a:pt x="13" y="104"/>
                        <a:pt x="9" y="104"/>
                      </a:cubicBezTo>
                      <a:cubicBezTo>
                        <a:pt x="3" y="105"/>
                        <a:pt x="3" y="105"/>
                        <a:pt x="3" y="105"/>
                      </a:cubicBezTo>
                      <a:cubicBezTo>
                        <a:pt x="1" y="105"/>
                        <a:pt x="1" y="106"/>
                        <a:pt x="0" y="107"/>
                      </a:cubicBezTo>
                      <a:cubicBezTo>
                        <a:pt x="0" y="108"/>
                        <a:pt x="0" y="111"/>
                        <a:pt x="2" y="112"/>
                      </a:cubicBezTo>
                      <a:cubicBezTo>
                        <a:pt x="4" y="114"/>
                        <a:pt x="3" y="114"/>
                        <a:pt x="5" y="115"/>
                      </a:cubicBezTo>
                      <a:cubicBezTo>
                        <a:pt x="6" y="116"/>
                        <a:pt x="12" y="119"/>
                        <a:pt x="14" y="120"/>
                      </a:cubicBezTo>
                      <a:cubicBezTo>
                        <a:pt x="15" y="119"/>
                        <a:pt x="15" y="119"/>
                        <a:pt x="17" y="119"/>
                      </a:cubicBezTo>
                      <a:cubicBezTo>
                        <a:pt x="20" y="119"/>
                        <a:pt x="30" y="110"/>
                        <a:pt x="32" y="108"/>
                      </a:cubicBezTo>
                      <a:cubicBezTo>
                        <a:pt x="36" y="104"/>
                        <a:pt x="42" y="101"/>
                        <a:pt x="47" y="98"/>
                      </a:cubicBezTo>
                      <a:cubicBezTo>
                        <a:pt x="50" y="96"/>
                        <a:pt x="52" y="95"/>
                        <a:pt x="55" y="93"/>
                      </a:cubicBezTo>
                      <a:cubicBezTo>
                        <a:pt x="57" y="92"/>
                        <a:pt x="58" y="92"/>
                        <a:pt x="59" y="91"/>
                      </a:cubicBezTo>
                      <a:cubicBezTo>
                        <a:pt x="61" y="90"/>
                        <a:pt x="61" y="90"/>
                        <a:pt x="63" y="89"/>
                      </a:cubicBezTo>
                      <a:cubicBezTo>
                        <a:pt x="68" y="87"/>
                        <a:pt x="74" y="80"/>
                        <a:pt x="79" y="80"/>
                      </a:cubicBezTo>
                      <a:cubicBezTo>
                        <a:pt x="81" y="80"/>
                        <a:pt x="82" y="82"/>
                        <a:pt x="82" y="83"/>
                      </a:cubicBezTo>
                      <a:cubicBezTo>
                        <a:pt x="82" y="85"/>
                        <a:pt x="82" y="85"/>
                        <a:pt x="82" y="85"/>
                      </a:cubicBezTo>
                      <a:cubicBezTo>
                        <a:pt x="82" y="86"/>
                        <a:pt x="82" y="86"/>
                        <a:pt x="82" y="86"/>
                      </a:cubicBezTo>
                      <a:cubicBezTo>
                        <a:pt x="80" y="90"/>
                        <a:pt x="79" y="89"/>
                        <a:pt x="78" y="93"/>
                      </a:cubicBezTo>
                      <a:cubicBezTo>
                        <a:pt x="75" y="94"/>
                        <a:pt x="75" y="94"/>
                        <a:pt x="74" y="97"/>
                      </a:cubicBezTo>
                      <a:cubicBezTo>
                        <a:pt x="69" y="98"/>
                        <a:pt x="71" y="99"/>
                        <a:pt x="67" y="101"/>
                      </a:cubicBezTo>
                      <a:cubicBezTo>
                        <a:pt x="63" y="103"/>
                        <a:pt x="63" y="103"/>
                        <a:pt x="61" y="107"/>
                      </a:cubicBezTo>
                      <a:cubicBezTo>
                        <a:pt x="61" y="110"/>
                        <a:pt x="64" y="114"/>
                        <a:pt x="64" y="117"/>
                      </a:cubicBezTo>
                      <a:cubicBezTo>
                        <a:pt x="64" y="118"/>
                        <a:pt x="64" y="118"/>
                        <a:pt x="64" y="118"/>
                      </a:cubicBezTo>
                      <a:cubicBezTo>
                        <a:pt x="64" y="119"/>
                        <a:pt x="64" y="119"/>
                        <a:pt x="64" y="119"/>
                      </a:cubicBezTo>
                      <a:cubicBezTo>
                        <a:pt x="61" y="123"/>
                        <a:pt x="60" y="125"/>
                        <a:pt x="55" y="126"/>
                      </a:cubicBezTo>
                      <a:cubicBezTo>
                        <a:pt x="51" y="127"/>
                        <a:pt x="43" y="129"/>
                        <a:pt x="41" y="129"/>
                      </a:cubicBezTo>
                      <a:cubicBezTo>
                        <a:pt x="40" y="129"/>
                        <a:pt x="40" y="129"/>
                        <a:pt x="40" y="129"/>
                      </a:cubicBezTo>
                      <a:cubicBezTo>
                        <a:pt x="32" y="130"/>
                        <a:pt x="32" y="130"/>
                        <a:pt x="32" y="130"/>
                      </a:cubicBezTo>
                      <a:cubicBezTo>
                        <a:pt x="30" y="130"/>
                        <a:pt x="30" y="130"/>
                        <a:pt x="30" y="130"/>
                      </a:cubicBezTo>
                      <a:cubicBezTo>
                        <a:pt x="27" y="132"/>
                        <a:pt x="27" y="132"/>
                        <a:pt x="27" y="132"/>
                      </a:cubicBezTo>
                      <a:cubicBezTo>
                        <a:pt x="30" y="136"/>
                        <a:pt x="30" y="138"/>
                        <a:pt x="35" y="141"/>
                      </a:cubicBezTo>
                      <a:cubicBezTo>
                        <a:pt x="36" y="141"/>
                        <a:pt x="36" y="141"/>
                        <a:pt x="36" y="141"/>
                      </a:cubicBezTo>
                      <a:cubicBezTo>
                        <a:pt x="38" y="141"/>
                        <a:pt x="38" y="141"/>
                        <a:pt x="38" y="141"/>
                      </a:cubicBezTo>
                      <a:cubicBezTo>
                        <a:pt x="39" y="141"/>
                        <a:pt x="39" y="141"/>
                        <a:pt x="39" y="141"/>
                      </a:cubicBezTo>
                      <a:cubicBezTo>
                        <a:pt x="43" y="138"/>
                        <a:pt x="51" y="133"/>
                        <a:pt x="56" y="133"/>
                      </a:cubicBezTo>
                      <a:cubicBezTo>
                        <a:pt x="58" y="133"/>
                        <a:pt x="58" y="133"/>
                        <a:pt x="58" y="133"/>
                      </a:cubicBezTo>
                      <a:cubicBezTo>
                        <a:pt x="62" y="133"/>
                        <a:pt x="63" y="137"/>
                        <a:pt x="63" y="141"/>
                      </a:cubicBezTo>
                      <a:cubicBezTo>
                        <a:pt x="63" y="143"/>
                        <a:pt x="63" y="143"/>
                        <a:pt x="63" y="143"/>
                      </a:cubicBezTo>
                      <a:cubicBezTo>
                        <a:pt x="63" y="150"/>
                        <a:pt x="60" y="152"/>
                        <a:pt x="56" y="154"/>
                      </a:cubicBezTo>
                      <a:cubicBezTo>
                        <a:pt x="55" y="154"/>
                        <a:pt x="55" y="154"/>
                        <a:pt x="55" y="154"/>
                      </a:cubicBezTo>
                      <a:cubicBezTo>
                        <a:pt x="53" y="154"/>
                        <a:pt x="53" y="154"/>
                        <a:pt x="53" y="154"/>
                      </a:cubicBezTo>
                      <a:cubicBezTo>
                        <a:pt x="52" y="154"/>
                        <a:pt x="52" y="154"/>
                        <a:pt x="51" y="153"/>
                      </a:cubicBezTo>
                      <a:cubicBezTo>
                        <a:pt x="50" y="154"/>
                        <a:pt x="50" y="154"/>
                        <a:pt x="49" y="154"/>
                      </a:cubicBezTo>
                      <a:cubicBezTo>
                        <a:pt x="47" y="154"/>
                        <a:pt x="47" y="154"/>
                        <a:pt x="47" y="154"/>
                      </a:cubicBezTo>
                      <a:cubicBezTo>
                        <a:pt x="47" y="155"/>
                        <a:pt x="46" y="155"/>
                        <a:pt x="46" y="156"/>
                      </a:cubicBezTo>
                      <a:cubicBezTo>
                        <a:pt x="46" y="158"/>
                        <a:pt x="53" y="165"/>
                        <a:pt x="55" y="166"/>
                      </a:cubicBezTo>
                      <a:cubicBezTo>
                        <a:pt x="56" y="166"/>
                        <a:pt x="56" y="166"/>
                        <a:pt x="56" y="166"/>
                      </a:cubicBezTo>
                      <a:cubicBezTo>
                        <a:pt x="61" y="166"/>
                        <a:pt x="61" y="166"/>
                        <a:pt x="61" y="166"/>
                      </a:cubicBezTo>
                      <a:cubicBezTo>
                        <a:pt x="66" y="166"/>
                        <a:pt x="69" y="163"/>
                        <a:pt x="71" y="160"/>
                      </a:cubicBezTo>
                      <a:cubicBezTo>
                        <a:pt x="74" y="155"/>
                        <a:pt x="74" y="151"/>
                        <a:pt x="76" y="148"/>
                      </a:cubicBezTo>
                      <a:cubicBezTo>
                        <a:pt x="75" y="146"/>
                        <a:pt x="75" y="148"/>
                        <a:pt x="75" y="146"/>
                      </a:cubicBezTo>
                      <a:cubicBezTo>
                        <a:pt x="75" y="138"/>
                        <a:pt x="75" y="138"/>
                        <a:pt x="75" y="138"/>
                      </a:cubicBezTo>
                      <a:cubicBezTo>
                        <a:pt x="75" y="130"/>
                        <a:pt x="74" y="128"/>
                        <a:pt x="80" y="124"/>
                      </a:cubicBezTo>
                      <a:cubicBezTo>
                        <a:pt x="81" y="124"/>
                        <a:pt x="81" y="124"/>
                        <a:pt x="81" y="124"/>
                      </a:cubicBezTo>
                      <a:cubicBezTo>
                        <a:pt x="90" y="124"/>
                        <a:pt x="90" y="127"/>
                        <a:pt x="94" y="120"/>
                      </a:cubicBezTo>
                      <a:cubicBezTo>
                        <a:pt x="92" y="117"/>
                        <a:pt x="91" y="116"/>
                        <a:pt x="88" y="115"/>
                      </a:cubicBezTo>
                      <a:cubicBezTo>
                        <a:pt x="86" y="116"/>
                        <a:pt x="84" y="117"/>
                        <a:pt x="81" y="117"/>
                      </a:cubicBezTo>
                      <a:cubicBezTo>
                        <a:pt x="79" y="117"/>
                        <a:pt x="79" y="117"/>
                        <a:pt x="79" y="117"/>
                      </a:cubicBezTo>
                      <a:cubicBezTo>
                        <a:pt x="77" y="116"/>
                        <a:pt x="72" y="109"/>
                        <a:pt x="72" y="107"/>
                      </a:cubicBezTo>
                      <a:cubicBezTo>
                        <a:pt x="72" y="105"/>
                        <a:pt x="72" y="105"/>
                        <a:pt x="72" y="105"/>
                      </a:cubicBezTo>
                      <a:cubicBezTo>
                        <a:pt x="72" y="99"/>
                        <a:pt x="75" y="100"/>
                        <a:pt x="78" y="96"/>
                      </a:cubicBezTo>
                      <a:cubicBezTo>
                        <a:pt x="80" y="96"/>
                        <a:pt x="80" y="96"/>
                        <a:pt x="80" y="96"/>
                      </a:cubicBezTo>
                      <a:cubicBezTo>
                        <a:pt x="82" y="93"/>
                        <a:pt x="89" y="90"/>
                        <a:pt x="92" y="89"/>
                      </a:cubicBezTo>
                      <a:cubicBezTo>
                        <a:pt x="95" y="87"/>
                        <a:pt x="101" y="83"/>
                        <a:pt x="101" y="80"/>
                      </a:cubicBezTo>
                      <a:cubicBezTo>
                        <a:pt x="101" y="77"/>
                        <a:pt x="101" y="79"/>
                        <a:pt x="102" y="78"/>
                      </a:cubicBezTo>
                      <a:cubicBezTo>
                        <a:pt x="101" y="77"/>
                        <a:pt x="101" y="79"/>
                        <a:pt x="101" y="77"/>
                      </a:cubicBezTo>
                      <a:cubicBezTo>
                        <a:pt x="101" y="73"/>
                        <a:pt x="96" y="64"/>
                        <a:pt x="95" y="61"/>
                      </a:cubicBezTo>
                      <a:cubicBezTo>
                        <a:pt x="95" y="61"/>
                        <a:pt x="101" y="55"/>
                        <a:pt x="102" y="55"/>
                      </a:cubicBezTo>
                      <a:cubicBezTo>
                        <a:pt x="104" y="52"/>
                        <a:pt x="106" y="51"/>
                        <a:pt x="109" y="48"/>
                      </a:cubicBezTo>
                      <a:cubicBezTo>
                        <a:pt x="110" y="47"/>
                        <a:pt x="112" y="46"/>
                        <a:pt x="113" y="45"/>
                      </a:cubicBezTo>
                      <a:cubicBezTo>
                        <a:pt x="114" y="44"/>
                        <a:pt x="115" y="43"/>
                        <a:pt x="116" y="42"/>
                      </a:cubicBezTo>
                      <a:cubicBezTo>
                        <a:pt x="118" y="39"/>
                        <a:pt x="118" y="35"/>
                        <a:pt x="121" y="34"/>
                      </a:cubicBezTo>
                      <a:cubicBezTo>
                        <a:pt x="121" y="32"/>
                        <a:pt x="121" y="32"/>
                        <a:pt x="121" y="32"/>
                      </a:cubicBezTo>
                      <a:cubicBezTo>
                        <a:pt x="121" y="27"/>
                        <a:pt x="123" y="30"/>
                        <a:pt x="120" y="24"/>
                      </a:cubicBezTo>
                      <a:cubicBezTo>
                        <a:pt x="118" y="20"/>
                        <a:pt x="118" y="20"/>
                        <a:pt x="116" y="17"/>
                      </a:cubicBezTo>
                      <a:cubicBezTo>
                        <a:pt x="113" y="17"/>
                        <a:pt x="113" y="17"/>
                        <a:pt x="113" y="17"/>
                      </a:cubicBezTo>
                      <a:cubicBezTo>
                        <a:pt x="111" y="17"/>
                        <a:pt x="105" y="19"/>
                        <a:pt x="104" y="20"/>
                      </a:cubicBezTo>
                      <a:cubicBezTo>
                        <a:pt x="101" y="23"/>
                        <a:pt x="102" y="23"/>
                        <a:pt x="96" y="24"/>
                      </a:cubicBezTo>
                      <a:lnTo>
                        <a:pt x="93" y="2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5" name="íṥḻiďê"/>
                <p:cNvSpPr/>
                <p:nvPr/>
              </p:nvSpPr>
              <p:spPr bwMode="auto">
                <a:xfrm>
                  <a:off x="5159376" y="3357563"/>
                  <a:ext cx="117475" cy="366713"/>
                </a:xfrm>
                <a:custGeom>
                  <a:avLst/>
                  <a:gdLst>
                    <a:gd name="T0" fmla="*/ 23 w 36"/>
                    <a:gd name="T1" fmla="*/ 14 h 110"/>
                    <a:gd name="T2" fmla="*/ 23 w 36"/>
                    <a:gd name="T3" fmla="*/ 12 h 110"/>
                    <a:gd name="T4" fmla="*/ 18 w 36"/>
                    <a:gd name="T5" fmla="*/ 6 h 110"/>
                    <a:gd name="T6" fmla="*/ 13 w 36"/>
                    <a:gd name="T7" fmla="*/ 0 h 110"/>
                    <a:gd name="T8" fmla="*/ 11 w 36"/>
                    <a:gd name="T9" fmla="*/ 4 h 110"/>
                    <a:gd name="T10" fmla="*/ 13 w 36"/>
                    <a:gd name="T11" fmla="*/ 16 h 110"/>
                    <a:gd name="T12" fmla="*/ 12 w 36"/>
                    <a:gd name="T13" fmla="*/ 34 h 110"/>
                    <a:gd name="T14" fmla="*/ 7 w 36"/>
                    <a:gd name="T15" fmla="*/ 65 h 110"/>
                    <a:gd name="T16" fmla="*/ 3 w 36"/>
                    <a:gd name="T17" fmla="*/ 80 h 110"/>
                    <a:gd name="T18" fmla="*/ 0 w 36"/>
                    <a:gd name="T19" fmla="*/ 95 h 110"/>
                    <a:gd name="T20" fmla="*/ 0 w 36"/>
                    <a:gd name="T21" fmla="*/ 98 h 110"/>
                    <a:gd name="T22" fmla="*/ 0 w 36"/>
                    <a:gd name="T23" fmla="*/ 100 h 110"/>
                    <a:gd name="T24" fmla="*/ 4 w 36"/>
                    <a:gd name="T25" fmla="*/ 105 h 110"/>
                    <a:gd name="T26" fmla="*/ 9 w 36"/>
                    <a:gd name="T27" fmla="*/ 110 h 110"/>
                    <a:gd name="T28" fmla="*/ 15 w 36"/>
                    <a:gd name="T29" fmla="*/ 104 h 110"/>
                    <a:gd name="T30" fmla="*/ 18 w 36"/>
                    <a:gd name="T31" fmla="*/ 96 h 110"/>
                    <a:gd name="T32" fmla="*/ 18 w 36"/>
                    <a:gd name="T33" fmla="*/ 90 h 110"/>
                    <a:gd name="T34" fmla="*/ 21 w 36"/>
                    <a:gd name="T35" fmla="*/ 71 h 110"/>
                    <a:gd name="T36" fmla="*/ 25 w 36"/>
                    <a:gd name="T37" fmla="*/ 53 h 110"/>
                    <a:gd name="T38" fmla="*/ 30 w 36"/>
                    <a:gd name="T39" fmla="*/ 36 h 110"/>
                    <a:gd name="T40" fmla="*/ 35 w 36"/>
                    <a:gd name="T41" fmla="*/ 20 h 110"/>
                    <a:gd name="T42" fmla="*/ 33 w 36"/>
                    <a:gd name="T43" fmla="*/ 20 h 110"/>
                    <a:gd name="T44" fmla="*/ 30 w 36"/>
                    <a:gd name="T45" fmla="*/ 22 h 110"/>
                    <a:gd name="T46" fmla="*/ 23 w 36"/>
                    <a:gd name="T47" fmla="*/ 17 h 110"/>
                    <a:gd name="T48" fmla="*/ 23 w 36"/>
                    <a:gd name="T49" fmla="*/ 15 h 110"/>
                    <a:gd name="T50" fmla="*/ 23 w 36"/>
                    <a:gd name="T51" fmla="*/ 14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6" h="110">
                      <a:moveTo>
                        <a:pt x="23" y="14"/>
                      </a:moveTo>
                      <a:cubicBezTo>
                        <a:pt x="23" y="12"/>
                        <a:pt x="23" y="12"/>
                        <a:pt x="23" y="12"/>
                      </a:cubicBezTo>
                      <a:cubicBezTo>
                        <a:pt x="21" y="8"/>
                        <a:pt x="22" y="9"/>
                        <a:pt x="18" y="6"/>
                      </a:cubicBezTo>
                      <a:cubicBezTo>
                        <a:pt x="17" y="4"/>
                        <a:pt x="15" y="2"/>
                        <a:pt x="13" y="0"/>
                      </a:cubicBezTo>
                      <a:cubicBezTo>
                        <a:pt x="12" y="1"/>
                        <a:pt x="11" y="3"/>
                        <a:pt x="11" y="4"/>
                      </a:cubicBezTo>
                      <a:cubicBezTo>
                        <a:pt x="11" y="7"/>
                        <a:pt x="13" y="12"/>
                        <a:pt x="13" y="16"/>
                      </a:cubicBezTo>
                      <a:cubicBezTo>
                        <a:pt x="12" y="34"/>
                        <a:pt x="12" y="34"/>
                        <a:pt x="12" y="34"/>
                      </a:cubicBezTo>
                      <a:cubicBezTo>
                        <a:pt x="12" y="43"/>
                        <a:pt x="9" y="56"/>
                        <a:pt x="7" y="65"/>
                      </a:cubicBezTo>
                      <a:cubicBezTo>
                        <a:pt x="6" y="72"/>
                        <a:pt x="4" y="75"/>
                        <a:pt x="3" y="80"/>
                      </a:cubicBezTo>
                      <a:cubicBezTo>
                        <a:pt x="2" y="85"/>
                        <a:pt x="0" y="91"/>
                        <a:pt x="0" y="95"/>
                      </a:cubicBezTo>
                      <a:cubicBezTo>
                        <a:pt x="0" y="98"/>
                        <a:pt x="0" y="98"/>
                        <a:pt x="0" y="98"/>
                      </a:cubicBezTo>
                      <a:cubicBezTo>
                        <a:pt x="0" y="100"/>
                        <a:pt x="0" y="100"/>
                        <a:pt x="0" y="100"/>
                      </a:cubicBezTo>
                      <a:cubicBezTo>
                        <a:pt x="2" y="102"/>
                        <a:pt x="2" y="103"/>
                        <a:pt x="4" y="105"/>
                      </a:cubicBezTo>
                      <a:cubicBezTo>
                        <a:pt x="6" y="108"/>
                        <a:pt x="7" y="108"/>
                        <a:pt x="9" y="110"/>
                      </a:cubicBezTo>
                      <a:cubicBezTo>
                        <a:pt x="12" y="108"/>
                        <a:pt x="13" y="108"/>
                        <a:pt x="15" y="104"/>
                      </a:cubicBezTo>
                      <a:cubicBezTo>
                        <a:pt x="16" y="102"/>
                        <a:pt x="18" y="99"/>
                        <a:pt x="18" y="96"/>
                      </a:cubicBezTo>
                      <a:cubicBezTo>
                        <a:pt x="18" y="90"/>
                        <a:pt x="18" y="90"/>
                        <a:pt x="18" y="90"/>
                      </a:cubicBezTo>
                      <a:cubicBezTo>
                        <a:pt x="18" y="83"/>
                        <a:pt x="20" y="77"/>
                        <a:pt x="21" y="71"/>
                      </a:cubicBezTo>
                      <a:cubicBezTo>
                        <a:pt x="23" y="65"/>
                        <a:pt x="23" y="59"/>
                        <a:pt x="25" y="53"/>
                      </a:cubicBezTo>
                      <a:cubicBezTo>
                        <a:pt x="26" y="47"/>
                        <a:pt x="29" y="42"/>
                        <a:pt x="30" y="36"/>
                      </a:cubicBezTo>
                      <a:cubicBezTo>
                        <a:pt x="31" y="28"/>
                        <a:pt x="34" y="27"/>
                        <a:pt x="35" y="20"/>
                      </a:cubicBezTo>
                      <a:cubicBezTo>
                        <a:pt x="34" y="19"/>
                        <a:pt x="36" y="20"/>
                        <a:pt x="33" y="20"/>
                      </a:cubicBezTo>
                      <a:cubicBezTo>
                        <a:pt x="33" y="20"/>
                        <a:pt x="30" y="22"/>
                        <a:pt x="30" y="22"/>
                      </a:cubicBezTo>
                      <a:cubicBezTo>
                        <a:pt x="25" y="21"/>
                        <a:pt x="25" y="21"/>
                        <a:pt x="23" y="17"/>
                      </a:cubicBezTo>
                      <a:cubicBezTo>
                        <a:pt x="23" y="15"/>
                        <a:pt x="23" y="15"/>
                        <a:pt x="23" y="15"/>
                      </a:cubicBezTo>
                      <a:lnTo>
                        <a:pt x="23" y="14"/>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nvGrpSpPr>
              <p:cNvPr id="249" name="ïšľîḍê"/>
              <p:cNvGrpSpPr/>
              <p:nvPr/>
            </p:nvGrpSpPr>
            <p:grpSpPr>
              <a:xfrm>
                <a:off x="4412452" y="3781425"/>
                <a:ext cx="2312689" cy="166461"/>
                <a:chOff x="6986588" y="3521075"/>
                <a:chExt cx="1654176" cy="119063"/>
              </a:xfrm>
            </p:grpSpPr>
            <p:sp>
              <p:nvSpPr>
                <p:cNvPr id="250" name="îṩľîḑê"/>
                <p:cNvSpPr/>
                <p:nvPr/>
              </p:nvSpPr>
              <p:spPr bwMode="auto">
                <a:xfrm>
                  <a:off x="6986588" y="3521075"/>
                  <a:ext cx="155575" cy="119063"/>
                </a:xfrm>
                <a:custGeom>
                  <a:avLst/>
                  <a:gdLst>
                    <a:gd name="T0" fmla="*/ 84 w 98"/>
                    <a:gd name="T1" fmla="*/ 0 h 75"/>
                    <a:gd name="T2" fmla="*/ 59 w 98"/>
                    <a:gd name="T3" fmla="*/ 52 h 75"/>
                    <a:gd name="T4" fmla="*/ 57 w 98"/>
                    <a:gd name="T5" fmla="*/ 0 h 75"/>
                    <a:gd name="T6" fmla="*/ 40 w 98"/>
                    <a:gd name="T7" fmla="*/ 0 h 75"/>
                    <a:gd name="T8" fmla="*/ 15 w 98"/>
                    <a:gd name="T9" fmla="*/ 52 h 75"/>
                    <a:gd name="T10" fmla="*/ 15 w 98"/>
                    <a:gd name="T11" fmla="*/ 0 h 75"/>
                    <a:gd name="T12" fmla="*/ 0 w 98"/>
                    <a:gd name="T13" fmla="*/ 0 h 75"/>
                    <a:gd name="T14" fmla="*/ 2 w 98"/>
                    <a:gd name="T15" fmla="*/ 75 h 75"/>
                    <a:gd name="T16" fmla="*/ 19 w 98"/>
                    <a:gd name="T17" fmla="*/ 75 h 75"/>
                    <a:gd name="T18" fmla="*/ 44 w 98"/>
                    <a:gd name="T19" fmla="*/ 21 h 75"/>
                    <a:gd name="T20" fmla="*/ 46 w 98"/>
                    <a:gd name="T21" fmla="*/ 75 h 75"/>
                    <a:gd name="T22" fmla="*/ 63 w 98"/>
                    <a:gd name="T23" fmla="*/ 75 h 75"/>
                    <a:gd name="T24" fmla="*/ 98 w 98"/>
                    <a:gd name="T25" fmla="*/ 0 h 75"/>
                    <a:gd name="T26" fmla="*/ 84 w 98"/>
                    <a:gd name="T27"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98" h="75">
                      <a:moveTo>
                        <a:pt x="84" y="0"/>
                      </a:moveTo>
                      <a:lnTo>
                        <a:pt x="59" y="52"/>
                      </a:lnTo>
                      <a:lnTo>
                        <a:pt x="57" y="0"/>
                      </a:lnTo>
                      <a:lnTo>
                        <a:pt x="40" y="0"/>
                      </a:lnTo>
                      <a:lnTo>
                        <a:pt x="15" y="52"/>
                      </a:lnTo>
                      <a:lnTo>
                        <a:pt x="15" y="0"/>
                      </a:lnTo>
                      <a:lnTo>
                        <a:pt x="0" y="0"/>
                      </a:lnTo>
                      <a:lnTo>
                        <a:pt x="2" y="75"/>
                      </a:lnTo>
                      <a:lnTo>
                        <a:pt x="19" y="75"/>
                      </a:lnTo>
                      <a:lnTo>
                        <a:pt x="44" y="21"/>
                      </a:lnTo>
                      <a:lnTo>
                        <a:pt x="46" y="75"/>
                      </a:lnTo>
                      <a:lnTo>
                        <a:pt x="63" y="75"/>
                      </a:lnTo>
                      <a:lnTo>
                        <a:pt x="98" y="0"/>
                      </a:lnTo>
                      <a:lnTo>
                        <a:pt x="84"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1" name="îṩḷîde"/>
                <p:cNvSpPr/>
                <p:nvPr/>
              </p:nvSpPr>
              <p:spPr bwMode="auto">
                <a:xfrm>
                  <a:off x="7135813" y="3521075"/>
                  <a:ext cx="112713" cy="119063"/>
                </a:xfrm>
                <a:custGeom>
                  <a:avLst/>
                  <a:gdLst>
                    <a:gd name="T0" fmla="*/ 22 w 34"/>
                    <a:gd name="T1" fmla="*/ 20 h 36"/>
                    <a:gd name="T2" fmla="*/ 20 w 34"/>
                    <a:gd name="T3" fmla="*/ 26 h 36"/>
                    <a:gd name="T4" fmla="*/ 18 w 34"/>
                    <a:gd name="T5" fmla="*/ 29 h 36"/>
                    <a:gd name="T6" fmla="*/ 13 w 34"/>
                    <a:gd name="T7" fmla="*/ 30 h 36"/>
                    <a:gd name="T8" fmla="*/ 9 w 34"/>
                    <a:gd name="T9" fmla="*/ 29 h 36"/>
                    <a:gd name="T10" fmla="*/ 7 w 34"/>
                    <a:gd name="T11" fmla="*/ 25 h 36"/>
                    <a:gd name="T12" fmla="*/ 7 w 34"/>
                    <a:gd name="T13" fmla="*/ 24 h 36"/>
                    <a:gd name="T14" fmla="*/ 8 w 34"/>
                    <a:gd name="T15" fmla="*/ 19 h 36"/>
                    <a:gd name="T16" fmla="*/ 12 w 34"/>
                    <a:gd name="T17" fmla="*/ 0 h 36"/>
                    <a:gd name="T18" fmla="*/ 5 w 34"/>
                    <a:gd name="T19" fmla="*/ 0 h 36"/>
                    <a:gd name="T20" fmla="*/ 1 w 34"/>
                    <a:gd name="T21" fmla="*/ 19 h 36"/>
                    <a:gd name="T22" fmla="*/ 0 w 34"/>
                    <a:gd name="T23" fmla="*/ 23 h 36"/>
                    <a:gd name="T24" fmla="*/ 0 w 34"/>
                    <a:gd name="T25" fmla="*/ 25 h 36"/>
                    <a:gd name="T26" fmla="*/ 3 w 34"/>
                    <a:gd name="T27" fmla="*/ 33 h 36"/>
                    <a:gd name="T28" fmla="*/ 13 w 34"/>
                    <a:gd name="T29" fmla="*/ 36 h 36"/>
                    <a:gd name="T30" fmla="*/ 22 w 34"/>
                    <a:gd name="T31" fmla="*/ 34 h 36"/>
                    <a:gd name="T32" fmla="*/ 27 w 34"/>
                    <a:gd name="T33" fmla="*/ 29 h 36"/>
                    <a:gd name="T34" fmla="*/ 30 w 34"/>
                    <a:gd name="T35" fmla="*/ 20 h 36"/>
                    <a:gd name="T36" fmla="*/ 34 w 34"/>
                    <a:gd name="T37" fmla="*/ 0 h 36"/>
                    <a:gd name="T38" fmla="*/ 26 w 34"/>
                    <a:gd name="T39" fmla="*/ 0 h 36"/>
                    <a:gd name="T40" fmla="*/ 22 w 34"/>
                    <a:gd name="T41" fmla="*/ 2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4" h="36">
                      <a:moveTo>
                        <a:pt x="22" y="20"/>
                      </a:moveTo>
                      <a:cubicBezTo>
                        <a:pt x="22" y="23"/>
                        <a:pt x="21" y="25"/>
                        <a:pt x="20" y="26"/>
                      </a:cubicBezTo>
                      <a:cubicBezTo>
                        <a:pt x="20" y="28"/>
                        <a:pt x="19" y="29"/>
                        <a:pt x="18" y="29"/>
                      </a:cubicBezTo>
                      <a:cubicBezTo>
                        <a:pt x="17" y="30"/>
                        <a:pt x="15" y="30"/>
                        <a:pt x="13" y="30"/>
                      </a:cubicBezTo>
                      <a:cubicBezTo>
                        <a:pt x="11" y="30"/>
                        <a:pt x="10" y="30"/>
                        <a:pt x="9" y="29"/>
                      </a:cubicBezTo>
                      <a:cubicBezTo>
                        <a:pt x="8" y="28"/>
                        <a:pt x="7" y="27"/>
                        <a:pt x="7" y="25"/>
                      </a:cubicBezTo>
                      <a:cubicBezTo>
                        <a:pt x="7" y="25"/>
                        <a:pt x="7" y="25"/>
                        <a:pt x="7" y="24"/>
                      </a:cubicBezTo>
                      <a:cubicBezTo>
                        <a:pt x="8" y="19"/>
                        <a:pt x="8" y="19"/>
                        <a:pt x="8" y="19"/>
                      </a:cubicBezTo>
                      <a:cubicBezTo>
                        <a:pt x="12" y="0"/>
                        <a:pt x="12" y="0"/>
                        <a:pt x="12" y="0"/>
                      </a:cubicBezTo>
                      <a:cubicBezTo>
                        <a:pt x="5" y="0"/>
                        <a:pt x="5" y="0"/>
                        <a:pt x="5" y="0"/>
                      </a:cubicBezTo>
                      <a:cubicBezTo>
                        <a:pt x="1" y="19"/>
                        <a:pt x="1" y="19"/>
                        <a:pt x="1" y="19"/>
                      </a:cubicBezTo>
                      <a:cubicBezTo>
                        <a:pt x="1" y="21"/>
                        <a:pt x="0" y="23"/>
                        <a:pt x="0" y="23"/>
                      </a:cubicBezTo>
                      <a:cubicBezTo>
                        <a:pt x="0" y="24"/>
                        <a:pt x="0" y="25"/>
                        <a:pt x="0" y="25"/>
                      </a:cubicBezTo>
                      <a:cubicBezTo>
                        <a:pt x="0" y="29"/>
                        <a:pt x="1" y="31"/>
                        <a:pt x="3" y="33"/>
                      </a:cubicBezTo>
                      <a:cubicBezTo>
                        <a:pt x="6" y="35"/>
                        <a:pt x="9" y="36"/>
                        <a:pt x="13" y="36"/>
                      </a:cubicBezTo>
                      <a:cubicBezTo>
                        <a:pt x="16" y="36"/>
                        <a:pt x="19" y="36"/>
                        <a:pt x="22" y="34"/>
                      </a:cubicBezTo>
                      <a:cubicBezTo>
                        <a:pt x="24" y="33"/>
                        <a:pt x="25" y="31"/>
                        <a:pt x="27" y="29"/>
                      </a:cubicBezTo>
                      <a:cubicBezTo>
                        <a:pt x="28" y="27"/>
                        <a:pt x="29" y="24"/>
                        <a:pt x="30" y="20"/>
                      </a:cubicBezTo>
                      <a:cubicBezTo>
                        <a:pt x="34" y="0"/>
                        <a:pt x="34" y="0"/>
                        <a:pt x="34" y="0"/>
                      </a:cubicBezTo>
                      <a:cubicBezTo>
                        <a:pt x="26" y="0"/>
                        <a:pt x="26" y="0"/>
                        <a:pt x="26" y="0"/>
                      </a:cubicBezTo>
                      <a:lnTo>
                        <a:pt x="22" y="2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2" name="îṣḻîḑê"/>
                <p:cNvSpPr/>
                <p:nvPr/>
              </p:nvSpPr>
              <p:spPr bwMode="auto">
                <a:xfrm>
                  <a:off x="7248526" y="3521075"/>
                  <a:ext cx="114300" cy="119063"/>
                </a:xfrm>
                <a:custGeom>
                  <a:avLst/>
                  <a:gdLst>
                    <a:gd name="T0" fmla="*/ 58 w 72"/>
                    <a:gd name="T1" fmla="*/ 0 h 75"/>
                    <a:gd name="T2" fmla="*/ 52 w 72"/>
                    <a:gd name="T3" fmla="*/ 29 h 75"/>
                    <a:gd name="T4" fmla="*/ 22 w 72"/>
                    <a:gd name="T5" fmla="*/ 29 h 75"/>
                    <a:gd name="T6" fmla="*/ 29 w 72"/>
                    <a:gd name="T7" fmla="*/ 0 h 75"/>
                    <a:gd name="T8" fmla="*/ 14 w 72"/>
                    <a:gd name="T9" fmla="*/ 0 h 75"/>
                    <a:gd name="T10" fmla="*/ 0 w 72"/>
                    <a:gd name="T11" fmla="*/ 75 h 75"/>
                    <a:gd name="T12" fmla="*/ 14 w 72"/>
                    <a:gd name="T13" fmla="*/ 75 h 75"/>
                    <a:gd name="T14" fmla="*/ 20 w 72"/>
                    <a:gd name="T15" fmla="*/ 42 h 75"/>
                    <a:gd name="T16" fmla="*/ 50 w 72"/>
                    <a:gd name="T17" fmla="*/ 42 h 75"/>
                    <a:gd name="T18" fmla="*/ 43 w 72"/>
                    <a:gd name="T19" fmla="*/ 75 h 75"/>
                    <a:gd name="T20" fmla="*/ 58 w 72"/>
                    <a:gd name="T21" fmla="*/ 75 h 75"/>
                    <a:gd name="T22" fmla="*/ 72 w 72"/>
                    <a:gd name="T23" fmla="*/ 0 h 75"/>
                    <a:gd name="T24" fmla="*/ 58 w 72"/>
                    <a:gd name="T25"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2" h="75">
                      <a:moveTo>
                        <a:pt x="58" y="0"/>
                      </a:moveTo>
                      <a:lnTo>
                        <a:pt x="52" y="29"/>
                      </a:lnTo>
                      <a:lnTo>
                        <a:pt x="22" y="29"/>
                      </a:lnTo>
                      <a:lnTo>
                        <a:pt x="29" y="0"/>
                      </a:lnTo>
                      <a:lnTo>
                        <a:pt x="14" y="0"/>
                      </a:lnTo>
                      <a:lnTo>
                        <a:pt x="0" y="75"/>
                      </a:lnTo>
                      <a:lnTo>
                        <a:pt x="14" y="75"/>
                      </a:lnTo>
                      <a:lnTo>
                        <a:pt x="20" y="42"/>
                      </a:lnTo>
                      <a:lnTo>
                        <a:pt x="50" y="42"/>
                      </a:lnTo>
                      <a:lnTo>
                        <a:pt x="43" y="75"/>
                      </a:lnTo>
                      <a:lnTo>
                        <a:pt x="58" y="75"/>
                      </a:lnTo>
                      <a:lnTo>
                        <a:pt x="72" y="0"/>
                      </a:lnTo>
                      <a:lnTo>
                        <a:pt x="58"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3" name="ïṥlíḑê"/>
                <p:cNvSpPr/>
                <p:nvPr/>
              </p:nvSpPr>
              <p:spPr bwMode="auto">
                <a:xfrm>
                  <a:off x="7356476" y="3521075"/>
                  <a:ext cx="112713" cy="119063"/>
                </a:xfrm>
                <a:custGeom>
                  <a:avLst/>
                  <a:gdLst>
                    <a:gd name="T0" fmla="*/ 42 w 71"/>
                    <a:gd name="T1" fmla="*/ 0 h 75"/>
                    <a:gd name="T2" fmla="*/ 0 w 71"/>
                    <a:gd name="T3" fmla="*/ 75 h 75"/>
                    <a:gd name="T4" fmla="*/ 15 w 71"/>
                    <a:gd name="T5" fmla="*/ 75 h 75"/>
                    <a:gd name="T6" fmla="*/ 23 w 71"/>
                    <a:gd name="T7" fmla="*/ 59 h 75"/>
                    <a:gd name="T8" fmla="*/ 54 w 71"/>
                    <a:gd name="T9" fmla="*/ 59 h 75"/>
                    <a:gd name="T10" fmla="*/ 56 w 71"/>
                    <a:gd name="T11" fmla="*/ 75 h 75"/>
                    <a:gd name="T12" fmla="*/ 71 w 71"/>
                    <a:gd name="T13" fmla="*/ 75 h 75"/>
                    <a:gd name="T14" fmla="*/ 58 w 71"/>
                    <a:gd name="T15" fmla="*/ 0 h 75"/>
                    <a:gd name="T16" fmla="*/ 42 w 71"/>
                    <a:gd name="T17" fmla="*/ 0 h 75"/>
                    <a:gd name="T18" fmla="*/ 29 w 71"/>
                    <a:gd name="T19" fmla="*/ 46 h 75"/>
                    <a:gd name="T20" fmla="*/ 48 w 71"/>
                    <a:gd name="T21" fmla="*/ 17 h 75"/>
                    <a:gd name="T22" fmla="*/ 52 w 71"/>
                    <a:gd name="T23" fmla="*/ 46 h 75"/>
                    <a:gd name="T24" fmla="*/ 29 w 71"/>
                    <a:gd name="T25" fmla="*/ 4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75">
                      <a:moveTo>
                        <a:pt x="42" y="0"/>
                      </a:moveTo>
                      <a:lnTo>
                        <a:pt x="0" y="75"/>
                      </a:lnTo>
                      <a:lnTo>
                        <a:pt x="15" y="75"/>
                      </a:lnTo>
                      <a:lnTo>
                        <a:pt x="23" y="59"/>
                      </a:lnTo>
                      <a:lnTo>
                        <a:pt x="54" y="59"/>
                      </a:lnTo>
                      <a:lnTo>
                        <a:pt x="56" y="75"/>
                      </a:lnTo>
                      <a:lnTo>
                        <a:pt x="71" y="75"/>
                      </a:lnTo>
                      <a:lnTo>
                        <a:pt x="58" y="0"/>
                      </a:lnTo>
                      <a:lnTo>
                        <a:pt x="42" y="0"/>
                      </a:lnTo>
                      <a:close/>
                      <a:moveTo>
                        <a:pt x="29" y="46"/>
                      </a:moveTo>
                      <a:lnTo>
                        <a:pt x="48" y="17"/>
                      </a:lnTo>
                      <a:lnTo>
                        <a:pt x="52" y="46"/>
                      </a:lnTo>
                      <a:lnTo>
                        <a:pt x="29" y="46"/>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4" name="îş1íḋe"/>
                <p:cNvSpPr/>
                <p:nvPr/>
              </p:nvSpPr>
              <p:spPr bwMode="auto">
                <a:xfrm>
                  <a:off x="7481888" y="3521075"/>
                  <a:ext cx="119063" cy="119063"/>
                </a:xfrm>
                <a:custGeom>
                  <a:avLst/>
                  <a:gdLst>
                    <a:gd name="T0" fmla="*/ 50 w 75"/>
                    <a:gd name="T1" fmla="*/ 50 h 75"/>
                    <a:gd name="T2" fmla="*/ 31 w 75"/>
                    <a:gd name="T3" fmla="*/ 0 h 75"/>
                    <a:gd name="T4" fmla="*/ 17 w 75"/>
                    <a:gd name="T5" fmla="*/ 0 h 75"/>
                    <a:gd name="T6" fmla="*/ 0 w 75"/>
                    <a:gd name="T7" fmla="*/ 75 h 75"/>
                    <a:gd name="T8" fmla="*/ 15 w 75"/>
                    <a:gd name="T9" fmla="*/ 75 h 75"/>
                    <a:gd name="T10" fmla="*/ 25 w 75"/>
                    <a:gd name="T11" fmla="*/ 25 h 75"/>
                    <a:gd name="T12" fmla="*/ 46 w 75"/>
                    <a:gd name="T13" fmla="*/ 75 h 75"/>
                    <a:gd name="T14" fmla="*/ 58 w 75"/>
                    <a:gd name="T15" fmla="*/ 75 h 75"/>
                    <a:gd name="T16" fmla="*/ 75 w 75"/>
                    <a:gd name="T17" fmla="*/ 0 h 75"/>
                    <a:gd name="T18" fmla="*/ 61 w 75"/>
                    <a:gd name="T19" fmla="*/ 0 h 75"/>
                    <a:gd name="T20" fmla="*/ 50 w 75"/>
                    <a:gd name="T21" fmla="*/ 5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5" h="75">
                      <a:moveTo>
                        <a:pt x="50" y="50"/>
                      </a:moveTo>
                      <a:lnTo>
                        <a:pt x="31" y="0"/>
                      </a:lnTo>
                      <a:lnTo>
                        <a:pt x="17" y="0"/>
                      </a:lnTo>
                      <a:lnTo>
                        <a:pt x="0" y="75"/>
                      </a:lnTo>
                      <a:lnTo>
                        <a:pt x="15" y="75"/>
                      </a:lnTo>
                      <a:lnTo>
                        <a:pt x="25" y="25"/>
                      </a:lnTo>
                      <a:lnTo>
                        <a:pt x="46" y="75"/>
                      </a:lnTo>
                      <a:lnTo>
                        <a:pt x="58" y="75"/>
                      </a:lnTo>
                      <a:lnTo>
                        <a:pt x="75" y="0"/>
                      </a:lnTo>
                      <a:lnTo>
                        <a:pt x="61" y="0"/>
                      </a:lnTo>
                      <a:lnTo>
                        <a:pt x="50" y="5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5" name="îş1ïḋe"/>
                <p:cNvSpPr/>
                <p:nvPr/>
              </p:nvSpPr>
              <p:spPr bwMode="auto">
                <a:xfrm>
                  <a:off x="7653338" y="3521075"/>
                  <a:ext cx="112713" cy="119063"/>
                </a:xfrm>
                <a:custGeom>
                  <a:avLst/>
                  <a:gdLst>
                    <a:gd name="T0" fmla="*/ 22 w 34"/>
                    <a:gd name="T1" fmla="*/ 20 h 36"/>
                    <a:gd name="T2" fmla="*/ 20 w 34"/>
                    <a:gd name="T3" fmla="*/ 26 h 36"/>
                    <a:gd name="T4" fmla="*/ 18 w 34"/>
                    <a:gd name="T5" fmla="*/ 29 h 36"/>
                    <a:gd name="T6" fmla="*/ 13 w 34"/>
                    <a:gd name="T7" fmla="*/ 30 h 36"/>
                    <a:gd name="T8" fmla="*/ 9 w 34"/>
                    <a:gd name="T9" fmla="*/ 29 h 36"/>
                    <a:gd name="T10" fmla="*/ 7 w 34"/>
                    <a:gd name="T11" fmla="*/ 25 h 36"/>
                    <a:gd name="T12" fmla="*/ 7 w 34"/>
                    <a:gd name="T13" fmla="*/ 24 h 36"/>
                    <a:gd name="T14" fmla="*/ 8 w 34"/>
                    <a:gd name="T15" fmla="*/ 19 h 36"/>
                    <a:gd name="T16" fmla="*/ 12 w 34"/>
                    <a:gd name="T17" fmla="*/ 0 h 36"/>
                    <a:gd name="T18" fmla="*/ 5 w 34"/>
                    <a:gd name="T19" fmla="*/ 0 h 36"/>
                    <a:gd name="T20" fmla="*/ 1 w 34"/>
                    <a:gd name="T21" fmla="*/ 19 h 36"/>
                    <a:gd name="T22" fmla="*/ 0 w 34"/>
                    <a:gd name="T23" fmla="*/ 23 h 36"/>
                    <a:gd name="T24" fmla="*/ 0 w 34"/>
                    <a:gd name="T25" fmla="*/ 25 h 36"/>
                    <a:gd name="T26" fmla="*/ 3 w 34"/>
                    <a:gd name="T27" fmla="*/ 33 h 36"/>
                    <a:gd name="T28" fmla="*/ 13 w 34"/>
                    <a:gd name="T29" fmla="*/ 36 h 36"/>
                    <a:gd name="T30" fmla="*/ 22 w 34"/>
                    <a:gd name="T31" fmla="*/ 34 h 36"/>
                    <a:gd name="T32" fmla="*/ 27 w 34"/>
                    <a:gd name="T33" fmla="*/ 29 h 36"/>
                    <a:gd name="T34" fmla="*/ 30 w 34"/>
                    <a:gd name="T35" fmla="*/ 20 h 36"/>
                    <a:gd name="T36" fmla="*/ 34 w 34"/>
                    <a:gd name="T37" fmla="*/ 0 h 36"/>
                    <a:gd name="T38" fmla="*/ 26 w 34"/>
                    <a:gd name="T39" fmla="*/ 0 h 36"/>
                    <a:gd name="T40" fmla="*/ 22 w 34"/>
                    <a:gd name="T41" fmla="*/ 2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4" h="36">
                      <a:moveTo>
                        <a:pt x="22" y="20"/>
                      </a:moveTo>
                      <a:cubicBezTo>
                        <a:pt x="22" y="23"/>
                        <a:pt x="21" y="25"/>
                        <a:pt x="20" y="26"/>
                      </a:cubicBezTo>
                      <a:cubicBezTo>
                        <a:pt x="20" y="28"/>
                        <a:pt x="19" y="29"/>
                        <a:pt x="18" y="29"/>
                      </a:cubicBezTo>
                      <a:cubicBezTo>
                        <a:pt x="17" y="30"/>
                        <a:pt x="15" y="30"/>
                        <a:pt x="13" y="30"/>
                      </a:cubicBezTo>
                      <a:cubicBezTo>
                        <a:pt x="11" y="30"/>
                        <a:pt x="10" y="30"/>
                        <a:pt x="9" y="29"/>
                      </a:cubicBezTo>
                      <a:cubicBezTo>
                        <a:pt x="8" y="28"/>
                        <a:pt x="7" y="27"/>
                        <a:pt x="7" y="25"/>
                      </a:cubicBezTo>
                      <a:cubicBezTo>
                        <a:pt x="7" y="25"/>
                        <a:pt x="7" y="25"/>
                        <a:pt x="7" y="24"/>
                      </a:cubicBezTo>
                      <a:cubicBezTo>
                        <a:pt x="8" y="19"/>
                        <a:pt x="8" y="19"/>
                        <a:pt x="8" y="19"/>
                      </a:cubicBezTo>
                      <a:cubicBezTo>
                        <a:pt x="12" y="0"/>
                        <a:pt x="12" y="0"/>
                        <a:pt x="12" y="0"/>
                      </a:cubicBezTo>
                      <a:cubicBezTo>
                        <a:pt x="5" y="0"/>
                        <a:pt x="5" y="0"/>
                        <a:pt x="5" y="0"/>
                      </a:cubicBezTo>
                      <a:cubicBezTo>
                        <a:pt x="1" y="19"/>
                        <a:pt x="1" y="19"/>
                        <a:pt x="1" y="19"/>
                      </a:cubicBezTo>
                      <a:cubicBezTo>
                        <a:pt x="1" y="21"/>
                        <a:pt x="0" y="23"/>
                        <a:pt x="0" y="23"/>
                      </a:cubicBezTo>
                      <a:cubicBezTo>
                        <a:pt x="0" y="24"/>
                        <a:pt x="0" y="25"/>
                        <a:pt x="0" y="25"/>
                      </a:cubicBezTo>
                      <a:cubicBezTo>
                        <a:pt x="0" y="29"/>
                        <a:pt x="1" y="31"/>
                        <a:pt x="3" y="33"/>
                      </a:cubicBezTo>
                      <a:cubicBezTo>
                        <a:pt x="6" y="35"/>
                        <a:pt x="9" y="36"/>
                        <a:pt x="13" y="36"/>
                      </a:cubicBezTo>
                      <a:cubicBezTo>
                        <a:pt x="16" y="36"/>
                        <a:pt x="19" y="36"/>
                        <a:pt x="22" y="34"/>
                      </a:cubicBezTo>
                      <a:cubicBezTo>
                        <a:pt x="24" y="33"/>
                        <a:pt x="25" y="31"/>
                        <a:pt x="27" y="29"/>
                      </a:cubicBezTo>
                      <a:cubicBezTo>
                        <a:pt x="28" y="27"/>
                        <a:pt x="29" y="24"/>
                        <a:pt x="30" y="20"/>
                      </a:cubicBezTo>
                      <a:cubicBezTo>
                        <a:pt x="34" y="0"/>
                        <a:pt x="34" y="0"/>
                        <a:pt x="34" y="0"/>
                      </a:cubicBezTo>
                      <a:cubicBezTo>
                        <a:pt x="26" y="0"/>
                        <a:pt x="26" y="0"/>
                        <a:pt x="26" y="0"/>
                      </a:cubicBezTo>
                      <a:lnTo>
                        <a:pt x="22" y="2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6" name="íšlídè"/>
                <p:cNvSpPr/>
                <p:nvPr/>
              </p:nvSpPr>
              <p:spPr bwMode="auto">
                <a:xfrm>
                  <a:off x="7766051" y="3521075"/>
                  <a:ext cx="115888" cy="119063"/>
                </a:xfrm>
                <a:custGeom>
                  <a:avLst/>
                  <a:gdLst>
                    <a:gd name="T0" fmla="*/ 58 w 73"/>
                    <a:gd name="T1" fmla="*/ 0 h 75"/>
                    <a:gd name="T2" fmla="*/ 50 w 73"/>
                    <a:gd name="T3" fmla="*/ 50 h 75"/>
                    <a:gd name="T4" fmla="*/ 29 w 73"/>
                    <a:gd name="T5" fmla="*/ 0 h 75"/>
                    <a:gd name="T6" fmla="*/ 15 w 73"/>
                    <a:gd name="T7" fmla="*/ 0 h 75"/>
                    <a:gd name="T8" fmla="*/ 0 w 73"/>
                    <a:gd name="T9" fmla="*/ 75 h 75"/>
                    <a:gd name="T10" fmla="*/ 13 w 73"/>
                    <a:gd name="T11" fmla="*/ 75 h 75"/>
                    <a:gd name="T12" fmla="*/ 23 w 73"/>
                    <a:gd name="T13" fmla="*/ 25 h 75"/>
                    <a:gd name="T14" fmla="*/ 44 w 73"/>
                    <a:gd name="T15" fmla="*/ 75 h 75"/>
                    <a:gd name="T16" fmla="*/ 58 w 73"/>
                    <a:gd name="T17" fmla="*/ 75 h 75"/>
                    <a:gd name="T18" fmla="*/ 73 w 73"/>
                    <a:gd name="T19" fmla="*/ 0 h 75"/>
                    <a:gd name="T20" fmla="*/ 58 w 73"/>
                    <a:gd name="T21"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3" h="75">
                      <a:moveTo>
                        <a:pt x="58" y="0"/>
                      </a:moveTo>
                      <a:lnTo>
                        <a:pt x="50" y="50"/>
                      </a:lnTo>
                      <a:lnTo>
                        <a:pt x="29" y="0"/>
                      </a:lnTo>
                      <a:lnTo>
                        <a:pt x="15" y="0"/>
                      </a:lnTo>
                      <a:lnTo>
                        <a:pt x="0" y="75"/>
                      </a:lnTo>
                      <a:lnTo>
                        <a:pt x="13" y="75"/>
                      </a:lnTo>
                      <a:lnTo>
                        <a:pt x="23" y="25"/>
                      </a:lnTo>
                      <a:lnTo>
                        <a:pt x="44" y="75"/>
                      </a:lnTo>
                      <a:lnTo>
                        <a:pt x="58" y="75"/>
                      </a:lnTo>
                      <a:lnTo>
                        <a:pt x="73" y="0"/>
                      </a:lnTo>
                      <a:lnTo>
                        <a:pt x="58"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7" name="îṣḻîďe"/>
                <p:cNvSpPr/>
                <p:nvPr/>
              </p:nvSpPr>
              <p:spPr bwMode="auto">
                <a:xfrm>
                  <a:off x="7881938" y="3521075"/>
                  <a:ext cx="49213" cy="119063"/>
                </a:xfrm>
                <a:custGeom>
                  <a:avLst/>
                  <a:gdLst>
                    <a:gd name="T0" fmla="*/ 0 w 31"/>
                    <a:gd name="T1" fmla="*/ 75 h 75"/>
                    <a:gd name="T2" fmla="*/ 14 w 31"/>
                    <a:gd name="T3" fmla="*/ 75 h 75"/>
                    <a:gd name="T4" fmla="*/ 31 w 31"/>
                    <a:gd name="T5" fmla="*/ 0 h 75"/>
                    <a:gd name="T6" fmla="*/ 14 w 31"/>
                    <a:gd name="T7" fmla="*/ 0 h 75"/>
                    <a:gd name="T8" fmla="*/ 0 w 31"/>
                    <a:gd name="T9" fmla="*/ 75 h 75"/>
                  </a:gdLst>
                  <a:ahLst/>
                  <a:cxnLst>
                    <a:cxn ang="0">
                      <a:pos x="T0" y="T1"/>
                    </a:cxn>
                    <a:cxn ang="0">
                      <a:pos x="T2" y="T3"/>
                    </a:cxn>
                    <a:cxn ang="0">
                      <a:pos x="T4" y="T5"/>
                    </a:cxn>
                    <a:cxn ang="0">
                      <a:pos x="T6" y="T7"/>
                    </a:cxn>
                    <a:cxn ang="0">
                      <a:pos x="T8" y="T9"/>
                    </a:cxn>
                  </a:cxnLst>
                  <a:rect l="0" t="0" r="r" b="b"/>
                  <a:pathLst>
                    <a:path w="31" h="75">
                      <a:moveTo>
                        <a:pt x="0" y="75"/>
                      </a:moveTo>
                      <a:lnTo>
                        <a:pt x="14" y="75"/>
                      </a:lnTo>
                      <a:lnTo>
                        <a:pt x="31" y="0"/>
                      </a:lnTo>
                      <a:lnTo>
                        <a:pt x="14" y="0"/>
                      </a:lnTo>
                      <a:lnTo>
                        <a:pt x="0" y="75"/>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8" name="íŝḻiḋè"/>
                <p:cNvSpPr/>
                <p:nvPr/>
              </p:nvSpPr>
              <p:spPr bwMode="auto">
                <a:xfrm>
                  <a:off x="7940676" y="3521075"/>
                  <a:ext cx="109538" cy="119063"/>
                </a:xfrm>
                <a:custGeom>
                  <a:avLst/>
                  <a:gdLst>
                    <a:gd name="T0" fmla="*/ 54 w 69"/>
                    <a:gd name="T1" fmla="*/ 0 h 75"/>
                    <a:gd name="T2" fmla="*/ 23 w 69"/>
                    <a:gd name="T3" fmla="*/ 57 h 75"/>
                    <a:gd name="T4" fmla="*/ 15 w 69"/>
                    <a:gd name="T5" fmla="*/ 0 h 75"/>
                    <a:gd name="T6" fmla="*/ 0 w 69"/>
                    <a:gd name="T7" fmla="*/ 0 h 75"/>
                    <a:gd name="T8" fmla="*/ 13 w 69"/>
                    <a:gd name="T9" fmla="*/ 75 h 75"/>
                    <a:gd name="T10" fmla="*/ 29 w 69"/>
                    <a:gd name="T11" fmla="*/ 75 h 75"/>
                    <a:gd name="T12" fmla="*/ 69 w 69"/>
                    <a:gd name="T13" fmla="*/ 0 h 75"/>
                    <a:gd name="T14" fmla="*/ 54 w 69"/>
                    <a:gd name="T15" fmla="*/ 0 h 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9" h="75">
                      <a:moveTo>
                        <a:pt x="54" y="0"/>
                      </a:moveTo>
                      <a:lnTo>
                        <a:pt x="23" y="57"/>
                      </a:lnTo>
                      <a:lnTo>
                        <a:pt x="15" y="0"/>
                      </a:lnTo>
                      <a:lnTo>
                        <a:pt x="0" y="0"/>
                      </a:lnTo>
                      <a:lnTo>
                        <a:pt x="13" y="75"/>
                      </a:lnTo>
                      <a:lnTo>
                        <a:pt x="29" y="75"/>
                      </a:lnTo>
                      <a:lnTo>
                        <a:pt x="69" y="0"/>
                      </a:lnTo>
                      <a:lnTo>
                        <a:pt x="54"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9" name="î$ḷíďé"/>
                <p:cNvSpPr/>
                <p:nvPr/>
              </p:nvSpPr>
              <p:spPr bwMode="auto">
                <a:xfrm>
                  <a:off x="8037513" y="3521075"/>
                  <a:ext cx="111125" cy="119063"/>
                </a:xfrm>
                <a:custGeom>
                  <a:avLst/>
                  <a:gdLst>
                    <a:gd name="T0" fmla="*/ 68 w 70"/>
                    <a:gd name="T1" fmla="*/ 12 h 75"/>
                    <a:gd name="T2" fmla="*/ 70 w 70"/>
                    <a:gd name="T3" fmla="*/ 0 h 75"/>
                    <a:gd name="T4" fmla="*/ 16 w 70"/>
                    <a:gd name="T5" fmla="*/ 0 h 75"/>
                    <a:gd name="T6" fmla="*/ 0 w 70"/>
                    <a:gd name="T7" fmla="*/ 75 h 75"/>
                    <a:gd name="T8" fmla="*/ 58 w 70"/>
                    <a:gd name="T9" fmla="*/ 75 h 75"/>
                    <a:gd name="T10" fmla="*/ 60 w 70"/>
                    <a:gd name="T11" fmla="*/ 63 h 75"/>
                    <a:gd name="T12" fmla="*/ 16 w 70"/>
                    <a:gd name="T13" fmla="*/ 63 h 75"/>
                    <a:gd name="T14" fmla="*/ 22 w 70"/>
                    <a:gd name="T15" fmla="*/ 42 h 75"/>
                    <a:gd name="T16" fmla="*/ 60 w 70"/>
                    <a:gd name="T17" fmla="*/ 42 h 75"/>
                    <a:gd name="T18" fmla="*/ 62 w 70"/>
                    <a:gd name="T19" fmla="*/ 29 h 75"/>
                    <a:gd name="T20" fmla="*/ 24 w 70"/>
                    <a:gd name="T21" fmla="*/ 29 h 75"/>
                    <a:gd name="T22" fmla="*/ 29 w 70"/>
                    <a:gd name="T23" fmla="*/ 12 h 75"/>
                    <a:gd name="T24" fmla="*/ 68 w 70"/>
                    <a:gd name="T25" fmla="*/ 12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0" h="75">
                      <a:moveTo>
                        <a:pt x="68" y="12"/>
                      </a:moveTo>
                      <a:lnTo>
                        <a:pt x="70" y="0"/>
                      </a:lnTo>
                      <a:lnTo>
                        <a:pt x="16" y="0"/>
                      </a:lnTo>
                      <a:lnTo>
                        <a:pt x="0" y="75"/>
                      </a:lnTo>
                      <a:lnTo>
                        <a:pt x="58" y="75"/>
                      </a:lnTo>
                      <a:lnTo>
                        <a:pt x="60" y="63"/>
                      </a:lnTo>
                      <a:lnTo>
                        <a:pt x="16" y="63"/>
                      </a:lnTo>
                      <a:lnTo>
                        <a:pt x="22" y="42"/>
                      </a:lnTo>
                      <a:lnTo>
                        <a:pt x="60" y="42"/>
                      </a:lnTo>
                      <a:lnTo>
                        <a:pt x="62" y="29"/>
                      </a:lnTo>
                      <a:lnTo>
                        <a:pt x="24" y="29"/>
                      </a:lnTo>
                      <a:lnTo>
                        <a:pt x="29" y="12"/>
                      </a:lnTo>
                      <a:lnTo>
                        <a:pt x="68" y="12"/>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0" name="îṡlîďe"/>
                <p:cNvSpPr/>
                <p:nvPr/>
              </p:nvSpPr>
              <p:spPr bwMode="auto">
                <a:xfrm>
                  <a:off x="8145463" y="3521075"/>
                  <a:ext cx="115888" cy="119063"/>
                </a:xfrm>
                <a:custGeom>
                  <a:avLst/>
                  <a:gdLst>
                    <a:gd name="T0" fmla="*/ 30 w 35"/>
                    <a:gd name="T1" fmla="*/ 1 h 36"/>
                    <a:gd name="T2" fmla="*/ 24 w 35"/>
                    <a:gd name="T3" fmla="*/ 0 h 36"/>
                    <a:gd name="T4" fmla="*/ 8 w 35"/>
                    <a:gd name="T5" fmla="*/ 0 h 36"/>
                    <a:gd name="T6" fmla="*/ 0 w 35"/>
                    <a:gd name="T7" fmla="*/ 36 h 36"/>
                    <a:gd name="T8" fmla="*/ 8 w 35"/>
                    <a:gd name="T9" fmla="*/ 36 h 36"/>
                    <a:gd name="T10" fmla="*/ 11 w 35"/>
                    <a:gd name="T11" fmla="*/ 21 h 36"/>
                    <a:gd name="T12" fmla="*/ 14 w 35"/>
                    <a:gd name="T13" fmla="*/ 21 h 36"/>
                    <a:gd name="T14" fmla="*/ 17 w 35"/>
                    <a:gd name="T15" fmla="*/ 22 h 36"/>
                    <a:gd name="T16" fmla="*/ 21 w 35"/>
                    <a:gd name="T17" fmla="*/ 26 h 36"/>
                    <a:gd name="T18" fmla="*/ 24 w 35"/>
                    <a:gd name="T19" fmla="*/ 36 h 36"/>
                    <a:gd name="T20" fmla="*/ 32 w 35"/>
                    <a:gd name="T21" fmla="*/ 36 h 36"/>
                    <a:gd name="T22" fmla="*/ 27 w 35"/>
                    <a:gd name="T23" fmla="*/ 24 h 36"/>
                    <a:gd name="T24" fmla="*/ 24 w 35"/>
                    <a:gd name="T25" fmla="*/ 21 h 36"/>
                    <a:gd name="T26" fmla="*/ 32 w 35"/>
                    <a:gd name="T27" fmla="*/ 17 h 36"/>
                    <a:gd name="T28" fmla="*/ 35 w 35"/>
                    <a:gd name="T29" fmla="*/ 9 h 36"/>
                    <a:gd name="T30" fmla="*/ 34 w 35"/>
                    <a:gd name="T31" fmla="*/ 4 h 36"/>
                    <a:gd name="T32" fmla="*/ 30 w 35"/>
                    <a:gd name="T33" fmla="*/ 1 h 36"/>
                    <a:gd name="T34" fmla="*/ 27 w 35"/>
                    <a:gd name="T35" fmla="*/ 13 h 36"/>
                    <a:gd name="T36" fmla="*/ 24 w 35"/>
                    <a:gd name="T37" fmla="*/ 15 h 36"/>
                    <a:gd name="T38" fmla="*/ 16 w 35"/>
                    <a:gd name="T39" fmla="*/ 16 h 36"/>
                    <a:gd name="T40" fmla="*/ 12 w 35"/>
                    <a:gd name="T41" fmla="*/ 16 h 36"/>
                    <a:gd name="T42" fmla="*/ 14 w 35"/>
                    <a:gd name="T43" fmla="*/ 6 h 36"/>
                    <a:gd name="T44" fmla="*/ 22 w 35"/>
                    <a:gd name="T45" fmla="*/ 6 h 36"/>
                    <a:gd name="T46" fmla="*/ 26 w 35"/>
                    <a:gd name="T47" fmla="*/ 7 h 36"/>
                    <a:gd name="T48" fmla="*/ 28 w 35"/>
                    <a:gd name="T49" fmla="*/ 10 h 36"/>
                    <a:gd name="T50" fmla="*/ 27 w 35"/>
                    <a:gd name="T51" fmla="*/ 13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5" h="36">
                      <a:moveTo>
                        <a:pt x="30" y="1"/>
                      </a:moveTo>
                      <a:cubicBezTo>
                        <a:pt x="28" y="0"/>
                        <a:pt x="26" y="0"/>
                        <a:pt x="24" y="0"/>
                      </a:cubicBezTo>
                      <a:cubicBezTo>
                        <a:pt x="8" y="0"/>
                        <a:pt x="8" y="0"/>
                        <a:pt x="8" y="0"/>
                      </a:cubicBezTo>
                      <a:cubicBezTo>
                        <a:pt x="0" y="36"/>
                        <a:pt x="0" y="36"/>
                        <a:pt x="0" y="36"/>
                      </a:cubicBezTo>
                      <a:cubicBezTo>
                        <a:pt x="8" y="36"/>
                        <a:pt x="8" y="36"/>
                        <a:pt x="8" y="36"/>
                      </a:cubicBezTo>
                      <a:cubicBezTo>
                        <a:pt x="11" y="21"/>
                        <a:pt x="11" y="21"/>
                        <a:pt x="11" y="21"/>
                      </a:cubicBezTo>
                      <a:cubicBezTo>
                        <a:pt x="14" y="21"/>
                        <a:pt x="14" y="21"/>
                        <a:pt x="14" y="21"/>
                      </a:cubicBezTo>
                      <a:cubicBezTo>
                        <a:pt x="15" y="21"/>
                        <a:pt x="17" y="21"/>
                        <a:pt x="17" y="22"/>
                      </a:cubicBezTo>
                      <a:cubicBezTo>
                        <a:pt x="18" y="22"/>
                        <a:pt x="20" y="24"/>
                        <a:pt x="21" y="26"/>
                      </a:cubicBezTo>
                      <a:cubicBezTo>
                        <a:pt x="22" y="31"/>
                        <a:pt x="24" y="34"/>
                        <a:pt x="24" y="36"/>
                      </a:cubicBezTo>
                      <a:cubicBezTo>
                        <a:pt x="32" y="36"/>
                        <a:pt x="32" y="36"/>
                        <a:pt x="32" y="36"/>
                      </a:cubicBezTo>
                      <a:cubicBezTo>
                        <a:pt x="30" y="31"/>
                        <a:pt x="28" y="27"/>
                        <a:pt x="27" y="24"/>
                      </a:cubicBezTo>
                      <a:cubicBezTo>
                        <a:pt x="26" y="23"/>
                        <a:pt x="25" y="21"/>
                        <a:pt x="24" y="21"/>
                      </a:cubicBezTo>
                      <a:cubicBezTo>
                        <a:pt x="28" y="20"/>
                        <a:pt x="30" y="19"/>
                        <a:pt x="32" y="17"/>
                      </a:cubicBezTo>
                      <a:cubicBezTo>
                        <a:pt x="34" y="15"/>
                        <a:pt x="35" y="13"/>
                        <a:pt x="35" y="9"/>
                      </a:cubicBezTo>
                      <a:cubicBezTo>
                        <a:pt x="35" y="7"/>
                        <a:pt x="34" y="6"/>
                        <a:pt x="34" y="4"/>
                      </a:cubicBezTo>
                      <a:cubicBezTo>
                        <a:pt x="33" y="3"/>
                        <a:pt x="31" y="2"/>
                        <a:pt x="30" y="1"/>
                      </a:cubicBezTo>
                      <a:close/>
                      <a:moveTo>
                        <a:pt x="27" y="13"/>
                      </a:moveTo>
                      <a:cubicBezTo>
                        <a:pt x="26" y="14"/>
                        <a:pt x="25" y="14"/>
                        <a:pt x="24" y="15"/>
                      </a:cubicBezTo>
                      <a:cubicBezTo>
                        <a:pt x="22" y="15"/>
                        <a:pt x="20" y="16"/>
                        <a:pt x="16" y="16"/>
                      </a:cubicBezTo>
                      <a:cubicBezTo>
                        <a:pt x="12" y="16"/>
                        <a:pt x="12" y="16"/>
                        <a:pt x="12" y="16"/>
                      </a:cubicBezTo>
                      <a:cubicBezTo>
                        <a:pt x="14" y="6"/>
                        <a:pt x="14" y="6"/>
                        <a:pt x="14" y="6"/>
                      </a:cubicBezTo>
                      <a:cubicBezTo>
                        <a:pt x="22" y="6"/>
                        <a:pt x="22" y="6"/>
                        <a:pt x="22" y="6"/>
                      </a:cubicBezTo>
                      <a:cubicBezTo>
                        <a:pt x="24" y="6"/>
                        <a:pt x="25" y="6"/>
                        <a:pt x="26" y="7"/>
                      </a:cubicBezTo>
                      <a:cubicBezTo>
                        <a:pt x="27" y="7"/>
                        <a:pt x="28" y="8"/>
                        <a:pt x="28" y="10"/>
                      </a:cubicBezTo>
                      <a:cubicBezTo>
                        <a:pt x="28" y="11"/>
                        <a:pt x="27" y="12"/>
                        <a:pt x="27" y="13"/>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1" name="ïşľîḍé"/>
                <p:cNvSpPr/>
                <p:nvPr/>
              </p:nvSpPr>
              <p:spPr bwMode="auto">
                <a:xfrm>
                  <a:off x="8267701" y="3521075"/>
                  <a:ext cx="98425" cy="119063"/>
                </a:xfrm>
                <a:custGeom>
                  <a:avLst/>
                  <a:gdLst>
                    <a:gd name="T0" fmla="*/ 17 w 30"/>
                    <a:gd name="T1" fmla="*/ 5 h 36"/>
                    <a:gd name="T2" fmla="*/ 22 w 30"/>
                    <a:gd name="T3" fmla="*/ 7 h 36"/>
                    <a:gd name="T4" fmla="*/ 23 w 30"/>
                    <a:gd name="T5" fmla="*/ 11 h 36"/>
                    <a:gd name="T6" fmla="*/ 30 w 30"/>
                    <a:gd name="T7" fmla="*/ 10 h 36"/>
                    <a:gd name="T8" fmla="*/ 27 w 30"/>
                    <a:gd name="T9" fmla="*/ 3 h 36"/>
                    <a:gd name="T10" fmla="*/ 17 w 30"/>
                    <a:gd name="T11" fmla="*/ 0 h 36"/>
                    <a:gd name="T12" fmla="*/ 8 w 30"/>
                    <a:gd name="T13" fmla="*/ 3 h 36"/>
                    <a:gd name="T14" fmla="*/ 4 w 30"/>
                    <a:gd name="T15" fmla="*/ 10 h 36"/>
                    <a:gd name="T16" fmla="*/ 6 w 30"/>
                    <a:gd name="T17" fmla="*/ 14 h 36"/>
                    <a:gd name="T18" fmla="*/ 8 w 30"/>
                    <a:gd name="T19" fmla="*/ 18 h 36"/>
                    <a:gd name="T20" fmla="*/ 15 w 30"/>
                    <a:gd name="T21" fmla="*/ 21 h 36"/>
                    <a:gd name="T22" fmla="*/ 20 w 30"/>
                    <a:gd name="T23" fmla="*/ 23 h 36"/>
                    <a:gd name="T24" fmla="*/ 21 w 30"/>
                    <a:gd name="T25" fmla="*/ 26 h 36"/>
                    <a:gd name="T26" fmla="*/ 19 w 30"/>
                    <a:gd name="T27" fmla="*/ 29 h 36"/>
                    <a:gd name="T28" fmla="*/ 14 w 30"/>
                    <a:gd name="T29" fmla="*/ 30 h 36"/>
                    <a:gd name="T30" fmla="*/ 8 w 30"/>
                    <a:gd name="T31" fmla="*/ 28 h 36"/>
                    <a:gd name="T32" fmla="*/ 7 w 30"/>
                    <a:gd name="T33" fmla="*/ 24 h 36"/>
                    <a:gd name="T34" fmla="*/ 0 w 30"/>
                    <a:gd name="T35" fmla="*/ 24 h 36"/>
                    <a:gd name="T36" fmla="*/ 1 w 30"/>
                    <a:gd name="T37" fmla="*/ 30 h 36"/>
                    <a:gd name="T38" fmla="*/ 6 w 30"/>
                    <a:gd name="T39" fmla="*/ 35 h 36"/>
                    <a:gd name="T40" fmla="*/ 14 w 30"/>
                    <a:gd name="T41" fmla="*/ 36 h 36"/>
                    <a:gd name="T42" fmla="*/ 24 w 30"/>
                    <a:gd name="T43" fmla="*/ 33 h 36"/>
                    <a:gd name="T44" fmla="*/ 28 w 30"/>
                    <a:gd name="T45" fmla="*/ 25 h 36"/>
                    <a:gd name="T46" fmla="*/ 26 w 30"/>
                    <a:gd name="T47" fmla="*/ 19 h 36"/>
                    <a:gd name="T48" fmla="*/ 18 w 30"/>
                    <a:gd name="T49" fmla="*/ 14 h 36"/>
                    <a:gd name="T50" fmla="*/ 13 w 30"/>
                    <a:gd name="T51" fmla="*/ 12 h 36"/>
                    <a:gd name="T52" fmla="*/ 11 w 30"/>
                    <a:gd name="T53" fmla="*/ 9 h 36"/>
                    <a:gd name="T54" fmla="*/ 13 w 30"/>
                    <a:gd name="T55" fmla="*/ 6 h 36"/>
                    <a:gd name="T56" fmla="*/ 17 w 30"/>
                    <a:gd name="T57" fmla="*/ 5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0" h="36">
                      <a:moveTo>
                        <a:pt x="17" y="5"/>
                      </a:moveTo>
                      <a:cubicBezTo>
                        <a:pt x="19" y="5"/>
                        <a:pt x="21" y="6"/>
                        <a:pt x="22" y="7"/>
                      </a:cubicBezTo>
                      <a:cubicBezTo>
                        <a:pt x="23" y="8"/>
                        <a:pt x="23" y="9"/>
                        <a:pt x="23" y="11"/>
                      </a:cubicBezTo>
                      <a:cubicBezTo>
                        <a:pt x="30" y="10"/>
                        <a:pt x="30" y="10"/>
                        <a:pt x="30" y="10"/>
                      </a:cubicBezTo>
                      <a:cubicBezTo>
                        <a:pt x="30" y="7"/>
                        <a:pt x="29" y="4"/>
                        <a:pt x="27" y="3"/>
                      </a:cubicBezTo>
                      <a:cubicBezTo>
                        <a:pt x="24" y="1"/>
                        <a:pt x="21" y="0"/>
                        <a:pt x="17" y="0"/>
                      </a:cubicBezTo>
                      <a:cubicBezTo>
                        <a:pt x="13" y="0"/>
                        <a:pt x="10" y="1"/>
                        <a:pt x="8" y="3"/>
                      </a:cubicBezTo>
                      <a:cubicBezTo>
                        <a:pt x="5" y="5"/>
                        <a:pt x="4" y="7"/>
                        <a:pt x="4" y="10"/>
                      </a:cubicBezTo>
                      <a:cubicBezTo>
                        <a:pt x="4" y="12"/>
                        <a:pt x="5" y="13"/>
                        <a:pt x="6" y="14"/>
                      </a:cubicBezTo>
                      <a:cubicBezTo>
                        <a:pt x="6" y="16"/>
                        <a:pt x="7" y="17"/>
                        <a:pt x="8" y="18"/>
                      </a:cubicBezTo>
                      <a:cubicBezTo>
                        <a:pt x="10" y="18"/>
                        <a:pt x="12" y="19"/>
                        <a:pt x="15" y="21"/>
                      </a:cubicBezTo>
                      <a:cubicBezTo>
                        <a:pt x="17" y="22"/>
                        <a:pt x="19" y="23"/>
                        <a:pt x="20" y="23"/>
                      </a:cubicBezTo>
                      <a:cubicBezTo>
                        <a:pt x="20" y="24"/>
                        <a:pt x="21" y="25"/>
                        <a:pt x="21" y="26"/>
                      </a:cubicBezTo>
                      <a:cubicBezTo>
                        <a:pt x="21" y="27"/>
                        <a:pt x="20" y="28"/>
                        <a:pt x="19" y="29"/>
                      </a:cubicBezTo>
                      <a:cubicBezTo>
                        <a:pt x="18" y="30"/>
                        <a:pt x="16" y="30"/>
                        <a:pt x="14" y="30"/>
                      </a:cubicBezTo>
                      <a:cubicBezTo>
                        <a:pt x="11" y="30"/>
                        <a:pt x="9" y="30"/>
                        <a:pt x="8" y="28"/>
                      </a:cubicBezTo>
                      <a:cubicBezTo>
                        <a:pt x="8" y="28"/>
                        <a:pt x="7" y="26"/>
                        <a:pt x="7" y="24"/>
                      </a:cubicBezTo>
                      <a:cubicBezTo>
                        <a:pt x="0" y="24"/>
                        <a:pt x="0" y="24"/>
                        <a:pt x="0" y="24"/>
                      </a:cubicBezTo>
                      <a:cubicBezTo>
                        <a:pt x="0" y="27"/>
                        <a:pt x="0" y="29"/>
                        <a:pt x="1" y="30"/>
                      </a:cubicBezTo>
                      <a:cubicBezTo>
                        <a:pt x="2" y="32"/>
                        <a:pt x="4" y="34"/>
                        <a:pt x="6" y="35"/>
                      </a:cubicBezTo>
                      <a:cubicBezTo>
                        <a:pt x="8" y="36"/>
                        <a:pt x="11" y="36"/>
                        <a:pt x="14" y="36"/>
                      </a:cubicBezTo>
                      <a:cubicBezTo>
                        <a:pt x="18" y="36"/>
                        <a:pt x="22" y="35"/>
                        <a:pt x="24" y="33"/>
                      </a:cubicBezTo>
                      <a:cubicBezTo>
                        <a:pt x="27" y="31"/>
                        <a:pt x="28" y="28"/>
                        <a:pt x="28" y="25"/>
                      </a:cubicBezTo>
                      <a:cubicBezTo>
                        <a:pt x="28" y="22"/>
                        <a:pt x="27" y="20"/>
                        <a:pt x="26" y="19"/>
                      </a:cubicBezTo>
                      <a:cubicBezTo>
                        <a:pt x="25" y="18"/>
                        <a:pt x="22" y="16"/>
                        <a:pt x="18" y="14"/>
                      </a:cubicBezTo>
                      <a:cubicBezTo>
                        <a:pt x="15" y="13"/>
                        <a:pt x="13" y="12"/>
                        <a:pt x="13" y="12"/>
                      </a:cubicBezTo>
                      <a:cubicBezTo>
                        <a:pt x="12" y="11"/>
                        <a:pt x="11" y="10"/>
                        <a:pt x="11" y="9"/>
                      </a:cubicBezTo>
                      <a:cubicBezTo>
                        <a:pt x="11" y="8"/>
                        <a:pt x="12" y="7"/>
                        <a:pt x="13" y="6"/>
                      </a:cubicBezTo>
                      <a:cubicBezTo>
                        <a:pt x="14" y="6"/>
                        <a:pt x="15" y="5"/>
                        <a:pt x="17" y="5"/>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2" name="îṩľîďe"/>
                <p:cNvSpPr/>
                <p:nvPr/>
              </p:nvSpPr>
              <p:spPr bwMode="auto">
                <a:xfrm>
                  <a:off x="8374063" y="3521075"/>
                  <a:ext cx="46038" cy="119063"/>
                </a:xfrm>
                <a:custGeom>
                  <a:avLst/>
                  <a:gdLst>
                    <a:gd name="T0" fmla="*/ 0 w 29"/>
                    <a:gd name="T1" fmla="*/ 75 h 75"/>
                    <a:gd name="T2" fmla="*/ 14 w 29"/>
                    <a:gd name="T3" fmla="*/ 75 h 75"/>
                    <a:gd name="T4" fmla="*/ 29 w 29"/>
                    <a:gd name="T5" fmla="*/ 0 h 75"/>
                    <a:gd name="T6" fmla="*/ 14 w 29"/>
                    <a:gd name="T7" fmla="*/ 0 h 75"/>
                    <a:gd name="T8" fmla="*/ 0 w 29"/>
                    <a:gd name="T9" fmla="*/ 75 h 75"/>
                  </a:gdLst>
                  <a:ahLst/>
                  <a:cxnLst>
                    <a:cxn ang="0">
                      <a:pos x="T0" y="T1"/>
                    </a:cxn>
                    <a:cxn ang="0">
                      <a:pos x="T2" y="T3"/>
                    </a:cxn>
                    <a:cxn ang="0">
                      <a:pos x="T4" y="T5"/>
                    </a:cxn>
                    <a:cxn ang="0">
                      <a:pos x="T6" y="T7"/>
                    </a:cxn>
                    <a:cxn ang="0">
                      <a:pos x="T8" y="T9"/>
                    </a:cxn>
                  </a:cxnLst>
                  <a:rect l="0" t="0" r="r" b="b"/>
                  <a:pathLst>
                    <a:path w="29" h="75">
                      <a:moveTo>
                        <a:pt x="0" y="75"/>
                      </a:moveTo>
                      <a:lnTo>
                        <a:pt x="14" y="75"/>
                      </a:lnTo>
                      <a:lnTo>
                        <a:pt x="29" y="0"/>
                      </a:lnTo>
                      <a:lnTo>
                        <a:pt x="14" y="0"/>
                      </a:lnTo>
                      <a:lnTo>
                        <a:pt x="0" y="75"/>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3" name="iS1idè"/>
                <p:cNvSpPr/>
                <p:nvPr/>
              </p:nvSpPr>
              <p:spPr bwMode="auto">
                <a:xfrm>
                  <a:off x="8432801" y="3521075"/>
                  <a:ext cx="95250" cy="119063"/>
                </a:xfrm>
                <a:custGeom>
                  <a:avLst/>
                  <a:gdLst>
                    <a:gd name="T0" fmla="*/ 0 w 60"/>
                    <a:gd name="T1" fmla="*/ 12 h 75"/>
                    <a:gd name="T2" fmla="*/ 21 w 60"/>
                    <a:gd name="T3" fmla="*/ 12 h 75"/>
                    <a:gd name="T4" fmla="*/ 8 w 60"/>
                    <a:gd name="T5" fmla="*/ 75 h 75"/>
                    <a:gd name="T6" fmla="*/ 23 w 60"/>
                    <a:gd name="T7" fmla="*/ 75 h 75"/>
                    <a:gd name="T8" fmla="*/ 35 w 60"/>
                    <a:gd name="T9" fmla="*/ 12 h 75"/>
                    <a:gd name="T10" fmla="*/ 58 w 60"/>
                    <a:gd name="T11" fmla="*/ 12 h 75"/>
                    <a:gd name="T12" fmla="*/ 60 w 60"/>
                    <a:gd name="T13" fmla="*/ 0 h 75"/>
                    <a:gd name="T14" fmla="*/ 2 w 60"/>
                    <a:gd name="T15" fmla="*/ 0 h 75"/>
                    <a:gd name="T16" fmla="*/ 0 w 60"/>
                    <a:gd name="T17" fmla="*/ 12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0" h="75">
                      <a:moveTo>
                        <a:pt x="0" y="12"/>
                      </a:moveTo>
                      <a:lnTo>
                        <a:pt x="21" y="12"/>
                      </a:lnTo>
                      <a:lnTo>
                        <a:pt x="8" y="75"/>
                      </a:lnTo>
                      <a:lnTo>
                        <a:pt x="23" y="75"/>
                      </a:lnTo>
                      <a:lnTo>
                        <a:pt x="35" y="12"/>
                      </a:lnTo>
                      <a:lnTo>
                        <a:pt x="58" y="12"/>
                      </a:lnTo>
                      <a:lnTo>
                        <a:pt x="60" y="0"/>
                      </a:lnTo>
                      <a:lnTo>
                        <a:pt x="2" y="0"/>
                      </a:lnTo>
                      <a:lnTo>
                        <a:pt x="0" y="12"/>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4" name="iṣḷîḋe"/>
                <p:cNvSpPr/>
                <p:nvPr/>
              </p:nvSpPr>
              <p:spPr bwMode="auto">
                <a:xfrm>
                  <a:off x="8531226" y="3521075"/>
                  <a:ext cx="109538" cy="119063"/>
                </a:xfrm>
                <a:custGeom>
                  <a:avLst/>
                  <a:gdLst>
                    <a:gd name="T0" fmla="*/ 25 w 33"/>
                    <a:gd name="T1" fmla="*/ 0 h 36"/>
                    <a:gd name="T2" fmla="*/ 19 w 33"/>
                    <a:gd name="T3" fmla="*/ 7 h 36"/>
                    <a:gd name="T4" fmla="*/ 16 w 33"/>
                    <a:gd name="T5" fmla="*/ 12 h 36"/>
                    <a:gd name="T6" fmla="*/ 14 w 33"/>
                    <a:gd name="T7" fmla="*/ 15 h 36"/>
                    <a:gd name="T8" fmla="*/ 12 w 33"/>
                    <a:gd name="T9" fmla="*/ 10 h 36"/>
                    <a:gd name="T10" fmla="*/ 8 w 33"/>
                    <a:gd name="T11" fmla="*/ 0 h 36"/>
                    <a:gd name="T12" fmla="*/ 0 w 33"/>
                    <a:gd name="T13" fmla="*/ 0 h 36"/>
                    <a:gd name="T14" fmla="*/ 10 w 33"/>
                    <a:gd name="T15" fmla="*/ 22 h 36"/>
                    <a:gd name="T16" fmla="*/ 7 w 33"/>
                    <a:gd name="T17" fmla="*/ 36 h 36"/>
                    <a:gd name="T18" fmla="*/ 14 w 33"/>
                    <a:gd name="T19" fmla="*/ 36 h 36"/>
                    <a:gd name="T20" fmla="*/ 17 w 33"/>
                    <a:gd name="T21" fmla="*/ 23 h 36"/>
                    <a:gd name="T22" fmla="*/ 33 w 33"/>
                    <a:gd name="T23" fmla="*/ 0 h 36"/>
                    <a:gd name="T24" fmla="*/ 25 w 33"/>
                    <a:gd name="T25" fmla="*/ 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3" h="36">
                      <a:moveTo>
                        <a:pt x="25" y="0"/>
                      </a:moveTo>
                      <a:cubicBezTo>
                        <a:pt x="19" y="7"/>
                        <a:pt x="19" y="7"/>
                        <a:pt x="19" y="7"/>
                      </a:cubicBezTo>
                      <a:cubicBezTo>
                        <a:pt x="16" y="12"/>
                        <a:pt x="16" y="12"/>
                        <a:pt x="16" y="12"/>
                      </a:cubicBezTo>
                      <a:cubicBezTo>
                        <a:pt x="15" y="13"/>
                        <a:pt x="15" y="14"/>
                        <a:pt x="14" y="15"/>
                      </a:cubicBezTo>
                      <a:cubicBezTo>
                        <a:pt x="14" y="14"/>
                        <a:pt x="13" y="13"/>
                        <a:pt x="12" y="10"/>
                      </a:cubicBezTo>
                      <a:cubicBezTo>
                        <a:pt x="8" y="0"/>
                        <a:pt x="8" y="0"/>
                        <a:pt x="8" y="0"/>
                      </a:cubicBezTo>
                      <a:cubicBezTo>
                        <a:pt x="0" y="0"/>
                        <a:pt x="0" y="0"/>
                        <a:pt x="0" y="0"/>
                      </a:cubicBezTo>
                      <a:cubicBezTo>
                        <a:pt x="10" y="22"/>
                        <a:pt x="10" y="22"/>
                        <a:pt x="10" y="22"/>
                      </a:cubicBezTo>
                      <a:cubicBezTo>
                        <a:pt x="7" y="36"/>
                        <a:pt x="7" y="36"/>
                        <a:pt x="7" y="36"/>
                      </a:cubicBezTo>
                      <a:cubicBezTo>
                        <a:pt x="14" y="36"/>
                        <a:pt x="14" y="36"/>
                        <a:pt x="14" y="36"/>
                      </a:cubicBezTo>
                      <a:cubicBezTo>
                        <a:pt x="17" y="23"/>
                        <a:pt x="17" y="23"/>
                        <a:pt x="17" y="23"/>
                      </a:cubicBezTo>
                      <a:cubicBezTo>
                        <a:pt x="33" y="0"/>
                        <a:pt x="33" y="0"/>
                        <a:pt x="33" y="0"/>
                      </a:cubicBezTo>
                      <a:lnTo>
                        <a:pt x="25"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grpSp>
      <p:cxnSp>
        <p:nvCxnSpPr>
          <p:cNvPr id="4" name="直线连接符 3"/>
          <p:cNvCxnSpPr/>
          <p:nvPr userDrawn="1"/>
        </p:nvCxnSpPr>
        <p:spPr>
          <a:xfrm>
            <a:off x="0" y="1016000"/>
            <a:ext cx="12192000"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pic>
        <p:nvPicPr>
          <p:cNvPr id="110" name="图片 109" descr="图片包含 天空, 户外, 建筑物, 日落&#10;&#10;描述已自动生成"/>
          <p:cNvPicPr>
            <a:picLocks noChangeAspect="1"/>
          </p:cNvPicPr>
          <p:nvPr userDrawn="1"/>
        </p:nvPicPr>
        <p:blipFill rotWithShape="1">
          <a:blip r:embed="rId2" cstate="print">
            <a:extLst>
              <a:ext uri="{BEBA8EAE-BF5A-486C-A8C5-ECC9F3942E4B}">
                <a14:imgProps xmlns:a14="http://schemas.microsoft.com/office/drawing/2010/main">
                  <a14:imgLayer r:embed="rId3">
                    <a14:imgEffect>
                      <a14:backgroundRemoval t="10000" b="99500" l="10000" r="98000">
                        <a14:foregroundMark x1="45583" y1="28625" x2="72750" y2="47875"/>
                        <a14:foregroundMark x1="72750" y1="47875" x2="79000" y2="48875"/>
                        <a14:foregroundMark x1="79000" y1="48875" x2="87083" y2="44750"/>
                        <a14:foregroundMark x1="87083" y1="44750" x2="89333" y2="42875"/>
                        <a14:foregroundMark x1="49697" y1="28104" x2="51500" y2="30625"/>
                        <a14:foregroundMark x1="46583" y1="23750" x2="49595" y2="27961"/>
                        <a14:foregroundMark x1="46917" y1="21000" x2="48333" y2="17125"/>
                        <a14:foregroundMark x1="62917" y1="48125" x2="65250" y2="51750"/>
                        <a14:foregroundMark x1="65250" y1="51750" x2="86750" y2="67750"/>
                        <a14:foregroundMark x1="94417" y1="36500" x2="92917" y2="90875"/>
                        <a14:foregroundMark x1="98000" y1="30875" x2="91667" y2="84250"/>
                        <a14:foregroundMark x1="91667" y1="84250" x2="91333" y2="85500"/>
                        <a14:foregroundMark x1="70000" y1="67000" x2="89333" y2="84250"/>
                        <a14:foregroundMark x1="89333" y1="84250" x2="89333" y2="84250"/>
                        <a14:foregroundMark x1="70500" y1="67000" x2="66333" y2="64125"/>
                        <a14:foregroundMark x1="66333" y1="64125" x2="59333" y2="53500"/>
                        <a14:foregroundMark x1="79333" y1="90625" x2="80167" y2="96250"/>
                        <a14:foregroundMark x1="80167" y1="96250" x2="85167" y2="96625"/>
                        <a14:foregroundMark x1="85167" y1="96625" x2="88083" y2="94625"/>
                        <a14:foregroundMark x1="88083" y1="94625" x2="88167" y2="94625"/>
                        <a14:foregroundMark x1="96750" y1="97500" x2="76750" y2="99500"/>
                        <a14:foregroundMark x1="77799" y1="89875" x2="77667" y2="86250"/>
                        <a14:foregroundMark x1="77984" y1="94938" x2="77927" y2="93375"/>
                        <a14:foregroundMark x1="78000" y1="95375" x2="78056" y2="96909"/>
                        <a14:foregroundMark x1="68667" y1="40875" x2="68417" y2="41125"/>
                        <a14:backgroundMark x1="77667" y1="89875" x2="77667" y2="93375"/>
                        <a14:backgroundMark x1="77833" y1="95625" x2="78167" y2="90625"/>
                        <a14:backgroundMark x1="78500" y1="96125" x2="79000" y2="90375"/>
                        <a14:backgroundMark x1="19833" y1="30625" x2="46417" y2="71000"/>
                        <a14:backgroundMark x1="46417" y1="71000" x2="46417" y2="71000"/>
                        <a14:backgroundMark x1="17000" y1="72500" x2="23583" y2="72625"/>
                        <a14:backgroundMark x1="23583" y1="72625" x2="37833" y2="71875"/>
                        <a14:backgroundMark x1="37833" y1="71875" x2="57167" y2="75375"/>
                        <a14:backgroundMark x1="61667" y1="37000" x2="62000" y2="37375"/>
                        <a14:backgroundMark x1="66667" y1="39375" x2="66917" y2="39750"/>
                        <a14:backgroundMark x1="50917" y1="27125" x2="51000" y2="27625"/>
                      </a14:backgroundRemoval>
                    </a14:imgEffect>
                    <a14:imgEffect>
                      <a14:brightnessContrast bright="72000"/>
                    </a14:imgEffect>
                    <a14:imgEffect>
                      <a14:colorTemperature colorTemp="9660"/>
                    </a14:imgEffect>
                    <a14:imgEffect>
                      <a14:saturation sat="111000"/>
                    </a14:imgEffect>
                  </a14:imgLayer>
                </a14:imgProps>
              </a:ext>
              <a:ext uri="{28A0092B-C50C-407E-A947-70E740481C1C}">
                <a14:useLocalDpi xmlns:a14="http://schemas.microsoft.com/office/drawing/2010/main" val="0"/>
              </a:ext>
            </a:extLst>
          </a:blip>
          <a:srcRect l="38743" t="8413"/>
          <a:stretch>
            <a:fillRect/>
          </a:stretch>
        </p:blipFill>
        <p:spPr>
          <a:xfrm flipH="1">
            <a:off x="-1" y="60500"/>
            <a:ext cx="958611" cy="955500"/>
          </a:xfrm>
          <a:prstGeom prst="rect">
            <a:avLst/>
          </a:prstGeom>
        </p:spPr>
      </p:pic>
      <p:sp>
        <p:nvSpPr>
          <p:cNvPr id="113" name="图片占位符 4"/>
          <p:cNvSpPr>
            <a:spLocks noGrp="1"/>
          </p:cNvSpPr>
          <p:nvPr>
            <p:ph type="pic" sz="quarter" idx="10"/>
          </p:nvPr>
        </p:nvSpPr>
        <p:spPr>
          <a:xfrm>
            <a:off x="803275" y="1255713"/>
            <a:ext cx="3344863" cy="3084512"/>
          </a:xfrm>
          <a:prstGeom prst="rect">
            <a:avLst/>
          </a:prstGeom>
        </p:spPr>
        <p:txBody>
          <a:bodyPr/>
          <a:lstStyle/>
          <a:p>
            <a:endParaRPr kumimoji="1" lang="zh-CN" altLang="en-US" dirty="0"/>
          </a:p>
        </p:txBody>
      </p:sp>
      <p:sp>
        <p:nvSpPr>
          <p:cNvPr id="120" name="图片占位符 4"/>
          <p:cNvSpPr>
            <a:spLocks noGrp="1"/>
          </p:cNvSpPr>
          <p:nvPr>
            <p:ph type="pic" sz="quarter" idx="11"/>
          </p:nvPr>
        </p:nvSpPr>
        <p:spPr>
          <a:xfrm>
            <a:off x="4423568" y="1255713"/>
            <a:ext cx="3344863" cy="3084512"/>
          </a:xfrm>
          <a:prstGeom prst="rect">
            <a:avLst/>
          </a:prstGeom>
        </p:spPr>
        <p:txBody>
          <a:bodyPr/>
          <a:lstStyle/>
          <a:p>
            <a:endParaRPr kumimoji="1" lang="zh-CN" altLang="en-US" dirty="0"/>
          </a:p>
        </p:txBody>
      </p:sp>
      <p:sp>
        <p:nvSpPr>
          <p:cNvPr id="121" name="图片占位符 4"/>
          <p:cNvSpPr>
            <a:spLocks noGrp="1"/>
          </p:cNvSpPr>
          <p:nvPr>
            <p:ph type="pic" sz="quarter" idx="12"/>
          </p:nvPr>
        </p:nvSpPr>
        <p:spPr>
          <a:xfrm>
            <a:off x="8043861" y="1255713"/>
            <a:ext cx="3344863" cy="3084512"/>
          </a:xfrm>
          <a:prstGeom prst="rect">
            <a:avLst/>
          </a:prstGeom>
        </p:spPr>
        <p:txBody>
          <a:bodyPr/>
          <a:lstStyle/>
          <a:p>
            <a:endParaRPr kumimoji="1" lang="zh-CN" altLang="en-US"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四张照片">
    <p:spTree>
      <p:nvGrpSpPr>
        <p:cNvPr id="1" name=""/>
        <p:cNvGrpSpPr/>
        <p:nvPr/>
      </p:nvGrpSpPr>
      <p:grpSpPr>
        <a:xfrm>
          <a:off x="0" y="0"/>
          <a:ext cx="0" cy="0"/>
          <a:chOff x="0" y="0"/>
          <a:chExt cx="0" cy="0"/>
        </a:xfrm>
      </p:grpSpPr>
      <p:grpSp>
        <p:nvGrpSpPr>
          <p:cNvPr id="111" name="组合 110"/>
          <p:cNvGrpSpPr/>
          <p:nvPr userDrawn="1"/>
        </p:nvGrpSpPr>
        <p:grpSpPr>
          <a:xfrm flipH="1">
            <a:off x="5208336" y="4040440"/>
            <a:ext cx="804808" cy="2020022"/>
            <a:chOff x="803275" y="1324069"/>
            <a:chExt cx="804808" cy="2020022"/>
          </a:xfrm>
        </p:grpSpPr>
        <p:sp>
          <p:nvSpPr>
            <p:cNvPr id="112" name="矩形 111"/>
            <p:cNvSpPr/>
            <p:nvPr/>
          </p:nvSpPr>
          <p:spPr>
            <a:xfrm>
              <a:off x="803275" y="1324069"/>
              <a:ext cx="804808" cy="2020022"/>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a:bodyPr>
            <a:lstStyle/>
            <a:p>
              <a:pPr algn="l">
                <a:lnSpc>
                  <a:spcPct val="130000"/>
                </a:lnSpc>
              </a:pPr>
              <a:endParaRPr kumimoji="1" lang="zh-CN" altLang="en-US" sz="2000" dirty="0">
                <a:solidFill>
                  <a:schemeClr val="tx1">
                    <a:lumMod val="75000"/>
                    <a:lumOff val="25000"/>
                  </a:schemeClr>
                </a:solidFill>
              </a:endParaRPr>
            </a:p>
          </p:txBody>
        </p:sp>
        <p:cxnSp>
          <p:nvCxnSpPr>
            <p:cNvPr id="113" name="直线连接符 112"/>
            <p:cNvCxnSpPr/>
            <p:nvPr/>
          </p:nvCxnSpPr>
          <p:spPr>
            <a:xfrm>
              <a:off x="806746" y="1375471"/>
              <a:ext cx="684965"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17" name="直线连接符 116"/>
            <p:cNvCxnSpPr/>
            <p:nvPr/>
          </p:nvCxnSpPr>
          <p:spPr>
            <a:xfrm>
              <a:off x="806746" y="3293388"/>
              <a:ext cx="684965"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18" name="直线连接符 117"/>
            <p:cNvCxnSpPr/>
            <p:nvPr/>
          </p:nvCxnSpPr>
          <p:spPr>
            <a:xfrm>
              <a:off x="857416" y="1324069"/>
              <a:ext cx="0" cy="2020022"/>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19" name="组合 118"/>
          <p:cNvGrpSpPr/>
          <p:nvPr userDrawn="1"/>
        </p:nvGrpSpPr>
        <p:grpSpPr>
          <a:xfrm flipH="1">
            <a:off x="10599834" y="4040440"/>
            <a:ext cx="804808" cy="2020022"/>
            <a:chOff x="803275" y="1324069"/>
            <a:chExt cx="804808" cy="2020022"/>
          </a:xfrm>
        </p:grpSpPr>
        <p:sp>
          <p:nvSpPr>
            <p:cNvPr id="120" name="矩形 119"/>
            <p:cNvSpPr/>
            <p:nvPr/>
          </p:nvSpPr>
          <p:spPr>
            <a:xfrm>
              <a:off x="803275" y="1324069"/>
              <a:ext cx="804808" cy="2020022"/>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a:bodyPr>
            <a:lstStyle/>
            <a:p>
              <a:pPr algn="l">
                <a:lnSpc>
                  <a:spcPct val="130000"/>
                </a:lnSpc>
              </a:pPr>
              <a:endParaRPr kumimoji="1" lang="zh-CN" altLang="en-US" sz="2000" dirty="0">
                <a:solidFill>
                  <a:schemeClr val="tx1">
                    <a:lumMod val="75000"/>
                    <a:lumOff val="25000"/>
                  </a:schemeClr>
                </a:solidFill>
              </a:endParaRPr>
            </a:p>
          </p:txBody>
        </p:sp>
        <p:cxnSp>
          <p:nvCxnSpPr>
            <p:cNvPr id="121" name="直线连接符 120"/>
            <p:cNvCxnSpPr/>
            <p:nvPr/>
          </p:nvCxnSpPr>
          <p:spPr>
            <a:xfrm>
              <a:off x="806746" y="1375471"/>
              <a:ext cx="684965"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22" name="直线连接符 121"/>
            <p:cNvCxnSpPr/>
            <p:nvPr/>
          </p:nvCxnSpPr>
          <p:spPr>
            <a:xfrm>
              <a:off x="806746" y="3293388"/>
              <a:ext cx="684965"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23" name="直线连接符 122"/>
            <p:cNvCxnSpPr/>
            <p:nvPr/>
          </p:nvCxnSpPr>
          <p:spPr>
            <a:xfrm>
              <a:off x="857416" y="1324069"/>
              <a:ext cx="0" cy="2020022"/>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24" name="组合 123"/>
          <p:cNvGrpSpPr/>
          <p:nvPr userDrawn="1"/>
        </p:nvGrpSpPr>
        <p:grpSpPr>
          <a:xfrm>
            <a:off x="6187279" y="1324069"/>
            <a:ext cx="804808" cy="2020022"/>
            <a:chOff x="803275" y="1324069"/>
            <a:chExt cx="804808" cy="2020022"/>
          </a:xfrm>
        </p:grpSpPr>
        <p:sp>
          <p:nvSpPr>
            <p:cNvPr id="125" name="矩形 124"/>
            <p:cNvSpPr/>
            <p:nvPr/>
          </p:nvSpPr>
          <p:spPr>
            <a:xfrm>
              <a:off x="803275" y="1324069"/>
              <a:ext cx="804808" cy="2020022"/>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a:bodyPr>
            <a:lstStyle/>
            <a:p>
              <a:pPr algn="l">
                <a:lnSpc>
                  <a:spcPct val="130000"/>
                </a:lnSpc>
              </a:pPr>
              <a:endParaRPr kumimoji="1" lang="zh-CN" altLang="en-US" sz="2000" dirty="0">
                <a:solidFill>
                  <a:schemeClr val="tx1">
                    <a:lumMod val="75000"/>
                    <a:lumOff val="25000"/>
                  </a:schemeClr>
                </a:solidFill>
              </a:endParaRPr>
            </a:p>
          </p:txBody>
        </p:sp>
        <p:cxnSp>
          <p:nvCxnSpPr>
            <p:cNvPr id="126" name="直线连接符 125"/>
            <p:cNvCxnSpPr/>
            <p:nvPr/>
          </p:nvCxnSpPr>
          <p:spPr>
            <a:xfrm>
              <a:off x="806746" y="1375471"/>
              <a:ext cx="684965"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27" name="直线连接符 126"/>
            <p:cNvCxnSpPr/>
            <p:nvPr/>
          </p:nvCxnSpPr>
          <p:spPr>
            <a:xfrm>
              <a:off x="806746" y="3293388"/>
              <a:ext cx="684965"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28" name="直线连接符 127"/>
            <p:cNvCxnSpPr/>
            <p:nvPr/>
          </p:nvCxnSpPr>
          <p:spPr>
            <a:xfrm>
              <a:off x="857416" y="1324069"/>
              <a:ext cx="0" cy="2020022"/>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29" name="组合 128"/>
          <p:cNvGrpSpPr/>
          <p:nvPr userDrawn="1"/>
        </p:nvGrpSpPr>
        <p:grpSpPr>
          <a:xfrm>
            <a:off x="795392" y="1324069"/>
            <a:ext cx="804808" cy="2020022"/>
            <a:chOff x="803275" y="1324069"/>
            <a:chExt cx="804808" cy="2020022"/>
          </a:xfrm>
        </p:grpSpPr>
        <p:sp>
          <p:nvSpPr>
            <p:cNvPr id="130" name="矩形 129"/>
            <p:cNvSpPr/>
            <p:nvPr/>
          </p:nvSpPr>
          <p:spPr>
            <a:xfrm>
              <a:off x="803275" y="1324069"/>
              <a:ext cx="804808" cy="2020022"/>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a:bodyPr>
            <a:lstStyle/>
            <a:p>
              <a:pPr algn="l">
                <a:lnSpc>
                  <a:spcPct val="130000"/>
                </a:lnSpc>
              </a:pPr>
              <a:endParaRPr kumimoji="1" lang="zh-CN" altLang="en-US" sz="2000" dirty="0">
                <a:solidFill>
                  <a:schemeClr val="tx1">
                    <a:lumMod val="75000"/>
                    <a:lumOff val="25000"/>
                  </a:schemeClr>
                </a:solidFill>
              </a:endParaRPr>
            </a:p>
          </p:txBody>
        </p:sp>
        <p:cxnSp>
          <p:nvCxnSpPr>
            <p:cNvPr id="131" name="直线连接符 130"/>
            <p:cNvCxnSpPr/>
            <p:nvPr/>
          </p:nvCxnSpPr>
          <p:spPr>
            <a:xfrm>
              <a:off x="806746" y="1375471"/>
              <a:ext cx="684965"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32" name="直线连接符 131"/>
            <p:cNvCxnSpPr/>
            <p:nvPr/>
          </p:nvCxnSpPr>
          <p:spPr>
            <a:xfrm>
              <a:off x="806746" y="3293388"/>
              <a:ext cx="684965"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33" name="直线连接符 132"/>
            <p:cNvCxnSpPr/>
            <p:nvPr/>
          </p:nvCxnSpPr>
          <p:spPr>
            <a:xfrm>
              <a:off x="857416" y="1324069"/>
              <a:ext cx="0" cy="2020022"/>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2" name="标题 1"/>
          <p:cNvSpPr>
            <a:spLocks noGrp="1"/>
          </p:cNvSpPr>
          <p:nvPr>
            <p:ph type="title"/>
          </p:nvPr>
        </p:nvSpPr>
        <p:spPr>
          <a:xfrm>
            <a:off x="803275" y="393486"/>
            <a:ext cx="8970989" cy="663575"/>
          </a:xfrm>
          <a:prstGeom prst="rect">
            <a:avLst/>
          </a:prstGeom>
        </p:spPr>
        <p:txBody>
          <a:bodyPr lIns="0"/>
          <a:lstStyle>
            <a:lvl1pPr>
              <a:defRPr b="1">
                <a:solidFill>
                  <a:schemeClr val="accent2"/>
                </a:solidFill>
              </a:defRPr>
            </a:lvl1pPr>
          </a:lstStyle>
          <a:p>
            <a:r>
              <a:rPr lang="zh-CN" altLang="en-US" dirty="0"/>
              <a:t>单击此处编辑母版标题样式</a:t>
            </a:r>
          </a:p>
        </p:txBody>
      </p:sp>
      <p:grpSp>
        <p:nvGrpSpPr>
          <p:cNvPr id="245" name="组合 244"/>
          <p:cNvGrpSpPr/>
          <p:nvPr userDrawn="1"/>
        </p:nvGrpSpPr>
        <p:grpSpPr>
          <a:xfrm>
            <a:off x="9895088" y="468793"/>
            <a:ext cx="1480571" cy="458860"/>
            <a:chOff x="2558030" y="228446"/>
            <a:chExt cx="6774643" cy="2099603"/>
          </a:xfrm>
        </p:grpSpPr>
        <p:grpSp>
          <p:nvGrpSpPr>
            <p:cNvPr id="246" name="íšḻîďê"/>
            <p:cNvGrpSpPr/>
            <p:nvPr userDrawn="1"/>
          </p:nvGrpSpPr>
          <p:grpSpPr>
            <a:xfrm>
              <a:off x="2558030" y="228446"/>
              <a:ext cx="2085857" cy="2099603"/>
              <a:chOff x="3551238" y="3067050"/>
              <a:chExt cx="722313" cy="727075"/>
            </a:xfrm>
          </p:grpSpPr>
          <p:sp>
            <p:nvSpPr>
              <p:cNvPr id="276" name="ïş1íḍê"/>
              <p:cNvSpPr/>
              <p:nvPr/>
            </p:nvSpPr>
            <p:spPr bwMode="auto">
              <a:xfrm>
                <a:off x="3575051" y="3087688"/>
                <a:ext cx="673100" cy="679450"/>
              </a:xfrm>
              <a:custGeom>
                <a:avLst/>
                <a:gdLst>
                  <a:gd name="T0" fmla="*/ 102 w 204"/>
                  <a:gd name="T1" fmla="*/ 0 h 204"/>
                  <a:gd name="T2" fmla="*/ 204 w 204"/>
                  <a:gd name="T3" fmla="*/ 102 h 204"/>
                  <a:gd name="T4" fmla="*/ 102 w 204"/>
                  <a:gd name="T5" fmla="*/ 204 h 204"/>
                  <a:gd name="T6" fmla="*/ 0 w 204"/>
                  <a:gd name="T7" fmla="*/ 102 h 204"/>
                  <a:gd name="T8" fmla="*/ 102 w 204"/>
                  <a:gd name="T9" fmla="*/ 0 h 204"/>
                  <a:gd name="T10" fmla="*/ 102 w 204"/>
                  <a:gd name="T11" fmla="*/ 25 h 204"/>
                  <a:gd name="T12" fmla="*/ 24 w 204"/>
                  <a:gd name="T13" fmla="*/ 103 h 204"/>
                  <a:gd name="T14" fmla="*/ 102 w 204"/>
                  <a:gd name="T15" fmla="*/ 181 h 204"/>
                  <a:gd name="T16" fmla="*/ 180 w 204"/>
                  <a:gd name="T17" fmla="*/ 103 h 204"/>
                  <a:gd name="T18" fmla="*/ 102 w 204"/>
                  <a:gd name="T19" fmla="*/ 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04" h="204">
                    <a:moveTo>
                      <a:pt x="102" y="0"/>
                    </a:moveTo>
                    <a:cubicBezTo>
                      <a:pt x="159" y="0"/>
                      <a:pt x="204" y="46"/>
                      <a:pt x="204" y="102"/>
                    </a:cubicBezTo>
                    <a:cubicBezTo>
                      <a:pt x="204" y="158"/>
                      <a:pt x="159" y="204"/>
                      <a:pt x="102" y="204"/>
                    </a:cubicBezTo>
                    <a:cubicBezTo>
                      <a:pt x="46" y="204"/>
                      <a:pt x="0" y="158"/>
                      <a:pt x="0" y="102"/>
                    </a:cubicBezTo>
                    <a:cubicBezTo>
                      <a:pt x="0" y="46"/>
                      <a:pt x="46" y="0"/>
                      <a:pt x="102" y="0"/>
                    </a:cubicBezTo>
                    <a:close/>
                    <a:moveTo>
                      <a:pt x="102" y="25"/>
                    </a:moveTo>
                    <a:cubicBezTo>
                      <a:pt x="59" y="25"/>
                      <a:pt x="24" y="60"/>
                      <a:pt x="24" y="103"/>
                    </a:cubicBezTo>
                    <a:cubicBezTo>
                      <a:pt x="24" y="146"/>
                      <a:pt x="59" y="181"/>
                      <a:pt x="102" y="181"/>
                    </a:cubicBezTo>
                    <a:cubicBezTo>
                      <a:pt x="145" y="181"/>
                      <a:pt x="180" y="146"/>
                      <a:pt x="180" y="103"/>
                    </a:cubicBezTo>
                    <a:cubicBezTo>
                      <a:pt x="180" y="60"/>
                      <a:pt x="145" y="25"/>
                      <a:pt x="102" y="25"/>
                    </a:cubicBezTo>
                    <a:close/>
                  </a:path>
                </a:pathLst>
              </a:custGeom>
              <a:solidFill>
                <a:srgbClr val="00523A"/>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7" name="íšḻïḍè"/>
              <p:cNvSpPr/>
              <p:nvPr/>
            </p:nvSpPr>
            <p:spPr bwMode="auto">
              <a:xfrm>
                <a:off x="3621088" y="3103563"/>
                <a:ext cx="584200" cy="203200"/>
              </a:xfrm>
              <a:custGeom>
                <a:avLst/>
                <a:gdLst>
                  <a:gd name="T0" fmla="*/ 8 w 177"/>
                  <a:gd name="T1" fmla="*/ 53 h 61"/>
                  <a:gd name="T2" fmla="*/ 0 w 177"/>
                  <a:gd name="T3" fmla="*/ 56 h 61"/>
                  <a:gd name="T4" fmla="*/ 5 w 177"/>
                  <a:gd name="T5" fmla="*/ 52 h 61"/>
                  <a:gd name="T6" fmla="*/ 4 w 177"/>
                  <a:gd name="T7" fmla="*/ 50 h 61"/>
                  <a:gd name="T8" fmla="*/ 5 w 177"/>
                  <a:gd name="T9" fmla="*/ 48 h 61"/>
                  <a:gd name="T10" fmla="*/ 10 w 177"/>
                  <a:gd name="T11" fmla="*/ 41 h 61"/>
                  <a:gd name="T12" fmla="*/ 17 w 177"/>
                  <a:gd name="T13" fmla="*/ 50 h 61"/>
                  <a:gd name="T14" fmla="*/ 14 w 177"/>
                  <a:gd name="T15" fmla="*/ 35 h 61"/>
                  <a:gd name="T16" fmla="*/ 23 w 177"/>
                  <a:gd name="T17" fmla="*/ 46 h 61"/>
                  <a:gd name="T18" fmla="*/ 31 w 177"/>
                  <a:gd name="T19" fmla="*/ 38 h 61"/>
                  <a:gd name="T20" fmla="*/ 29 w 177"/>
                  <a:gd name="T21" fmla="*/ 40 h 61"/>
                  <a:gd name="T22" fmla="*/ 18 w 177"/>
                  <a:gd name="T23" fmla="*/ 32 h 61"/>
                  <a:gd name="T24" fmla="*/ 19 w 177"/>
                  <a:gd name="T25" fmla="*/ 30 h 61"/>
                  <a:gd name="T26" fmla="*/ 21 w 177"/>
                  <a:gd name="T27" fmla="*/ 27 h 61"/>
                  <a:gd name="T28" fmla="*/ 41 w 177"/>
                  <a:gd name="T29" fmla="*/ 29 h 61"/>
                  <a:gd name="T30" fmla="*/ 43 w 177"/>
                  <a:gd name="T31" fmla="*/ 29 h 61"/>
                  <a:gd name="T32" fmla="*/ 35 w 177"/>
                  <a:gd name="T33" fmla="*/ 35 h 61"/>
                  <a:gd name="T34" fmla="*/ 31 w 177"/>
                  <a:gd name="T35" fmla="*/ 21 h 61"/>
                  <a:gd name="T36" fmla="*/ 46 w 177"/>
                  <a:gd name="T37" fmla="*/ 11 h 61"/>
                  <a:gd name="T38" fmla="*/ 47 w 177"/>
                  <a:gd name="T39" fmla="*/ 11 h 61"/>
                  <a:gd name="T40" fmla="*/ 47 w 177"/>
                  <a:gd name="T41" fmla="*/ 26 h 61"/>
                  <a:gd name="T42" fmla="*/ 39 w 177"/>
                  <a:gd name="T43" fmla="*/ 15 h 61"/>
                  <a:gd name="T44" fmla="*/ 72 w 177"/>
                  <a:gd name="T45" fmla="*/ 16 h 61"/>
                  <a:gd name="T46" fmla="*/ 71 w 177"/>
                  <a:gd name="T47" fmla="*/ 2 h 61"/>
                  <a:gd name="T48" fmla="*/ 65 w 177"/>
                  <a:gd name="T49" fmla="*/ 15 h 61"/>
                  <a:gd name="T50" fmla="*/ 64 w 177"/>
                  <a:gd name="T51" fmla="*/ 4 h 61"/>
                  <a:gd name="T52" fmla="*/ 84 w 177"/>
                  <a:gd name="T53" fmla="*/ 1 h 61"/>
                  <a:gd name="T54" fmla="*/ 84 w 177"/>
                  <a:gd name="T55" fmla="*/ 1 h 61"/>
                  <a:gd name="T56" fmla="*/ 78 w 177"/>
                  <a:gd name="T57" fmla="*/ 16 h 61"/>
                  <a:gd name="T58" fmla="*/ 77 w 177"/>
                  <a:gd name="T59" fmla="*/ 15 h 61"/>
                  <a:gd name="T60" fmla="*/ 90 w 177"/>
                  <a:gd name="T61" fmla="*/ 1 h 61"/>
                  <a:gd name="T62" fmla="*/ 94 w 177"/>
                  <a:gd name="T63" fmla="*/ 15 h 61"/>
                  <a:gd name="T64" fmla="*/ 92 w 177"/>
                  <a:gd name="T65" fmla="*/ 15 h 61"/>
                  <a:gd name="T66" fmla="*/ 113 w 177"/>
                  <a:gd name="T67" fmla="*/ 3 h 61"/>
                  <a:gd name="T68" fmla="*/ 102 w 177"/>
                  <a:gd name="T69" fmla="*/ 2 h 61"/>
                  <a:gd name="T70" fmla="*/ 105 w 177"/>
                  <a:gd name="T71" fmla="*/ 14 h 61"/>
                  <a:gd name="T72" fmla="*/ 117 w 177"/>
                  <a:gd name="T73" fmla="*/ 5 h 61"/>
                  <a:gd name="T74" fmla="*/ 122 w 177"/>
                  <a:gd name="T75" fmla="*/ 19 h 61"/>
                  <a:gd name="T76" fmla="*/ 119 w 177"/>
                  <a:gd name="T77" fmla="*/ 13 h 61"/>
                  <a:gd name="T78" fmla="*/ 121 w 177"/>
                  <a:gd name="T79" fmla="*/ 12 h 61"/>
                  <a:gd name="T80" fmla="*/ 124 w 177"/>
                  <a:gd name="T81" fmla="*/ 10 h 61"/>
                  <a:gd name="T82" fmla="*/ 131 w 177"/>
                  <a:gd name="T83" fmla="*/ 26 h 61"/>
                  <a:gd name="T84" fmla="*/ 126 w 177"/>
                  <a:gd name="T85" fmla="*/ 23 h 61"/>
                  <a:gd name="T86" fmla="*/ 124 w 177"/>
                  <a:gd name="T87" fmla="*/ 23 h 61"/>
                  <a:gd name="T88" fmla="*/ 137 w 177"/>
                  <a:gd name="T89" fmla="*/ 14 h 61"/>
                  <a:gd name="T90" fmla="*/ 133 w 177"/>
                  <a:gd name="T91" fmla="*/ 11 h 61"/>
                  <a:gd name="T92" fmla="*/ 137 w 177"/>
                  <a:gd name="T93" fmla="*/ 32 h 61"/>
                  <a:gd name="T94" fmla="*/ 137 w 177"/>
                  <a:gd name="T95" fmla="*/ 32 h 61"/>
                  <a:gd name="T96" fmla="*/ 145 w 177"/>
                  <a:gd name="T97" fmla="*/ 19 h 61"/>
                  <a:gd name="T98" fmla="*/ 146 w 177"/>
                  <a:gd name="T99" fmla="*/ 19 h 61"/>
                  <a:gd name="T100" fmla="*/ 159 w 177"/>
                  <a:gd name="T101" fmla="*/ 31 h 61"/>
                  <a:gd name="T102" fmla="*/ 149 w 177"/>
                  <a:gd name="T103" fmla="*/ 42 h 61"/>
                  <a:gd name="T104" fmla="*/ 155 w 177"/>
                  <a:gd name="T105" fmla="*/ 27 h 61"/>
                  <a:gd name="T106" fmla="*/ 166 w 177"/>
                  <a:gd name="T107" fmla="*/ 40 h 61"/>
                  <a:gd name="T108" fmla="*/ 160 w 177"/>
                  <a:gd name="T109" fmla="*/ 37 h 61"/>
                  <a:gd name="T110" fmla="*/ 153 w 177"/>
                  <a:gd name="T111" fmla="*/ 46 h 61"/>
                  <a:gd name="T112" fmla="*/ 177 w 177"/>
                  <a:gd name="T113" fmla="*/ 55 h 61"/>
                  <a:gd name="T114" fmla="*/ 162 w 177"/>
                  <a:gd name="T115" fmla="*/ 60 h 61"/>
                  <a:gd name="T116" fmla="*/ 165 w 177"/>
                  <a:gd name="T117" fmla="*/ 55 h 61"/>
                  <a:gd name="T118" fmla="*/ 173 w 177"/>
                  <a:gd name="T119" fmla="*/ 49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77" h="61">
                    <a:moveTo>
                      <a:pt x="6" y="46"/>
                    </a:moveTo>
                    <a:cubicBezTo>
                      <a:pt x="6" y="46"/>
                      <a:pt x="6" y="46"/>
                      <a:pt x="6" y="46"/>
                    </a:cubicBezTo>
                    <a:cubicBezTo>
                      <a:pt x="6" y="46"/>
                      <a:pt x="6" y="46"/>
                      <a:pt x="6" y="46"/>
                    </a:cubicBezTo>
                    <a:cubicBezTo>
                      <a:pt x="6" y="46"/>
                      <a:pt x="6" y="47"/>
                      <a:pt x="6" y="47"/>
                    </a:cubicBezTo>
                    <a:cubicBezTo>
                      <a:pt x="6" y="47"/>
                      <a:pt x="6" y="47"/>
                      <a:pt x="6" y="47"/>
                    </a:cubicBezTo>
                    <a:cubicBezTo>
                      <a:pt x="17" y="57"/>
                      <a:pt x="17" y="57"/>
                      <a:pt x="17" y="57"/>
                    </a:cubicBezTo>
                    <a:cubicBezTo>
                      <a:pt x="17" y="57"/>
                      <a:pt x="17" y="57"/>
                      <a:pt x="17" y="57"/>
                    </a:cubicBezTo>
                    <a:cubicBezTo>
                      <a:pt x="8" y="53"/>
                      <a:pt x="8" y="53"/>
                      <a:pt x="8" y="53"/>
                    </a:cubicBezTo>
                    <a:cubicBezTo>
                      <a:pt x="8" y="54"/>
                      <a:pt x="8" y="54"/>
                      <a:pt x="8" y="54"/>
                    </a:cubicBezTo>
                    <a:cubicBezTo>
                      <a:pt x="15" y="60"/>
                      <a:pt x="15" y="60"/>
                      <a:pt x="15" y="60"/>
                    </a:cubicBezTo>
                    <a:cubicBezTo>
                      <a:pt x="15" y="61"/>
                      <a:pt x="15" y="61"/>
                      <a:pt x="15" y="61"/>
                    </a:cubicBezTo>
                    <a:cubicBezTo>
                      <a:pt x="1" y="55"/>
                      <a:pt x="1" y="55"/>
                      <a:pt x="1" y="55"/>
                    </a:cubicBezTo>
                    <a:cubicBezTo>
                      <a:pt x="1" y="55"/>
                      <a:pt x="1" y="55"/>
                      <a:pt x="1" y="55"/>
                    </a:cubicBezTo>
                    <a:cubicBezTo>
                      <a:pt x="1" y="55"/>
                      <a:pt x="1" y="55"/>
                      <a:pt x="1" y="55"/>
                    </a:cubicBezTo>
                    <a:cubicBezTo>
                      <a:pt x="0" y="56"/>
                      <a:pt x="0" y="56"/>
                      <a:pt x="0" y="56"/>
                    </a:cubicBezTo>
                    <a:cubicBezTo>
                      <a:pt x="0" y="56"/>
                      <a:pt x="0" y="56"/>
                      <a:pt x="0" y="56"/>
                    </a:cubicBezTo>
                    <a:cubicBezTo>
                      <a:pt x="2" y="53"/>
                      <a:pt x="2" y="53"/>
                      <a:pt x="2" y="53"/>
                    </a:cubicBezTo>
                    <a:cubicBezTo>
                      <a:pt x="2" y="53"/>
                      <a:pt x="2" y="53"/>
                      <a:pt x="2" y="53"/>
                    </a:cubicBezTo>
                    <a:cubicBezTo>
                      <a:pt x="2" y="53"/>
                      <a:pt x="2" y="53"/>
                      <a:pt x="2" y="53"/>
                    </a:cubicBezTo>
                    <a:cubicBezTo>
                      <a:pt x="2" y="53"/>
                      <a:pt x="2" y="54"/>
                      <a:pt x="2" y="54"/>
                    </a:cubicBezTo>
                    <a:cubicBezTo>
                      <a:pt x="2" y="54"/>
                      <a:pt x="2" y="54"/>
                      <a:pt x="2" y="54"/>
                    </a:cubicBezTo>
                    <a:cubicBezTo>
                      <a:pt x="11" y="58"/>
                      <a:pt x="11" y="58"/>
                      <a:pt x="11" y="58"/>
                    </a:cubicBezTo>
                    <a:cubicBezTo>
                      <a:pt x="12" y="58"/>
                      <a:pt x="12" y="58"/>
                      <a:pt x="12" y="58"/>
                    </a:cubicBezTo>
                    <a:cubicBezTo>
                      <a:pt x="5" y="52"/>
                      <a:pt x="5" y="52"/>
                      <a:pt x="5" y="52"/>
                    </a:cubicBezTo>
                    <a:cubicBezTo>
                      <a:pt x="4" y="52"/>
                      <a:pt x="4" y="52"/>
                      <a:pt x="4" y="52"/>
                    </a:cubicBezTo>
                    <a:cubicBezTo>
                      <a:pt x="3" y="52"/>
                      <a:pt x="3" y="52"/>
                      <a:pt x="3" y="52"/>
                    </a:cubicBezTo>
                    <a:cubicBezTo>
                      <a:pt x="3" y="52"/>
                      <a:pt x="3" y="52"/>
                      <a:pt x="3" y="52"/>
                    </a:cubicBezTo>
                    <a:cubicBezTo>
                      <a:pt x="3" y="52"/>
                      <a:pt x="3" y="52"/>
                      <a:pt x="3" y="52"/>
                    </a:cubicBezTo>
                    <a:cubicBezTo>
                      <a:pt x="2" y="52"/>
                      <a:pt x="2" y="52"/>
                      <a:pt x="2" y="52"/>
                    </a:cubicBezTo>
                    <a:cubicBezTo>
                      <a:pt x="4" y="49"/>
                      <a:pt x="4" y="49"/>
                      <a:pt x="4" y="49"/>
                    </a:cubicBezTo>
                    <a:cubicBezTo>
                      <a:pt x="4" y="49"/>
                      <a:pt x="4" y="49"/>
                      <a:pt x="4" y="49"/>
                    </a:cubicBezTo>
                    <a:cubicBezTo>
                      <a:pt x="4" y="50"/>
                      <a:pt x="4" y="50"/>
                      <a:pt x="4" y="50"/>
                    </a:cubicBezTo>
                    <a:cubicBezTo>
                      <a:pt x="4" y="50"/>
                      <a:pt x="4" y="50"/>
                      <a:pt x="4" y="50"/>
                    </a:cubicBezTo>
                    <a:cubicBezTo>
                      <a:pt x="4" y="50"/>
                      <a:pt x="4" y="50"/>
                      <a:pt x="4" y="51"/>
                    </a:cubicBezTo>
                    <a:cubicBezTo>
                      <a:pt x="13" y="54"/>
                      <a:pt x="13" y="54"/>
                      <a:pt x="13" y="54"/>
                    </a:cubicBezTo>
                    <a:cubicBezTo>
                      <a:pt x="13" y="54"/>
                      <a:pt x="13" y="54"/>
                      <a:pt x="13" y="54"/>
                    </a:cubicBezTo>
                    <a:cubicBezTo>
                      <a:pt x="6" y="48"/>
                      <a:pt x="6" y="48"/>
                      <a:pt x="6" y="48"/>
                    </a:cubicBezTo>
                    <a:cubicBezTo>
                      <a:pt x="6" y="48"/>
                      <a:pt x="6" y="48"/>
                      <a:pt x="5" y="48"/>
                    </a:cubicBezTo>
                    <a:cubicBezTo>
                      <a:pt x="5" y="48"/>
                      <a:pt x="5" y="48"/>
                      <a:pt x="5" y="48"/>
                    </a:cubicBezTo>
                    <a:cubicBezTo>
                      <a:pt x="5" y="48"/>
                      <a:pt x="5" y="48"/>
                      <a:pt x="5" y="48"/>
                    </a:cubicBezTo>
                    <a:cubicBezTo>
                      <a:pt x="4" y="48"/>
                      <a:pt x="4" y="48"/>
                      <a:pt x="4" y="48"/>
                    </a:cubicBezTo>
                    <a:cubicBezTo>
                      <a:pt x="6" y="46"/>
                      <a:pt x="6" y="46"/>
                      <a:pt x="6" y="46"/>
                    </a:cubicBezTo>
                    <a:close/>
                    <a:moveTo>
                      <a:pt x="22" y="48"/>
                    </a:moveTo>
                    <a:cubicBezTo>
                      <a:pt x="22" y="49"/>
                      <a:pt x="21" y="49"/>
                      <a:pt x="21" y="49"/>
                    </a:cubicBezTo>
                    <a:cubicBezTo>
                      <a:pt x="20" y="50"/>
                      <a:pt x="19" y="49"/>
                      <a:pt x="18" y="48"/>
                    </a:cubicBezTo>
                    <a:cubicBezTo>
                      <a:pt x="10" y="42"/>
                      <a:pt x="10" y="42"/>
                      <a:pt x="10" y="42"/>
                    </a:cubicBezTo>
                    <a:cubicBezTo>
                      <a:pt x="10" y="42"/>
                      <a:pt x="10" y="41"/>
                      <a:pt x="10" y="41"/>
                    </a:cubicBezTo>
                    <a:cubicBezTo>
                      <a:pt x="10" y="41"/>
                      <a:pt x="10" y="41"/>
                      <a:pt x="10" y="41"/>
                    </a:cubicBezTo>
                    <a:cubicBezTo>
                      <a:pt x="10" y="40"/>
                      <a:pt x="10" y="40"/>
                      <a:pt x="10" y="40"/>
                    </a:cubicBezTo>
                    <a:cubicBezTo>
                      <a:pt x="10" y="40"/>
                      <a:pt x="10" y="40"/>
                      <a:pt x="10" y="40"/>
                    </a:cubicBezTo>
                    <a:cubicBezTo>
                      <a:pt x="7" y="43"/>
                      <a:pt x="7" y="43"/>
                      <a:pt x="7" y="43"/>
                    </a:cubicBezTo>
                    <a:cubicBezTo>
                      <a:pt x="8" y="43"/>
                      <a:pt x="8" y="43"/>
                      <a:pt x="8" y="43"/>
                    </a:cubicBezTo>
                    <a:cubicBezTo>
                      <a:pt x="8" y="43"/>
                      <a:pt x="8" y="43"/>
                      <a:pt x="8" y="43"/>
                    </a:cubicBezTo>
                    <a:cubicBezTo>
                      <a:pt x="8" y="43"/>
                      <a:pt x="8" y="43"/>
                      <a:pt x="8" y="43"/>
                    </a:cubicBezTo>
                    <a:cubicBezTo>
                      <a:pt x="9" y="43"/>
                      <a:pt x="9" y="43"/>
                      <a:pt x="9" y="43"/>
                    </a:cubicBezTo>
                    <a:cubicBezTo>
                      <a:pt x="17" y="50"/>
                      <a:pt x="17" y="50"/>
                      <a:pt x="17" y="50"/>
                    </a:cubicBezTo>
                    <a:cubicBezTo>
                      <a:pt x="18" y="50"/>
                      <a:pt x="19" y="51"/>
                      <a:pt x="20" y="50"/>
                    </a:cubicBezTo>
                    <a:cubicBezTo>
                      <a:pt x="21" y="50"/>
                      <a:pt x="22" y="50"/>
                      <a:pt x="23" y="49"/>
                    </a:cubicBezTo>
                    <a:cubicBezTo>
                      <a:pt x="24" y="48"/>
                      <a:pt x="24" y="47"/>
                      <a:pt x="24" y="46"/>
                    </a:cubicBezTo>
                    <a:cubicBezTo>
                      <a:pt x="24" y="45"/>
                      <a:pt x="23" y="44"/>
                      <a:pt x="22" y="43"/>
                    </a:cubicBezTo>
                    <a:cubicBezTo>
                      <a:pt x="14" y="36"/>
                      <a:pt x="14" y="36"/>
                      <a:pt x="14" y="36"/>
                    </a:cubicBezTo>
                    <a:cubicBezTo>
                      <a:pt x="14" y="36"/>
                      <a:pt x="14" y="36"/>
                      <a:pt x="14" y="36"/>
                    </a:cubicBezTo>
                    <a:cubicBezTo>
                      <a:pt x="14" y="36"/>
                      <a:pt x="14" y="36"/>
                      <a:pt x="14" y="35"/>
                    </a:cubicBezTo>
                    <a:cubicBezTo>
                      <a:pt x="14" y="35"/>
                      <a:pt x="14" y="35"/>
                      <a:pt x="14" y="35"/>
                    </a:cubicBezTo>
                    <a:cubicBezTo>
                      <a:pt x="14" y="35"/>
                      <a:pt x="14" y="35"/>
                      <a:pt x="14" y="35"/>
                    </a:cubicBezTo>
                    <a:cubicBezTo>
                      <a:pt x="12" y="37"/>
                      <a:pt x="12" y="37"/>
                      <a:pt x="12" y="37"/>
                    </a:cubicBezTo>
                    <a:cubicBezTo>
                      <a:pt x="12" y="38"/>
                      <a:pt x="12" y="38"/>
                      <a:pt x="12" y="38"/>
                    </a:cubicBezTo>
                    <a:cubicBezTo>
                      <a:pt x="13" y="37"/>
                      <a:pt x="13" y="37"/>
                      <a:pt x="13" y="37"/>
                    </a:cubicBezTo>
                    <a:cubicBezTo>
                      <a:pt x="13" y="37"/>
                      <a:pt x="13" y="37"/>
                      <a:pt x="13" y="37"/>
                    </a:cubicBezTo>
                    <a:cubicBezTo>
                      <a:pt x="13" y="37"/>
                      <a:pt x="14" y="37"/>
                      <a:pt x="14" y="37"/>
                    </a:cubicBezTo>
                    <a:cubicBezTo>
                      <a:pt x="22" y="44"/>
                      <a:pt x="22" y="44"/>
                      <a:pt x="22" y="44"/>
                    </a:cubicBezTo>
                    <a:cubicBezTo>
                      <a:pt x="23" y="44"/>
                      <a:pt x="23" y="45"/>
                      <a:pt x="23" y="46"/>
                    </a:cubicBezTo>
                    <a:cubicBezTo>
                      <a:pt x="23" y="47"/>
                      <a:pt x="23" y="47"/>
                      <a:pt x="22" y="48"/>
                    </a:cubicBezTo>
                    <a:close/>
                    <a:moveTo>
                      <a:pt x="33" y="36"/>
                    </a:moveTo>
                    <a:cubicBezTo>
                      <a:pt x="33" y="36"/>
                      <a:pt x="33" y="36"/>
                      <a:pt x="33" y="36"/>
                    </a:cubicBezTo>
                    <a:cubicBezTo>
                      <a:pt x="33" y="36"/>
                      <a:pt x="34" y="36"/>
                      <a:pt x="34" y="36"/>
                    </a:cubicBezTo>
                    <a:cubicBezTo>
                      <a:pt x="34" y="35"/>
                      <a:pt x="34" y="35"/>
                      <a:pt x="34" y="35"/>
                    </a:cubicBezTo>
                    <a:cubicBezTo>
                      <a:pt x="35" y="36"/>
                      <a:pt x="35" y="36"/>
                      <a:pt x="35" y="36"/>
                    </a:cubicBezTo>
                    <a:cubicBezTo>
                      <a:pt x="32" y="39"/>
                      <a:pt x="32" y="39"/>
                      <a:pt x="32" y="39"/>
                    </a:cubicBezTo>
                    <a:cubicBezTo>
                      <a:pt x="31" y="38"/>
                      <a:pt x="31" y="38"/>
                      <a:pt x="31" y="38"/>
                    </a:cubicBezTo>
                    <a:cubicBezTo>
                      <a:pt x="32" y="38"/>
                      <a:pt x="32" y="38"/>
                      <a:pt x="32" y="38"/>
                    </a:cubicBezTo>
                    <a:cubicBezTo>
                      <a:pt x="32" y="38"/>
                      <a:pt x="32" y="37"/>
                      <a:pt x="32" y="37"/>
                    </a:cubicBezTo>
                    <a:cubicBezTo>
                      <a:pt x="32" y="37"/>
                      <a:pt x="32" y="37"/>
                      <a:pt x="32" y="37"/>
                    </a:cubicBezTo>
                    <a:cubicBezTo>
                      <a:pt x="27" y="32"/>
                      <a:pt x="27" y="32"/>
                      <a:pt x="27" y="32"/>
                    </a:cubicBezTo>
                    <a:cubicBezTo>
                      <a:pt x="23" y="36"/>
                      <a:pt x="23" y="36"/>
                      <a:pt x="23" y="36"/>
                    </a:cubicBezTo>
                    <a:cubicBezTo>
                      <a:pt x="28" y="40"/>
                      <a:pt x="28" y="40"/>
                      <a:pt x="28" y="40"/>
                    </a:cubicBezTo>
                    <a:cubicBezTo>
                      <a:pt x="28" y="41"/>
                      <a:pt x="28" y="41"/>
                      <a:pt x="28" y="41"/>
                    </a:cubicBezTo>
                    <a:cubicBezTo>
                      <a:pt x="28" y="41"/>
                      <a:pt x="29" y="41"/>
                      <a:pt x="29" y="40"/>
                    </a:cubicBezTo>
                    <a:cubicBezTo>
                      <a:pt x="29" y="40"/>
                      <a:pt x="29" y="40"/>
                      <a:pt x="29" y="40"/>
                    </a:cubicBezTo>
                    <a:cubicBezTo>
                      <a:pt x="30" y="41"/>
                      <a:pt x="30" y="41"/>
                      <a:pt x="30" y="41"/>
                    </a:cubicBezTo>
                    <a:cubicBezTo>
                      <a:pt x="27" y="43"/>
                      <a:pt x="27" y="43"/>
                      <a:pt x="27" y="43"/>
                    </a:cubicBezTo>
                    <a:cubicBezTo>
                      <a:pt x="26" y="43"/>
                      <a:pt x="26" y="43"/>
                      <a:pt x="26" y="43"/>
                    </a:cubicBezTo>
                    <a:cubicBezTo>
                      <a:pt x="27" y="43"/>
                      <a:pt x="27" y="43"/>
                      <a:pt x="27" y="43"/>
                    </a:cubicBezTo>
                    <a:cubicBezTo>
                      <a:pt x="27" y="42"/>
                      <a:pt x="27" y="42"/>
                      <a:pt x="27" y="42"/>
                    </a:cubicBezTo>
                    <a:cubicBezTo>
                      <a:pt x="27" y="42"/>
                      <a:pt x="27" y="42"/>
                      <a:pt x="27" y="41"/>
                    </a:cubicBezTo>
                    <a:cubicBezTo>
                      <a:pt x="18" y="32"/>
                      <a:pt x="18" y="32"/>
                      <a:pt x="18" y="32"/>
                    </a:cubicBezTo>
                    <a:cubicBezTo>
                      <a:pt x="18" y="32"/>
                      <a:pt x="17" y="32"/>
                      <a:pt x="17" y="32"/>
                    </a:cubicBezTo>
                    <a:cubicBezTo>
                      <a:pt x="17" y="32"/>
                      <a:pt x="17" y="32"/>
                      <a:pt x="17" y="32"/>
                    </a:cubicBezTo>
                    <a:cubicBezTo>
                      <a:pt x="16" y="32"/>
                      <a:pt x="16" y="32"/>
                      <a:pt x="16" y="32"/>
                    </a:cubicBezTo>
                    <a:cubicBezTo>
                      <a:pt x="16" y="32"/>
                      <a:pt x="16" y="32"/>
                      <a:pt x="16" y="32"/>
                    </a:cubicBezTo>
                    <a:cubicBezTo>
                      <a:pt x="19" y="29"/>
                      <a:pt x="19" y="29"/>
                      <a:pt x="19" y="29"/>
                    </a:cubicBezTo>
                    <a:cubicBezTo>
                      <a:pt x="19" y="29"/>
                      <a:pt x="19" y="29"/>
                      <a:pt x="19" y="29"/>
                    </a:cubicBezTo>
                    <a:cubicBezTo>
                      <a:pt x="19" y="30"/>
                      <a:pt x="19" y="30"/>
                      <a:pt x="19" y="30"/>
                    </a:cubicBezTo>
                    <a:cubicBezTo>
                      <a:pt x="19" y="30"/>
                      <a:pt x="19" y="30"/>
                      <a:pt x="19" y="30"/>
                    </a:cubicBezTo>
                    <a:cubicBezTo>
                      <a:pt x="19" y="30"/>
                      <a:pt x="19" y="31"/>
                      <a:pt x="19" y="31"/>
                    </a:cubicBezTo>
                    <a:cubicBezTo>
                      <a:pt x="23" y="35"/>
                      <a:pt x="23" y="35"/>
                      <a:pt x="23" y="35"/>
                    </a:cubicBezTo>
                    <a:cubicBezTo>
                      <a:pt x="27" y="31"/>
                      <a:pt x="27" y="31"/>
                      <a:pt x="27" y="31"/>
                    </a:cubicBezTo>
                    <a:cubicBezTo>
                      <a:pt x="23" y="27"/>
                      <a:pt x="23" y="27"/>
                      <a:pt x="23" y="27"/>
                    </a:cubicBezTo>
                    <a:cubicBezTo>
                      <a:pt x="23" y="27"/>
                      <a:pt x="22" y="27"/>
                      <a:pt x="22" y="27"/>
                    </a:cubicBezTo>
                    <a:cubicBezTo>
                      <a:pt x="22" y="27"/>
                      <a:pt x="22" y="27"/>
                      <a:pt x="22" y="27"/>
                    </a:cubicBezTo>
                    <a:cubicBezTo>
                      <a:pt x="21" y="27"/>
                      <a:pt x="21" y="27"/>
                      <a:pt x="21" y="27"/>
                    </a:cubicBezTo>
                    <a:cubicBezTo>
                      <a:pt x="21" y="27"/>
                      <a:pt x="21" y="27"/>
                      <a:pt x="21" y="27"/>
                    </a:cubicBezTo>
                    <a:cubicBezTo>
                      <a:pt x="24" y="24"/>
                      <a:pt x="24" y="24"/>
                      <a:pt x="24" y="24"/>
                    </a:cubicBezTo>
                    <a:cubicBezTo>
                      <a:pt x="24" y="25"/>
                      <a:pt x="24" y="25"/>
                      <a:pt x="24" y="25"/>
                    </a:cubicBezTo>
                    <a:cubicBezTo>
                      <a:pt x="24" y="25"/>
                      <a:pt x="24" y="25"/>
                      <a:pt x="24" y="25"/>
                    </a:cubicBezTo>
                    <a:cubicBezTo>
                      <a:pt x="24" y="25"/>
                      <a:pt x="24" y="25"/>
                      <a:pt x="24" y="26"/>
                    </a:cubicBezTo>
                    <a:cubicBezTo>
                      <a:pt x="24" y="26"/>
                      <a:pt x="24" y="26"/>
                      <a:pt x="24" y="26"/>
                    </a:cubicBezTo>
                    <a:cubicBezTo>
                      <a:pt x="33" y="36"/>
                      <a:pt x="33" y="36"/>
                      <a:pt x="33" y="36"/>
                    </a:cubicBezTo>
                    <a:close/>
                    <a:moveTo>
                      <a:pt x="38" y="26"/>
                    </a:moveTo>
                    <a:cubicBezTo>
                      <a:pt x="41" y="29"/>
                      <a:pt x="41" y="29"/>
                      <a:pt x="41" y="29"/>
                    </a:cubicBezTo>
                    <a:cubicBezTo>
                      <a:pt x="41" y="29"/>
                      <a:pt x="41" y="30"/>
                      <a:pt x="41" y="30"/>
                    </a:cubicBezTo>
                    <a:cubicBezTo>
                      <a:pt x="41" y="30"/>
                      <a:pt x="41" y="30"/>
                      <a:pt x="41" y="30"/>
                    </a:cubicBezTo>
                    <a:cubicBezTo>
                      <a:pt x="41" y="31"/>
                      <a:pt x="41" y="31"/>
                      <a:pt x="41" y="31"/>
                    </a:cubicBezTo>
                    <a:cubicBezTo>
                      <a:pt x="41" y="31"/>
                      <a:pt x="41" y="31"/>
                      <a:pt x="41" y="31"/>
                    </a:cubicBezTo>
                    <a:cubicBezTo>
                      <a:pt x="44" y="29"/>
                      <a:pt x="44" y="29"/>
                      <a:pt x="44" y="29"/>
                    </a:cubicBezTo>
                    <a:cubicBezTo>
                      <a:pt x="44" y="28"/>
                      <a:pt x="44" y="28"/>
                      <a:pt x="44" y="28"/>
                    </a:cubicBezTo>
                    <a:cubicBezTo>
                      <a:pt x="44" y="29"/>
                      <a:pt x="44" y="29"/>
                      <a:pt x="44" y="29"/>
                    </a:cubicBezTo>
                    <a:cubicBezTo>
                      <a:pt x="43" y="29"/>
                      <a:pt x="43" y="29"/>
                      <a:pt x="43" y="29"/>
                    </a:cubicBezTo>
                    <a:cubicBezTo>
                      <a:pt x="43" y="29"/>
                      <a:pt x="42" y="29"/>
                      <a:pt x="42" y="28"/>
                    </a:cubicBezTo>
                    <a:cubicBezTo>
                      <a:pt x="31" y="18"/>
                      <a:pt x="31" y="18"/>
                      <a:pt x="31" y="18"/>
                    </a:cubicBezTo>
                    <a:cubicBezTo>
                      <a:pt x="30" y="20"/>
                      <a:pt x="30" y="20"/>
                      <a:pt x="30" y="20"/>
                    </a:cubicBezTo>
                    <a:cubicBezTo>
                      <a:pt x="35" y="33"/>
                      <a:pt x="35" y="33"/>
                      <a:pt x="35" y="33"/>
                    </a:cubicBezTo>
                    <a:cubicBezTo>
                      <a:pt x="35" y="33"/>
                      <a:pt x="35" y="34"/>
                      <a:pt x="35" y="34"/>
                    </a:cubicBezTo>
                    <a:cubicBezTo>
                      <a:pt x="35" y="34"/>
                      <a:pt x="35" y="34"/>
                      <a:pt x="35" y="35"/>
                    </a:cubicBezTo>
                    <a:cubicBezTo>
                      <a:pt x="35" y="35"/>
                      <a:pt x="35" y="35"/>
                      <a:pt x="35" y="35"/>
                    </a:cubicBezTo>
                    <a:cubicBezTo>
                      <a:pt x="35" y="35"/>
                      <a:pt x="35" y="35"/>
                      <a:pt x="35" y="35"/>
                    </a:cubicBezTo>
                    <a:cubicBezTo>
                      <a:pt x="38" y="33"/>
                      <a:pt x="38" y="33"/>
                      <a:pt x="38" y="33"/>
                    </a:cubicBezTo>
                    <a:cubicBezTo>
                      <a:pt x="38" y="33"/>
                      <a:pt x="38" y="33"/>
                      <a:pt x="38" y="33"/>
                    </a:cubicBezTo>
                    <a:cubicBezTo>
                      <a:pt x="37" y="33"/>
                      <a:pt x="37" y="33"/>
                      <a:pt x="37" y="33"/>
                    </a:cubicBezTo>
                    <a:cubicBezTo>
                      <a:pt x="37" y="33"/>
                      <a:pt x="37" y="33"/>
                      <a:pt x="36" y="33"/>
                    </a:cubicBezTo>
                    <a:cubicBezTo>
                      <a:pt x="36" y="33"/>
                      <a:pt x="36" y="32"/>
                      <a:pt x="36" y="32"/>
                    </a:cubicBezTo>
                    <a:cubicBezTo>
                      <a:pt x="34" y="29"/>
                      <a:pt x="34" y="29"/>
                      <a:pt x="34" y="29"/>
                    </a:cubicBezTo>
                    <a:cubicBezTo>
                      <a:pt x="38" y="26"/>
                      <a:pt x="38" y="26"/>
                      <a:pt x="38" y="26"/>
                    </a:cubicBezTo>
                    <a:close/>
                    <a:moveTo>
                      <a:pt x="31" y="21"/>
                    </a:moveTo>
                    <a:cubicBezTo>
                      <a:pt x="31" y="21"/>
                      <a:pt x="31" y="21"/>
                      <a:pt x="31" y="21"/>
                    </a:cubicBezTo>
                    <a:cubicBezTo>
                      <a:pt x="34" y="28"/>
                      <a:pt x="34" y="28"/>
                      <a:pt x="34" y="28"/>
                    </a:cubicBezTo>
                    <a:cubicBezTo>
                      <a:pt x="37" y="26"/>
                      <a:pt x="37" y="26"/>
                      <a:pt x="37" y="26"/>
                    </a:cubicBezTo>
                    <a:cubicBezTo>
                      <a:pt x="31" y="21"/>
                      <a:pt x="31" y="21"/>
                      <a:pt x="31" y="21"/>
                    </a:cubicBezTo>
                    <a:close/>
                    <a:moveTo>
                      <a:pt x="51" y="21"/>
                    </a:moveTo>
                    <a:cubicBezTo>
                      <a:pt x="51" y="21"/>
                      <a:pt x="51" y="21"/>
                      <a:pt x="51" y="21"/>
                    </a:cubicBezTo>
                    <a:cubicBezTo>
                      <a:pt x="46" y="11"/>
                      <a:pt x="46" y="11"/>
                      <a:pt x="46" y="11"/>
                    </a:cubicBezTo>
                    <a:cubicBezTo>
                      <a:pt x="46" y="11"/>
                      <a:pt x="46" y="11"/>
                      <a:pt x="46" y="11"/>
                    </a:cubicBezTo>
                    <a:cubicBezTo>
                      <a:pt x="46" y="11"/>
                      <a:pt x="46" y="11"/>
                      <a:pt x="45" y="11"/>
                    </a:cubicBezTo>
                    <a:cubicBezTo>
                      <a:pt x="45" y="11"/>
                      <a:pt x="45" y="11"/>
                      <a:pt x="45" y="11"/>
                    </a:cubicBezTo>
                    <a:cubicBezTo>
                      <a:pt x="44" y="11"/>
                      <a:pt x="44" y="11"/>
                      <a:pt x="44" y="11"/>
                    </a:cubicBezTo>
                    <a:cubicBezTo>
                      <a:pt x="48" y="9"/>
                      <a:pt x="48" y="9"/>
                      <a:pt x="48" y="9"/>
                    </a:cubicBezTo>
                    <a:cubicBezTo>
                      <a:pt x="48" y="10"/>
                      <a:pt x="48" y="10"/>
                      <a:pt x="48" y="10"/>
                    </a:cubicBezTo>
                    <a:cubicBezTo>
                      <a:pt x="47" y="10"/>
                      <a:pt x="47" y="10"/>
                      <a:pt x="47" y="10"/>
                    </a:cubicBezTo>
                    <a:cubicBezTo>
                      <a:pt x="47" y="10"/>
                      <a:pt x="47" y="10"/>
                      <a:pt x="47" y="10"/>
                    </a:cubicBezTo>
                    <a:cubicBezTo>
                      <a:pt x="47" y="10"/>
                      <a:pt x="47" y="11"/>
                      <a:pt x="47" y="11"/>
                    </a:cubicBezTo>
                    <a:cubicBezTo>
                      <a:pt x="53" y="24"/>
                      <a:pt x="53" y="24"/>
                      <a:pt x="53" y="24"/>
                    </a:cubicBezTo>
                    <a:cubicBezTo>
                      <a:pt x="53" y="24"/>
                      <a:pt x="53" y="24"/>
                      <a:pt x="53" y="24"/>
                    </a:cubicBezTo>
                    <a:cubicBezTo>
                      <a:pt x="53" y="24"/>
                      <a:pt x="53" y="24"/>
                      <a:pt x="53" y="24"/>
                    </a:cubicBezTo>
                    <a:cubicBezTo>
                      <a:pt x="40" y="15"/>
                      <a:pt x="40" y="15"/>
                      <a:pt x="40" y="15"/>
                    </a:cubicBezTo>
                    <a:cubicBezTo>
                      <a:pt x="40" y="15"/>
                      <a:pt x="40" y="15"/>
                      <a:pt x="40" y="15"/>
                    </a:cubicBezTo>
                    <a:cubicBezTo>
                      <a:pt x="46" y="26"/>
                      <a:pt x="46" y="26"/>
                      <a:pt x="46" y="26"/>
                    </a:cubicBezTo>
                    <a:cubicBezTo>
                      <a:pt x="46" y="26"/>
                      <a:pt x="46" y="26"/>
                      <a:pt x="46" y="26"/>
                    </a:cubicBezTo>
                    <a:cubicBezTo>
                      <a:pt x="47" y="26"/>
                      <a:pt x="47" y="26"/>
                      <a:pt x="47" y="26"/>
                    </a:cubicBezTo>
                    <a:cubicBezTo>
                      <a:pt x="48" y="26"/>
                      <a:pt x="48" y="26"/>
                      <a:pt x="48" y="26"/>
                    </a:cubicBezTo>
                    <a:cubicBezTo>
                      <a:pt x="48" y="26"/>
                      <a:pt x="48" y="26"/>
                      <a:pt x="48" y="26"/>
                    </a:cubicBezTo>
                    <a:cubicBezTo>
                      <a:pt x="45" y="28"/>
                      <a:pt x="45" y="28"/>
                      <a:pt x="45" y="28"/>
                    </a:cubicBezTo>
                    <a:cubicBezTo>
                      <a:pt x="44" y="28"/>
                      <a:pt x="44" y="28"/>
                      <a:pt x="44" y="28"/>
                    </a:cubicBezTo>
                    <a:cubicBezTo>
                      <a:pt x="45" y="27"/>
                      <a:pt x="45" y="27"/>
                      <a:pt x="45" y="27"/>
                    </a:cubicBezTo>
                    <a:cubicBezTo>
                      <a:pt x="45" y="27"/>
                      <a:pt x="45" y="27"/>
                      <a:pt x="45" y="27"/>
                    </a:cubicBezTo>
                    <a:cubicBezTo>
                      <a:pt x="46" y="27"/>
                      <a:pt x="46" y="26"/>
                      <a:pt x="45" y="26"/>
                    </a:cubicBezTo>
                    <a:cubicBezTo>
                      <a:pt x="39" y="15"/>
                      <a:pt x="39" y="15"/>
                      <a:pt x="39" y="15"/>
                    </a:cubicBezTo>
                    <a:cubicBezTo>
                      <a:pt x="39" y="14"/>
                      <a:pt x="39" y="14"/>
                      <a:pt x="39" y="14"/>
                    </a:cubicBezTo>
                    <a:cubicBezTo>
                      <a:pt x="39" y="14"/>
                      <a:pt x="39" y="14"/>
                      <a:pt x="38" y="14"/>
                    </a:cubicBezTo>
                    <a:cubicBezTo>
                      <a:pt x="38" y="15"/>
                      <a:pt x="38" y="15"/>
                      <a:pt x="38" y="15"/>
                    </a:cubicBezTo>
                    <a:cubicBezTo>
                      <a:pt x="37" y="14"/>
                      <a:pt x="37" y="14"/>
                      <a:pt x="37" y="14"/>
                    </a:cubicBezTo>
                    <a:cubicBezTo>
                      <a:pt x="40" y="13"/>
                      <a:pt x="40" y="13"/>
                      <a:pt x="40" y="13"/>
                    </a:cubicBezTo>
                    <a:cubicBezTo>
                      <a:pt x="51" y="21"/>
                      <a:pt x="51" y="21"/>
                      <a:pt x="51" y="21"/>
                    </a:cubicBezTo>
                    <a:close/>
                    <a:moveTo>
                      <a:pt x="70" y="17"/>
                    </a:moveTo>
                    <a:cubicBezTo>
                      <a:pt x="70" y="17"/>
                      <a:pt x="71" y="17"/>
                      <a:pt x="72" y="16"/>
                    </a:cubicBezTo>
                    <a:cubicBezTo>
                      <a:pt x="72" y="15"/>
                      <a:pt x="72" y="14"/>
                      <a:pt x="72" y="14"/>
                    </a:cubicBezTo>
                    <a:cubicBezTo>
                      <a:pt x="70" y="3"/>
                      <a:pt x="70" y="3"/>
                      <a:pt x="70" y="3"/>
                    </a:cubicBezTo>
                    <a:cubicBezTo>
                      <a:pt x="70" y="3"/>
                      <a:pt x="69" y="3"/>
                      <a:pt x="69" y="3"/>
                    </a:cubicBezTo>
                    <a:cubicBezTo>
                      <a:pt x="69" y="3"/>
                      <a:pt x="69" y="3"/>
                      <a:pt x="69" y="3"/>
                    </a:cubicBezTo>
                    <a:cubicBezTo>
                      <a:pt x="68" y="3"/>
                      <a:pt x="68" y="3"/>
                      <a:pt x="68" y="3"/>
                    </a:cubicBezTo>
                    <a:cubicBezTo>
                      <a:pt x="68" y="2"/>
                      <a:pt x="68" y="2"/>
                      <a:pt x="68" y="2"/>
                    </a:cubicBezTo>
                    <a:cubicBezTo>
                      <a:pt x="71" y="1"/>
                      <a:pt x="71" y="1"/>
                      <a:pt x="71" y="1"/>
                    </a:cubicBezTo>
                    <a:cubicBezTo>
                      <a:pt x="71" y="2"/>
                      <a:pt x="71" y="2"/>
                      <a:pt x="71" y="2"/>
                    </a:cubicBezTo>
                    <a:cubicBezTo>
                      <a:pt x="71" y="2"/>
                      <a:pt x="71" y="2"/>
                      <a:pt x="71" y="2"/>
                    </a:cubicBezTo>
                    <a:cubicBezTo>
                      <a:pt x="71" y="2"/>
                      <a:pt x="70" y="2"/>
                      <a:pt x="70" y="2"/>
                    </a:cubicBezTo>
                    <a:cubicBezTo>
                      <a:pt x="70" y="3"/>
                      <a:pt x="70" y="3"/>
                      <a:pt x="70" y="3"/>
                    </a:cubicBezTo>
                    <a:cubicBezTo>
                      <a:pt x="73" y="13"/>
                      <a:pt x="73" y="13"/>
                      <a:pt x="73" y="13"/>
                    </a:cubicBezTo>
                    <a:cubicBezTo>
                      <a:pt x="73" y="15"/>
                      <a:pt x="73" y="16"/>
                      <a:pt x="72" y="16"/>
                    </a:cubicBezTo>
                    <a:cubicBezTo>
                      <a:pt x="71" y="17"/>
                      <a:pt x="71" y="18"/>
                      <a:pt x="70" y="18"/>
                    </a:cubicBezTo>
                    <a:cubicBezTo>
                      <a:pt x="68" y="18"/>
                      <a:pt x="67" y="18"/>
                      <a:pt x="66" y="18"/>
                    </a:cubicBezTo>
                    <a:cubicBezTo>
                      <a:pt x="66" y="17"/>
                      <a:pt x="65" y="17"/>
                      <a:pt x="65" y="15"/>
                    </a:cubicBezTo>
                    <a:cubicBezTo>
                      <a:pt x="62" y="5"/>
                      <a:pt x="62" y="5"/>
                      <a:pt x="62" y="5"/>
                    </a:cubicBezTo>
                    <a:cubicBezTo>
                      <a:pt x="62" y="5"/>
                      <a:pt x="62" y="4"/>
                      <a:pt x="62" y="4"/>
                    </a:cubicBezTo>
                    <a:cubicBezTo>
                      <a:pt x="62" y="4"/>
                      <a:pt x="62" y="4"/>
                      <a:pt x="61" y="4"/>
                    </a:cubicBezTo>
                    <a:cubicBezTo>
                      <a:pt x="61" y="4"/>
                      <a:pt x="61" y="4"/>
                      <a:pt x="61" y="4"/>
                    </a:cubicBezTo>
                    <a:cubicBezTo>
                      <a:pt x="61" y="4"/>
                      <a:pt x="61" y="4"/>
                      <a:pt x="61" y="4"/>
                    </a:cubicBezTo>
                    <a:cubicBezTo>
                      <a:pt x="65" y="3"/>
                      <a:pt x="65" y="3"/>
                      <a:pt x="65" y="3"/>
                    </a:cubicBezTo>
                    <a:cubicBezTo>
                      <a:pt x="65" y="4"/>
                      <a:pt x="65" y="4"/>
                      <a:pt x="65" y="4"/>
                    </a:cubicBezTo>
                    <a:cubicBezTo>
                      <a:pt x="64" y="4"/>
                      <a:pt x="64" y="4"/>
                      <a:pt x="64" y="4"/>
                    </a:cubicBezTo>
                    <a:cubicBezTo>
                      <a:pt x="64" y="4"/>
                      <a:pt x="64" y="4"/>
                      <a:pt x="64" y="4"/>
                    </a:cubicBezTo>
                    <a:cubicBezTo>
                      <a:pt x="64" y="4"/>
                      <a:pt x="64" y="4"/>
                      <a:pt x="64" y="5"/>
                    </a:cubicBezTo>
                    <a:cubicBezTo>
                      <a:pt x="66" y="15"/>
                      <a:pt x="66" y="15"/>
                      <a:pt x="66" y="15"/>
                    </a:cubicBezTo>
                    <a:cubicBezTo>
                      <a:pt x="66" y="16"/>
                      <a:pt x="67" y="17"/>
                      <a:pt x="67" y="17"/>
                    </a:cubicBezTo>
                    <a:cubicBezTo>
                      <a:pt x="68" y="18"/>
                      <a:pt x="69" y="18"/>
                      <a:pt x="70" y="17"/>
                    </a:cubicBezTo>
                    <a:close/>
                    <a:moveTo>
                      <a:pt x="84" y="12"/>
                    </a:moveTo>
                    <a:cubicBezTo>
                      <a:pt x="84" y="12"/>
                      <a:pt x="84" y="12"/>
                      <a:pt x="84" y="12"/>
                    </a:cubicBezTo>
                    <a:cubicBezTo>
                      <a:pt x="84" y="1"/>
                      <a:pt x="84" y="1"/>
                      <a:pt x="84" y="1"/>
                    </a:cubicBezTo>
                    <a:cubicBezTo>
                      <a:pt x="84" y="1"/>
                      <a:pt x="84" y="1"/>
                      <a:pt x="83" y="1"/>
                    </a:cubicBezTo>
                    <a:cubicBezTo>
                      <a:pt x="83" y="1"/>
                      <a:pt x="83" y="1"/>
                      <a:pt x="83" y="1"/>
                    </a:cubicBezTo>
                    <a:cubicBezTo>
                      <a:pt x="82" y="1"/>
                      <a:pt x="82" y="1"/>
                      <a:pt x="82" y="1"/>
                    </a:cubicBezTo>
                    <a:cubicBezTo>
                      <a:pt x="82" y="0"/>
                      <a:pt x="82" y="0"/>
                      <a:pt x="82" y="0"/>
                    </a:cubicBezTo>
                    <a:cubicBezTo>
                      <a:pt x="86" y="0"/>
                      <a:pt x="86" y="0"/>
                      <a:pt x="86" y="0"/>
                    </a:cubicBezTo>
                    <a:cubicBezTo>
                      <a:pt x="86" y="1"/>
                      <a:pt x="86" y="1"/>
                      <a:pt x="86" y="1"/>
                    </a:cubicBezTo>
                    <a:cubicBezTo>
                      <a:pt x="85" y="1"/>
                      <a:pt x="85" y="1"/>
                      <a:pt x="85" y="1"/>
                    </a:cubicBezTo>
                    <a:cubicBezTo>
                      <a:pt x="85" y="1"/>
                      <a:pt x="85" y="1"/>
                      <a:pt x="84" y="1"/>
                    </a:cubicBezTo>
                    <a:cubicBezTo>
                      <a:pt x="84" y="1"/>
                      <a:pt x="84" y="1"/>
                      <a:pt x="84" y="1"/>
                    </a:cubicBezTo>
                    <a:cubicBezTo>
                      <a:pt x="85" y="16"/>
                      <a:pt x="85" y="16"/>
                      <a:pt x="85" y="16"/>
                    </a:cubicBezTo>
                    <a:cubicBezTo>
                      <a:pt x="85" y="16"/>
                      <a:pt x="85" y="16"/>
                      <a:pt x="85" y="16"/>
                    </a:cubicBezTo>
                    <a:cubicBezTo>
                      <a:pt x="85" y="16"/>
                      <a:pt x="85" y="16"/>
                      <a:pt x="85" y="16"/>
                    </a:cubicBezTo>
                    <a:cubicBezTo>
                      <a:pt x="77" y="3"/>
                      <a:pt x="77" y="3"/>
                      <a:pt x="77" y="3"/>
                    </a:cubicBezTo>
                    <a:cubicBezTo>
                      <a:pt x="77" y="3"/>
                      <a:pt x="77" y="3"/>
                      <a:pt x="77" y="3"/>
                    </a:cubicBezTo>
                    <a:cubicBezTo>
                      <a:pt x="77" y="15"/>
                      <a:pt x="77" y="15"/>
                      <a:pt x="77" y="15"/>
                    </a:cubicBezTo>
                    <a:cubicBezTo>
                      <a:pt x="77" y="15"/>
                      <a:pt x="78" y="15"/>
                      <a:pt x="78" y="16"/>
                    </a:cubicBezTo>
                    <a:cubicBezTo>
                      <a:pt x="78" y="16"/>
                      <a:pt x="78" y="16"/>
                      <a:pt x="78" y="16"/>
                    </a:cubicBezTo>
                    <a:cubicBezTo>
                      <a:pt x="79" y="16"/>
                      <a:pt x="79" y="16"/>
                      <a:pt x="79" y="16"/>
                    </a:cubicBezTo>
                    <a:cubicBezTo>
                      <a:pt x="79" y="16"/>
                      <a:pt x="79" y="16"/>
                      <a:pt x="79" y="16"/>
                    </a:cubicBezTo>
                    <a:cubicBezTo>
                      <a:pt x="75" y="16"/>
                      <a:pt x="75" y="16"/>
                      <a:pt x="75" y="16"/>
                    </a:cubicBezTo>
                    <a:cubicBezTo>
                      <a:pt x="75" y="16"/>
                      <a:pt x="75" y="16"/>
                      <a:pt x="75" y="16"/>
                    </a:cubicBezTo>
                    <a:cubicBezTo>
                      <a:pt x="76" y="16"/>
                      <a:pt x="76" y="16"/>
                      <a:pt x="76" y="16"/>
                    </a:cubicBezTo>
                    <a:cubicBezTo>
                      <a:pt x="76" y="16"/>
                      <a:pt x="77" y="16"/>
                      <a:pt x="77" y="16"/>
                    </a:cubicBezTo>
                    <a:cubicBezTo>
                      <a:pt x="77" y="15"/>
                      <a:pt x="77" y="15"/>
                      <a:pt x="77" y="15"/>
                    </a:cubicBezTo>
                    <a:cubicBezTo>
                      <a:pt x="76" y="2"/>
                      <a:pt x="76" y="2"/>
                      <a:pt x="76" y="2"/>
                    </a:cubicBezTo>
                    <a:cubicBezTo>
                      <a:pt x="76" y="2"/>
                      <a:pt x="76" y="2"/>
                      <a:pt x="76" y="1"/>
                    </a:cubicBezTo>
                    <a:cubicBezTo>
                      <a:pt x="76" y="1"/>
                      <a:pt x="75" y="1"/>
                      <a:pt x="75" y="1"/>
                    </a:cubicBezTo>
                    <a:cubicBezTo>
                      <a:pt x="74" y="1"/>
                      <a:pt x="74" y="1"/>
                      <a:pt x="74" y="1"/>
                    </a:cubicBezTo>
                    <a:cubicBezTo>
                      <a:pt x="74" y="1"/>
                      <a:pt x="74" y="1"/>
                      <a:pt x="74" y="1"/>
                    </a:cubicBezTo>
                    <a:cubicBezTo>
                      <a:pt x="77" y="1"/>
                      <a:pt x="77" y="1"/>
                      <a:pt x="77" y="1"/>
                    </a:cubicBezTo>
                    <a:cubicBezTo>
                      <a:pt x="84" y="12"/>
                      <a:pt x="84" y="12"/>
                      <a:pt x="84" y="12"/>
                    </a:cubicBezTo>
                    <a:close/>
                    <a:moveTo>
                      <a:pt x="90" y="1"/>
                    </a:moveTo>
                    <a:cubicBezTo>
                      <a:pt x="90" y="0"/>
                      <a:pt x="90" y="0"/>
                      <a:pt x="90" y="0"/>
                    </a:cubicBezTo>
                    <a:cubicBezTo>
                      <a:pt x="98" y="1"/>
                      <a:pt x="98" y="1"/>
                      <a:pt x="98" y="1"/>
                    </a:cubicBezTo>
                    <a:cubicBezTo>
                      <a:pt x="98" y="1"/>
                      <a:pt x="98" y="1"/>
                      <a:pt x="98" y="1"/>
                    </a:cubicBezTo>
                    <a:cubicBezTo>
                      <a:pt x="96" y="1"/>
                      <a:pt x="96" y="1"/>
                      <a:pt x="96" y="1"/>
                    </a:cubicBezTo>
                    <a:cubicBezTo>
                      <a:pt x="95" y="1"/>
                      <a:pt x="95" y="1"/>
                      <a:pt x="95" y="1"/>
                    </a:cubicBezTo>
                    <a:cubicBezTo>
                      <a:pt x="95" y="1"/>
                      <a:pt x="95" y="1"/>
                      <a:pt x="95" y="2"/>
                    </a:cubicBezTo>
                    <a:cubicBezTo>
                      <a:pt x="94" y="15"/>
                      <a:pt x="94" y="15"/>
                      <a:pt x="94" y="15"/>
                    </a:cubicBezTo>
                    <a:cubicBezTo>
                      <a:pt x="94" y="15"/>
                      <a:pt x="94" y="15"/>
                      <a:pt x="94" y="15"/>
                    </a:cubicBezTo>
                    <a:cubicBezTo>
                      <a:pt x="94" y="15"/>
                      <a:pt x="94" y="15"/>
                      <a:pt x="95" y="15"/>
                    </a:cubicBezTo>
                    <a:cubicBezTo>
                      <a:pt x="97" y="16"/>
                      <a:pt x="97" y="16"/>
                      <a:pt x="97" y="16"/>
                    </a:cubicBezTo>
                    <a:cubicBezTo>
                      <a:pt x="97" y="16"/>
                      <a:pt x="97" y="16"/>
                      <a:pt x="97" y="16"/>
                    </a:cubicBezTo>
                    <a:cubicBezTo>
                      <a:pt x="89" y="16"/>
                      <a:pt x="89" y="16"/>
                      <a:pt x="89" y="16"/>
                    </a:cubicBezTo>
                    <a:cubicBezTo>
                      <a:pt x="89" y="15"/>
                      <a:pt x="89" y="15"/>
                      <a:pt x="89" y="15"/>
                    </a:cubicBezTo>
                    <a:cubicBezTo>
                      <a:pt x="91" y="15"/>
                      <a:pt x="91" y="15"/>
                      <a:pt x="91" y="15"/>
                    </a:cubicBezTo>
                    <a:cubicBezTo>
                      <a:pt x="92" y="15"/>
                      <a:pt x="92" y="15"/>
                      <a:pt x="92" y="15"/>
                    </a:cubicBezTo>
                    <a:cubicBezTo>
                      <a:pt x="92" y="15"/>
                      <a:pt x="92" y="15"/>
                      <a:pt x="92" y="15"/>
                    </a:cubicBezTo>
                    <a:cubicBezTo>
                      <a:pt x="93" y="2"/>
                      <a:pt x="93" y="2"/>
                      <a:pt x="93" y="2"/>
                    </a:cubicBezTo>
                    <a:cubicBezTo>
                      <a:pt x="93" y="1"/>
                      <a:pt x="93" y="1"/>
                      <a:pt x="93" y="1"/>
                    </a:cubicBezTo>
                    <a:cubicBezTo>
                      <a:pt x="93" y="1"/>
                      <a:pt x="93" y="1"/>
                      <a:pt x="92" y="1"/>
                    </a:cubicBezTo>
                    <a:cubicBezTo>
                      <a:pt x="90" y="1"/>
                      <a:pt x="90" y="1"/>
                      <a:pt x="90" y="1"/>
                    </a:cubicBezTo>
                    <a:close/>
                    <a:moveTo>
                      <a:pt x="109" y="3"/>
                    </a:moveTo>
                    <a:cubicBezTo>
                      <a:pt x="109" y="2"/>
                      <a:pt x="109" y="2"/>
                      <a:pt x="109" y="2"/>
                    </a:cubicBezTo>
                    <a:cubicBezTo>
                      <a:pt x="113" y="3"/>
                      <a:pt x="113" y="3"/>
                      <a:pt x="113" y="3"/>
                    </a:cubicBezTo>
                    <a:cubicBezTo>
                      <a:pt x="113" y="3"/>
                      <a:pt x="113" y="3"/>
                      <a:pt x="113" y="3"/>
                    </a:cubicBezTo>
                    <a:cubicBezTo>
                      <a:pt x="112" y="3"/>
                      <a:pt x="112" y="3"/>
                      <a:pt x="112" y="3"/>
                    </a:cubicBezTo>
                    <a:cubicBezTo>
                      <a:pt x="112" y="3"/>
                      <a:pt x="112" y="3"/>
                      <a:pt x="111" y="4"/>
                    </a:cubicBezTo>
                    <a:cubicBezTo>
                      <a:pt x="111" y="4"/>
                      <a:pt x="111" y="4"/>
                      <a:pt x="111" y="4"/>
                    </a:cubicBezTo>
                    <a:cubicBezTo>
                      <a:pt x="105" y="17"/>
                      <a:pt x="105" y="17"/>
                      <a:pt x="105" y="17"/>
                    </a:cubicBezTo>
                    <a:cubicBezTo>
                      <a:pt x="104" y="17"/>
                      <a:pt x="104" y="17"/>
                      <a:pt x="104" y="17"/>
                    </a:cubicBezTo>
                    <a:cubicBezTo>
                      <a:pt x="103" y="3"/>
                      <a:pt x="103" y="3"/>
                      <a:pt x="103" y="3"/>
                    </a:cubicBezTo>
                    <a:cubicBezTo>
                      <a:pt x="103" y="3"/>
                      <a:pt x="103" y="2"/>
                      <a:pt x="103" y="2"/>
                    </a:cubicBezTo>
                    <a:cubicBezTo>
                      <a:pt x="103" y="2"/>
                      <a:pt x="103" y="2"/>
                      <a:pt x="102" y="2"/>
                    </a:cubicBezTo>
                    <a:cubicBezTo>
                      <a:pt x="102" y="2"/>
                      <a:pt x="102" y="2"/>
                      <a:pt x="102" y="2"/>
                    </a:cubicBezTo>
                    <a:cubicBezTo>
                      <a:pt x="102" y="1"/>
                      <a:pt x="102" y="1"/>
                      <a:pt x="102" y="1"/>
                    </a:cubicBezTo>
                    <a:cubicBezTo>
                      <a:pt x="106" y="2"/>
                      <a:pt x="106" y="2"/>
                      <a:pt x="106" y="2"/>
                    </a:cubicBezTo>
                    <a:cubicBezTo>
                      <a:pt x="106" y="2"/>
                      <a:pt x="106" y="2"/>
                      <a:pt x="106" y="2"/>
                    </a:cubicBezTo>
                    <a:cubicBezTo>
                      <a:pt x="105" y="2"/>
                      <a:pt x="105" y="2"/>
                      <a:pt x="105" y="2"/>
                    </a:cubicBezTo>
                    <a:cubicBezTo>
                      <a:pt x="105" y="2"/>
                      <a:pt x="105" y="2"/>
                      <a:pt x="105" y="2"/>
                    </a:cubicBezTo>
                    <a:cubicBezTo>
                      <a:pt x="105" y="3"/>
                      <a:pt x="105" y="3"/>
                      <a:pt x="105" y="3"/>
                    </a:cubicBezTo>
                    <a:cubicBezTo>
                      <a:pt x="105" y="14"/>
                      <a:pt x="105" y="14"/>
                      <a:pt x="105" y="14"/>
                    </a:cubicBezTo>
                    <a:cubicBezTo>
                      <a:pt x="106" y="14"/>
                      <a:pt x="106" y="14"/>
                      <a:pt x="106" y="14"/>
                    </a:cubicBezTo>
                    <a:cubicBezTo>
                      <a:pt x="110" y="4"/>
                      <a:pt x="110" y="4"/>
                      <a:pt x="110" y="4"/>
                    </a:cubicBezTo>
                    <a:cubicBezTo>
                      <a:pt x="110" y="4"/>
                      <a:pt x="110" y="4"/>
                      <a:pt x="110" y="3"/>
                    </a:cubicBezTo>
                    <a:cubicBezTo>
                      <a:pt x="110" y="3"/>
                      <a:pt x="110" y="3"/>
                      <a:pt x="110" y="3"/>
                    </a:cubicBezTo>
                    <a:cubicBezTo>
                      <a:pt x="109" y="3"/>
                      <a:pt x="109" y="3"/>
                      <a:pt x="109" y="3"/>
                    </a:cubicBezTo>
                    <a:close/>
                    <a:moveTo>
                      <a:pt x="116" y="5"/>
                    </a:moveTo>
                    <a:cubicBezTo>
                      <a:pt x="116" y="5"/>
                      <a:pt x="116" y="5"/>
                      <a:pt x="116" y="5"/>
                    </a:cubicBezTo>
                    <a:cubicBezTo>
                      <a:pt x="117" y="5"/>
                      <a:pt x="117" y="5"/>
                      <a:pt x="117" y="5"/>
                    </a:cubicBezTo>
                    <a:cubicBezTo>
                      <a:pt x="117" y="5"/>
                      <a:pt x="117" y="6"/>
                      <a:pt x="117" y="6"/>
                    </a:cubicBezTo>
                    <a:cubicBezTo>
                      <a:pt x="113" y="18"/>
                      <a:pt x="113" y="18"/>
                      <a:pt x="113" y="18"/>
                    </a:cubicBezTo>
                    <a:cubicBezTo>
                      <a:pt x="113" y="18"/>
                      <a:pt x="113" y="19"/>
                      <a:pt x="113" y="19"/>
                    </a:cubicBezTo>
                    <a:cubicBezTo>
                      <a:pt x="112" y="19"/>
                      <a:pt x="112" y="19"/>
                      <a:pt x="112" y="19"/>
                    </a:cubicBezTo>
                    <a:cubicBezTo>
                      <a:pt x="111" y="18"/>
                      <a:pt x="111" y="18"/>
                      <a:pt x="111" y="18"/>
                    </a:cubicBezTo>
                    <a:cubicBezTo>
                      <a:pt x="111" y="19"/>
                      <a:pt x="111" y="19"/>
                      <a:pt x="111" y="19"/>
                    </a:cubicBezTo>
                    <a:cubicBezTo>
                      <a:pt x="120" y="22"/>
                      <a:pt x="120" y="22"/>
                      <a:pt x="120" y="22"/>
                    </a:cubicBezTo>
                    <a:cubicBezTo>
                      <a:pt x="122" y="19"/>
                      <a:pt x="122" y="19"/>
                      <a:pt x="122" y="19"/>
                    </a:cubicBezTo>
                    <a:cubicBezTo>
                      <a:pt x="122" y="18"/>
                      <a:pt x="122" y="18"/>
                      <a:pt x="122" y="18"/>
                    </a:cubicBezTo>
                    <a:cubicBezTo>
                      <a:pt x="121" y="19"/>
                      <a:pt x="120" y="20"/>
                      <a:pt x="120" y="20"/>
                    </a:cubicBezTo>
                    <a:cubicBezTo>
                      <a:pt x="119" y="21"/>
                      <a:pt x="118" y="21"/>
                      <a:pt x="117" y="20"/>
                    </a:cubicBezTo>
                    <a:cubicBezTo>
                      <a:pt x="115" y="20"/>
                      <a:pt x="115" y="20"/>
                      <a:pt x="115" y="20"/>
                    </a:cubicBezTo>
                    <a:cubicBezTo>
                      <a:pt x="115" y="20"/>
                      <a:pt x="114" y="19"/>
                      <a:pt x="114" y="19"/>
                    </a:cubicBezTo>
                    <a:cubicBezTo>
                      <a:pt x="114" y="19"/>
                      <a:pt x="114" y="19"/>
                      <a:pt x="114" y="19"/>
                    </a:cubicBezTo>
                    <a:cubicBezTo>
                      <a:pt x="116" y="12"/>
                      <a:pt x="116" y="12"/>
                      <a:pt x="116" y="12"/>
                    </a:cubicBezTo>
                    <a:cubicBezTo>
                      <a:pt x="119" y="13"/>
                      <a:pt x="119" y="13"/>
                      <a:pt x="119" y="13"/>
                    </a:cubicBezTo>
                    <a:cubicBezTo>
                      <a:pt x="120" y="13"/>
                      <a:pt x="120" y="13"/>
                      <a:pt x="120" y="14"/>
                    </a:cubicBezTo>
                    <a:cubicBezTo>
                      <a:pt x="120" y="14"/>
                      <a:pt x="120" y="15"/>
                      <a:pt x="120" y="15"/>
                    </a:cubicBezTo>
                    <a:cubicBezTo>
                      <a:pt x="120" y="16"/>
                      <a:pt x="120" y="16"/>
                      <a:pt x="120" y="16"/>
                    </a:cubicBezTo>
                    <a:cubicBezTo>
                      <a:pt x="120" y="16"/>
                      <a:pt x="120" y="16"/>
                      <a:pt x="120" y="16"/>
                    </a:cubicBezTo>
                    <a:cubicBezTo>
                      <a:pt x="122" y="11"/>
                      <a:pt x="122" y="11"/>
                      <a:pt x="122" y="11"/>
                    </a:cubicBezTo>
                    <a:cubicBezTo>
                      <a:pt x="122" y="11"/>
                      <a:pt x="122" y="11"/>
                      <a:pt x="122" y="11"/>
                    </a:cubicBezTo>
                    <a:cubicBezTo>
                      <a:pt x="121" y="11"/>
                      <a:pt x="121" y="11"/>
                      <a:pt x="121" y="11"/>
                    </a:cubicBezTo>
                    <a:cubicBezTo>
                      <a:pt x="121" y="12"/>
                      <a:pt x="121" y="12"/>
                      <a:pt x="121" y="12"/>
                    </a:cubicBezTo>
                    <a:cubicBezTo>
                      <a:pt x="120" y="13"/>
                      <a:pt x="120" y="13"/>
                      <a:pt x="119" y="12"/>
                    </a:cubicBezTo>
                    <a:cubicBezTo>
                      <a:pt x="117" y="12"/>
                      <a:pt x="117" y="12"/>
                      <a:pt x="117" y="12"/>
                    </a:cubicBezTo>
                    <a:cubicBezTo>
                      <a:pt x="118" y="6"/>
                      <a:pt x="118" y="6"/>
                      <a:pt x="118" y="6"/>
                    </a:cubicBezTo>
                    <a:cubicBezTo>
                      <a:pt x="118" y="6"/>
                      <a:pt x="119" y="6"/>
                      <a:pt x="119" y="6"/>
                    </a:cubicBezTo>
                    <a:cubicBezTo>
                      <a:pt x="119" y="6"/>
                      <a:pt x="119" y="6"/>
                      <a:pt x="119" y="6"/>
                    </a:cubicBezTo>
                    <a:cubicBezTo>
                      <a:pt x="122" y="7"/>
                      <a:pt x="122" y="7"/>
                      <a:pt x="122" y="7"/>
                    </a:cubicBezTo>
                    <a:cubicBezTo>
                      <a:pt x="122" y="7"/>
                      <a:pt x="123" y="7"/>
                      <a:pt x="123" y="8"/>
                    </a:cubicBezTo>
                    <a:cubicBezTo>
                      <a:pt x="124" y="8"/>
                      <a:pt x="124" y="9"/>
                      <a:pt x="124" y="10"/>
                    </a:cubicBezTo>
                    <a:cubicBezTo>
                      <a:pt x="125" y="10"/>
                      <a:pt x="125" y="10"/>
                      <a:pt x="125" y="10"/>
                    </a:cubicBezTo>
                    <a:cubicBezTo>
                      <a:pt x="125" y="7"/>
                      <a:pt x="125" y="7"/>
                      <a:pt x="125" y="7"/>
                    </a:cubicBezTo>
                    <a:cubicBezTo>
                      <a:pt x="116" y="4"/>
                      <a:pt x="116" y="4"/>
                      <a:pt x="116" y="4"/>
                    </a:cubicBezTo>
                    <a:cubicBezTo>
                      <a:pt x="116" y="5"/>
                      <a:pt x="116" y="5"/>
                      <a:pt x="116" y="5"/>
                    </a:cubicBezTo>
                    <a:close/>
                    <a:moveTo>
                      <a:pt x="136" y="17"/>
                    </a:moveTo>
                    <a:cubicBezTo>
                      <a:pt x="136" y="18"/>
                      <a:pt x="135" y="19"/>
                      <a:pt x="134" y="19"/>
                    </a:cubicBezTo>
                    <a:cubicBezTo>
                      <a:pt x="133" y="19"/>
                      <a:pt x="133" y="19"/>
                      <a:pt x="132" y="19"/>
                    </a:cubicBezTo>
                    <a:cubicBezTo>
                      <a:pt x="131" y="26"/>
                      <a:pt x="131" y="26"/>
                      <a:pt x="131" y="26"/>
                    </a:cubicBezTo>
                    <a:cubicBezTo>
                      <a:pt x="131" y="26"/>
                      <a:pt x="131" y="27"/>
                      <a:pt x="131" y="27"/>
                    </a:cubicBezTo>
                    <a:cubicBezTo>
                      <a:pt x="131" y="27"/>
                      <a:pt x="131" y="27"/>
                      <a:pt x="132" y="27"/>
                    </a:cubicBezTo>
                    <a:cubicBezTo>
                      <a:pt x="132" y="27"/>
                      <a:pt x="132" y="27"/>
                      <a:pt x="132" y="27"/>
                    </a:cubicBezTo>
                    <a:cubicBezTo>
                      <a:pt x="132" y="28"/>
                      <a:pt x="132" y="28"/>
                      <a:pt x="132" y="28"/>
                    </a:cubicBezTo>
                    <a:cubicBezTo>
                      <a:pt x="130" y="27"/>
                      <a:pt x="130" y="27"/>
                      <a:pt x="130" y="27"/>
                    </a:cubicBezTo>
                    <a:cubicBezTo>
                      <a:pt x="130" y="18"/>
                      <a:pt x="130" y="18"/>
                      <a:pt x="130" y="18"/>
                    </a:cubicBezTo>
                    <a:cubicBezTo>
                      <a:pt x="129" y="17"/>
                      <a:pt x="129" y="17"/>
                      <a:pt x="129" y="17"/>
                    </a:cubicBezTo>
                    <a:cubicBezTo>
                      <a:pt x="126" y="23"/>
                      <a:pt x="126" y="23"/>
                      <a:pt x="126" y="23"/>
                    </a:cubicBezTo>
                    <a:cubicBezTo>
                      <a:pt x="125" y="24"/>
                      <a:pt x="125" y="24"/>
                      <a:pt x="126" y="24"/>
                    </a:cubicBezTo>
                    <a:cubicBezTo>
                      <a:pt x="126" y="24"/>
                      <a:pt x="126" y="24"/>
                      <a:pt x="126" y="24"/>
                    </a:cubicBezTo>
                    <a:cubicBezTo>
                      <a:pt x="126" y="25"/>
                      <a:pt x="126" y="25"/>
                      <a:pt x="126" y="25"/>
                    </a:cubicBezTo>
                    <a:cubicBezTo>
                      <a:pt x="126" y="25"/>
                      <a:pt x="126" y="25"/>
                      <a:pt x="126" y="25"/>
                    </a:cubicBezTo>
                    <a:cubicBezTo>
                      <a:pt x="122" y="23"/>
                      <a:pt x="122" y="23"/>
                      <a:pt x="122" y="23"/>
                    </a:cubicBezTo>
                    <a:cubicBezTo>
                      <a:pt x="123" y="23"/>
                      <a:pt x="123" y="23"/>
                      <a:pt x="123" y="23"/>
                    </a:cubicBezTo>
                    <a:cubicBezTo>
                      <a:pt x="123" y="23"/>
                      <a:pt x="123" y="23"/>
                      <a:pt x="123" y="23"/>
                    </a:cubicBezTo>
                    <a:cubicBezTo>
                      <a:pt x="123" y="23"/>
                      <a:pt x="124" y="23"/>
                      <a:pt x="124" y="23"/>
                    </a:cubicBezTo>
                    <a:cubicBezTo>
                      <a:pt x="124" y="23"/>
                      <a:pt x="124" y="23"/>
                      <a:pt x="124" y="23"/>
                    </a:cubicBezTo>
                    <a:cubicBezTo>
                      <a:pt x="130" y="11"/>
                      <a:pt x="130" y="11"/>
                      <a:pt x="130" y="11"/>
                    </a:cubicBezTo>
                    <a:cubicBezTo>
                      <a:pt x="130" y="11"/>
                      <a:pt x="130" y="11"/>
                      <a:pt x="130" y="10"/>
                    </a:cubicBezTo>
                    <a:cubicBezTo>
                      <a:pt x="130" y="10"/>
                      <a:pt x="130" y="10"/>
                      <a:pt x="130" y="10"/>
                    </a:cubicBezTo>
                    <a:cubicBezTo>
                      <a:pt x="129" y="10"/>
                      <a:pt x="129" y="10"/>
                      <a:pt x="129" y="10"/>
                    </a:cubicBezTo>
                    <a:cubicBezTo>
                      <a:pt x="130" y="9"/>
                      <a:pt x="130" y="9"/>
                      <a:pt x="130" y="9"/>
                    </a:cubicBezTo>
                    <a:cubicBezTo>
                      <a:pt x="134" y="12"/>
                      <a:pt x="134" y="12"/>
                      <a:pt x="134" y="12"/>
                    </a:cubicBezTo>
                    <a:cubicBezTo>
                      <a:pt x="135" y="12"/>
                      <a:pt x="136" y="13"/>
                      <a:pt x="137" y="14"/>
                    </a:cubicBezTo>
                    <a:cubicBezTo>
                      <a:pt x="137" y="15"/>
                      <a:pt x="137" y="16"/>
                      <a:pt x="136" y="17"/>
                    </a:cubicBezTo>
                    <a:close/>
                    <a:moveTo>
                      <a:pt x="129" y="17"/>
                    </a:moveTo>
                    <a:cubicBezTo>
                      <a:pt x="131" y="18"/>
                      <a:pt x="131" y="18"/>
                      <a:pt x="131" y="18"/>
                    </a:cubicBezTo>
                    <a:cubicBezTo>
                      <a:pt x="131" y="18"/>
                      <a:pt x="132" y="18"/>
                      <a:pt x="133" y="18"/>
                    </a:cubicBezTo>
                    <a:cubicBezTo>
                      <a:pt x="134" y="18"/>
                      <a:pt x="134" y="17"/>
                      <a:pt x="135" y="16"/>
                    </a:cubicBezTo>
                    <a:cubicBezTo>
                      <a:pt x="135" y="15"/>
                      <a:pt x="136" y="15"/>
                      <a:pt x="135" y="14"/>
                    </a:cubicBezTo>
                    <a:cubicBezTo>
                      <a:pt x="135" y="13"/>
                      <a:pt x="135" y="12"/>
                      <a:pt x="133" y="12"/>
                    </a:cubicBezTo>
                    <a:cubicBezTo>
                      <a:pt x="133" y="11"/>
                      <a:pt x="133" y="11"/>
                      <a:pt x="133" y="11"/>
                    </a:cubicBezTo>
                    <a:cubicBezTo>
                      <a:pt x="132" y="11"/>
                      <a:pt x="132" y="11"/>
                      <a:pt x="132" y="11"/>
                    </a:cubicBezTo>
                    <a:cubicBezTo>
                      <a:pt x="132" y="11"/>
                      <a:pt x="132" y="11"/>
                      <a:pt x="132" y="12"/>
                    </a:cubicBezTo>
                    <a:cubicBezTo>
                      <a:pt x="129" y="17"/>
                      <a:pt x="129" y="17"/>
                      <a:pt x="129" y="17"/>
                    </a:cubicBezTo>
                    <a:close/>
                    <a:moveTo>
                      <a:pt x="141" y="25"/>
                    </a:moveTo>
                    <a:cubicBezTo>
                      <a:pt x="142" y="27"/>
                      <a:pt x="142" y="28"/>
                      <a:pt x="142" y="28"/>
                    </a:cubicBezTo>
                    <a:cubicBezTo>
                      <a:pt x="142" y="29"/>
                      <a:pt x="142" y="30"/>
                      <a:pt x="142" y="30"/>
                    </a:cubicBezTo>
                    <a:cubicBezTo>
                      <a:pt x="141" y="31"/>
                      <a:pt x="141" y="32"/>
                      <a:pt x="140" y="32"/>
                    </a:cubicBezTo>
                    <a:cubicBezTo>
                      <a:pt x="139" y="32"/>
                      <a:pt x="138" y="32"/>
                      <a:pt x="137" y="32"/>
                    </a:cubicBezTo>
                    <a:cubicBezTo>
                      <a:pt x="137" y="31"/>
                      <a:pt x="136" y="30"/>
                      <a:pt x="136" y="29"/>
                    </a:cubicBezTo>
                    <a:cubicBezTo>
                      <a:pt x="135" y="28"/>
                      <a:pt x="136" y="27"/>
                      <a:pt x="136" y="26"/>
                    </a:cubicBezTo>
                    <a:cubicBezTo>
                      <a:pt x="136" y="26"/>
                      <a:pt x="136" y="26"/>
                      <a:pt x="136" y="26"/>
                    </a:cubicBezTo>
                    <a:cubicBezTo>
                      <a:pt x="134" y="30"/>
                      <a:pt x="134" y="30"/>
                      <a:pt x="134" y="30"/>
                    </a:cubicBezTo>
                    <a:cubicBezTo>
                      <a:pt x="134" y="30"/>
                      <a:pt x="134" y="30"/>
                      <a:pt x="134" y="30"/>
                    </a:cubicBezTo>
                    <a:cubicBezTo>
                      <a:pt x="135" y="30"/>
                      <a:pt x="135" y="30"/>
                      <a:pt x="135" y="30"/>
                    </a:cubicBezTo>
                    <a:cubicBezTo>
                      <a:pt x="135" y="30"/>
                      <a:pt x="135" y="30"/>
                      <a:pt x="136" y="31"/>
                    </a:cubicBezTo>
                    <a:cubicBezTo>
                      <a:pt x="136" y="31"/>
                      <a:pt x="136" y="32"/>
                      <a:pt x="137" y="32"/>
                    </a:cubicBezTo>
                    <a:cubicBezTo>
                      <a:pt x="138" y="33"/>
                      <a:pt x="139" y="33"/>
                      <a:pt x="140" y="33"/>
                    </a:cubicBezTo>
                    <a:cubicBezTo>
                      <a:pt x="142" y="33"/>
                      <a:pt x="142" y="32"/>
                      <a:pt x="143" y="31"/>
                    </a:cubicBezTo>
                    <a:cubicBezTo>
                      <a:pt x="144" y="30"/>
                      <a:pt x="144" y="29"/>
                      <a:pt x="144" y="28"/>
                    </a:cubicBezTo>
                    <a:cubicBezTo>
                      <a:pt x="144" y="27"/>
                      <a:pt x="143" y="26"/>
                      <a:pt x="142" y="25"/>
                    </a:cubicBezTo>
                    <a:cubicBezTo>
                      <a:pt x="141" y="23"/>
                      <a:pt x="141" y="22"/>
                      <a:pt x="141" y="22"/>
                    </a:cubicBezTo>
                    <a:cubicBezTo>
                      <a:pt x="141" y="21"/>
                      <a:pt x="141" y="20"/>
                      <a:pt x="141" y="20"/>
                    </a:cubicBezTo>
                    <a:cubicBezTo>
                      <a:pt x="142" y="19"/>
                      <a:pt x="142" y="19"/>
                      <a:pt x="143" y="19"/>
                    </a:cubicBezTo>
                    <a:cubicBezTo>
                      <a:pt x="144" y="18"/>
                      <a:pt x="144" y="18"/>
                      <a:pt x="145" y="19"/>
                    </a:cubicBezTo>
                    <a:cubicBezTo>
                      <a:pt x="146" y="20"/>
                      <a:pt x="147" y="20"/>
                      <a:pt x="147" y="21"/>
                    </a:cubicBezTo>
                    <a:cubicBezTo>
                      <a:pt x="147" y="22"/>
                      <a:pt x="147" y="23"/>
                      <a:pt x="147" y="24"/>
                    </a:cubicBezTo>
                    <a:cubicBezTo>
                      <a:pt x="147" y="24"/>
                      <a:pt x="147" y="24"/>
                      <a:pt x="147" y="24"/>
                    </a:cubicBezTo>
                    <a:cubicBezTo>
                      <a:pt x="149" y="21"/>
                      <a:pt x="149" y="21"/>
                      <a:pt x="149" y="21"/>
                    </a:cubicBezTo>
                    <a:cubicBezTo>
                      <a:pt x="149" y="21"/>
                      <a:pt x="149" y="21"/>
                      <a:pt x="148" y="21"/>
                    </a:cubicBezTo>
                    <a:cubicBezTo>
                      <a:pt x="148" y="21"/>
                      <a:pt x="148" y="21"/>
                      <a:pt x="148" y="21"/>
                    </a:cubicBezTo>
                    <a:cubicBezTo>
                      <a:pt x="148" y="21"/>
                      <a:pt x="147" y="20"/>
                      <a:pt x="147" y="20"/>
                    </a:cubicBezTo>
                    <a:cubicBezTo>
                      <a:pt x="147" y="19"/>
                      <a:pt x="146" y="19"/>
                      <a:pt x="146" y="19"/>
                    </a:cubicBezTo>
                    <a:cubicBezTo>
                      <a:pt x="145" y="18"/>
                      <a:pt x="144" y="18"/>
                      <a:pt x="143" y="18"/>
                    </a:cubicBezTo>
                    <a:cubicBezTo>
                      <a:pt x="141" y="18"/>
                      <a:pt x="141" y="19"/>
                      <a:pt x="140" y="19"/>
                    </a:cubicBezTo>
                    <a:cubicBezTo>
                      <a:pt x="139" y="20"/>
                      <a:pt x="139" y="21"/>
                      <a:pt x="139" y="22"/>
                    </a:cubicBezTo>
                    <a:cubicBezTo>
                      <a:pt x="140" y="23"/>
                      <a:pt x="140" y="24"/>
                      <a:pt x="141" y="25"/>
                    </a:cubicBezTo>
                    <a:close/>
                    <a:moveTo>
                      <a:pt x="154" y="26"/>
                    </a:moveTo>
                    <a:cubicBezTo>
                      <a:pt x="154" y="26"/>
                      <a:pt x="154" y="26"/>
                      <a:pt x="154" y="26"/>
                    </a:cubicBezTo>
                    <a:cubicBezTo>
                      <a:pt x="159" y="31"/>
                      <a:pt x="159" y="31"/>
                      <a:pt x="159" y="31"/>
                    </a:cubicBezTo>
                    <a:cubicBezTo>
                      <a:pt x="159" y="31"/>
                      <a:pt x="159" y="31"/>
                      <a:pt x="159" y="31"/>
                    </a:cubicBezTo>
                    <a:cubicBezTo>
                      <a:pt x="158" y="30"/>
                      <a:pt x="158" y="30"/>
                      <a:pt x="158" y="30"/>
                    </a:cubicBezTo>
                    <a:cubicBezTo>
                      <a:pt x="157" y="29"/>
                      <a:pt x="157" y="29"/>
                      <a:pt x="157" y="29"/>
                    </a:cubicBezTo>
                    <a:cubicBezTo>
                      <a:pt x="157" y="29"/>
                      <a:pt x="157" y="29"/>
                      <a:pt x="156" y="30"/>
                    </a:cubicBezTo>
                    <a:cubicBezTo>
                      <a:pt x="147" y="39"/>
                      <a:pt x="147" y="39"/>
                      <a:pt x="147" y="39"/>
                    </a:cubicBezTo>
                    <a:cubicBezTo>
                      <a:pt x="147" y="39"/>
                      <a:pt x="147" y="39"/>
                      <a:pt x="147" y="40"/>
                    </a:cubicBezTo>
                    <a:cubicBezTo>
                      <a:pt x="147" y="40"/>
                      <a:pt x="147" y="40"/>
                      <a:pt x="148" y="40"/>
                    </a:cubicBezTo>
                    <a:cubicBezTo>
                      <a:pt x="149" y="42"/>
                      <a:pt x="149" y="42"/>
                      <a:pt x="149" y="42"/>
                    </a:cubicBezTo>
                    <a:cubicBezTo>
                      <a:pt x="149" y="42"/>
                      <a:pt x="149" y="42"/>
                      <a:pt x="149" y="42"/>
                    </a:cubicBezTo>
                    <a:cubicBezTo>
                      <a:pt x="143" y="37"/>
                      <a:pt x="143" y="37"/>
                      <a:pt x="143" y="37"/>
                    </a:cubicBezTo>
                    <a:cubicBezTo>
                      <a:pt x="144" y="37"/>
                      <a:pt x="144" y="37"/>
                      <a:pt x="144" y="37"/>
                    </a:cubicBezTo>
                    <a:cubicBezTo>
                      <a:pt x="145" y="38"/>
                      <a:pt x="145" y="38"/>
                      <a:pt x="145" y="38"/>
                    </a:cubicBezTo>
                    <a:cubicBezTo>
                      <a:pt x="146" y="38"/>
                      <a:pt x="146" y="38"/>
                      <a:pt x="146" y="38"/>
                    </a:cubicBezTo>
                    <a:cubicBezTo>
                      <a:pt x="146" y="38"/>
                      <a:pt x="146" y="38"/>
                      <a:pt x="146" y="38"/>
                    </a:cubicBezTo>
                    <a:cubicBezTo>
                      <a:pt x="155" y="29"/>
                      <a:pt x="155" y="29"/>
                      <a:pt x="155" y="29"/>
                    </a:cubicBezTo>
                    <a:cubicBezTo>
                      <a:pt x="155" y="28"/>
                      <a:pt x="156" y="28"/>
                      <a:pt x="156" y="28"/>
                    </a:cubicBezTo>
                    <a:cubicBezTo>
                      <a:pt x="156" y="28"/>
                      <a:pt x="155" y="28"/>
                      <a:pt x="155" y="27"/>
                    </a:cubicBezTo>
                    <a:cubicBezTo>
                      <a:pt x="154" y="26"/>
                      <a:pt x="154" y="26"/>
                      <a:pt x="154" y="26"/>
                    </a:cubicBezTo>
                    <a:close/>
                    <a:moveTo>
                      <a:pt x="155" y="50"/>
                    </a:moveTo>
                    <a:cubicBezTo>
                      <a:pt x="156" y="50"/>
                      <a:pt x="156" y="50"/>
                      <a:pt x="156" y="50"/>
                    </a:cubicBezTo>
                    <a:cubicBezTo>
                      <a:pt x="155" y="49"/>
                      <a:pt x="155" y="49"/>
                      <a:pt x="155" y="49"/>
                    </a:cubicBezTo>
                    <a:cubicBezTo>
                      <a:pt x="155" y="49"/>
                      <a:pt x="155" y="49"/>
                      <a:pt x="155" y="49"/>
                    </a:cubicBezTo>
                    <a:cubicBezTo>
                      <a:pt x="155" y="49"/>
                      <a:pt x="155" y="48"/>
                      <a:pt x="155" y="48"/>
                    </a:cubicBezTo>
                    <a:cubicBezTo>
                      <a:pt x="165" y="40"/>
                      <a:pt x="165" y="40"/>
                      <a:pt x="165" y="40"/>
                    </a:cubicBezTo>
                    <a:cubicBezTo>
                      <a:pt x="166" y="40"/>
                      <a:pt x="166" y="40"/>
                      <a:pt x="166" y="40"/>
                    </a:cubicBezTo>
                    <a:cubicBezTo>
                      <a:pt x="166" y="40"/>
                      <a:pt x="166" y="40"/>
                      <a:pt x="167" y="40"/>
                    </a:cubicBezTo>
                    <a:cubicBezTo>
                      <a:pt x="167" y="41"/>
                      <a:pt x="167" y="42"/>
                      <a:pt x="167" y="42"/>
                    </a:cubicBezTo>
                    <a:cubicBezTo>
                      <a:pt x="167" y="43"/>
                      <a:pt x="167" y="43"/>
                      <a:pt x="166" y="45"/>
                    </a:cubicBezTo>
                    <a:cubicBezTo>
                      <a:pt x="166" y="45"/>
                      <a:pt x="166" y="45"/>
                      <a:pt x="166" y="45"/>
                    </a:cubicBezTo>
                    <a:cubicBezTo>
                      <a:pt x="169" y="42"/>
                      <a:pt x="169" y="42"/>
                      <a:pt x="169" y="42"/>
                    </a:cubicBezTo>
                    <a:cubicBezTo>
                      <a:pt x="163" y="35"/>
                      <a:pt x="163" y="35"/>
                      <a:pt x="163" y="35"/>
                    </a:cubicBezTo>
                    <a:cubicBezTo>
                      <a:pt x="160" y="37"/>
                      <a:pt x="160" y="37"/>
                      <a:pt x="160" y="37"/>
                    </a:cubicBezTo>
                    <a:cubicBezTo>
                      <a:pt x="160" y="37"/>
                      <a:pt x="160" y="37"/>
                      <a:pt x="160" y="37"/>
                    </a:cubicBezTo>
                    <a:cubicBezTo>
                      <a:pt x="162" y="37"/>
                      <a:pt x="163" y="37"/>
                      <a:pt x="163" y="37"/>
                    </a:cubicBezTo>
                    <a:cubicBezTo>
                      <a:pt x="163" y="37"/>
                      <a:pt x="164" y="37"/>
                      <a:pt x="164" y="38"/>
                    </a:cubicBezTo>
                    <a:cubicBezTo>
                      <a:pt x="165" y="38"/>
                      <a:pt x="165" y="38"/>
                      <a:pt x="165" y="38"/>
                    </a:cubicBezTo>
                    <a:cubicBezTo>
                      <a:pt x="165" y="39"/>
                      <a:pt x="165" y="39"/>
                      <a:pt x="164" y="39"/>
                    </a:cubicBezTo>
                    <a:cubicBezTo>
                      <a:pt x="154" y="47"/>
                      <a:pt x="154" y="47"/>
                      <a:pt x="154" y="47"/>
                    </a:cubicBezTo>
                    <a:cubicBezTo>
                      <a:pt x="154" y="47"/>
                      <a:pt x="154" y="47"/>
                      <a:pt x="154" y="47"/>
                    </a:cubicBezTo>
                    <a:cubicBezTo>
                      <a:pt x="154" y="47"/>
                      <a:pt x="153" y="47"/>
                      <a:pt x="153" y="47"/>
                    </a:cubicBezTo>
                    <a:cubicBezTo>
                      <a:pt x="153" y="46"/>
                      <a:pt x="153" y="46"/>
                      <a:pt x="153" y="46"/>
                    </a:cubicBezTo>
                    <a:cubicBezTo>
                      <a:pt x="152" y="47"/>
                      <a:pt x="152" y="47"/>
                      <a:pt x="152" y="47"/>
                    </a:cubicBezTo>
                    <a:cubicBezTo>
                      <a:pt x="155" y="50"/>
                      <a:pt x="155" y="50"/>
                      <a:pt x="155" y="50"/>
                    </a:cubicBezTo>
                    <a:close/>
                    <a:moveTo>
                      <a:pt x="174" y="54"/>
                    </a:moveTo>
                    <a:cubicBezTo>
                      <a:pt x="174" y="54"/>
                      <a:pt x="175" y="54"/>
                      <a:pt x="175" y="53"/>
                    </a:cubicBezTo>
                    <a:cubicBezTo>
                      <a:pt x="175" y="53"/>
                      <a:pt x="175" y="53"/>
                      <a:pt x="174" y="53"/>
                    </a:cubicBezTo>
                    <a:cubicBezTo>
                      <a:pt x="174" y="52"/>
                      <a:pt x="174" y="52"/>
                      <a:pt x="174" y="52"/>
                    </a:cubicBezTo>
                    <a:cubicBezTo>
                      <a:pt x="175" y="52"/>
                      <a:pt x="175" y="52"/>
                      <a:pt x="175" y="52"/>
                    </a:cubicBezTo>
                    <a:cubicBezTo>
                      <a:pt x="177" y="55"/>
                      <a:pt x="177" y="55"/>
                      <a:pt x="177" y="55"/>
                    </a:cubicBezTo>
                    <a:cubicBezTo>
                      <a:pt x="176" y="55"/>
                      <a:pt x="176" y="55"/>
                      <a:pt x="176" y="55"/>
                    </a:cubicBezTo>
                    <a:cubicBezTo>
                      <a:pt x="176" y="55"/>
                      <a:pt x="176" y="55"/>
                      <a:pt x="176" y="55"/>
                    </a:cubicBezTo>
                    <a:cubicBezTo>
                      <a:pt x="176" y="55"/>
                      <a:pt x="176" y="55"/>
                      <a:pt x="175" y="55"/>
                    </a:cubicBezTo>
                    <a:cubicBezTo>
                      <a:pt x="175" y="55"/>
                      <a:pt x="175" y="55"/>
                      <a:pt x="174" y="55"/>
                    </a:cubicBezTo>
                    <a:cubicBezTo>
                      <a:pt x="166" y="56"/>
                      <a:pt x="166" y="56"/>
                      <a:pt x="166" y="56"/>
                    </a:cubicBezTo>
                    <a:cubicBezTo>
                      <a:pt x="162" y="58"/>
                      <a:pt x="162" y="58"/>
                      <a:pt x="162" y="58"/>
                    </a:cubicBezTo>
                    <a:cubicBezTo>
                      <a:pt x="162" y="59"/>
                      <a:pt x="162" y="59"/>
                      <a:pt x="162" y="59"/>
                    </a:cubicBezTo>
                    <a:cubicBezTo>
                      <a:pt x="161" y="59"/>
                      <a:pt x="162" y="59"/>
                      <a:pt x="162" y="60"/>
                    </a:cubicBezTo>
                    <a:cubicBezTo>
                      <a:pt x="162" y="60"/>
                      <a:pt x="162" y="60"/>
                      <a:pt x="162" y="60"/>
                    </a:cubicBezTo>
                    <a:cubicBezTo>
                      <a:pt x="162" y="61"/>
                      <a:pt x="162" y="61"/>
                      <a:pt x="162" y="61"/>
                    </a:cubicBezTo>
                    <a:cubicBezTo>
                      <a:pt x="159" y="56"/>
                      <a:pt x="159" y="56"/>
                      <a:pt x="159" y="56"/>
                    </a:cubicBezTo>
                    <a:cubicBezTo>
                      <a:pt x="160" y="56"/>
                      <a:pt x="160" y="56"/>
                      <a:pt x="160" y="56"/>
                    </a:cubicBezTo>
                    <a:cubicBezTo>
                      <a:pt x="160" y="57"/>
                      <a:pt x="160" y="57"/>
                      <a:pt x="160" y="57"/>
                    </a:cubicBezTo>
                    <a:cubicBezTo>
                      <a:pt x="160" y="57"/>
                      <a:pt x="160" y="57"/>
                      <a:pt x="161" y="57"/>
                    </a:cubicBezTo>
                    <a:cubicBezTo>
                      <a:pt x="161" y="57"/>
                      <a:pt x="161" y="57"/>
                      <a:pt x="161" y="57"/>
                    </a:cubicBezTo>
                    <a:cubicBezTo>
                      <a:pt x="165" y="55"/>
                      <a:pt x="165" y="55"/>
                      <a:pt x="165" y="55"/>
                    </a:cubicBezTo>
                    <a:cubicBezTo>
                      <a:pt x="171" y="48"/>
                      <a:pt x="171" y="48"/>
                      <a:pt x="171" y="48"/>
                    </a:cubicBezTo>
                    <a:cubicBezTo>
                      <a:pt x="171" y="48"/>
                      <a:pt x="171" y="48"/>
                      <a:pt x="171" y="47"/>
                    </a:cubicBezTo>
                    <a:cubicBezTo>
                      <a:pt x="171" y="47"/>
                      <a:pt x="171" y="47"/>
                      <a:pt x="171" y="47"/>
                    </a:cubicBezTo>
                    <a:cubicBezTo>
                      <a:pt x="171" y="46"/>
                      <a:pt x="171" y="46"/>
                      <a:pt x="171" y="46"/>
                    </a:cubicBezTo>
                    <a:cubicBezTo>
                      <a:pt x="171" y="46"/>
                      <a:pt x="171" y="46"/>
                      <a:pt x="171" y="46"/>
                    </a:cubicBezTo>
                    <a:cubicBezTo>
                      <a:pt x="173" y="50"/>
                      <a:pt x="173" y="50"/>
                      <a:pt x="173" y="50"/>
                    </a:cubicBezTo>
                    <a:cubicBezTo>
                      <a:pt x="173" y="50"/>
                      <a:pt x="173" y="50"/>
                      <a:pt x="173" y="50"/>
                    </a:cubicBezTo>
                    <a:cubicBezTo>
                      <a:pt x="173" y="49"/>
                      <a:pt x="173" y="49"/>
                      <a:pt x="173" y="49"/>
                    </a:cubicBezTo>
                    <a:cubicBezTo>
                      <a:pt x="172" y="49"/>
                      <a:pt x="172" y="49"/>
                      <a:pt x="172" y="49"/>
                    </a:cubicBezTo>
                    <a:cubicBezTo>
                      <a:pt x="172" y="49"/>
                      <a:pt x="172" y="49"/>
                      <a:pt x="171" y="49"/>
                    </a:cubicBezTo>
                    <a:cubicBezTo>
                      <a:pt x="167" y="55"/>
                      <a:pt x="167" y="55"/>
                      <a:pt x="167" y="55"/>
                    </a:cubicBezTo>
                    <a:cubicBezTo>
                      <a:pt x="167" y="55"/>
                      <a:pt x="167" y="55"/>
                      <a:pt x="167" y="55"/>
                    </a:cubicBezTo>
                    <a:lnTo>
                      <a:pt x="174" y="54"/>
                    </a:lnTo>
                    <a:close/>
                  </a:path>
                </a:pathLst>
              </a:custGeom>
              <a:solidFill>
                <a:srgbClr val="FFFFFF"/>
              </a:solidFill>
              <a:ln w="3175" cap="flat">
                <a:solidFill>
                  <a:srgbClr val="FFFFFF"/>
                </a:solidFill>
                <a:prstDash val="solid"/>
                <a:miter lim="800000"/>
              </a:ln>
            </p:spPr>
            <p:txBody>
              <a:bodyPr anchor="ctr"/>
              <a:lstStyle/>
              <a:p>
                <a:pPr algn="ctr"/>
                <a:endParaRPr/>
              </a:p>
            </p:txBody>
          </p:sp>
          <p:sp>
            <p:nvSpPr>
              <p:cNvPr id="278" name="ïśľíḓé"/>
              <p:cNvSpPr/>
              <p:nvPr/>
            </p:nvSpPr>
            <p:spPr bwMode="auto">
              <a:xfrm>
                <a:off x="3667126" y="3184525"/>
                <a:ext cx="492125" cy="496888"/>
              </a:xfrm>
              <a:custGeom>
                <a:avLst/>
                <a:gdLst>
                  <a:gd name="T0" fmla="*/ 74 w 149"/>
                  <a:gd name="T1" fmla="*/ 0 h 149"/>
                  <a:gd name="T2" fmla="*/ 149 w 149"/>
                  <a:gd name="T3" fmla="*/ 74 h 149"/>
                  <a:gd name="T4" fmla="*/ 74 w 149"/>
                  <a:gd name="T5" fmla="*/ 149 h 149"/>
                  <a:gd name="T6" fmla="*/ 0 w 149"/>
                  <a:gd name="T7" fmla="*/ 74 h 149"/>
                  <a:gd name="T8" fmla="*/ 74 w 149"/>
                  <a:gd name="T9" fmla="*/ 0 h 149"/>
                  <a:gd name="T10" fmla="*/ 74 w 149"/>
                  <a:gd name="T11" fmla="*/ 2 h 149"/>
                  <a:gd name="T12" fmla="*/ 2 w 149"/>
                  <a:gd name="T13" fmla="*/ 74 h 149"/>
                  <a:gd name="T14" fmla="*/ 74 w 149"/>
                  <a:gd name="T15" fmla="*/ 146 h 149"/>
                  <a:gd name="T16" fmla="*/ 146 w 149"/>
                  <a:gd name="T17" fmla="*/ 74 h 149"/>
                  <a:gd name="T18" fmla="*/ 74 w 149"/>
                  <a:gd name="T19" fmla="*/ 2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49" h="149">
                    <a:moveTo>
                      <a:pt x="74" y="0"/>
                    </a:moveTo>
                    <a:cubicBezTo>
                      <a:pt x="115" y="0"/>
                      <a:pt x="149" y="33"/>
                      <a:pt x="149" y="74"/>
                    </a:cubicBezTo>
                    <a:cubicBezTo>
                      <a:pt x="149" y="115"/>
                      <a:pt x="115" y="149"/>
                      <a:pt x="74" y="149"/>
                    </a:cubicBezTo>
                    <a:cubicBezTo>
                      <a:pt x="33" y="149"/>
                      <a:pt x="0" y="115"/>
                      <a:pt x="0" y="74"/>
                    </a:cubicBezTo>
                    <a:cubicBezTo>
                      <a:pt x="0" y="33"/>
                      <a:pt x="33" y="0"/>
                      <a:pt x="74" y="0"/>
                    </a:cubicBezTo>
                    <a:close/>
                    <a:moveTo>
                      <a:pt x="74" y="2"/>
                    </a:moveTo>
                    <a:cubicBezTo>
                      <a:pt x="35" y="2"/>
                      <a:pt x="2" y="34"/>
                      <a:pt x="2" y="74"/>
                    </a:cubicBezTo>
                    <a:cubicBezTo>
                      <a:pt x="2" y="114"/>
                      <a:pt x="35" y="146"/>
                      <a:pt x="74" y="146"/>
                    </a:cubicBezTo>
                    <a:cubicBezTo>
                      <a:pt x="114" y="146"/>
                      <a:pt x="146" y="114"/>
                      <a:pt x="146" y="74"/>
                    </a:cubicBezTo>
                    <a:cubicBezTo>
                      <a:pt x="146" y="34"/>
                      <a:pt x="114" y="2"/>
                      <a:pt x="74" y="2"/>
                    </a:cubicBezTo>
                    <a:close/>
                  </a:path>
                </a:pathLst>
              </a:custGeom>
              <a:solidFill>
                <a:srgbClr val="00523A"/>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9" name="ïslíḍê"/>
              <p:cNvSpPr/>
              <p:nvPr/>
            </p:nvSpPr>
            <p:spPr bwMode="auto">
              <a:xfrm>
                <a:off x="3775076" y="3248025"/>
                <a:ext cx="274638" cy="146050"/>
              </a:xfrm>
              <a:custGeom>
                <a:avLst/>
                <a:gdLst>
                  <a:gd name="T0" fmla="*/ 10 w 83"/>
                  <a:gd name="T1" fmla="*/ 43 h 44"/>
                  <a:gd name="T2" fmla="*/ 18 w 83"/>
                  <a:gd name="T3" fmla="*/ 39 h 44"/>
                  <a:gd name="T4" fmla="*/ 67 w 83"/>
                  <a:gd name="T5" fmla="*/ 39 h 44"/>
                  <a:gd name="T6" fmla="*/ 73 w 83"/>
                  <a:gd name="T7" fmla="*/ 42 h 44"/>
                  <a:gd name="T8" fmla="*/ 76 w 83"/>
                  <a:gd name="T9" fmla="*/ 43 h 44"/>
                  <a:gd name="T10" fmla="*/ 83 w 83"/>
                  <a:gd name="T11" fmla="*/ 35 h 44"/>
                  <a:gd name="T12" fmla="*/ 76 w 83"/>
                  <a:gd name="T13" fmla="*/ 37 h 44"/>
                  <a:gd name="T14" fmla="*/ 69 w 83"/>
                  <a:gd name="T15" fmla="*/ 33 h 44"/>
                  <a:gd name="T16" fmla="*/ 70 w 83"/>
                  <a:gd name="T17" fmla="*/ 26 h 44"/>
                  <a:gd name="T18" fmla="*/ 64 w 83"/>
                  <a:gd name="T19" fmla="*/ 30 h 44"/>
                  <a:gd name="T20" fmla="*/ 59 w 83"/>
                  <a:gd name="T21" fmla="*/ 31 h 44"/>
                  <a:gd name="T22" fmla="*/ 56 w 83"/>
                  <a:gd name="T23" fmla="*/ 29 h 44"/>
                  <a:gd name="T24" fmla="*/ 56 w 83"/>
                  <a:gd name="T25" fmla="*/ 24 h 44"/>
                  <a:gd name="T26" fmla="*/ 58 w 83"/>
                  <a:gd name="T27" fmla="*/ 23 h 44"/>
                  <a:gd name="T28" fmla="*/ 58 w 83"/>
                  <a:gd name="T29" fmla="*/ 19 h 44"/>
                  <a:gd name="T30" fmla="*/ 54 w 83"/>
                  <a:gd name="T31" fmla="*/ 19 h 44"/>
                  <a:gd name="T32" fmla="*/ 53 w 83"/>
                  <a:gd name="T33" fmla="*/ 21 h 44"/>
                  <a:gd name="T34" fmla="*/ 44 w 83"/>
                  <a:gd name="T35" fmla="*/ 21 h 44"/>
                  <a:gd name="T36" fmla="*/ 43 w 83"/>
                  <a:gd name="T37" fmla="*/ 18 h 44"/>
                  <a:gd name="T38" fmla="*/ 44 w 83"/>
                  <a:gd name="T39" fmla="*/ 13 h 44"/>
                  <a:gd name="T40" fmla="*/ 43 w 83"/>
                  <a:gd name="T41" fmla="*/ 8 h 44"/>
                  <a:gd name="T42" fmla="*/ 43 w 83"/>
                  <a:gd name="T43" fmla="*/ 6 h 44"/>
                  <a:gd name="T44" fmla="*/ 43 w 83"/>
                  <a:gd name="T45" fmla="*/ 2 h 44"/>
                  <a:gd name="T46" fmla="*/ 43 w 83"/>
                  <a:gd name="T47" fmla="*/ 0 h 44"/>
                  <a:gd name="T48" fmla="*/ 40 w 83"/>
                  <a:gd name="T49" fmla="*/ 0 h 44"/>
                  <a:gd name="T50" fmla="*/ 39 w 83"/>
                  <a:gd name="T51" fmla="*/ 2 h 44"/>
                  <a:gd name="T52" fmla="*/ 39 w 83"/>
                  <a:gd name="T53" fmla="*/ 6 h 44"/>
                  <a:gd name="T54" fmla="*/ 39 w 83"/>
                  <a:gd name="T55" fmla="*/ 8 h 44"/>
                  <a:gd name="T56" fmla="*/ 38 w 83"/>
                  <a:gd name="T57" fmla="*/ 13 h 44"/>
                  <a:gd name="T58" fmla="*/ 38 w 83"/>
                  <a:gd name="T59" fmla="*/ 18 h 44"/>
                  <a:gd name="T60" fmla="*/ 38 w 83"/>
                  <a:gd name="T61" fmla="*/ 21 h 44"/>
                  <a:gd name="T62" fmla="*/ 30 w 83"/>
                  <a:gd name="T63" fmla="*/ 21 h 44"/>
                  <a:gd name="T64" fmla="*/ 29 w 83"/>
                  <a:gd name="T65" fmla="*/ 19 h 44"/>
                  <a:gd name="T66" fmla="*/ 25 w 83"/>
                  <a:gd name="T67" fmla="*/ 19 h 44"/>
                  <a:gd name="T68" fmla="*/ 25 w 83"/>
                  <a:gd name="T69" fmla="*/ 23 h 44"/>
                  <a:gd name="T70" fmla="*/ 26 w 83"/>
                  <a:gd name="T71" fmla="*/ 24 h 44"/>
                  <a:gd name="T72" fmla="*/ 27 w 83"/>
                  <a:gd name="T73" fmla="*/ 29 h 44"/>
                  <a:gd name="T74" fmla="*/ 22 w 83"/>
                  <a:gd name="T75" fmla="*/ 31 h 44"/>
                  <a:gd name="T76" fmla="*/ 13 w 83"/>
                  <a:gd name="T77" fmla="*/ 26 h 44"/>
                  <a:gd name="T78" fmla="*/ 13 w 83"/>
                  <a:gd name="T79" fmla="*/ 35 h 44"/>
                  <a:gd name="T80" fmla="*/ 7 w 83"/>
                  <a:gd name="T81" fmla="*/ 37 h 44"/>
                  <a:gd name="T82" fmla="*/ 0 w 83"/>
                  <a:gd name="T83" fmla="*/ 34 h 44"/>
                  <a:gd name="T84" fmla="*/ 5 w 83"/>
                  <a:gd name="T85" fmla="*/ 42 h 44"/>
                  <a:gd name="T86" fmla="*/ 10 w 83"/>
                  <a:gd name="T87" fmla="*/ 43 h 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83" h="44">
                    <a:moveTo>
                      <a:pt x="10" y="43"/>
                    </a:moveTo>
                    <a:cubicBezTo>
                      <a:pt x="18" y="39"/>
                      <a:pt x="18" y="39"/>
                      <a:pt x="18" y="39"/>
                    </a:cubicBezTo>
                    <a:cubicBezTo>
                      <a:pt x="67" y="39"/>
                      <a:pt x="67" y="39"/>
                      <a:pt x="67" y="39"/>
                    </a:cubicBezTo>
                    <a:cubicBezTo>
                      <a:pt x="73" y="42"/>
                      <a:pt x="73" y="42"/>
                      <a:pt x="73" y="42"/>
                    </a:cubicBezTo>
                    <a:cubicBezTo>
                      <a:pt x="74" y="43"/>
                      <a:pt x="75" y="43"/>
                      <a:pt x="76" y="43"/>
                    </a:cubicBezTo>
                    <a:cubicBezTo>
                      <a:pt x="80" y="42"/>
                      <a:pt x="83" y="35"/>
                      <a:pt x="83" y="35"/>
                    </a:cubicBezTo>
                    <a:cubicBezTo>
                      <a:pt x="83" y="35"/>
                      <a:pt x="79" y="38"/>
                      <a:pt x="76" y="37"/>
                    </a:cubicBezTo>
                    <a:cubicBezTo>
                      <a:pt x="73" y="37"/>
                      <a:pt x="69" y="36"/>
                      <a:pt x="69" y="33"/>
                    </a:cubicBezTo>
                    <a:cubicBezTo>
                      <a:pt x="69" y="30"/>
                      <a:pt x="70" y="27"/>
                      <a:pt x="70" y="26"/>
                    </a:cubicBezTo>
                    <a:cubicBezTo>
                      <a:pt x="70" y="26"/>
                      <a:pt x="67" y="29"/>
                      <a:pt x="64" y="30"/>
                    </a:cubicBezTo>
                    <a:cubicBezTo>
                      <a:pt x="61" y="32"/>
                      <a:pt x="60" y="31"/>
                      <a:pt x="59" y="31"/>
                    </a:cubicBezTo>
                    <a:cubicBezTo>
                      <a:pt x="57" y="30"/>
                      <a:pt x="56" y="29"/>
                      <a:pt x="56" y="29"/>
                    </a:cubicBezTo>
                    <a:cubicBezTo>
                      <a:pt x="56" y="24"/>
                      <a:pt x="56" y="24"/>
                      <a:pt x="56" y="24"/>
                    </a:cubicBezTo>
                    <a:cubicBezTo>
                      <a:pt x="58" y="23"/>
                      <a:pt x="58" y="23"/>
                      <a:pt x="58" y="23"/>
                    </a:cubicBezTo>
                    <a:cubicBezTo>
                      <a:pt x="58" y="19"/>
                      <a:pt x="58" y="19"/>
                      <a:pt x="58" y="19"/>
                    </a:cubicBezTo>
                    <a:cubicBezTo>
                      <a:pt x="54" y="19"/>
                      <a:pt x="54" y="19"/>
                      <a:pt x="54" y="19"/>
                    </a:cubicBezTo>
                    <a:cubicBezTo>
                      <a:pt x="54" y="19"/>
                      <a:pt x="54" y="21"/>
                      <a:pt x="53" y="21"/>
                    </a:cubicBezTo>
                    <a:cubicBezTo>
                      <a:pt x="52" y="21"/>
                      <a:pt x="44" y="21"/>
                      <a:pt x="44" y="21"/>
                    </a:cubicBezTo>
                    <a:cubicBezTo>
                      <a:pt x="44" y="21"/>
                      <a:pt x="43" y="20"/>
                      <a:pt x="43" y="18"/>
                    </a:cubicBezTo>
                    <a:cubicBezTo>
                      <a:pt x="44" y="17"/>
                      <a:pt x="44" y="17"/>
                      <a:pt x="44" y="13"/>
                    </a:cubicBezTo>
                    <a:cubicBezTo>
                      <a:pt x="44" y="10"/>
                      <a:pt x="44" y="9"/>
                      <a:pt x="43" y="8"/>
                    </a:cubicBezTo>
                    <a:cubicBezTo>
                      <a:pt x="43" y="7"/>
                      <a:pt x="42" y="7"/>
                      <a:pt x="43" y="6"/>
                    </a:cubicBezTo>
                    <a:cubicBezTo>
                      <a:pt x="44" y="5"/>
                      <a:pt x="44" y="4"/>
                      <a:pt x="43" y="2"/>
                    </a:cubicBezTo>
                    <a:cubicBezTo>
                      <a:pt x="42" y="1"/>
                      <a:pt x="43" y="2"/>
                      <a:pt x="43" y="0"/>
                    </a:cubicBezTo>
                    <a:cubicBezTo>
                      <a:pt x="40" y="0"/>
                      <a:pt x="40" y="0"/>
                      <a:pt x="40" y="0"/>
                    </a:cubicBezTo>
                    <a:cubicBezTo>
                      <a:pt x="39" y="0"/>
                      <a:pt x="40" y="1"/>
                      <a:pt x="39" y="2"/>
                    </a:cubicBezTo>
                    <a:cubicBezTo>
                      <a:pt x="38" y="3"/>
                      <a:pt x="38" y="5"/>
                      <a:pt x="39" y="6"/>
                    </a:cubicBezTo>
                    <a:cubicBezTo>
                      <a:pt x="39" y="7"/>
                      <a:pt x="40" y="7"/>
                      <a:pt x="39" y="8"/>
                    </a:cubicBezTo>
                    <a:cubicBezTo>
                      <a:pt x="38" y="9"/>
                      <a:pt x="38" y="10"/>
                      <a:pt x="38" y="13"/>
                    </a:cubicBezTo>
                    <a:cubicBezTo>
                      <a:pt x="38" y="16"/>
                      <a:pt x="38" y="17"/>
                      <a:pt x="38" y="18"/>
                    </a:cubicBezTo>
                    <a:cubicBezTo>
                      <a:pt x="39" y="20"/>
                      <a:pt x="38" y="21"/>
                      <a:pt x="38" y="21"/>
                    </a:cubicBezTo>
                    <a:cubicBezTo>
                      <a:pt x="37" y="21"/>
                      <a:pt x="30" y="21"/>
                      <a:pt x="30" y="21"/>
                    </a:cubicBezTo>
                    <a:cubicBezTo>
                      <a:pt x="30" y="21"/>
                      <a:pt x="29" y="20"/>
                      <a:pt x="29" y="19"/>
                    </a:cubicBezTo>
                    <a:cubicBezTo>
                      <a:pt x="25" y="19"/>
                      <a:pt x="25" y="19"/>
                      <a:pt x="25" y="19"/>
                    </a:cubicBezTo>
                    <a:cubicBezTo>
                      <a:pt x="25" y="23"/>
                      <a:pt x="25" y="23"/>
                      <a:pt x="25" y="23"/>
                    </a:cubicBezTo>
                    <a:cubicBezTo>
                      <a:pt x="26" y="24"/>
                      <a:pt x="26" y="24"/>
                      <a:pt x="26" y="24"/>
                    </a:cubicBezTo>
                    <a:cubicBezTo>
                      <a:pt x="27" y="29"/>
                      <a:pt x="27" y="29"/>
                      <a:pt x="27" y="29"/>
                    </a:cubicBezTo>
                    <a:cubicBezTo>
                      <a:pt x="27" y="29"/>
                      <a:pt x="24" y="31"/>
                      <a:pt x="22" y="31"/>
                    </a:cubicBezTo>
                    <a:cubicBezTo>
                      <a:pt x="19" y="31"/>
                      <a:pt x="13" y="26"/>
                      <a:pt x="13" y="26"/>
                    </a:cubicBezTo>
                    <a:cubicBezTo>
                      <a:pt x="13" y="26"/>
                      <a:pt x="14" y="33"/>
                      <a:pt x="13" y="35"/>
                    </a:cubicBezTo>
                    <a:cubicBezTo>
                      <a:pt x="13" y="37"/>
                      <a:pt x="10" y="37"/>
                      <a:pt x="7" y="37"/>
                    </a:cubicBezTo>
                    <a:cubicBezTo>
                      <a:pt x="4" y="37"/>
                      <a:pt x="0" y="35"/>
                      <a:pt x="0" y="34"/>
                    </a:cubicBezTo>
                    <a:cubicBezTo>
                      <a:pt x="0" y="34"/>
                      <a:pt x="3" y="40"/>
                      <a:pt x="5" y="42"/>
                    </a:cubicBezTo>
                    <a:cubicBezTo>
                      <a:pt x="7" y="44"/>
                      <a:pt x="10" y="43"/>
                      <a:pt x="10" y="43"/>
                    </a:cubicBez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80" name="íṡļïdê"/>
              <p:cNvSpPr/>
              <p:nvPr/>
            </p:nvSpPr>
            <p:spPr bwMode="auto">
              <a:xfrm>
                <a:off x="3614738" y="3370263"/>
                <a:ext cx="596900" cy="241300"/>
              </a:xfrm>
              <a:custGeom>
                <a:avLst/>
                <a:gdLst>
                  <a:gd name="T0" fmla="*/ 58 w 181"/>
                  <a:gd name="T1" fmla="*/ 72 h 72"/>
                  <a:gd name="T2" fmla="*/ 8 w 181"/>
                  <a:gd name="T3" fmla="*/ 72 h 72"/>
                  <a:gd name="T4" fmla="*/ 3 w 181"/>
                  <a:gd name="T5" fmla="*/ 63 h 72"/>
                  <a:gd name="T6" fmla="*/ 6 w 181"/>
                  <a:gd name="T7" fmla="*/ 63 h 72"/>
                  <a:gd name="T8" fmla="*/ 11 w 181"/>
                  <a:gd name="T9" fmla="*/ 55 h 72"/>
                  <a:gd name="T10" fmla="*/ 14 w 181"/>
                  <a:gd name="T11" fmla="*/ 55 h 72"/>
                  <a:gd name="T12" fmla="*/ 14 w 181"/>
                  <a:gd name="T13" fmla="*/ 29 h 72"/>
                  <a:gd name="T14" fmla="*/ 0 w 181"/>
                  <a:gd name="T15" fmla="*/ 4 h 72"/>
                  <a:gd name="T16" fmla="*/ 30 w 181"/>
                  <a:gd name="T17" fmla="*/ 0 h 72"/>
                  <a:gd name="T18" fmla="*/ 58 w 181"/>
                  <a:gd name="T19" fmla="*/ 8 h 72"/>
                  <a:gd name="T20" fmla="*/ 51 w 181"/>
                  <a:gd name="T21" fmla="*/ 25 h 72"/>
                  <a:gd name="T22" fmla="*/ 131 w 181"/>
                  <a:gd name="T23" fmla="*/ 25 h 72"/>
                  <a:gd name="T24" fmla="*/ 122 w 181"/>
                  <a:gd name="T25" fmla="*/ 8 h 72"/>
                  <a:gd name="T26" fmla="*/ 150 w 181"/>
                  <a:gd name="T27" fmla="*/ 0 h 72"/>
                  <a:gd name="T28" fmla="*/ 181 w 181"/>
                  <a:gd name="T29" fmla="*/ 5 h 72"/>
                  <a:gd name="T30" fmla="*/ 166 w 181"/>
                  <a:gd name="T31" fmla="*/ 28 h 72"/>
                  <a:gd name="T32" fmla="*/ 166 w 181"/>
                  <a:gd name="T33" fmla="*/ 55 h 72"/>
                  <a:gd name="T34" fmla="*/ 171 w 181"/>
                  <a:gd name="T35" fmla="*/ 55 h 72"/>
                  <a:gd name="T36" fmla="*/ 178 w 181"/>
                  <a:gd name="T37" fmla="*/ 65 h 72"/>
                  <a:gd name="T38" fmla="*/ 174 w 181"/>
                  <a:gd name="T39" fmla="*/ 72 h 72"/>
                  <a:gd name="T40" fmla="*/ 58 w 181"/>
                  <a:gd name="T41" fmla="*/ 72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1" h="72">
                    <a:moveTo>
                      <a:pt x="58" y="72"/>
                    </a:moveTo>
                    <a:cubicBezTo>
                      <a:pt x="8" y="72"/>
                      <a:pt x="8" y="72"/>
                      <a:pt x="8" y="72"/>
                    </a:cubicBezTo>
                    <a:cubicBezTo>
                      <a:pt x="3" y="63"/>
                      <a:pt x="3" y="63"/>
                      <a:pt x="3" y="63"/>
                    </a:cubicBezTo>
                    <a:cubicBezTo>
                      <a:pt x="6" y="63"/>
                      <a:pt x="6" y="63"/>
                      <a:pt x="6" y="63"/>
                    </a:cubicBezTo>
                    <a:cubicBezTo>
                      <a:pt x="7" y="61"/>
                      <a:pt x="10" y="57"/>
                      <a:pt x="11" y="55"/>
                    </a:cubicBezTo>
                    <a:cubicBezTo>
                      <a:pt x="12" y="55"/>
                      <a:pt x="13" y="55"/>
                      <a:pt x="14" y="55"/>
                    </a:cubicBezTo>
                    <a:cubicBezTo>
                      <a:pt x="14" y="45"/>
                      <a:pt x="14" y="39"/>
                      <a:pt x="14" y="29"/>
                    </a:cubicBezTo>
                    <a:cubicBezTo>
                      <a:pt x="6" y="25"/>
                      <a:pt x="0" y="19"/>
                      <a:pt x="0" y="4"/>
                    </a:cubicBezTo>
                    <a:cubicBezTo>
                      <a:pt x="13" y="19"/>
                      <a:pt x="25" y="20"/>
                      <a:pt x="30" y="0"/>
                    </a:cubicBezTo>
                    <a:cubicBezTo>
                      <a:pt x="40" y="22"/>
                      <a:pt x="50" y="16"/>
                      <a:pt x="58" y="8"/>
                    </a:cubicBezTo>
                    <a:cubicBezTo>
                      <a:pt x="59" y="17"/>
                      <a:pt x="51" y="24"/>
                      <a:pt x="51" y="25"/>
                    </a:cubicBezTo>
                    <a:cubicBezTo>
                      <a:pt x="131" y="25"/>
                      <a:pt x="131" y="25"/>
                      <a:pt x="131" y="25"/>
                    </a:cubicBezTo>
                    <a:cubicBezTo>
                      <a:pt x="128" y="21"/>
                      <a:pt x="123" y="15"/>
                      <a:pt x="122" y="8"/>
                    </a:cubicBezTo>
                    <a:cubicBezTo>
                      <a:pt x="131" y="18"/>
                      <a:pt x="141" y="23"/>
                      <a:pt x="150" y="0"/>
                    </a:cubicBezTo>
                    <a:cubicBezTo>
                      <a:pt x="160" y="23"/>
                      <a:pt x="169" y="16"/>
                      <a:pt x="181" y="5"/>
                    </a:cubicBezTo>
                    <a:cubicBezTo>
                      <a:pt x="178" y="23"/>
                      <a:pt x="174" y="23"/>
                      <a:pt x="166" y="28"/>
                    </a:cubicBezTo>
                    <a:cubicBezTo>
                      <a:pt x="166" y="38"/>
                      <a:pt x="166" y="45"/>
                      <a:pt x="166" y="55"/>
                    </a:cubicBezTo>
                    <a:cubicBezTo>
                      <a:pt x="168" y="55"/>
                      <a:pt x="169" y="55"/>
                      <a:pt x="171" y="55"/>
                    </a:cubicBezTo>
                    <a:cubicBezTo>
                      <a:pt x="178" y="65"/>
                      <a:pt x="178" y="65"/>
                      <a:pt x="178" y="65"/>
                    </a:cubicBezTo>
                    <a:cubicBezTo>
                      <a:pt x="174" y="72"/>
                      <a:pt x="174" y="72"/>
                      <a:pt x="174" y="72"/>
                    </a:cubicBezTo>
                    <a:lnTo>
                      <a:pt x="58" y="72"/>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81" name="iş1ïďe"/>
              <p:cNvSpPr/>
              <p:nvPr/>
            </p:nvSpPr>
            <p:spPr bwMode="auto">
              <a:xfrm>
                <a:off x="3624263" y="3381375"/>
                <a:ext cx="577850" cy="200025"/>
              </a:xfrm>
              <a:custGeom>
                <a:avLst/>
                <a:gdLst>
                  <a:gd name="T0" fmla="*/ 130 w 175"/>
                  <a:gd name="T1" fmla="*/ 51 h 60"/>
                  <a:gd name="T2" fmla="*/ 130 w 175"/>
                  <a:gd name="T3" fmla="*/ 50 h 60"/>
                  <a:gd name="T4" fmla="*/ 48 w 175"/>
                  <a:gd name="T5" fmla="*/ 50 h 60"/>
                  <a:gd name="T6" fmla="*/ 48 w 175"/>
                  <a:gd name="T7" fmla="*/ 51 h 60"/>
                  <a:gd name="T8" fmla="*/ 52 w 175"/>
                  <a:gd name="T9" fmla="*/ 51 h 60"/>
                  <a:gd name="T10" fmla="*/ 48 w 175"/>
                  <a:gd name="T11" fmla="*/ 60 h 60"/>
                  <a:gd name="T12" fmla="*/ 7 w 175"/>
                  <a:gd name="T13" fmla="*/ 60 h 60"/>
                  <a:gd name="T14" fmla="*/ 10 w 175"/>
                  <a:gd name="T15" fmla="*/ 54 h 60"/>
                  <a:gd name="T16" fmla="*/ 14 w 175"/>
                  <a:gd name="T17" fmla="*/ 54 h 60"/>
                  <a:gd name="T18" fmla="*/ 13 w 175"/>
                  <a:gd name="T19" fmla="*/ 25 h 60"/>
                  <a:gd name="T20" fmla="*/ 0 w 175"/>
                  <a:gd name="T21" fmla="*/ 7 h 60"/>
                  <a:gd name="T22" fmla="*/ 28 w 175"/>
                  <a:gd name="T23" fmla="*/ 0 h 60"/>
                  <a:gd name="T24" fmla="*/ 55 w 175"/>
                  <a:gd name="T25" fmla="*/ 7 h 60"/>
                  <a:gd name="T26" fmla="*/ 48 w 175"/>
                  <a:gd name="T27" fmla="*/ 22 h 60"/>
                  <a:gd name="T28" fmla="*/ 127 w 175"/>
                  <a:gd name="T29" fmla="*/ 22 h 60"/>
                  <a:gd name="T30" fmla="*/ 119 w 175"/>
                  <a:gd name="T31" fmla="*/ 7 h 60"/>
                  <a:gd name="T32" fmla="*/ 147 w 175"/>
                  <a:gd name="T33" fmla="*/ 0 h 60"/>
                  <a:gd name="T34" fmla="*/ 175 w 175"/>
                  <a:gd name="T35" fmla="*/ 7 h 60"/>
                  <a:gd name="T36" fmla="*/ 161 w 175"/>
                  <a:gd name="T37" fmla="*/ 24 h 60"/>
                  <a:gd name="T38" fmla="*/ 161 w 175"/>
                  <a:gd name="T39" fmla="*/ 53 h 60"/>
                  <a:gd name="T40" fmla="*/ 165 w 175"/>
                  <a:gd name="T41" fmla="*/ 53 h 60"/>
                  <a:gd name="T42" fmla="*/ 169 w 175"/>
                  <a:gd name="T43" fmla="*/ 60 h 60"/>
                  <a:gd name="T44" fmla="*/ 128 w 175"/>
                  <a:gd name="T45" fmla="*/ 60 h 60"/>
                  <a:gd name="T46" fmla="*/ 124 w 175"/>
                  <a:gd name="T47" fmla="*/ 51 h 60"/>
                  <a:gd name="T48" fmla="*/ 130 w 175"/>
                  <a:gd name="T49" fmla="*/ 51 h 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75" h="60">
                    <a:moveTo>
                      <a:pt x="130" y="51"/>
                    </a:moveTo>
                    <a:cubicBezTo>
                      <a:pt x="130" y="50"/>
                      <a:pt x="130" y="50"/>
                      <a:pt x="130" y="50"/>
                    </a:cubicBezTo>
                    <a:cubicBezTo>
                      <a:pt x="48" y="50"/>
                      <a:pt x="48" y="50"/>
                      <a:pt x="48" y="50"/>
                    </a:cubicBezTo>
                    <a:cubicBezTo>
                      <a:pt x="48" y="51"/>
                      <a:pt x="48" y="51"/>
                      <a:pt x="48" y="51"/>
                    </a:cubicBezTo>
                    <a:cubicBezTo>
                      <a:pt x="52" y="51"/>
                      <a:pt x="52" y="51"/>
                      <a:pt x="52" y="51"/>
                    </a:cubicBezTo>
                    <a:cubicBezTo>
                      <a:pt x="48" y="60"/>
                      <a:pt x="48" y="60"/>
                      <a:pt x="48" y="60"/>
                    </a:cubicBezTo>
                    <a:cubicBezTo>
                      <a:pt x="34" y="60"/>
                      <a:pt x="20" y="60"/>
                      <a:pt x="7" y="60"/>
                    </a:cubicBezTo>
                    <a:cubicBezTo>
                      <a:pt x="8" y="58"/>
                      <a:pt x="9" y="56"/>
                      <a:pt x="10" y="54"/>
                    </a:cubicBezTo>
                    <a:cubicBezTo>
                      <a:pt x="11" y="54"/>
                      <a:pt x="12" y="54"/>
                      <a:pt x="14" y="54"/>
                    </a:cubicBezTo>
                    <a:cubicBezTo>
                      <a:pt x="14" y="44"/>
                      <a:pt x="13" y="34"/>
                      <a:pt x="13" y="25"/>
                    </a:cubicBezTo>
                    <a:cubicBezTo>
                      <a:pt x="5" y="20"/>
                      <a:pt x="1" y="14"/>
                      <a:pt x="0" y="7"/>
                    </a:cubicBezTo>
                    <a:cubicBezTo>
                      <a:pt x="12" y="18"/>
                      <a:pt x="22" y="17"/>
                      <a:pt x="28" y="0"/>
                    </a:cubicBezTo>
                    <a:cubicBezTo>
                      <a:pt x="37" y="22"/>
                      <a:pt x="47" y="15"/>
                      <a:pt x="55" y="7"/>
                    </a:cubicBezTo>
                    <a:cubicBezTo>
                      <a:pt x="55" y="14"/>
                      <a:pt x="50" y="17"/>
                      <a:pt x="48" y="22"/>
                    </a:cubicBezTo>
                    <a:cubicBezTo>
                      <a:pt x="127" y="22"/>
                      <a:pt x="127" y="22"/>
                      <a:pt x="127" y="22"/>
                    </a:cubicBezTo>
                    <a:cubicBezTo>
                      <a:pt x="125" y="18"/>
                      <a:pt x="120" y="14"/>
                      <a:pt x="119" y="7"/>
                    </a:cubicBezTo>
                    <a:cubicBezTo>
                      <a:pt x="127" y="15"/>
                      <a:pt x="137" y="22"/>
                      <a:pt x="147" y="0"/>
                    </a:cubicBezTo>
                    <a:cubicBezTo>
                      <a:pt x="153" y="17"/>
                      <a:pt x="163" y="18"/>
                      <a:pt x="175" y="7"/>
                    </a:cubicBezTo>
                    <a:cubicBezTo>
                      <a:pt x="173" y="14"/>
                      <a:pt x="169" y="19"/>
                      <a:pt x="161" y="24"/>
                    </a:cubicBezTo>
                    <a:cubicBezTo>
                      <a:pt x="161" y="34"/>
                      <a:pt x="161" y="44"/>
                      <a:pt x="161" y="53"/>
                    </a:cubicBezTo>
                    <a:cubicBezTo>
                      <a:pt x="162" y="53"/>
                      <a:pt x="164" y="53"/>
                      <a:pt x="165" y="53"/>
                    </a:cubicBezTo>
                    <a:cubicBezTo>
                      <a:pt x="166" y="55"/>
                      <a:pt x="167" y="58"/>
                      <a:pt x="169" y="60"/>
                    </a:cubicBezTo>
                    <a:cubicBezTo>
                      <a:pt x="155" y="60"/>
                      <a:pt x="142" y="60"/>
                      <a:pt x="128" y="60"/>
                    </a:cubicBezTo>
                    <a:cubicBezTo>
                      <a:pt x="124" y="51"/>
                      <a:pt x="124" y="51"/>
                      <a:pt x="124" y="51"/>
                    </a:cubicBezTo>
                    <a:lnTo>
                      <a:pt x="130" y="51"/>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82" name="ïṩḷíḍé"/>
              <p:cNvSpPr/>
              <p:nvPr/>
            </p:nvSpPr>
            <p:spPr bwMode="auto">
              <a:xfrm>
                <a:off x="4065588"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3" name="ïśľíḍè"/>
              <p:cNvSpPr/>
              <p:nvPr/>
            </p:nvSpPr>
            <p:spPr bwMode="auto">
              <a:xfrm>
                <a:off x="3740151"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4" name="í$ḻîḋè"/>
              <p:cNvSpPr/>
              <p:nvPr/>
            </p:nvSpPr>
            <p:spPr bwMode="auto">
              <a:xfrm>
                <a:off x="4125913"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5" name="iṣļíḋe"/>
              <p:cNvSpPr/>
              <p:nvPr/>
            </p:nvSpPr>
            <p:spPr bwMode="auto">
              <a:xfrm>
                <a:off x="3709988" y="3490913"/>
                <a:ext cx="15875"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6" name="iṩḷiḓé"/>
              <p:cNvSpPr/>
              <p:nvPr/>
            </p:nvSpPr>
            <p:spPr bwMode="auto">
              <a:xfrm>
                <a:off x="4095751"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7" name="iSľiḍè"/>
              <p:cNvSpPr/>
              <p:nvPr/>
            </p:nvSpPr>
            <p:spPr bwMode="auto">
              <a:xfrm>
                <a:off x="3663951" y="3460750"/>
                <a:ext cx="495300" cy="317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8" name="ïṩḷîḍe"/>
              <p:cNvSpPr/>
              <p:nvPr/>
            </p:nvSpPr>
            <p:spPr bwMode="auto">
              <a:xfrm>
                <a:off x="3663951" y="3473450"/>
                <a:ext cx="115888"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89" name="íšḻiḑê"/>
              <p:cNvSpPr/>
              <p:nvPr/>
            </p:nvSpPr>
            <p:spPr bwMode="auto">
              <a:xfrm>
                <a:off x="3789363" y="3473450"/>
                <a:ext cx="428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0" name="ïṩļïďè"/>
              <p:cNvSpPr/>
              <p:nvPr/>
            </p:nvSpPr>
            <p:spPr bwMode="auto">
              <a:xfrm>
                <a:off x="3851276" y="3473450"/>
                <a:ext cx="57150"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1" name="îṥlïḋê"/>
              <p:cNvSpPr/>
              <p:nvPr/>
            </p:nvSpPr>
            <p:spPr bwMode="auto">
              <a:xfrm>
                <a:off x="3917951" y="3473450"/>
                <a:ext cx="555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2" name="îṧľïdè"/>
              <p:cNvSpPr/>
              <p:nvPr/>
            </p:nvSpPr>
            <p:spPr bwMode="auto">
              <a:xfrm>
                <a:off x="3994151" y="3473450"/>
                <a:ext cx="4286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3" name="iSḷîḓê"/>
              <p:cNvSpPr/>
              <p:nvPr/>
            </p:nvSpPr>
            <p:spPr bwMode="auto">
              <a:xfrm>
                <a:off x="4046538" y="3473450"/>
                <a:ext cx="112713"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4" name="îślíďè"/>
              <p:cNvSpPr/>
              <p:nvPr/>
            </p:nvSpPr>
            <p:spPr bwMode="auto">
              <a:xfrm>
                <a:off x="3979863" y="3473450"/>
                <a:ext cx="7938"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5" name="iSḻïḍè"/>
              <p:cNvSpPr/>
              <p:nvPr/>
            </p:nvSpPr>
            <p:spPr bwMode="auto">
              <a:xfrm>
                <a:off x="3838576" y="3473450"/>
                <a:ext cx="6350" cy="476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96" name="ïṡliḑê"/>
              <p:cNvSpPr/>
              <p:nvPr/>
            </p:nvSpPr>
            <p:spPr bwMode="auto">
              <a:xfrm>
                <a:off x="3851276" y="3384550"/>
                <a:ext cx="26988"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97" name="islïďé"/>
              <p:cNvSpPr/>
              <p:nvPr/>
            </p:nvSpPr>
            <p:spPr bwMode="auto">
              <a:xfrm>
                <a:off x="3817938" y="3384550"/>
                <a:ext cx="26988" cy="15875"/>
              </a:xfrm>
              <a:custGeom>
                <a:avLst/>
                <a:gdLst>
                  <a:gd name="T0" fmla="*/ 7 w 8"/>
                  <a:gd name="T1" fmla="*/ 0 h 5"/>
                  <a:gd name="T2" fmla="*/ 8 w 8"/>
                  <a:gd name="T3" fmla="*/ 2 h 5"/>
                  <a:gd name="T4" fmla="*/ 1 w 8"/>
                  <a:gd name="T5" fmla="*/ 5 h 5"/>
                  <a:gd name="T6" fmla="*/ 7 w 8"/>
                  <a:gd name="T7" fmla="*/ 0 h 5"/>
                  <a:gd name="T8" fmla="*/ 7 w 8"/>
                  <a:gd name="T9" fmla="*/ 0 h 5"/>
                  <a:gd name="T10" fmla="*/ 7 w 8"/>
                  <a:gd name="T11" fmla="*/ 0 h 5"/>
                </a:gdLst>
                <a:ahLst/>
                <a:cxnLst>
                  <a:cxn ang="0">
                    <a:pos x="T0" y="T1"/>
                  </a:cxn>
                  <a:cxn ang="0">
                    <a:pos x="T2" y="T3"/>
                  </a:cxn>
                  <a:cxn ang="0">
                    <a:pos x="T4" y="T5"/>
                  </a:cxn>
                  <a:cxn ang="0">
                    <a:pos x="T6" y="T7"/>
                  </a:cxn>
                  <a:cxn ang="0">
                    <a:pos x="T8" y="T9"/>
                  </a:cxn>
                  <a:cxn ang="0">
                    <a:pos x="T10" y="T11"/>
                  </a:cxn>
                </a:cxnLst>
                <a:rect l="0" t="0" r="r" b="b"/>
                <a:pathLst>
                  <a:path w="8" h="5">
                    <a:moveTo>
                      <a:pt x="7" y="0"/>
                    </a:moveTo>
                    <a:cubicBezTo>
                      <a:pt x="8" y="2"/>
                      <a:pt x="8" y="2"/>
                      <a:pt x="8" y="2"/>
                    </a:cubicBezTo>
                    <a:cubicBezTo>
                      <a:pt x="1" y="5"/>
                      <a:pt x="1" y="5"/>
                      <a:pt x="1" y="5"/>
                    </a:cubicBezTo>
                    <a:cubicBezTo>
                      <a:pt x="1" y="5"/>
                      <a:pt x="0" y="2"/>
                      <a:pt x="7" y="0"/>
                    </a:cubicBezTo>
                    <a:close/>
                    <a:moveTo>
                      <a:pt x="7" y="0"/>
                    </a:moveTo>
                    <a:cubicBezTo>
                      <a:pt x="7" y="0"/>
                      <a:pt x="7" y="0"/>
                      <a:pt x="7"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98" name="îṥḷîdé"/>
              <p:cNvSpPr/>
              <p:nvPr/>
            </p:nvSpPr>
            <p:spPr bwMode="auto">
              <a:xfrm>
                <a:off x="3983038" y="3384550"/>
                <a:ext cx="26988" cy="15875"/>
              </a:xfrm>
              <a:custGeom>
                <a:avLst/>
                <a:gdLst>
                  <a:gd name="T0" fmla="*/ 1 w 8"/>
                  <a:gd name="T1" fmla="*/ 0 h 5"/>
                  <a:gd name="T2" fmla="*/ 0 w 8"/>
                  <a:gd name="T3" fmla="*/ 2 h 5"/>
                  <a:gd name="T4" fmla="*/ 7 w 8"/>
                  <a:gd name="T5" fmla="*/ 5 h 5"/>
                  <a:gd name="T6" fmla="*/ 1 w 8"/>
                  <a:gd name="T7" fmla="*/ 0 h 5"/>
                  <a:gd name="T8" fmla="*/ 1 w 8"/>
                  <a:gd name="T9" fmla="*/ 0 h 5"/>
                  <a:gd name="T10" fmla="*/ 1 w 8"/>
                  <a:gd name="T11" fmla="*/ 0 h 5"/>
                </a:gdLst>
                <a:ahLst/>
                <a:cxnLst>
                  <a:cxn ang="0">
                    <a:pos x="T0" y="T1"/>
                  </a:cxn>
                  <a:cxn ang="0">
                    <a:pos x="T2" y="T3"/>
                  </a:cxn>
                  <a:cxn ang="0">
                    <a:pos x="T4" y="T5"/>
                  </a:cxn>
                  <a:cxn ang="0">
                    <a:pos x="T6" y="T7"/>
                  </a:cxn>
                  <a:cxn ang="0">
                    <a:pos x="T8" y="T9"/>
                  </a:cxn>
                  <a:cxn ang="0">
                    <a:pos x="T10" y="T11"/>
                  </a:cxn>
                </a:cxnLst>
                <a:rect l="0" t="0" r="r" b="b"/>
                <a:pathLst>
                  <a:path w="8" h="5">
                    <a:moveTo>
                      <a:pt x="1" y="0"/>
                    </a:moveTo>
                    <a:cubicBezTo>
                      <a:pt x="0" y="2"/>
                      <a:pt x="0" y="2"/>
                      <a:pt x="0" y="2"/>
                    </a:cubicBezTo>
                    <a:cubicBezTo>
                      <a:pt x="7" y="5"/>
                      <a:pt x="7" y="5"/>
                      <a:pt x="7" y="5"/>
                    </a:cubicBezTo>
                    <a:cubicBezTo>
                      <a:pt x="7" y="5"/>
                      <a:pt x="8" y="2"/>
                      <a:pt x="1" y="0"/>
                    </a:cubicBezTo>
                    <a:close/>
                    <a:moveTo>
                      <a:pt x="1" y="0"/>
                    </a:moveTo>
                    <a:cubicBezTo>
                      <a:pt x="1" y="0"/>
                      <a:pt x="1" y="0"/>
                      <a:pt x="1"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99" name="isḷîḋé"/>
              <p:cNvSpPr/>
              <p:nvPr/>
            </p:nvSpPr>
            <p:spPr bwMode="auto">
              <a:xfrm>
                <a:off x="3884613" y="3384550"/>
                <a:ext cx="26988"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0" name="iśḷïḑè"/>
              <p:cNvSpPr/>
              <p:nvPr/>
            </p:nvSpPr>
            <p:spPr bwMode="auto">
              <a:xfrm>
                <a:off x="3917951" y="3384550"/>
                <a:ext cx="25400"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1" name="iṧľiďé"/>
              <p:cNvSpPr/>
              <p:nvPr/>
            </p:nvSpPr>
            <p:spPr bwMode="auto">
              <a:xfrm>
                <a:off x="3951288" y="3384550"/>
                <a:ext cx="25400" cy="6350"/>
              </a:xfrm>
              <a:custGeom>
                <a:avLst/>
                <a:gdLst>
                  <a:gd name="T0" fmla="*/ 8 w 8"/>
                  <a:gd name="T1" fmla="*/ 0 h 2"/>
                  <a:gd name="T2" fmla="*/ 8 w 8"/>
                  <a:gd name="T3" fmla="*/ 2 h 2"/>
                  <a:gd name="T4" fmla="*/ 0 w 8"/>
                  <a:gd name="T5" fmla="*/ 2 h 2"/>
                  <a:gd name="T6" fmla="*/ 8 w 8"/>
                  <a:gd name="T7" fmla="*/ 0 h 2"/>
                  <a:gd name="T8" fmla="*/ 8 w 8"/>
                  <a:gd name="T9" fmla="*/ 0 h 2"/>
                  <a:gd name="T10" fmla="*/ 8 w 8"/>
                  <a:gd name="T11" fmla="*/ 0 h 2"/>
                </a:gdLst>
                <a:ahLst/>
                <a:cxnLst>
                  <a:cxn ang="0">
                    <a:pos x="T0" y="T1"/>
                  </a:cxn>
                  <a:cxn ang="0">
                    <a:pos x="T2" y="T3"/>
                  </a:cxn>
                  <a:cxn ang="0">
                    <a:pos x="T4" y="T5"/>
                  </a:cxn>
                  <a:cxn ang="0">
                    <a:pos x="T6" y="T7"/>
                  </a:cxn>
                  <a:cxn ang="0">
                    <a:pos x="T8" y="T9"/>
                  </a:cxn>
                  <a:cxn ang="0">
                    <a:pos x="T10" y="T11"/>
                  </a:cxn>
                </a:cxnLst>
                <a:rect l="0" t="0" r="r" b="b"/>
                <a:pathLst>
                  <a:path w="8" h="2">
                    <a:moveTo>
                      <a:pt x="8" y="0"/>
                    </a:moveTo>
                    <a:cubicBezTo>
                      <a:pt x="8" y="2"/>
                      <a:pt x="8" y="2"/>
                      <a:pt x="8" y="2"/>
                    </a:cubicBezTo>
                    <a:cubicBezTo>
                      <a:pt x="0" y="2"/>
                      <a:pt x="0" y="2"/>
                      <a:pt x="0" y="2"/>
                    </a:cubicBezTo>
                    <a:cubicBezTo>
                      <a:pt x="0" y="2"/>
                      <a:pt x="0" y="0"/>
                      <a:pt x="8" y="0"/>
                    </a:cubicBezTo>
                    <a:close/>
                    <a:moveTo>
                      <a:pt x="8" y="0"/>
                    </a:moveTo>
                    <a:cubicBezTo>
                      <a:pt x="8" y="0"/>
                      <a:pt x="8" y="0"/>
                      <a:pt x="8" y="0"/>
                    </a:cubicBezTo>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2" name="išľïḍé"/>
              <p:cNvSpPr/>
              <p:nvPr/>
            </p:nvSpPr>
            <p:spPr bwMode="auto">
              <a:xfrm>
                <a:off x="3771901" y="3484563"/>
                <a:ext cx="7938"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3" name="îŝlîḑè"/>
              <p:cNvSpPr/>
              <p:nvPr/>
            </p:nvSpPr>
            <p:spPr bwMode="auto">
              <a:xfrm>
                <a:off x="3786188" y="3484563"/>
                <a:ext cx="46038" cy="60325"/>
              </a:xfrm>
              <a:custGeom>
                <a:avLst/>
                <a:gdLst>
                  <a:gd name="T0" fmla="*/ 8 w 29"/>
                  <a:gd name="T1" fmla="*/ 0 h 38"/>
                  <a:gd name="T2" fmla="*/ 20 w 29"/>
                  <a:gd name="T3" fmla="*/ 0 h 38"/>
                  <a:gd name="T4" fmla="*/ 29 w 29"/>
                  <a:gd name="T5" fmla="*/ 8 h 38"/>
                  <a:gd name="T6" fmla="*/ 29 w 29"/>
                  <a:gd name="T7" fmla="*/ 38 h 38"/>
                  <a:gd name="T8" fmla="*/ 0 w 29"/>
                  <a:gd name="T9" fmla="*/ 38 h 38"/>
                  <a:gd name="T10" fmla="*/ 0 w 29"/>
                  <a:gd name="T11" fmla="*/ 8 h 38"/>
                  <a:gd name="T12" fmla="*/ 8 w 29"/>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29" h="38">
                    <a:moveTo>
                      <a:pt x="8" y="0"/>
                    </a:moveTo>
                    <a:lnTo>
                      <a:pt x="20" y="0"/>
                    </a:lnTo>
                    <a:lnTo>
                      <a:pt x="29" y="8"/>
                    </a:lnTo>
                    <a:lnTo>
                      <a:pt x="29" y="38"/>
                    </a:lnTo>
                    <a:lnTo>
                      <a:pt x="0" y="38"/>
                    </a:lnTo>
                    <a:lnTo>
                      <a:pt x="0" y="8"/>
                    </a:lnTo>
                    <a:lnTo>
                      <a:pt x="8"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4" name="îṩḻíḓe"/>
              <p:cNvSpPr/>
              <p:nvPr/>
            </p:nvSpPr>
            <p:spPr bwMode="auto">
              <a:xfrm>
                <a:off x="3994151" y="3484563"/>
                <a:ext cx="46038" cy="60325"/>
              </a:xfrm>
              <a:custGeom>
                <a:avLst/>
                <a:gdLst>
                  <a:gd name="T0" fmla="*/ 8 w 29"/>
                  <a:gd name="T1" fmla="*/ 0 h 38"/>
                  <a:gd name="T2" fmla="*/ 18 w 29"/>
                  <a:gd name="T3" fmla="*/ 0 h 38"/>
                  <a:gd name="T4" fmla="*/ 29 w 29"/>
                  <a:gd name="T5" fmla="*/ 8 h 38"/>
                  <a:gd name="T6" fmla="*/ 29 w 29"/>
                  <a:gd name="T7" fmla="*/ 38 h 38"/>
                  <a:gd name="T8" fmla="*/ 0 w 29"/>
                  <a:gd name="T9" fmla="*/ 38 h 38"/>
                  <a:gd name="T10" fmla="*/ 0 w 29"/>
                  <a:gd name="T11" fmla="*/ 8 h 38"/>
                  <a:gd name="T12" fmla="*/ 8 w 29"/>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29" h="38">
                    <a:moveTo>
                      <a:pt x="8" y="0"/>
                    </a:moveTo>
                    <a:lnTo>
                      <a:pt x="18" y="0"/>
                    </a:lnTo>
                    <a:lnTo>
                      <a:pt x="29" y="8"/>
                    </a:lnTo>
                    <a:lnTo>
                      <a:pt x="29" y="38"/>
                    </a:lnTo>
                    <a:lnTo>
                      <a:pt x="0" y="38"/>
                    </a:lnTo>
                    <a:lnTo>
                      <a:pt x="0" y="8"/>
                    </a:lnTo>
                    <a:lnTo>
                      <a:pt x="8"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5" name="î$1îdè"/>
              <p:cNvSpPr/>
              <p:nvPr/>
            </p:nvSpPr>
            <p:spPr bwMode="auto">
              <a:xfrm>
                <a:off x="3851276" y="3484563"/>
                <a:ext cx="122238" cy="60325"/>
              </a:xfrm>
              <a:custGeom>
                <a:avLst/>
                <a:gdLst>
                  <a:gd name="T0" fmla="*/ 9 w 77"/>
                  <a:gd name="T1" fmla="*/ 0 h 38"/>
                  <a:gd name="T2" fmla="*/ 69 w 77"/>
                  <a:gd name="T3" fmla="*/ 0 h 38"/>
                  <a:gd name="T4" fmla="*/ 77 w 77"/>
                  <a:gd name="T5" fmla="*/ 8 h 38"/>
                  <a:gd name="T6" fmla="*/ 77 w 77"/>
                  <a:gd name="T7" fmla="*/ 38 h 38"/>
                  <a:gd name="T8" fmla="*/ 0 w 77"/>
                  <a:gd name="T9" fmla="*/ 38 h 38"/>
                  <a:gd name="T10" fmla="*/ 0 w 77"/>
                  <a:gd name="T11" fmla="*/ 8 h 38"/>
                  <a:gd name="T12" fmla="*/ 9 w 77"/>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77" h="38">
                    <a:moveTo>
                      <a:pt x="9" y="0"/>
                    </a:moveTo>
                    <a:lnTo>
                      <a:pt x="69" y="0"/>
                    </a:lnTo>
                    <a:lnTo>
                      <a:pt x="77" y="8"/>
                    </a:lnTo>
                    <a:lnTo>
                      <a:pt x="77" y="38"/>
                    </a:lnTo>
                    <a:lnTo>
                      <a:pt x="0" y="38"/>
                    </a:lnTo>
                    <a:lnTo>
                      <a:pt x="0" y="8"/>
                    </a:lnTo>
                    <a:lnTo>
                      <a:pt x="9"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06" name="iśľïḓe"/>
              <p:cNvSpPr/>
              <p:nvPr/>
            </p:nvSpPr>
            <p:spPr bwMode="auto">
              <a:xfrm>
                <a:off x="4046538" y="3484563"/>
                <a:ext cx="6350"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7" name="iṣļïḑè"/>
              <p:cNvSpPr/>
              <p:nvPr/>
            </p:nvSpPr>
            <p:spPr bwMode="auto">
              <a:xfrm>
                <a:off x="3838576" y="3484563"/>
                <a:ext cx="6350"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8" name="iṡḷidé"/>
              <p:cNvSpPr/>
              <p:nvPr/>
            </p:nvSpPr>
            <p:spPr bwMode="auto">
              <a:xfrm>
                <a:off x="3979863" y="3484563"/>
                <a:ext cx="3175" cy="60325"/>
              </a:xfrm>
              <a:prstGeom prst="rect">
                <a:avLst/>
              </a:prstGeom>
              <a:solidFill>
                <a:srgbClr val="FFFFFF"/>
              </a:solidFill>
              <a:ln w="0" cap="flat">
                <a:solidFill>
                  <a:srgbClr val="FFFFFF"/>
                </a:solidFill>
                <a:prstDash val="solid"/>
                <a:miter lim="800000"/>
              </a:ln>
            </p:spPr>
            <p:txBody>
              <a:bodyPr anchor="ctr"/>
              <a:lstStyle/>
              <a:p>
                <a:pPr algn="ctr"/>
                <a:endParaRPr/>
              </a:p>
            </p:txBody>
          </p:sp>
          <p:sp>
            <p:nvSpPr>
              <p:cNvPr id="309" name="íṡḷíḋe"/>
              <p:cNvSpPr/>
              <p:nvPr/>
            </p:nvSpPr>
            <p:spPr bwMode="auto">
              <a:xfrm>
                <a:off x="3811588" y="3551238"/>
                <a:ext cx="20478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0" name="íŝ1iḑê"/>
              <p:cNvSpPr/>
              <p:nvPr/>
            </p:nvSpPr>
            <p:spPr bwMode="auto">
              <a:xfrm>
                <a:off x="3805238" y="3557588"/>
                <a:ext cx="214313"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1" name="îṩḷiḑe"/>
              <p:cNvSpPr/>
              <p:nvPr/>
            </p:nvSpPr>
            <p:spPr bwMode="auto">
              <a:xfrm>
                <a:off x="3802063" y="3567113"/>
                <a:ext cx="220663" cy="1588"/>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2" name="iṧḻiḑê"/>
              <p:cNvSpPr/>
              <p:nvPr/>
            </p:nvSpPr>
            <p:spPr bwMode="auto">
              <a:xfrm>
                <a:off x="3802063" y="3570288"/>
                <a:ext cx="22383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3" name="ïṣḻîḋè"/>
              <p:cNvSpPr/>
              <p:nvPr/>
            </p:nvSpPr>
            <p:spPr bwMode="auto">
              <a:xfrm>
                <a:off x="3795713" y="3581400"/>
                <a:ext cx="234950"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4" name="îṡ1îḍé"/>
              <p:cNvSpPr/>
              <p:nvPr/>
            </p:nvSpPr>
            <p:spPr bwMode="auto">
              <a:xfrm>
                <a:off x="3633788" y="3587750"/>
                <a:ext cx="560388" cy="6350"/>
              </a:xfrm>
              <a:custGeom>
                <a:avLst/>
                <a:gdLst>
                  <a:gd name="T0" fmla="*/ 0 w 353"/>
                  <a:gd name="T1" fmla="*/ 0 h 4"/>
                  <a:gd name="T2" fmla="*/ 353 w 353"/>
                  <a:gd name="T3" fmla="*/ 0 h 4"/>
                  <a:gd name="T4" fmla="*/ 351 w 353"/>
                  <a:gd name="T5" fmla="*/ 4 h 4"/>
                  <a:gd name="T6" fmla="*/ 2 w 353"/>
                  <a:gd name="T7" fmla="*/ 4 h 4"/>
                  <a:gd name="T8" fmla="*/ 0 w 353"/>
                  <a:gd name="T9" fmla="*/ 0 h 4"/>
                </a:gdLst>
                <a:ahLst/>
                <a:cxnLst>
                  <a:cxn ang="0">
                    <a:pos x="T0" y="T1"/>
                  </a:cxn>
                  <a:cxn ang="0">
                    <a:pos x="T2" y="T3"/>
                  </a:cxn>
                  <a:cxn ang="0">
                    <a:pos x="T4" y="T5"/>
                  </a:cxn>
                  <a:cxn ang="0">
                    <a:pos x="T6" y="T7"/>
                  </a:cxn>
                  <a:cxn ang="0">
                    <a:pos x="T8" y="T9"/>
                  </a:cxn>
                </a:cxnLst>
                <a:rect l="0" t="0" r="r" b="b"/>
                <a:pathLst>
                  <a:path w="353" h="4">
                    <a:moveTo>
                      <a:pt x="0" y="0"/>
                    </a:moveTo>
                    <a:lnTo>
                      <a:pt x="353" y="0"/>
                    </a:lnTo>
                    <a:lnTo>
                      <a:pt x="351" y="4"/>
                    </a:lnTo>
                    <a:lnTo>
                      <a:pt x="2" y="4"/>
                    </a:lnTo>
                    <a:lnTo>
                      <a:pt x="0" y="0"/>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15" name="îš1íḑe"/>
              <p:cNvSpPr/>
              <p:nvPr/>
            </p:nvSpPr>
            <p:spPr bwMode="auto">
              <a:xfrm>
                <a:off x="3640138" y="3600450"/>
                <a:ext cx="547688" cy="6350"/>
              </a:xfrm>
              <a:custGeom>
                <a:avLst/>
                <a:gdLst>
                  <a:gd name="T0" fmla="*/ 0 w 345"/>
                  <a:gd name="T1" fmla="*/ 0 h 4"/>
                  <a:gd name="T2" fmla="*/ 345 w 345"/>
                  <a:gd name="T3" fmla="*/ 0 h 4"/>
                  <a:gd name="T4" fmla="*/ 343 w 345"/>
                  <a:gd name="T5" fmla="*/ 4 h 4"/>
                  <a:gd name="T6" fmla="*/ 2 w 345"/>
                  <a:gd name="T7" fmla="*/ 4 h 4"/>
                  <a:gd name="T8" fmla="*/ 0 w 345"/>
                  <a:gd name="T9" fmla="*/ 0 h 4"/>
                </a:gdLst>
                <a:ahLst/>
                <a:cxnLst>
                  <a:cxn ang="0">
                    <a:pos x="T0" y="T1"/>
                  </a:cxn>
                  <a:cxn ang="0">
                    <a:pos x="T2" y="T3"/>
                  </a:cxn>
                  <a:cxn ang="0">
                    <a:pos x="T4" y="T5"/>
                  </a:cxn>
                  <a:cxn ang="0">
                    <a:pos x="T6" y="T7"/>
                  </a:cxn>
                  <a:cxn ang="0">
                    <a:pos x="T8" y="T9"/>
                  </a:cxn>
                </a:cxnLst>
                <a:rect l="0" t="0" r="r" b="b"/>
                <a:pathLst>
                  <a:path w="345" h="4">
                    <a:moveTo>
                      <a:pt x="0" y="0"/>
                    </a:moveTo>
                    <a:lnTo>
                      <a:pt x="345" y="0"/>
                    </a:lnTo>
                    <a:lnTo>
                      <a:pt x="343" y="4"/>
                    </a:lnTo>
                    <a:lnTo>
                      <a:pt x="2" y="4"/>
                    </a:lnTo>
                    <a:lnTo>
                      <a:pt x="0" y="0"/>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16" name="iš1ïḍe"/>
              <p:cNvSpPr/>
              <p:nvPr/>
            </p:nvSpPr>
            <p:spPr bwMode="auto">
              <a:xfrm>
                <a:off x="3736976" y="3406775"/>
                <a:ext cx="352425" cy="4763"/>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7" name="îSḻîde"/>
              <p:cNvSpPr/>
              <p:nvPr/>
            </p:nvSpPr>
            <p:spPr bwMode="auto">
              <a:xfrm>
                <a:off x="3746501" y="3417888"/>
                <a:ext cx="3333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8" name="î$ḻîḑé"/>
              <p:cNvSpPr/>
              <p:nvPr/>
            </p:nvSpPr>
            <p:spPr bwMode="auto">
              <a:xfrm>
                <a:off x="3805238" y="3417888"/>
                <a:ext cx="211138" cy="1588"/>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19" name="íŝļïḓe"/>
              <p:cNvSpPr/>
              <p:nvPr/>
            </p:nvSpPr>
            <p:spPr bwMode="auto">
              <a:xfrm>
                <a:off x="3811588"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20" name="îS1iḍé"/>
              <p:cNvSpPr/>
              <p:nvPr/>
            </p:nvSpPr>
            <p:spPr bwMode="auto">
              <a:xfrm>
                <a:off x="3802063"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21" name="išlïdé"/>
              <p:cNvSpPr/>
              <p:nvPr/>
            </p:nvSpPr>
            <p:spPr bwMode="auto">
              <a:xfrm>
                <a:off x="3789363" y="3421063"/>
                <a:ext cx="6350"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22" name="ïSlïde"/>
              <p:cNvSpPr/>
              <p:nvPr/>
            </p:nvSpPr>
            <p:spPr bwMode="auto">
              <a:xfrm>
                <a:off x="3822701"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3" name="îşľïďe"/>
              <p:cNvSpPr/>
              <p:nvPr/>
            </p:nvSpPr>
            <p:spPr bwMode="auto">
              <a:xfrm>
                <a:off x="3832226"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4" name="ïşľíďê"/>
              <p:cNvSpPr/>
              <p:nvPr/>
            </p:nvSpPr>
            <p:spPr bwMode="auto">
              <a:xfrm>
                <a:off x="38449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5" name="íś1ïdè"/>
              <p:cNvSpPr/>
              <p:nvPr/>
            </p:nvSpPr>
            <p:spPr bwMode="auto">
              <a:xfrm>
                <a:off x="3854451"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0" y="0"/>
                      <a:pt x="1" y="0"/>
                      <a:pt x="2" y="0"/>
                    </a:cubicBezTo>
                    <a:cubicBezTo>
                      <a:pt x="2" y="3"/>
                      <a:pt x="2" y="6"/>
                      <a:pt x="2"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6" name="iṩḷiḍe"/>
              <p:cNvSpPr/>
              <p:nvPr/>
            </p:nvSpPr>
            <p:spPr bwMode="auto">
              <a:xfrm>
                <a:off x="3865563"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7" name="ïŝ1iďè"/>
              <p:cNvSpPr/>
              <p:nvPr/>
            </p:nvSpPr>
            <p:spPr bwMode="auto">
              <a:xfrm>
                <a:off x="3878263"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8" name="íṩļíḋê"/>
              <p:cNvSpPr/>
              <p:nvPr/>
            </p:nvSpPr>
            <p:spPr bwMode="auto">
              <a:xfrm>
                <a:off x="3887788"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29" name="ïṧ1ïdè"/>
              <p:cNvSpPr/>
              <p:nvPr/>
            </p:nvSpPr>
            <p:spPr bwMode="auto">
              <a:xfrm>
                <a:off x="3897313"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0" name="íŝḻîḍé"/>
              <p:cNvSpPr/>
              <p:nvPr/>
            </p:nvSpPr>
            <p:spPr bwMode="auto">
              <a:xfrm>
                <a:off x="3908426"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1" name="îşḻïḓé"/>
              <p:cNvSpPr/>
              <p:nvPr/>
            </p:nvSpPr>
            <p:spPr bwMode="auto">
              <a:xfrm>
                <a:off x="39211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2" name="íśļíďè"/>
              <p:cNvSpPr/>
              <p:nvPr/>
            </p:nvSpPr>
            <p:spPr bwMode="auto">
              <a:xfrm>
                <a:off x="3930651"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3" name="iŝ1ïdé"/>
              <p:cNvSpPr/>
              <p:nvPr/>
            </p:nvSpPr>
            <p:spPr bwMode="auto">
              <a:xfrm>
                <a:off x="3940176"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4" name="is1ídè"/>
              <p:cNvSpPr/>
              <p:nvPr/>
            </p:nvSpPr>
            <p:spPr bwMode="auto">
              <a:xfrm>
                <a:off x="3951288"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2" y="0"/>
                      <a:pt x="2" y="0"/>
                    </a:cubicBezTo>
                    <a:cubicBezTo>
                      <a:pt x="2" y="3"/>
                      <a:pt x="2" y="6"/>
                      <a:pt x="2" y="9"/>
                    </a:cubicBezTo>
                    <a:cubicBezTo>
                      <a:pt x="2"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5" name="islíďê"/>
              <p:cNvSpPr/>
              <p:nvPr/>
            </p:nvSpPr>
            <p:spPr bwMode="auto">
              <a:xfrm>
                <a:off x="3963988"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6" name="iṩlíḑê"/>
              <p:cNvSpPr/>
              <p:nvPr/>
            </p:nvSpPr>
            <p:spPr bwMode="auto">
              <a:xfrm>
                <a:off x="3973513" y="3421063"/>
                <a:ext cx="6350"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7" name="îṥḷïďê"/>
              <p:cNvSpPr/>
              <p:nvPr/>
            </p:nvSpPr>
            <p:spPr bwMode="auto">
              <a:xfrm>
                <a:off x="3983038" y="3421063"/>
                <a:ext cx="7938" cy="30163"/>
              </a:xfrm>
              <a:custGeom>
                <a:avLst/>
                <a:gdLst>
                  <a:gd name="T0" fmla="*/ 0 w 2"/>
                  <a:gd name="T1" fmla="*/ 0 h 9"/>
                  <a:gd name="T2" fmla="*/ 2 w 2"/>
                  <a:gd name="T3" fmla="*/ 0 h 9"/>
                  <a:gd name="T4" fmla="*/ 2 w 2"/>
                  <a:gd name="T5" fmla="*/ 9 h 9"/>
                  <a:gd name="T6" fmla="*/ 0 w 2"/>
                  <a:gd name="T7" fmla="*/ 9 h 9"/>
                  <a:gd name="T8" fmla="*/ 0 w 2"/>
                  <a:gd name="T9" fmla="*/ 0 h 9"/>
                </a:gdLst>
                <a:ahLst/>
                <a:cxnLst>
                  <a:cxn ang="0">
                    <a:pos x="T0" y="T1"/>
                  </a:cxn>
                  <a:cxn ang="0">
                    <a:pos x="T2" y="T3"/>
                  </a:cxn>
                  <a:cxn ang="0">
                    <a:pos x="T4" y="T5"/>
                  </a:cxn>
                  <a:cxn ang="0">
                    <a:pos x="T6" y="T7"/>
                  </a:cxn>
                  <a:cxn ang="0">
                    <a:pos x="T8" y="T9"/>
                  </a:cxn>
                </a:cxnLst>
                <a:rect l="0" t="0" r="r" b="b"/>
                <a:pathLst>
                  <a:path w="2" h="9">
                    <a:moveTo>
                      <a:pt x="0" y="0"/>
                    </a:moveTo>
                    <a:cubicBezTo>
                      <a:pt x="1" y="0"/>
                      <a:pt x="1" y="0"/>
                      <a:pt x="2" y="0"/>
                    </a:cubicBezTo>
                    <a:cubicBezTo>
                      <a:pt x="2" y="3"/>
                      <a:pt x="2" y="6"/>
                      <a:pt x="2" y="9"/>
                    </a:cubicBezTo>
                    <a:cubicBezTo>
                      <a:pt x="1" y="9"/>
                      <a:pt x="1"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8" name="íṥḻïďè"/>
              <p:cNvSpPr/>
              <p:nvPr/>
            </p:nvSpPr>
            <p:spPr bwMode="auto">
              <a:xfrm>
                <a:off x="3997326" y="3421063"/>
                <a:ext cx="3175" cy="30163"/>
              </a:xfrm>
              <a:custGeom>
                <a:avLst/>
                <a:gdLst>
                  <a:gd name="T0" fmla="*/ 0 w 1"/>
                  <a:gd name="T1" fmla="*/ 0 h 9"/>
                  <a:gd name="T2" fmla="*/ 1 w 1"/>
                  <a:gd name="T3" fmla="*/ 0 h 9"/>
                  <a:gd name="T4" fmla="*/ 1 w 1"/>
                  <a:gd name="T5" fmla="*/ 9 h 9"/>
                  <a:gd name="T6" fmla="*/ 0 w 1"/>
                  <a:gd name="T7" fmla="*/ 9 h 9"/>
                  <a:gd name="T8" fmla="*/ 0 w 1"/>
                  <a:gd name="T9" fmla="*/ 0 h 9"/>
                </a:gdLst>
                <a:ahLst/>
                <a:cxnLst>
                  <a:cxn ang="0">
                    <a:pos x="T0" y="T1"/>
                  </a:cxn>
                  <a:cxn ang="0">
                    <a:pos x="T2" y="T3"/>
                  </a:cxn>
                  <a:cxn ang="0">
                    <a:pos x="T4" y="T5"/>
                  </a:cxn>
                  <a:cxn ang="0">
                    <a:pos x="T6" y="T7"/>
                  </a:cxn>
                  <a:cxn ang="0">
                    <a:pos x="T8" y="T9"/>
                  </a:cxn>
                </a:cxnLst>
                <a:rect l="0" t="0" r="r" b="b"/>
                <a:pathLst>
                  <a:path w="1" h="9">
                    <a:moveTo>
                      <a:pt x="0" y="0"/>
                    </a:moveTo>
                    <a:cubicBezTo>
                      <a:pt x="0" y="0"/>
                      <a:pt x="1" y="0"/>
                      <a:pt x="1" y="0"/>
                    </a:cubicBezTo>
                    <a:cubicBezTo>
                      <a:pt x="1" y="3"/>
                      <a:pt x="1" y="6"/>
                      <a:pt x="1" y="9"/>
                    </a:cubicBezTo>
                    <a:cubicBezTo>
                      <a:pt x="1" y="9"/>
                      <a:pt x="0" y="9"/>
                      <a:pt x="0" y="9"/>
                    </a:cubicBezTo>
                    <a:cubicBezTo>
                      <a:pt x="0" y="6"/>
                      <a:pt x="0" y="3"/>
                      <a:pt x="0" y="0"/>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39" name="íṡḷíḍè"/>
              <p:cNvSpPr/>
              <p:nvPr/>
            </p:nvSpPr>
            <p:spPr bwMode="auto">
              <a:xfrm>
                <a:off x="4006851" y="3421063"/>
                <a:ext cx="3175"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0" name="î$ḷîḑé"/>
              <p:cNvSpPr/>
              <p:nvPr/>
            </p:nvSpPr>
            <p:spPr bwMode="auto">
              <a:xfrm>
                <a:off x="4016376" y="3421063"/>
                <a:ext cx="6350"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1" name="í$ľîdè"/>
              <p:cNvSpPr/>
              <p:nvPr/>
            </p:nvSpPr>
            <p:spPr bwMode="auto">
              <a:xfrm>
                <a:off x="4025901" y="3421063"/>
                <a:ext cx="7938" cy="301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2" name="iṥ1iḍè"/>
              <p:cNvSpPr/>
              <p:nvPr/>
            </p:nvSpPr>
            <p:spPr bwMode="auto">
              <a:xfrm>
                <a:off x="4040188" y="3417888"/>
                <a:ext cx="39688" cy="3175"/>
              </a:xfrm>
              <a:prstGeom prst="rect">
                <a:avLst/>
              </a:prstGeom>
              <a:solidFill>
                <a:srgbClr val="1E267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3" name="ïslidé"/>
              <p:cNvSpPr/>
              <p:nvPr/>
            </p:nvSpPr>
            <p:spPr bwMode="auto">
              <a:xfrm>
                <a:off x="3679826" y="3490913"/>
                <a:ext cx="17463" cy="63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344" name="íṡlïďè"/>
              <p:cNvSpPr/>
              <p:nvPr/>
            </p:nvSpPr>
            <p:spPr bwMode="auto">
              <a:xfrm>
                <a:off x="3884613" y="3490913"/>
                <a:ext cx="55563" cy="53975"/>
              </a:xfrm>
              <a:custGeom>
                <a:avLst/>
                <a:gdLst>
                  <a:gd name="T0" fmla="*/ 0 w 35"/>
                  <a:gd name="T1" fmla="*/ 0 h 34"/>
                  <a:gd name="T2" fmla="*/ 35 w 35"/>
                  <a:gd name="T3" fmla="*/ 0 h 34"/>
                  <a:gd name="T4" fmla="*/ 35 w 35"/>
                  <a:gd name="T5" fmla="*/ 34 h 34"/>
                  <a:gd name="T6" fmla="*/ 0 w 35"/>
                  <a:gd name="T7" fmla="*/ 34 h 34"/>
                  <a:gd name="T8" fmla="*/ 0 w 35"/>
                  <a:gd name="T9" fmla="*/ 0 h 34"/>
                  <a:gd name="T10" fmla="*/ 0 w 35"/>
                  <a:gd name="T11" fmla="*/ 0 h 34"/>
                  <a:gd name="T12" fmla="*/ 4 w 35"/>
                  <a:gd name="T13" fmla="*/ 8 h 34"/>
                  <a:gd name="T14" fmla="*/ 4 w 35"/>
                  <a:gd name="T15" fmla="*/ 27 h 34"/>
                  <a:gd name="T16" fmla="*/ 8 w 35"/>
                  <a:gd name="T17" fmla="*/ 27 h 34"/>
                  <a:gd name="T18" fmla="*/ 8 w 35"/>
                  <a:gd name="T19" fmla="*/ 8 h 34"/>
                  <a:gd name="T20" fmla="*/ 4 w 35"/>
                  <a:gd name="T21" fmla="*/ 8 h 34"/>
                  <a:gd name="T22" fmla="*/ 4 w 35"/>
                  <a:gd name="T23" fmla="*/ 8 h 34"/>
                  <a:gd name="T24" fmla="*/ 29 w 35"/>
                  <a:gd name="T25" fmla="*/ 8 h 34"/>
                  <a:gd name="T26" fmla="*/ 29 w 35"/>
                  <a:gd name="T27" fmla="*/ 27 h 34"/>
                  <a:gd name="T28" fmla="*/ 31 w 35"/>
                  <a:gd name="T29" fmla="*/ 27 h 34"/>
                  <a:gd name="T30" fmla="*/ 31 w 35"/>
                  <a:gd name="T31" fmla="*/ 8 h 34"/>
                  <a:gd name="T32" fmla="*/ 29 w 35"/>
                  <a:gd name="T33" fmla="*/ 8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35" h="34">
                    <a:moveTo>
                      <a:pt x="0" y="0"/>
                    </a:moveTo>
                    <a:lnTo>
                      <a:pt x="35" y="0"/>
                    </a:lnTo>
                    <a:lnTo>
                      <a:pt x="35" y="34"/>
                    </a:lnTo>
                    <a:lnTo>
                      <a:pt x="0" y="34"/>
                    </a:lnTo>
                    <a:lnTo>
                      <a:pt x="0" y="0"/>
                    </a:lnTo>
                    <a:lnTo>
                      <a:pt x="0" y="0"/>
                    </a:lnTo>
                    <a:close/>
                    <a:moveTo>
                      <a:pt x="4" y="8"/>
                    </a:moveTo>
                    <a:lnTo>
                      <a:pt x="4" y="27"/>
                    </a:lnTo>
                    <a:lnTo>
                      <a:pt x="8" y="27"/>
                    </a:lnTo>
                    <a:lnTo>
                      <a:pt x="8" y="8"/>
                    </a:lnTo>
                    <a:lnTo>
                      <a:pt x="4" y="8"/>
                    </a:lnTo>
                    <a:lnTo>
                      <a:pt x="4" y="8"/>
                    </a:lnTo>
                    <a:close/>
                    <a:moveTo>
                      <a:pt x="29" y="8"/>
                    </a:moveTo>
                    <a:lnTo>
                      <a:pt x="29" y="27"/>
                    </a:lnTo>
                    <a:lnTo>
                      <a:pt x="31" y="27"/>
                    </a:lnTo>
                    <a:lnTo>
                      <a:pt x="31" y="8"/>
                    </a:lnTo>
                    <a:lnTo>
                      <a:pt x="29" y="8"/>
                    </a:ln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345" name="iṧ1ïḓè"/>
              <p:cNvSpPr/>
              <p:nvPr/>
            </p:nvSpPr>
            <p:spPr bwMode="auto">
              <a:xfrm>
                <a:off x="3551238" y="3067050"/>
                <a:ext cx="722313" cy="727075"/>
              </a:xfrm>
              <a:custGeom>
                <a:avLst/>
                <a:gdLst>
                  <a:gd name="T0" fmla="*/ 109 w 219"/>
                  <a:gd name="T1" fmla="*/ 0 h 218"/>
                  <a:gd name="T2" fmla="*/ 219 w 219"/>
                  <a:gd name="T3" fmla="*/ 109 h 218"/>
                  <a:gd name="T4" fmla="*/ 109 w 219"/>
                  <a:gd name="T5" fmla="*/ 218 h 218"/>
                  <a:gd name="T6" fmla="*/ 0 w 219"/>
                  <a:gd name="T7" fmla="*/ 109 h 218"/>
                  <a:gd name="T8" fmla="*/ 109 w 219"/>
                  <a:gd name="T9" fmla="*/ 0 h 218"/>
                  <a:gd name="T10" fmla="*/ 109 w 219"/>
                  <a:gd name="T11" fmla="*/ 3 h 218"/>
                  <a:gd name="T12" fmla="*/ 4 w 219"/>
                  <a:gd name="T13" fmla="*/ 109 h 218"/>
                  <a:gd name="T14" fmla="*/ 109 w 219"/>
                  <a:gd name="T15" fmla="*/ 215 h 218"/>
                  <a:gd name="T16" fmla="*/ 215 w 219"/>
                  <a:gd name="T17" fmla="*/ 109 h 218"/>
                  <a:gd name="T18" fmla="*/ 109 w 219"/>
                  <a:gd name="T19" fmla="*/ 3 h 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9" h="218">
                    <a:moveTo>
                      <a:pt x="109" y="0"/>
                    </a:moveTo>
                    <a:cubicBezTo>
                      <a:pt x="170" y="0"/>
                      <a:pt x="219" y="49"/>
                      <a:pt x="219" y="109"/>
                    </a:cubicBezTo>
                    <a:cubicBezTo>
                      <a:pt x="219" y="169"/>
                      <a:pt x="170" y="218"/>
                      <a:pt x="109" y="218"/>
                    </a:cubicBezTo>
                    <a:cubicBezTo>
                      <a:pt x="49" y="218"/>
                      <a:pt x="0" y="169"/>
                      <a:pt x="0" y="109"/>
                    </a:cubicBezTo>
                    <a:cubicBezTo>
                      <a:pt x="0" y="49"/>
                      <a:pt x="49" y="0"/>
                      <a:pt x="109" y="0"/>
                    </a:cubicBezTo>
                    <a:close/>
                    <a:moveTo>
                      <a:pt x="109" y="3"/>
                    </a:moveTo>
                    <a:cubicBezTo>
                      <a:pt x="51" y="3"/>
                      <a:pt x="4" y="51"/>
                      <a:pt x="4" y="109"/>
                    </a:cubicBezTo>
                    <a:cubicBezTo>
                      <a:pt x="4" y="167"/>
                      <a:pt x="51" y="215"/>
                      <a:pt x="109" y="215"/>
                    </a:cubicBezTo>
                    <a:cubicBezTo>
                      <a:pt x="168" y="215"/>
                      <a:pt x="215" y="167"/>
                      <a:pt x="215" y="109"/>
                    </a:cubicBezTo>
                    <a:cubicBezTo>
                      <a:pt x="215" y="51"/>
                      <a:pt x="168" y="3"/>
                      <a:pt x="109" y="3"/>
                    </a:cubicBezTo>
                    <a:close/>
                  </a:path>
                </a:pathLst>
              </a:custGeom>
              <a:solidFill>
                <a:srgbClr val="1E267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nvGrpSpPr>
            <p:cNvPr id="247" name="íşḷïḑe"/>
            <p:cNvGrpSpPr/>
            <p:nvPr userDrawn="1"/>
          </p:nvGrpSpPr>
          <p:grpSpPr>
            <a:xfrm>
              <a:off x="4894762" y="471192"/>
              <a:ext cx="4437911" cy="1614111"/>
              <a:chOff x="4412452" y="3106738"/>
              <a:chExt cx="2312689" cy="841148"/>
            </a:xfrm>
          </p:grpSpPr>
          <p:grpSp>
            <p:nvGrpSpPr>
              <p:cNvPr id="248" name="îṥľíḑé"/>
              <p:cNvGrpSpPr/>
              <p:nvPr/>
            </p:nvGrpSpPr>
            <p:grpSpPr>
              <a:xfrm>
                <a:off x="4422776" y="3106738"/>
                <a:ext cx="2293937" cy="617538"/>
                <a:chOff x="4422776" y="3106738"/>
                <a:chExt cx="2293937" cy="617538"/>
              </a:xfrm>
            </p:grpSpPr>
            <p:sp>
              <p:nvSpPr>
                <p:cNvPr id="265" name="išḻiḑé"/>
                <p:cNvSpPr/>
                <p:nvPr/>
              </p:nvSpPr>
              <p:spPr bwMode="auto">
                <a:xfrm>
                  <a:off x="4811713" y="3200400"/>
                  <a:ext cx="49213" cy="100013"/>
                </a:xfrm>
                <a:custGeom>
                  <a:avLst/>
                  <a:gdLst>
                    <a:gd name="T0" fmla="*/ 0 w 15"/>
                    <a:gd name="T1" fmla="*/ 1 h 30"/>
                    <a:gd name="T2" fmla="*/ 1 w 15"/>
                    <a:gd name="T3" fmla="*/ 12 h 30"/>
                    <a:gd name="T4" fmla="*/ 0 w 15"/>
                    <a:gd name="T5" fmla="*/ 21 h 30"/>
                    <a:gd name="T6" fmla="*/ 2 w 15"/>
                    <a:gd name="T7" fmla="*/ 28 h 30"/>
                    <a:gd name="T8" fmla="*/ 7 w 15"/>
                    <a:gd name="T9" fmla="*/ 30 h 30"/>
                    <a:gd name="T10" fmla="*/ 12 w 15"/>
                    <a:gd name="T11" fmla="*/ 26 h 30"/>
                    <a:gd name="T12" fmla="*/ 15 w 15"/>
                    <a:gd name="T13" fmla="*/ 18 h 30"/>
                    <a:gd name="T14" fmla="*/ 3 w 15"/>
                    <a:gd name="T15" fmla="*/ 0 h 30"/>
                    <a:gd name="T16" fmla="*/ 0 w 15"/>
                    <a:gd name="T17" fmla="*/ 1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5" h="30">
                      <a:moveTo>
                        <a:pt x="0" y="1"/>
                      </a:moveTo>
                      <a:cubicBezTo>
                        <a:pt x="1" y="12"/>
                        <a:pt x="1" y="12"/>
                        <a:pt x="1" y="12"/>
                      </a:cubicBezTo>
                      <a:cubicBezTo>
                        <a:pt x="1" y="13"/>
                        <a:pt x="0" y="18"/>
                        <a:pt x="0" y="21"/>
                      </a:cubicBezTo>
                      <a:cubicBezTo>
                        <a:pt x="0" y="24"/>
                        <a:pt x="2" y="25"/>
                        <a:pt x="2" y="28"/>
                      </a:cubicBezTo>
                      <a:cubicBezTo>
                        <a:pt x="7" y="30"/>
                        <a:pt x="7" y="30"/>
                        <a:pt x="7" y="30"/>
                      </a:cubicBezTo>
                      <a:cubicBezTo>
                        <a:pt x="9" y="27"/>
                        <a:pt x="10" y="29"/>
                        <a:pt x="12" y="26"/>
                      </a:cubicBezTo>
                      <a:cubicBezTo>
                        <a:pt x="14" y="23"/>
                        <a:pt x="14" y="21"/>
                        <a:pt x="15" y="18"/>
                      </a:cubicBezTo>
                      <a:cubicBezTo>
                        <a:pt x="12" y="7"/>
                        <a:pt x="13" y="5"/>
                        <a:pt x="3" y="0"/>
                      </a:cubicBezTo>
                      <a:lnTo>
                        <a:pt x="0" y="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6" name="íṥľíďè"/>
                <p:cNvSpPr/>
                <p:nvPr/>
              </p:nvSpPr>
              <p:spPr bwMode="auto">
                <a:xfrm>
                  <a:off x="5221288" y="3184525"/>
                  <a:ext cx="36513" cy="122238"/>
                </a:xfrm>
                <a:custGeom>
                  <a:avLst/>
                  <a:gdLst>
                    <a:gd name="T0" fmla="*/ 0 w 11"/>
                    <a:gd name="T1" fmla="*/ 3 h 37"/>
                    <a:gd name="T2" fmla="*/ 2 w 11"/>
                    <a:gd name="T3" fmla="*/ 14 h 37"/>
                    <a:gd name="T4" fmla="*/ 0 w 11"/>
                    <a:gd name="T5" fmla="*/ 33 h 37"/>
                    <a:gd name="T6" fmla="*/ 0 w 11"/>
                    <a:gd name="T7" fmla="*/ 36 h 37"/>
                    <a:gd name="T8" fmla="*/ 2 w 11"/>
                    <a:gd name="T9" fmla="*/ 37 h 37"/>
                    <a:gd name="T10" fmla="*/ 8 w 11"/>
                    <a:gd name="T11" fmla="*/ 27 h 37"/>
                    <a:gd name="T12" fmla="*/ 11 w 11"/>
                    <a:gd name="T13" fmla="*/ 17 h 37"/>
                    <a:gd name="T14" fmla="*/ 11 w 11"/>
                    <a:gd name="T15" fmla="*/ 15 h 37"/>
                    <a:gd name="T16" fmla="*/ 7 w 11"/>
                    <a:gd name="T17" fmla="*/ 2 h 37"/>
                    <a:gd name="T18" fmla="*/ 2 w 11"/>
                    <a:gd name="T19" fmla="*/ 0 h 37"/>
                    <a:gd name="T20" fmla="*/ 0 w 11"/>
                    <a:gd name="T21" fmla="*/ 3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1" h="37">
                      <a:moveTo>
                        <a:pt x="0" y="3"/>
                      </a:moveTo>
                      <a:cubicBezTo>
                        <a:pt x="2" y="14"/>
                        <a:pt x="2" y="14"/>
                        <a:pt x="2" y="14"/>
                      </a:cubicBezTo>
                      <a:cubicBezTo>
                        <a:pt x="2" y="19"/>
                        <a:pt x="0" y="27"/>
                        <a:pt x="0" y="33"/>
                      </a:cubicBezTo>
                      <a:cubicBezTo>
                        <a:pt x="0" y="36"/>
                        <a:pt x="0" y="36"/>
                        <a:pt x="0" y="36"/>
                      </a:cubicBezTo>
                      <a:cubicBezTo>
                        <a:pt x="2" y="36"/>
                        <a:pt x="1" y="37"/>
                        <a:pt x="2" y="37"/>
                      </a:cubicBezTo>
                      <a:cubicBezTo>
                        <a:pt x="3" y="37"/>
                        <a:pt x="7" y="28"/>
                        <a:pt x="8" y="27"/>
                      </a:cubicBezTo>
                      <a:cubicBezTo>
                        <a:pt x="9" y="24"/>
                        <a:pt x="11" y="21"/>
                        <a:pt x="11" y="17"/>
                      </a:cubicBezTo>
                      <a:cubicBezTo>
                        <a:pt x="11" y="15"/>
                        <a:pt x="11" y="15"/>
                        <a:pt x="11" y="15"/>
                      </a:cubicBezTo>
                      <a:cubicBezTo>
                        <a:pt x="11" y="7"/>
                        <a:pt x="8" y="7"/>
                        <a:pt x="7" y="2"/>
                      </a:cubicBezTo>
                      <a:cubicBezTo>
                        <a:pt x="2" y="0"/>
                        <a:pt x="2" y="0"/>
                        <a:pt x="2" y="0"/>
                      </a:cubicBezTo>
                      <a:cubicBezTo>
                        <a:pt x="2" y="1"/>
                        <a:pt x="0" y="1"/>
                        <a:pt x="0" y="3"/>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7" name="íś1iḑe"/>
                <p:cNvSpPr/>
                <p:nvPr/>
              </p:nvSpPr>
              <p:spPr bwMode="auto">
                <a:xfrm>
                  <a:off x="4554538" y="3251200"/>
                  <a:ext cx="119063" cy="58738"/>
                </a:xfrm>
                <a:custGeom>
                  <a:avLst/>
                  <a:gdLst>
                    <a:gd name="T0" fmla="*/ 0 w 36"/>
                    <a:gd name="T1" fmla="*/ 15 h 18"/>
                    <a:gd name="T2" fmla="*/ 2 w 36"/>
                    <a:gd name="T3" fmla="*/ 16 h 18"/>
                    <a:gd name="T4" fmla="*/ 13 w 36"/>
                    <a:gd name="T5" fmla="*/ 18 h 18"/>
                    <a:gd name="T6" fmla="*/ 16 w 36"/>
                    <a:gd name="T7" fmla="*/ 18 h 18"/>
                    <a:gd name="T8" fmla="*/ 22 w 36"/>
                    <a:gd name="T9" fmla="*/ 17 h 18"/>
                    <a:gd name="T10" fmla="*/ 23 w 36"/>
                    <a:gd name="T11" fmla="*/ 17 h 18"/>
                    <a:gd name="T12" fmla="*/ 30 w 36"/>
                    <a:gd name="T13" fmla="*/ 13 h 18"/>
                    <a:gd name="T14" fmla="*/ 36 w 36"/>
                    <a:gd name="T15" fmla="*/ 8 h 18"/>
                    <a:gd name="T16" fmla="*/ 36 w 36"/>
                    <a:gd name="T17" fmla="*/ 7 h 18"/>
                    <a:gd name="T18" fmla="*/ 36 w 36"/>
                    <a:gd name="T19" fmla="*/ 4 h 18"/>
                    <a:gd name="T20" fmla="*/ 32 w 36"/>
                    <a:gd name="T21" fmla="*/ 0 h 18"/>
                    <a:gd name="T22" fmla="*/ 24 w 36"/>
                    <a:gd name="T23" fmla="*/ 3 h 18"/>
                    <a:gd name="T24" fmla="*/ 16 w 36"/>
                    <a:gd name="T25" fmla="*/ 7 h 18"/>
                    <a:gd name="T26" fmla="*/ 0 w 36"/>
                    <a:gd name="T27" fmla="*/ 15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6" h="18">
                      <a:moveTo>
                        <a:pt x="0" y="15"/>
                      </a:moveTo>
                      <a:cubicBezTo>
                        <a:pt x="1" y="16"/>
                        <a:pt x="1" y="16"/>
                        <a:pt x="2" y="16"/>
                      </a:cubicBezTo>
                      <a:cubicBezTo>
                        <a:pt x="6" y="16"/>
                        <a:pt x="9" y="18"/>
                        <a:pt x="13" y="18"/>
                      </a:cubicBezTo>
                      <a:cubicBezTo>
                        <a:pt x="16" y="18"/>
                        <a:pt x="16" y="18"/>
                        <a:pt x="16" y="18"/>
                      </a:cubicBezTo>
                      <a:cubicBezTo>
                        <a:pt x="22" y="17"/>
                        <a:pt x="22" y="17"/>
                        <a:pt x="22" y="17"/>
                      </a:cubicBezTo>
                      <a:cubicBezTo>
                        <a:pt x="23" y="17"/>
                        <a:pt x="23" y="17"/>
                        <a:pt x="23" y="17"/>
                      </a:cubicBezTo>
                      <a:cubicBezTo>
                        <a:pt x="26" y="16"/>
                        <a:pt x="28" y="14"/>
                        <a:pt x="30" y="13"/>
                      </a:cubicBezTo>
                      <a:cubicBezTo>
                        <a:pt x="34" y="11"/>
                        <a:pt x="33" y="10"/>
                        <a:pt x="36" y="8"/>
                      </a:cubicBezTo>
                      <a:cubicBezTo>
                        <a:pt x="36" y="7"/>
                        <a:pt x="36" y="7"/>
                        <a:pt x="36" y="7"/>
                      </a:cubicBezTo>
                      <a:cubicBezTo>
                        <a:pt x="36" y="4"/>
                        <a:pt x="36" y="4"/>
                        <a:pt x="36" y="4"/>
                      </a:cubicBezTo>
                      <a:cubicBezTo>
                        <a:pt x="36" y="1"/>
                        <a:pt x="33" y="2"/>
                        <a:pt x="32" y="0"/>
                      </a:cubicBezTo>
                      <a:cubicBezTo>
                        <a:pt x="29" y="1"/>
                        <a:pt x="27" y="1"/>
                        <a:pt x="24" y="3"/>
                      </a:cubicBezTo>
                      <a:cubicBezTo>
                        <a:pt x="21" y="4"/>
                        <a:pt x="19" y="6"/>
                        <a:pt x="16" y="7"/>
                      </a:cubicBezTo>
                      <a:cubicBezTo>
                        <a:pt x="11" y="11"/>
                        <a:pt x="4" y="10"/>
                        <a:pt x="0" y="1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8" name="iṩ1iḋè"/>
                <p:cNvSpPr/>
                <p:nvPr/>
              </p:nvSpPr>
              <p:spPr bwMode="auto">
                <a:xfrm>
                  <a:off x="6359526" y="3263900"/>
                  <a:ext cx="93663" cy="139700"/>
                </a:xfrm>
                <a:custGeom>
                  <a:avLst/>
                  <a:gdLst>
                    <a:gd name="T0" fmla="*/ 15 w 28"/>
                    <a:gd name="T1" fmla="*/ 1 h 42"/>
                    <a:gd name="T2" fmla="*/ 6 w 28"/>
                    <a:gd name="T3" fmla="*/ 11 h 42"/>
                    <a:gd name="T4" fmla="*/ 6 w 28"/>
                    <a:gd name="T5" fmla="*/ 13 h 42"/>
                    <a:gd name="T6" fmla="*/ 5 w 28"/>
                    <a:gd name="T7" fmla="*/ 16 h 42"/>
                    <a:gd name="T8" fmla="*/ 6 w 28"/>
                    <a:gd name="T9" fmla="*/ 20 h 42"/>
                    <a:gd name="T10" fmla="*/ 6 w 28"/>
                    <a:gd name="T11" fmla="*/ 21 h 42"/>
                    <a:gd name="T12" fmla="*/ 0 w 28"/>
                    <a:gd name="T13" fmla="*/ 38 h 42"/>
                    <a:gd name="T14" fmla="*/ 0 w 28"/>
                    <a:gd name="T15" fmla="*/ 41 h 42"/>
                    <a:gd name="T16" fmla="*/ 3 w 28"/>
                    <a:gd name="T17" fmla="*/ 42 h 42"/>
                    <a:gd name="T18" fmla="*/ 9 w 28"/>
                    <a:gd name="T19" fmla="*/ 32 h 42"/>
                    <a:gd name="T20" fmla="*/ 12 w 28"/>
                    <a:gd name="T21" fmla="*/ 26 h 42"/>
                    <a:gd name="T22" fmla="*/ 14 w 28"/>
                    <a:gd name="T23" fmla="*/ 26 h 42"/>
                    <a:gd name="T24" fmla="*/ 20 w 28"/>
                    <a:gd name="T25" fmla="*/ 26 h 42"/>
                    <a:gd name="T26" fmla="*/ 28 w 28"/>
                    <a:gd name="T27" fmla="*/ 14 h 42"/>
                    <a:gd name="T28" fmla="*/ 28 w 28"/>
                    <a:gd name="T29" fmla="*/ 6 h 42"/>
                    <a:gd name="T30" fmla="*/ 28 w 28"/>
                    <a:gd name="T31" fmla="*/ 5 h 42"/>
                    <a:gd name="T32" fmla="*/ 27 w 28"/>
                    <a:gd name="T33" fmla="*/ 3 h 42"/>
                    <a:gd name="T34" fmla="*/ 26 w 28"/>
                    <a:gd name="T35" fmla="*/ 3 h 42"/>
                    <a:gd name="T36" fmla="*/ 24 w 28"/>
                    <a:gd name="T37" fmla="*/ 3 h 42"/>
                    <a:gd name="T38" fmla="*/ 23 w 28"/>
                    <a:gd name="T39" fmla="*/ 3 h 42"/>
                    <a:gd name="T40" fmla="*/ 20 w 28"/>
                    <a:gd name="T41" fmla="*/ 0 h 42"/>
                    <a:gd name="T42" fmla="*/ 15 w 28"/>
                    <a:gd name="T43" fmla="*/ 1 h 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 h="42">
                      <a:moveTo>
                        <a:pt x="15" y="1"/>
                      </a:moveTo>
                      <a:cubicBezTo>
                        <a:pt x="15" y="10"/>
                        <a:pt x="8" y="6"/>
                        <a:pt x="6" y="11"/>
                      </a:cubicBezTo>
                      <a:cubicBezTo>
                        <a:pt x="6" y="13"/>
                        <a:pt x="6" y="13"/>
                        <a:pt x="6" y="13"/>
                      </a:cubicBezTo>
                      <a:cubicBezTo>
                        <a:pt x="6" y="14"/>
                        <a:pt x="5" y="14"/>
                        <a:pt x="5" y="16"/>
                      </a:cubicBezTo>
                      <a:cubicBezTo>
                        <a:pt x="6" y="20"/>
                        <a:pt x="6" y="20"/>
                        <a:pt x="6" y="20"/>
                      </a:cubicBezTo>
                      <a:cubicBezTo>
                        <a:pt x="6" y="21"/>
                        <a:pt x="6" y="21"/>
                        <a:pt x="6" y="21"/>
                      </a:cubicBezTo>
                      <a:cubicBezTo>
                        <a:pt x="6" y="29"/>
                        <a:pt x="0" y="31"/>
                        <a:pt x="0" y="38"/>
                      </a:cubicBezTo>
                      <a:cubicBezTo>
                        <a:pt x="0" y="41"/>
                        <a:pt x="0" y="41"/>
                        <a:pt x="0" y="41"/>
                      </a:cubicBezTo>
                      <a:cubicBezTo>
                        <a:pt x="2" y="42"/>
                        <a:pt x="2" y="42"/>
                        <a:pt x="3" y="42"/>
                      </a:cubicBezTo>
                      <a:cubicBezTo>
                        <a:pt x="7" y="42"/>
                        <a:pt x="9" y="36"/>
                        <a:pt x="9" y="32"/>
                      </a:cubicBezTo>
                      <a:cubicBezTo>
                        <a:pt x="9" y="29"/>
                        <a:pt x="10" y="26"/>
                        <a:pt x="12" y="26"/>
                      </a:cubicBezTo>
                      <a:cubicBezTo>
                        <a:pt x="14" y="26"/>
                        <a:pt x="14" y="26"/>
                        <a:pt x="14" y="26"/>
                      </a:cubicBezTo>
                      <a:cubicBezTo>
                        <a:pt x="20" y="26"/>
                        <a:pt x="20" y="26"/>
                        <a:pt x="20" y="26"/>
                      </a:cubicBezTo>
                      <a:cubicBezTo>
                        <a:pt x="24" y="24"/>
                        <a:pt x="28" y="21"/>
                        <a:pt x="28" y="14"/>
                      </a:cubicBezTo>
                      <a:cubicBezTo>
                        <a:pt x="28" y="6"/>
                        <a:pt x="28" y="6"/>
                        <a:pt x="28" y="6"/>
                      </a:cubicBezTo>
                      <a:cubicBezTo>
                        <a:pt x="28" y="5"/>
                        <a:pt x="28" y="5"/>
                        <a:pt x="28" y="5"/>
                      </a:cubicBezTo>
                      <a:cubicBezTo>
                        <a:pt x="27" y="3"/>
                        <a:pt x="27" y="3"/>
                        <a:pt x="27" y="3"/>
                      </a:cubicBezTo>
                      <a:cubicBezTo>
                        <a:pt x="26" y="3"/>
                        <a:pt x="26" y="3"/>
                        <a:pt x="26" y="3"/>
                      </a:cubicBezTo>
                      <a:cubicBezTo>
                        <a:pt x="24" y="3"/>
                        <a:pt x="24" y="3"/>
                        <a:pt x="24" y="3"/>
                      </a:cubicBezTo>
                      <a:cubicBezTo>
                        <a:pt x="23" y="3"/>
                        <a:pt x="23" y="3"/>
                        <a:pt x="23" y="3"/>
                      </a:cubicBezTo>
                      <a:cubicBezTo>
                        <a:pt x="20" y="0"/>
                        <a:pt x="20" y="0"/>
                        <a:pt x="20" y="0"/>
                      </a:cubicBezTo>
                      <a:lnTo>
                        <a:pt x="15" y="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9" name="íṩlïḓè"/>
                <p:cNvSpPr/>
                <p:nvPr/>
              </p:nvSpPr>
              <p:spPr bwMode="auto">
                <a:xfrm>
                  <a:off x="5826126" y="3273425"/>
                  <a:ext cx="223838" cy="293688"/>
                </a:xfrm>
                <a:custGeom>
                  <a:avLst/>
                  <a:gdLst>
                    <a:gd name="T0" fmla="*/ 38 w 68"/>
                    <a:gd name="T1" fmla="*/ 16 h 88"/>
                    <a:gd name="T2" fmla="*/ 40 w 68"/>
                    <a:gd name="T3" fmla="*/ 5 h 88"/>
                    <a:gd name="T4" fmla="*/ 36 w 68"/>
                    <a:gd name="T5" fmla="*/ 1 h 88"/>
                    <a:gd name="T6" fmla="*/ 36 w 68"/>
                    <a:gd name="T7" fmla="*/ 1 h 88"/>
                    <a:gd name="T8" fmla="*/ 33 w 68"/>
                    <a:gd name="T9" fmla="*/ 0 h 88"/>
                    <a:gd name="T10" fmla="*/ 24 w 68"/>
                    <a:gd name="T11" fmla="*/ 7 h 88"/>
                    <a:gd name="T12" fmla="*/ 24 w 68"/>
                    <a:gd name="T13" fmla="*/ 8 h 88"/>
                    <a:gd name="T14" fmla="*/ 26 w 68"/>
                    <a:gd name="T15" fmla="*/ 18 h 88"/>
                    <a:gd name="T16" fmla="*/ 27 w 68"/>
                    <a:gd name="T17" fmla="*/ 28 h 88"/>
                    <a:gd name="T18" fmla="*/ 27 w 68"/>
                    <a:gd name="T19" fmla="*/ 39 h 88"/>
                    <a:gd name="T20" fmla="*/ 16 w 68"/>
                    <a:gd name="T21" fmla="*/ 48 h 88"/>
                    <a:gd name="T22" fmla="*/ 7 w 68"/>
                    <a:gd name="T23" fmla="*/ 49 h 88"/>
                    <a:gd name="T24" fmla="*/ 5 w 68"/>
                    <a:gd name="T25" fmla="*/ 49 h 88"/>
                    <a:gd name="T26" fmla="*/ 4 w 68"/>
                    <a:gd name="T27" fmla="*/ 49 h 88"/>
                    <a:gd name="T28" fmla="*/ 0 w 68"/>
                    <a:gd name="T29" fmla="*/ 54 h 88"/>
                    <a:gd name="T30" fmla="*/ 5 w 68"/>
                    <a:gd name="T31" fmla="*/ 60 h 88"/>
                    <a:gd name="T32" fmla="*/ 11 w 68"/>
                    <a:gd name="T33" fmla="*/ 60 h 88"/>
                    <a:gd name="T34" fmla="*/ 13 w 68"/>
                    <a:gd name="T35" fmla="*/ 59 h 88"/>
                    <a:gd name="T36" fmla="*/ 20 w 68"/>
                    <a:gd name="T37" fmla="*/ 66 h 88"/>
                    <a:gd name="T38" fmla="*/ 17 w 68"/>
                    <a:gd name="T39" fmla="*/ 72 h 88"/>
                    <a:gd name="T40" fmla="*/ 13 w 68"/>
                    <a:gd name="T41" fmla="*/ 76 h 88"/>
                    <a:gd name="T42" fmla="*/ 2 w 68"/>
                    <a:gd name="T43" fmla="*/ 82 h 88"/>
                    <a:gd name="T44" fmla="*/ 2 w 68"/>
                    <a:gd name="T45" fmla="*/ 83 h 88"/>
                    <a:gd name="T46" fmla="*/ 2 w 68"/>
                    <a:gd name="T47" fmla="*/ 87 h 88"/>
                    <a:gd name="T48" fmla="*/ 4 w 68"/>
                    <a:gd name="T49" fmla="*/ 88 h 88"/>
                    <a:gd name="T50" fmla="*/ 25 w 68"/>
                    <a:gd name="T51" fmla="*/ 77 h 88"/>
                    <a:gd name="T52" fmla="*/ 31 w 68"/>
                    <a:gd name="T53" fmla="*/ 69 h 88"/>
                    <a:gd name="T54" fmla="*/ 40 w 68"/>
                    <a:gd name="T55" fmla="*/ 63 h 88"/>
                    <a:gd name="T56" fmla="*/ 52 w 68"/>
                    <a:gd name="T57" fmla="*/ 70 h 88"/>
                    <a:gd name="T58" fmla="*/ 48 w 68"/>
                    <a:gd name="T59" fmla="*/ 79 h 88"/>
                    <a:gd name="T60" fmla="*/ 59 w 68"/>
                    <a:gd name="T61" fmla="*/ 81 h 88"/>
                    <a:gd name="T62" fmla="*/ 68 w 68"/>
                    <a:gd name="T63" fmla="*/ 71 h 88"/>
                    <a:gd name="T64" fmla="*/ 59 w 68"/>
                    <a:gd name="T65" fmla="*/ 62 h 88"/>
                    <a:gd name="T66" fmla="*/ 44 w 68"/>
                    <a:gd name="T67" fmla="*/ 60 h 88"/>
                    <a:gd name="T68" fmla="*/ 42 w 68"/>
                    <a:gd name="T69" fmla="*/ 60 h 88"/>
                    <a:gd name="T70" fmla="*/ 36 w 68"/>
                    <a:gd name="T71" fmla="*/ 53 h 88"/>
                    <a:gd name="T72" fmla="*/ 48 w 68"/>
                    <a:gd name="T73" fmla="*/ 42 h 88"/>
                    <a:gd name="T74" fmla="*/ 59 w 68"/>
                    <a:gd name="T75" fmla="*/ 32 h 88"/>
                    <a:gd name="T76" fmla="*/ 59 w 68"/>
                    <a:gd name="T77" fmla="*/ 30 h 88"/>
                    <a:gd name="T78" fmla="*/ 59 w 68"/>
                    <a:gd name="T79" fmla="*/ 29 h 88"/>
                    <a:gd name="T80" fmla="*/ 54 w 68"/>
                    <a:gd name="T81" fmla="*/ 26 h 88"/>
                    <a:gd name="T82" fmla="*/ 51 w 68"/>
                    <a:gd name="T83" fmla="*/ 27 h 88"/>
                    <a:gd name="T84" fmla="*/ 50 w 68"/>
                    <a:gd name="T85" fmla="*/ 27 h 88"/>
                    <a:gd name="T86" fmla="*/ 41 w 68"/>
                    <a:gd name="T87" fmla="*/ 33 h 88"/>
                    <a:gd name="T88" fmla="*/ 38 w 68"/>
                    <a:gd name="T89" fmla="*/ 28 h 88"/>
                    <a:gd name="T90" fmla="*/ 38 w 68"/>
                    <a:gd name="T91" fmla="*/ 27 h 88"/>
                    <a:gd name="T92" fmla="*/ 38 w 68"/>
                    <a:gd name="T93" fmla="*/ 16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68" h="88">
                      <a:moveTo>
                        <a:pt x="38" y="16"/>
                      </a:moveTo>
                      <a:cubicBezTo>
                        <a:pt x="39" y="11"/>
                        <a:pt x="40" y="9"/>
                        <a:pt x="40" y="5"/>
                      </a:cubicBezTo>
                      <a:cubicBezTo>
                        <a:pt x="40" y="3"/>
                        <a:pt x="38" y="1"/>
                        <a:pt x="36" y="1"/>
                      </a:cubicBezTo>
                      <a:cubicBezTo>
                        <a:pt x="36" y="1"/>
                        <a:pt x="36" y="1"/>
                        <a:pt x="36" y="1"/>
                      </a:cubicBezTo>
                      <a:cubicBezTo>
                        <a:pt x="34" y="1"/>
                        <a:pt x="34" y="1"/>
                        <a:pt x="33" y="0"/>
                      </a:cubicBezTo>
                      <a:cubicBezTo>
                        <a:pt x="28" y="3"/>
                        <a:pt x="28" y="1"/>
                        <a:pt x="24" y="7"/>
                      </a:cubicBezTo>
                      <a:cubicBezTo>
                        <a:pt x="24" y="8"/>
                        <a:pt x="24" y="8"/>
                        <a:pt x="24" y="8"/>
                      </a:cubicBezTo>
                      <a:cubicBezTo>
                        <a:pt x="24" y="12"/>
                        <a:pt x="26" y="14"/>
                        <a:pt x="26" y="18"/>
                      </a:cubicBezTo>
                      <a:cubicBezTo>
                        <a:pt x="27" y="28"/>
                        <a:pt x="27" y="28"/>
                        <a:pt x="27" y="28"/>
                      </a:cubicBezTo>
                      <a:cubicBezTo>
                        <a:pt x="27" y="39"/>
                        <a:pt x="27" y="39"/>
                        <a:pt x="27" y="39"/>
                      </a:cubicBezTo>
                      <a:cubicBezTo>
                        <a:pt x="28" y="45"/>
                        <a:pt x="22" y="48"/>
                        <a:pt x="16" y="48"/>
                      </a:cubicBezTo>
                      <a:cubicBezTo>
                        <a:pt x="7" y="49"/>
                        <a:pt x="7" y="49"/>
                        <a:pt x="7" y="49"/>
                      </a:cubicBezTo>
                      <a:cubicBezTo>
                        <a:pt x="5" y="49"/>
                        <a:pt x="5" y="49"/>
                        <a:pt x="5" y="49"/>
                      </a:cubicBezTo>
                      <a:cubicBezTo>
                        <a:pt x="4" y="49"/>
                        <a:pt x="4" y="49"/>
                        <a:pt x="4" y="49"/>
                      </a:cubicBezTo>
                      <a:cubicBezTo>
                        <a:pt x="2" y="50"/>
                        <a:pt x="0" y="51"/>
                        <a:pt x="0" y="54"/>
                      </a:cubicBezTo>
                      <a:cubicBezTo>
                        <a:pt x="0" y="56"/>
                        <a:pt x="3" y="60"/>
                        <a:pt x="5" y="60"/>
                      </a:cubicBezTo>
                      <a:cubicBezTo>
                        <a:pt x="11" y="60"/>
                        <a:pt x="11" y="60"/>
                        <a:pt x="11" y="60"/>
                      </a:cubicBezTo>
                      <a:cubicBezTo>
                        <a:pt x="12" y="60"/>
                        <a:pt x="12" y="60"/>
                        <a:pt x="13" y="59"/>
                      </a:cubicBezTo>
                      <a:cubicBezTo>
                        <a:pt x="17" y="62"/>
                        <a:pt x="17" y="60"/>
                        <a:pt x="20" y="66"/>
                      </a:cubicBezTo>
                      <a:cubicBezTo>
                        <a:pt x="18" y="69"/>
                        <a:pt x="20" y="68"/>
                        <a:pt x="17" y="72"/>
                      </a:cubicBezTo>
                      <a:cubicBezTo>
                        <a:pt x="15" y="73"/>
                        <a:pt x="15" y="75"/>
                        <a:pt x="13" y="76"/>
                      </a:cubicBezTo>
                      <a:cubicBezTo>
                        <a:pt x="8" y="79"/>
                        <a:pt x="7" y="80"/>
                        <a:pt x="2" y="82"/>
                      </a:cubicBezTo>
                      <a:cubicBezTo>
                        <a:pt x="2" y="83"/>
                        <a:pt x="2" y="83"/>
                        <a:pt x="2" y="83"/>
                      </a:cubicBezTo>
                      <a:cubicBezTo>
                        <a:pt x="2" y="87"/>
                        <a:pt x="2" y="87"/>
                        <a:pt x="2" y="87"/>
                      </a:cubicBezTo>
                      <a:cubicBezTo>
                        <a:pt x="4" y="87"/>
                        <a:pt x="3" y="88"/>
                        <a:pt x="4" y="88"/>
                      </a:cubicBezTo>
                      <a:cubicBezTo>
                        <a:pt x="13" y="88"/>
                        <a:pt x="20" y="82"/>
                        <a:pt x="25" y="77"/>
                      </a:cubicBezTo>
                      <a:cubicBezTo>
                        <a:pt x="26" y="76"/>
                        <a:pt x="30" y="71"/>
                        <a:pt x="31" y="69"/>
                      </a:cubicBezTo>
                      <a:cubicBezTo>
                        <a:pt x="33" y="65"/>
                        <a:pt x="35" y="63"/>
                        <a:pt x="40" y="63"/>
                      </a:cubicBezTo>
                      <a:cubicBezTo>
                        <a:pt x="45" y="63"/>
                        <a:pt x="49" y="67"/>
                        <a:pt x="52" y="70"/>
                      </a:cubicBezTo>
                      <a:cubicBezTo>
                        <a:pt x="48" y="79"/>
                        <a:pt x="48" y="79"/>
                        <a:pt x="48" y="79"/>
                      </a:cubicBezTo>
                      <a:cubicBezTo>
                        <a:pt x="50" y="79"/>
                        <a:pt x="58" y="81"/>
                        <a:pt x="59" y="81"/>
                      </a:cubicBezTo>
                      <a:cubicBezTo>
                        <a:pt x="65" y="81"/>
                        <a:pt x="67" y="76"/>
                        <a:pt x="68" y="71"/>
                      </a:cubicBezTo>
                      <a:cubicBezTo>
                        <a:pt x="67" y="65"/>
                        <a:pt x="63" y="64"/>
                        <a:pt x="59" y="62"/>
                      </a:cubicBezTo>
                      <a:cubicBezTo>
                        <a:pt x="53" y="59"/>
                        <a:pt x="51" y="60"/>
                        <a:pt x="44" y="60"/>
                      </a:cubicBezTo>
                      <a:cubicBezTo>
                        <a:pt x="43" y="60"/>
                        <a:pt x="43" y="60"/>
                        <a:pt x="42" y="60"/>
                      </a:cubicBezTo>
                      <a:cubicBezTo>
                        <a:pt x="40" y="59"/>
                        <a:pt x="36" y="56"/>
                        <a:pt x="36" y="53"/>
                      </a:cubicBezTo>
                      <a:cubicBezTo>
                        <a:pt x="36" y="51"/>
                        <a:pt x="45" y="44"/>
                        <a:pt x="48" y="42"/>
                      </a:cubicBezTo>
                      <a:cubicBezTo>
                        <a:pt x="50" y="41"/>
                        <a:pt x="59" y="34"/>
                        <a:pt x="59" y="32"/>
                      </a:cubicBezTo>
                      <a:cubicBezTo>
                        <a:pt x="59" y="30"/>
                        <a:pt x="59" y="30"/>
                        <a:pt x="59" y="30"/>
                      </a:cubicBezTo>
                      <a:cubicBezTo>
                        <a:pt x="59" y="29"/>
                        <a:pt x="59" y="29"/>
                        <a:pt x="59" y="29"/>
                      </a:cubicBezTo>
                      <a:cubicBezTo>
                        <a:pt x="54" y="26"/>
                        <a:pt x="54" y="26"/>
                        <a:pt x="54" y="26"/>
                      </a:cubicBezTo>
                      <a:cubicBezTo>
                        <a:pt x="53" y="27"/>
                        <a:pt x="53" y="27"/>
                        <a:pt x="51" y="27"/>
                      </a:cubicBezTo>
                      <a:cubicBezTo>
                        <a:pt x="50" y="27"/>
                        <a:pt x="50" y="27"/>
                        <a:pt x="50" y="27"/>
                      </a:cubicBezTo>
                      <a:cubicBezTo>
                        <a:pt x="46" y="32"/>
                        <a:pt x="46" y="30"/>
                        <a:pt x="41" y="33"/>
                      </a:cubicBezTo>
                      <a:cubicBezTo>
                        <a:pt x="40" y="31"/>
                        <a:pt x="39" y="30"/>
                        <a:pt x="38" y="28"/>
                      </a:cubicBezTo>
                      <a:cubicBezTo>
                        <a:pt x="38" y="27"/>
                        <a:pt x="38" y="27"/>
                        <a:pt x="38" y="27"/>
                      </a:cubicBezTo>
                      <a:lnTo>
                        <a:pt x="38" y="16"/>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0" name="ísḷïďè"/>
                <p:cNvSpPr/>
                <p:nvPr/>
              </p:nvSpPr>
              <p:spPr bwMode="auto">
                <a:xfrm>
                  <a:off x="4518026" y="3506788"/>
                  <a:ext cx="53975" cy="71438"/>
                </a:xfrm>
                <a:custGeom>
                  <a:avLst/>
                  <a:gdLst>
                    <a:gd name="T0" fmla="*/ 14 w 16"/>
                    <a:gd name="T1" fmla="*/ 17 h 21"/>
                    <a:gd name="T2" fmla="*/ 16 w 16"/>
                    <a:gd name="T3" fmla="*/ 12 h 21"/>
                    <a:gd name="T4" fmla="*/ 11 w 16"/>
                    <a:gd name="T5" fmla="*/ 5 h 21"/>
                    <a:gd name="T6" fmla="*/ 5 w 16"/>
                    <a:gd name="T7" fmla="*/ 0 h 21"/>
                    <a:gd name="T8" fmla="*/ 2 w 16"/>
                    <a:gd name="T9" fmla="*/ 4 h 21"/>
                    <a:gd name="T10" fmla="*/ 2 w 16"/>
                    <a:gd name="T11" fmla="*/ 5 h 21"/>
                    <a:gd name="T12" fmla="*/ 2 w 16"/>
                    <a:gd name="T13" fmla="*/ 8 h 21"/>
                    <a:gd name="T14" fmla="*/ 2 w 16"/>
                    <a:gd name="T15" fmla="*/ 9 h 21"/>
                    <a:gd name="T16" fmla="*/ 0 w 16"/>
                    <a:gd name="T17" fmla="*/ 17 h 21"/>
                    <a:gd name="T18" fmla="*/ 3 w 16"/>
                    <a:gd name="T19" fmla="*/ 21 h 21"/>
                    <a:gd name="T20" fmla="*/ 4 w 16"/>
                    <a:gd name="T21" fmla="*/ 21 h 21"/>
                    <a:gd name="T22" fmla="*/ 5 w 16"/>
                    <a:gd name="T23" fmla="*/ 21 h 21"/>
                    <a:gd name="T24" fmla="*/ 14 w 16"/>
                    <a:gd name="T25" fmla="*/ 17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1">
                      <a:moveTo>
                        <a:pt x="14" y="17"/>
                      </a:moveTo>
                      <a:cubicBezTo>
                        <a:pt x="14" y="15"/>
                        <a:pt x="16" y="13"/>
                        <a:pt x="16" y="12"/>
                      </a:cubicBezTo>
                      <a:cubicBezTo>
                        <a:pt x="16" y="11"/>
                        <a:pt x="12" y="7"/>
                        <a:pt x="11" y="5"/>
                      </a:cubicBezTo>
                      <a:cubicBezTo>
                        <a:pt x="11" y="3"/>
                        <a:pt x="8" y="0"/>
                        <a:pt x="5" y="0"/>
                      </a:cubicBezTo>
                      <a:cubicBezTo>
                        <a:pt x="4" y="0"/>
                        <a:pt x="3" y="3"/>
                        <a:pt x="2" y="4"/>
                      </a:cubicBezTo>
                      <a:cubicBezTo>
                        <a:pt x="2" y="5"/>
                        <a:pt x="2" y="5"/>
                        <a:pt x="2" y="5"/>
                      </a:cubicBezTo>
                      <a:cubicBezTo>
                        <a:pt x="2" y="8"/>
                        <a:pt x="2" y="8"/>
                        <a:pt x="2" y="8"/>
                      </a:cubicBezTo>
                      <a:cubicBezTo>
                        <a:pt x="2" y="9"/>
                        <a:pt x="2" y="9"/>
                        <a:pt x="2" y="9"/>
                      </a:cubicBezTo>
                      <a:cubicBezTo>
                        <a:pt x="1" y="11"/>
                        <a:pt x="0" y="14"/>
                        <a:pt x="0" y="17"/>
                      </a:cubicBezTo>
                      <a:cubicBezTo>
                        <a:pt x="0" y="19"/>
                        <a:pt x="1" y="20"/>
                        <a:pt x="3" y="21"/>
                      </a:cubicBezTo>
                      <a:cubicBezTo>
                        <a:pt x="4" y="21"/>
                        <a:pt x="4" y="21"/>
                        <a:pt x="4" y="21"/>
                      </a:cubicBezTo>
                      <a:cubicBezTo>
                        <a:pt x="5" y="21"/>
                        <a:pt x="5" y="21"/>
                        <a:pt x="5" y="21"/>
                      </a:cubicBezTo>
                      <a:cubicBezTo>
                        <a:pt x="7" y="21"/>
                        <a:pt x="11" y="17"/>
                        <a:pt x="14" y="17"/>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1" name="îṧļîḓé"/>
                <p:cNvSpPr/>
                <p:nvPr/>
              </p:nvSpPr>
              <p:spPr bwMode="auto">
                <a:xfrm>
                  <a:off x="5319713" y="3133725"/>
                  <a:ext cx="222250" cy="500063"/>
                </a:xfrm>
                <a:custGeom>
                  <a:avLst/>
                  <a:gdLst>
                    <a:gd name="T0" fmla="*/ 47 w 67"/>
                    <a:gd name="T1" fmla="*/ 96 h 150"/>
                    <a:gd name="T2" fmla="*/ 51 w 67"/>
                    <a:gd name="T3" fmla="*/ 96 h 150"/>
                    <a:gd name="T4" fmla="*/ 46 w 67"/>
                    <a:gd name="T5" fmla="*/ 114 h 150"/>
                    <a:gd name="T6" fmla="*/ 42 w 67"/>
                    <a:gd name="T7" fmla="*/ 113 h 150"/>
                    <a:gd name="T8" fmla="*/ 39 w 67"/>
                    <a:gd name="T9" fmla="*/ 108 h 150"/>
                    <a:gd name="T10" fmla="*/ 21 w 67"/>
                    <a:gd name="T11" fmla="*/ 78 h 150"/>
                    <a:gd name="T12" fmla="*/ 29 w 67"/>
                    <a:gd name="T13" fmla="*/ 73 h 150"/>
                    <a:gd name="T14" fmla="*/ 32 w 67"/>
                    <a:gd name="T15" fmla="*/ 74 h 150"/>
                    <a:gd name="T16" fmla="*/ 32 w 67"/>
                    <a:gd name="T17" fmla="*/ 77 h 150"/>
                    <a:gd name="T18" fmla="*/ 32 w 67"/>
                    <a:gd name="T19" fmla="*/ 79 h 150"/>
                    <a:gd name="T20" fmla="*/ 21 w 67"/>
                    <a:gd name="T21" fmla="*/ 78 h 150"/>
                    <a:gd name="T22" fmla="*/ 53 w 67"/>
                    <a:gd name="T23" fmla="*/ 118 h 150"/>
                    <a:gd name="T24" fmla="*/ 66 w 67"/>
                    <a:gd name="T25" fmla="*/ 108 h 150"/>
                    <a:gd name="T26" fmla="*/ 60 w 67"/>
                    <a:gd name="T27" fmla="*/ 98 h 150"/>
                    <a:gd name="T28" fmla="*/ 51 w 67"/>
                    <a:gd name="T29" fmla="*/ 82 h 150"/>
                    <a:gd name="T30" fmla="*/ 47 w 67"/>
                    <a:gd name="T31" fmla="*/ 71 h 150"/>
                    <a:gd name="T32" fmla="*/ 60 w 67"/>
                    <a:gd name="T33" fmla="*/ 58 h 150"/>
                    <a:gd name="T34" fmla="*/ 53 w 67"/>
                    <a:gd name="T35" fmla="*/ 52 h 150"/>
                    <a:gd name="T36" fmla="*/ 44 w 67"/>
                    <a:gd name="T37" fmla="*/ 50 h 150"/>
                    <a:gd name="T38" fmla="*/ 48 w 67"/>
                    <a:gd name="T39" fmla="*/ 38 h 150"/>
                    <a:gd name="T40" fmla="*/ 66 w 67"/>
                    <a:gd name="T41" fmla="*/ 17 h 150"/>
                    <a:gd name="T42" fmla="*/ 66 w 67"/>
                    <a:gd name="T43" fmla="*/ 13 h 150"/>
                    <a:gd name="T44" fmla="*/ 56 w 67"/>
                    <a:gd name="T45" fmla="*/ 1 h 150"/>
                    <a:gd name="T46" fmla="*/ 55 w 67"/>
                    <a:gd name="T47" fmla="*/ 7 h 150"/>
                    <a:gd name="T48" fmla="*/ 50 w 67"/>
                    <a:gd name="T49" fmla="*/ 18 h 150"/>
                    <a:gd name="T50" fmla="*/ 42 w 67"/>
                    <a:gd name="T51" fmla="*/ 15 h 150"/>
                    <a:gd name="T52" fmla="*/ 40 w 67"/>
                    <a:gd name="T53" fmla="*/ 15 h 150"/>
                    <a:gd name="T54" fmla="*/ 41 w 67"/>
                    <a:gd name="T55" fmla="*/ 26 h 150"/>
                    <a:gd name="T56" fmla="*/ 41 w 67"/>
                    <a:gd name="T57" fmla="*/ 30 h 150"/>
                    <a:gd name="T58" fmla="*/ 37 w 67"/>
                    <a:gd name="T59" fmla="*/ 33 h 150"/>
                    <a:gd name="T60" fmla="*/ 30 w 67"/>
                    <a:gd name="T61" fmla="*/ 29 h 150"/>
                    <a:gd name="T62" fmla="*/ 9 w 67"/>
                    <a:gd name="T63" fmla="*/ 50 h 150"/>
                    <a:gd name="T64" fmla="*/ 4 w 67"/>
                    <a:gd name="T65" fmla="*/ 59 h 150"/>
                    <a:gd name="T66" fmla="*/ 23 w 67"/>
                    <a:gd name="T67" fmla="*/ 51 h 150"/>
                    <a:gd name="T68" fmla="*/ 30 w 67"/>
                    <a:gd name="T69" fmla="*/ 58 h 150"/>
                    <a:gd name="T70" fmla="*/ 26 w 67"/>
                    <a:gd name="T71" fmla="*/ 65 h 150"/>
                    <a:gd name="T72" fmla="*/ 19 w 67"/>
                    <a:gd name="T73" fmla="*/ 64 h 150"/>
                    <a:gd name="T74" fmla="*/ 16 w 67"/>
                    <a:gd name="T75" fmla="*/ 67 h 150"/>
                    <a:gd name="T76" fmla="*/ 16 w 67"/>
                    <a:gd name="T77" fmla="*/ 72 h 150"/>
                    <a:gd name="T78" fmla="*/ 3 w 67"/>
                    <a:gd name="T79" fmla="*/ 105 h 150"/>
                    <a:gd name="T80" fmla="*/ 6 w 67"/>
                    <a:gd name="T81" fmla="*/ 110 h 150"/>
                    <a:gd name="T82" fmla="*/ 9 w 67"/>
                    <a:gd name="T83" fmla="*/ 111 h 150"/>
                    <a:gd name="T84" fmla="*/ 24 w 67"/>
                    <a:gd name="T85" fmla="*/ 89 h 150"/>
                    <a:gd name="T86" fmla="*/ 32 w 67"/>
                    <a:gd name="T87" fmla="*/ 93 h 150"/>
                    <a:gd name="T88" fmla="*/ 32 w 67"/>
                    <a:gd name="T89" fmla="*/ 96 h 150"/>
                    <a:gd name="T90" fmla="*/ 29 w 67"/>
                    <a:gd name="T91" fmla="*/ 113 h 150"/>
                    <a:gd name="T92" fmla="*/ 29 w 67"/>
                    <a:gd name="T93" fmla="*/ 115 h 150"/>
                    <a:gd name="T94" fmla="*/ 22 w 67"/>
                    <a:gd name="T95" fmla="*/ 122 h 150"/>
                    <a:gd name="T96" fmla="*/ 10 w 67"/>
                    <a:gd name="T97" fmla="*/ 124 h 150"/>
                    <a:gd name="T98" fmla="*/ 15 w 67"/>
                    <a:gd name="T99" fmla="*/ 144 h 150"/>
                    <a:gd name="T100" fmla="*/ 17 w 67"/>
                    <a:gd name="T101" fmla="*/ 150 h 150"/>
                    <a:gd name="T102" fmla="*/ 38 w 67"/>
                    <a:gd name="T103" fmla="*/ 125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67" h="150">
                      <a:moveTo>
                        <a:pt x="39" y="107"/>
                      </a:moveTo>
                      <a:cubicBezTo>
                        <a:pt x="39" y="103"/>
                        <a:pt x="44" y="96"/>
                        <a:pt x="47" y="96"/>
                      </a:cubicBezTo>
                      <a:cubicBezTo>
                        <a:pt x="50" y="96"/>
                        <a:pt x="50" y="96"/>
                        <a:pt x="50" y="96"/>
                      </a:cubicBezTo>
                      <a:cubicBezTo>
                        <a:pt x="51" y="96"/>
                        <a:pt x="51" y="96"/>
                        <a:pt x="51" y="96"/>
                      </a:cubicBezTo>
                      <a:cubicBezTo>
                        <a:pt x="53" y="98"/>
                        <a:pt x="55" y="101"/>
                        <a:pt x="55" y="104"/>
                      </a:cubicBezTo>
                      <a:cubicBezTo>
                        <a:pt x="55" y="108"/>
                        <a:pt x="49" y="112"/>
                        <a:pt x="46" y="114"/>
                      </a:cubicBezTo>
                      <a:cubicBezTo>
                        <a:pt x="45" y="114"/>
                        <a:pt x="45" y="113"/>
                        <a:pt x="43" y="113"/>
                      </a:cubicBezTo>
                      <a:cubicBezTo>
                        <a:pt x="42" y="113"/>
                        <a:pt x="42" y="113"/>
                        <a:pt x="42" y="113"/>
                      </a:cubicBezTo>
                      <a:cubicBezTo>
                        <a:pt x="39" y="109"/>
                        <a:pt x="39" y="109"/>
                        <a:pt x="39" y="109"/>
                      </a:cubicBezTo>
                      <a:cubicBezTo>
                        <a:pt x="39" y="108"/>
                        <a:pt x="39" y="108"/>
                        <a:pt x="39" y="108"/>
                      </a:cubicBezTo>
                      <a:cubicBezTo>
                        <a:pt x="39" y="107"/>
                        <a:pt x="39" y="107"/>
                        <a:pt x="39" y="107"/>
                      </a:cubicBezTo>
                      <a:close/>
                      <a:moveTo>
                        <a:pt x="21" y="78"/>
                      </a:moveTo>
                      <a:cubicBezTo>
                        <a:pt x="21" y="77"/>
                        <a:pt x="25" y="73"/>
                        <a:pt x="26" y="73"/>
                      </a:cubicBezTo>
                      <a:cubicBezTo>
                        <a:pt x="27" y="73"/>
                        <a:pt x="27" y="73"/>
                        <a:pt x="29" y="73"/>
                      </a:cubicBezTo>
                      <a:cubicBezTo>
                        <a:pt x="30" y="73"/>
                        <a:pt x="30" y="73"/>
                        <a:pt x="30" y="73"/>
                      </a:cubicBezTo>
                      <a:cubicBezTo>
                        <a:pt x="32" y="74"/>
                        <a:pt x="32" y="74"/>
                        <a:pt x="32" y="74"/>
                      </a:cubicBezTo>
                      <a:cubicBezTo>
                        <a:pt x="32" y="76"/>
                        <a:pt x="32" y="76"/>
                        <a:pt x="32" y="76"/>
                      </a:cubicBezTo>
                      <a:cubicBezTo>
                        <a:pt x="32" y="77"/>
                        <a:pt x="32" y="77"/>
                        <a:pt x="32" y="77"/>
                      </a:cubicBezTo>
                      <a:cubicBezTo>
                        <a:pt x="32" y="78"/>
                        <a:pt x="32" y="78"/>
                        <a:pt x="32" y="78"/>
                      </a:cubicBezTo>
                      <a:cubicBezTo>
                        <a:pt x="32" y="79"/>
                        <a:pt x="32" y="79"/>
                        <a:pt x="32" y="79"/>
                      </a:cubicBezTo>
                      <a:cubicBezTo>
                        <a:pt x="31" y="82"/>
                        <a:pt x="29" y="83"/>
                        <a:pt x="25" y="83"/>
                      </a:cubicBezTo>
                      <a:cubicBezTo>
                        <a:pt x="23" y="83"/>
                        <a:pt x="21" y="81"/>
                        <a:pt x="21" y="78"/>
                      </a:cubicBezTo>
                      <a:close/>
                      <a:moveTo>
                        <a:pt x="38" y="125"/>
                      </a:moveTo>
                      <a:cubicBezTo>
                        <a:pt x="43" y="122"/>
                        <a:pt x="47" y="120"/>
                        <a:pt x="53" y="118"/>
                      </a:cubicBezTo>
                      <a:cubicBezTo>
                        <a:pt x="57" y="116"/>
                        <a:pt x="57" y="116"/>
                        <a:pt x="60" y="114"/>
                      </a:cubicBezTo>
                      <a:cubicBezTo>
                        <a:pt x="64" y="111"/>
                        <a:pt x="63" y="110"/>
                        <a:pt x="66" y="108"/>
                      </a:cubicBezTo>
                      <a:cubicBezTo>
                        <a:pt x="67" y="104"/>
                        <a:pt x="67" y="104"/>
                        <a:pt x="67" y="104"/>
                      </a:cubicBezTo>
                      <a:cubicBezTo>
                        <a:pt x="64" y="100"/>
                        <a:pt x="64" y="101"/>
                        <a:pt x="60" y="98"/>
                      </a:cubicBezTo>
                      <a:cubicBezTo>
                        <a:pt x="58" y="96"/>
                        <a:pt x="55" y="95"/>
                        <a:pt x="54" y="92"/>
                      </a:cubicBezTo>
                      <a:cubicBezTo>
                        <a:pt x="53" y="88"/>
                        <a:pt x="53" y="84"/>
                        <a:pt x="51" y="82"/>
                      </a:cubicBezTo>
                      <a:cubicBezTo>
                        <a:pt x="49" y="79"/>
                        <a:pt x="47" y="77"/>
                        <a:pt x="47" y="73"/>
                      </a:cubicBezTo>
                      <a:cubicBezTo>
                        <a:pt x="47" y="72"/>
                        <a:pt x="47" y="72"/>
                        <a:pt x="47" y="71"/>
                      </a:cubicBezTo>
                      <a:cubicBezTo>
                        <a:pt x="49" y="67"/>
                        <a:pt x="47" y="67"/>
                        <a:pt x="53" y="64"/>
                      </a:cubicBezTo>
                      <a:cubicBezTo>
                        <a:pt x="55" y="64"/>
                        <a:pt x="60" y="60"/>
                        <a:pt x="60" y="58"/>
                      </a:cubicBezTo>
                      <a:cubicBezTo>
                        <a:pt x="60" y="55"/>
                        <a:pt x="60" y="55"/>
                        <a:pt x="60" y="55"/>
                      </a:cubicBezTo>
                      <a:cubicBezTo>
                        <a:pt x="60" y="53"/>
                        <a:pt x="56" y="51"/>
                        <a:pt x="53" y="52"/>
                      </a:cubicBezTo>
                      <a:cubicBezTo>
                        <a:pt x="47" y="52"/>
                        <a:pt x="47" y="52"/>
                        <a:pt x="47" y="52"/>
                      </a:cubicBezTo>
                      <a:cubicBezTo>
                        <a:pt x="46" y="52"/>
                        <a:pt x="45" y="51"/>
                        <a:pt x="44" y="50"/>
                      </a:cubicBezTo>
                      <a:cubicBezTo>
                        <a:pt x="44" y="47"/>
                        <a:pt x="44" y="47"/>
                        <a:pt x="44" y="47"/>
                      </a:cubicBezTo>
                      <a:cubicBezTo>
                        <a:pt x="44" y="44"/>
                        <a:pt x="47" y="41"/>
                        <a:pt x="48" y="38"/>
                      </a:cubicBezTo>
                      <a:cubicBezTo>
                        <a:pt x="49" y="34"/>
                        <a:pt x="50" y="33"/>
                        <a:pt x="53" y="30"/>
                      </a:cubicBezTo>
                      <a:cubicBezTo>
                        <a:pt x="56" y="27"/>
                        <a:pt x="66" y="22"/>
                        <a:pt x="66" y="17"/>
                      </a:cubicBezTo>
                      <a:cubicBezTo>
                        <a:pt x="66" y="14"/>
                        <a:pt x="66" y="14"/>
                        <a:pt x="66" y="14"/>
                      </a:cubicBezTo>
                      <a:cubicBezTo>
                        <a:pt x="66" y="13"/>
                        <a:pt x="66" y="13"/>
                        <a:pt x="66" y="13"/>
                      </a:cubicBezTo>
                      <a:cubicBezTo>
                        <a:pt x="65" y="10"/>
                        <a:pt x="62" y="0"/>
                        <a:pt x="58" y="0"/>
                      </a:cubicBezTo>
                      <a:cubicBezTo>
                        <a:pt x="57" y="0"/>
                        <a:pt x="57" y="0"/>
                        <a:pt x="56" y="1"/>
                      </a:cubicBezTo>
                      <a:cubicBezTo>
                        <a:pt x="56" y="3"/>
                        <a:pt x="55" y="3"/>
                        <a:pt x="55" y="5"/>
                      </a:cubicBezTo>
                      <a:cubicBezTo>
                        <a:pt x="55" y="7"/>
                        <a:pt x="55" y="7"/>
                        <a:pt x="55" y="7"/>
                      </a:cubicBezTo>
                      <a:cubicBezTo>
                        <a:pt x="55" y="11"/>
                        <a:pt x="53" y="15"/>
                        <a:pt x="51" y="18"/>
                      </a:cubicBezTo>
                      <a:cubicBezTo>
                        <a:pt x="50" y="18"/>
                        <a:pt x="50" y="18"/>
                        <a:pt x="50" y="18"/>
                      </a:cubicBezTo>
                      <a:cubicBezTo>
                        <a:pt x="48" y="18"/>
                        <a:pt x="48" y="18"/>
                        <a:pt x="47" y="19"/>
                      </a:cubicBezTo>
                      <a:cubicBezTo>
                        <a:pt x="42" y="15"/>
                        <a:pt x="42" y="15"/>
                        <a:pt x="42" y="15"/>
                      </a:cubicBezTo>
                      <a:cubicBezTo>
                        <a:pt x="41" y="15"/>
                        <a:pt x="41" y="15"/>
                        <a:pt x="41" y="15"/>
                      </a:cubicBezTo>
                      <a:cubicBezTo>
                        <a:pt x="40" y="15"/>
                        <a:pt x="40" y="15"/>
                        <a:pt x="40" y="15"/>
                      </a:cubicBezTo>
                      <a:cubicBezTo>
                        <a:pt x="39" y="15"/>
                        <a:pt x="38" y="16"/>
                        <a:pt x="38" y="17"/>
                      </a:cubicBezTo>
                      <a:cubicBezTo>
                        <a:pt x="38" y="19"/>
                        <a:pt x="41" y="22"/>
                        <a:pt x="41" y="26"/>
                      </a:cubicBezTo>
                      <a:cubicBezTo>
                        <a:pt x="41" y="29"/>
                        <a:pt x="41" y="29"/>
                        <a:pt x="41" y="29"/>
                      </a:cubicBezTo>
                      <a:cubicBezTo>
                        <a:pt x="41" y="30"/>
                        <a:pt x="41" y="30"/>
                        <a:pt x="41" y="30"/>
                      </a:cubicBezTo>
                      <a:cubicBezTo>
                        <a:pt x="38" y="33"/>
                        <a:pt x="38" y="33"/>
                        <a:pt x="38" y="33"/>
                      </a:cubicBezTo>
                      <a:cubicBezTo>
                        <a:pt x="37" y="33"/>
                        <a:pt x="37" y="33"/>
                        <a:pt x="37" y="33"/>
                      </a:cubicBezTo>
                      <a:cubicBezTo>
                        <a:pt x="35" y="33"/>
                        <a:pt x="35" y="34"/>
                        <a:pt x="34" y="34"/>
                      </a:cubicBezTo>
                      <a:cubicBezTo>
                        <a:pt x="32" y="33"/>
                        <a:pt x="31" y="31"/>
                        <a:pt x="30" y="29"/>
                      </a:cubicBezTo>
                      <a:cubicBezTo>
                        <a:pt x="24" y="29"/>
                        <a:pt x="30" y="41"/>
                        <a:pt x="19" y="45"/>
                      </a:cubicBezTo>
                      <a:cubicBezTo>
                        <a:pt x="16" y="46"/>
                        <a:pt x="12" y="48"/>
                        <a:pt x="9" y="50"/>
                      </a:cubicBezTo>
                      <a:cubicBezTo>
                        <a:pt x="6" y="51"/>
                        <a:pt x="1" y="53"/>
                        <a:pt x="0" y="55"/>
                      </a:cubicBezTo>
                      <a:cubicBezTo>
                        <a:pt x="1" y="58"/>
                        <a:pt x="1" y="57"/>
                        <a:pt x="4" y="59"/>
                      </a:cubicBezTo>
                      <a:cubicBezTo>
                        <a:pt x="6" y="59"/>
                        <a:pt x="6" y="59"/>
                        <a:pt x="6" y="59"/>
                      </a:cubicBezTo>
                      <a:cubicBezTo>
                        <a:pt x="10" y="59"/>
                        <a:pt x="20" y="51"/>
                        <a:pt x="23" y="51"/>
                      </a:cubicBezTo>
                      <a:cubicBezTo>
                        <a:pt x="25" y="51"/>
                        <a:pt x="24" y="51"/>
                        <a:pt x="27" y="52"/>
                      </a:cubicBezTo>
                      <a:cubicBezTo>
                        <a:pt x="29" y="54"/>
                        <a:pt x="29" y="55"/>
                        <a:pt x="30" y="58"/>
                      </a:cubicBezTo>
                      <a:cubicBezTo>
                        <a:pt x="30" y="59"/>
                        <a:pt x="30" y="59"/>
                        <a:pt x="30" y="59"/>
                      </a:cubicBezTo>
                      <a:cubicBezTo>
                        <a:pt x="30" y="62"/>
                        <a:pt x="28" y="64"/>
                        <a:pt x="26" y="65"/>
                      </a:cubicBezTo>
                      <a:cubicBezTo>
                        <a:pt x="21" y="64"/>
                        <a:pt x="21" y="64"/>
                        <a:pt x="21" y="64"/>
                      </a:cubicBezTo>
                      <a:cubicBezTo>
                        <a:pt x="20" y="64"/>
                        <a:pt x="20" y="64"/>
                        <a:pt x="19" y="64"/>
                      </a:cubicBezTo>
                      <a:cubicBezTo>
                        <a:pt x="18" y="64"/>
                        <a:pt x="18" y="64"/>
                        <a:pt x="18" y="64"/>
                      </a:cubicBezTo>
                      <a:cubicBezTo>
                        <a:pt x="16" y="67"/>
                        <a:pt x="16" y="67"/>
                        <a:pt x="16" y="67"/>
                      </a:cubicBezTo>
                      <a:cubicBezTo>
                        <a:pt x="16" y="68"/>
                        <a:pt x="16" y="68"/>
                        <a:pt x="16" y="68"/>
                      </a:cubicBezTo>
                      <a:cubicBezTo>
                        <a:pt x="16" y="72"/>
                        <a:pt x="16" y="72"/>
                        <a:pt x="16" y="72"/>
                      </a:cubicBezTo>
                      <a:cubicBezTo>
                        <a:pt x="16" y="78"/>
                        <a:pt x="13" y="85"/>
                        <a:pt x="11" y="90"/>
                      </a:cubicBezTo>
                      <a:cubicBezTo>
                        <a:pt x="9" y="94"/>
                        <a:pt x="3" y="100"/>
                        <a:pt x="3" y="105"/>
                      </a:cubicBezTo>
                      <a:cubicBezTo>
                        <a:pt x="3" y="106"/>
                        <a:pt x="4" y="109"/>
                        <a:pt x="5" y="110"/>
                      </a:cubicBezTo>
                      <a:cubicBezTo>
                        <a:pt x="6" y="110"/>
                        <a:pt x="6" y="110"/>
                        <a:pt x="6" y="110"/>
                      </a:cubicBezTo>
                      <a:cubicBezTo>
                        <a:pt x="7" y="110"/>
                        <a:pt x="7" y="110"/>
                        <a:pt x="7" y="110"/>
                      </a:cubicBezTo>
                      <a:cubicBezTo>
                        <a:pt x="9" y="110"/>
                        <a:pt x="8" y="110"/>
                        <a:pt x="9" y="111"/>
                      </a:cubicBezTo>
                      <a:cubicBezTo>
                        <a:pt x="11" y="109"/>
                        <a:pt x="15" y="101"/>
                        <a:pt x="15" y="98"/>
                      </a:cubicBezTo>
                      <a:cubicBezTo>
                        <a:pt x="17" y="94"/>
                        <a:pt x="20" y="89"/>
                        <a:pt x="24" y="89"/>
                      </a:cubicBezTo>
                      <a:cubicBezTo>
                        <a:pt x="25" y="89"/>
                        <a:pt x="25" y="89"/>
                        <a:pt x="26" y="88"/>
                      </a:cubicBezTo>
                      <a:cubicBezTo>
                        <a:pt x="28" y="90"/>
                        <a:pt x="32" y="90"/>
                        <a:pt x="32" y="93"/>
                      </a:cubicBezTo>
                      <a:cubicBezTo>
                        <a:pt x="32" y="94"/>
                        <a:pt x="32" y="94"/>
                        <a:pt x="32" y="94"/>
                      </a:cubicBezTo>
                      <a:cubicBezTo>
                        <a:pt x="32" y="96"/>
                        <a:pt x="32" y="96"/>
                        <a:pt x="32" y="96"/>
                      </a:cubicBezTo>
                      <a:cubicBezTo>
                        <a:pt x="28" y="102"/>
                        <a:pt x="25" y="101"/>
                        <a:pt x="23" y="104"/>
                      </a:cubicBezTo>
                      <a:cubicBezTo>
                        <a:pt x="26" y="109"/>
                        <a:pt x="27" y="108"/>
                        <a:pt x="29" y="113"/>
                      </a:cubicBezTo>
                      <a:cubicBezTo>
                        <a:pt x="29" y="114"/>
                        <a:pt x="29" y="114"/>
                        <a:pt x="29" y="114"/>
                      </a:cubicBezTo>
                      <a:cubicBezTo>
                        <a:pt x="29" y="115"/>
                        <a:pt x="29" y="115"/>
                        <a:pt x="29" y="115"/>
                      </a:cubicBezTo>
                      <a:cubicBezTo>
                        <a:pt x="29" y="116"/>
                        <a:pt x="29" y="116"/>
                        <a:pt x="29" y="116"/>
                      </a:cubicBezTo>
                      <a:cubicBezTo>
                        <a:pt x="28" y="119"/>
                        <a:pt x="26" y="123"/>
                        <a:pt x="22" y="122"/>
                      </a:cubicBezTo>
                      <a:cubicBezTo>
                        <a:pt x="15" y="122"/>
                        <a:pt x="15" y="122"/>
                        <a:pt x="15" y="122"/>
                      </a:cubicBezTo>
                      <a:cubicBezTo>
                        <a:pt x="14" y="122"/>
                        <a:pt x="11" y="124"/>
                        <a:pt x="10" y="124"/>
                      </a:cubicBezTo>
                      <a:cubicBezTo>
                        <a:pt x="13" y="127"/>
                        <a:pt x="23" y="129"/>
                        <a:pt x="23" y="133"/>
                      </a:cubicBezTo>
                      <a:cubicBezTo>
                        <a:pt x="23" y="137"/>
                        <a:pt x="18" y="142"/>
                        <a:pt x="15" y="144"/>
                      </a:cubicBezTo>
                      <a:cubicBezTo>
                        <a:pt x="15" y="150"/>
                        <a:pt x="15" y="150"/>
                        <a:pt x="15" y="150"/>
                      </a:cubicBezTo>
                      <a:cubicBezTo>
                        <a:pt x="17" y="150"/>
                        <a:pt x="17" y="150"/>
                        <a:pt x="17" y="150"/>
                      </a:cubicBezTo>
                      <a:cubicBezTo>
                        <a:pt x="20" y="150"/>
                        <a:pt x="27" y="141"/>
                        <a:pt x="29" y="139"/>
                      </a:cubicBezTo>
                      <a:cubicBezTo>
                        <a:pt x="33" y="135"/>
                        <a:pt x="34" y="129"/>
                        <a:pt x="38" y="12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2" name="iSļïḑé"/>
                <p:cNvSpPr/>
                <p:nvPr/>
              </p:nvSpPr>
              <p:spPr bwMode="auto">
                <a:xfrm>
                  <a:off x="4422776" y="3106738"/>
                  <a:ext cx="412750" cy="596900"/>
                </a:xfrm>
                <a:custGeom>
                  <a:avLst/>
                  <a:gdLst>
                    <a:gd name="T0" fmla="*/ 63 w 125"/>
                    <a:gd name="T1" fmla="*/ 83 h 179"/>
                    <a:gd name="T2" fmla="*/ 69 w 125"/>
                    <a:gd name="T3" fmla="*/ 84 h 179"/>
                    <a:gd name="T4" fmla="*/ 71 w 125"/>
                    <a:gd name="T5" fmla="*/ 95 h 179"/>
                    <a:gd name="T6" fmla="*/ 56 w 125"/>
                    <a:gd name="T7" fmla="*/ 91 h 179"/>
                    <a:gd name="T8" fmla="*/ 77 w 125"/>
                    <a:gd name="T9" fmla="*/ 77 h 179"/>
                    <a:gd name="T10" fmla="*/ 90 w 125"/>
                    <a:gd name="T11" fmla="*/ 82 h 179"/>
                    <a:gd name="T12" fmla="*/ 93 w 125"/>
                    <a:gd name="T13" fmla="*/ 96 h 179"/>
                    <a:gd name="T14" fmla="*/ 88 w 125"/>
                    <a:gd name="T15" fmla="*/ 106 h 179"/>
                    <a:gd name="T16" fmla="*/ 75 w 125"/>
                    <a:gd name="T17" fmla="*/ 89 h 179"/>
                    <a:gd name="T18" fmla="*/ 91 w 125"/>
                    <a:gd name="T19" fmla="*/ 29 h 179"/>
                    <a:gd name="T20" fmla="*/ 95 w 125"/>
                    <a:gd name="T21" fmla="*/ 4 h 179"/>
                    <a:gd name="T22" fmla="*/ 92 w 125"/>
                    <a:gd name="T23" fmla="*/ 0 h 179"/>
                    <a:gd name="T24" fmla="*/ 86 w 125"/>
                    <a:gd name="T25" fmla="*/ 0 h 179"/>
                    <a:gd name="T26" fmla="*/ 80 w 125"/>
                    <a:gd name="T27" fmla="*/ 7 h 179"/>
                    <a:gd name="T28" fmla="*/ 83 w 125"/>
                    <a:gd name="T29" fmla="*/ 30 h 179"/>
                    <a:gd name="T30" fmla="*/ 86 w 125"/>
                    <a:gd name="T31" fmla="*/ 50 h 179"/>
                    <a:gd name="T32" fmla="*/ 46 w 125"/>
                    <a:gd name="T33" fmla="*/ 84 h 179"/>
                    <a:gd name="T34" fmla="*/ 0 w 125"/>
                    <a:gd name="T35" fmla="*/ 99 h 179"/>
                    <a:gd name="T36" fmla="*/ 13 w 125"/>
                    <a:gd name="T37" fmla="*/ 108 h 179"/>
                    <a:gd name="T38" fmla="*/ 30 w 125"/>
                    <a:gd name="T39" fmla="*/ 100 h 179"/>
                    <a:gd name="T40" fmla="*/ 47 w 125"/>
                    <a:gd name="T41" fmla="*/ 92 h 179"/>
                    <a:gd name="T42" fmla="*/ 51 w 125"/>
                    <a:gd name="T43" fmla="*/ 109 h 179"/>
                    <a:gd name="T44" fmla="*/ 50 w 125"/>
                    <a:gd name="T45" fmla="*/ 118 h 179"/>
                    <a:gd name="T46" fmla="*/ 54 w 125"/>
                    <a:gd name="T47" fmla="*/ 125 h 179"/>
                    <a:gd name="T48" fmla="*/ 62 w 125"/>
                    <a:gd name="T49" fmla="*/ 119 h 179"/>
                    <a:gd name="T50" fmla="*/ 62 w 125"/>
                    <a:gd name="T51" fmla="*/ 113 h 179"/>
                    <a:gd name="T52" fmla="*/ 78 w 125"/>
                    <a:gd name="T53" fmla="*/ 111 h 179"/>
                    <a:gd name="T54" fmla="*/ 78 w 125"/>
                    <a:gd name="T55" fmla="*/ 113 h 179"/>
                    <a:gd name="T56" fmla="*/ 78 w 125"/>
                    <a:gd name="T57" fmla="*/ 118 h 179"/>
                    <a:gd name="T58" fmla="*/ 46 w 125"/>
                    <a:gd name="T59" fmla="*/ 147 h 179"/>
                    <a:gd name="T60" fmla="*/ 28 w 125"/>
                    <a:gd name="T61" fmla="*/ 158 h 179"/>
                    <a:gd name="T62" fmla="*/ 1 w 125"/>
                    <a:gd name="T63" fmla="*/ 170 h 179"/>
                    <a:gd name="T64" fmla="*/ 14 w 125"/>
                    <a:gd name="T65" fmla="*/ 178 h 179"/>
                    <a:gd name="T66" fmla="*/ 20 w 125"/>
                    <a:gd name="T67" fmla="*/ 179 h 179"/>
                    <a:gd name="T68" fmla="*/ 22 w 125"/>
                    <a:gd name="T69" fmla="*/ 179 h 179"/>
                    <a:gd name="T70" fmla="*/ 38 w 125"/>
                    <a:gd name="T71" fmla="*/ 169 h 179"/>
                    <a:gd name="T72" fmla="*/ 61 w 125"/>
                    <a:gd name="T73" fmla="*/ 150 h 179"/>
                    <a:gd name="T74" fmla="*/ 79 w 125"/>
                    <a:gd name="T75" fmla="*/ 135 h 179"/>
                    <a:gd name="T76" fmla="*/ 96 w 125"/>
                    <a:gd name="T77" fmla="*/ 119 h 179"/>
                    <a:gd name="T78" fmla="*/ 106 w 125"/>
                    <a:gd name="T79" fmla="*/ 149 h 179"/>
                    <a:gd name="T80" fmla="*/ 125 w 125"/>
                    <a:gd name="T81" fmla="*/ 152 h 179"/>
                    <a:gd name="T82" fmla="*/ 116 w 125"/>
                    <a:gd name="T83" fmla="*/ 120 h 179"/>
                    <a:gd name="T84" fmla="*/ 115 w 125"/>
                    <a:gd name="T85" fmla="*/ 125 h 179"/>
                    <a:gd name="T86" fmla="*/ 109 w 125"/>
                    <a:gd name="T87" fmla="*/ 129 h 179"/>
                    <a:gd name="T88" fmla="*/ 97 w 125"/>
                    <a:gd name="T89" fmla="*/ 92 h 179"/>
                    <a:gd name="T90" fmla="*/ 94 w 125"/>
                    <a:gd name="T91" fmla="*/ 76 h 179"/>
                    <a:gd name="T92" fmla="*/ 110 w 125"/>
                    <a:gd name="T93" fmla="*/ 60 h 179"/>
                    <a:gd name="T94" fmla="*/ 105 w 125"/>
                    <a:gd name="T95" fmla="*/ 57 h 179"/>
                    <a:gd name="T96" fmla="*/ 101 w 125"/>
                    <a:gd name="T97" fmla="*/ 59 h 179"/>
                    <a:gd name="T98" fmla="*/ 91 w 125"/>
                    <a:gd name="T99" fmla="*/ 54 h 179"/>
                    <a:gd name="T100" fmla="*/ 91 w 125"/>
                    <a:gd name="T101" fmla="*/ 29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25" h="179">
                      <a:moveTo>
                        <a:pt x="56" y="91"/>
                      </a:moveTo>
                      <a:cubicBezTo>
                        <a:pt x="56" y="87"/>
                        <a:pt x="60" y="85"/>
                        <a:pt x="63" y="83"/>
                      </a:cubicBezTo>
                      <a:cubicBezTo>
                        <a:pt x="64" y="83"/>
                        <a:pt x="64" y="83"/>
                        <a:pt x="64" y="83"/>
                      </a:cubicBezTo>
                      <a:cubicBezTo>
                        <a:pt x="67" y="83"/>
                        <a:pt x="67" y="84"/>
                        <a:pt x="69" y="84"/>
                      </a:cubicBezTo>
                      <a:cubicBezTo>
                        <a:pt x="71" y="94"/>
                        <a:pt x="71" y="94"/>
                        <a:pt x="71" y="94"/>
                      </a:cubicBezTo>
                      <a:cubicBezTo>
                        <a:pt x="71" y="95"/>
                        <a:pt x="71" y="95"/>
                        <a:pt x="71" y="95"/>
                      </a:cubicBezTo>
                      <a:cubicBezTo>
                        <a:pt x="68" y="100"/>
                        <a:pt x="68" y="99"/>
                        <a:pt x="63" y="101"/>
                      </a:cubicBezTo>
                      <a:cubicBezTo>
                        <a:pt x="61" y="99"/>
                        <a:pt x="56" y="95"/>
                        <a:pt x="56" y="91"/>
                      </a:cubicBezTo>
                      <a:close/>
                      <a:moveTo>
                        <a:pt x="72" y="83"/>
                      </a:moveTo>
                      <a:cubicBezTo>
                        <a:pt x="74" y="79"/>
                        <a:pt x="73" y="79"/>
                        <a:pt x="77" y="77"/>
                      </a:cubicBezTo>
                      <a:cubicBezTo>
                        <a:pt x="79" y="75"/>
                        <a:pt x="82" y="75"/>
                        <a:pt x="83" y="73"/>
                      </a:cubicBezTo>
                      <a:cubicBezTo>
                        <a:pt x="88" y="76"/>
                        <a:pt x="89" y="76"/>
                        <a:pt x="90" y="82"/>
                      </a:cubicBezTo>
                      <a:cubicBezTo>
                        <a:pt x="92" y="95"/>
                        <a:pt x="92" y="95"/>
                        <a:pt x="92" y="95"/>
                      </a:cubicBezTo>
                      <a:cubicBezTo>
                        <a:pt x="93" y="96"/>
                        <a:pt x="93" y="96"/>
                        <a:pt x="93" y="96"/>
                      </a:cubicBezTo>
                      <a:cubicBezTo>
                        <a:pt x="94" y="99"/>
                        <a:pt x="94" y="99"/>
                        <a:pt x="94" y="99"/>
                      </a:cubicBezTo>
                      <a:cubicBezTo>
                        <a:pt x="91" y="105"/>
                        <a:pt x="93" y="103"/>
                        <a:pt x="88" y="106"/>
                      </a:cubicBezTo>
                      <a:cubicBezTo>
                        <a:pt x="83" y="101"/>
                        <a:pt x="82" y="101"/>
                        <a:pt x="79" y="95"/>
                      </a:cubicBezTo>
                      <a:cubicBezTo>
                        <a:pt x="77" y="93"/>
                        <a:pt x="77" y="91"/>
                        <a:pt x="75" y="89"/>
                      </a:cubicBezTo>
                      <a:cubicBezTo>
                        <a:pt x="73" y="87"/>
                        <a:pt x="73" y="86"/>
                        <a:pt x="72" y="83"/>
                      </a:cubicBezTo>
                      <a:close/>
                      <a:moveTo>
                        <a:pt x="91" y="29"/>
                      </a:moveTo>
                      <a:cubicBezTo>
                        <a:pt x="91" y="22"/>
                        <a:pt x="95" y="12"/>
                        <a:pt x="95" y="4"/>
                      </a:cubicBezTo>
                      <a:cubicBezTo>
                        <a:pt x="95" y="4"/>
                        <a:pt x="95" y="4"/>
                        <a:pt x="95" y="4"/>
                      </a:cubicBezTo>
                      <a:cubicBezTo>
                        <a:pt x="95" y="3"/>
                        <a:pt x="95" y="3"/>
                        <a:pt x="95" y="3"/>
                      </a:cubicBezTo>
                      <a:cubicBezTo>
                        <a:pt x="93" y="0"/>
                        <a:pt x="95" y="1"/>
                        <a:pt x="92" y="0"/>
                      </a:cubicBezTo>
                      <a:cubicBezTo>
                        <a:pt x="91" y="0"/>
                        <a:pt x="91" y="0"/>
                        <a:pt x="91" y="0"/>
                      </a:cubicBezTo>
                      <a:cubicBezTo>
                        <a:pt x="86" y="0"/>
                        <a:pt x="86" y="0"/>
                        <a:pt x="86" y="0"/>
                      </a:cubicBezTo>
                      <a:cubicBezTo>
                        <a:pt x="85" y="0"/>
                        <a:pt x="85" y="0"/>
                        <a:pt x="85" y="0"/>
                      </a:cubicBezTo>
                      <a:cubicBezTo>
                        <a:pt x="82" y="1"/>
                        <a:pt x="80" y="4"/>
                        <a:pt x="80" y="7"/>
                      </a:cubicBezTo>
                      <a:cubicBezTo>
                        <a:pt x="83" y="30"/>
                        <a:pt x="83" y="30"/>
                        <a:pt x="83" y="30"/>
                      </a:cubicBezTo>
                      <a:cubicBezTo>
                        <a:pt x="83" y="30"/>
                        <a:pt x="83" y="30"/>
                        <a:pt x="83" y="30"/>
                      </a:cubicBezTo>
                      <a:cubicBezTo>
                        <a:pt x="83" y="38"/>
                        <a:pt x="86" y="44"/>
                        <a:pt x="86" y="49"/>
                      </a:cubicBezTo>
                      <a:cubicBezTo>
                        <a:pt x="86" y="50"/>
                        <a:pt x="86" y="50"/>
                        <a:pt x="86" y="50"/>
                      </a:cubicBezTo>
                      <a:cubicBezTo>
                        <a:pt x="87" y="62"/>
                        <a:pt x="87" y="62"/>
                        <a:pt x="87" y="62"/>
                      </a:cubicBezTo>
                      <a:cubicBezTo>
                        <a:pt x="87" y="68"/>
                        <a:pt x="52" y="81"/>
                        <a:pt x="46" y="84"/>
                      </a:cubicBezTo>
                      <a:cubicBezTo>
                        <a:pt x="39" y="87"/>
                        <a:pt x="31" y="89"/>
                        <a:pt x="23" y="92"/>
                      </a:cubicBezTo>
                      <a:cubicBezTo>
                        <a:pt x="20" y="94"/>
                        <a:pt x="0" y="96"/>
                        <a:pt x="0" y="99"/>
                      </a:cubicBezTo>
                      <a:cubicBezTo>
                        <a:pt x="0" y="101"/>
                        <a:pt x="9" y="108"/>
                        <a:pt x="11" y="108"/>
                      </a:cubicBezTo>
                      <a:cubicBezTo>
                        <a:pt x="13" y="108"/>
                        <a:pt x="13" y="108"/>
                        <a:pt x="13" y="108"/>
                      </a:cubicBezTo>
                      <a:cubicBezTo>
                        <a:pt x="14" y="108"/>
                        <a:pt x="14" y="108"/>
                        <a:pt x="14" y="108"/>
                      </a:cubicBezTo>
                      <a:cubicBezTo>
                        <a:pt x="20" y="105"/>
                        <a:pt x="24" y="103"/>
                        <a:pt x="30" y="100"/>
                      </a:cubicBezTo>
                      <a:cubicBezTo>
                        <a:pt x="34" y="98"/>
                        <a:pt x="41" y="93"/>
                        <a:pt x="45" y="93"/>
                      </a:cubicBezTo>
                      <a:cubicBezTo>
                        <a:pt x="46" y="93"/>
                        <a:pt x="46" y="93"/>
                        <a:pt x="47" y="92"/>
                      </a:cubicBezTo>
                      <a:cubicBezTo>
                        <a:pt x="49" y="94"/>
                        <a:pt x="52" y="96"/>
                        <a:pt x="51" y="101"/>
                      </a:cubicBezTo>
                      <a:cubicBezTo>
                        <a:pt x="51" y="109"/>
                        <a:pt x="51" y="109"/>
                        <a:pt x="51" y="109"/>
                      </a:cubicBezTo>
                      <a:cubicBezTo>
                        <a:pt x="51" y="110"/>
                        <a:pt x="51" y="110"/>
                        <a:pt x="51" y="110"/>
                      </a:cubicBezTo>
                      <a:cubicBezTo>
                        <a:pt x="50" y="118"/>
                        <a:pt x="50" y="118"/>
                        <a:pt x="50" y="118"/>
                      </a:cubicBezTo>
                      <a:cubicBezTo>
                        <a:pt x="50" y="119"/>
                        <a:pt x="50" y="119"/>
                        <a:pt x="50" y="120"/>
                      </a:cubicBezTo>
                      <a:cubicBezTo>
                        <a:pt x="51" y="123"/>
                        <a:pt x="51" y="123"/>
                        <a:pt x="54" y="125"/>
                      </a:cubicBezTo>
                      <a:cubicBezTo>
                        <a:pt x="56" y="125"/>
                        <a:pt x="56" y="125"/>
                        <a:pt x="56" y="125"/>
                      </a:cubicBezTo>
                      <a:cubicBezTo>
                        <a:pt x="59" y="125"/>
                        <a:pt x="60" y="121"/>
                        <a:pt x="62" y="119"/>
                      </a:cubicBezTo>
                      <a:cubicBezTo>
                        <a:pt x="62" y="118"/>
                        <a:pt x="62" y="118"/>
                        <a:pt x="62" y="118"/>
                      </a:cubicBezTo>
                      <a:cubicBezTo>
                        <a:pt x="62" y="113"/>
                        <a:pt x="62" y="113"/>
                        <a:pt x="62" y="113"/>
                      </a:cubicBezTo>
                      <a:cubicBezTo>
                        <a:pt x="63" y="110"/>
                        <a:pt x="68" y="106"/>
                        <a:pt x="71" y="106"/>
                      </a:cubicBezTo>
                      <a:cubicBezTo>
                        <a:pt x="75" y="106"/>
                        <a:pt x="77" y="109"/>
                        <a:pt x="78" y="111"/>
                      </a:cubicBezTo>
                      <a:cubicBezTo>
                        <a:pt x="78" y="112"/>
                        <a:pt x="78" y="112"/>
                        <a:pt x="78" y="112"/>
                      </a:cubicBezTo>
                      <a:cubicBezTo>
                        <a:pt x="78" y="113"/>
                        <a:pt x="78" y="113"/>
                        <a:pt x="78" y="113"/>
                      </a:cubicBezTo>
                      <a:cubicBezTo>
                        <a:pt x="78" y="115"/>
                        <a:pt x="78" y="115"/>
                        <a:pt x="79" y="116"/>
                      </a:cubicBezTo>
                      <a:cubicBezTo>
                        <a:pt x="78" y="117"/>
                        <a:pt x="78" y="117"/>
                        <a:pt x="78" y="118"/>
                      </a:cubicBezTo>
                      <a:cubicBezTo>
                        <a:pt x="78" y="119"/>
                        <a:pt x="78" y="119"/>
                        <a:pt x="78" y="119"/>
                      </a:cubicBezTo>
                      <a:cubicBezTo>
                        <a:pt x="72" y="130"/>
                        <a:pt x="57" y="140"/>
                        <a:pt x="46" y="147"/>
                      </a:cubicBezTo>
                      <a:cubicBezTo>
                        <a:pt x="44" y="148"/>
                        <a:pt x="40" y="151"/>
                        <a:pt x="37" y="152"/>
                      </a:cubicBezTo>
                      <a:cubicBezTo>
                        <a:pt x="35" y="153"/>
                        <a:pt x="29" y="157"/>
                        <a:pt x="28" y="158"/>
                      </a:cubicBezTo>
                      <a:cubicBezTo>
                        <a:pt x="25" y="161"/>
                        <a:pt x="12" y="165"/>
                        <a:pt x="6" y="165"/>
                      </a:cubicBezTo>
                      <a:cubicBezTo>
                        <a:pt x="4" y="165"/>
                        <a:pt x="2" y="168"/>
                        <a:pt x="1" y="170"/>
                      </a:cubicBezTo>
                      <a:cubicBezTo>
                        <a:pt x="4" y="171"/>
                        <a:pt x="4" y="173"/>
                        <a:pt x="7" y="175"/>
                      </a:cubicBezTo>
                      <a:cubicBezTo>
                        <a:pt x="10" y="176"/>
                        <a:pt x="12" y="176"/>
                        <a:pt x="14" y="178"/>
                      </a:cubicBezTo>
                      <a:cubicBezTo>
                        <a:pt x="18" y="179"/>
                        <a:pt x="18" y="179"/>
                        <a:pt x="18" y="179"/>
                      </a:cubicBezTo>
                      <a:cubicBezTo>
                        <a:pt x="20" y="179"/>
                        <a:pt x="18" y="179"/>
                        <a:pt x="20" y="179"/>
                      </a:cubicBezTo>
                      <a:cubicBezTo>
                        <a:pt x="21" y="179"/>
                        <a:pt x="21" y="179"/>
                        <a:pt x="21" y="179"/>
                      </a:cubicBezTo>
                      <a:cubicBezTo>
                        <a:pt x="22" y="179"/>
                        <a:pt x="22" y="179"/>
                        <a:pt x="22" y="179"/>
                      </a:cubicBezTo>
                      <a:cubicBezTo>
                        <a:pt x="26" y="177"/>
                        <a:pt x="30" y="175"/>
                        <a:pt x="33" y="173"/>
                      </a:cubicBezTo>
                      <a:cubicBezTo>
                        <a:pt x="35" y="171"/>
                        <a:pt x="36" y="170"/>
                        <a:pt x="38" y="169"/>
                      </a:cubicBezTo>
                      <a:cubicBezTo>
                        <a:pt x="39" y="168"/>
                        <a:pt x="43" y="166"/>
                        <a:pt x="43" y="166"/>
                      </a:cubicBezTo>
                      <a:cubicBezTo>
                        <a:pt x="49" y="160"/>
                        <a:pt x="55" y="156"/>
                        <a:pt x="61" y="150"/>
                      </a:cubicBezTo>
                      <a:cubicBezTo>
                        <a:pt x="64" y="148"/>
                        <a:pt x="67" y="145"/>
                        <a:pt x="70" y="143"/>
                      </a:cubicBezTo>
                      <a:cubicBezTo>
                        <a:pt x="73" y="140"/>
                        <a:pt x="76" y="137"/>
                        <a:pt x="79" y="135"/>
                      </a:cubicBezTo>
                      <a:cubicBezTo>
                        <a:pt x="82" y="132"/>
                        <a:pt x="85" y="130"/>
                        <a:pt x="87" y="127"/>
                      </a:cubicBezTo>
                      <a:cubicBezTo>
                        <a:pt x="90" y="124"/>
                        <a:pt x="91" y="119"/>
                        <a:pt x="96" y="119"/>
                      </a:cubicBezTo>
                      <a:cubicBezTo>
                        <a:pt x="98" y="119"/>
                        <a:pt x="100" y="126"/>
                        <a:pt x="100" y="128"/>
                      </a:cubicBezTo>
                      <a:cubicBezTo>
                        <a:pt x="100" y="132"/>
                        <a:pt x="105" y="145"/>
                        <a:pt x="106" y="149"/>
                      </a:cubicBezTo>
                      <a:cubicBezTo>
                        <a:pt x="108" y="155"/>
                        <a:pt x="111" y="165"/>
                        <a:pt x="118" y="165"/>
                      </a:cubicBezTo>
                      <a:cubicBezTo>
                        <a:pt x="119" y="163"/>
                        <a:pt x="125" y="161"/>
                        <a:pt x="125" y="152"/>
                      </a:cubicBezTo>
                      <a:cubicBezTo>
                        <a:pt x="125" y="143"/>
                        <a:pt x="120" y="120"/>
                        <a:pt x="117" y="116"/>
                      </a:cubicBezTo>
                      <a:cubicBezTo>
                        <a:pt x="117" y="118"/>
                        <a:pt x="116" y="118"/>
                        <a:pt x="116" y="120"/>
                      </a:cubicBezTo>
                      <a:cubicBezTo>
                        <a:pt x="116" y="123"/>
                        <a:pt x="115" y="121"/>
                        <a:pt x="115" y="124"/>
                      </a:cubicBezTo>
                      <a:cubicBezTo>
                        <a:pt x="115" y="125"/>
                        <a:pt x="115" y="125"/>
                        <a:pt x="115" y="125"/>
                      </a:cubicBezTo>
                      <a:cubicBezTo>
                        <a:pt x="115" y="126"/>
                        <a:pt x="114" y="129"/>
                        <a:pt x="112" y="129"/>
                      </a:cubicBezTo>
                      <a:cubicBezTo>
                        <a:pt x="109" y="129"/>
                        <a:pt x="109" y="129"/>
                        <a:pt x="109" y="129"/>
                      </a:cubicBezTo>
                      <a:cubicBezTo>
                        <a:pt x="105" y="129"/>
                        <a:pt x="102" y="110"/>
                        <a:pt x="100" y="105"/>
                      </a:cubicBezTo>
                      <a:cubicBezTo>
                        <a:pt x="98" y="101"/>
                        <a:pt x="98" y="97"/>
                        <a:pt x="97" y="92"/>
                      </a:cubicBezTo>
                      <a:cubicBezTo>
                        <a:pt x="96" y="87"/>
                        <a:pt x="94" y="86"/>
                        <a:pt x="94" y="79"/>
                      </a:cubicBezTo>
                      <a:cubicBezTo>
                        <a:pt x="94" y="76"/>
                        <a:pt x="94" y="76"/>
                        <a:pt x="94" y="76"/>
                      </a:cubicBezTo>
                      <a:cubicBezTo>
                        <a:pt x="94" y="65"/>
                        <a:pt x="110" y="67"/>
                        <a:pt x="110" y="61"/>
                      </a:cubicBezTo>
                      <a:cubicBezTo>
                        <a:pt x="110" y="60"/>
                        <a:pt x="110" y="60"/>
                        <a:pt x="110" y="60"/>
                      </a:cubicBezTo>
                      <a:cubicBezTo>
                        <a:pt x="110" y="58"/>
                        <a:pt x="109" y="57"/>
                        <a:pt x="108" y="57"/>
                      </a:cubicBezTo>
                      <a:cubicBezTo>
                        <a:pt x="105" y="57"/>
                        <a:pt x="105" y="57"/>
                        <a:pt x="105" y="57"/>
                      </a:cubicBezTo>
                      <a:cubicBezTo>
                        <a:pt x="104" y="57"/>
                        <a:pt x="104" y="57"/>
                        <a:pt x="104" y="57"/>
                      </a:cubicBezTo>
                      <a:cubicBezTo>
                        <a:pt x="103" y="58"/>
                        <a:pt x="102" y="59"/>
                        <a:pt x="101" y="59"/>
                      </a:cubicBezTo>
                      <a:cubicBezTo>
                        <a:pt x="99" y="60"/>
                        <a:pt x="99" y="59"/>
                        <a:pt x="97" y="60"/>
                      </a:cubicBezTo>
                      <a:cubicBezTo>
                        <a:pt x="95" y="59"/>
                        <a:pt x="91" y="56"/>
                        <a:pt x="91" y="54"/>
                      </a:cubicBezTo>
                      <a:cubicBezTo>
                        <a:pt x="91" y="41"/>
                        <a:pt x="91" y="41"/>
                        <a:pt x="91" y="41"/>
                      </a:cubicBezTo>
                      <a:lnTo>
                        <a:pt x="91" y="29"/>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3" name="íšlïďè"/>
                <p:cNvSpPr/>
                <p:nvPr/>
              </p:nvSpPr>
              <p:spPr bwMode="auto">
                <a:xfrm>
                  <a:off x="5478463" y="3581400"/>
                  <a:ext cx="46038" cy="76200"/>
                </a:xfrm>
                <a:custGeom>
                  <a:avLst/>
                  <a:gdLst>
                    <a:gd name="T0" fmla="*/ 14 w 14"/>
                    <a:gd name="T1" fmla="*/ 15 h 23"/>
                    <a:gd name="T2" fmla="*/ 10 w 14"/>
                    <a:gd name="T3" fmla="*/ 6 h 23"/>
                    <a:gd name="T4" fmla="*/ 3 w 14"/>
                    <a:gd name="T5" fmla="*/ 0 h 23"/>
                    <a:gd name="T6" fmla="*/ 0 w 14"/>
                    <a:gd name="T7" fmla="*/ 3 h 23"/>
                    <a:gd name="T8" fmla="*/ 5 w 14"/>
                    <a:gd name="T9" fmla="*/ 11 h 23"/>
                    <a:gd name="T10" fmla="*/ 5 w 14"/>
                    <a:gd name="T11" fmla="*/ 12 h 23"/>
                    <a:gd name="T12" fmla="*/ 5 w 14"/>
                    <a:gd name="T13" fmla="*/ 14 h 23"/>
                    <a:gd name="T14" fmla="*/ 5 w 14"/>
                    <a:gd name="T15" fmla="*/ 15 h 23"/>
                    <a:gd name="T16" fmla="*/ 2 w 14"/>
                    <a:gd name="T17" fmla="*/ 19 h 23"/>
                    <a:gd name="T18" fmla="*/ 2 w 14"/>
                    <a:gd name="T19" fmla="*/ 22 h 23"/>
                    <a:gd name="T20" fmla="*/ 5 w 14"/>
                    <a:gd name="T21" fmla="*/ 23 h 23"/>
                    <a:gd name="T22" fmla="*/ 6 w 14"/>
                    <a:gd name="T23" fmla="*/ 23 h 23"/>
                    <a:gd name="T24" fmla="*/ 11 w 14"/>
                    <a:gd name="T25" fmla="*/ 20 h 23"/>
                    <a:gd name="T26" fmla="*/ 14 w 14"/>
                    <a:gd name="T27" fmla="*/ 15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4" h="23">
                      <a:moveTo>
                        <a:pt x="14" y="15"/>
                      </a:moveTo>
                      <a:cubicBezTo>
                        <a:pt x="14" y="11"/>
                        <a:pt x="12" y="9"/>
                        <a:pt x="10" y="6"/>
                      </a:cubicBezTo>
                      <a:cubicBezTo>
                        <a:pt x="8" y="5"/>
                        <a:pt x="3" y="1"/>
                        <a:pt x="3" y="0"/>
                      </a:cubicBezTo>
                      <a:cubicBezTo>
                        <a:pt x="0" y="3"/>
                        <a:pt x="0" y="3"/>
                        <a:pt x="0" y="3"/>
                      </a:cubicBezTo>
                      <a:cubicBezTo>
                        <a:pt x="5" y="11"/>
                        <a:pt x="5" y="11"/>
                        <a:pt x="5" y="11"/>
                      </a:cubicBezTo>
                      <a:cubicBezTo>
                        <a:pt x="5" y="12"/>
                        <a:pt x="5" y="12"/>
                        <a:pt x="5" y="12"/>
                      </a:cubicBezTo>
                      <a:cubicBezTo>
                        <a:pt x="5" y="14"/>
                        <a:pt x="5" y="14"/>
                        <a:pt x="5" y="14"/>
                      </a:cubicBezTo>
                      <a:cubicBezTo>
                        <a:pt x="5" y="15"/>
                        <a:pt x="5" y="15"/>
                        <a:pt x="5" y="15"/>
                      </a:cubicBezTo>
                      <a:cubicBezTo>
                        <a:pt x="2" y="19"/>
                        <a:pt x="2" y="19"/>
                        <a:pt x="2" y="19"/>
                      </a:cubicBezTo>
                      <a:cubicBezTo>
                        <a:pt x="2" y="22"/>
                        <a:pt x="2" y="22"/>
                        <a:pt x="2" y="22"/>
                      </a:cubicBezTo>
                      <a:cubicBezTo>
                        <a:pt x="5" y="23"/>
                        <a:pt x="5" y="23"/>
                        <a:pt x="5" y="23"/>
                      </a:cubicBezTo>
                      <a:cubicBezTo>
                        <a:pt x="6" y="23"/>
                        <a:pt x="6" y="23"/>
                        <a:pt x="6" y="23"/>
                      </a:cubicBezTo>
                      <a:cubicBezTo>
                        <a:pt x="7" y="23"/>
                        <a:pt x="11" y="21"/>
                        <a:pt x="11" y="20"/>
                      </a:cubicBezTo>
                      <a:cubicBezTo>
                        <a:pt x="13" y="19"/>
                        <a:pt x="13" y="17"/>
                        <a:pt x="14" y="15"/>
                      </a:cubicBez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4" name="işḷîḑe"/>
                <p:cNvSpPr/>
                <p:nvPr/>
              </p:nvSpPr>
              <p:spPr bwMode="auto">
                <a:xfrm>
                  <a:off x="6310313" y="3136900"/>
                  <a:ext cx="406400" cy="554038"/>
                </a:xfrm>
                <a:custGeom>
                  <a:avLst/>
                  <a:gdLst>
                    <a:gd name="T0" fmla="*/ 101 w 123"/>
                    <a:gd name="T1" fmla="*/ 9 h 166"/>
                    <a:gd name="T2" fmla="*/ 96 w 123"/>
                    <a:gd name="T3" fmla="*/ 0 h 166"/>
                    <a:gd name="T4" fmla="*/ 76 w 123"/>
                    <a:gd name="T5" fmla="*/ 23 h 166"/>
                    <a:gd name="T6" fmla="*/ 66 w 123"/>
                    <a:gd name="T7" fmla="*/ 20 h 166"/>
                    <a:gd name="T8" fmla="*/ 69 w 123"/>
                    <a:gd name="T9" fmla="*/ 29 h 166"/>
                    <a:gd name="T10" fmla="*/ 64 w 123"/>
                    <a:gd name="T11" fmla="*/ 38 h 166"/>
                    <a:gd name="T12" fmla="*/ 71 w 123"/>
                    <a:gd name="T13" fmla="*/ 37 h 166"/>
                    <a:gd name="T14" fmla="*/ 78 w 123"/>
                    <a:gd name="T15" fmla="*/ 38 h 166"/>
                    <a:gd name="T16" fmla="*/ 104 w 123"/>
                    <a:gd name="T17" fmla="*/ 37 h 166"/>
                    <a:gd name="T18" fmla="*/ 97 w 123"/>
                    <a:gd name="T19" fmla="*/ 43 h 166"/>
                    <a:gd name="T20" fmla="*/ 85 w 123"/>
                    <a:gd name="T21" fmla="*/ 56 h 166"/>
                    <a:gd name="T22" fmla="*/ 78 w 123"/>
                    <a:gd name="T23" fmla="*/ 67 h 166"/>
                    <a:gd name="T24" fmla="*/ 72 w 123"/>
                    <a:gd name="T25" fmla="*/ 62 h 166"/>
                    <a:gd name="T26" fmla="*/ 72 w 123"/>
                    <a:gd name="T27" fmla="*/ 48 h 166"/>
                    <a:gd name="T28" fmla="*/ 63 w 123"/>
                    <a:gd name="T29" fmla="*/ 57 h 166"/>
                    <a:gd name="T30" fmla="*/ 56 w 123"/>
                    <a:gd name="T31" fmla="*/ 57 h 166"/>
                    <a:gd name="T32" fmla="*/ 61 w 123"/>
                    <a:gd name="T33" fmla="*/ 66 h 166"/>
                    <a:gd name="T34" fmla="*/ 59 w 123"/>
                    <a:gd name="T35" fmla="*/ 70 h 166"/>
                    <a:gd name="T36" fmla="*/ 68 w 123"/>
                    <a:gd name="T37" fmla="*/ 74 h 166"/>
                    <a:gd name="T38" fmla="*/ 68 w 123"/>
                    <a:gd name="T39" fmla="*/ 78 h 166"/>
                    <a:gd name="T40" fmla="*/ 40 w 123"/>
                    <a:gd name="T41" fmla="*/ 92 h 166"/>
                    <a:gd name="T42" fmla="*/ 24 w 123"/>
                    <a:gd name="T43" fmla="*/ 99 h 166"/>
                    <a:gd name="T44" fmla="*/ 3 w 123"/>
                    <a:gd name="T45" fmla="*/ 105 h 166"/>
                    <a:gd name="T46" fmla="*/ 2 w 123"/>
                    <a:gd name="T47" fmla="*/ 112 h 166"/>
                    <a:gd name="T48" fmla="*/ 14 w 123"/>
                    <a:gd name="T49" fmla="*/ 120 h 166"/>
                    <a:gd name="T50" fmla="*/ 32 w 123"/>
                    <a:gd name="T51" fmla="*/ 108 h 166"/>
                    <a:gd name="T52" fmla="*/ 55 w 123"/>
                    <a:gd name="T53" fmla="*/ 93 h 166"/>
                    <a:gd name="T54" fmla="*/ 63 w 123"/>
                    <a:gd name="T55" fmla="*/ 89 h 166"/>
                    <a:gd name="T56" fmla="*/ 82 w 123"/>
                    <a:gd name="T57" fmla="*/ 83 h 166"/>
                    <a:gd name="T58" fmla="*/ 82 w 123"/>
                    <a:gd name="T59" fmla="*/ 86 h 166"/>
                    <a:gd name="T60" fmla="*/ 74 w 123"/>
                    <a:gd name="T61" fmla="*/ 97 h 166"/>
                    <a:gd name="T62" fmla="*/ 61 w 123"/>
                    <a:gd name="T63" fmla="*/ 107 h 166"/>
                    <a:gd name="T64" fmla="*/ 64 w 123"/>
                    <a:gd name="T65" fmla="*/ 118 h 166"/>
                    <a:gd name="T66" fmla="*/ 55 w 123"/>
                    <a:gd name="T67" fmla="*/ 126 h 166"/>
                    <a:gd name="T68" fmla="*/ 40 w 123"/>
                    <a:gd name="T69" fmla="*/ 129 h 166"/>
                    <a:gd name="T70" fmla="*/ 30 w 123"/>
                    <a:gd name="T71" fmla="*/ 130 h 166"/>
                    <a:gd name="T72" fmla="*/ 35 w 123"/>
                    <a:gd name="T73" fmla="*/ 141 h 166"/>
                    <a:gd name="T74" fmla="*/ 38 w 123"/>
                    <a:gd name="T75" fmla="*/ 141 h 166"/>
                    <a:gd name="T76" fmla="*/ 56 w 123"/>
                    <a:gd name="T77" fmla="*/ 133 h 166"/>
                    <a:gd name="T78" fmla="*/ 63 w 123"/>
                    <a:gd name="T79" fmla="*/ 141 h 166"/>
                    <a:gd name="T80" fmla="*/ 56 w 123"/>
                    <a:gd name="T81" fmla="*/ 154 h 166"/>
                    <a:gd name="T82" fmla="*/ 53 w 123"/>
                    <a:gd name="T83" fmla="*/ 154 h 166"/>
                    <a:gd name="T84" fmla="*/ 49 w 123"/>
                    <a:gd name="T85" fmla="*/ 154 h 166"/>
                    <a:gd name="T86" fmla="*/ 46 w 123"/>
                    <a:gd name="T87" fmla="*/ 156 h 166"/>
                    <a:gd name="T88" fmla="*/ 56 w 123"/>
                    <a:gd name="T89" fmla="*/ 166 h 166"/>
                    <a:gd name="T90" fmla="*/ 71 w 123"/>
                    <a:gd name="T91" fmla="*/ 160 h 166"/>
                    <a:gd name="T92" fmla="*/ 75 w 123"/>
                    <a:gd name="T93" fmla="*/ 146 h 166"/>
                    <a:gd name="T94" fmla="*/ 80 w 123"/>
                    <a:gd name="T95" fmla="*/ 124 h 166"/>
                    <a:gd name="T96" fmla="*/ 94 w 123"/>
                    <a:gd name="T97" fmla="*/ 120 h 166"/>
                    <a:gd name="T98" fmla="*/ 81 w 123"/>
                    <a:gd name="T99" fmla="*/ 117 h 166"/>
                    <a:gd name="T100" fmla="*/ 72 w 123"/>
                    <a:gd name="T101" fmla="*/ 107 h 166"/>
                    <a:gd name="T102" fmla="*/ 78 w 123"/>
                    <a:gd name="T103" fmla="*/ 96 h 166"/>
                    <a:gd name="T104" fmla="*/ 92 w 123"/>
                    <a:gd name="T105" fmla="*/ 89 h 166"/>
                    <a:gd name="T106" fmla="*/ 102 w 123"/>
                    <a:gd name="T107" fmla="*/ 78 h 166"/>
                    <a:gd name="T108" fmla="*/ 95 w 123"/>
                    <a:gd name="T109" fmla="*/ 61 h 166"/>
                    <a:gd name="T110" fmla="*/ 109 w 123"/>
                    <a:gd name="T111" fmla="*/ 48 h 166"/>
                    <a:gd name="T112" fmla="*/ 116 w 123"/>
                    <a:gd name="T113" fmla="*/ 42 h 166"/>
                    <a:gd name="T114" fmla="*/ 121 w 123"/>
                    <a:gd name="T115" fmla="*/ 32 h 166"/>
                    <a:gd name="T116" fmla="*/ 116 w 123"/>
                    <a:gd name="T117" fmla="*/ 17 h 166"/>
                    <a:gd name="T118" fmla="*/ 104 w 123"/>
                    <a:gd name="T119" fmla="*/ 20 h 166"/>
                    <a:gd name="T120" fmla="*/ 93 w 123"/>
                    <a:gd name="T121" fmla="*/ 21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23" h="166">
                      <a:moveTo>
                        <a:pt x="93" y="21"/>
                      </a:moveTo>
                      <a:cubicBezTo>
                        <a:pt x="94" y="14"/>
                        <a:pt x="98" y="14"/>
                        <a:pt x="101" y="9"/>
                      </a:cubicBezTo>
                      <a:cubicBezTo>
                        <a:pt x="101" y="8"/>
                        <a:pt x="101" y="8"/>
                        <a:pt x="101" y="8"/>
                      </a:cubicBezTo>
                      <a:cubicBezTo>
                        <a:pt x="101" y="5"/>
                        <a:pt x="97" y="1"/>
                        <a:pt x="96" y="0"/>
                      </a:cubicBezTo>
                      <a:cubicBezTo>
                        <a:pt x="89" y="3"/>
                        <a:pt x="91" y="6"/>
                        <a:pt x="88" y="13"/>
                      </a:cubicBezTo>
                      <a:cubicBezTo>
                        <a:pt x="85" y="17"/>
                        <a:pt x="82" y="23"/>
                        <a:pt x="76" y="23"/>
                      </a:cubicBezTo>
                      <a:cubicBezTo>
                        <a:pt x="75" y="23"/>
                        <a:pt x="70" y="18"/>
                        <a:pt x="67" y="17"/>
                      </a:cubicBezTo>
                      <a:cubicBezTo>
                        <a:pt x="66" y="20"/>
                        <a:pt x="66" y="20"/>
                        <a:pt x="66" y="20"/>
                      </a:cubicBezTo>
                      <a:cubicBezTo>
                        <a:pt x="67" y="23"/>
                        <a:pt x="69" y="24"/>
                        <a:pt x="69" y="28"/>
                      </a:cubicBezTo>
                      <a:cubicBezTo>
                        <a:pt x="69" y="29"/>
                        <a:pt x="69" y="29"/>
                        <a:pt x="69" y="29"/>
                      </a:cubicBezTo>
                      <a:cubicBezTo>
                        <a:pt x="69" y="29"/>
                        <a:pt x="63" y="36"/>
                        <a:pt x="62" y="37"/>
                      </a:cubicBezTo>
                      <a:cubicBezTo>
                        <a:pt x="63" y="38"/>
                        <a:pt x="61" y="38"/>
                        <a:pt x="64" y="38"/>
                      </a:cubicBezTo>
                      <a:cubicBezTo>
                        <a:pt x="64" y="38"/>
                        <a:pt x="64" y="38"/>
                        <a:pt x="64" y="38"/>
                      </a:cubicBezTo>
                      <a:cubicBezTo>
                        <a:pt x="71" y="37"/>
                        <a:pt x="71" y="37"/>
                        <a:pt x="71" y="37"/>
                      </a:cubicBezTo>
                      <a:cubicBezTo>
                        <a:pt x="74" y="37"/>
                        <a:pt x="74" y="38"/>
                        <a:pt x="78" y="38"/>
                      </a:cubicBezTo>
                      <a:cubicBezTo>
                        <a:pt x="78" y="38"/>
                        <a:pt x="78" y="38"/>
                        <a:pt x="78" y="38"/>
                      </a:cubicBezTo>
                      <a:cubicBezTo>
                        <a:pt x="79" y="38"/>
                        <a:pt x="84" y="33"/>
                        <a:pt x="91" y="32"/>
                      </a:cubicBezTo>
                      <a:cubicBezTo>
                        <a:pt x="96" y="31"/>
                        <a:pt x="104" y="30"/>
                        <a:pt x="104" y="37"/>
                      </a:cubicBezTo>
                      <a:cubicBezTo>
                        <a:pt x="104" y="39"/>
                        <a:pt x="102" y="41"/>
                        <a:pt x="101" y="43"/>
                      </a:cubicBezTo>
                      <a:cubicBezTo>
                        <a:pt x="98" y="43"/>
                        <a:pt x="99" y="43"/>
                        <a:pt x="97" y="43"/>
                      </a:cubicBezTo>
                      <a:cubicBezTo>
                        <a:pt x="96" y="43"/>
                        <a:pt x="93" y="42"/>
                        <a:pt x="92" y="41"/>
                      </a:cubicBezTo>
                      <a:cubicBezTo>
                        <a:pt x="85" y="46"/>
                        <a:pt x="88" y="49"/>
                        <a:pt x="85" y="56"/>
                      </a:cubicBezTo>
                      <a:cubicBezTo>
                        <a:pt x="84" y="57"/>
                        <a:pt x="81" y="64"/>
                        <a:pt x="81" y="64"/>
                      </a:cubicBezTo>
                      <a:cubicBezTo>
                        <a:pt x="80" y="66"/>
                        <a:pt x="80" y="64"/>
                        <a:pt x="78" y="67"/>
                      </a:cubicBezTo>
                      <a:cubicBezTo>
                        <a:pt x="77" y="70"/>
                        <a:pt x="78" y="68"/>
                        <a:pt x="76" y="70"/>
                      </a:cubicBezTo>
                      <a:cubicBezTo>
                        <a:pt x="74" y="67"/>
                        <a:pt x="72" y="66"/>
                        <a:pt x="72" y="62"/>
                      </a:cubicBezTo>
                      <a:cubicBezTo>
                        <a:pt x="72" y="61"/>
                        <a:pt x="75" y="55"/>
                        <a:pt x="76" y="54"/>
                      </a:cubicBezTo>
                      <a:cubicBezTo>
                        <a:pt x="75" y="51"/>
                        <a:pt x="75" y="48"/>
                        <a:pt x="72" y="48"/>
                      </a:cubicBezTo>
                      <a:cubicBezTo>
                        <a:pt x="71" y="48"/>
                        <a:pt x="70" y="49"/>
                        <a:pt x="70" y="49"/>
                      </a:cubicBezTo>
                      <a:cubicBezTo>
                        <a:pt x="70" y="55"/>
                        <a:pt x="67" y="55"/>
                        <a:pt x="63" y="57"/>
                      </a:cubicBezTo>
                      <a:cubicBezTo>
                        <a:pt x="62" y="56"/>
                        <a:pt x="60" y="55"/>
                        <a:pt x="59" y="55"/>
                      </a:cubicBezTo>
                      <a:cubicBezTo>
                        <a:pt x="58" y="55"/>
                        <a:pt x="56" y="57"/>
                        <a:pt x="56" y="57"/>
                      </a:cubicBezTo>
                      <a:cubicBezTo>
                        <a:pt x="58" y="60"/>
                        <a:pt x="59" y="60"/>
                        <a:pt x="61" y="64"/>
                      </a:cubicBezTo>
                      <a:cubicBezTo>
                        <a:pt x="61" y="66"/>
                        <a:pt x="61" y="66"/>
                        <a:pt x="61" y="66"/>
                      </a:cubicBezTo>
                      <a:cubicBezTo>
                        <a:pt x="61" y="67"/>
                        <a:pt x="61" y="67"/>
                        <a:pt x="61" y="67"/>
                      </a:cubicBezTo>
                      <a:cubicBezTo>
                        <a:pt x="59" y="70"/>
                        <a:pt x="59" y="70"/>
                        <a:pt x="59" y="70"/>
                      </a:cubicBezTo>
                      <a:cubicBezTo>
                        <a:pt x="60" y="71"/>
                        <a:pt x="58" y="71"/>
                        <a:pt x="61" y="71"/>
                      </a:cubicBezTo>
                      <a:cubicBezTo>
                        <a:pt x="64" y="71"/>
                        <a:pt x="66" y="72"/>
                        <a:pt x="68" y="74"/>
                      </a:cubicBezTo>
                      <a:cubicBezTo>
                        <a:pt x="68" y="75"/>
                        <a:pt x="68" y="75"/>
                        <a:pt x="68" y="75"/>
                      </a:cubicBezTo>
                      <a:cubicBezTo>
                        <a:pt x="68" y="78"/>
                        <a:pt x="68" y="78"/>
                        <a:pt x="68" y="78"/>
                      </a:cubicBezTo>
                      <a:cubicBezTo>
                        <a:pt x="68" y="82"/>
                        <a:pt x="58" y="85"/>
                        <a:pt x="55" y="86"/>
                      </a:cubicBezTo>
                      <a:cubicBezTo>
                        <a:pt x="50" y="88"/>
                        <a:pt x="44" y="91"/>
                        <a:pt x="40" y="92"/>
                      </a:cubicBezTo>
                      <a:cubicBezTo>
                        <a:pt x="36" y="94"/>
                        <a:pt x="35" y="94"/>
                        <a:pt x="32" y="96"/>
                      </a:cubicBezTo>
                      <a:cubicBezTo>
                        <a:pt x="29" y="97"/>
                        <a:pt x="27" y="97"/>
                        <a:pt x="24" y="99"/>
                      </a:cubicBezTo>
                      <a:cubicBezTo>
                        <a:pt x="20" y="101"/>
                        <a:pt x="13" y="104"/>
                        <a:pt x="9" y="104"/>
                      </a:cubicBezTo>
                      <a:cubicBezTo>
                        <a:pt x="3" y="105"/>
                        <a:pt x="3" y="105"/>
                        <a:pt x="3" y="105"/>
                      </a:cubicBezTo>
                      <a:cubicBezTo>
                        <a:pt x="1" y="105"/>
                        <a:pt x="1" y="106"/>
                        <a:pt x="0" y="107"/>
                      </a:cubicBezTo>
                      <a:cubicBezTo>
                        <a:pt x="0" y="108"/>
                        <a:pt x="0" y="111"/>
                        <a:pt x="2" y="112"/>
                      </a:cubicBezTo>
                      <a:cubicBezTo>
                        <a:pt x="4" y="114"/>
                        <a:pt x="3" y="114"/>
                        <a:pt x="5" y="115"/>
                      </a:cubicBezTo>
                      <a:cubicBezTo>
                        <a:pt x="6" y="116"/>
                        <a:pt x="12" y="119"/>
                        <a:pt x="14" y="120"/>
                      </a:cubicBezTo>
                      <a:cubicBezTo>
                        <a:pt x="15" y="119"/>
                        <a:pt x="15" y="119"/>
                        <a:pt x="17" y="119"/>
                      </a:cubicBezTo>
                      <a:cubicBezTo>
                        <a:pt x="20" y="119"/>
                        <a:pt x="30" y="110"/>
                        <a:pt x="32" y="108"/>
                      </a:cubicBezTo>
                      <a:cubicBezTo>
                        <a:pt x="36" y="104"/>
                        <a:pt x="42" y="101"/>
                        <a:pt x="47" y="98"/>
                      </a:cubicBezTo>
                      <a:cubicBezTo>
                        <a:pt x="50" y="96"/>
                        <a:pt x="52" y="95"/>
                        <a:pt x="55" y="93"/>
                      </a:cubicBezTo>
                      <a:cubicBezTo>
                        <a:pt x="57" y="92"/>
                        <a:pt x="58" y="92"/>
                        <a:pt x="59" y="91"/>
                      </a:cubicBezTo>
                      <a:cubicBezTo>
                        <a:pt x="61" y="90"/>
                        <a:pt x="61" y="90"/>
                        <a:pt x="63" y="89"/>
                      </a:cubicBezTo>
                      <a:cubicBezTo>
                        <a:pt x="68" y="87"/>
                        <a:pt x="74" y="80"/>
                        <a:pt x="79" y="80"/>
                      </a:cubicBezTo>
                      <a:cubicBezTo>
                        <a:pt x="81" y="80"/>
                        <a:pt x="82" y="82"/>
                        <a:pt x="82" y="83"/>
                      </a:cubicBezTo>
                      <a:cubicBezTo>
                        <a:pt x="82" y="85"/>
                        <a:pt x="82" y="85"/>
                        <a:pt x="82" y="85"/>
                      </a:cubicBezTo>
                      <a:cubicBezTo>
                        <a:pt x="82" y="86"/>
                        <a:pt x="82" y="86"/>
                        <a:pt x="82" y="86"/>
                      </a:cubicBezTo>
                      <a:cubicBezTo>
                        <a:pt x="80" y="90"/>
                        <a:pt x="79" y="89"/>
                        <a:pt x="78" y="93"/>
                      </a:cubicBezTo>
                      <a:cubicBezTo>
                        <a:pt x="75" y="94"/>
                        <a:pt x="75" y="94"/>
                        <a:pt x="74" y="97"/>
                      </a:cubicBezTo>
                      <a:cubicBezTo>
                        <a:pt x="69" y="98"/>
                        <a:pt x="71" y="99"/>
                        <a:pt x="67" y="101"/>
                      </a:cubicBezTo>
                      <a:cubicBezTo>
                        <a:pt x="63" y="103"/>
                        <a:pt x="63" y="103"/>
                        <a:pt x="61" y="107"/>
                      </a:cubicBezTo>
                      <a:cubicBezTo>
                        <a:pt x="61" y="110"/>
                        <a:pt x="64" y="114"/>
                        <a:pt x="64" y="117"/>
                      </a:cubicBezTo>
                      <a:cubicBezTo>
                        <a:pt x="64" y="118"/>
                        <a:pt x="64" y="118"/>
                        <a:pt x="64" y="118"/>
                      </a:cubicBezTo>
                      <a:cubicBezTo>
                        <a:pt x="64" y="119"/>
                        <a:pt x="64" y="119"/>
                        <a:pt x="64" y="119"/>
                      </a:cubicBezTo>
                      <a:cubicBezTo>
                        <a:pt x="61" y="123"/>
                        <a:pt x="60" y="125"/>
                        <a:pt x="55" y="126"/>
                      </a:cubicBezTo>
                      <a:cubicBezTo>
                        <a:pt x="51" y="127"/>
                        <a:pt x="43" y="129"/>
                        <a:pt x="41" y="129"/>
                      </a:cubicBezTo>
                      <a:cubicBezTo>
                        <a:pt x="40" y="129"/>
                        <a:pt x="40" y="129"/>
                        <a:pt x="40" y="129"/>
                      </a:cubicBezTo>
                      <a:cubicBezTo>
                        <a:pt x="32" y="130"/>
                        <a:pt x="32" y="130"/>
                        <a:pt x="32" y="130"/>
                      </a:cubicBezTo>
                      <a:cubicBezTo>
                        <a:pt x="30" y="130"/>
                        <a:pt x="30" y="130"/>
                        <a:pt x="30" y="130"/>
                      </a:cubicBezTo>
                      <a:cubicBezTo>
                        <a:pt x="27" y="132"/>
                        <a:pt x="27" y="132"/>
                        <a:pt x="27" y="132"/>
                      </a:cubicBezTo>
                      <a:cubicBezTo>
                        <a:pt x="30" y="136"/>
                        <a:pt x="30" y="138"/>
                        <a:pt x="35" y="141"/>
                      </a:cubicBezTo>
                      <a:cubicBezTo>
                        <a:pt x="36" y="141"/>
                        <a:pt x="36" y="141"/>
                        <a:pt x="36" y="141"/>
                      </a:cubicBezTo>
                      <a:cubicBezTo>
                        <a:pt x="38" y="141"/>
                        <a:pt x="38" y="141"/>
                        <a:pt x="38" y="141"/>
                      </a:cubicBezTo>
                      <a:cubicBezTo>
                        <a:pt x="39" y="141"/>
                        <a:pt x="39" y="141"/>
                        <a:pt x="39" y="141"/>
                      </a:cubicBezTo>
                      <a:cubicBezTo>
                        <a:pt x="43" y="138"/>
                        <a:pt x="51" y="133"/>
                        <a:pt x="56" y="133"/>
                      </a:cubicBezTo>
                      <a:cubicBezTo>
                        <a:pt x="58" y="133"/>
                        <a:pt x="58" y="133"/>
                        <a:pt x="58" y="133"/>
                      </a:cubicBezTo>
                      <a:cubicBezTo>
                        <a:pt x="62" y="133"/>
                        <a:pt x="63" y="137"/>
                        <a:pt x="63" y="141"/>
                      </a:cubicBezTo>
                      <a:cubicBezTo>
                        <a:pt x="63" y="143"/>
                        <a:pt x="63" y="143"/>
                        <a:pt x="63" y="143"/>
                      </a:cubicBezTo>
                      <a:cubicBezTo>
                        <a:pt x="63" y="150"/>
                        <a:pt x="60" y="152"/>
                        <a:pt x="56" y="154"/>
                      </a:cubicBezTo>
                      <a:cubicBezTo>
                        <a:pt x="55" y="154"/>
                        <a:pt x="55" y="154"/>
                        <a:pt x="55" y="154"/>
                      </a:cubicBezTo>
                      <a:cubicBezTo>
                        <a:pt x="53" y="154"/>
                        <a:pt x="53" y="154"/>
                        <a:pt x="53" y="154"/>
                      </a:cubicBezTo>
                      <a:cubicBezTo>
                        <a:pt x="52" y="154"/>
                        <a:pt x="52" y="154"/>
                        <a:pt x="51" y="153"/>
                      </a:cubicBezTo>
                      <a:cubicBezTo>
                        <a:pt x="50" y="154"/>
                        <a:pt x="50" y="154"/>
                        <a:pt x="49" y="154"/>
                      </a:cubicBezTo>
                      <a:cubicBezTo>
                        <a:pt x="47" y="154"/>
                        <a:pt x="47" y="154"/>
                        <a:pt x="47" y="154"/>
                      </a:cubicBezTo>
                      <a:cubicBezTo>
                        <a:pt x="47" y="155"/>
                        <a:pt x="46" y="155"/>
                        <a:pt x="46" y="156"/>
                      </a:cubicBezTo>
                      <a:cubicBezTo>
                        <a:pt x="46" y="158"/>
                        <a:pt x="53" y="165"/>
                        <a:pt x="55" y="166"/>
                      </a:cubicBezTo>
                      <a:cubicBezTo>
                        <a:pt x="56" y="166"/>
                        <a:pt x="56" y="166"/>
                        <a:pt x="56" y="166"/>
                      </a:cubicBezTo>
                      <a:cubicBezTo>
                        <a:pt x="61" y="166"/>
                        <a:pt x="61" y="166"/>
                        <a:pt x="61" y="166"/>
                      </a:cubicBezTo>
                      <a:cubicBezTo>
                        <a:pt x="66" y="166"/>
                        <a:pt x="69" y="163"/>
                        <a:pt x="71" y="160"/>
                      </a:cubicBezTo>
                      <a:cubicBezTo>
                        <a:pt x="74" y="155"/>
                        <a:pt x="74" y="151"/>
                        <a:pt x="76" y="148"/>
                      </a:cubicBezTo>
                      <a:cubicBezTo>
                        <a:pt x="75" y="146"/>
                        <a:pt x="75" y="148"/>
                        <a:pt x="75" y="146"/>
                      </a:cubicBezTo>
                      <a:cubicBezTo>
                        <a:pt x="75" y="138"/>
                        <a:pt x="75" y="138"/>
                        <a:pt x="75" y="138"/>
                      </a:cubicBezTo>
                      <a:cubicBezTo>
                        <a:pt x="75" y="130"/>
                        <a:pt x="74" y="128"/>
                        <a:pt x="80" y="124"/>
                      </a:cubicBezTo>
                      <a:cubicBezTo>
                        <a:pt x="81" y="124"/>
                        <a:pt x="81" y="124"/>
                        <a:pt x="81" y="124"/>
                      </a:cubicBezTo>
                      <a:cubicBezTo>
                        <a:pt x="90" y="124"/>
                        <a:pt x="90" y="127"/>
                        <a:pt x="94" y="120"/>
                      </a:cubicBezTo>
                      <a:cubicBezTo>
                        <a:pt x="92" y="117"/>
                        <a:pt x="91" y="116"/>
                        <a:pt x="88" y="115"/>
                      </a:cubicBezTo>
                      <a:cubicBezTo>
                        <a:pt x="86" y="116"/>
                        <a:pt x="84" y="117"/>
                        <a:pt x="81" y="117"/>
                      </a:cubicBezTo>
                      <a:cubicBezTo>
                        <a:pt x="79" y="117"/>
                        <a:pt x="79" y="117"/>
                        <a:pt x="79" y="117"/>
                      </a:cubicBezTo>
                      <a:cubicBezTo>
                        <a:pt x="77" y="116"/>
                        <a:pt x="72" y="109"/>
                        <a:pt x="72" y="107"/>
                      </a:cubicBezTo>
                      <a:cubicBezTo>
                        <a:pt x="72" y="105"/>
                        <a:pt x="72" y="105"/>
                        <a:pt x="72" y="105"/>
                      </a:cubicBezTo>
                      <a:cubicBezTo>
                        <a:pt x="72" y="99"/>
                        <a:pt x="75" y="100"/>
                        <a:pt x="78" y="96"/>
                      </a:cubicBezTo>
                      <a:cubicBezTo>
                        <a:pt x="80" y="96"/>
                        <a:pt x="80" y="96"/>
                        <a:pt x="80" y="96"/>
                      </a:cubicBezTo>
                      <a:cubicBezTo>
                        <a:pt x="82" y="93"/>
                        <a:pt x="89" y="90"/>
                        <a:pt x="92" y="89"/>
                      </a:cubicBezTo>
                      <a:cubicBezTo>
                        <a:pt x="95" y="87"/>
                        <a:pt x="101" y="83"/>
                        <a:pt x="101" y="80"/>
                      </a:cubicBezTo>
                      <a:cubicBezTo>
                        <a:pt x="101" y="77"/>
                        <a:pt x="101" y="79"/>
                        <a:pt x="102" y="78"/>
                      </a:cubicBezTo>
                      <a:cubicBezTo>
                        <a:pt x="101" y="77"/>
                        <a:pt x="101" y="79"/>
                        <a:pt x="101" y="77"/>
                      </a:cubicBezTo>
                      <a:cubicBezTo>
                        <a:pt x="101" y="73"/>
                        <a:pt x="96" y="64"/>
                        <a:pt x="95" y="61"/>
                      </a:cubicBezTo>
                      <a:cubicBezTo>
                        <a:pt x="95" y="61"/>
                        <a:pt x="101" y="55"/>
                        <a:pt x="102" y="55"/>
                      </a:cubicBezTo>
                      <a:cubicBezTo>
                        <a:pt x="104" y="52"/>
                        <a:pt x="106" y="51"/>
                        <a:pt x="109" y="48"/>
                      </a:cubicBezTo>
                      <a:cubicBezTo>
                        <a:pt x="110" y="47"/>
                        <a:pt x="112" y="46"/>
                        <a:pt x="113" y="45"/>
                      </a:cubicBezTo>
                      <a:cubicBezTo>
                        <a:pt x="114" y="44"/>
                        <a:pt x="115" y="43"/>
                        <a:pt x="116" y="42"/>
                      </a:cubicBezTo>
                      <a:cubicBezTo>
                        <a:pt x="118" y="39"/>
                        <a:pt x="118" y="35"/>
                        <a:pt x="121" y="34"/>
                      </a:cubicBezTo>
                      <a:cubicBezTo>
                        <a:pt x="121" y="32"/>
                        <a:pt x="121" y="32"/>
                        <a:pt x="121" y="32"/>
                      </a:cubicBezTo>
                      <a:cubicBezTo>
                        <a:pt x="121" y="27"/>
                        <a:pt x="123" y="30"/>
                        <a:pt x="120" y="24"/>
                      </a:cubicBezTo>
                      <a:cubicBezTo>
                        <a:pt x="118" y="20"/>
                        <a:pt x="118" y="20"/>
                        <a:pt x="116" y="17"/>
                      </a:cubicBezTo>
                      <a:cubicBezTo>
                        <a:pt x="113" y="17"/>
                        <a:pt x="113" y="17"/>
                        <a:pt x="113" y="17"/>
                      </a:cubicBezTo>
                      <a:cubicBezTo>
                        <a:pt x="111" y="17"/>
                        <a:pt x="105" y="19"/>
                        <a:pt x="104" y="20"/>
                      </a:cubicBezTo>
                      <a:cubicBezTo>
                        <a:pt x="101" y="23"/>
                        <a:pt x="102" y="23"/>
                        <a:pt x="96" y="24"/>
                      </a:cubicBezTo>
                      <a:lnTo>
                        <a:pt x="93" y="21"/>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75" name="íṥḻiďê"/>
                <p:cNvSpPr/>
                <p:nvPr/>
              </p:nvSpPr>
              <p:spPr bwMode="auto">
                <a:xfrm>
                  <a:off x="5159376" y="3357563"/>
                  <a:ext cx="117475" cy="366713"/>
                </a:xfrm>
                <a:custGeom>
                  <a:avLst/>
                  <a:gdLst>
                    <a:gd name="T0" fmla="*/ 23 w 36"/>
                    <a:gd name="T1" fmla="*/ 14 h 110"/>
                    <a:gd name="T2" fmla="*/ 23 w 36"/>
                    <a:gd name="T3" fmla="*/ 12 h 110"/>
                    <a:gd name="T4" fmla="*/ 18 w 36"/>
                    <a:gd name="T5" fmla="*/ 6 h 110"/>
                    <a:gd name="T6" fmla="*/ 13 w 36"/>
                    <a:gd name="T7" fmla="*/ 0 h 110"/>
                    <a:gd name="T8" fmla="*/ 11 w 36"/>
                    <a:gd name="T9" fmla="*/ 4 h 110"/>
                    <a:gd name="T10" fmla="*/ 13 w 36"/>
                    <a:gd name="T11" fmla="*/ 16 h 110"/>
                    <a:gd name="T12" fmla="*/ 12 w 36"/>
                    <a:gd name="T13" fmla="*/ 34 h 110"/>
                    <a:gd name="T14" fmla="*/ 7 w 36"/>
                    <a:gd name="T15" fmla="*/ 65 h 110"/>
                    <a:gd name="T16" fmla="*/ 3 w 36"/>
                    <a:gd name="T17" fmla="*/ 80 h 110"/>
                    <a:gd name="T18" fmla="*/ 0 w 36"/>
                    <a:gd name="T19" fmla="*/ 95 h 110"/>
                    <a:gd name="T20" fmla="*/ 0 w 36"/>
                    <a:gd name="T21" fmla="*/ 98 h 110"/>
                    <a:gd name="T22" fmla="*/ 0 w 36"/>
                    <a:gd name="T23" fmla="*/ 100 h 110"/>
                    <a:gd name="T24" fmla="*/ 4 w 36"/>
                    <a:gd name="T25" fmla="*/ 105 h 110"/>
                    <a:gd name="T26" fmla="*/ 9 w 36"/>
                    <a:gd name="T27" fmla="*/ 110 h 110"/>
                    <a:gd name="T28" fmla="*/ 15 w 36"/>
                    <a:gd name="T29" fmla="*/ 104 h 110"/>
                    <a:gd name="T30" fmla="*/ 18 w 36"/>
                    <a:gd name="T31" fmla="*/ 96 h 110"/>
                    <a:gd name="T32" fmla="*/ 18 w 36"/>
                    <a:gd name="T33" fmla="*/ 90 h 110"/>
                    <a:gd name="T34" fmla="*/ 21 w 36"/>
                    <a:gd name="T35" fmla="*/ 71 h 110"/>
                    <a:gd name="T36" fmla="*/ 25 w 36"/>
                    <a:gd name="T37" fmla="*/ 53 h 110"/>
                    <a:gd name="T38" fmla="*/ 30 w 36"/>
                    <a:gd name="T39" fmla="*/ 36 h 110"/>
                    <a:gd name="T40" fmla="*/ 35 w 36"/>
                    <a:gd name="T41" fmla="*/ 20 h 110"/>
                    <a:gd name="T42" fmla="*/ 33 w 36"/>
                    <a:gd name="T43" fmla="*/ 20 h 110"/>
                    <a:gd name="T44" fmla="*/ 30 w 36"/>
                    <a:gd name="T45" fmla="*/ 22 h 110"/>
                    <a:gd name="T46" fmla="*/ 23 w 36"/>
                    <a:gd name="T47" fmla="*/ 17 h 110"/>
                    <a:gd name="T48" fmla="*/ 23 w 36"/>
                    <a:gd name="T49" fmla="*/ 15 h 110"/>
                    <a:gd name="T50" fmla="*/ 23 w 36"/>
                    <a:gd name="T51" fmla="*/ 14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6" h="110">
                      <a:moveTo>
                        <a:pt x="23" y="14"/>
                      </a:moveTo>
                      <a:cubicBezTo>
                        <a:pt x="23" y="12"/>
                        <a:pt x="23" y="12"/>
                        <a:pt x="23" y="12"/>
                      </a:cubicBezTo>
                      <a:cubicBezTo>
                        <a:pt x="21" y="8"/>
                        <a:pt x="22" y="9"/>
                        <a:pt x="18" y="6"/>
                      </a:cubicBezTo>
                      <a:cubicBezTo>
                        <a:pt x="17" y="4"/>
                        <a:pt x="15" y="2"/>
                        <a:pt x="13" y="0"/>
                      </a:cubicBezTo>
                      <a:cubicBezTo>
                        <a:pt x="12" y="1"/>
                        <a:pt x="11" y="3"/>
                        <a:pt x="11" y="4"/>
                      </a:cubicBezTo>
                      <a:cubicBezTo>
                        <a:pt x="11" y="7"/>
                        <a:pt x="13" y="12"/>
                        <a:pt x="13" y="16"/>
                      </a:cubicBezTo>
                      <a:cubicBezTo>
                        <a:pt x="12" y="34"/>
                        <a:pt x="12" y="34"/>
                        <a:pt x="12" y="34"/>
                      </a:cubicBezTo>
                      <a:cubicBezTo>
                        <a:pt x="12" y="43"/>
                        <a:pt x="9" y="56"/>
                        <a:pt x="7" y="65"/>
                      </a:cubicBezTo>
                      <a:cubicBezTo>
                        <a:pt x="6" y="72"/>
                        <a:pt x="4" y="75"/>
                        <a:pt x="3" y="80"/>
                      </a:cubicBezTo>
                      <a:cubicBezTo>
                        <a:pt x="2" y="85"/>
                        <a:pt x="0" y="91"/>
                        <a:pt x="0" y="95"/>
                      </a:cubicBezTo>
                      <a:cubicBezTo>
                        <a:pt x="0" y="98"/>
                        <a:pt x="0" y="98"/>
                        <a:pt x="0" y="98"/>
                      </a:cubicBezTo>
                      <a:cubicBezTo>
                        <a:pt x="0" y="100"/>
                        <a:pt x="0" y="100"/>
                        <a:pt x="0" y="100"/>
                      </a:cubicBezTo>
                      <a:cubicBezTo>
                        <a:pt x="2" y="102"/>
                        <a:pt x="2" y="103"/>
                        <a:pt x="4" y="105"/>
                      </a:cubicBezTo>
                      <a:cubicBezTo>
                        <a:pt x="6" y="108"/>
                        <a:pt x="7" y="108"/>
                        <a:pt x="9" y="110"/>
                      </a:cubicBezTo>
                      <a:cubicBezTo>
                        <a:pt x="12" y="108"/>
                        <a:pt x="13" y="108"/>
                        <a:pt x="15" y="104"/>
                      </a:cubicBezTo>
                      <a:cubicBezTo>
                        <a:pt x="16" y="102"/>
                        <a:pt x="18" y="99"/>
                        <a:pt x="18" y="96"/>
                      </a:cubicBezTo>
                      <a:cubicBezTo>
                        <a:pt x="18" y="90"/>
                        <a:pt x="18" y="90"/>
                        <a:pt x="18" y="90"/>
                      </a:cubicBezTo>
                      <a:cubicBezTo>
                        <a:pt x="18" y="83"/>
                        <a:pt x="20" y="77"/>
                        <a:pt x="21" y="71"/>
                      </a:cubicBezTo>
                      <a:cubicBezTo>
                        <a:pt x="23" y="65"/>
                        <a:pt x="23" y="59"/>
                        <a:pt x="25" y="53"/>
                      </a:cubicBezTo>
                      <a:cubicBezTo>
                        <a:pt x="26" y="47"/>
                        <a:pt x="29" y="42"/>
                        <a:pt x="30" y="36"/>
                      </a:cubicBezTo>
                      <a:cubicBezTo>
                        <a:pt x="31" y="28"/>
                        <a:pt x="34" y="27"/>
                        <a:pt x="35" y="20"/>
                      </a:cubicBezTo>
                      <a:cubicBezTo>
                        <a:pt x="34" y="19"/>
                        <a:pt x="36" y="20"/>
                        <a:pt x="33" y="20"/>
                      </a:cubicBezTo>
                      <a:cubicBezTo>
                        <a:pt x="33" y="20"/>
                        <a:pt x="30" y="22"/>
                        <a:pt x="30" y="22"/>
                      </a:cubicBezTo>
                      <a:cubicBezTo>
                        <a:pt x="25" y="21"/>
                        <a:pt x="25" y="21"/>
                        <a:pt x="23" y="17"/>
                      </a:cubicBezTo>
                      <a:cubicBezTo>
                        <a:pt x="23" y="15"/>
                        <a:pt x="23" y="15"/>
                        <a:pt x="23" y="15"/>
                      </a:cubicBezTo>
                      <a:lnTo>
                        <a:pt x="23" y="14"/>
                      </a:lnTo>
                      <a:close/>
                    </a:path>
                  </a:pathLst>
                </a:custGeom>
                <a:solidFill>
                  <a:srgbClr val="E60012"/>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nvGrpSpPr>
              <p:cNvPr id="249" name="ïšľîḍê"/>
              <p:cNvGrpSpPr/>
              <p:nvPr/>
            </p:nvGrpSpPr>
            <p:grpSpPr>
              <a:xfrm>
                <a:off x="4412452" y="3781425"/>
                <a:ext cx="2312689" cy="166461"/>
                <a:chOff x="6986588" y="3521075"/>
                <a:chExt cx="1654176" cy="119063"/>
              </a:xfrm>
            </p:grpSpPr>
            <p:sp>
              <p:nvSpPr>
                <p:cNvPr id="250" name="îṩľîḑê"/>
                <p:cNvSpPr/>
                <p:nvPr/>
              </p:nvSpPr>
              <p:spPr bwMode="auto">
                <a:xfrm>
                  <a:off x="6986588" y="3521075"/>
                  <a:ext cx="155575" cy="119063"/>
                </a:xfrm>
                <a:custGeom>
                  <a:avLst/>
                  <a:gdLst>
                    <a:gd name="T0" fmla="*/ 84 w 98"/>
                    <a:gd name="T1" fmla="*/ 0 h 75"/>
                    <a:gd name="T2" fmla="*/ 59 w 98"/>
                    <a:gd name="T3" fmla="*/ 52 h 75"/>
                    <a:gd name="T4" fmla="*/ 57 w 98"/>
                    <a:gd name="T5" fmla="*/ 0 h 75"/>
                    <a:gd name="T6" fmla="*/ 40 w 98"/>
                    <a:gd name="T7" fmla="*/ 0 h 75"/>
                    <a:gd name="T8" fmla="*/ 15 w 98"/>
                    <a:gd name="T9" fmla="*/ 52 h 75"/>
                    <a:gd name="T10" fmla="*/ 15 w 98"/>
                    <a:gd name="T11" fmla="*/ 0 h 75"/>
                    <a:gd name="T12" fmla="*/ 0 w 98"/>
                    <a:gd name="T13" fmla="*/ 0 h 75"/>
                    <a:gd name="T14" fmla="*/ 2 w 98"/>
                    <a:gd name="T15" fmla="*/ 75 h 75"/>
                    <a:gd name="T16" fmla="*/ 19 w 98"/>
                    <a:gd name="T17" fmla="*/ 75 h 75"/>
                    <a:gd name="T18" fmla="*/ 44 w 98"/>
                    <a:gd name="T19" fmla="*/ 21 h 75"/>
                    <a:gd name="T20" fmla="*/ 46 w 98"/>
                    <a:gd name="T21" fmla="*/ 75 h 75"/>
                    <a:gd name="T22" fmla="*/ 63 w 98"/>
                    <a:gd name="T23" fmla="*/ 75 h 75"/>
                    <a:gd name="T24" fmla="*/ 98 w 98"/>
                    <a:gd name="T25" fmla="*/ 0 h 75"/>
                    <a:gd name="T26" fmla="*/ 84 w 98"/>
                    <a:gd name="T27"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98" h="75">
                      <a:moveTo>
                        <a:pt x="84" y="0"/>
                      </a:moveTo>
                      <a:lnTo>
                        <a:pt x="59" y="52"/>
                      </a:lnTo>
                      <a:lnTo>
                        <a:pt x="57" y="0"/>
                      </a:lnTo>
                      <a:lnTo>
                        <a:pt x="40" y="0"/>
                      </a:lnTo>
                      <a:lnTo>
                        <a:pt x="15" y="52"/>
                      </a:lnTo>
                      <a:lnTo>
                        <a:pt x="15" y="0"/>
                      </a:lnTo>
                      <a:lnTo>
                        <a:pt x="0" y="0"/>
                      </a:lnTo>
                      <a:lnTo>
                        <a:pt x="2" y="75"/>
                      </a:lnTo>
                      <a:lnTo>
                        <a:pt x="19" y="75"/>
                      </a:lnTo>
                      <a:lnTo>
                        <a:pt x="44" y="21"/>
                      </a:lnTo>
                      <a:lnTo>
                        <a:pt x="46" y="75"/>
                      </a:lnTo>
                      <a:lnTo>
                        <a:pt x="63" y="75"/>
                      </a:lnTo>
                      <a:lnTo>
                        <a:pt x="98" y="0"/>
                      </a:lnTo>
                      <a:lnTo>
                        <a:pt x="84"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1" name="îṩḷîde"/>
                <p:cNvSpPr/>
                <p:nvPr/>
              </p:nvSpPr>
              <p:spPr bwMode="auto">
                <a:xfrm>
                  <a:off x="7135813" y="3521075"/>
                  <a:ext cx="112713" cy="119063"/>
                </a:xfrm>
                <a:custGeom>
                  <a:avLst/>
                  <a:gdLst>
                    <a:gd name="T0" fmla="*/ 22 w 34"/>
                    <a:gd name="T1" fmla="*/ 20 h 36"/>
                    <a:gd name="T2" fmla="*/ 20 w 34"/>
                    <a:gd name="T3" fmla="*/ 26 h 36"/>
                    <a:gd name="T4" fmla="*/ 18 w 34"/>
                    <a:gd name="T5" fmla="*/ 29 h 36"/>
                    <a:gd name="T6" fmla="*/ 13 w 34"/>
                    <a:gd name="T7" fmla="*/ 30 h 36"/>
                    <a:gd name="T8" fmla="*/ 9 w 34"/>
                    <a:gd name="T9" fmla="*/ 29 h 36"/>
                    <a:gd name="T10" fmla="*/ 7 w 34"/>
                    <a:gd name="T11" fmla="*/ 25 h 36"/>
                    <a:gd name="T12" fmla="*/ 7 w 34"/>
                    <a:gd name="T13" fmla="*/ 24 h 36"/>
                    <a:gd name="T14" fmla="*/ 8 w 34"/>
                    <a:gd name="T15" fmla="*/ 19 h 36"/>
                    <a:gd name="T16" fmla="*/ 12 w 34"/>
                    <a:gd name="T17" fmla="*/ 0 h 36"/>
                    <a:gd name="T18" fmla="*/ 5 w 34"/>
                    <a:gd name="T19" fmla="*/ 0 h 36"/>
                    <a:gd name="T20" fmla="*/ 1 w 34"/>
                    <a:gd name="T21" fmla="*/ 19 h 36"/>
                    <a:gd name="T22" fmla="*/ 0 w 34"/>
                    <a:gd name="T23" fmla="*/ 23 h 36"/>
                    <a:gd name="T24" fmla="*/ 0 w 34"/>
                    <a:gd name="T25" fmla="*/ 25 h 36"/>
                    <a:gd name="T26" fmla="*/ 3 w 34"/>
                    <a:gd name="T27" fmla="*/ 33 h 36"/>
                    <a:gd name="T28" fmla="*/ 13 w 34"/>
                    <a:gd name="T29" fmla="*/ 36 h 36"/>
                    <a:gd name="T30" fmla="*/ 22 w 34"/>
                    <a:gd name="T31" fmla="*/ 34 h 36"/>
                    <a:gd name="T32" fmla="*/ 27 w 34"/>
                    <a:gd name="T33" fmla="*/ 29 h 36"/>
                    <a:gd name="T34" fmla="*/ 30 w 34"/>
                    <a:gd name="T35" fmla="*/ 20 h 36"/>
                    <a:gd name="T36" fmla="*/ 34 w 34"/>
                    <a:gd name="T37" fmla="*/ 0 h 36"/>
                    <a:gd name="T38" fmla="*/ 26 w 34"/>
                    <a:gd name="T39" fmla="*/ 0 h 36"/>
                    <a:gd name="T40" fmla="*/ 22 w 34"/>
                    <a:gd name="T41" fmla="*/ 2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4" h="36">
                      <a:moveTo>
                        <a:pt x="22" y="20"/>
                      </a:moveTo>
                      <a:cubicBezTo>
                        <a:pt x="22" y="23"/>
                        <a:pt x="21" y="25"/>
                        <a:pt x="20" y="26"/>
                      </a:cubicBezTo>
                      <a:cubicBezTo>
                        <a:pt x="20" y="28"/>
                        <a:pt x="19" y="29"/>
                        <a:pt x="18" y="29"/>
                      </a:cubicBezTo>
                      <a:cubicBezTo>
                        <a:pt x="17" y="30"/>
                        <a:pt x="15" y="30"/>
                        <a:pt x="13" y="30"/>
                      </a:cubicBezTo>
                      <a:cubicBezTo>
                        <a:pt x="11" y="30"/>
                        <a:pt x="10" y="30"/>
                        <a:pt x="9" y="29"/>
                      </a:cubicBezTo>
                      <a:cubicBezTo>
                        <a:pt x="8" y="28"/>
                        <a:pt x="7" y="27"/>
                        <a:pt x="7" y="25"/>
                      </a:cubicBezTo>
                      <a:cubicBezTo>
                        <a:pt x="7" y="25"/>
                        <a:pt x="7" y="25"/>
                        <a:pt x="7" y="24"/>
                      </a:cubicBezTo>
                      <a:cubicBezTo>
                        <a:pt x="8" y="19"/>
                        <a:pt x="8" y="19"/>
                        <a:pt x="8" y="19"/>
                      </a:cubicBezTo>
                      <a:cubicBezTo>
                        <a:pt x="12" y="0"/>
                        <a:pt x="12" y="0"/>
                        <a:pt x="12" y="0"/>
                      </a:cubicBezTo>
                      <a:cubicBezTo>
                        <a:pt x="5" y="0"/>
                        <a:pt x="5" y="0"/>
                        <a:pt x="5" y="0"/>
                      </a:cubicBezTo>
                      <a:cubicBezTo>
                        <a:pt x="1" y="19"/>
                        <a:pt x="1" y="19"/>
                        <a:pt x="1" y="19"/>
                      </a:cubicBezTo>
                      <a:cubicBezTo>
                        <a:pt x="1" y="21"/>
                        <a:pt x="0" y="23"/>
                        <a:pt x="0" y="23"/>
                      </a:cubicBezTo>
                      <a:cubicBezTo>
                        <a:pt x="0" y="24"/>
                        <a:pt x="0" y="25"/>
                        <a:pt x="0" y="25"/>
                      </a:cubicBezTo>
                      <a:cubicBezTo>
                        <a:pt x="0" y="29"/>
                        <a:pt x="1" y="31"/>
                        <a:pt x="3" y="33"/>
                      </a:cubicBezTo>
                      <a:cubicBezTo>
                        <a:pt x="6" y="35"/>
                        <a:pt x="9" y="36"/>
                        <a:pt x="13" y="36"/>
                      </a:cubicBezTo>
                      <a:cubicBezTo>
                        <a:pt x="16" y="36"/>
                        <a:pt x="19" y="36"/>
                        <a:pt x="22" y="34"/>
                      </a:cubicBezTo>
                      <a:cubicBezTo>
                        <a:pt x="24" y="33"/>
                        <a:pt x="25" y="31"/>
                        <a:pt x="27" y="29"/>
                      </a:cubicBezTo>
                      <a:cubicBezTo>
                        <a:pt x="28" y="27"/>
                        <a:pt x="29" y="24"/>
                        <a:pt x="30" y="20"/>
                      </a:cubicBezTo>
                      <a:cubicBezTo>
                        <a:pt x="34" y="0"/>
                        <a:pt x="34" y="0"/>
                        <a:pt x="34" y="0"/>
                      </a:cubicBezTo>
                      <a:cubicBezTo>
                        <a:pt x="26" y="0"/>
                        <a:pt x="26" y="0"/>
                        <a:pt x="26" y="0"/>
                      </a:cubicBezTo>
                      <a:lnTo>
                        <a:pt x="22" y="2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2" name="îṣḻîḑê"/>
                <p:cNvSpPr/>
                <p:nvPr/>
              </p:nvSpPr>
              <p:spPr bwMode="auto">
                <a:xfrm>
                  <a:off x="7248526" y="3521075"/>
                  <a:ext cx="114300" cy="119063"/>
                </a:xfrm>
                <a:custGeom>
                  <a:avLst/>
                  <a:gdLst>
                    <a:gd name="T0" fmla="*/ 58 w 72"/>
                    <a:gd name="T1" fmla="*/ 0 h 75"/>
                    <a:gd name="T2" fmla="*/ 52 w 72"/>
                    <a:gd name="T3" fmla="*/ 29 h 75"/>
                    <a:gd name="T4" fmla="*/ 22 w 72"/>
                    <a:gd name="T5" fmla="*/ 29 h 75"/>
                    <a:gd name="T6" fmla="*/ 29 w 72"/>
                    <a:gd name="T7" fmla="*/ 0 h 75"/>
                    <a:gd name="T8" fmla="*/ 14 w 72"/>
                    <a:gd name="T9" fmla="*/ 0 h 75"/>
                    <a:gd name="T10" fmla="*/ 0 w 72"/>
                    <a:gd name="T11" fmla="*/ 75 h 75"/>
                    <a:gd name="T12" fmla="*/ 14 w 72"/>
                    <a:gd name="T13" fmla="*/ 75 h 75"/>
                    <a:gd name="T14" fmla="*/ 20 w 72"/>
                    <a:gd name="T15" fmla="*/ 42 h 75"/>
                    <a:gd name="T16" fmla="*/ 50 w 72"/>
                    <a:gd name="T17" fmla="*/ 42 h 75"/>
                    <a:gd name="T18" fmla="*/ 43 w 72"/>
                    <a:gd name="T19" fmla="*/ 75 h 75"/>
                    <a:gd name="T20" fmla="*/ 58 w 72"/>
                    <a:gd name="T21" fmla="*/ 75 h 75"/>
                    <a:gd name="T22" fmla="*/ 72 w 72"/>
                    <a:gd name="T23" fmla="*/ 0 h 75"/>
                    <a:gd name="T24" fmla="*/ 58 w 72"/>
                    <a:gd name="T25"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2" h="75">
                      <a:moveTo>
                        <a:pt x="58" y="0"/>
                      </a:moveTo>
                      <a:lnTo>
                        <a:pt x="52" y="29"/>
                      </a:lnTo>
                      <a:lnTo>
                        <a:pt x="22" y="29"/>
                      </a:lnTo>
                      <a:lnTo>
                        <a:pt x="29" y="0"/>
                      </a:lnTo>
                      <a:lnTo>
                        <a:pt x="14" y="0"/>
                      </a:lnTo>
                      <a:lnTo>
                        <a:pt x="0" y="75"/>
                      </a:lnTo>
                      <a:lnTo>
                        <a:pt x="14" y="75"/>
                      </a:lnTo>
                      <a:lnTo>
                        <a:pt x="20" y="42"/>
                      </a:lnTo>
                      <a:lnTo>
                        <a:pt x="50" y="42"/>
                      </a:lnTo>
                      <a:lnTo>
                        <a:pt x="43" y="75"/>
                      </a:lnTo>
                      <a:lnTo>
                        <a:pt x="58" y="75"/>
                      </a:lnTo>
                      <a:lnTo>
                        <a:pt x="72" y="0"/>
                      </a:lnTo>
                      <a:lnTo>
                        <a:pt x="58"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3" name="ïṥlíḑê"/>
                <p:cNvSpPr/>
                <p:nvPr/>
              </p:nvSpPr>
              <p:spPr bwMode="auto">
                <a:xfrm>
                  <a:off x="7356476" y="3521075"/>
                  <a:ext cx="112713" cy="119063"/>
                </a:xfrm>
                <a:custGeom>
                  <a:avLst/>
                  <a:gdLst>
                    <a:gd name="T0" fmla="*/ 42 w 71"/>
                    <a:gd name="T1" fmla="*/ 0 h 75"/>
                    <a:gd name="T2" fmla="*/ 0 w 71"/>
                    <a:gd name="T3" fmla="*/ 75 h 75"/>
                    <a:gd name="T4" fmla="*/ 15 w 71"/>
                    <a:gd name="T5" fmla="*/ 75 h 75"/>
                    <a:gd name="T6" fmla="*/ 23 w 71"/>
                    <a:gd name="T7" fmla="*/ 59 h 75"/>
                    <a:gd name="T8" fmla="*/ 54 w 71"/>
                    <a:gd name="T9" fmla="*/ 59 h 75"/>
                    <a:gd name="T10" fmla="*/ 56 w 71"/>
                    <a:gd name="T11" fmla="*/ 75 h 75"/>
                    <a:gd name="T12" fmla="*/ 71 w 71"/>
                    <a:gd name="T13" fmla="*/ 75 h 75"/>
                    <a:gd name="T14" fmla="*/ 58 w 71"/>
                    <a:gd name="T15" fmla="*/ 0 h 75"/>
                    <a:gd name="T16" fmla="*/ 42 w 71"/>
                    <a:gd name="T17" fmla="*/ 0 h 75"/>
                    <a:gd name="T18" fmla="*/ 29 w 71"/>
                    <a:gd name="T19" fmla="*/ 46 h 75"/>
                    <a:gd name="T20" fmla="*/ 48 w 71"/>
                    <a:gd name="T21" fmla="*/ 17 h 75"/>
                    <a:gd name="T22" fmla="*/ 52 w 71"/>
                    <a:gd name="T23" fmla="*/ 46 h 75"/>
                    <a:gd name="T24" fmla="*/ 29 w 71"/>
                    <a:gd name="T25" fmla="*/ 4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75">
                      <a:moveTo>
                        <a:pt x="42" y="0"/>
                      </a:moveTo>
                      <a:lnTo>
                        <a:pt x="0" y="75"/>
                      </a:lnTo>
                      <a:lnTo>
                        <a:pt x="15" y="75"/>
                      </a:lnTo>
                      <a:lnTo>
                        <a:pt x="23" y="59"/>
                      </a:lnTo>
                      <a:lnTo>
                        <a:pt x="54" y="59"/>
                      </a:lnTo>
                      <a:lnTo>
                        <a:pt x="56" y="75"/>
                      </a:lnTo>
                      <a:lnTo>
                        <a:pt x="71" y="75"/>
                      </a:lnTo>
                      <a:lnTo>
                        <a:pt x="58" y="0"/>
                      </a:lnTo>
                      <a:lnTo>
                        <a:pt x="42" y="0"/>
                      </a:lnTo>
                      <a:close/>
                      <a:moveTo>
                        <a:pt x="29" y="46"/>
                      </a:moveTo>
                      <a:lnTo>
                        <a:pt x="48" y="17"/>
                      </a:lnTo>
                      <a:lnTo>
                        <a:pt x="52" y="46"/>
                      </a:lnTo>
                      <a:lnTo>
                        <a:pt x="29" y="46"/>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4" name="îş1íḋe"/>
                <p:cNvSpPr/>
                <p:nvPr/>
              </p:nvSpPr>
              <p:spPr bwMode="auto">
                <a:xfrm>
                  <a:off x="7481888" y="3521075"/>
                  <a:ext cx="119063" cy="119063"/>
                </a:xfrm>
                <a:custGeom>
                  <a:avLst/>
                  <a:gdLst>
                    <a:gd name="T0" fmla="*/ 50 w 75"/>
                    <a:gd name="T1" fmla="*/ 50 h 75"/>
                    <a:gd name="T2" fmla="*/ 31 w 75"/>
                    <a:gd name="T3" fmla="*/ 0 h 75"/>
                    <a:gd name="T4" fmla="*/ 17 w 75"/>
                    <a:gd name="T5" fmla="*/ 0 h 75"/>
                    <a:gd name="T6" fmla="*/ 0 w 75"/>
                    <a:gd name="T7" fmla="*/ 75 h 75"/>
                    <a:gd name="T8" fmla="*/ 15 w 75"/>
                    <a:gd name="T9" fmla="*/ 75 h 75"/>
                    <a:gd name="T10" fmla="*/ 25 w 75"/>
                    <a:gd name="T11" fmla="*/ 25 h 75"/>
                    <a:gd name="T12" fmla="*/ 46 w 75"/>
                    <a:gd name="T13" fmla="*/ 75 h 75"/>
                    <a:gd name="T14" fmla="*/ 58 w 75"/>
                    <a:gd name="T15" fmla="*/ 75 h 75"/>
                    <a:gd name="T16" fmla="*/ 75 w 75"/>
                    <a:gd name="T17" fmla="*/ 0 h 75"/>
                    <a:gd name="T18" fmla="*/ 61 w 75"/>
                    <a:gd name="T19" fmla="*/ 0 h 75"/>
                    <a:gd name="T20" fmla="*/ 50 w 75"/>
                    <a:gd name="T21" fmla="*/ 5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5" h="75">
                      <a:moveTo>
                        <a:pt x="50" y="50"/>
                      </a:moveTo>
                      <a:lnTo>
                        <a:pt x="31" y="0"/>
                      </a:lnTo>
                      <a:lnTo>
                        <a:pt x="17" y="0"/>
                      </a:lnTo>
                      <a:lnTo>
                        <a:pt x="0" y="75"/>
                      </a:lnTo>
                      <a:lnTo>
                        <a:pt x="15" y="75"/>
                      </a:lnTo>
                      <a:lnTo>
                        <a:pt x="25" y="25"/>
                      </a:lnTo>
                      <a:lnTo>
                        <a:pt x="46" y="75"/>
                      </a:lnTo>
                      <a:lnTo>
                        <a:pt x="58" y="75"/>
                      </a:lnTo>
                      <a:lnTo>
                        <a:pt x="75" y="0"/>
                      </a:lnTo>
                      <a:lnTo>
                        <a:pt x="61" y="0"/>
                      </a:lnTo>
                      <a:lnTo>
                        <a:pt x="50" y="5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5" name="îş1ïḋe"/>
                <p:cNvSpPr/>
                <p:nvPr/>
              </p:nvSpPr>
              <p:spPr bwMode="auto">
                <a:xfrm>
                  <a:off x="7653338" y="3521075"/>
                  <a:ext cx="112713" cy="119063"/>
                </a:xfrm>
                <a:custGeom>
                  <a:avLst/>
                  <a:gdLst>
                    <a:gd name="T0" fmla="*/ 22 w 34"/>
                    <a:gd name="T1" fmla="*/ 20 h 36"/>
                    <a:gd name="T2" fmla="*/ 20 w 34"/>
                    <a:gd name="T3" fmla="*/ 26 h 36"/>
                    <a:gd name="T4" fmla="*/ 18 w 34"/>
                    <a:gd name="T5" fmla="*/ 29 h 36"/>
                    <a:gd name="T6" fmla="*/ 13 w 34"/>
                    <a:gd name="T7" fmla="*/ 30 h 36"/>
                    <a:gd name="T8" fmla="*/ 9 w 34"/>
                    <a:gd name="T9" fmla="*/ 29 h 36"/>
                    <a:gd name="T10" fmla="*/ 7 w 34"/>
                    <a:gd name="T11" fmla="*/ 25 h 36"/>
                    <a:gd name="T12" fmla="*/ 7 w 34"/>
                    <a:gd name="T13" fmla="*/ 24 h 36"/>
                    <a:gd name="T14" fmla="*/ 8 w 34"/>
                    <a:gd name="T15" fmla="*/ 19 h 36"/>
                    <a:gd name="T16" fmla="*/ 12 w 34"/>
                    <a:gd name="T17" fmla="*/ 0 h 36"/>
                    <a:gd name="T18" fmla="*/ 5 w 34"/>
                    <a:gd name="T19" fmla="*/ 0 h 36"/>
                    <a:gd name="T20" fmla="*/ 1 w 34"/>
                    <a:gd name="T21" fmla="*/ 19 h 36"/>
                    <a:gd name="T22" fmla="*/ 0 w 34"/>
                    <a:gd name="T23" fmla="*/ 23 h 36"/>
                    <a:gd name="T24" fmla="*/ 0 w 34"/>
                    <a:gd name="T25" fmla="*/ 25 h 36"/>
                    <a:gd name="T26" fmla="*/ 3 w 34"/>
                    <a:gd name="T27" fmla="*/ 33 h 36"/>
                    <a:gd name="T28" fmla="*/ 13 w 34"/>
                    <a:gd name="T29" fmla="*/ 36 h 36"/>
                    <a:gd name="T30" fmla="*/ 22 w 34"/>
                    <a:gd name="T31" fmla="*/ 34 h 36"/>
                    <a:gd name="T32" fmla="*/ 27 w 34"/>
                    <a:gd name="T33" fmla="*/ 29 h 36"/>
                    <a:gd name="T34" fmla="*/ 30 w 34"/>
                    <a:gd name="T35" fmla="*/ 20 h 36"/>
                    <a:gd name="T36" fmla="*/ 34 w 34"/>
                    <a:gd name="T37" fmla="*/ 0 h 36"/>
                    <a:gd name="T38" fmla="*/ 26 w 34"/>
                    <a:gd name="T39" fmla="*/ 0 h 36"/>
                    <a:gd name="T40" fmla="*/ 22 w 34"/>
                    <a:gd name="T41" fmla="*/ 2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4" h="36">
                      <a:moveTo>
                        <a:pt x="22" y="20"/>
                      </a:moveTo>
                      <a:cubicBezTo>
                        <a:pt x="22" y="23"/>
                        <a:pt x="21" y="25"/>
                        <a:pt x="20" y="26"/>
                      </a:cubicBezTo>
                      <a:cubicBezTo>
                        <a:pt x="20" y="28"/>
                        <a:pt x="19" y="29"/>
                        <a:pt x="18" y="29"/>
                      </a:cubicBezTo>
                      <a:cubicBezTo>
                        <a:pt x="17" y="30"/>
                        <a:pt x="15" y="30"/>
                        <a:pt x="13" y="30"/>
                      </a:cubicBezTo>
                      <a:cubicBezTo>
                        <a:pt x="11" y="30"/>
                        <a:pt x="10" y="30"/>
                        <a:pt x="9" y="29"/>
                      </a:cubicBezTo>
                      <a:cubicBezTo>
                        <a:pt x="8" y="28"/>
                        <a:pt x="7" y="27"/>
                        <a:pt x="7" y="25"/>
                      </a:cubicBezTo>
                      <a:cubicBezTo>
                        <a:pt x="7" y="25"/>
                        <a:pt x="7" y="25"/>
                        <a:pt x="7" y="24"/>
                      </a:cubicBezTo>
                      <a:cubicBezTo>
                        <a:pt x="8" y="19"/>
                        <a:pt x="8" y="19"/>
                        <a:pt x="8" y="19"/>
                      </a:cubicBezTo>
                      <a:cubicBezTo>
                        <a:pt x="12" y="0"/>
                        <a:pt x="12" y="0"/>
                        <a:pt x="12" y="0"/>
                      </a:cubicBezTo>
                      <a:cubicBezTo>
                        <a:pt x="5" y="0"/>
                        <a:pt x="5" y="0"/>
                        <a:pt x="5" y="0"/>
                      </a:cubicBezTo>
                      <a:cubicBezTo>
                        <a:pt x="1" y="19"/>
                        <a:pt x="1" y="19"/>
                        <a:pt x="1" y="19"/>
                      </a:cubicBezTo>
                      <a:cubicBezTo>
                        <a:pt x="1" y="21"/>
                        <a:pt x="0" y="23"/>
                        <a:pt x="0" y="23"/>
                      </a:cubicBezTo>
                      <a:cubicBezTo>
                        <a:pt x="0" y="24"/>
                        <a:pt x="0" y="25"/>
                        <a:pt x="0" y="25"/>
                      </a:cubicBezTo>
                      <a:cubicBezTo>
                        <a:pt x="0" y="29"/>
                        <a:pt x="1" y="31"/>
                        <a:pt x="3" y="33"/>
                      </a:cubicBezTo>
                      <a:cubicBezTo>
                        <a:pt x="6" y="35"/>
                        <a:pt x="9" y="36"/>
                        <a:pt x="13" y="36"/>
                      </a:cubicBezTo>
                      <a:cubicBezTo>
                        <a:pt x="16" y="36"/>
                        <a:pt x="19" y="36"/>
                        <a:pt x="22" y="34"/>
                      </a:cubicBezTo>
                      <a:cubicBezTo>
                        <a:pt x="24" y="33"/>
                        <a:pt x="25" y="31"/>
                        <a:pt x="27" y="29"/>
                      </a:cubicBezTo>
                      <a:cubicBezTo>
                        <a:pt x="28" y="27"/>
                        <a:pt x="29" y="24"/>
                        <a:pt x="30" y="20"/>
                      </a:cubicBezTo>
                      <a:cubicBezTo>
                        <a:pt x="34" y="0"/>
                        <a:pt x="34" y="0"/>
                        <a:pt x="34" y="0"/>
                      </a:cubicBezTo>
                      <a:cubicBezTo>
                        <a:pt x="26" y="0"/>
                        <a:pt x="26" y="0"/>
                        <a:pt x="26" y="0"/>
                      </a:cubicBezTo>
                      <a:lnTo>
                        <a:pt x="22" y="2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6" name="íšlídè"/>
                <p:cNvSpPr/>
                <p:nvPr/>
              </p:nvSpPr>
              <p:spPr bwMode="auto">
                <a:xfrm>
                  <a:off x="7766051" y="3521075"/>
                  <a:ext cx="115888" cy="119063"/>
                </a:xfrm>
                <a:custGeom>
                  <a:avLst/>
                  <a:gdLst>
                    <a:gd name="T0" fmla="*/ 58 w 73"/>
                    <a:gd name="T1" fmla="*/ 0 h 75"/>
                    <a:gd name="T2" fmla="*/ 50 w 73"/>
                    <a:gd name="T3" fmla="*/ 50 h 75"/>
                    <a:gd name="T4" fmla="*/ 29 w 73"/>
                    <a:gd name="T5" fmla="*/ 0 h 75"/>
                    <a:gd name="T6" fmla="*/ 15 w 73"/>
                    <a:gd name="T7" fmla="*/ 0 h 75"/>
                    <a:gd name="T8" fmla="*/ 0 w 73"/>
                    <a:gd name="T9" fmla="*/ 75 h 75"/>
                    <a:gd name="T10" fmla="*/ 13 w 73"/>
                    <a:gd name="T11" fmla="*/ 75 h 75"/>
                    <a:gd name="T12" fmla="*/ 23 w 73"/>
                    <a:gd name="T13" fmla="*/ 25 h 75"/>
                    <a:gd name="T14" fmla="*/ 44 w 73"/>
                    <a:gd name="T15" fmla="*/ 75 h 75"/>
                    <a:gd name="T16" fmla="*/ 58 w 73"/>
                    <a:gd name="T17" fmla="*/ 75 h 75"/>
                    <a:gd name="T18" fmla="*/ 73 w 73"/>
                    <a:gd name="T19" fmla="*/ 0 h 75"/>
                    <a:gd name="T20" fmla="*/ 58 w 73"/>
                    <a:gd name="T21" fmla="*/ 0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3" h="75">
                      <a:moveTo>
                        <a:pt x="58" y="0"/>
                      </a:moveTo>
                      <a:lnTo>
                        <a:pt x="50" y="50"/>
                      </a:lnTo>
                      <a:lnTo>
                        <a:pt x="29" y="0"/>
                      </a:lnTo>
                      <a:lnTo>
                        <a:pt x="15" y="0"/>
                      </a:lnTo>
                      <a:lnTo>
                        <a:pt x="0" y="75"/>
                      </a:lnTo>
                      <a:lnTo>
                        <a:pt x="13" y="75"/>
                      </a:lnTo>
                      <a:lnTo>
                        <a:pt x="23" y="25"/>
                      </a:lnTo>
                      <a:lnTo>
                        <a:pt x="44" y="75"/>
                      </a:lnTo>
                      <a:lnTo>
                        <a:pt x="58" y="75"/>
                      </a:lnTo>
                      <a:lnTo>
                        <a:pt x="73" y="0"/>
                      </a:lnTo>
                      <a:lnTo>
                        <a:pt x="58"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7" name="îṣḻîďe"/>
                <p:cNvSpPr/>
                <p:nvPr/>
              </p:nvSpPr>
              <p:spPr bwMode="auto">
                <a:xfrm>
                  <a:off x="7881938" y="3521075"/>
                  <a:ext cx="49213" cy="119063"/>
                </a:xfrm>
                <a:custGeom>
                  <a:avLst/>
                  <a:gdLst>
                    <a:gd name="T0" fmla="*/ 0 w 31"/>
                    <a:gd name="T1" fmla="*/ 75 h 75"/>
                    <a:gd name="T2" fmla="*/ 14 w 31"/>
                    <a:gd name="T3" fmla="*/ 75 h 75"/>
                    <a:gd name="T4" fmla="*/ 31 w 31"/>
                    <a:gd name="T5" fmla="*/ 0 h 75"/>
                    <a:gd name="T6" fmla="*/ 14 w 31"/>
                    <a:gd name="T7" fmla="*/ 0 h 75"/>
                    <a:gd name="T8" fmla="*/ 0 w 31"/>
                    <a:gd name="T9" fmla="*/ 75 h 75"/>
                  </a:gdLst>
                  <a:ahLst/>
                  <a:cxnLst>
                    <a:cxn ang="0">
                      <a:pos x="T0" y="T1"/>
                    </a:cxn>
                    <a:cxn ang="0">
                      <a:pos x="T2" y="T3"/>
                    </a:cxn>
                    <a:cxn ang="0">
                      <a:pos x="T4" y="T5"/>
                    </a:cxn>
                    <a:cxn ang="0">
                      <a:pos x="T6" y="T7"/>
                    </a:cxn>
                    <a:cxn ang="0">
                      <a:pos x="T8" y="T9"/>
                    </a:cxn>
                  </a:cxnLst>
                  <a:rect l="0" t="0" r="r" b="b"/>
                  <a:pathLst>
                    <a:path w="31" h="75">
                      <a:moveTo>
                        <a:pt x="0" y="75"/>
                      </a:moveTo>
                      <a:lnTo>
                        <a:pt x="14" y="75"/>
                      </a:lnTo>
                      <a:lnTo>
                        <a:pt x="31" y="0"/>
                      </a:lnTo>
                      <a:lnTo>
                        <a:pt x="14" y="0"/>
                      </a:lnTo>
                      <a:lnTo>
                        <a:pt x="0" y="75"/>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8" name="íŝḻiḋè"/>
                <p:cNvSpPr/>
                <p:nvPr/>
              </p:nvSpPr>
              <p:spPr bwMode="auto">
                <a:xfrm>
                  <a:off x="7940676" y="3521075"/>
                  <a:ext cx="109538" cy="119063"/>
                </a:xfrm>
                <a:custGeom>
                  <a:avLst/>
                  <a:gdLst>
                    <a:gd name="T0" fmla="*/ 54 w 69"/>
                    <a:gd name="T1" fmla="*/ 0 h 75"/>
                    <a:gd name="T2" fmla="*/ 23 w 69"/>
                    <a:gd name="T3" fmla="*/ 57 h 75"/>
                    <a:gd name="T4" fmla="*/ 15 w 69"/>
                    <a:gd name="T5" fmla="*/ 0 h 75"/>
                    <a:gd name="T6" fmla="*/ 0 w 69"/>
                    <a:gd name="T7" fmla="*/ 0 h 75"/>
                    <a:gd name="T8" fmla="*/ 13 w 69"/>
                    <a:gd name="T9" fmla="*/ 75 h 75"/>
                    <a:gd name="T10" fmla="*/ 29 w 69"/>
                    <a:gd name="T11" fmla="*/ 75 h 75"/>
                    <a:gd name="T12" fmla="*/ 69 w 69"/>
                    <a:gd name="T13" fmla="*/ 0 h 75"/>
                    <a:gd name="T14" fmla="*/ 54 w 69"/>
                    <a:gd name="T15" fmla="*/ 0 h 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9" h="75">
                      <a:moveTo>
                        <a:pt x="54" y="0"/>
                      </a:moveTo>
                      <a:lnTo>
                        <a:pt x="23" y="57"/>
                      </a:lnTo>
                      <a:lnTo>
                        <a:pt x="15" y="0"/>
                      </a:lnTo>
                      <a:lnTo>
                        <a:pt x="0" y="0"/>
                      </a:lnTo>
                      <a:lnTo>
                        <a:pt x="13" y="75"/>
                      </a:lnTo>
                      <a:lnTo>
                        <a:pt x="29" y="75"/>
                      </a:lnTo>
                      <a:lnTo>
                        <a:pt x="69" y="0"/>
                      </a:lnTo>
                      <a:lnTo>
                        <a:pt x="54"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59" name="î$ḷíďé"/>
                <p:cNvSpPr/>
                <p:nvPr/>
              </p:nvSpPr>
              <p:spPr bwMode="auto">
                <a:xfrm>
                  <a:off x="8037513" y="3521075"/>
                  <a:ext cx="111125" cy="119063"/>
                </a:xfrm>
                <a:custGeom>
                  <a:avLst/>
                  <a:gdLst>
                    <a:gd name="T0" fmla="*/ 68 w 70"/>
                    <a:gd name="T1" fmla="*/ 12 h 75"/>
                    <a:gd name="T2" fmla="*/ 70 w 70"/>
                    <a:gd name="T3" fmla="*/ 0 h 75"/>
                    <a:gd name="T4" fmla="*/ 16 w 70"/>
                    <a:gd name="T5" fmla="*/ 0 h 75"/>
                    <a:gd name="T6" fmla="*/ 0 w 70"/>
                    <a:gd name="T7" fmla="*/ 75 h 75"/>
                    <a:gd name="T8" fmla="*/ 58 w 70"/>
                    <a:gd name="T9" fmla="*/ 75 h 75"/>
                    <a:gd name="T10" fmla="*/ 60 w 70"/>
                    <a:gd name="T11" fmla="*/ 63 h 75"/>
                    <a:gd name="T12" fmla="*/ 16 w 70"/>
                    <a:gd name="T13" fmla="*/ 63 h 75"/>
                    <a:gd name="T14" fmla="*/ 22 w 70"/>
                    <a:gd name="T15" fmla="*/ 42 h 75"/>
                    <a:gd name="T16" fmla="*/ 60 w 70"/>
                    <a:gd name="T17" fmla="*/ 42 h 75"/>
                    <a:gd name="T18" fmla="*/ 62 w 70"/>
                    <a:gd name="T19" fmla="*/ 29 h 75"/>
                    <a:gd name="T20" fmla="*/ 24 w 70"/>
                    <a:gd name="T21" fmla="*/ 29 h 75"/>
                    <a:gd name="T22" fmla="*/ 29 w 70"/>
                    <a:gd name="T23" fmla="*/ 12 h 75"/>
                    <a:gd name="T24" fmla="*/ 68 w 70"/>
                    <a:gd name="T25" fmla="*/ 12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0" h="75">
                      <a:moveTo>
                        <a:pt x="68" y="12"/>
                      </a:moveTo>
                      <a:lnTo>
                        <a:pt x="70" y="0"/>
                      </a:lnTo>
                      <a:lnTo>
                        <a:pt x="16" y="0"/>
                      </a:lnTo>
                      <a:lnTo>
                        <a:pt x="0" y="75"/>
                      </a:lnTo>
                      <a:lnTo>
                        <a:pt x="58" y="75"/>
                      </a:lnTo>
                      <a:lnTo>
                        <a:pt x="60" y="63"/>
                      </a:lnTo>
                      <a:lnTo>
                        <a:pt x="16" y="63"/>
                      </a:lnTo>
                      <a:lnTo>
                        <a:pt x="22" y="42"/>
                      </a:lnTo>
                      <a:lnTo>
                        <a:pt x="60" y="42"/>
                      </a:lnTo>
                      <a:lnTo>
                        <a:pt x="62" y="29"/>
                      </a:lnTo>
                      <a:lnTo>
                        <a:pt x="24" y="29"/>
                      </a:lnTo>
                      <a:lnTo>
                        <a:pt x="29" y="12"/>
                      </a:lnTo>
                      <a:lnTo>
                        <a:pt x="68" y="12"/>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0" name="îṡlîďe"/>
                <p:cNvSpPr/>
                <p:nvPr/>
              </p:nvSpPr>
              <p:spPr bwMode="auto">
                <a:xfrm>
                  <a:off x="8145463" y="3521075"/>
                  <a:ext cx="115888" cy="119063"/>
                </a:xfrm>
                <a:custGeom>
                  <a:avLst/>
                  <a:gdLst>
                    <a:gd name="T0" fmla="*/ 30 w 35"/>
                    <a:gd name="T1" fmla="*/ 1 h 36"/>
                    <a:gd name="T2" fmla="*/ 24 w 35"/>
                    <a:gd name="T3" fmla="*/ 0 h 36"/>
                    <a:gd name="T4" fmla="*/ 8 w 35"/>
                    <a:gd name="T5" fmla="*/ 0 h 36"/>
                    <a:gd name="T6" fmla="*/ 0 w 35"/>
                    <a:gd name="T7" fmla="*/ 36 h 36"/>
                    <a:gd name="T8" fmla="*/ 8 w 35"/>
                    <a:gd name="T9" fmla="*/ 36 h 36"/>
                    <a:gd name="T10" fmla="*/ 11 w 35"/>
                    <a:gd name="T11" fmla="*/ 21 h 36"/>
                    <a:gd name="T12" fmla="*/ 14 w 35"/>
                    <a:gd name="T13" fmla="*/ 21 h 36"/>
                    <a:gd name="T14" fmla="*/ 17 w 35"/>
                    <a:gd name="T15" fmla="*/ 22 h 36"/>
                    <a:gd name="T16" fmla="*/ 21 w 35"/>
                    <a:gd name="T17" fmla="*/ 26 h 36"/>
                    <a:gd name="T18" fmla="*/ 24 w 35"/>
                    <a:gd name="T19" fmla="*/ 36 h 36"/>
                    <a:gd name="T20" fmla="*/ 32 w 35"/>
                    <a:gd name="T21" fmla="*/ 36 h 36"/>
                    <a:gd name="T22" fmla="*/ 27 w 35"/>
                    <a:gd name="T23" fmla="*/ 24 h 36"/>
                    <a:gd name="T24" fmla="*/ 24 w 35"/>
                    <a:gd name="T25" fmla="*/ 21 h 36"/>
                    <a:gd name="T26" fmla="*/ 32 w 35"/>
                    <a:gd name="T27" fmla="*/ 17 h 36"/>
                    <a:gd name="T28" fmla="*/ 35 w 35"/>
                    <a:gd name="T29" fmla="*/ 9 h 36"/>
                    <a:gd name="T30" fmla="*/ 34 w 35"/>
                    <a:gd name="T31" fmla="*/ 4 h 36"/>
                    <a:gd name="T32" fmla="*/ 30 w 35"/>
                    <a:gd name="T33" fmla="*/ 1 h 36"/>
                    <a:gd name="T34" fmla="*/ 27 w 35"/>
                    <a:gd name="T35" fmla="*/ 13 h 36"/>
                    <a:gd name="T36" fmla="*/ 24 w 35"/>
                    <a:gd name="T37" fmla="*/ 15 h 36"/>
                    <a:gd name="T38" fmla="*/ 16 w 35"/>
                    <a:gd name="T39" fmla="*/ 16 h 36"/>
                    <a:gd name="T40" fmla="*/ 12 w 35"/>
                    <a:gd name="T41" fmla="*/ 16 h 36"/>
                    <a:gd name="T42" fmla="*/ 14 w 35"/>
                    <a:gd name="T43" fmla="*/ 6 h 36"/>
                    <a:gd name="T44" fmla="*/ 22 w 35"/>
                    <a:gd name="T45" fmla="*/ 6 h 36"/>
                    <a:gd name="T46" fmla="*/ 26 w 35"/>
                    <a:gd name="T47" fmla="*/ 7 h 36"/>
                    <a:gd name="T48" fmla="*/ 28 w 35"/>
                    <a:gd name="T49" fmla="*/ 10 h 36"/>
                    <a:gd name="T50" fmla="*/ 27 w 35"/>
                    <a:gd name="T51" fmla="*/ 13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5" h="36">
                      <a:moveTo>
                        <a:pt x="30" y="1"/>
                      </a:moveTo>
                      <a:cubicBezTo>
                        <a:pt x="28" y="0"/>
                        <a:pt x="26" y="0"/>
                        <a:pt x="24" y="0"/>
                      </a:cubicBezTo>
                      <a:cubicBezTo>
                        <a:pt x="8" y="0"/>
                        <a:pt x="8" y="0"/>
                        <a:pt x="8" y="0"/>
                      </a:cubicBezTo>
                      <a:cubicBezTo>
                        <a:pt x="0" y="36"/>
                        <a:pt x="0" y="36"/>
                        <a:pt x="0" y="36"/>
                      </a:cubicBezTo>
                      <a:cubicBezTo>
                        <a:pt x="8" y="36"/>
                        <a:pt x="8" y="36"/>
                        <a:pt x="8" y="36"/>
                      </a:cubicBezTo>
                      <a:cubicBezTo>
                        <a:pt x="11" y="21"/>
                        <a:pt x="11" y="21"/>
                        <a:pt x="11" y="21"/>
                      </a:cubicBezTo>
                      <a:cubicBezTo>
                        <a:pt x="14" y="21"/>
                        <a:pt x="14" y="21"/>
                        <a:pt x="14" y="21"/>
                      </a:cubicBezTo>
                      <a:cubicBezTo>
                        <a:pt x="15" y="21"/>
                        <a:pt x="17" y="21"/>
                        <a:pt x="17" y="22"/>
                      </a:cubicBezTo>
                      <a:cubicBezTo>
                        <a:pt x="18" y="22"/>
                        <a:pt x="20" y="24"/>
                        <a:pt x="21" y="26"/>
                      </a:cubicBezTo>
                      <a:cubicBezTo>
                        <a:pt x="22" y="31"/>
                        <a:pt x="24" y="34"/>
                        <a:pt x="24" y="36"/>
                      </a:cubicBezTo>
                      <a:cubicBezTo>
                        <a:pt x="32" y="36"/>
                        <a:pt x="32" y="36"/>
                        <a:pt x="32" y="36"/>
                      </a:cubicBezTo>
                      <a:cubicBezTo>
                        <a:pt x="30" y="31"/>
                        <a:pt x="28" y="27"/>
                        <a:pt x="27" y="24"/>
                      </a:cubicBezTo>
                      <a:cubicBezTo>
                        <a:pt x="26" y="23"/>
                        <a:pt x="25" y="21"/>
                        <a:pt x="24" y="21"/>
                      </a:cubicBezTo>
                      <a:cubicBezTo>
                        <a:pt x="28" y="20"/>
                        <a:pt x="30" y="19"/>
                        <a:pt x="32" y="17"/>
                      </a:cubicBezTo>
                      <a:cubicBezTo>
                        <a:pt x="34" y="15"/>
                        <a:pt x="35" y="13"/>
                        <a:pt x="35" y="9"/>
                      </a:cubicBezTo>
                      <a:cubicBezTo>
                        <a:pt x="35" y="7"/>
                        <a:pt x="34" y="6"/>
                        <a:pt x="34" y="4"/>
                      </a:cubicBezTo>
                      <a:cubicBezTo>
                        <a:pt x="33" y="3"/>
                        <a:pt x="31" y="2"/>
                        <a:pt x="30" y="1"/>
                      </a:cubicBezTo>
                      <a:close/>
                      <a:moveTo>
                        <a:pt x="27" y="13"/>
                      </a:moveTo>
                      <a:cubicBezTo>
                        <a:pt x="26" y="14"/>
                        <a:pt x="25" y="14"/>
                        <a:pt x="24" y="15"/>
                      </a:cubicBezTo>
                      <a:cubicBezTo>
                        <a:pt x="22" y="15"/>
                        <a:pt x="20" y="16"/>
                        <a:pt x="16" y="16"/>
                      </a:cubicBezTo>
                      <a:cubicBezTo>
                        <a:pt x="12" y="16"/>
                        <a:pt x="12" y="16"/>
                        <a:pt x="12" y="16"/>
                      </a:cubicBezTo>
                      <a:cubicBezTo>
                        <a:pt x="14" y="6"/>
                        <a:pt x="14" y="6"/>
                        <a:pt x="14" y="6"/>
                      </a:cubicBezTo>
                      <a:cubicBezTo>
                        <a:pt x="22" y="6"/>
                        <a:pt x="22" y="6"/>
                        <a:pt x="22" y="6"/>
                      </a:cubicBezTo>
                      <a:cubicBezTo>
                        <a:pt x="24" y="6"/>
                        <a:pt x="25" y="6"/>
                        <a:pt x="26" y="7"/>
                      </a:cubicBezTo>
                      <a:cubicBezTo>
                        <a:pt x="27" y="7"/>
                        <a:pt x="28" y="8"/>
                        <a:pt x="28" y="10"/>
                      </a:cubicBezTo>
                      <a:cubicBezTo>
                        <a:pt x="28" y="11"/>
                        <a:pt x="27" y="12"/>
                        <a:pt x="27" y="13"/>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1" name="ïşľîḍé"/>
                <p:cNvSpPr/>
                <p:nvPr/>
              </p:nvSpPr>
              <p:spPr bwMode="auto">
                <a:xfrm>
                  <a:off x="8267701" y="3521075"/>
                  <a:ext cx="98425" cy="119063"/>
                </a:xfrm>
                <a:custGeom>
                  <a:avLst/>
                  <a:gdLst>
                    <a:gd name="T0" fmla="*/ 17 w 30"/>
                    <a:gd name="T1" fmla="*/ 5 h 36"/>
                    <a:gd name="T2" fmla="*/ 22 w 30"/>
                    <a:gd name="T3" fmla="*/ 7 h 36"/>
                    <a:gd name="T4" fmla="*/ 23 w 30"/>
                    <a:gd name="T5" fmla="*/ 11 h 36"/>
                    <a:gd name="T6" fmla="*/ 30 w 30"/>
                    <a:gd name="T7" fmla="*/ 10 h 36"/>
                    <a:gd name="T8" fmla="*/ 27 w 30"/>
                    <a:gd name="T9" fmla="*/ 3 h 36"/>
                    <a:gd name="T10" fmla="*/ 17 w 30"/>
                    <a:gd name="T11" fmla="*/ 0 h 36"/>
                    <a:gd name="T12" fmla="*/ 8 w 30"/>
                    <a:gd name="T13" fmla="*/ 3 h 36"/>
                    <a:gd name="T14" fmla="*/ 4 w 30"/>
                    <a:gd name="T15" fmla="*/ 10 h 36"/>
                    <a:gd name="T16" fmla="*/ 6 w 30"/>
                    <a:gd name="T17" fmla="*/ 14 h 36"/>
                    <a:gd name="T18" fmla="*/ 8 w 30"/>
                    <a:gd name="T19" fmla="*/ 18 h 36"/>
                    <a:gd name="T20" fmla="*/ 15 w 30"/>
                    <a:gd name="T21" fmla="*/ 21 h 36"/>
                    <a:gd name="T22" fmla="*/ 20 w 30"/>
                    <a:gd name="T23" fmla="*/ 23 h 36"/>
                    <a:gd name="T24" fmla="*/ 21 w 30"/>
                    <a:gd name="T25" fmla="*/ 26 h 36"/>
                    <a:gd name="T26" fmla="*/ 19 w 30"/>
                    <a:gd name="T27" fmla="*/ 29 h 36"/>
                    <a:gd name="T28" fmla="*/ 14 w 30"/>
                    <a:gd name="T29" fmla="*/ 30 h 36"/>
                    <a:gd name="T30" fmla="*/ 8 w 30"/>
                    <a:gd name="T31" fmla="*/ 28 h 36"/>
                    <a:gd name="T32" fmla="*/ 7 w 30"/>
                    <a:gd name="T33" fmla="*/ 24 h 36"/>
                    <a:gd name="T34" fmla="*/ 0 w 30"/>
                    <a:gd name="T35" fmla="*/ 24 h 36"/>
                    <a:gd name="T36" fmla="*/ 1 w 30"/>
                    <a:gd name="T37" fmla="*/ 30 h 36"/>
                    <a:gd name="T38" fmla="*/ 6 w 30"/>
                    <a:gd name="T39" fmla="*/ 35 h 36"/>
                    <a:gd name="T40" fmla="*/ 14 w 30"/>
                    <a:gd name="T41" fmla="*/ 36 h 36"/>
                    <a:gd name="T42" fmla="*/ 24 w 30"/>
                    <a:gd name="T43" fmla="*/ 33 h 36"/>
                    <a:gd name="T44" fmla="*/ 28 w 30"/>
                    <a:gd name="T45" fmla="*/ 25 h 36"/>
                    <a:gd name="T46" fmla="*/ 26 w 30"/>
                    <a:gd name="T47" fmla="*/ 19 h 36"/>
                    <a:gd name="T48" fmla="*/ 18 w 30"/>
                    <a:gd name="T49" fmla="*/ 14 h 36"/>
                    <a:gd name="T50" fmla="*/ 13 w 30"/>
                    <a:gd name="T51" fmla="*/ 12 h 36"/>
                    <a:gd name="T52" fmla="*/ 11 w 30"/>
                    <a:gd name="T53" fmla="*/ 9 h 36"/>
                    <a:gd name="T54" fmla="*/ 13 w 30"/>
                    <a:gd name="T55" fmla="*/ 6 h 36"/>
                    <a:gd name="T56" fmla="*/ 17 w 30"/>
                    <a:gd name="T57" fmla="*/ 5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0" h="36">
                      <a:moveTo>
                        <a:pt x="17" y="5"/>
                      </a:moveTo>
                      <a:cubicBezTo>
                        <a:pt x="19" y="5"/>
                        <a:pt x="21" y="6"/>
                        <a:pt x="22" y="7"/>
                      </a:cubicBezTo>
                      <a:cubicBezTo>
                        <a:pt x="23" y="8"/>
                        <a:pt x="23" y="9"/>
                        <a:pt x="23" y="11"/>
                      </a:cubicBezTo>
                      <a:cubicBezTo>
                        <a:pt x="30" y="10"/>
                        <a:pt x="30" y="10"/>
                        <a:pt x="30" y="10"/>
                      </a:cubicBezTo>
                      <a:cubicBezTo>
                        <a:pt x="30" y="7"/>
                        <a:pt x="29" y="4"/>
                        <a:pt x="27" y="3"/>
                      </a:cubicBezTo>
                      <a:cubicBezTo>
                        <a:pt x="24" y="1"/>
                        <a:pt x="21" y="0"/>
                        <a:pt x="17" y="0"/>
                      </a:cubicBezTo>
                      <a:cubicBezTo>
                        <a:pt x="13" y="0"/>
                        <a:pt x="10" y="1"/>
                        <a:pt x="8" y="3"/>
                      </a:cubicBezTo>
                      <a:cubicBezTo>
                        <a:pt x="5" y="5"/>
                        <a:pt x="4" y="7"/>
                        <a:pt x="4" y="10"/>
                      </a:cubicBezTo>
                      <a:cubicBezTo>
                        <a:pt x="4" y="12"/>
                        <a:pt x="5" y="13"/>
                        <a:pt x="6" y="14"/>
                      </a:cubicBezTo>
                      <a:cubicBezTo>
                        <a:pt x="6" y="16"/>
                        <a:pt x="7" y="17"/>
                        <a:pt x="8" y="18"/>
                      </a:cubicBezTo>
                      <a:cubicBezTo>
                        <a:pt x="10" y="18"/>
                        <a:pt x="12" y="19"/>
                        <a:pt x="15" y="21"/>
                      </a:cubicBezTo>
                      <a:cubicBezTo>
                        <a:pt x="17" y="22"/>
                        <a:pt x="19" y="23"/>
                        <a:pt x="20" y="23"/>
                      </a:cubicBezTo>
                      <a:cubicBezTo>
                        <a:pt x="20" y="24"/>
                        <a:pt x="21" y="25"/>
                        <a:pt x="21" y="26"/>
                      </a:cubicBezTo>
                      <a:cubicBezTo>
                        <a:pt x="21" y="27"/>
                        <a:pt x="20" y="28"/>
                        <a:pt x="19" y="29"/>
                      </a:cubicBezTo>
                      <a:cubicBezTo>
                        <a:pt x="18" y="30"/>
                        <a:pt x="16" y="30"/>
                        <a:pt x="14" y="30"/>
                      </a:cubicBezTo>
                      <a:cubicBezTo>
                        <a:pt x="11" y="30"/>
                        <a:pt x="9" y="30"/>
                        <a:pt x="8" y="28"/>
                      </a:cubicBezTo>
                      <a:cubicBezTo>
                        <a:pt x="8" y="28"/>
                        <a:pt x="7" y="26"/>
                        <a:pt x="7" y="24"/>
                      </a:cubicBezTo>
                      <a:cubicBezTo>
                        <a:pt x="0" y="24"/>
                        <a:pt x="0" y="24"/>
                        <a:pt x="0" y="24"/>
                      </a:cubicBezTo>
                      <a:cubicBezTo>
                        <a:pt x="0" y="27"/>
                        <a:pt x="0" y="29"/>
                        <a:pt x="1" y="30"/>
                      </a:cubicBezTo>
                      <a:cubicBezTo>
                        <a:pt x="2" y="32"/>
                        <a:pt x="4" y="34"/>
                        <a:pt x="6" y="35"/>
                      </a:cubicBezTo>
                      <a:cubicBezTo>
                        <a:pt x="8" y="36"/>
                        <a:pt x="11" y="36"/>
                        <a:pt x="14" y="36"/>
                      </a:cubicBezTo>
                      <a:cubicBezTo>
                        <a:pt x="18" y="36"/>
                        <a:pt x="22" y="35"/>
                        <a:pt x="24" y="33"/>
                      </a:cubicBezTo>
                      <a:cubicBezTo>
                        <a:pt x="27" y="31"/>
                        <a:pt x="28" y="28"/>
                        <a:pt x="28" y="25"/>
                      </a:cubicBezTo>
                      <a:cubicBezTo>
                        <a:pt x="28" y="22"/>
                        <a:pt x="27" y="20"/>
                        <a:pt x="26" y="19"/>
                      </a:cubicBezTo>
                      <a:cubicBezTo>
                        <a:pt x="25" y="18"/>
                        <a:pt x="22" y="16"/>
                        <a:pt x="18" y="14"/>
                      </a:cubicBezTo>
                      <a:cubicBezTo>
                        <a:pt x="15" y="13"/>
                        <a:pt x="13" y="12"/>
                        <a:pt x="13" y="12"/>
                      </a:cubicBezTo>
                      <a:cubicBezTo>
                        <a:pt x="12" y="11"/>
                        <a:pt x="11" y="10"/>
                        <a:pt x="11" y="9"/>
                      </a:cubicBezTo>
                      <a:cubicBezTo>
                        <a:pt x="11" y="8"/>
                        <a:pt x="12" y="7"/>
                        <a:pt x="13" y="6"/>
                      </a:cubicBezTo>
                      <a:cubicBezTo>
                        <a:pt x="14" y="6"/>
                        <a:pt x="15" y="5"/>
                        <a:pt x="17" y="5"/>
                      </a:cubicBez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2" name="îṩľîďe"/>
                <p:cNvSpPr/>
                <p:nvPr/>
              </p:nvSpPr>
              <p:spPr bwMode="auto">
                <a:xfrm>
                  <a:off x="8374063" y="3521075"/>
                  <a:ext cx="46038" cy="119063"/>
                </a:xfrm>
                <a:custGeom>
                  <a:avLst/>
                  <a:gdLst>
                    <a:gd name="T0" fmla="*/ 0 w 29"/>
                    <a:gd name="T1" fmla="*/ 75 h 75"/>
                    <a:gd name="T2" fmla="*/ 14 w 29"/>
                    <a:gd name="T3" fmla="*/ 75 h 75"/>
                    <a:gd name="T4" fmla="*/ 29 w 29"/>
                    <a:gd name="T5" fmla="*/ 0 h 75"/>
                    <a:gd name="T6" fmla="*/ 14 w 29"/>
                    <a:gd name="T7" fmla="*/ 0 h 75"/>
                    <a:gd name="T8" fmla="*/ 0 w 29"/>
                    <a:gd name="T9" fmla="*/ 75 h 75"/>
                  </a:gdLst>
                  <a:ahLst/>
                  <a:cxnLst>
                    <a:cxn ang="0">
                      <a:pos x="T0" y="T1"/>
                    </a:cxn>
                    <a:cxn ang="0">
                      <a:pos x="T2" y="T3"/>
                    </a:cxn>
                    <a:cxn ang="0">
                      <a:pos x="T4" y="T5"/>
                    </a:cxn>
                    <a:cxn ang="0">
                      <a:pos x="T6" y="T7"/>
                    </a:cxn>
                    <a:cxn ang="0">
                      <a:pos x="T8" y="T9"/>
                    </a:cxn>
                  </a:cxnLst>
                  <a:rect l="0" t="0" r="r" b="b"/>
                  <a:pathLst>
                    <a:path w="29" h="75">
                      <a:moveTo>
                        <a:pt x="0" y="75"/>
                      </a:moveTo>
                      <a:lnTo>
                        <a:pt x="14" y="75"/>
                      </a:lnTo>
                      <a:lnTo>
                        <a:pt x="29" y="0"/>
                      </a:lnTo>
                      <a:lnTo>
                        <a:pt x="14" y="0"/>
                      </a:lnTo>
                      <a:lnTo>
                        <a:pt x="0" y="75"/>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3" name="iS1idè"/>
                <p:cNvSpPr/>
                <p:nvPr/>
              </p:nvSpPr>
              <p:spPr bwMode="auto">
                <a:xfrm>
                  <a:off x="8432801" y="3521075"/>
                  <a:ext cx="95250" cy="119063"/>
                </a:xfrm>
                <a:custGeom>
                  <a:avLst/>
                  <a:gdLst>
                    <a:gd name="T0" fmla="*/ 0 w 60"/>
                    <a:gd name="T1" fmla="*/ 12 h 75"/>
                    <a:gd name="T2" fmla="*/ 21 w 60"/>
                    <a:gd name="T3" fmla="*/ 12 h 75"/>
                    <a:gd name="T4" fmla="*/ 8 w 60"/>
                    <a:gd name="T5" fmla="*/ 75 h 75"/>
                    <a:gd name="T6" fmla="*/ 23 w 60"/>
                    <a:gd name="T7" fmla="*/ 75 h 75"/>
                    <a:gd name="T8" fmla="*/ 35 w 60"/>
                    <a:gd name="T9" fmla="*/ 12 h 75"/>
                    <a:gd name="T10" fmla="*/ 58 w 60"/>
                    <a:gd name="T11" fmla="*/ 12 h 75"/>
                    <a:gd name="T12" fmla="*/ 60 w 60"/>
                    <a:gd name="T13" fmla="*/ 0 h 75"/>
                    <a:gd name="T14" fmla="*/ 2 w 60"/>
                    <a:gd name="T15" fmla="*/ 0 h 75"/>
                    <a:gd name="T16" fmla="*/ 0 w 60"/>
                    <a:gd name="T17" fmla="*/ 12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0" h="75">
                      <a:moveTo>
                        <a:pt x="0" y="12"/>
                      </a:moveTo>
                      <a:lnTo>
                        <a:pt x="21" y="12"/>
                      </a:lnTo>
                      <a:lnTo>
                        <a:pt x="8" y="75"/>
                      </a:lnTo>
                      <a:lnTo>
                        <a:pt x="23" y="75"/>
                      </a:lnTo>
                      <a:lnTo>
                        <a:pt x="35" y="12"/>
                      </a:lnTo>
                      <a:lnTo>
                        <a:pt x="58" y="12"/>
                      </a:lnTo>
                      <a:lnTo>
                        <a:pt x="60" y="0"/>
                      </a:lnTo>
                      <a:lnTo>
                        <a:pt x="2" y="0"/>
                      </a:lnTo>
                      <a:lnTo>
                        <a:pt x="0" y="12"/>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sp>
              <p:nvSpPr>
                <p:cNvPr id="264" name="iṣḷîḋe"/>
                <p:cNvSpPr/>
                <p:nvPr/>
              </p:nvSpPr>
              <p:spPr bwMode="auto">
                <a:xfrm>
                  <a:off x="8531226" y="3521075"/>
                  <a:ext cx="109538" cy="119063"/>
                </a:xfrm>
                <a:custGeom>
                  <a:avLst/>
                  <a:gdLst>
                    <a:gd name="T0" fmla="*/ 25 w 33"/>
                    <a:gd name="T1" fmla="*/ 0 h 36"/>
                    <a:gd name="T2" fmla="*/ 19 w 33"/>
                    <a:gd name="T3" fmla="*/ 7 h 36"/>
                    <a:gd name="T4" fmla="*/ 16 w 33"/>
                    <a:gd name="T5" fmla="*/ 12 h 36"/>
                    <a:gd name="T6" fmla="*/ 14 w 33"/>
                    <a:gd name="T7" fmla="*/ 15 h 36"/>
                    <a:gd name="T8" fmla="*/ 12 w 33"/>
                    <a:gd name="T9" fmla="*/ 10 h 36"/>
                    <a:gd name="T10" fmla="*/ 8 w 33"/>
                    <a:gd name="T11" fmla="*/ 0 h 36"/>
                    <a:gd name="T12" fmla="*/ 0 w 33"/>
                    <a:gd name="T13" fmla="*/ 0 h 36"/>
                    <a:gd name="T14" fmla="*/ 10 w 33"/>
                    <a:gd name="T15" fmla="*/ 22 h 36"/>
                    <a:gd name="T16" fmla="*/ 7 w 33"/>
                    <a:gd name="T17" fmla="*/ 36 h 36"/>
                    <a:gd name="T18" fmla="*/ 14 w 33"/>
                    <a:gd name="T19" fmla="*/ 36 h 36"/>
                    <a:gd name="T20" fmla="*/ 17 w 33"/>
                    <a:gd name="T21" fmla="*/ 23 h 36"/>
                    <a:gd name="T22" fmla="*/ 33 w 33"/>
                    <a:gd name="T23" fmla="*/ 0 h 36"/>
                    <a:gd name="T24" fmla="*/ 25 w 33"/>
                    <a:gd name="T25" fmla="*/ 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3" h="36">
                      <a:moveTo>
                        <a:pt x="25" y="0"/>
                      </a:moveTo>
                      <a:cubicBezTo>
                        <a:pt x="19" y="7"/>
                        <a:pt x="19" y="7"/>
                        <a:pt x="19" y="7"/>
                      </a:cubicBezTo>
                      <a:cubicBezTo>
                        <a:pt x="16" y="12"/>
                        <a:pt x="16" y="12"/>
                        <a:pt x="16" y="12"/>
                      </a:cubicBezTo>
                      <a:cubicBezTo>
                        <a:pt x="15" y="13"/>
                        <a:pt x="15" y="14"/>
                        <a:pt x="14" y="15"/>
                      </a:cubicBezTo>
                      <a:cubicBezTo>
                        <a:pt x="14" y="14"/>
                        <a:pt x="13" y="13"/>
                        <a:pt x="12" y="10"/>
                      </a:cubicBezTo>
                      <a:cubicBezTo>
                        <a:pt x="8" y="0"/>
                        <a:pt x="8" y="0"/>
                        <a:pt x="8" y="0"/>
                      </a:cubicBezTo>
                      <a:cubicBezTo>
                        <a:pt x="0" y="0"/>
                        <a:pt x="0" y="0"/>
                        <a:pt x="0" y="0"/>
                      </a:cubicBezTo>
                      <a:cubicBezTo>
                        <a:pt x="10" y="22"/>
                        <a:pt x="10" y="22"/>
                        <a:pt x="10" y="22"/>
                      </a:cubicBezTo>
                      <a:cubicBezTo>
                        <a:pt x="7" y="36"/>
                        <a:pt x="7" y="36"/>
                        <a:pt x="7" y="36"/>
                      </a:cubicBezTo>
                      <a:cubicBezTo>
                        <a:pt x="14" y="36"/>
                        <a:pt x="14" y="36"/>
                        <a:pt x="14" y="36"/>
                      </a:cubicBezTo>
                      <a:cubicBezTo>
                        <a:pt x="17" y="23"/>
                        <a:pt x="17" y="23"/>
                        <a:pt x="17" y="23"/>
                      </a:cubicBezTo>
                      <a:cubicBezTo>
                        <a:pt x="33" y="0"/>
                        <a:pt x="33" y="0"/>
                        <a:pt x="33" y="0"/>
                      </a:cubicBezTo>
                      <a:lnTo>
                        <a:pt x="25"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grpSp>
      <p:cxnSp>
        <p:nvCxnSpPr>
          <p:cNvPr id="4" name="直线连接符 3"/>
          <p:cNvCxnSpPr/>
          <p:nvPr userDrawn="1"/>
        </p:nvCxnSpPr>
        <p:spPr>
          <a:xfrm>
            <a:off x="0" y="1016000"/>
            <a:ext cx="12192000"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pic>
        <p:nvPicPr>
          <p:cNvPr id="110" name="图片 109" descr="图片包含 天空, 户外, 建筑物, 日落&#10;&#10;描述已自动生成"/>
          <p:cNvPicPr>
            <a:picLocks noChangeAspect="1"/>
          </p:cNvPicPr>
          <p:nvPr userDrawn="1"/>
        </p:nvPicPr>
        <p:blipFill rotWithShape="1">
          <a:blip r:embed="rId2" cstate="print">
            <a:extLst>
              <a:ext uri="{BEBA8EAE-BF5A-486C-A8C5-ECC9F3942E4B}">
                <a14:imgProps xmlns:a14="http://schemas.microsoft.com/office/drawing/2010/main">
                  <a14:imgLayer r:embed="rId3">
                    <a14:imgEffect>
                      <a14:backgroundRemoval t="10000" b="99500" l="10000" r="98000">
                        <a14:foregroundMark x1="45583" y1="28625" x2="72750" y2="47875"/>
                        <a14:foregroundMark x1="72750" y1="47875" x2="79000" y2="48875"/>
                        <a14:foregroundMark x1="79000" y1="48875" x2="87083" y2="44750"/>
                        <a14:foregroundMark x1="87083" y1="44750" x2="89333" y2="42875"/>
                        <a14:foregroundMark x1="49697" y1="28104" x2="51500" y2="30625"/>
                        <a14:foregroundMark x1="46583" y1="23750" x2="49595" y2="27961"/>
                        <a14:foregroundMark x1="46917" y1="21000" x2="48333" y2="17125"/>
                        <a14:foregroundMark x1="62917" y1="48125" x2="65250" y2="51750"/>
                        <a14:foregroundMark x1="65250" y1="51750" x2="86750" y2="67750"/>
                        <a14:foregroundMark x1="94417" y1="36500" x2="92917" y2="90875"/>
                        <a14:foregroundMark x1="98000" y1="30875" x2="91667" y2="84250"/>
                        <a14:foregroundMark x1="91667" y1="84250" x2="91333" y2="85500"/>
                        <a14:foregroundMark x1="70000" y1="67000" x2="89333" y2="84250"/>
                        <a14:foregroundMark x1="89333" y1="84250" x2="89333" y2="84250"/>
                        <a14:foregroundMark x1="70500" y1="67000" x2="66333" y2="64125"/>
                        <a14:foregroundMark x1="66333" y1="64125" x2="59333" y2="53500"/>
                        <a14:foregroundMark x1="79333" y1="90625" x2="80167" y2="96250"/>
                        <a14:foregroundMark x1="80167" y1="96250" x2="85167" y2="96625"/>
                        <a14:foregroundMark x1="85167" y1="96625" x2="88083" y2="94625"/>
                        <a14:foregroundMark x1="88083" y1="94625" x2="88167" y2="94625"/>
                        <a14:foregroundMark x1="96750" y1="97500" x2="76750" y2="99500"/>
                        <a14:foregroundMark x1="77799" y1="89875" x2="77667" y2="86250"/>
                        <a14:foregroundMark x1="77984" y1="94938" x2="77927" y2="93375"/>
                        <a14:foregroundMark x1="78000" y1="95375" x2="78056" y2="96909"/>
                        <a14:foregroundMark x1="68667" y1="40875" x2="68417" y2="41125"/>
                        <a14:backgroundMark x1="77667" y1="89875" x2="77667" y2="93375"/>
                        <a14:backgroundMark x1="77833" y1="95625" x2="78167" y2="90625"/>
                        <a14:backgroundMark x1="78500" y1="96125" x2="79000" y2="90375"/>
                        <a14:backgroundMark x1="19833" y1="30625" x2="46417" y2="71000"/>
                        <a14:backgroundMark x1="46417" y1="71000" x2="46417" y2="71000"/>
                        <a14:backgroundMark x1="17000" y1="72500" x2="23583" y2="72625"/>
                        <a14:backgroundMark x1="23583" y1="72625" x2="37833" y2="71875"/>
                        <a14:backgroundMark x1="37833" y1="71875" x2="57167" y2="75375"/>
                        <a14:backgroundMark x1="61667" y1="37000" x2="62000" y2="37375"/>
                        <a14:backgroundMark x1="66667" y1="39375" x2="66917" y2="39750"/>
                        <a14:backgroundMark x1="50917" y1="27125" x2="51000" y2="27625"/>
                      </a14:backgroundRemoval>
                    </a14:imgEffect>
                    <a14:imgEffect>
                      <a14:brightnessContrast bright="72000"/>
                    </a14:imgEffect>
                    <a14:imgEffect>
                      <a14:colorTemperature colorTemp="9660"/>
                    </a14:imgEffect>
                    <a14:imgEffect>
                      <a14:saturation sat="111000"/>
                    </a14:imgEffect>
                  </a14:imgLayer>
                </a14:imgProps>
              </a:ext>
              <a:ext uri="{28A0092B-C50C-407E-A947-70E740481C1C}">
                <a14:useLocalDpi xmlns:a14="http://schemas.microsoft.com/office/drawing/2010/main" val="0"/>
              </a:ext>
            </a:extLst>
          </a:blip>
          <a:srcRect l="38743" t="8413"/>
          <a:stretch>
            <a:fillRect/>
          </a:stretch>
        </p:blipFill>
        <p:spPr>
          <a:xfrm flipH="1">
            <a:off x="-1" y="60500"/>
            <a:ext cx="958611" cy="955500"/>
          </a:xfrm>
          <a:prstGeom prst="rect">
            <a:avLst/>
          </a:prstGeom>
        </p:spPr>
      </p:pic>
      <p:sp>
        <p:nvSpPr>
          <p:cNvPr id="6" name="图片占位符 5"/>
          <p:cNvSpPr>
            <a:spLocks noGrp="1"/>
          </p:cNvSpPr>
          <p:nvPr>
            <p:ph type="pic" sz="quarter" idx="10"/>
          </p:nvPr>
        </p:nvSpPr>
        <p:spPr>
          <a:xfrm>
            <a:off x="1424066" y="1160463"/>
            <a:ext cx="4557008" cy="2347235"/>
          </a:xfrm>
          <a:prstGeom prst="rect">
            <a:avLst/>
          </a:prstGeom>
        </p:spPr>
        <p:txBody>
          <a:bodyPr/>
          <a:lstStyle/>
          <a:p>
            <a:endParaRPr kumimoji="1" lang="zh-CN" altLang="en-US"/>
          </a:p>
        </p:txBody>
      </p:sp>
      <p:sp>
        <p:nvSpPr>
          <p:cNvPr id="114" name="图片占位符 5"/>
          <p:cNvSpPr>
            <a:spLocks noGrp="1"/>
          </p:cNvSpPr>
          <p:nvPr>
            <p:ph type="pic" sz="quarter" idx="11"/>
          </p:nvPr>
        </p:nvSpPr>
        <p:spPr>
          <a:xfrm>
            <a:off x="6831717" y="1160463"/>
            <a:ext cx="4557008" cy="2347235"/>
          </a:xfrm>
          <a:prstGeom prst="rect">
            <a:avLst/>
          </a:prstGeom>
        </p:spPr>
        <p:txBody>
          <a:bodyPr/>
          <a:lstStyle/>
          <a:p>
            <a:endParaRPr kumimoji="1" lang="zh-CN" altLang="en-US"/>
          </a:p>
        </p:txBody>
      </p:sp>
      <p:sp>
        <p:nvSpPr>
          <p:cNvPr id="115" name="图片占位符 5"/>
          <p:cNvSpPr>
            <a:spLocks noGrp="1"/>
          </p:cNvSpPr>
          <p:nvPr>
            <p:ph type="pic" sz="quarter" idx="12"/>
          </p:nvPr>
        </p:nvSpPr>
        <p:spPr>
          <a:xfrm>
            <a:off x="810621" y="3890053"/>
            <a:ext cx="4557008" cy="2347235"/>
          </a:xfrm>
          <a:prstGeom prst="rect">
            <a:avLst/>
          </a:prstGeom>
        </p:spPr>
        <p:txBody>
          <a:bodyPr/>
          <a:lstStyle/>
          <a:p>
            <a:endParaRPr kumimoji="1" lang="zh-CN" altLang="en-US"/>
          </a:p>
        </p:txBody>
      </p:sp>
      <p:sp>
        <p:nvSpPr>
          <p:cNvPr id="116" name="图片占位符 5"/>
          <p:cNvSpPr>
            <a:spLocks noGrp="1"/>
          </p:cNvSpPr>
          <p:nvPr>
            <p:ph type="pic" sz="quarter" idx="13"/>
          </p:nvPr>
        </p:nvSpPr>
        <p:spPr>
          <a:xfrm>
            <a:off x="6218272" y="3890053"/>
            <a:ext cx="4557008" cy="2347235"/>
          </a:xfrm>
          <a:prstGeom prst="rect">
            <a:avLst/>
          </a:prstGeom>
        </p:spPr>
        <p:txBody>
          <a:bodyPr/>
          <a:lstStyle/>
          <a:p>
            <a:endParaRPr kumimoji="1" lang="zh-CN" alt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660400" y="6235700"/>
            <a:ext cx="2921000" cy="365125"/>
          </a:xfrm>
          <a:prstGeom prst="rect">
            <a:avLst/>
          </a:prstGeom>
        </p:spPr>
        <p:txBody>
          <a:bodyPr/>
          <a:lstStyle/>
          <a:p>
            <a:fld id="{D6478642-F5CF-47BB-99CE-6B8ED7A71BD2}" type="datetimeFigureOut">
              <a:rPr lang="zh-CN" altLang="en-US" smtClean="0"/>
              <a:t>2026/6/25</a:t>
            </a:fld>
            <a:endParaRPr lang="zh-CN" altLang="en-US"/>
          </a:p>
        </p:txBody>
      </p:sp>
      <p:sp>
        <p:nvSpPr>
          <p:cNvPr id="3" name="页脚占位符 2"/>
          <p:cNvSpPr>
            <a:spLocks noGrp="1"/>
          </p:cNvSpPr>
          <p:nvPr>
            <p:ph type="ftr" sz="quarter" idx="11"/>
          </p:nvPr>
        </p:nvSpPr>
        <p:spPr>
          <a:xfrm>
            <a:off x="4038600" y="6235700"/>
            <a:ext cx="4114800" cy="365125"/>
          </a:xfrm>
          <a:prstGeom prst="rect">
            <a:avLst/>
          </a:prstGeom>
        </p:spPr>
        <p:txBody>
          <a:bodyPr/>
          <a:lstStyle/>
          <a:p>
            <a:endParaRPr lang="zh-CN" altLang="en-US"/>
          </a:p>
        </p:txBody>
      </p:sp>
      <p:sp>
        <p:nvSpPr>
          <p:cNvPr id="4" name="灯片编号占位符 3"/>
          <p:cNvSpPr>
            <a:spLocks noGrp="1"/>
          </p:cNvSpPr>
          <p:nvPr>
            <p:ph type="sldNum" sz="quarter" idx="12"/>
          </p:nvPr>
        </p:nvSpPr>
        <p:spPr>
          <a:xfrm>
            <a:off x="8610600" y="6235700"/>
            <a:ext cx="2905340" cy="365125"/>
          </a:xfrm>
          <a:prstGeom prst="rect">
            <a:avLst/>
          </a:prstGeom>
        </p:spPr>
        <p:txBody>
          <a:bodyPr/>
          <a:lstStyle/>
          <a:p>
            <a:fld id="{DA0C4C2A-0013-4D0D-BA0B-DE308E42093C}" type="slidenum">
              <a:rPr lang="zh-CN" altLang="en-US" smtClean="0"/>
              <a:t>‹#›</a:t>
            </a:fld>
            <a:endParaRPr lang="zh-CN" alt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2.xml"/><Relationship Id="rId13" Type="http://schemas.openxmlformats.org/officeDocument/2006/relationships/slideLayout" Target="../slideLayouts/slideLayout27.xml"/><Relationship Id="rId3" Type="http://schemas.openxmlformats.org/officeDocument/2006/relationships/slideLayout" Target="../slideLayouts/slideLayout17.xml"/><Relationship Id="rId7" Type="http://schemas.openxmlformats.org/officeDocument/2006/relationships/slideLayout" Target="../slideLayouts/slideLayout21.xml"/><Relationship Id="rId12" Type="http://schemas.openxmlformats.org/officeDocument/2006/relationships/slideLayout" Target="../slideLayouts/slideLayout26.xml"/><Relationship Id="rId2" Type="http://schemas.openxmlformats.org/officeDocument/2006/relationships/slideLayout" Target="../slideLayouts/slideLayout16.xml"/><Relationship Id="rId1" Type="http://schemas.openxmlformats.org/officeDocument/2006/relationships/slideLayout" Target="../slideLayouts/slideLayout15.xml"/><Relationship Id="rId6" Type="http://schemas.openxmlformats.org/officeDocument/2006/relationships/slideLayout" Target="../slideLayouts/slideLayout20.xml"/><Relationship Id="rId11" Type="http://schemas.openxmlformats.org/officeDocument/2006/relationships/slideLayout" Target="../slideLayouts/slideLayout25.xml"/><Relationship Id="rId5" Type="http://schemas.openxmlformats.org/officeDocument/2006/relationships/slideLayout" Target="../slideLayouts/slideLayout19.xml"/><Relationship Id="rId15" Type="http://schemas.openxmlformats.org/officeDocument/2006/relationships/theme" Target="../theme/theme2.xml"/><Relationship Id="rId10" Type="http://schemas.openxmlformats.org/officeDocument/2006/relationships/slideLayout" Target="../slideLayouts/slideLayout24.xml"/><Relationship Id="rId4" Type="http://schemas.openxmlformats.org/officeDocument/2006/relationships/slideLayout" Target="../slideLayouts/slideLayout18.xml"/><Relationship Id="rId9" Type="http://schemas.openxmlformats.org/officeDocument/2006/relationships/slideLayout" Target="../slideLayouts/slideLayout23.xml"/><Relationship Id="rId14" Type="http://schemas.openxmlformats.org/officeDocument/2006/relationships/slideLayout" Target="../slideLayouts/slideLayout2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10" name="页脚占位符 4"/>
          <p:cNvSpPr txBox="1"/>
          <p:nvPr userDrawn="1"/>
        </p:nvSpPr>
        <p:spPr>
          <a:xfrm>
            <a:off x="4038600" y="6242006"/>
            <a:ext cx="4114800" cy="365125"/>
          </a:xfrm>
          <a:prstGeom prst="rect">
            <a:avLst/>
          </a:prstGeom>
        </p:spPr>
        <p:txBody>
          <a:bodyPr vert="horz" lIns="91440" tIns="45720" rIns="91440" bIns="45720" rtlCol="0" anchor="ctr"/>
          <a:lstStyle>
            <a:defPPr>
              <a:defRPr lang="zh-CN"/>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4" name="日期占位符 3"/>
          <p:cNvSpPr txBox="1"/>
          <p:nvPr userDrawn="1"/>
        </p:nvSpPr>
        <p:spPr>
          <a:xfrm>
            <a:off x="803274" y="6235699"/>
            <a:ext cx="2921000" cy="365125"/>
          </a:xfrm>
          <a:prstGeom prst="rect">
            <a:avLst/>
          </a:prstGeom>
        </p:spPr>
        <p:txBody>
          <a:bodyPr vert="horz" lIns="0" tIns="45720" rIns="91440" bIns="45720" rtlCol="0" anchor="ctr"/>
          <a:lstStyle>
            <a:defPPr>
              <a:defRPr lang="zh-CN"/>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dirty="0"/>
              <a:t>自强、弘毅、求是、拓新</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10" name="页脚占位符 4"/>
          <p:cNvSpPr txBox="1"/>
          <p:nvPr userDrawn="1"/>
        </p:nvSpPr>
        <p:spPr>
          <a:xfrm>
            <a:off x="4038600" y="6242006"/>
            <a:ext cx="4114800" cy="365125"/>
          </a:xfrm>
          <a:prstGeom prst="rect">
            <a:avLst/>
          </a:prstGeom>
        </p:spPr>
        <p:txBody>
          <a:bodyPr vert="horz" lIns="91440" tIns="45720" rIns="91440" bIns="45720" rtlCol="0" anchor="ctr"/>
          <a:lstStyle>
            <a:defPPr>
              <a:defRPr lang="zh-CN"/>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4" name="日期占位符 3"/>
          <p:cNvSpPr txBox="1"/>
          <p:nvPr userDrawn="1"/>
        </p:nvSpPr>
        <p:spPr>
          <a:xfrm>
            <a:off x="803274" y="6235699"/>
            <a:ext cx="2921000" cy="365125"/>
          </a:xfrm>
          <a:prstGeom prst="rect">
            <a:avLst/>
          </a:prstGeom>
        </p:spPr>
        <p:txBody>
          <a:bodyPr vert="horz" lIns="0" tIns="45720" rIns="91440" bIns="45720" rtlCol="0" anchor="ctr"/>
          <a:lstStyle>
            <a:defPPr>
              <a:defRPr lang="zh-CN"/>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dirty="0"/>
              <a:t>自强、弘毅、求是、拓新</a:t>
            </a:r>
          </a:p>
        </p:txBody>
      </p:sp>
    </p:spTree>
  </p:cSld>
  <p:clrMap bg1="lt1" tx1="dk1" bg2="lt2" tx2="dk2" accent1="accent1" accent2="accent2" accent3="accent3" accent4="accent4" accent5="accent5" accent6="accent6" hlink="hlink" folHlink="folHlink"/>
  <p:sldLayoutIdLst>
    <p:sldLayoutId id="2147483664" r:id="rId1"/>
    <p:sldLayoutId id="2147483665" r:id="rId2"/>
    <p:sldLayoutId id="2147483666" r:id="rId3"/>
    <p:sldLayoutId id="2147483667" r:id="rId4"/>
    <p:sldLayoutId id="2147483668" r:id="rId5"/>
    <p:sldLayoutId id="2147483669" r:id="rId6"/>
    <p:sldLayoutId id="2147483670" r:id="rId7"/>
    <p:sldLayoutId id="2147483671" r:id="rId8"/>
    <p:sldLayoutId id="2147483672" r:id="rId9"/>
    <p:sldLayoutId id="2147483673" r:id="rId10"/>
    <p:sldLayoutId id="2147483674" r:id="rId11"/>
    <p:sldLayoutId id="2147483675" r:id="rId12"/>
    <p:sldLayoutId id="2147483676" r:id="rId13"/>
    <p:sldLayoutId id="2147483677" r:id="rId14"/>
  </p:sldLayoutIdLst>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jpg"/><Relationship Id="rId7"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14.xml"/><Relationship Id="rId6" Type="http://schemas.openxmlformats.org/officeDocument/2006/relationships/image" Target="../media/image6.png"/><Relationship Id="rId11" Type="http://schemas.openxmlformats.org/officeDocument/2006/relationships/image" Target="../media/image11.png"/><Relationship Id="rId5" Type="http://schemas.openxmlformats.org/officeDocument/2006/relationships/image" Target="../media/image5.png"/><Relationship Id="rId10" Type="http://schemas.openxmlformats.org/officeDocument/2006/relationships/image" Target="../media/image10.png"/><Relationship Id="rId4" Type="http://schemas.openxmlformats.org/officeDocument/2006/relationships/image" Target="../media/image4.png"/><Relationship Id="rId9" Type="http://schemas.openxmlformats.org/officeDocument/2006/relationships/image" Target="../media/image9.png"/></Relationships>
</file>

<file path=ppt/slides/_rels/slide2.xml.rels><?xml version="1.0" encoding="UTF-8" standalone="yes"?>
<Relationships xmlns="http://schemas.openxmlformats.org/package/2006/relationships"><Relationship Id="rId8" Type="http://schemas.openxmlformats.org/officeDocument/2006/relationships/tags" Target="../tags/tag9.xml"/><Relationship Id="rId13" Type="http://schemas.openxmlformats.org/officeDocument/2006/relationships/notesSlide" Target="../notesSlides/notesSlide2.xml"/><Relationship Id="rId18" Type="http://schemas.openxmlformats.org/officeDocument/2006/relationships/image" Target="../media/image7.png"/><Relationship Id="rId3" Type="http://schemas.openxmlformats.org/officeDocument/2006/relationships/tags" Target="../tags/tag4.xml"/><Relationship Id="rId21" Type="http://schemas.openxmlformats.org/officeDocument/2006/relationships/image" Target="../media/image10.png"/><Relationship Id="rId7" Type="http://schemas.openxmlformats.org/officeDocument/2006/relationships/tags" Target="../tags/tag8.xml"/><Relationship Id="rId12" Type="http://schemas.openxmlformats.org/officeDocument/2006/relationships/slideLayout" Target="../slideLayouts/slideLayout14.xml"/><Relationship Id="rId17" Type="http://schemas.openxmlformats.org/officeDocument/2006/relationships/image" Target="../media/image6.png"/><Relationship Id="rId2" Type="http://schemas.openxmlformats.org/officeDocument/2006/relationships/tags" Target="../tags/tag3.xml"/><Relationship Id="rId16" Type="http://schemas.openxmlformats.org/officeDocument/2006/relationships/image" Target="../media/image5.png"/><Relationship Id="rId20" Type="http://schemas.openxmlformats.org/officeDocument/2006/relationships/image" Target="../media/image9.png"/><Relationship Id="rId1" Type="http://schemas.openxmlformats.org/officeDocument/2006/relationships/tags" Target="../tags/tag2.xml"/><Relationship Id="rId6" Type="http://schemas.openxmlformats.org/officeDocument/2006/relationships/tags" Target="../tags/tag7.xml"/><Relationship Id="rId11" Type="http://schemas.openxmlformats.org/officeDocument/2006/relationships/tags" Target="../tags/tag12.xml"/><Relationship Id="rId5" Type="http://schemas.openxmlformats.org/officeDocument/2006/relationships/tags" Target="../tags/tag6.xml"/><Relationship Id="rId15" Type="http://schemas.openxmlformats.org/officeDocument/2006/relationships/image" Target="../media/image4.png"/><Relationship Id="rId10" Type="http://schemas.openxmlformats.org/officeDocument/2006/relationships/tags" Target="../tags/tag11.xml"/><Relationship Id="rId19" Type="http://schemas.openxmlformats.org/officeDocument/2006/relationships/image" Target="../media/image8.png"/><Relationship Id="rId4" Type="http://schemas.openxmlformats.org/officeDocument/2006/relationships/tags" Target="../tags/tag5.xml"/><Relationship Id="rId9" Type="http://schemas.openxmlformats.org/officeDocument/2006/relationships/tags" Target="../tags/tag10.xml"/><Relationship Id="rId14" Type="http://schemas.openxmlformats.org/officeDocument/2006/relationships/image" Target="../media/image3.jpg"/><Relationship Id="rId22" Type="http://schemas.openxmlformats.org/officeDocument/2006/relationships/image" Target="../media/image11.png"/></Relationships>
</file>

<file path=ppt/slides/_rels/slide3.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tags" Target="../tags/tag15.xml"/><Relationship Id="rId7" Type="http://schemas.openxmlformats.org/officeDocument/2006/relationships/notesSlide" Target="../notesSlides/notesSlide3.xml"/><Relationship Id="rId2" Type="http://schemas.openxmlformats.org/officeDocument/2006/relationships/tags" Target="../tags/tag14.xml"/><Relationship Id="rId1" Type="http://schemas.openxmlformats.org/officeDocument/2006/relationships/tags" Target="../tags/tag13.xml"/><Relationship Id="rId6" Type="http://schemas.openxmlformats.org/officeDocument/2006/relationships/slideLayout" Target="../slideLayouts/slideLayout28.xml"/><Relationship Id="rId5" Type="http://schemas.openxmlformats.org/officeDocument/2006/relationships/tags" Target="../tags/tag17.xml"/><Relationship Id="rId4" Type="http://schemas.openxmlformats.org/officeDocument/2006/relationships/tags" Target="../tags/tag16.xml"/><Relationship Id="rId9" Type="http://schemas.openxmlformats.org/officeDocument/2006/relationships/image" Target="../media/image13.png"/></Relationships>
</file>

<file path=ppt/slides/_rels/slide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14.xml"/><Relationship Id="rId5" Type="http://schemas.microsoft.com/office/2007/relationships/hdphoto" Target="../media/hdphoto8.wdp"/><Relationship Id="rId4" Type="http://schemas.openxmlformats.org/officeDocument/2006/relationships/image" Target="../media/image16.png"/></Relationships>
</file>

<file path=ppt/slides/_rels/slide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xml"/><Relationship Id="rId1" Type="http://schemas.openxmlformats.org/officeDocument/2006/relationships/slideLayout" Target="../slideLayouts/slideLayout6.xml"/><Relationship Id="rId4" Type="http://schemas.openxmlformats.org/officeDocument/2006/relationships/image" Target="../media/image14.png"/></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14.xml"/></Relationships>
</file>

<file path=ppt/slides/_rels/slide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0.xml"/></Relationships>
</file>

<file path=ppt/slides/_rels/slide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0.xml"/></Relationships>
</file>

<file path=ppt/slides/_rels/slide1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0.xml"/></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0.xml"/><Relationship Id="rId5" Type="http://schemas.openxmlformats.org/officeDocument/2006/relationships/image" Target="../media/image23.png"/><Relationship Id="rId4" Type="http://schemas.openxmlformats.org/officeDocument/2006/relationships/image" Target="../media/image22.png"/></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28.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20.xml"/><Relationship Id="rId5" Type="http://schemas.microsoft.com/office/2007/relationships/hdphoto" Target="../media/hdphoto9.wdp"/><Relationship Id="rId4" Type="http://schemas.openxmlformats.org/officeDocument/2006/relationships/image" Target="../media/image24.png"/></Relationships>
</file>

<file path=ppt/slides/_rels/slide14.xml.rels><?xml version="1.0" encoding="UTF-8" standalone="yes"?>
<Relationships xmlns="http://schemas.openxmlformats.org/package/2006/relationships"><Relationship Id="rId2" Type="http://schemas.openxmlformats.org/officeDocument/2006/relationships/image" Target="../media/image25.jpe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a:extLst>
              <a:ext uri="{FF2B5EF4-FFF2-40B4-BE49-F238E27FC236}">
                <a16:creationId xmlns:a16="http://schemas.microsoft.com/office/drawing/2014/main" id="{2D1D6D97-23C0-8495-A08B-18C1E9BB62E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0" y="-8994"/>
            <a:ext cx="12192659" cy="6859520"/>
          </a:xfrm>
          <a:prstGeom prst="rect">
            <a:avLst/>
          </a:prstGeom>
        </p:spPr>
      </p:pic>
      <p:pic>
        <p:nvPicPr>
          <p:cNvPr id="3" name="图片 2" descr="地上有烟&#10;&#10;低可信度描述已自动生成"/>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flipH="1">
            <a:off x="6068044" y="971242"/>
            <a:ext cx="5986748" cy="2596049"/>
          </a:xfrm>
          <a:prstGeom prst="rect">
            <a:avLst/>
          </a:prstGeom>
        </p:spPr>
      </p:pic>
      <p:pic>
        <p:nvPicPr>
          <p:cNvPr id="5" name="图片 4" descr="黑白色的猫&#10;&#10;低可信度描述已自动生成"/>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476275" y="4431732"/>
            <a:ext cx="7577049" cy="2188874"/>
          </a:xfrm>
          <a:prstGeom prst="rect">
            <a:avLst/>
          </a:prstGeom>
        </p:spPr>
      </p:pic>
      <p:pic>
        <p:nvPicPr>
          <p:cNvPr id="9" name="图片 8" descr="图片包含 游戏机, 烟, 黑暗&#10;&#10;描述已自动生成"/>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93544" y="2761047"/>
            <a:ext cx="5641350" cy="3859559"/>
          </a:xfrm>
          <a:prstGeom prst="rect">
            <a:avLst/>
          </a:prstGeom>
        </p:spPr>
      </p:pic>
      <p:pic>
        <p:nvPicPr>
          <p:cNvPr id="13" name="图片 12" descr="黑暗中的白云&#10;&#10;描述已自动生成"/>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7423174" y="4029754"/>
            <a:ext cx="4249360" cy="4262090"/>
          </a:xfrm>
          <a:prstGeom prst="rect">
            <a:avLst/>
          </a:prstGeom>
        </p:spPr>
      </p:pic>
      <p:pic>
        <p:nvPicPr>
          <p:cNvPr id="17" name="图片 16" descr="天空中有许多云&#10;&#10;描述已自动生成"/>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780745" y="675447"/>
            <a:ext cx="4286250" cy="2651760"/>
          </a:xfrm>
          <a:prstGeom prst="rect">
            <a:avLst/>
          </a:prstGeom>
        </p:spPr>
      </p:pic>
      <p:pic>
        <p:nvPicPr>
          <p:cNvPr id="21" name="图片 20" descr="图片包含 游戏机, 夜空&#10;&#10;描述已自动生成"/>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564678" y="5734398"/>
            <a:ext cx="6955494" cy="2154723"/>
          </a:xfrm>
          <a:prstGeom prst="rect">
            <a:avLst/>
          </a:prstGeom>
        </p:spPr>
      </p:pic>
      <p:pic>
        <p:nvPicPr>
          <p:cNvPr id="188" name="图片 187" descr="黑暗中的白云&#10;&#10;中度可信度描述已自动生成"/>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992871" y="2306724"/>
            <a:ext cx="5338828" cy="4262090"/>
          </a:xfrm>
          <a:prstGeom prst="rect">
            <a:avLst/>
          </a:prstGeom>
        </p:spPr>
      </p:pic>
      <p:pic>
        <p:nvPicPr>
          <p:cNvPr id="194" name="图片 193" descr="黑暗中有许多云&#10;&#10;中度可信度描述已自动生成"/>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411361" y="2734127"/>
            <a:ext cx="7577049" cy="4207708"/>
          </a:xfrm>
          <a:prstGeom prst="rect">
            <a:avLst/>
          </a:prstGeom>
        </p:spPr>
      </p:pic>
      <p:pic>
        <p:nvPicPr>
          <p:cNvPr id="197" name="图片 196" descr="黑暗中有许多云&#10;&#10;中度可信度描述已自动生成"/>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854366" y="1419963"/>
            <a:ext cx="7577049" cy="4207708"/>
          </a:xfrm>
          <a:prstGeom prst="rect">
            <a:avLst/>
          </a:prstGeom>
        </p:spPr>
      </p:pic>
      <p:pic>
        <p:nvPicPr>
          <p:cNvPr id="198" name="图片 197" descr="黑暗中的白云&#10;&#10;描述已自动生成"/>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4875851" y="2466455"/>
            <a:ext cx="4249360" cy="4262090"/>
          </a:xfrm>
          <a:prstGeom prst="rect">
            <a:avLst/>
          </a:prstGeom>
        </p:spPr>
      </p:pic>
      <p:pic>
        <p:nvPicPr>
          <p:cNvPr id="200" name="图片 199" descr="黑暗中有许多云&#10;&#10;中度可信度描述已自动生成"/>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2050273" y="2029580"/>
            <a:ext cx="7577049" cy="4207708"/>
          </a:xfrm>
          <a:prstGeom prst="rect">
            <a:avLst/>
          </a:prstGeom>
        </p:spPr>
      </p:pic>
      <p:pic>
        <p:nvPicPr>
          <p:cNvPr id="201" name="图片 200" descr="黑暗中的白云&#10;&#10;描述已自动生成"/>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6306735" y="2889147"/>
            <a:ext cx="4249360" cy="4262090"/>
          </a:xfrm>
          <a:prstGeom prst="rect">
            <a:avLst/>
          </a:prstGeom>
        </p:spPr>
      </p:pic>
      <p:pic>
        <p:nvPicPr>
          <p:cNvPr id="202" name="图片 201" descr="地上有烟&#10;&#10;低可信度描述已自动生成"/>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flipH="1">
            <a:off x="4642890" y="1184196"/>
            <a:ext cx="5986748" cy="2596049"/>
          </a:xfrm>
          <a:prstGeom prst="rect">
            <a:avLst/>
          </a:prstGeom>
        </p:spPr>
      </p:pic>
      <p:pic>
        <p:nvPicPr>
          <p:cNvPr id="203" name="图片 202" descr="天空中有许多云&#10;&#10;描述已自动生成"/>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77547" y="854982"/>
            <a:ext cx="4286250" cy="2651760"/>
          </a:xfrm>
          <a:prstGeom prst="rect">
            <a:avLst/>
          </a:prstGeom>
        </p:spPr>
      </p:pic>
      <p:pic>
        <p:nvPicPr>
          <p:cNvPr id="205" name="图片 204" descr="地上有烟&#10;&#10;低可信度描述已自动生成"/>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flipH="1">
            <a:off x="2566330" y="2358516"/>
            <a:ext cx="5986748" cy="2596049"/>
          </a:xfrm>
          <a:prstGeom prst="rect">
            <a:avLst/>
          </a:prstGeom>
        </p:spPr>
      </p:pic>
      <p:pic>
        <p:nvPicPr>
          <p:cNvPr id="206" name="图片 205" descr="地上有烟&#10;&#10;低可信度描述已自动生成"/>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flipH="1">
            <a:off x="2791565" y="3919718"/>
            <a:ext cx="5986748" cy="2596049"/>
          </a:xfrm>
          <a:prstGeom prst="rect">
            <a:avLst/>
          </a:prstGeom>
        </p:spPr>
      </p:pic>
      <p:pic>
        <p:nvPicPr>
          <p:cNvPr id="207" name="图片 206" descr="天空中有许多云&#10;&#10;描述已自动生成"/>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2466126" y="342233"/>
            <a:ext cx="4286250" cy="2651760"/>
          </a:xfrm>
          <a:prstGeom prst="rect">
            <a:avLst/>
          </a:prstGeom>
        </p:spPr>
      </p:pic>
      <p:pic>
        <p:nvPicPr>
          <p:cNvPr id="210" name="图片 209" descr="地上有烟&#10;&#10;低可信度描述已自动生成"/>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flipH="1">
            <a:off x="5180144" y="3406969"/>
            <a:ext cx="5986748" cy="2596049"/>
          </a:xfrm>
          <a:prstGeom prst="rect">
            <a:avLst/>
          </a:prstGeom>
        </p:spPr>
      </p:pic>
      <p:pic>
        <p:nvPicPr>
          <p:cNvPr id="212" name="图片 211" descr="天空中有许多云&#10;&#10;描述已自动生成"/>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7287485" y="745107"/>
            <a:ext cx="4286250" cy="2651760"/>
          </a:xfrm>
          <a:prstGeom prst="rect">
            <a:avLst/>
          </a:prstGeom>
        </p:spPr>
      </p:pic>
      <p:pic>
        <p:nvPicPr>
          <p:cNvPr id="213" name="图片 212" descr="地上有烟&#10;&#10;低可信度描述已自动生成"/>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flipH="1">
            <a:off x="3708937" y="4626645"/>
            <a:ext cx="5986748" cy="2596049"/>
          </a:xfrm>
          <a:prstGeom prst="rect">
            <a:avLst/>
          </a:prstGeom>
        </p:spPr>
      </p:pic>
      <p:pic>
        <p:nvPicPr>
          <p:cNvPr id="214" name="图片 213" descr="地上有烟&#10;&#10;低可信度描述已自动生成"/>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flipH="1">
            <a:off x="469905" y="1558041"/>
            <a:ext cx="5986748" cy="2596049"/>
          </a:xfrm>
          <a:prstGeom prst="rect">
            <a:avLst/>
          </a:prstGeom>
        </p:spPr>
      </p:pic>
      <p:pic>
        <p:nvPicPr>
          <p:cNvPr id="215" name="图片 214" descr="地上有烟&#10;&#10;低可信度描述已自动生成"/>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flipH="1">
            <a:off x="3657961" y="2878884"/>
            <a:ext cx="5986748" cy="2596049"/>
          </a:xfrm>
          <a:prstGeom prst="rect">
            <a:avLst/>
          </a:prstGeom>
        </p:spPr>
      </p:pic>
      <p:pic>
        <p:nvPicPr>
          <p:cNvPr id="216" name="图片 215" descr="地上有烟&#10;&#10;低可信度描述已自动生成"/>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flipH="1">
            <a:off x="5685684" y="1404751"/>
            <a:ext cx="5986748" cy="2596049"/>
          </a:xfrm>
          <a:prstGeom prst="rect">
            <a:avLst/>
          </a:prstGeom>
        </p:spPr>
      </p:pic>
      <p:pic>
        <p:nvPicPr>
          <p:cNvPr id="217" name="图片 216" descr="地上有烟&#10;&#10;低可信度描述已自动生成"/>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flipH="1">
            <a:off x="6082233" y="2777386"/>
            <a:ext cx="5986748" cy="2596049"/>
          </a:xfrm>
          <a:prstGeom prst="rect">
            <a:avLst/>
          </a:prstGeom>
        </p:spPr>
      </p:pic>
      <p:pic>
        <p:nvPicPr>
          <p:cNvPr id="218" name="图片 217" descr="天空中有许多云&#10;&#10;描述已自动生成"/>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39909" y="20636"/>
            <a:ext cx="4286250" cy="2651760"/>
          </a:xfrm>
          <a:prstGeom prst="rect">
            <a:avLst/>
          </a:prstGeom>
        </p:spPr>
      </p:pic>
      <p:pic>
        <p:nvPicPr>
          <p:cNvPr id="219" name="图片 218" descr="地上有烟&#10;&#10;低可信度描述已自动生成"/>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flipH="1">
            <a:off x="6556857" y="17587"/>
            <a:ext cx="5986748" cy="259604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a:extLst>
              <a:ext uri="{FF2B5EF4-FFF2-40B4-BE49-F238E27FC236}">
                <a16:creationId xmlns:a16="http://schemas.microsoft.com/office/drawing/2014/main" id="{835A27B7-1FC7-48C8-8412-F99642F6DCC2}"/>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660" y="-8994"/>
            <a:ext cx="12192659" cy="6859520"/>
          </a:xfrm>
          <a:prstGeom prst="rect">
            <a:avLst/>
          </a:prstGeom>
        </p:spPr>
      </p:pic>
      <p:sp>
        <p:nvSpPr>
          <p:cNvPr id="10" name="MG-Rectangle 9"/>
          <p:cNvSpPr/>
          <p:nvPr>
            <p:custDataLst>
              <p:tags r:id="rId1"/>
            </p:custDataLst>
          </p:nvPr>
        </p:nvSpPr>
        <p:spPr>
          <a:xfrm>
            <a:off x="1" y="0"/>
            <a:ext cx="12191999" cy="6858000"/>
          </a:xfrm>
          <a:prstGeom prst="rect">
            <a:avLst/>
          </a:prstGeom>
          <a:solidFill>
            <a:schemeClr val="bg1">
              <a:lumMod val="9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a:bodyPr>
          <a:lstStyle/>
          <a:p>
            <a:pPr algn="l">
              <a:lnSpc>
                <a:spcPct val="130000"/>
              </a:lnSpc>
            </a:pPr>
            <a:endParaRPr kumimoji="1" lang="zh-CN" altLang="en-US" sz="2000" dirty="0">
              <a:solidFill>
                <a:schemeClr val="tx1">
                  <a:lumMod val="75000"/>
                  <a:lumOff val="25000"/>
                </a:schemeClr>
              </a:solidFill>
              <a:latin typeface="华文中宋" panose="02010600040101010101" pitchFamily="2" charset="-122"/>
              <a:ea typeface="华文中宋" panose="02010600040101010101" pitchFamily="2" charset="-122"/>
            </a:endParaRPr>
          </a:p>
        </p:txBody>
      </p:sp>
      <p:pic>
        <p:nvPicPr>
          <p:cNvPr id="3" name="MG-图片 2" descr="地上有烟&#10;&#10;低可信度描述已自动生成"/>
          <p:cNvPicPr>
            <a:picLocks noChangeAspect="1"/>
          </p:cNvPicPr>
          <p:nvPr>
            <p:custDataLst>
              <p:tags r:id="rId2"/>
            </p:custDataLst>
          </p:nvPr>
        </p:nvPicPr>
        <p:blipFill>
          <a:blip r:embed="rId15" cstate="print">
            <a:extLst>
              <a:ext uri="{28A0092B-C50C-407E-A947-70E740481C1C}">
                <a14:useLocalDpi xmlns:a14="http://schemas.microsoft.com/office/drawing/2010/main" val="0"/>
              </a:ext>
            </a:extLst>
          </a:blip>
          <a:stretch>
            <a:fillRect/>
          </a:stretch>
        </p:blipFill>
        <p:spPr>
          <a:xfrm flipH="1">
            <a:off x="6285082" y="7474"/>
            <a:ext cx="5986748" cy="2596049"/>
          </a:xfrm>
          <a:prstGeom prst="rect">
            <a:avLst/>
          </a:prstGeom>
        </p:spPr>
      </p:pic>
      <p:pic>
        <p:nvPicPr>
          <p:cNvPr id="5" name="MG-图片 4" descr="黑白色的猫&#10;&#10;低可信度描述已自动生成"/>
          <p:cNvPicPr>
            <a:picLocks noChangeAspect="1"/>
          </p:cNvPicPr>
          <p:nvPr>
            <p:custDataLst>
              <p:tags r:id="rId3"/>
            </p:custDataLst>
          </p:nvPr>
        </p:nvPicPr>
        <p:blipFill>
          <a:blip r:embed="rId16" cstate="print">
            <a:extLst>
              <a:ext uri="{28A0092B-C50C-407E-A947-70E740481C1C}">
                <a14:useLocalDpi xmlns:a14="http://schemas.microsoft.com/office/drawing/2010/main" val="0"/>
              </a:ext>
            </a:extLst>
          </a:blip>
          <a:stretch>
            <a:fillRect/>
          </a:stretch>
        </p:blipFill>
        <p:spPr>
          <a:xfrm>
            <a:off x="6000196" y="5385055"/>
            <a:ext cx="7577049" cy="2188874"/>
          </a:xfrm>
          <a:prstGeom prst="rect">
            <a:avLst/>
          </a:prstGeom>
        </p:spPr>
      </p:pic>
      <p:pic>
        <p:nvPicPr>
          <p:cNvPr id="9" name="MG-图片 8" descr="图片包含 游戏机, 烟, 黑暗&#10;&#10;描述已自动生成"/>
          <p:cNvPicPr>
            <a:picLocks noChangeAspect="1"/>
          </p:cNvPicPr>
          <p:nvPr>
            <p:custDataLst>
              <p:tags r:id="rId4"/>
            </p:custDataLst>
          </p:nvPr>
        </p:nvPicPr>
        <p:blipFill>
          <a:blip r:embed="rId17">
            <a:extLst>
              <a:ext uri="{28A0092B-C50C-407E-A947-70E740481C1C}">
                <a14:useLocalDpi xmlns:a14="http://schemas.microsoft.com/office/drawing/2010/main" val="0"/>
              </a:ext>
            </a:extLst>
          </a:blip>
          <a:stretch>
            <a:fillRect/>
          </a:stretch>
        </p:blipFill>
        <p:spPr>
          <a:xfrm>
            <a:off x="8339602" y="3656541"/>
            <a:ext cx="5641350" cy="3859559"/>
          </a:xfrm>
          <a:prstGeom prst="rect">
            <a:avLst/>
          </a:prstGeom>
        </p:spPr>
      </p:pic>
      <p:pic>
        <p:nvPicPr>
          <p:cNvPr id="13" name="MG-图片 12" descr="黑暗中的白云&#10;&#10;描述已自动生成"/>
          <p:cNvPicPr>
            <a:picLocks noChangeAspect="1"/>
          </p:cNvPicPr>
          <p:nvPr>
            <p:custDataLst>
              <p:tags r:id="rId5"/>
            </p:custDataLst>
          </p:nvPr>
        </p:nvPicPr>
        <p:blipFill>
          <a:blip r:embed="rId18" cstate="print">
            <a:extLst>
              <a:ext uri="{28A0092B-C50C-407E-A947-70E740481C1C}">
                <a14:useLocalDpi xmlns:a14="http://schemas.microsoft.com/office/drawing/2010/main" val="0"/>
              </a:ext>
            </a:extLst>
          </a:blip>
          <a:stretch>
            <a:fillRect/>
          </a:stretch>
        </p:blipFill>
        <p:spPr>
          <a:xfrm>
            <a:off x="8169232" y="4925248"/>
            <a:ext cx="4249360" cy="4262090"/>
          </a:xfrm>
          <a:prstGeom prst="rect">
            <a:avLst/>
          </a:prstGeom>
        </p:spPr>
      </p:pic>
      <p:pic>
        <p:nvPicPr>
          <p:cNvPr id="17" name="MG-图片 16" descr="天空中有许多云&#10;&#10;描述已自动生成"/>
          <p:cNvPicPr>
            <a:picLocks noChangeAspect="1"/>
          </p:cNvPicPr>
          <p:nvPr>
            <p:custDataLst>
              <p:tags r:id="rId6"/>
            </p:custDataLst>
          </p:nvPr>
        </p:nvPicPr>
        <p:blipFill>
          <a:blip r:embed="rId19" cstate="print">
            <a:extLst>
              <a:ext uri="{28A0092B-C50C-407E-A947-70E740481C1C}">
                <a14:useLocalDpi xmlns:a14="http://schemas.microsoft.com/office/drawing/2010/main" val="0"/>
              </a:ext>
            </a:extLst>
          </a:blip>
          <a:stretch>
            <a:fillRect/>
          </a:stretch>
        </p:blipFill>
        <p:spPr>
          <a:xfrm>
            <a:off x="242357" y="0"/>
            <a:ext cx="4286250" cy="2651760"/>
          </a:xfrm>
          <a:prstGeom prst="rect">
            <a:avLst/>
          </a:prstGeom>
        </p:spPr>
      </p:pic>
      <p:pic>
        <p:nvPicPr>
          <p:cNvPr id="21" name="MG-图片 20" descr="图片包含 游戏机, 夜空&#10;&#10;描述已自动生成"/>
          <p:cNvPicPr>
            <a:picLocks noChangeAspect="1"/>
          </p:cNvPicPr>
          <p:nvPr>
            <p:custDataLst>
              <p:tags r:id="rId7"/>
            </p:custDataLst>
          </p:nvPr>
        </p:nvPicPr>
        <p:blipFill>
          <a:blip r:embed="rId20">
            <a:extLst>
              <a:ext uri="{28A0092B-C50C-407E-A947-70E740481C1C}">
                <a14:useLocalDpi xmlns:a14="http://schemas.microsoft.com/office/drawing/2010/main" val="0"/>
              </a:ext>
            </a:extLst>
          </a:blip>
          <a:stretch>
            <a:fillRect/>
          </a:stretch>
        </p:blipFill>
        <p:spPr>
          <a:xfrm>
            <a:off x="2564678" y="5734398"/>
            <a:ext cx="6955494" cy="2154723"/>
          </a:xfrm>
          <a:prstGeom prst="rect">
            <a:avLst/>
          </a:prstGeom>
        </p:spPr>
      </p:pic>
      <p:pic>
        <p:nvPicPr>
          <p:cNvPr id="188" name="MG-图片 187" descr="黑暗中的白云&#10;&#10;中度可信度描述已自动生成"/>
          <p:cNvPicPr>
            <a:picLocks noChangeAspect="1"/>
          </p:cNvPicPr>
          <p:nvPr>
            <p:custDataLst>
              <p:tags r:id="rId8"/>
            </p:custDataLst>
          </p:nvPr>
        </p:nvPicPr>
        <p:blipFill>
          <a:blip r:embed="rId21" cstate="print">
            <a:extLst>
              <a:ext uri="{28A0092B-C50C-407E-A947-70E740481C1C}">
                <a14:useLocalDpi xmlns:a14="http://schemas.microsoft.com/office/drawing/2010/main" val="0"/>
              </a:ext>
            </a:extLst>
          </a:blip>
          <a:stretch>
            <a:fillRect/>
          </a:stretch>
        </p:blipFill>
        <p:spPr>
          <a:xfrm>
            <a:off x="-1053324" y="3245019"/>
            <a:ext cx="5338828" cy="4262090"/>
          </a:xfrm>
          <a:prstGeom prst="rect">
            <a:avLst/>
          </a:prstGeom>
        </p:spPr>
      </p:pic>
      <p:pic>
        <p:nvPicPr>
          <p:cNvPr id="194" name="MG-图片 193" descr="黑暗中有许多云&#10;&#10;中度可信度描述已自动生成"/>
          <p:cNvPicPr>
            <a:picLocks noChangeAspect="1"/>
          </p:cNvPicPr>
          <p:nvPr>
            <p:custDataLst>
              <p:tags r:id="rId9"/>
            </p:custDataLst>
          </p:nvPr>
        </p:nvPicPr>
        <p:blipFill>
          <a:blip r:embed="rId22" cstate="print">
            <a:extLst>
              <a:ext uri="{28A0092B-C50C-407E-A947-70E740481C1C}">
                <a14:useLocalDpi xmlns:a14="http://schemas.microsoft.com/office/drawing/2010/main" val="0"/>
              </a:ext>
            </a:extLst>
          </a:blip>
          <a:stretch>
            <a:fillRect/>
          </a:stretch>
        </p:blipFill>
        <p:spPr>
          <a:xfrm>
            <a:off x="-1116697" y="3405820"/>
            <a:ext cx="7577049" cy="4207708"/>
          </a:xfrm>
          <a:prstGeom prst="rect">
            <a:avLst/>
          </a:prstGeom>
        </p:spPr>
      </p:pic>
      <p:sp>
        <p:nvSpPr>
          <p:cNvPr id="6" name="MG-文本占位符 34">
            <a:extLst>
              <a:ext uri="{FF2B5EF4-FFF2-40B4-BE49-F238E27FC236}">
                <a16:creationId xmlns:a16="http://schemas.microsoft.com/office/drawing/2014/main" id="{B153F8D6-35C0-94EB-43B6-DB14B0358B88}"/>
              </a:ext>
            </a:extLst>
          </p:cNvPr>
          <p:cNvSpPr txBox="1">
            <a:spLocks/>
          </p:cNvSpPr>
          <p:nvPr>
            <p:custDataLst>
              <p:tags r:id="rId10"/>
            </p:custDataLst>
          </p:nvPr>
        </p:nvSpPr>
        <p:spPr>
          <a:xfrm>
            <a:off x="460970" y="4546934"/>
            <a:ext cx="10585450" cy="595123"/>
          </a:xfrm>
          <a:prstGeom prst="rect">
            <a:avLst/>
          </a:prstGeom>
        </p:spPr>
        <p:txBody>
          <a:bodyPr lIns="72000" tIns="0" rIns="72000" bIns="0" anchor="ctr" anchorCtr="0"/>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zh-CN" altLang="en-US" sz="2000" b="1" dirty="0">
                <a:solidFill>
                  <a:schemeClr val="tx1">
                    <a:lumMod val="75000"/>
                    <a:lumOff val="25000"/>
                  </a:schemeClr>
                </a:solidFill>
                <a:latin typeface="华文中宋" panose="02010600040101010101" pitchFamily="2" charset="-122"/>
                <a:ea typeface="华文中宋" panose="02010600040101010101" pitchFamily="2" charset="-122"/>
              </a:rPr>
              <a:t>曹子宸</a:t>
            </a:r>
            <a:endParaRPr lang="en-US" altLang="zh-CN" sz="2000" b="1" dirty="0">
              <a:solidFill>
                <a:schemeClr val="tx1">
                  <a:lumMod val="75000"/>
                  <a:lumOff val="25000"/>
                </a:schemeClr>
              </a:solidFill>
              <a:latin typeface="华文中宋" panose="02010600040101010101" pitchFamily="2" charset="-122"/>
              <a:ea typeface="华文中宋" panose="02010600040101010101" pitchFamily="2" charset="-122"/>
            </a:endParaRPr>
          </a:p>
          <a:p>
            <a:pPr marL="0" indent="0" algn="ctr">
              <a:buNone/>
            </a:pPr>
            <a:endParaRPr lang="en-US" altLang="zh-CN" sz="2000" b="1" dirty="0">
              <a:solidFill>
                <a:schemeClr val="tx1">
                  <a:lumMod val="75000"/>
                  <a:lumOff val="25000"/>
                </a:schemeClr>
              </a:solidFill>
              <a:latin typeface="华文中宋" panose="02010600040101010101" pitchFamily="2" charset="-122"/>
              <a:ea typeface="华文中宋" panose="02010600040101010101" pitchFamily="2" charset="-122"/>
            </a:endParaRPr>
          </a:p>
          <a:p>
            <a:pPr marL="0" indent="0" algn="ctr">
              <a:buNone/>
            </a:pPr>
            <a:r>
              <a:rPr lang="en-US" altLang="zh-CN" sz="2000" b="1" dirty="0">
                <a:solidFill>
                  <a:schemeClr val="tx1">
                    <a:lumMod val="75000"/>
                    <a:lumOff val="25000"/>
                  </a:schemeClr>
                </a:solidFill>
                <a:latin typeface="华文中宋" panose="02010600040101010101" pitchFamily="2" charset="-122"/>
                <a:ea typeface="华文中宋" panose="02010600040101010101" pitchFamily="2" charset="-122"/>
              </a:rPr>
              <a:t>2026.07</a:t>
            </a:r>
            <a:endParaRPr lang="zh-CN" altLang="en-US" sz="2000" b="1" dirty="0">
              <a:solidFill>
                <a:schemeClr val="tx1">
                  <a:lumMod val="75000"/>
                  <a:lumOff val="25000"/>
                </a:schemeClr>
              </a:solidFill>
              <a:latin typeface="华文中宋" panose="02010600040101010101" pitchFamily="2" charset="-122"/>
              <a:ea typeface="华文中宋" panose="02010600040101010101" pitchFamily="2" charset="-122"/>
            </a:endParaRPr>
          </a:p>
        </p:txBody>
      </p:sp>
      <p:sp>
        <p:nvSpPr>
          <p:cNvPr id="7" name="MG-标题 1">
            <a:extLst>
              <a:ext uri="{FF2B5EF4-FFF2-40B4-BE49-F238E27FC236}">
                <a16:creationId xmlns:a16="http://schemas.microsoft.com/office/drawing/2014/main" id="{2E686EA8-A065-C759-D990-6B77F6EECA9D}"/>
              </a:ext>
            </a:extLst>
          </p:cNvPr>
          <p:cNvSpPr txBox="1">
            <a:spLocks/>
          </p:cNvSpPr>
          <p:nvPr>
            <p:custDataLst>
              <p:tags r:id="rId11"/>
            </p:custDataLst>
          </p:nvPr>
        </p:nvSpPr>
        <p:spPr>
          <a:xfrm>
            <a:off x="556623" y="2274117"/>
            <a:ext cx="10729913" cy="849207"/>
          </a:xfrm>
          <a:prstGeom prst="rect">
            <a:avLst/>
          </a:prstGeom>
        </p:spPr>
        <p:txBody>
          <a:bodyPr wrap="square" tIns="0" bIns="0" anchor="ctr" anchorCtr="0">
            <a:spAutoFit/>
          </a:bodyPr>
          <a:lstStyle>
            <a:lvl1pPr algn="l" defTabSz="914400" rtl="0" eaLnBrk="1" latinLnBrk="0" hangingPunct="1">
              <a:lnSpc>
                <a:spcPct val="90000"/>
              </a:lnSpc>
              <a:spcBef>
                <a:spcPct val="0"/>
              </a:spcBef>
              <a:buNone/>
              <a:defRPr sz="3600" kern="1200">
                <a:solidFill>
                  <a:schemeClr val="tx1"/>
                </a:solidFill>
                <a:latin typeface="+mj-lt"/>
                <a:ea typeface="+mj-ea"/>
                <a:cs typeface="+mj-cs"/>
              </a:defRPr>
            </a:lvl1pPr>
          </a:lstStyle>
          <a:p>
            <a:pPr algn="ctr">
              <a:lnSpc>
                <a:spcPts val="6500"/>
              </a:lnSpc>
            </a:pPr>
            <a:r>
              <a:rPr lang="zh-CN" altLang="en-US" sz="6000" b="1" dirty="0">
                <a:latin typeface="华文中宋" panose="02010600040101010101" pitchFamily="2" charset="-122"/>
                <a:ea typeface="华文中宋" panose="02010600040101010101" pitchFamily="2" charset="-122"/>
              </a:rPr>
              <a:t>个人情况与成果介绍</a:t>
            </a:r>
          </a:p>
        </p:txBody>
      </p:sp>
      <p:sp>
        <p:nvSpPr>
          <p:cNvPr id="8" name="文本框 7">
            <a:extLst>
              <a:ext uri="{FF2B5EF4-FFF2-40B4-BE49-F238E27FC236}">
                <a16:creationId xmlns:a16="http://schemas.microsoft.com/office/drawing/2014/main" id="{6A1BBBE8-64DC-B4F3-B582-C81AC33430EB}"/>
              </a:ext>
            </a:extLst>
          </p:cNvPr>
          <p:cNvSpPr txBox="1"/>
          <p:nvPr/>
        </p:nvSpPr>
        <p:spPr>
          <a:xfrm>
            <a:off x="2962982" y="4651783"/>
            <a:ext cx="5388959" cy="400110"/>
          </a:xfrm>
          <a:prstGeom prst="rect">
            <a:avLst/>
          </a:prstGeom>
          <a:noFill/>
        </p:spPr>
        <p:txBody>
          <a:bodyPr wrap="square">
            <a:spAutoFit/>
          </a:bodyPr>
          <a:lstStyle/>
          <a:p>
            <a:r>
              <a:rPr lang="en-US" altLang="zh-CN" sz="2000" b="1" dirty="0">
                <a:solidFill>
                  <a:schemeClr val="bg1">
                    <a:lumMod val="50000"/>
                  </a:schemeClr>
                </a:solidFill>
                <a:latin typeface="华文中宋" panose="02010600040101010101" pitchFamily="2" charset="-122"/>
                <a:ea typeface="华文中宋" panose="02010600040101010101" pitchFamily="2" charset="-122"/>
              </a:rPr>
              <a:t>2023</a:t>
            </a:r>
            <a:r>
              <a:rPr lang="zh-CN" altLang="en-US" sz="2000" b="1" dirty="0">
                <a:solidFill>
                  <a:schemeClr val="bg1">
                    <a:lumMod val="50000"/>
                  </a:schemeClr>
                </a:solidFill>
                <a:latin typeface="华文中宋" panose="02010600040101010101" pitchFamily="2" charset="-122"/>
                <a:ea typeface="华文中宋" panose="02010600040101010101" pitchFamily="2" charset="-122"/>
              </a:rPr>
              <a:t>级 武汉大学 计算机科学与技术专业 </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a:extLst>
              <a:ext uri="{FF2B5EF4-FFF2-40B4-BE49-F238E27FC236}">
                <a16:creationId xmlns:a16="http://schemas.microsoft.com/office/drawing/2014/main" id="{25F98560-9212-753E-1C2B-965A87364014}"/>
              </a:ext>
            </a:extLst>
          </p:cNvPr>
          <p:cNvPicPr>
            <a:picLocks noChangeAspect="1"/>
          </p:cNvPicPr>
          <p:nvPr/>
        </p:nvPicPr>
        <p:blipFill>
          <a:blip r:embed="rId8"/>
          <a:stretch>
            <a:fillRect/>
          </a:stretch>
        </p:blipFill>
        <p:spPr>
          <a:xfrm>
            <a:off x="9861550" y="5905492"/>
            <a:ext cx="2084085" cy="686168"/>
          </a:xfrm>
          <a:prstGeom prst="rect">
            <a:avLst/>
          </a:prstGeom>
        </p:spPr>
      </p:pic>
      <p:sp>
        <p:nvSpPr>
          <p:cNvPr id="4" name="圆角矩形 31">
            <a:extLst>
              <a:ext uri="{FF2B5EF4-FFF2-40B4-BE49-F238E27FC236}">
                <a16:creationId xmlns:a16="http://schemas.microsoft.com/office/drawing/2014/main" id="{70081018-90BD-7A80-8671-555FF7B24666}"/>
              </a:ext>
            </a:extLst>
          </p:cNvPr>
          <p:cNvSpPr/>
          <p:nvPr>
            <p:custDataLst>
              <p:tags r:id="rId1"/>
            </p:custDataLst>
          </p:nvPr>
        </p:nvSpPr>
        <p:spPr bwMode="auto">
          <a:xfrm>
            <a:off x="3845377" y="3140173"/>
            <a:ext cx="844799" cy="696668"/>
          </a:xfrm>
          <a:prstGeom prst="roundRect">
            <a:avLst/>
          </a:prstGeom>
          <a:solidFill>
            <a:sysClr val="window" lastClr="FFFFFF">
              <a:alpha val="20000"/>
            </a:sysClr>
          </a:solidFill>
          <a:ln w="12700" cap="flat" cmpd="sng" algn="ctr">
            <a:solidFill>
              <a:srgbClr val="FFFFFF">
                <a:lumMod val="50000"/>
              </a:srgbClr>
            </a:solidFill>
            <a:prstDash val="dash"/>
            <a:round/>
            <a:headEnd type="none" w="med" len="med"/>
            <a:tailEnd type="none" w="med" len="med"/>
          </a:ln>
        </p:spPr>
        <p:txBody>
          <a:bodyPr vert="horz" wrap="square" lIns="91440" tIns="45720" rIns="91440" bIns="45720" numCol="1" rtlCol="0" anchor="ctr" anchorCtr="0" compatLnSpc="1"/>
          <a:lstStyle/>
          <a:p>
            <a:pPr marL="0" marR="0" lvl="0" indent="0" algn="ctr" defTabSz="914400" eaLnBrk="1" fontAlgn="auto" latinLnBrk="0" hangingPunct="1">
              <a:lnSpc>
                <a:spcPct val="100000"/>
              </a:lnSpc>
              <a:spcBef>
                <a:spcPts val="0"/>
              </a:spcBef>
              <a:spcAft>
                <a:spcPts val="0"/>
              </a:spcAft>
              <a:buClr>
                <a:srgbClr val="FF9966"/>
              </a:buClr>
              <a:buSzPct val="50000"/>
              <a:buFont typeface="Monotype Sorts" pitchFamily="2" charset="2"/>
              <a:buNone/>
              <a:defRPr/>
            </a:pPr>
            <a:r>
              <a:rPr kumimoji="1" lang="zh-CN" altLang="en-US" sz="2000" b="1" kern="0" dirty="0">
                <a:solidFill>
                  <a:srgbClr val="103C71"/>
                </a:solidFill>
                <a:latin typeface="微软雅黑" panose="020B0503020204020204" pitchFamily="34" charset="-122"/>
                <a:ea typeface="微软雅黑" panose="020B0503020204020204" pitchFamily="34" charset="-122"/>
                <a:cs typeface="Times New Roman" panose="02020603050405020304" pitchFamily="18" charset="0"/>
                <a:sym typeface="+mn-ea"/>
              </a:rPr>
              <a:t>科创</a:t>
            </a:r>
            <a:r>
              <a:rPr kumimoji="1" lang="zh-CN" altLang="en-US" sz="2000" b="1" i="0" u="none" strike="noStrike" kern="0" cap="none" spc="0" normalizeH="0" baseline="0" noProof="0" dirty="0">
                <a:ln>
                  <a:noFill/>
                </a:ln>
                <a:solidFill>
                  <a:srgbClr val="103C71"/>
                </a:solidFill>
                <a:effectLst/>
                <a:uLnTx/>
                <a:uFillTx/>
                <a:latin typeface="微软雅黑" panose="020B0503020204020204" pitchFamily="34" charset="-122"/>
                <a:ea typeface="微软雅黑" panose="020B0503020204020204" pitchFamily="34" charset="-122"/>
                <a:cs typeface="Times New Roman" panose="02020603050405020304" pitchFamily="18" charset="0"/>
                <a:sym typeface="+mn-ea"/>
              </a:rPr>
              <a:t>竞赛</a:t>
            </a:r>
          </a:p>
        </p:txBody>
      </p:sp>
      <p:sp>
        <p:nvSpPr>
          <p:cNvPr id="6" name="文本框 5">
            <a:extLst>
              <a:ext uri="{FF2B5EF4-FFF2-40B4-BE49-F238E27FC236}">
                <a16:creationId xmlns:a16="http://schemas.microsoft.com/office/drawing/2014/main" id="{6FEC041D-BAC2-7361-8CCD-42C9184D0F5A}"/>
              </a:ext>
            </a:extLst>
          </p:cNvPr>
          <p:cNvSpPr txBox="1"/>
          <p:nvPr/>
        </p:nvSpPr>
        <p:spPr>
          <a:xfrm>
            <a:off x="4793623" y="2853114"/>
            <a:ext cx="7007182" cy="1763431"/>
          </a:xfrm>
          <a:prstGeom prst="rect">
            <a:avLst/>
          </a:prstGeom>
          <a:noFill/>
        </p:spPr>
        <p:txBody>
          <a:bodyPr wrap="square">
            <a:spAutoFit/>
          </a:bodyPr>
          <a:lstStyle/>
          <a:p>
            <a:pPr marL="285750" indent="-285750" algn="l">
              <a:lnSpc>
                <a:spcPts val="2220"/>
              </a:lnSpc>
              <a:spcAft>
                <a:spcPts val="0"/>
              </a:spcAft>
              <a:buClrTx/>
              <a:buSzTx/>
              <a:buFont typeface="Wingdings" panose="05000000000000000000" pitchFamily="2" charset="2"/>
              <a:buChar char="Ø"/>
            </a:pPr>
            <a:r>
              <a:rPr kumimoji="1" lang="en-US" altLang="zh-CN" b="1" dirty="0" err="1">
                <a:solidFill>
                  <a:srgbClr val="103C71"/>
                </a:solidFill>
                <a:latin typeface="微软雅黑" panose="020B0503020204020204" pitchFamily="34" charset="-122"/>
                <a:ea typeface="微软雅黑" panose="020B0503020204020204" pitchFamily="34" charset="-122"/>
                <a:cs typeface="Times New Roman" panose="02020603050405020304" pitchFamily="18" charset="0"/>
              </a:rPr>
              <a:t>全国大学生计算机系统能力大赛操作系统设计赛</a:t>
            </a:r>
            <a:endParaRPr kumimoji="1" lang="en-US" altLang="zh-CN" b="1" dirty="0">
              <a:solidFill>
                <a:srgbClr val="103C71"/>
              </a:solidFill>
              <a:latin typeface="微软雅黑" panose="020B0503020204020204" pitchFamily="34" charset="-122"/>
              <a:ea typeface="微软雅黑" panose="020B0503020204020204" pitchFamily="34" charset="-122"/>
              <a:cs typeface="Times New Roman" panose="02020603050405020304" pitchFamily="18" charset="0"/>
            </a:endParaRPr>
          </a:p>
          <a:p>
            <a:pPr algn="l">
              <a:lnSpc>
                <a:spcPts val="2220"/>
              </a:lnSpc>
              <a:spcAft>
                <a:spcPts val="0"/>
              </a:spcAft>
              <a:buClrTx/>
              <a:buSzTx/>
            </a:pPr>
            <a:r>
              <a:rPr kumimoji="1" lang="en-US" altLang="zh-CN" b="1" dirty="0">
                <a:solidFill>
                  <a:srgbClr val="103C71"/>
                </a:solidFill>
                <a:latin typeface="微软雅黑" panose="020B0503020204020204" pitchFamily="34" charset="-122"/>
                <a:ea typeface="微软雅黑" panose="020B0503020204020204" pitchFamily="34" charset="-122"/>
                <a:cs typeface="Times New Roman" panose="02020603050405020304" pitchFamily="18" charset="0"/>
              </a:rPr>
              <a:t>		-</a:t>
            </a:r>
            <a:r>
              <a:rPr kumimoji="1" lang="zh-CN" altLang="en-US" b="1" dirty="0">
                <a:solidFill>
                  <a:srgbClr val="C00000"/>
                </a:solidFill>
                <a:latin typeface="微软雅黑" panose="020B0503020204020204" pitchFamily="34" charset="-122"/>
                <a:ea typeface="微软雅黑" panose="020B0503020204020204" pitchFamily="34" charset="-122"/>
                <a:cs typeface="Times New Roman" panose="02020603050405020304" pitchFamily="18" charset="0"/>
              </a:rPr>
              <a:t>OS 内核实现赛道全国二等奖(Ⅱ-A类)</a:t>
            </a:r>
          </a:p>
          <a:p>
            <a:pPr marL="285750" indent="-285750" algn="l">
              <a:lnSpc>
                <a:spcPts val="2220"/>
              </a:lnSpc>
              <a:spcAft>
                <a:spcPts val="0"/>
              </a:spcAft>
              <a:buClrTx/>
              <a:buSzTx/>
              <a:buFont typeface="Wingdings" panose="05000000000000000000" pitchFamily="2" charset="2"/>
              <a:buChar char="Ø"/>
            </a:pPr>
            <a:r>
              <a:rPr kumimoji="1" lang="en-US" altLang="zh-CN" b="1" dirty="0" err="1">
                <a:solidFill>
                  <a:srgbClr val="103C71"/>
                </a:solidFill>
                <a:latin typeface="微软雅黑" panose="020B0503020204020204" pitchFamily="34" charset="-122"/>
                <a:ea typeface="微软雅黑" panose="020B0503020204020204" pitchFamily="34" charset="-122"/>
                <a:cs typeface="Times New Roman" panose="02020603050405020304" pitchFamily="18" charset="0"/>
              </a:rPr>
              <a:t>第十六届、十七届“华中杯”大学生数学建模挑战赛二等奖</a:t>
            </a:r>
            <a:endParaRPr kumimoji="1" lang="en-US" altLang="zh-CN" b="1" dirty="0">
              <a:solidFill>
                <a:srgbClr val="103C71"/>
              </a:solidFill>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gn="l">
              <a:lnSpc>
                <a:spcPts val="2220"/>
              </a:lnSpc>
              <a:spcAft>
                <a:spcPts val="0"/>
              </a:spcAft>
              <a:buClrTx/>
              <a:buSzTx/>
              <a:buFont typeface="Wingdings" panose="05000000000000000000" pitchFamily="2" charset="2"/>
              <a:buChar char="Ø"/>
            </a:pPr>
            <a:r>
              <a:rPr kumimoji="1" lang="en-US" altLang="zh-CN" b="1" dirty="0">
                <a:solidFill>
                  <a:srgbClr val="103C71"/>
                </a:solidFill>
                <a:latin typeface="微软雅黑" panose="020B0503020204020204" pitchFamily="34" charset="-122"/>
                <a:ea typeface="微软雅黑" panose="020B0503020204020204" pitchFamily="34" charset="-122"/>
                <a:cs typeface="Times New Roman" panose="02020603050405020304" pitchFamily="18" charset="0"/>
              </a:rPr>
              <a:t>第十三届全国大学生数学竞赛 (非数学类) </a:t>
            </a:r>
            <a:r>
              <a:rPr kumimoji="1" lang="zh-CN" altLang="en-US" b="1" dirty="0">
                <a:solidFill>
                  <a:srgbClr val="103C71"/>
                </a:solidFill>
                <a:latin typeface="微软雅黑" panose="020B0503020204020204" pitchFamily="34" charset="-122"/>
                <a:ea typeface="微软雅黑" panose="020B0503020204020204" pitchFamily="34" charset="-122"/>
                <a:cs typeface="Times New Roman" panose="02020603050405020304" pitchFamily="18" charset="0"/>
              </a:rPr>
              <a:t>三</a:t>
            </a:r>
            <a:r>
              <a:rPr kumimoji="1" lang="en-US" altLang="zh-CN" b="1" dirty="0" err="1">
                <a:solidFill>
                  <a:srgbClr val="103C71"/>
                </a:solidFill>
                <a:latin typeface="微软雅黑" panose="020B0503020204020204" pitchFamily="34" charset="-122"/>
                <a:ea typeface="微软雅黑" panose="020B0503020204020204" pitchFamily="34" charset="-122"/>
                <a:cs typeface="Times New Roman" panose="02020603050405020304" pitchFamily="18" charset="0"/>
              </a:rPr>
              <a:t>等奖</a:t>
            </a:r>
            <a:endParaRPr kumimoji="1" lang="en-US" altLang="zh-CN" b="1" dirty="0">
              <a:solidFill>
                <a:srgbClr val="103C71"/>
              </a:solidFill>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220"/>
              </a:lnSpc>
              <a:buFont typeface="Wingdings" panose="05000000000000000000" pitchFamily="2" charset="2"/>
              <a:buChar char="Ø"/>
            </a:pPr>
            <a:r>
              <a:rPr kumimoji="1" lang="en-US" altLang="zh-CN" b="1" dirty="0">
                <a:solidFill>
                  <a:srgbClr val="103C71"/>
                </a:solidFill>
                <a:latin typeface="微软雅黑" panose="020B0503020204020204" pitchFamily="34" charset="-122"/>
                <a:ea typeface="微软雅黑" panose="020B0503020204020204" pitchFamily="34" charset="-122"/>
                <a:cs typeface="Times New Roman" panose="02020603050405020304" pitchFamily="18" charset="0"/>
              </a:rPr>
              <a:t>2024</a:t>
            </a:r>
            <a:r>
              <a:rPr kumimoji="1" lang="zh-CN" altLang="en-US" b="1" dirty="0">
                <a:solidFill>
                  <a:srgbClr val="103C71"/>
                </a:solidFill>
                <a:latin typeface="微软雅黑" panose="020B0503020204020204" pitchFamily="34" charset="-122"/>
                <a:ea typeface="微软雅黑" panose="020B0503020204020204" pitchFamily="34" charset="-122"/>
                <a:cs typeface="Times New Roman" panose="02020603050405020304" pitchFamily="18" charset="0"/>
              </a:rPr>
              <a:t>年</a:t>
            </a:r>
            <a:r>
              <a:rPr kumimoji="1" lang="zh-CN" altLang="zh-CN" b="1" dirty="0">
                <a:solidFill>
                  <a:srgbClr val="103C71"/>
                </a:solidFill>
                <a:latin typeface="微软雅黑" panose="020B0503020204020204" pitchFamily="34" charset="-122"/>
                <a:ea typeface="微软雅黑" panose="020B0503020204020204" pitchFamily="34" charset="-122"/>
                <a:cs typeface="Times New Roman" panose="02020603050405020304" pitchFamily="18" charset="0"/>
              </a:rPr>
              <a:t>外研社国才杯理解当代中国 综合能力赛项 校赛银奖</a:t>
            </a:r>
          </a:p>
          <a:p>
            <a:pPr marL="285750" indent="-285750" algn="l">
              <a:lnSpc>
                <a:spcPts val="2220"/>
              </a:lnSpc>
              <a:spcAft>
                <a:spcPts val="0"/>
              </a:spcAft>
              <a:buClrTx/>
              <a:buSzTx/>
              <a:buFont typeface="Wingdings" panose="05000000000000000000" pitchFamily="2" charset="2"/>
              <a:buChar char="Ø"/>
            </a:pPr>
            <a:endParaRPr kumimoji="1" lang="zh-CN" altLang="en-US" b="1" dirty="0">
              <a:solidFill>
                <a:srgbClr val="103C71"/>
              </a:solidFill>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8" name="圆角矩形 31">
            <a:extLst>
              <a:ext uri="{FF2B5EF4-FFF2-40B4-BE49-F238E27FC236}">
                <a16:creationId xmlns:a16="http://schemas.microsoft.com/office/drawing/2014/main" id="{BCE35697-D96F-D1CD-210D-9C2F80157864}"/>
              </a:ext>
            </a:extLst>
          </p:cNvPr>
          <p:cNvSpPr/>
          <p:nvPr>
            <p:custDataLst>
              <p:tags r:id="rId2"/>
            </p:custDataLst>
          </p:nvPr>
        </p:nvSpPr>
        <p:spPr bwMode="auto">
          <a:xfrm>
            <a:off x="3845378" y="4896248"/>
            <a:ext cx="844799" cy="781236"/>
          </a:xfrm>
          <a:prstGeom prst="roundRect">
            <a:avLst/>
          </a:prstGeom>
          <a:solidFill>
            <a:sysClr val="window" lastClr="FFFFFF">
              <a:alpha val="20000"/>
            </a:sysClr>
          </a:solidFill>
          <a:ln w="12700" cap="flat" cmpd="sng" algn="ctr">
            <a:solidFill>
              <a:srgbClr val="FFFFFF">
                <a:lumMod val="50000"/>
              </a:srgbClr>
            </a:solidFill>
            <a:prstDash val="dash"/>
            <a:round/>
            <a:headEnd type="none" w="med" len="med"/>
            <a:tailEnd type="none" w="med" len="med"/>
          </a:ln>
        </p:spPr>
        <p:txBody>
          <a:bodyPr vert="horz" wrap="square" lIns="91440" tIns="45720" rIns="91440" bIns="45720" numCol="1" rtlCol="0" anchor="ctr" anchorCtr="0" compatLnSpc="1"/>
          <a:lstStyle/>
          <a:p>
            <a:pPr marL="0" marR="0" lvl="0" indent="0" algn="ctr" defTabSz="914400" eaLnBrk="1" fontAlgn="auto" latinLnBrk="0" hangingPunct="1">
              <a:lnSpc>
                <a:spcPct val="100000"/>
              </a:lnSpc>
              <a:spcBef>
                <a:spcPts val="0"/>
              </a:spcBef>
              <a:spcAft>
                <a:spcPts val="0"/>
              </a:spcAft>
              <a:buClr>
                <a:srgbClr val="FF9966"/>
              </a:buClr>
              <a:buSzPct val="50000"/>
              <a:buFont typeface="Monotype Sorts" pitchFamily="2" charset="2"/>
              <a:buNone/>
              <a:defRPr/>
            </a:pPr>
            <a:r>
              <a:rPr kumimoji="1" lang="zh-CN" altLang="en-US" sz="2000" b="1" i="0" u="none" strike="noStrike" kern="0" cap="none" spc="0" normalizeH="0" baseline="0" noProof="0" dirty="0">
                <a:ln>
                  <a:noFill/>
                </a:ln>
                <a:solidFill>
                  <a:srgbClr val="103C71"/>
                </a:solidFill>
                <a:effectLst/>
                <a:uLnTx/>
                <a:uFillTx/>
                <a:latin typeface="微软雅黑" panose="020B0503020204020204" pitchFamily="34" charset="-122"/>
                <a:ea typeface="微软雅黑" panose="020B0503020204020204" pitchFamily="34" charset="-122"/>
                <a:cs typeface="Times New Roman" panose="02020603050405020304" pitchFamily="18" charset="0"/>
                <a:sym typeface="+mn-ea"/>
              </a:rPr>
              <a:t>学术活动</a:t>
            </a:r>
          </a:p>
        </p:txBody>
      </p:sp>
      <p:sp>
        <p:nvSpPr>
          <p:cNvPr id="9" name="文本框 8">
            <a:extLst>
              <a:ext uri="{FF2B5EF4-FFF2-40B4-BE49-F238E27FC236}">
                <a16:creationId xmlns:a16="http://schemas.microsoft.com/office/drawing/2014/main" id="{531FCA45-A95D-BA80-E45C-2210DAA6D864}"/>
              </a:ext>
            </a:extLst>
          </p:cNvPr>
          <p:cNvSpPr txBox="1"/>
          <p:nvPr/>
        </p:nvSpPr>
        <p:spPr>
          <a:xfrm>
            <a:off x="4793622" y="4875504"/>
            <a:ext cx="6931025" cy="1199174"/>
          </a:xfrm>
          <a:prstGeom prst="rect">
            <a:avLst/>
          </a:prstGeom>
          <a:noFill/>
        </p:spPr>
        <p:txBody>
          <a:bodyPr wrap="square">
            <a:spAutoFit/>
          </a:bodyPr>
          <a:lstStyle/>
          <a:p>
            <a:pPr marL="285750" indent="-285750" fontAlgn="auto">
              <a:lnSpc>
                <a:spcPts val="2220"/>
              </a:lnSpc>
              <a:spcAft>
                <a:spcPts val="0"/>
              </a:spcAft>
              <a:buFont typeface="Wingdings" panose="05000000000000000000" pitchFamily="2" charset="2"/>
              <a:buChar char="Ø"/>
            </a:pPr>
            <a:r>
              <a:rPr kumimoji="1" lang="zh-CN" altLang="en-US" b="1" dirty="0">
                <a:solidFill>
                  <a:srgbClr val="103C71"/>
                </a:solidFill>
                <a:latin typeface="微软雅黑" panose="020B0503020204020204" pitchFamily="34" charset="-122"/>
                <a:ea typeface="微软雅黑" panose="020B0503020204020204" pitchFamily="34" charset="-122"/>
                <a:cs typeface="Times New Roman" panose="02020603050405020304" pitchFamily="18" charset="0"/>
              </a:rPr>
              <a:t>以共同第一作者身份在投</a:t>
            </a:r>
            <a:r>
              <a:rPr kumimoji="1" lang="en-US" altLang="zh-CN" b="1" dirty="0">
                <a:solidFill>
                  <a:srgbClr val="103C71"/>
                </a:solidFill>
                <a:latin typeface="微软雅黑" panose="020B0503020204020204" pitchFamily="34" charset="-122"/>
                <a:ea typeface="微软雅黑" panose="020B0503020204020204" pitchFamily="34" charset="-122"/>
                <a:cs typeface="Times New Roman" panose="02020603050405020304" pitchFamily="18" charset="0"/>
              </a:rPr>
              <a:t>IEEE TMC</a:t>
            </a:r>
            <a:r>
              <a:rPr kumimoji="1" lang="zh-CN" altLang="en-US" b="1" dirty="0">
                <a:solidFill>
                  <a:srgbClr val="103C71"/>
                </a:solidFill>
                <a:latin typeface="微软雅黑" panose="020B0503020204020204" pitchFamily="34" charset="-122"/>
                <a:ea typeface="微软雅黑" panose="020B0503020204020204" pitchFamily="34" charset="-122"/>
                <a:cs typeface="Times New Roman" panose="02020603050405020304" pitchFamily="18" charset="0"/>
              </a:rPr>
              <a:t>期刊一篇</a:t>
            </a:r>
            <a:endParaRPr kumimoji="1" lang="en-US" altLang="zh-CN" b="1" dirty="0">
              <a:solidFill>
                <a:srgbClr val="103C71"/>
              </a:solidFill>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220"/>
              </a:lnSpc>
              <a:buFont typeface="Wingdings" panose="05000000000000000000" pitchFamily="2" charset="2"/>
              <a:buChar char="Ø"/>
            </a:pPr>
            <a:r>
              <a:rPr kumimoji="1" lang="zh-CN" altLang="en-US" b="1" dirty="0">
                <a:solidFill>
                  <a:srgbClr val="103C71"/>
                </a:solidFill>
                <a:latin typeface="微软雅黑" panose="020B0503020204020204" pitchFamily="34" charset="-122"/>
                <a:ea typeface="微软雅黑" panose="020B0503020204020204" pitchFamily="34" charset="-122"/>
                <a:cs typeface="Times New Roman" panose="02020603050405020304" pitchFamily="18" charset="0"/>
              </a:rPr>
              <a:t>以共同第一作者身份在投</a:t>
            </a:r>
            <a:r>
              <a:rPr kumimoji="1" lang="en-US" altLang="zh-CN" b="1" dirty="0">
                <a:solidFill>
                  <a:srgbClr val="103C71"/>
                </a:solidFill>
                <a:latin typeface="微软雅黑" panose="020B0503020204020204" pitchFamily="34" charset="-122"/>
                <a:ea typeface="微软雅黑" panose="020B0503020204020204" pitchFamily="34" charset="-122"/>
                <a:cs typeface="Times New Roman" panose="02020603050405020304" pitchFamily="18" charset="0"/>
              </a:rPr>
              <a:t>2026 Ubicomp</a:t>
            </a:r>
            <a:r>
              <a:rPr kumimoji="1" lang="zh-CN" altLang="en-US" b="1" dirty="0">
                <a:solidFill>
                  <a:srgbClr val="103C71"/>
                </a:solidFill>
                <a:latin typeface="微软雅黑" panose="020B0503020204020204" pitchFamily="34" charset="-122"/>
                <a:ea typeface="微软雅黑" panose="020B0503020204020204" pitchFamily="34" charset="-122"/>
                <a:cs typeface="Times New Roman" panose="02020603050405020304" pitchFamily="18" charset="0"/>
              </a:rPr>
              <a:t>会议一篇</a:t>
            </a:r>
            <a:endParaRPr kumimoji="1" lang="en-US" altLang="zh-CN" b="1" dirty="0">
              <a:solidFill>
                <a:srgbClr val="103C71"/>
              </a:solidFill>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fontAlgn="auto">
              <a:lnSpc>
                <a:spcPts val="2220"/>
              </a:lnSpc>
              <a:spcAft>
                <a:spcPts val="0"/>
              </a:spcAft>
              <a:buFont typeface="Wingdings" panose="05000000000000000000" pitchFamily="2" charset="2"/>
              <a:buChar char="Ø"/>
            </a:pPr>
            <a:r>
              <a:rPr kumimoji="1" lang="zh-CN" altLang="en-US" b="1" dirty="0">
                <a:solidFill>
                  <a:srgbClr val="103C71"/>
                </a:solidFill>
                <a:latin typeface="微软雅黑" panose="020B0503020204020204" pitchFamily="34" charset="-122"/>
                <a:ea typeface="微软雅黑" panose="020B0503020204020204" pitchFamily="34" charset="-122"/>
                <a:cs typeface="Times New Roman" panose="02020603050405020304" pitchFamily="18" charset="0"/>
              </a:rPr>
              <a:t>参与</a:t>
            </a:r>
            <a:r>
              <a:rPr kumimoji="1" lang="en-US" altLang="zh-CN" b="1" dirty="0">
                <a:solidFill>
                  <a:srgbClr val="103C71"/>
                </a:solidFill>
                <a:latin typeface="微软雅黑" panose="020B0503020204020204" pitchFamily="34" charset="-122"/>
                <a:ea typeface="微软雅黑" panose="020B0503020204020204" pitchFamily="34" charset="-122"/>
                <a:cs typeface="Times New Roman" panose="02020603050405020304" pitchFamily="18" charset="0"/>
              </a:rPr>
              <a:t>2025</a:t>
            </a:r>
            <a:r>
              <a:rPr kumimoji="1" lang="zh-CN" altLang="en-US" b="1" dirty="0">
                <a:solidFill>
                  <a:srgbClr val="103C71"/>
                </a:solidFill>
                <a:latin typeface="微软雅黑" panose="020B0503020204020204" pitchFamily="34" charset="-122"/>
                <a:ea typeface="微软雅黑" panose="020B0503020204020204" pitchFamily="34" charset="-122"/>
                <a:cs typeface="Times New Roman" panose="02020603050405020304" pitchFamily="18" charset="0"/>
              </a:rPr>
              <a:t>冬季开源操作系统训练营以优秀学员结营</a:t>
            </a:r>
            <a:endParaRPr kumimoji="1" lang="en-US" altLang="zh-CN" b="1" dirty="0">
              <a:solidFill>
                <a:srgbClr val="103C71"/>
              </a:solidFill>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fontAlgn="auto">
              <a:lnSpc>
                <a:spcPts val="2220"/>
              </a:lnSpc>
              <a:spcAft>
                <a:spcPts val="0"/>
              </a:spcAft>
              <a:buFont typeface="Wingdings" panose="05000000000000000000" pitchFamily="2" charset="2"/>
              <a:buChar char="Ø"/>
            </a:pPr>
            <a:endParaRPr kumimoji="1" lang="zh-CN" altLang="en-US" b="1" dirty="0">
              <a:solidFill>
                <a:srgbClr val="103C71"/>
              </a:solidFill>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10" name="圆角矩形 31">
            <a:extLst>
              <a:ext uri="{FF2B5EF4-FFF2-40B4-BE49-F238E27FC236}">
                <a16:creationId xmlns:a16="http://schemas.microsoft.com/office/drawing/2014/main" id="{67E3BAFB-77B8-FF6F-BD47-9AA4AAD7EC54}"/>
              </a:ext>
            </a:extLst>
          </p:cNvPr>
          <p:cNvSpPr/>
          <p:nvPr>
            <p:custDataLst>
              <p:tags r:id="rId3"/>
            </p:custDataLst>
          </p:nvPr>
        </p:nvSpPr>
        <p:spPr bwMode="auto">
          <a:xfrm>
            <a:off x="3845377" y="1384099"/>
            <a:ext cx="844799" cy="696667"/>
          </a:xfrm>
          <a:prstGeom prst="roundRect">
            <a:avLst/>
          </a:prstGeom>
          <a:solidFill>
            <a:sysClr val="window" lastClr="FFFFFF">
              <a:alpha val="20000"/>
            </a:sysClr>
          </a:solidFill>
          <a:ln w="12700" cap="flat" cmpd="sng" algn="ctr">
            <a:solidFill>
              <a:srgbClr val="FFFFFF">
                <a:lumMod val="50000"/>
              </a:srgbClr>
            </a:solidFill>
            <a:prstDash val="dash"/>
            <a:round/>
            <a:headEnd type="none" w="med" len="med"/>
            <a:tailEnd type="none" w="med" len="med"/>
          </a:ln>
        </p:spPr>
        <p:txBody>
          <a:bodyPr vert="horz" wrap="square" lIns="91440" tIns="45720" rIns="91440" bIns="45720" numCol="1" rtlCol="0" anchor="ctr" anchorCtr="0" compatLnSpc="1"/>
          <a:lstStyle/>
          <a:p>
            <a:pPr marL="0" marR="0" lvl="0" indent="0" algn="ctr" defTabSz="914400" eaLnBrk="1" fontAlgn="auto" latinLnBrk="0" hangingPunct="1">
              <a:lnSpc>
                <a:spcPct val="100000"/>
              </a:lnSpc>
              <a:spcBef>
                <a:spcPts val="0"/>
              </a:spcBef>
              <a:spcAft>
                <a:spcPts val="0"/>
              </a:spcAft>
              <a:buClr>
                <a:srgbClr val="FF9966"/>
              </a:buClr>
              <a:buSzPct val="50000"/>
              <a:buFont typeface="Monotype Sorts" pitchFamily="2" charset="2"/>
              <a:buNone/>
              <a:defRPr/>
            </a:pPr>
            <a:r>
              <a:rPr kumimoji="1" lang="zh-CN" altLang="en-US" sz="2000" b="1" i="0" u="none" strike="noStrike" kern="0" cap="none" spc="0" normalizeH="0" baseline="0" noProof="0" dirty="0">
                <a:ln>
                  <a:noFill/>
                </a:ln>
                <a:solidFill>
                  <a:srgbClr val="103C71"/>
                </a:solidFill>
                <a:effectLst/>
                <a:uLnTx/>
                <a:uFillTx/>
                <a:latin typeface="微软雅黑" panose="020B0503020204020204" pitchFamily="34" charset="-122"/>
                <a:ea typeface="微软雅黑" panose="020B0503020204020204" pitchFamily="34" charset="-122"/>
                <a:cs typeface="Times New Roman" panose="02020603050405020304" pitchFamily="18" charset="0"/>
                <a:sym typeface="+mn-ea"/>
              </a:rPr>
              <a:t>奖项荣誉</a:t>
            </a:r>
          </a:p>
        </p:txBody>
      </p:sp>
      <p:sp>
        <p:nvSpPr>
          <p:cNvPr id="11" name="文本框 10">
            <a:extLst>
              <a:ext uri="{FF2B5EF4-FFF2-40B4-BE49-F238E27FC236}">
                <a16:creationId xmlns:a16="http://schemas.microsoft.com/office/drawing/2014/main" id="{E1958E24-104E-23E0-F2E7-949C89381D3B}"/>
              </a:ext>
            </a:extLst>
          </p:cNvPr>
          <p:cNvSpPr txBox="1"/>
          <p:nvPr/>
        </p:nvSpPr>
        <p:spPr>
          <a:xfrm>
            <a:off x="4793623" y="1106760"/>
            <a:ext cx="6931025" cy="1487395"/>
          </a:xfrm>
          <a:prstGeom prst="rect">
            <a:avLst/>
          </a:prstGeom>
          <a:noFill/>
        </p:spPr>
        <p:txBody>
          <a:bodyPr wrap="square">
            <a:spAutoFit/>
          </a:bodyPr>
          <a:lstStyle/>
          <a:p>
            <a:pPr marL="285750" indent="-285750" algn="l">
              <a:lnSpc>
                <a:spcPts val="2220"/>
              </a:lnSpc>
              <a:spcAft>
                <a:spcPts val="0"/>
              </a:spcAft>
              <a:buClrTx/>
              <a:buSzTx/>
              <a:buFont typeface="Wingdings" panose="05000000000000000000" pitchFamily="2" charset="2"/>
              <a:buChar char="Ø"/>
            </a:pPr>
            <a:r>
              <a:rPr kumimoji="1" lang="en-US" altLang="zh-CN" b="1" dirty="0">
                <a:solidFill>
                  <a:srgbClr val="103C71"/>
                </a:solidFill>
                <a:latin typeface="微软雅黑" panose="020B0503020204020204" pitchFamily="34" charset="-122"/>
                <a:ea typeface="微软雅黑" panose="020B0503020204020204" pitchFamily="34" charset="-122"/>
                <a:cs typeface="Times New Roman" panose="02020603050405020304" pitchFamily="18" charset="0"/>
              </a:rPr>
              <a:t>2024 至 2025 年度本专科生</a:t>
            </a:r>
            <a:r>
              <a:rPr kumimoji="1" lang="zh-CN" altLang="en-US" b="1" dirty="0">
                <a:solidFill>
                  <a:srgbClr val="C00000"/>
                </a:solidFill>
                <a:latin typeface="微软雅黑" panose="020B0503020204020204" pitchFamily="34" charset="-122"/>
                <a:ea typeface="微软雅黑" panose="020B0503020204020204" pitchFamily="34" charset="-122"/>
                <a:cs typeface="Times New Roman" panose="02020603050405020304" pitchFamily="18" charset="0"/>
              </a:rPr>
              <a:t>国家奖学金</a:t>
            </a:r>
            <a:r>
              <a:rPr kumimoji="1" lang="en-US" altLang="zh-CN" b="1" dirty="0">
                <a:solidFill>
                  <a:srgbClr val="103C71"/>
                </a:solidFill>
                <a:latin typeface="微软雅黑" panose="020B0503020204020204" pitchFamily="34" charset="-122"/>
                <a:ea typeface="微软雅黑" panose="020B0503020204020204" pitchFamily="34" charset="-122"/>
                <a:cs typeface="Times New Roman" panose="02020603050405020304" pitchFamily="18" charset="0"/>
              </a:rPr>
              <a:t>、校甲等奖学金、校三好学生</a:t>
            </a:r>
          </a:p>
          <a:p>
            <a:pPr marL="285750" indent="-285750" algn="l">
              <a:lnSpc>
                <a:spcPts val="2220"/>
              </a:lnSpc>
              <a:spcAft>
                <a:spcPts val="0"/>
              </a:spcAft>
              <a:buClrTx/>
              <a:buSzTx/>
              <a:buFont typeface="Wingdings" panose="05000000000000000000" pitchFamily="2" charset="2"/>
              <a:buChar char="Ø"/>
            </a:pPr>
            <a:r>
              <a:rPr kumimoji="1" lang="en-US" altLang="zh-CN" b="1" dirty="0">
                <a:solidFill>
                  <a:srgbClr val="103C71"/>
                </a:solidFill>
                <a:latin typeface="微软雅黑" panose="020B0503020204020204" pitchFamily="34" charset="-122"/>
                <a:ea typeface="微软雅黑" panose="020B0503020204020204" pitchFamily="34" charset="-122"/>
                <a:cs typeface="Times New Roman" panose="02020603050405020304" pitchFamily="18" charset="0"/>
                <a:sym typeface="+mn-ea"/>
              </a:rPr>
              <a:t>2023 至 2024 </a:t>
            </a:r>
            <a:r>
              <a:rPr kumimoji="1" lang="zh-CN" altLang="en-US" b="1" dirty="0">
                <a:solidFill>
                  <a:srgbClr val="103C71"/>
                </a:solidFill>
                <a:latin typeface="微软雅黑" panose="020B0503020204020204" pitchFamily="34" charset="-122"/>
                <a:ea typeface="微软雅黑" panose="020B0503020204020204" pitchFamily="34" charset="-122"/>
                <a:cs typeface="Times New Roman" panose="02020603050405020304" pitchFamily="18" charset="0"/>
                <a:sym typeface="+mn-ea"/>
              </a:rPr>
              <a:t>黄彰任奖学金</a:t>
            </a:r>
            <a:r>
              <a:rPr kumimoji="1" lang="en-US" altLang="zh-CN" b="1" dirty="0">
                <a:solidFill>
                  <a:srgbClr val="103C71"/>
                </a:solidFill>
                <a:latin typeface="微软雅黑" panose="020B0503020204020204" pitchFamily="34" charset="-122"/>
                <a:ea typeface="微软雅黑" panose="020B0503020204020204" pitchFamily="34" charset="-122"/>
                <a:cs typeface="Times New Roman" panose="02020603050405020304" pitchFamily="18" charset="0"/>
                <a:sym typeface="+mn-ea"/>
              </a:rPr>
              <a:t>、校</a:t>
            </a:r>
            <a:r>
              <a:rPr kumimoji="1" lang="zh-CN" altLang="en-US" b="1" dirty="0">
                <a:solidFill>
                  <a:srgbClr val="103C71"/>
                </a:solidFill>
                <a:latin typeface="微软雅黑" panose="020B0503020204020204" pitchFamily="34" charset="-122"/>
                <a:ea typeface="微软雅黑" panose="020B0503020204020204" pitchFamily="34" charset="-122"/>
                <a:cs typeface="Times New Roman" panose="02020603050405020304" pitchFamily="18" charset="0"/>
                <a:sym typeface="+mn-ea"/>
              </a:rPr>
              <a:t>乙</a:t>
            </a:r>
            <a:r>
              <a:rPr kumimoji="1" lang="en-US" altLang="zh-CN" b="1" dirty="0" err="1">
                <a:solidFill>
                  <a:srgbClr val="103C71"/>
                </a:solidFill>
                <a:latin typeface="微软雅黑" panose="020B0503020204020204" pitchFamily="34" charset="-122"/>
                <a:ea typeface="微软雅黑" panose="020B0503020204020204" pitchFamily="34" charset="-122"/>
                <a:cs typeface="Times New Roman" panose="02020603050405020304" pitchFamily="18" charset="0"/>
                <a:sym typeface="+mn-ea"/>
              </a:rPr>
              <a:t>等奖学金、校三好学生</a:t>
            </a:r>
            <a:endParaRPr kumimoji="1" lang="en-US" altLang="zh-CN" b="1" dirty="0">
              <a:solidFill>
                <a:srgbClr val="103C71"/>
              </a:solidFill>
              <a:latin typeface="微软雅黑" panose="020B0503020204020204" pitchFamily="34" charset="-122"/>
              <a:ea typeface="微软雅黑" panose="020B0503020204020204" pitchFamily="34" charset="-122"/>
              <a:cs typeface="Times New Roman" panose="02020603050405020304" pitchFamily="18" charset="0"/>
              <a:sym typeface="+mn-ea"/>
            </a:endParaRPr>
          </a:p>
          <a:p>
            <a:pPr marL="285750" indent="-285750" algn="l">
              <a:lnSpc>
                <a:spcPts val="2220"/>
              </a:lnSpc>
              <a:spcAft>
                <a:spcPts val="0"/>
              </a:spcAft>
              <a:buClrTx/>
              <a:buSzTx/>
              <a:buFont typeface="Wingdings" panose="05000000000000000000" pitchFamily="2" charset="2"/>
              <a:buChar char="Ø"/>
            </a:pPr>
            <a:r>
              <a:rPr kumimoji="1" lang="en-US" altLang="zh-CN" b="1" dirty="0">
                <a:solidFill>
                  <a:srgbClr val="103C71"/>
                </a:solidFill>
                <a:latin typeface="微软雅黑" panose="020B0503020204020204" pitchFamily="34" charset="-122"/>
                <a:ea typeface="微软雅黑" panose="020B0503020204020204" pitchFamily="34" charset="-122"/>
                <a:cs typeface="Times New Roman" panose="02020603050405020304" pitchFamily="18" charset="0"/>
                <a:sym typeface="+mn-ea"/>
              </a:rPr>
              <a:t>2024</a:t>
            </a:r>
            <a:r>
              <a:rPr kumimoji="1" lang="zh-CN" altLang="en-US" b="1" dirty="0">
                <a:solidFill>
                  <a:srgbClr val="103C71"/>
                </a:solidFill>
                <a:latin typeface="微软雅黑" panose="020B0503020204020204" pitchFamily="34" charset="-122"/>
                <a:ea typeface="微软雅黑" panose="020B0503020204020204" pitchFamily="34" charset="-122"/>
                <a:cs typeface="Times New Roman" panose="02020603050405020304" pitchFamily="18" charset="0"/>
                <a:sym typeface="+mn-ea"/>
              </a:rPr>
              <a:t>、</a:t>
            </a:r>
            <a:r>
              <a:rPr kumimoji="1" lang="en-US" altLang="zh-CN" b="1" dirty="0">
                <a:solidFill>
                  <a:srgbClr val="103C71"/>
                </a:solidFill>
                <a:latin typeface="微软雅黑" panose="020B0503020204020204" pitchFamily="34" charset="-122"/>
                <a:ea typeface="微软雅黑" panose="020B0503020204020204" pitchFamily="34" charset="-122"/>
                <a:cs typeface="Times New Roman" panose="02020603050405020304" pitchFamily="18" charset="0"/>
                <a:sym typeface="+mn-ea"/>
              </a:rPr>
              <a:t>2025年度计算机学院社会活动积极分子</a:t>
            </a:r>
          </a:p>
          <a:p>
            <a:pPr marL="285750" indent="-285750" algn="l">
              <a:lnSpc>
                <a:spcPts val="2220"/>
              </a:lnSpc>
              <a:spcAft>
                <a:spcPts val="0"/>
              </a:spcAft>
              <a:buClrTx/>
              <a:buSzTx/>
              <a:buFont typeface="Wingdings" panose="05000000000000000000" pitchFamily="2" charset="2"/>
              <a:buChar char="Ø"/>
            </a:pPr>
            <a:r>
              <a:rPr kumimoji="1" lang="en-US" altLang="zh-CN" b="1" dirty="0">
                <a:solidFill>
                  <a:srgbClr val="103C71"/>
                </a:solidFill>
                <a:latin typeface="微软雅黑" panose="020B0503020204020204" pitchFamily="34" charset="-122"/>
                <a:ea typeface="微软雅黑" panose="020B0503020204020204" pitchFamily="34" charset="-122"/>
                <a:cs typeface="Times New Roman" panose="02020603050405020304" pitchFamily="18" charset="0"/>
                <a:sym typeface="+mn-ea"/>
              </a:rPr>
              <a:t>2025</a:t>
            </a:r>
            <a:r>
              <a:rPr kumimoji="1" lang="zh-CN" altLang="en-US" b="1" dirty="0">
                <a:solidFill>
                  <a:srgbClr val="103C71"/>
                </a:solidFill>
                <a:latin typeface="微软雅黑" panose="020B0503020204020204" pitchFamily="34" charset="-122"/>
                <a:ea typeface="微软雅黑" panose="020B0503020204020204" pitchFamily="34" charset="-122"/>
                <a:cs typeface="Times New Roman" panose="02020603050405020304" pitchFamily="18" charset="0"/>
                <a:sym typeface="+mn-ea"/>
              </a:rPr>
              <a:t>年度校级</a:t>
            </a:r>
            <a:r>
              <a:rPr kumimoji="1" lang="en-US" altLang="zh-CN" b="1" dirty="0" err="1">
                <a:solidFill>
                  <a:srgbClr val="103C71"/>
                </a:solidFill>
                <a:latin typeface="微软雅黑" panose="020B0503020204020204" pitchFamily="34" charset="-122"/>
                <a:ea typeface="微软雅黑" panose="020B0503020204020204" pitchFamily="34" charset="-122"/>
                <a:cs typeface="Times New Roman" panose="02020603050405020304" pitchFamily="18" charset="0"/>
                <a:sym typeface="+mn-ea"/>
              </a:rPr>
              <a:t>优秀</a:t>
            </a:r>
            <a:r>
              <a:rPr kumimoji="1" lang="zh-CN" altLang="en-US" b="1" dirty="0">
                <a:solidFill>
                  <a:srgbClr val="103C71"/>
                </a:solidFill>
                <a:latin typeface="微软雅黑" panose="020B0503020204020204" pitchFamily="34" charset="-122"/>
                <a:ea typeface="微软雅黑" panose="020B0503020204020204" pitchFamily="34" charset="-122"/>
                <a:cs typeface="Times New Roman" panose="02020603050405020304" pitchFamily="18" charset="0"/>
                <a:sym typeface="+mn-ea"/>
              </a:rPr>
              <a:t>学生</a:t>
            </a:r>
            <a:r>
              <a:rPr kumimoji="1" lang="en-US" altLang="zh-CN" b="1" dirty="0" err="1">
                <a:solidFill>
                  <a:srgbClr val="103C71"/>
                </a:solidFill>
                <a:latin typeface="微软雅黑" panose="020B0503020204020204" pitchFamily="34" charset="-122"/>
                <a:ea typeface="微软雅黑" panose="020B0503020204020204" pitchFamily="34" charset="-122"/>
                <a:cs typeface="Times New Roman" panose="02020603050405020304" pitchFamily="18" charset="0"/>
                <a:sym typeface="+mn-ea"/>
              </a:rPr>
              <a:t>干部</a:t>
            </a:r>
            <a:endParaRPr kumimoji="1" lang="en-US" altLang="zh-CN" b="1" dirty="0">
              <a:solidFill>
                <a:srgbClr val="103C71"/>
              </a:solidFill>
              <a:latin typeface="微软雅黑" panose="020B0503020204020204" pitchFamily="34" charset="-122"/>
              <a:ea typeface="微软雅黑" panose="020B0503020204020204" pitchFamily="34" charset="-122"/>
              <a:cs typeface="Times New Roman" panose="02020603050405020304" pitchFamily="18" charset="0"/>
              <a:sym typeface="+mn-ea"/>
            </a:endParaRPr>
          </a:p>
        </p:txBody>
      </p:sp>
      <p:sp>
        <p:nvSpPr>
          <p:cNvPr id="2" name="文本框 1">
            <a:extLst>
              <a:ext uri="{FF2B5EF4-FFF2-40B4-BE49-F238E27FC236}">
                <a16:creationId xmlns:a16="http://schemas.microsoft.com/office/drawing/2014/main" id="{A069BCD2-2429-CB6F-AD06-039FB4F53938}"/>
              </a:ext>
            </a:extLst>
          </p:cNvPr>
          <p:cNvSpPr txBox="1"/>
          <p:nvPr/>
        </p:nvSpPr>
        <p:spPr>
          <a:xfrm>
            <a:off x="232247" y="-104352"/>
            <a:ext cx="9029917" cy="1013804"/>
          </a:xfrm>
          <a:prstGeom prst="rect">
            <a:avLst/>
          </a:prstGeom>
          <a:noFill/>
        </p:spPr>
        <p:txBody>
          <a:bodyPr wrap="square">
            <a:spAutoFit/>
          </a:bodyPr>
          <a:lstStyle/>
          <a:p>
            <a:pPr marL="0" marR="0" lvl="0" indent="0" algn="just" defTabSz="914400" rtl="0" eaLnBrk="1" fontAlgn="auto" latinLnBrk="0" hangingPunct="1">
              <a:lnSpc>
                <a:spcPct val="130000"/>
              </a:lnSpc>
              <a:spcBef>
                <a:spcPts val="0"/>
              </a:spcBef>
              <a:spcAft>
                <a:spcPts val="600"/>
              </a:spcAft>
              <a:buClrTx/>
              <a:buSzTx/>
              <a:buFontTx/>
              <a:buNone/>
              <a:tabLst/>
              <a:defRPr/>
            </a:pPr>
            <a:r>
              <a:rPr kumimoji="1" lang="zh-CN" altLang="en-US" sz="5400" b="0" i="0" u="none" strike="noStrike" kern="1200" cap="none" spc="0" normalizeH="0" baseline="0" noProof="0" dirty="0">
                <a:ln>
                  <a:noFill/>
                </a:ln>
                <a:solidFill>
                  <a:srgbClr val="1E7CB1">
                    <a:lumMod val="75000"/>
                  </a:srgbClr>
                </a:solidFill>
                <a:effectLst/>
                <a:uLnTx/>
                <a:uFillTx/>
                <a:latin typeface="方正舒体" panose="02010601030101010101" pitchFamily="2" charset="-122"/>
                <a:ea typeface="方正舒体" panose="02010601030101010101" pitchFamily="2" charset="-122"/>
                <a:cs typeface="+mn-cs"/>
              </a:rPr>
              <a:t>个人情况介绍</a:t>
            </a:r>
            <a:endParaRPr kumimoji="1" lang="en-US" altLang="zh-CN" sz="5400" b="0" i="0" u="none" strike="noStrike" kern="1200" cap="none" spc="0" normalizeH="0" baseline="0" noProof="0" dirty="0">
              <a:ln>
                <a:noFill/>
              </a:ln>
              <a:solidFill>
                <a:srgbClr val="1E7CB1">
                  <a:lumMod val="75000"/>
                </a:srgbClr>
              </a:solidFill>
              <a:effectLst/>
              <a:uLnTx/>
              <a:uFillTx/>
              <a:latin typeface="方正舒体" panose="02010601030101010101" pitchFamily="2" charset="-122"/>
              <a:ea typeface="方正舒体" panose="02010601030101010101" pitchFamily="2" charset="-122"/>
              <a:cs typeface="+mn-cs"/>
            </a:endParaRPr>
          </a:p>
        </p:txBody>
      </p:sp>
      <p:sp>
        <p:nvSpPr>
          <p:cNvPr id="3" name="圆角矩形 31">
            <a:extLst>
              <a:ext uri="{FF2B5EF4-FFF2-40B4-BE49-F238E27FC236}">
                <a16:creationId xmlns:a16="http://schemas.microsoft.com/office/drawing/2014/main" id="{24FEE16E-95C5-124A-AC59-7711EF527936}"/>
              </a:ext>
            </a:extLst>
          </p:cNvPr>
          <p:cNvSpPr/>
          <p:nvPr>
            <p:custDataLst>
              <p:tags r:id="rId4"/>
            </p:custDataLst>
          </p:nvPr>
        </p:nvSpPr>
        <p:spPr bwMode="auto">
          <a:xfrm>
            <a:off x="935535" y="4163157"/>
            <a:ext cx="1697575" cy="696668"/>
          </a:xfrm>
          <a:prstGeom prst="roundRect">
            <a:avLst/>
          </a:prstGeom>
          <a:solidFill>
            <a:sysClr val="window" lastClr="FFFFFF">
              <a:alpha val="20000"/>
            </a:sysClr>
          </a:solidFill>
          <a:ln w="12700" cap="flat" cmpd="sng" algn="ctr">
            <a:solidFill>
              <a:srgbClr val="FFFFFF">
                <a:lumMod val="50000"/>
              </a:srgbClr>
            </a:solidFill>
            <a:prstDash val="dash"/>
            <a:round/>
            <a:headEnd type="none" w="med" len="med"/>
            <a:tailEnd type="none" w="med" len="med"/>
          </a:ln>
        </p:spPr>
        <p:txBody>
          <a:bodyPr vert="horz" wrap="square" lIns="91440" tIns="45720" rIns="91440" bIns="45720" numCol="1" rtlCol="0" anchor="ctr" anchorCtr="0" compatLnSpc="1"/>
          <a:lstStyle/>
          <a:p>
            <a:pPr marL="0" marR="0" lvl="0" indent="0" algn="ctr" defTabSz="914400" eaLnBrk="1" fontAlgn="auto" latinLnBrk="0" hangingPunct="1">
              <a:lnSpc>
                <a:spcPct val="100000"/>
              </a:lnSpc>
              <a:spcBef>
                <a:spcPts val="0"/>
              </a:spcBef>
              <a:spcAft>
                <a:spcPts val="0"/>
              </a:spcAft>
              <a:buClr>
                <a:srgbClr val="FF9966"/>
              </a:buClr>
              <a:buSzPct val="50000"/>
              <a:buFont typeface="Monotype Sorts" pitchFamily="2" charset="2"/>
              <a:buNone/>
              <a:defRPr/>
            </a:pPr>
            <a:r>
              <a:rPr kumimoji="1" lang="en-US" altLang="zh-CN" b="1" i="0" u="none" strike="noStrike" kern="0" cap="none" spc="0" normalizeH="0" baseline="0" noProof="0" dirty="0">
                <a:ln>
                  <a:noFill/>
                </a:ln>
                <a:solidFill>
                  <a:srgbClr val="103C71"/>
                </a:solidFill>
                <a:effectLst/>
                <a:uLnTx/>
                <a:uFillTx/>
                <a:latin typeface="微软雅黑" panose="020B0503020204020204" pitchFamily="34" charset="-122"/>
                <a:ea typeface="微软雅黑" panose="020B0503020204020204" pitchFamily="34" charset="-122"/>
                <a:cs typeface="Times New Roman" panose="02020603050405020304" pitchFamily="18" charset="0"/>
                <a:sym typeface="+mn-ea"/>
              </a:rPr>
              <a:t>GPA</a:t>
            </a:r>
            <a:r>
              <a:rPr kumimoji="1" lang="zh-CN" altLang="en-US" b="1" i="0" u="none" strike="noStrike" kern="0" cap="none" spc="0" normalizeH="0" baseline="0" noProof="0" dirty="0">
                <a:ln>
                  <a:noFill/>
                </a:ln>
                <a:solidFill>
                  <a:srgbClr val="103C71"/>
                </a:solidFill>
                <a:effectLst/>
                <a:uLnTx/>
                <a:uFillTx/>
                <a:latin typeface="微软雅黑" panose="020B0503020204020204" pitchFamily="34" charset="-122"/>
                <a:ea typeface="微软雅黑" panose="020B0503020204020204" pitchFamily="34" charset="-122"/>
                <a:cs typeface="Times New Roman" panose="02020603050405020304" pitchFamily="18" charset="0"/>
                <a:sym typeface="+mn-ea"/>
              </a:rPr>
              <a:t>：</a:t>
            </a:r>
            <a:r>
              <a:rPr kumimoji="1" lang="en-US" altLang="zh-CN" b="1" i="0" u="none" strike="noStrike" kern="0" cap="none" spc="0" normalizeH="0" baseline="0" noProof="0" dirty="0">
                <a:ln>
                  <a:noFill/>
                </a:ln>
                <a:solidFill>
                  <a:srgbClr val="103C71"/>
                </a:solidFill>
                <a:effectLst/>
                <a:uLnTx/>
                <a:uFillTx/>
                <a:latin typeface="微软雅黑" panose="020B0503020204020204" pitchFamily="34" charset="-122"/>
                <a:ea typeface="微软雅黑" panose="020B0503020204020204" pitchFamily="34" charset="-122"/>
                <a:cs typeface="Times New Roman" panose="02020603050405020304" pitchFamily="18" charset="0"/>
                <a:sym typeface="+mn-ea"/>
              </a:rPr>
              <a:t>3.91</a:t>
            </a:r>
          </a:p>
          <a:p>
            <a:pPr marL="0" marR="0" lvl="0" indent="0" algn="ctr" defTabSz="914400" eaLnBrk="1" fontAlgn="auto" latinLnBrk="0" hangingPunct="1">
              <a:lnSpc>
                <a:spcPct val="100000"/>
              </a:lnSpc>
              <a:spcBef>
                <a:spcPts val="0"/>
              </a:spcBef>
              <a:spcAft>
                <a:spcPts val="0"/>
              </a:spcAft>
              <a:buClr>
                <a:srgbClr val="FF9966"/>
              </a:buClr>
              <a:buSzPct val="50000"/>
              <a:buFont typeface="Monotype Sorts" pitchFamily="2" charset="2"/>
              <a:buNone/>
              <a:defRPr/>
            </a:pPr>
            <a:r>
              <a:rPr kumimoji="1" lang="en-US" altLang="zh-CN" b="1" kern="0" dirty="0">
                <a:solidFill>
                  <a:srgbClr val="103C71"/>
                </a:solidFill>
                <a:latin typeface="微软雅黑" panose="020B0503020204020204" pitchFamily="34" charset="-122"/>
                <a:ea typeface="微软雅黑" panose="020B0503020204020204" pitchFamily="34" charset="-122"/>
                <a:cs typeface="Times New Roman" panose="02020603050405020304" pitchFamily="18" charset="0"/>
                <a:sym typeface="+mn-ea"/>
              </a:rPr>
              <a:t>Top 4.089%</a:t>
            </a:r>
            <a:endParaRPr kumimoji="1" lang="zh-CN" altLang="en-US" b="1" i="0" u="none" strike="noStrike" kern="0" cap="none" spc="0" normalizeH="0" baseline="0" noProof="0" dirty="0">
              <a:ln>
                <a:noFill/>
              </a:ln>
              <a:solidFill>
                <a:srgbClr val="103C71"/>
              </a:solidFill>
              <a:effectLst/>
              <a:uLnTx/>
              <a:uFillTx/>
              <a:latin typeface="微软雅黑" panose="020B0503020204020204" pitchFamily="34" charset="-122"/>
              <a:ea typeface="微软雅黑" panose="020B0503020204020204" pitchFamily="34" charset="-122"/>
              <a:cs typeface="Times New Roman" panose="02020603050405020304" pitchFamily="18" charset="0"/>
              <a:sym typeface="+mn-ea"/>
            </a:endParaRPr>
          </a:p>
        </p:txBody>
      </p:sp>
      <p:sp>
        <p:nvSpPr>
          <p:cNvPr id="12" name="圆角矩形 31">
            <a:extLst>
              <a:ext uri="{FF2B5EF4-FFF2-40B4-BE49-F238E27FC236}">
                <a16:creationId xmlns:a16="http://schemas.microsoft.com/office/drawing/2014/main" id="{2FEB8809-0EEB-2944-2D26-25478B6802ED}"/>
              </a:ext>
            </a:extLst>
          </p:cNvPr>
          <p:cNvSpPr/>
          <p:nvPr>
            <p:custDataLst>
              <p:tags r:id="rId5"/>
            </p:custDataLst>
          </p:nvPr>
        </p:nvSpPr>
        <p:spPr bwMode="auto">
          <a:xfrm>
            <a:off x="935535" y="5036377"/>
            <a:ext cx="1697575" cy="696668"/>
          </a:xfrm>
          <a:prstGeom prst="roundRect">
            <a:avLst/>
          </a:prstGeom>
          <a:solidFill>
            <a:sysClr val="window" lastClr="FFFFFF">
              <a:alpha val="20000"/>
            </a:sysClr>
          </a:solidFill>
          <a:ln w="12700" cap="flat" cmpd="sng" algn="ctr">
            <a:solidFill>
              <a:srgbClr val="FFFFFF">
                <a:lumMod val="50000"/>
              </a:srgbClr>
            </a:solidFill>
            <a:prstDash val="dash"/>
            <a:round/>
            <a:headEnd type="none" w="med" len="med"/>
            <a:tailEnd type="none" w="med" len="med"/>
          </a:ln>
        </p:spPr>
        <p:txBody>
          <a:bodyPr vert="horz" wrap="square" lIns="91440" tIns="45720" rIns="91440" bIns="45720" numCol="1" rtlCol="0" anchor="ctr" anchorCtr="0" compatLnSpc="1"/>
          <a:lstStyle/>
          <a:p>
            <a:pPr marL="0" marR="0" lvl="0" indent="0" algn="ctr" defTabSz="914400" eaLnBrk="1" fontAlgn="auto" latinLnBrk="0" hangingPunct="1">
              <a:lnSpc>
                <a:spcPct val="100000"/>
              </a:lnSpc>
              <a:spcBef>
                <a:spcPts val="0"/>
              </a:spcBef>
              <a:spcAft>
                <a:spcPts val="0"/>
              </a:spcAft>
              <a:buClr>
                <a:srgbClr val="FF9966"/>
              </a:buClr>
              <a:buSzPct val="50000"/>
              <a:buFont typeface="Monotype Sorts" pitchFamily="2" charset="2"/>
              <a:buNone/>
              <a:defRPr/>
            </a:pPr>
            <a:r>
              <a:rPr kumimoji="1" lang="en-US" altLang="zh-CN" b="1" i="0" u="none" strike="noStrike" kern="0" cap="none" spc="0" normalizeH="0" baseline="0" noProof="0" dirty="0">
                <a:ln>
                  <a:noFill/>
                </a:ln>
                <a:solidFill>
                  <a:srgbClr val="103C71"/>
                </a:solidFill>
                <a:effectLst/>
                <a:uLnTx/>
                <a:uFillTx/>
                <a:latin typeface="微软雅黑" panose="020B0503020204020204" pitchFamily="34" charset="-122"/>
                <a:ea typeface="微软雅黑" panose="020B0503020204020204" pitchFamily="34" charset="-122"/>
                <a:cs typeface="Times New Roman" panose="02020603050405020304" pitchFamily="18" charset="0"/>
                <a:sym typeface="+mn-ea"/>
              </a:rPr>
              <a:t>CET-6</a:t>
            </a:r>
            <a:r>
              <a:rPr kumimoji="1" lang="zh-CN" altLang="en-US" b="1" i="0" u="none" strike="noStrike" kern="0" cap="none" spc="0" normalizeH="0" baseline="0" noProof="0" dirty="0">
                <a:ln>
                  <a:noFill/>
                </a:ln>
                <a:solidFill>
                  <a:srgbClr val="103C71"/>
                </a:solidFill>
                <a:effectLst/>
                <a:uLnTx/>
                <a:uFillTx/>
                <a:latin typeface="微软雅黑" panose="020B0503020204020204" pitchFamily="34" charset="-122"/>
                <a:ea typeface="微软雅黑" panose="020B0503020204020204" pitchFamily="34" charset="-122"/>
                <a:cs typeface="Times New Roman" panose="02020603050405020304" pitchFamily="18" charset="0"/>
                <a:sym typeface="+mn-ea"/>
              </a:rPr>
              <a:t>：</a:t>
            </a:r>
            <a:r>
              <a:rPr kumimoji="1" lang="en-US" altLang="zh-CN" b="1" i="0" u="none" strike="noStrike" kern="0" cap="none" spc="0" normalizeH="0" baseline="0" noProof="0" dirty="0">
                <a:ln>
                  <a:noFill/>
                </a:ln>
                <a:solidFill>
                  <a:srgbClr val="103C71"/>
                </a:solidFill>
                <a:effectLst/>
                <a:uLnTx/>
                <a:uFillTx/>
                <a:latin typeface="微软雅黑" panose="020B0503020204020204" pitchFamily="34" charset="-122"/>
                <a:ea typeface="微软雅黑" panose="020B0503020204020204" pitchFamily="34" charset="-122"/>
                <a:cs typeface="Times New Roman" panose="02020603050405020304" pitchFamily="18" charset="0"/>
                <a:sym typeface="+mn-ea"/>
              </a:rPr>
              <a:t>597</a:t>
            </a:r>
          </a:p>
          <a:p>
            <a:pPr marL="0" marR="0" lvl="0" indent="0" algn="ctr" defTabSz="914400" eaLnBrk="1" fontAlgn="auto" latinLnBrk="0" hangingPunct="1">
              <a:lnSpc>
                <a:spcPct val="100000"/>
              </a:lnSpc>
              <a:spcBef>
                <a:spcPts val="0"/>
              </a:spcBef>
              <a:spcAft>
                <a:spcPts val="0"/>
              </a:spcAft>
              <a:buClr>
                <a:srgbClr val="FF9966"/>
              </a:buClr>
              <a:buSzPct val="50000"/>
              <a:buFont typeface="Monotype Sorts" pitchFamily="2" charset="2"/>
              <a:buNone/>
              <a:defRPr/>
            </a:pPr>
            <a:r>
              <a:rPr kumimoji="1" lang="en-US" altLang="zh-CN" b="1" kern="0" dirty="0">
                <a:solidFill>
                  <a:srgbClr val="103C71"/>
                </a:solidFill>
                <a:latin typeface="微软雅黑" panose="020B0503020204020204" pitchFamily="34" charset="-122"/>
                <a:ea typeface="微软雅黑" panose="020B0503020204020204" pitchFamily="34" charset="-122"/>
                <a:cs typeface="Times New Roman" panose="02020603050405020304" pitchFamily="18" charset="0"/>
                <a:sym typeface="+mn-ea"/>
              </a:rPr>
              <a:t>CET-4</a:t>
            </a:r>
            <a:r>
              <a:rPr kumimoji="1" lang="zh-CN" altLang="en-US" b="1" kern="0" dirty="0">
                <a:solidFill>
                  <a:srgbClr val="103C71"/>
                </a:solidFill>
                <a:latin typeface="微软雅黑" panose="020B0503020204020204" pitchFamily="34" charset="-122"/>
                <a:ea typeface="微软雅黑" panose="020B0503020204020204" pitchFamily="34" charset="-122"/>
                <a:cs typeface="Times New Roman" panose="02020603050405020304" pitchFamily="18" charset="0"/>
                <a:sym typeface="+mn-ea"/>
              </a:rPr>
              <a:t>：</a:t>
            </a:r>
            <a:r>
              <a:rPr kumimoji="1" lang="en-US" altLang="zh-CN" b="1" kern="0" dirty="0">
                <a:solidFill>
                  <a:srgbClr val="103C71"/>
                </a:solidFill>
                <a:latin typeface="微软雅黑" panose="020B0503020204020204" pitchFamily="34" charset="-122"/>
                <a:ea typeface="微软雅黑" panose="020B0503020204020204" pitchFamily="34" charset="-122"/>
                <a:cs typeface="Times New Roman" panose="02020603050405020304" pitchFamily="18" charset="0"/>
                <a:sym typeface="+mn-ea"/>
              </a:rPr>
              <a:t>645</a:t>
            </a:r>
            <a:endParaRPr kumimoji="1" lang="zh-CN" altLang="en-US" b="1" i="0" u="none" strike="noStrike" kern="0" cap="none" spc="0" normalizeH="0" baseline="0" noProof="0" dirty="0">
              <a:ln>
                <a:noFill/>
              </a:ln>
              <a:solidFill>
                <a:srgbClr val="103C71"/>
              </a:solidFill>
              <a:effectLst/>
              <a:uLnTx/>
              <a:uFillTx/>
              <a:latin typeface="微软雅黑" panose="020B0503020204020204" pitchFamily="34" charset="-122"/>
              <a:ea typeface="微软雅黑" panose="020B0503020204020204" pitchFamily="34" charset="-122"/>
              <a:cs typeface="Times New Roman" panose="02020603050405020304" pitchFamily="18" charset="0"/>
              <a:sym typeface="+mn-ea"/>
            </a:endParaRPr>
          </a:p>
        </p:txBody>
      </p:sp>
      <p:pic>
        <p:nvPicPr>
          <p:cNvPr id="14" name="图片 13">
            <a:extLst>
              <a:ext uri="{FF2B5EF4-FFF2-40B4-BE49-F238E27FC236}">
                <a16:creationId xmlns:a16="http://schemas.microsoft.com/office/drawing/2014/main" id="{5F32584F-8EDD-10C5-0D54-B9D0FDCD3639}"/>
              </a:ext>
            </a:extLst>
          </p:cNvPr>
          <p:cNvPicPr>
            <a:picLocks noChangeAspect="1"/>
          </p:cNvPicPr>
          <p:nvPr/>
        </p:nvPicPr>
        <p:blipFill>
          <a:blip r:embed="rId9">
            <a:extLst>
              <a:ext uri="{28A0092B-C50C-407E-A947-70E740481C1C}">
                <a14:useLocalDpi xmlns:a14="http://schemas.microsoft.com/office/drawing/2010/main" val="0"/>
              </a:ext>
            </a:extLst>
          </a:blip>
          <a:srcRect l="21939" t="5877" r="22659" b="15728"/>
          <a:stretch>
            <a:fillRect/>
          </a:stretch>
        </p:blipFill>
        <p:spPr>
          <a:xfrm>
            <a:off x="1025343" y="1712274"/>
            <a:ext cx="1461407" cy="2067893"/>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72780246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a:extLst>
              <a:ext uri="{FF2B5EF4-FFF2-40B4-BE49-F238E27FC236}">
                <a16:creationId xmlns:a16="http://schemas.microsoft.com/office/drawing/2014/main" id="{772B45AB-F23F-C8D6-E4EA-849F06818273}"/>
              </a:ext>
            </a:extLst>
          </p:cNvPr>
          <p:cNvPicPr>
            <a:picLocks noChangeAspect="1"/>
          </p:cNvPicPr>
          <p:nvPr/>
        </p:nvPicPr>
        <p:blipFill>
          <a:blip r:embed="rId2" cstate="print">
            <a:alphaModFix amt="5000"/>
            <a:extLst>
              <a:ext uri="{28A0092B-C50C-407E-A947-70E740481C1C}">
                <a14:useLocalDpi xmlns:a14="http://schemas.microsoft.com/office/drawing/2010/main" val="0"/>
              </a:ext>
            </a:extLst>
          </a:blip>
          <a:stretch>
            <a:fillRect/>
          </a:stretch>
        </p:blipFill>
        <p:spPr>
          <a:xfrm>
            <a:off x="2178752" y="681638"/>
            <a:ext cx="8430652" cy="5635272"/>
          </a:xfrm>
          <a:prstGeom prst="rect">
            <a:avLst/>
          </a:prstGeom>
        </p:spPr>
      </p:pic>
      <p:pic>
        <p:nvPicPr>
          <p:cNvPr id="3" name="图片 2">
            <a:extLst>
              <a:ext uri="{FF2B5EF4-FFF2-40B4-BE49-F238E27FC236}">
                <a16:creationId xmlns:a16="http://schemas.microsoft.com/office/drawing/2014/main" id="{3A7764B7-37BD-695A-32EA-C20D61F16FBD}"/>
              </a:ext>
            </a:extLst>
          </p:cNvPr>
          <p:cNvPicPr>
            <a:picLocks noChangeAspect="1"/>
          </p:cNvPicPr>
          <p:nvPr/>
        </p:nvPicPr>
        <p:blipFill>
          <a:blip r:embed="rId3" cstate="print">
            <a:alphaModFix amt="5000"/>
            <a:extLst>
              <a:ext uri="{28A0092B-C50C-407E-A947-70E740481C1C}">
                <a14:useLocalDpi xmlns:a14="http://schemas.microsoft.com/office/drawing/2010/main" val="0"/>
              </a:ext>
            </a:extLst>
          </a:blip>
          <a:stretch>
            <a:fillRect/>
          </a:stretch>
        </p:blipFill>
        <p:spPr>
          <a:xfrm rot="10800000">
            <a:off x="-3355854" y="0"/>
            <a:ext cx="6711710" cy="6858000"/>
          </a:xfrm>
          <a:prstGeom prst="rect">
            <a:avLst/>
          </a:prstGeom>
        </p:spPr>
      </p:pic>
      <p:pic>
        <p:nvPicPr>
          <p:cNvPr id="6" name="图片 5">
            <a:extLst>
              <a:ext uri="{FF2B5EF4-FFF2-40B4-BE49-F238E27FC236}">
                <a16:creationId xmlns:a16="http://schemas.microsoft.com/office/drawing/2014/main" id="{8A00BFD9-C574-7127-0C04-145E915F20AF}"/>
              </a:ext>
            </a:extLst>
          </p:cNvPr>
          <p:cNvPicPr>
            <a:picLocks noChangeAspect="1"/>
          </p:cNvPicPr>
          <p:nvPr/>
        </p:nvPicPr>
        <p:blipFill>
          <a:blip r:embed="rId4" cstate="print">
            <a:alphaModFix amt="5000"/>
            <a:extLst>
              <a:ext uri="{BEBA8EAE-BF5A-486C-A8C5-ECC9F3942E4B}">
                <a14:imgProps xmlns:a14="http://schemas.microsoft.com/office/drawing/2010/main">
                  <a14:imgLayer r:embed="rId5">
                    <a14:imgEffect>
                      <a14:artisticMarker/>
                    </a14:imgEffect>
                  </a14:imgLayer>
                </a14:imgProps>
              </a:ext>
              <a:ext uri="{28A0092B-C50C-407E-A947-70E740481C1C}">
                <a14:useLocalDpi xmlns:a14="http://schemas.microsoft.com/office/drawing/2010/main" val="0"/>
              </a:ext>
            </a:extLst>
          </a:blip>
          <a:stretch>
            <a:fillRect/>
          </a:stretch>
        </p:blipFill>
        <p:spPr>
          <a:xfrm>
            <a:off x="8836145" y="0"/>
            <a:ext cx="6711710" cy="6858000"/>
          </a:xfrm>
          <a:prstGeom prst="rect">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pic>
      <p:sp>
        <p:nvSpPr>
          <p:cNvPr id="7" name="文本框 6">
            <a:extLst>
              <a:ext uri="{FF2B5EF4-FFF2-40B4-BE49-F238E27FC236}">
                <a16:creationId xmlns:a16="http://schemas.microsoft.com/office/drawing/2014/main" id="{992D30A2-17D1-9CBD-690E-37FC05BC7773}"/>
              </a:ext>
            </a:extLst>
          </p:cNvPr>
          <p:cNvSpPr txBox="1"/>
          <p:nvPr/>
        </p:nvSpPr>
        <p:spPr>
          <a:xfrm>
            <a:off x="4695991" y="1274228"/>
            <a:ext cx="2615460" cy="2646878"/>
          </a:xfrm>
          <a:prstGeom prst="rect">
            <a:avLst/>
          </a:prstGeom>
          <a:noFill/>
        </p:spPr>
        <p:txBody>
          <a:bodyPr wrap="none" l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zh-CN" sz="16600" b="1" i="0" u="none" strike="noStrike" kern="1200" cap="none" spc="0" normalizeH="0" baseline="0" noProof="0" dirty="0">
                <a:ln>
                  <a:noFill/>
                </a:ln>
                <a:gradFill>
                  <a:gsLst>
                    <a:gs pos="0">
                      <a:srgbClr val="FC5960">
                        <a:lumMod val="60000"/>
                        <a:lumOff val="40000"/>
                      </a:srgbClr>
                    </a:gs>
                    <a:gs pos="100000">
                      <a:srgbClr val="FC5960">
                        <a:lumMod val="20000"/>
                        <a:lumOff val="80000"/>
                        <a:alpha val="0"/>
                      </a:srgbClr>
                    </a:gs>
                  </a:gsLst>
                  <a:lin ang="5400000" scaled="1"/>
                </a:gradFill>
                <a:effectLst/>
                <a:uLnTx/>
                <a:uFillTx/>
                <a:latin typeface="Cambria" panose="02040503050406030204" pitchFamily="18" charset="0"/>
                <a:ea typeface="Cambria" panose="02040503050406030204" pitchFamily="18" charset="0"/>
              </a:rPr>
              <a:t>01</a:t>
            </a:r>
            <a:endParaRPr kumimoji="1" lang="zh-CN" altLang="en-US" sz="16600" b="1" i="0" u="none" strike="noStrike" kern="1200" cap="none" spc="0" normalizeH="0" baseline="0" noProof="0" dirty="0">
              <a:ln>
                <a:noFill/>
              </a:ln>
              <a:gradFill>
                <a:gsLst>
                  <a:gs pos="0">
                    <a:srgbClr val="FC5960">
                      <a:lumMod val="60000"/>
                      <a:lumOff val="40000"/>
                    </a:srgbClr>
                  </a:gs>
                  <a:gs pos="100000">
                    <a:srgbClr val="FC5960">
                      <a:lumMod val="20000"/>
                      <a:lumOff val="80000"/>
                      <a:alpha val="0"/>
                    </a:srgbClr>
                  </a:gs>
                </a:gsLst>
                <a:lin ang="5400000" scaled="1"/>
              </a:gradFill>
              <a:effectLst/>
              <a:uLnTx/>
              <a:uFillTx/>
              <a:latin typeface="Cambria" panose="02040503050406030204" pitchFamily="18" charset="0"/>
              <a:ea typeface="华文中宋" panose="02010600040101010101" pitchFamily="2" charset="-122"/>
            </a:endParaRPr>
          </a:p>
        </p:txBody>
      </p:sp>
      <p:sp>
        <p:nvSpPr>
          <p:cNvPr id="8" name="文本占位符 39">
            <a:extLst>
              <a:ext uri="{FF2B5EF4-FFF2-40B4-BE49-F238E27FC236}">
                <a16:creationId xmlns:a16="http://schemas.microsoft.com/office/drawing/2014/main" id="{443F6625-FD30-FA36-9418-68CFA9103C05}"/>
              </a:ext>
            </a:extLst>
          </p:cNvPr>
          <p:cNvSpPr txBox="1"/>
          <p:nvPr/>
        </p:nvSpPr>
        <p:spPr>
          <a:xfrm>
            <a:off x="2293796" y="2223894"/>
            <a:ext cx="7604410" cy="1697212"/>
          </a:xfrm>
          <a:prstGeom prst="rect">
            <a:avLst/>
          </a:prstGeom>
        </p:spPr>
        <p:txBody>
          <a:bodyPr lIns="0" tIns="0" rIns="0" bIns="0" anchor="ctr" anchorCtr="0">
            <a:normAutofit fontScale="850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zh-CN" altLang="en-US" sz="4300" i="0" u="none" strike="noStrike" kern="1200" cap="none" spc="0" normalizeH="0" baseline="0" noProof="0" dirty="0">
                <a:ln>
                  <a:noFill/>
                </a:ln>
                <a:solidFill>
                  <a:schemeClr val="accent5">
                    <a:lumMod val="60000"/>
                    <a:lumOff val="40000"/>
                  </a:schemeClr>
                </a:solidFill>
                <a:effectLst/>
                <a:uLnTx/>
                <a:uFillTx/>
                <a:latin typeface="华文中宋" panose="02010600040101010101" pitchFamily="2" charset="-122"/>
                <a:ea typeface="华文中宋" panose="02010600040101010101" pitchFamily="2" charset="-122"/>
                <a:cs typeface="+mn-cs"/>
              </a:rPr>
              <a:t>成果一：</a:t>
            </a:r>
            <a:endParaRPr kumimoji="0" lang="en-US" altLang="zh-CN" sz="4300" i="0" u="none" strike="noStrike" kern="1200" cap="none" spc="0" normalizeH="0" baseline="0" noProof="0" dirty="0">
              <a:ln>
                <a:noFill/>
              </a:ln>
              <a:solidFill>
                <a:schemeClr val="accent5">
                  <a:lumMod val="60000"/>
                  <a:lumOff val="40000"/>
                </a:schemeClr>
              </a:solidFill>
              <a:effectLst/>
              <a:uLnTx/>
              <a:uFillTx/>
              <a:latin typeface="华文中宋" panose="02010600040101010101" pitchFamily="2" charset="-122"/>
              <a:ea typeface="华文中宋" panose="02010600040101010101" pitchFamily="2" charset="-122"/>
              <a:cs typeface="+mn-cs"/>
            </a:endParaRPr>
          </a:p>
          <a:p>
            <a:pPr marL="0" marR="0" lvl="0" indent="0" algn="dist"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zh-CN" altLang="en-US" sz="6400" b="1" dirty="0">
                <a:solidFill>
                  <a:srgbClr val="013785"/>
                </a:solidFill>
                <a:latin typeface="华文中宋" panose="02010600040101010101" pitchFamily="2" charset="-122"/>
                <a:ea typeface="华文中宋" panose="02010600040101010101" pitchFamily="2" charset="-122"/>
              </a:rPr>
              <a:t>操作系统内核设计与实现</a:t>
            </a:r>
          </a:p>
        </p:txBody>
      </p:sp>
      <p:sp>
        <p:nvSpPr>
          <p:cNvPr id="9" name="文本框 8">
            <a:extLst>
              <a:ext uri="{FF2B5EF4-FFF2-40B4-BE49-F238E27FC236}">
                <a16:creationId xmlns:a16="http://schemas.microsoft.com/office/drawing/2014/main" id="{BDCADD63-3226-8982-6180-2AE720986D6C}"/>
              </a:ext>
            </a:extLst>
          </p:cNvPr>
          <p:cNvSpPr txBox="1"/>
          <p:nvPr/>
        </p:nvSpPr>
        <p:spPr>
          <a:xfrm>
            <a:off x="2800040" y="3921106"/>
            <a:ext cx="6591920" cy="424391"/>
          </a:xfrm>
          <a:prstGeom prst="rect">
            <a:avLst/>
          </a:prstGeom>
          <a:noFill/>
        </p:spPr>
        <p:txBody>
          <a:bodyPr wrap="square" lIns="0" tIns="0" rIns="0" bIns="0" rtlCol="0" anchor="ctr" anchorCtr="0">
            <a:normAutofit fontScale="92500" lnSpcReduction="10000"/>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3200" b="0" i="0" u="none" strike="noStrike" kern="1200" cap="none" spc="0" normalizeH="0" baseline="0" noProof="0" dirty="0">
                <a:ln>
                  <a:noFill/>
                </a:ln>
                <a:solidFill>
                  <a:srgbClr val="FFFFFF">
                    <a:lumMod val="65000"/>
                  </a:srgbClr>
                </a:solidFill>
                <a:effectLst/>
                <a:uLnTx/>
                <a:uFillTx/>
                <a:latin typeface="Century Gothic" panose="020B0502020202020204" pitchFamily="34" charset="0"/>
                <a:ea typeface="华文中宋" panose="02010600040101010101" pitchFamily="2" charset="-122"/>
              </a:rPr>
              <a:t>Operating System Architecture</a:t>
            </a:r>
          </a:p>
        </p:txBody>
      </p:sp>
    </p:spTree>
    <p:extLst>
      <p:ext uri="{BB962C8B-B14F-4D97-AF65-F5344CB8AC3E}">
        <p14:creationId xmlns:p14="http://schemas.microsoft.com/office/powerpoint/2010/main" val="329981268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a:extLst>
              <a:ext uri="{FF2B5EF4-FFF2-40B4-BE49-F238E27FC236}">
                <a16:creationId xmlns:a16="http://schemas.microsoft.com/office/drawing/2014/main" id="{DFDAC93F-233B-AE33-8309-0A288DA36CCB}"/>
              </a:ext>
            </a:extLst>
          </p:cNvPr>
          <p:cNvPicPr>
            <a:picLocks noChangeAspect="1"/>
          </p:cNvPicPr>
          <p:nvPr/>
        </p:nvPicPr>
        <p:blipFill>
          <a:blip r:embed="rId3" cstate="print">
            <a:alphaModFix amt="5000"/>
            <a:extLst>
              <a:ext uri="{28A0092B-C50C-407E-A947-70E740481C1C}">
                <a14:useLocalDpi xmlns:a14="http://schemas.microsoft.com/office/drawing/2010/main" val="0"/>
              </a:ext>
            </a:extLst>
          </a:blip>
          <a:stretch>
            <a:fillRect/>
          </a:stretch>
        </p:blipFill>
        <p:spPr>
          <a:xfrm>
            <a:off x="2740145" y="0"/>
            <a:ext cx="6711710" cy="6858000"/>
          </a:xfrm>
          <a:prstGeom prst="rect">
            <a:avLst/>
          </a:prstGeom>
        </p:spPr>
      </p:pic>
      <p:sp>
        <p:nvSpPr>
          <p:cNvPr id="7" name="文本框 6"/>
          <p:cNvSpPr txBox="1"/>
          <p:nvPr/>
        </p:nvSpPr>
        <p:spPr>
          <a:xfrm>
            <a:off x="7709122" y="1057061"/>
            <a:ext cx="4482878" cy="5605976"/>
          </a:xfrm>
          <a:prstGeom prst="rect">
            <a:avLst/>
          </a:prstGeom>
          <a:noFill/>
        </p:spPr>
        <p:txBody>
          <a:bodyPr wrap="square" lIns="180000" tIns="180000" rIns="180000" bIns="180000" rtlCol="0">
            <a:spAutoFit/>
          </a:bodyPr>
          <a:lstStyle/>
          <a:p>
            <a:pPr marL="0" marR="0" lvl="0" indent="0" algn="just" defTabSz="914400" rtl="0" eaLnBrk="1" fontAlgn="auto" latinLnBrk="0" hangingPunct="1">
              <a:lnSpc>
                <a:spcPts val="1200"/>
              </a:lnSpc>
              <a:spcBef>
                <a:spcPts val="0"/>
              </a:spcBef>
              <a:spcAft>
                <a:spcPts val="600"/>
              </a:spcAft>
              <a:buClrTx/>
              <a:buSzTx/>
              <a:buFontTx/>
              <a:buNone/>
              <a:tabLst/>
              <a:defRPr/>
            </a:pPr>
            <a:r>
              <a:rPr kumimoji="1" lang="zh-CN" altLang="en-US"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 </a:t>
            </a:r>
            <a:r>
              <a:rPr kumimoji="1" lang="en-US" altLang="zh-CN"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kernel                        //</a:t>
            </a:r>
            <a:r>
              <a:rPr kumimoji="1" lang="zh-CN" altLang="en-US"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内核文件</a:t>
            </a:r>
          </a:p>
          <a:p>
            <a:pPr marL="0" marR="0" lvl="0" indent="0" algn="just" defTabSz="914400" rtl="0" eaLnBrk="1" fontAlgn="auto" latinLnBrk="0" hangingPunct="1">
              <a:lnSpc>
                <a:spcPts val="1200"/>
              </a:lnSpc>
              <a:spcBef>
                <a:spcPts val="0"/>
              </a:spcBef>
              <a:spcAft>
                <a:spcPts val="600"/>
              </a:spcAft>
              <a:buClrTx/>
              <a:buSzTx/>
              <a:buFontTx/>
              <a:buNone/>
              <a:tabLst/>
              <a:defRPr/>
            </a:pPr>
            <a:r>
              <a:rPr kumimoji="1" lang="zh-CN" altLang="en-US"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   ├── </a:t>
            </a:r>
            <a:r>
              <a:rPr kumimoji="1" lang="en-US" altLang="zh-CN"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boot                     //</a:t>
            </a:r>
            <a:r>
              <a:rPr kumimoji="1" lang="zh-CN" altLang="en-US"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内核入口以及主函数</a:t>
            </a:r>
          </a:p>
          <a:p>
            <a:pPr marL="0" marR="0" lvl="0" indent="0" algn="just" defTabSz="914400" rtl="0" eaLnBrk="1" fontAlgn="auto" latinLnBrk="0" hangingPunct="1">
              <a:lnSpc>
                <a:spcPts val="1200"/>
              </a:lnSpc>
              <a:spcBef>
                <a:spcPts val="0"/>
              </a:spcBef>
              <a:spcAft>
                <a:spcPts val="600"/>
              </a:spcAft>
              <a:buClrTx/>
              <a:buSzTx/>
              <a:buFontTx/>
              <a:buNone/>
              <a:tabLst/>
              <a:defRPr/>
            </a:pPr>
            <a:r>
              <a:rPr kumimoji="1" lang="zh-CN" altLang="en-US"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   ├── </a:t>
            </a:r>
            <a:r>
              <a:rPr kumimoji="1" lang="en-US" altLang="zh-CN" sz="1200" b="0" i="0" u="none" strike="noStrike" kern="1200" cap="none" spc="0" normalizeH="0" baseline="0" noProof="0" dirty="0" err="1">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devs</a:t>
            </a:r>
            <a:r>
              <a:rPr kumimoji="1" lang="en-US" altLang="zh-CN"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                     //</a:t>
            </a:r>
            <a:r>
              <a:rPr kumimoji="1" lang="zh-CN" altLang="en-US"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设备驱动</a:t>
            </a:r>
          </a:p>
          <a:p>
            <a:pPr marL="0" marR="0" lvl="0" indent="0" algn="just" defTabSz="914400" rtl="0" eaLnBrk="1" fontAlgn="auto" latinLnBrk="0" hangingPunct="1">
              <a:lnSpc>
                <a:spcPts val="1200"/>
              </a:lnSpc>
              <a:spcBef>
                <a:spcPts val="0"/>
              </a:spcBef>
              <a:spcAft>
                <a:spcPts val="600"/>
              </a:spcAft>
              <a:buClrTx/>
              <a:buSzTx/>
              <a:buFontTx/>
              <a:buNone/>
              <a:tabLst/>
              <a:defRPr/>
            </a:pPr>
            <a:r>
              <a:rPr kumimoji="1" lang="zh-CN" altLang="en-US"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   ├── </a:t>
            </a:r>
            <a:r>
              <a:rPr kumimoji="1" lang="en-US" altLang="zh-CN"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fs                         //</a:t>
            </a:r>
            <a:r>
              <a:rPr kumimoji="1" lang="zh-CN" altLang="en-US"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文件系统</a:t>
            </a:r>
          </a:p>
          <a:p>
            <a:pPr marL="0" marR="0" lvl="0" indent="0" algn="just" defTabSz="914400" rtl="0" eaLnBrk="1" fontAlgn="auto" latinLnBrk="0" hangingPunct="1">
              <a:lnSpc>
                <a:spcPts val="1200"/>
              </a:lnSpc>
              <a:spcBef>
                <a:spcPts val="0"/>
              </a:spcBef>
              <a:spcAft>
                <a:spcPts val="600"/>
              </a:spcAft>
              <a:buClrTx/>
              <a:buSzTx/>
              <a:buFontTx/>
              <a:buNone/>
              <a:tabLst/>
              <a:defRPr/>
            </a:pPr>
            <a:r>
              <a:rPr kumimoji="1" lang="zh-CN" altLang="en-US"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   │   ├── </a:t>
            </a:r>
            <a:r>
              <a:rPr kumimoji="1" lang="en-US" altLang="zh-CN"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drivers           //</a:t>
            </a:r>
            <a:r>
              <a:rPr kumimoji="1" lang="zh-CN" altLang="en-US"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硬盘驱动</a:t>
            </a:r>
          </a:p>
          <a:p>
            <a:pPr marL="0" marR="0" lvl="0" indent="0" algn="just" defTabSz="914400" rtl="0" eaLnBrk="1" fontAlgn="auto" latinLnBrk="0" hangingPunct="1">
              <a:lnSpc>
                <a:spcPts val="1200"/>
              </a:lnSpc>
              <a:spcBef>
                <a:spcPts val="0"/>
              </a:spcBef>
              <a:spcAft>
                <a:spcPts val="600"/>
              </a:spcAft>
              <a:buClrTx/>
              <a:buSzTx/>
              <a:buFontTx/>
              <a:buNone/>
              <a:tabLst/>
              <a:defRPr/>
            </a:pPr>
            <a:r>
              <a:rPr kumimoji="1" lang="zh-CN" altLang="en-US"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   │   ├── </a:t>
            </a:r>
            <a:r>
              <a:rPr kumimoji="1" lang="en-US" altLang="zh-CN"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lwext4           //ext4</a:t>
            </a:r>
            <a:r>
              <a:rPr kumimoji="1" lang="zh-CN" altLang="en-US"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库</a:t>
            </a:r>
            <a:endParaRPr kumimoji="1" lang="en-US" altLang="zh-CN"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endParaRPr>
          </a:p>
          <a:p>
            <a:pPr marL="0" marR="0" lvl="0" indent="0" algn="just" defTabSz="914400" rtl="0" eaLnBrk="1" fontAlgn="auto" latinLnBrk="0" hangingPunct="1">
              <a:lnSpc>
                <a:spcPts val="1200"/>
              </a:lnSpc>
              <a:spcBef>
                <a:spcPts val="0"/>
              </a:spcBef>
              <a:spcAft>
                <a:spcPts val="600"/>
              </a:spcAft>
              <a:buClrTx/>
              <a:buSzTx/>
              <a:buFontTx/>
              <a:buNone/>
              <a:tabLst/>
              <a:defRPr/>
            </a:pPr>
            <a:r>
              <a:rPr kumimoji="1" lang="zh-CN" altLang="en-US"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   │   ├── </a:t>
            </a:r>
            <a:r>
              <a:rPr kumimoji="1" lang="en-US" altLang="zh-CN" sz="1200" b="0" i="0" u="none" strike="noStrike" kern="1200" cap="none" spc="0" normalizeH="0" baseline="0" noProof="0" dirty="0" err="1">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linux</a:t>
            </a:r>
            <a:r>
              <a:rPr kumimoji="1" lang="en-US" altLang="zh-CN"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             //</a:t>
            </a:r>
            <a:r>
              <a:rPr kumimoji="1" lang="en-US" altLang="zh-CN" sz="1200" b="0" i="0" u="none" strike="noStrike" kern="1200" cap="none" spc="0" normalizeH="0" baseline="0" noProof="0" dirty="0" err="1">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linux</a:t>
            </a:r>
            <a:r>
              <a:rPr kumimoji="1" lang="zh-CN" altLang="en-US"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相关定义</a:t>
            </a:r>
          </a:p>
          <a:p>
            <a:pPr marL="0" marR="0" lvl="0" indent="0" algn="just" defTabSz="914400" rtl="0" eaLnBrk="1" fontAlgn="auto" latinLnBrk="0" hangingPunct="1">
              <a:lnSpc>
                <a:spcPts val="1200"/>
              </a:lnSpc>
              <a:spcBef>
                <a:spcPts val="0"/>
              </a:spcBef>
              <a:spcAft>
                <a:spcPts val="600"/>
              </a:spcAft>
              <a:buClrTx/>
              <a:buSzTx/>
              <a:buFontTx/>
              <a:buNone/>
              <a:tabLst/>
              <a:defRPr/>
            </a:pPr>
            <a:r>
              <a:rPr kumimoji="1" lang="zh-CN" altLang="en-US"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   │   └── </a:t>
            </a:r>
            <a:r>
              <a:rPr kumimoji="1" lang="en-US" altLang="zh-CN" sz="1200" b="0" i="0" u="none" strike="noStrike" kern="1200" cap="none" spc="0" normalizeH="0" baseline="0" noProof="0" dirty="0" err="1">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vfs</a:t>
            </a:r>
            <a:r>
              <a:rPr kumimoji="1" lang="en-US" altLang="zh-CN"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                //</a:t>
            </a:r>
            <a:r>
              <a:rPr kumimoji="1" lang="zh-CN" altLang="en-US"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虚拟文件系统</a:t>
            </a:r>
          </a:p>
          <a:p>
            <a:pPr marL="0" marR="0" lvl="0" indent="0" algn="just" defTabSz="914400" rtl="0" eaLnBrk="1" fontAlgn="auto" latinLnBrk="0" hangingPunct="1">
              <a:lnSpc>
                <a:spcPts val="1200"/>
              </a:lnSpc>
              <a:spcBef>
                <a:spcPts val="0"/>
              </a:spcBef>
              <a:spcAft>
                <a:spcPts val="600"/>
              </a:spcAft>
              <a:buClrTx/>
              <a:buSzTx/>
              <a:buFontTx/>
              <a:buNone/>
              <a:tabLst/>
              <a:defRPr/>
            </a:pPr>
            <a:r>
              <a:rPr kumimoji="1" lang="zh-CN" altLang="en-US"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   │       └── </a:t>
            </a:r>
            <a:r>
              <a:rPr kumimoji="1" lang="en-US" altLang="zh-CN"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file            //</a:t>
            </a:r>
            <a:r>
              <a:rPr kumimoji="1" lang="zh-CN" altLang="en-US"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用于继承的文件接口</a:t>
            </a:r>
          </a:p>
          <a:p>
            <a:pPr marL="0" marR="0" lvl="0" indent="0" algn="just" defTabSz="914400" rtl="0" eaLnBrk="1" fontAlgn="auto" latinLnBrk="0" hangingPunct="1">
              <a:lnSpc>
                <a:spcPts val="1200"/>
              </a:lnSpc>
              <a:spcBef>
                <a:spcPts val="0"/>
              </a:spcBef>
              <a:spcAft>
                <a:spcPts val="600"/>
              </a:spcAft>
              <a:buClrTx/>
              <a:buSzTx/>
              <a:buFontTx/>
              <a:buNone/>
              <a:tabLst/>
              <a:defRPr/>
            </a:pPr>
            <a:r>
              <a:rPr kumimoji="1" lang="zh-CN" altLang="en-US"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   ├── </a:t>
            </a:r>
            <a:r>
              <a:rPr kumimoji="1" lang="en-US" altLang="zh-CN" sz="1200" b="0" i="0" u="none" strike="noStrike" kern="1200" cap="none" spc="0" normalizeH="0" baseline="0" noProof="0" dirty="0" err="1">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hal</a:t>
            </a:r>
            <a:r>
              <a:rPr kumimoji="1" lang="en-US" altLang="zh-CN"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                      //</a:t>
            </a:r>
            <a:r>
              <a:rPr kumimoji="1" lang="zh-CN" altLang="en-US"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平台相关定义</a:t>
            </a:r>
          </a:p>
          <a:p>
            <a:pPr marL="0" marR="0" lvl="0" indent="0" algn="just" defTabSz="914400" rtl="0" eaLnBrk="1" fontAlgn="auto" latinLnBrk="0" hangingPunct="1">
              <a:lnSpc>
                <a:spcPts val="1200"/>
              </a:lnSpc>
              <a:spcBef>
                <a:spcPts val="0"/>
              </a:spcBef>
              <a:spcAft>
                <a:spcPts val="600"/>
              </a:spcAft>
              <a:buClrTx/>
              <a:buSzTx/>
              <a:buFontTx/>
              <a:buNone/>
              <a:tabLst/>
              <a:defRPr/>
            </a:pPr>
            <a:r>
              <a:rPr kumimoji="1" lang="zh-CN" altLang="en-US"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   ├── </a:t>
            </a:r>
            <a:r>
              <a:rPr kumimoji="1" lang="en-US" altLang="zh-CN"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libs                     //</a:t>
            </a:r>
            <a:r>
              <a:rPr kumimoji="1" lang="zh-CN" altLang="en-US"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自定义的库操作支持</a:t>
            </a:r>
          </a:p>
          <a:p>
            <a:pPr marL="0" marR="0" lvl="0" indent="0" algn="just" defTabSz="914400" rtl="0" eaLnBrk="1" fontAlgn="auto" latinLnBrk="0" hangingPunct="1">
              <a:lnSpc>
                <a:spcPts val="1200"/>
              </a:lnSpc>
              <a:spcBef>
                <a:spcPts val="0"/>
              </a:spcBef>
              <a:spcAft>
                <a:spcPts val="600"/>
              </a:spcAft>
              <a:buClrTx/>
              <a:buSzTx/>
              <a:buFontTx/>
              <a:buNone/>
              <a:tabLst/>
              <a:defRPr/>
            </a:pPr>
            <a:r>
              <a:rPr kumimoji="1" lang="zh-CN" altLang="en-US"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   ├── </a:t>
            </a:r>
            <a:r>
              <a:rPr kumimoji="1" lang="en-US" altLang="zh-CN"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link                     //</a:t>
            </a:r>
            <a:r>
              <a:rPr kumimoji="1" lang="zh-CN" altLang="en-US"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链接脚本</a:t>
            </a:r>
          </a:p>
          <a:p>
            <a:pPr marL="0" marR="0" lvl="0" indent="0" algn="just" defTabSz="914400" rtl="0" eaLnBrk="1" fontAlgn="auto" latinLnBrk="0" hangingPunct="1">
              <a:lnSpc>
                <a:spcPts val="1200"/>
              </a:lnSpc>
              <a:spcBef>
                <a:spcPts val="0"/>
              </a:spcBef>
              <a:spcAft>
                <a:spcPts val="600"/>
              </a:spcAft>
              <a:buClrTx/>
              <a:buSzTx/>
              <a:buFontTx/>
              <a:buNone/>
              <a:tabLst/>
              <a:defRPr/>
            </a:pPr>
            <a:r>
              <a:rPr kumimoji="1" lang="zh-CN" altLang="en-US"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   ├── </a:t>
            </a:r>
            <a:r>
              <a:rPr kumimoji="1" lang="en-US" altLang="zh-CN"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mem                    //</a:t>
            </a:r>
            <a:r>
              <a:rPr kumimoji="1" lang="zh-CN" altLang="en-US"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内存管理</a:t>
            </a:r>
            <a:endParaRPr kumimoji="1" lang="en-US" altLang="zh-CN"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endParaRPr>
          </a:p>
          <a:p>
            <a:pPr marL="0" marR="0" lvl="0" indent="0" algn="just" defTabSz="914400" rtl="0" eaLnBrk="1" fontAlgn="auto" latinLnBrk="0" hangingPunct="1">
              <a:lnSpc>
                <a:spcPts val="1200"/>
              </a:lnSpc>
              <a:spcBef>
                <a:spcPts val="0"/>
              </a:spcBef>
              <a:spcAft>
                <a:spcPts val="600"/>
              </a:spcAft>
              <a:buClrTx/>
              <a:buSzTx/>
              <a:buFontTx/>
              <a:buNone/>
              <a:tabLst/>
              <a:defRPr/>
            </a:pPr>
            <a:r>
              <a:rPr kumimoji="1" lang="zh-CN" altLang="en-US"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   ├── </a:t>
            </a:r>
            <a:r>
              <a:rPr kumimoji="1" lang="en-US" altLang="zh-CN"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net                      //</a:t>
            </a:r>
            <a:r>
              <a:rPr kumimoji="1" lang="zh-CN" altLang="en-US"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网络协议栈</a:t>
            </a:r>
            <a:endParaRPr kumimoji="1" lang="en-US" altLang="zh-CN"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endParaRPr>
          </a:p>
          <a:p>
            <a:pPr marL="0" marR="0" lvl="0" indent="0" algn="just" defTabSz="914400" rtl="0" eaLnBrk="1" fontAlgn="auto" latinLnBrk="0" hangingPunct="1">
              <a:lnSpc>
                <a:spcPts val="1200"/>
              </a:lnSpc>
              <a:spcBef>
                <a:spcPts val="0"/>
              </a:spcBef>
              <a:spcAft>
                <a:spcPts val="600"/>
              </a:spcAft>
              <a:buClrTx/>
              <a:buSzTx/>
              <a:buFontTx/>
              <a:buNone/>
              <a:tabLst/>
              <a:defRPr/>
            </a:pPr>
            <a:r>
              <a:rPr kumimoji="1" lang="zh-CN" altLang="en-US"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   ├── </a:t>
            </a:r>
            <a:r>
              <a:rPr kumimoji="1" lang="en-US" altLang="zh-CN" sz="1200" b="0" i="0" u="none" strike="noStrike" kern="1200" cap="none" spc="0" normalizeH="0" baseline="0" noProof="0" dirty="0" err="1">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shm</a:t>
            </a:r>
            <a:r>
              <a:rPr kumimoji="1" lang="en-US" altLang="zh-CN"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                    //</a:t>
            </a:r>
            <a:r>
              <a:rPr kumimoji="1" lang="zh-CN" altLang="en-US"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共享内存管理</a:t>
            </a:r>
          </a:p>
          <a:p>
            <a:pPr marL="0" marR="0" lvl="0" indent="0" algn="just" defTabSz="914400" rtl="0" eaLnBrk="1" fontAlgn="auto" latinLnBrk="0" hangingPunct="1">
              <a:lnSpc>
                <a:spcPts val="1200"/>
              </a:lnSpc>
              <a:spcBef>
                <a:spcPts val="0"/>
              </a:spcBef>
              <a:spcAft>
                <a:spcPts val="600"/>
              </a:spcAft>
              <a:buClrTx/>
              <a:buSzTx/>
              <a:buFontTx/>
              <a:buNone/>
              <a:tabLst/>
              <a:defRPr/>
            </a:pPr>
            <a:r>
              <a:rPr kumimoji="1" lang="zh-CN" altLang="en-US"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   ├── </a:t>
            </a:r>
            <a:r>
              <a:rPr kumimoji="1" lang="en-US" altLang="zh-CN"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net                       //</a:t>
            </a:r>
            <a:r>
              <a:rPr kumimoji="1" lang="zh-CN" altLang="en-US"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网络相关</a:t>
            </a:r>
          </a:p>
          <a:p>
            <a:pPr marL="0" marR="0" lvl="0" indent="0" algn="just" defTabSz="914400" rtl="0" eaLnBrk="1" fontAlgn="auto" latinLnBrk="0" hangingPunct="1">
              <a:lnSpc>
                <a:spcPts val="1200"/>
              </a:lnSpc>
              <a:spcBef>
                <a:spcPts val="0"/>
              </a:spcBef>
              <a:spcAft>
                <a:spcPts val="600"/>
              </a:spcAft>
              <a:buClrTx/>
              <a:buSzTx/>
              <a:buFontTx/>
              <a:buNone/>
              <a:tabLst/>
              <a:defRPr/>
            </a:pPr>
            <a:r>
              <a:rPr kumimoji="1" lang="zh-CN" altLang="en-US"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   ├── </a:t>
            </a:r>
            <a:r>
              <a:rPr kumimoji="1" lang="en-US" altLang="zh-CN"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proc                     //</a:t>
            </a:r>
            <a:r>
              <a:rPr kumimoji="1" lang="zh-CN" altLang="en-US"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进程调度与管理</a:t>
            </a:r>
          </a:p>
          <a:p>
            <a:pPr marL="0" marR="0" lvl="0" indent="0" algn="just" defTabSz="914400" rtl="0" eaLnBrk="1" fontAlgn="auto" latinLnBrk="0" hangingPunct="1">
              <a:lnSpc>
                <a:spcPts val="1200"/>
              </a:lnSpc>
              <a:spcBef>
                <a:spcPts val="0"/>
              </a:spcBef>
              <a:spcAft>
                <a:spcPts val="600"/>
              </a:spcAft>
              <a:buClrTx/>
              <a:buSzTx/>
              <a:buFontTx/>
              <a:buNone/>
              <a:tabLst/>
              <a:defRPr/>
            </a:pPr>
            <a:r>
              <a:rPr kumimoji="1" lang="zh-CN" altLang="en-US"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   ├── </a:t>
            </a:r>
            <a:r>
              <a:rPr kumimoji="1" lang="en-US" altLang="zh-CN"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sys                      //</a:t>
            </a:r>
            <a:r>
              <a:rPr kumimoji="1" lang="zh-CN" altLang="en-US"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系统调用</a:t>
            </a:r>
          </a:p>
          <a:p>
            <a:pPr marL="0" marR="0" lvl="0" indent="0" algn="just" defTabSz="914400" rtl="0" eaLnBrk="1" fontAlgn="auto" latinLnBrk="0" hangingPunct="1">
              <a:lnSpc>
                <a:spcPts val="1200"/>
              </a:lnSpc>
              <a:spcBef>
                <a:spcPts val="0"/>
              </a:spcBef>
              <a:spcAft>
                <a:spcPts val="600"/>
              </a:spcAft>
              <a:buClrTx/>
              <a:buSzTx/>
              <a:buFontTx/>
              <a:buNone/>
              <a:tabLst/>
              <a:defRPr/>
            </a:pPr>
            <a:r>
              <a:rPr kumimoji="1" lang="zh-CN" altLang="en-US"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   ├── </a:t>
            </a:r>
            <a:r>
              <a:rPr kumimoji="1" lang="en-US" altLang="zh-CN"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tm                       //</a:t>
            </a:r>
            <a:r>
              <a:rPr kumimoji="1" lang="zh-CN" altLang="en-US"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时钟</a:t>
            </a:r>
          </a:p>
          <a:p>
            <a:pPr marL="0" marR="0" lvl="0" indent="0" algn="just" defTabSz="914400" rtl="0" eaLnBrk="1" fontAlgn="auto" latinLnBrk="0" hangingPunct="1">
              <a:lnSpc>
                <a:spcPts val="1200"/>
              </a:lnSpc>
              <a:spcBef>
                <a:spcPts val="0"/>
              </a:spcBef>
              <a:spcAft>
                <a:spcPts val="600"/>
              </a:spcAft>
              <a:buClrTx/>
              <a:buSzTx/>
              <a:buFontTx/>
              <a:buNone/>
              <a:tabLst/>
              <a:defRPr/>
            </a:pPr>
            <a:r>
              <a:rPr kumimoji="1" lang="zh-CN" altLang="en-US"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   └── </a:t>
            </a:r>
            <a:r>
              <a:rPr kumimoji="1" lang="en-US" altLang="zh-CN"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trap                     //</a:t>
            </a:r>
            <a:r>
              <a:rPr kumimoji="1" lang="zh-CN" altLang="en-US"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中断处理</a:t>
            </a:r>
          </a:p>
          <a:p>
            <a:pPr marL="0" marR="0" lvl="0" indent="0" algn="just" defTabSz="914400" rtl="0" eaLnBrk="1" fontAlgn="auto" latinLnBrk="0" hangingPunct="1">
              <a:lnSpc>
                <a:spcPts val="1200"/>
              </a:lnSpc>
              <a:spcBef>
                <a:spcPts val="0"/>
              </a:spcBef>
              <a:spcAft>
                <a:spcPts val="600"/>
              </a:spcAft>
              <a:buClrTx/>
              <a:buSzTx/>
              <a:buFontTx/>
              <a:buNone/>
              <a:tabLst/>
              <a:defRPr/>
            </a:pPr>
            <a:r>
              <a:rPr kumimoji="1" lang="zh-CN" altLang="en-US"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 </a:t>
            </a:r>
            <a:r>
              <a:rPr kumimoji="1" lang="en-US" altLang="zh-CN" sz="1200" b="0" i="0" u="none" strike="noStrike" kern="1200" cap="none" spc="0" normalizeH="0" baseline="0" noProof="0" dirty="0" err="1">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thirdparty</a:t>
            </a:r>
            <a:r>
              <a:rPr kumimoji="1" lang="en-US" altLang="zh-CN"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                 //</a:t>
            </a:r>
            <a:r>
              <a:rPr kumimoji="1" lang="zh-CN" altLang="en-US"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使用的第三方库</a:t>
            </a:r>
          </a:p>
          <a:p>
            <a:pPr marL="0" marR="0" lvl="0" indent="0" algn="just" defTabSz="914400" rtl="0" eaLnBrk="1" fontAlgn="auto" latinLnBrk="0" hangingPunct="1">
              <a:lnSpc>
                <a:spcPts val="1200"/>
              </a:lnSpc>
              <a:spcBef>
                <a:spcPts val="0"/>
              </a:spcBef>
              <a:spcAft>
                <a:spcPts val="600"/>
              </a:spcAft>
              <a:buClrTx/>
              <a:buSzTx/>
              <a:buFontTx/>
              <a:buNone/>
              <a:tabLst/>
              <a:defRPr/>
            </a:pPr>
            <a:r>
              <a:rPr kumimoji="1" lang="zh-CN" altLang="en-US"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   └── </a:t>
            </a:r>
            <a:r>
              <a:rPr kumimoji="1" lang="en-US" altLang="zh-CN"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EASTL</a:t>
            </a:r>
          </a:p>
          <a:p>
            <a:pPr marL="0" marR="0" lvl="0" indent="0" algn="just" defTabSz="914400" rtl="0" eaLnBrk="1" fontAlgn="auto" latinLnBrk="0" hangingPunct="1">
              <a:lnSpc>
                <a:spcPts val="1200"/>
              </a:lnSpc>
              <a:spcBef>
                <a:spcPts val="0"/>
              </a:spcBef>
              <a:spcAft>
                <a:spcPts val="600"/>
              </a:spcAft>
              <a:buClrTx/>
              <a:buSzTx/>
              <a:buFontTx/>
              <a:buNone/>
              <a:tabLst/>
              <a:defRPr/>
            </a:pPr>
            <a:r>
              <a:rPr kumimoji="1" lang="en-US" altLang="zh-CN"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 user                          //</a:t>
            </a:r>
            <a:r>
              <a:rPr kumimoji="1" lang="zh-CN" altLang="en-US" sz="1200" b="0" i="0" u="none" strike="noStrike" kern="1200" cap="none" spc="0" normalizeH="0" baseline="0" noProof="0" dirty="0">
                <a:ln>
                  <a:noFill/>
                </a:ln>
                <a:solidFill>
                  <a:srgbClr val="000000">
                    <a:lumMod val="75000"/>
                    <a:lumOff val="25000"/>
                  </a:srgbClr>
                </a:solidFill>
                <a:effectLst/>
                <a:uLnTx/>
                <a:uFillTx/>
                <a:latin typeface="华文中宋" panose="02010600040101010101" pitchFamily="2" charset="-122"/>
                <a:ea typeface="华文中宋" panose="02010600040101010101" pitchFamily="2" charset="-122"/>
                <a:cs typeface="+mn-cs"/>
              </a:rPr>
              <a:t>用户程序</a:t>
            </a:r>
          </a:p>
        </p:txBody>
      </p:sp>
      <p:sp>
        <p:nvSpPr>
          <p:cNvPr id="3" name="标题 2"/>
          <p:cNvSpPr>
            <a:spLocks noGrp="1"/>
          </p:cNvSpPr>
          <p:nvPr>
            <p:ph type="title"/>
          </p:nvPr>
        </p:nvSpPr>
        <p:spPr/>
        <p:txBody>
          <a:bodyPr/>
          <a:lstStyle/>
          <a:p>
            <a:r>
              <a:rPr lang="en-US" altLang="zh-CN" dirty="0">
                <a:latin typeface="华文中宋" panose="02010600040101010101" pitchFamily="2" charset="-122"/>
                <a:ea typeface="华文中宋" panose="02010600040101010101" pitchFamily="2" charset="-122"/>
              </a:rPr>
              <a:t>1.1 </a:t>
            </a:r>
            <a:r>
              <a:rPr lang="zh-CN" altLang="en-US" dirty="0">
                <a:latin typeface="华文中宋" panose="02010600040101010101" pitchFamily="2" charset="-122"/>
                <a:ea typeface="华文中宋" panose="02010600040101010101" pitchFamily="2" charset="-122"/>
              </a:rPr>
              <a:t>整体架构</a:t>
            </a:r>
          </a:p>
        </p:txBody>
      </p:sp>
      <p:pic>
        <p:nvPicPr>
          <p:cNvPr id="4" name="图片 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61189" y="1277257"/>
            <a:ext cx="7347933" cy="4911554"/>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5" name="图片 34">
            <a:extLst>
              <a:ext uri="{FF2B5EF4-FFF2-40B4-BE49-F238E27FC236}">
                <a16:creationId xmlns:a16="http://schemas.microsoft.com/office/drawing/2014/main" id="{79FE9508-E3BB-26F0-ADE6-086B842BA3F4}"/>
              </a:ext>
            </a:extLst>
          </p:cNvPr>
          <p:cNvPicPr>
            <a:picLocks noChangeAspect="1"/>
          </p:cNvPicPr>
          <p:nvPr/>
        </p:nvPicPr>
        <p:blipFill>
          <a:blip r:embed="rId3" cstate="print">
            <a:alphaModFix amt="5000"/>
            <a:extLst>
              <a:ext uri="{28A0092B-C50C-407E-A947-70E740481C1C}">
                <a14:useLocalDpi xmlns:a14="http://schemas.microsoft.com/office/drawing/2010/main" val="0"/>
              </a:ext>
            </a:extLst>
          </a:blip>
          <a:stretch>
            <a:fillRect/>
          </a:stretch>
        </p:blipFill>
        <p:spPr>
          <a:xfrm>
            <a:off x="2740145" y="0"/>
            <a:ext cx="6711710" cy="6858000"/>
          </a:xfrm>
          <a:prstGeom prst="rect">
            <a:avLst/>
          </a:prstGeom>
        </p:spPr>
      </p:pic>
      <p:sp>
        <p:nvSpPr>
          <p:cNvPr id="3" name="标题 2"/>
          <p:cNvSpPr>
            <a:spLocks noGrp="1"/>
          </p:cNvSpPr>
          <p:nvPr>
            <p:ph type="title"/>
          </p:nvPr>
        </p:nvSpPr>
        <p:spPr/>
        <p:txBody>
          <a:bodyPr/>
          <a:lstStyle/>
          <a:p>
            <a:r>
              <a:rPr lang="en-US" altLang="zh-CN" dirty="0">
                <a:latin typeface="华文中宋" panose="02010600040101010101" pitchFamily="2" charset="-122"/>
                <a:ea typeface="华文中宋" panose="02010600040101010101" pitchFamily="2" charset="-122"/>
              </a:rPr>
              <a:t>1.2 </a:t>
            </a:r>
            <a:r>
              <a:rPr lang="zh-CN" altLang="en-US" dirty="0">
                <a:latin typeface="华文中宋" panose="02010600040101010101" pitchFamily="2" charset="-122"/>
                <a:ea typeface="华文中宋" panose="02010600040101010101" pitchFamily="2" charset="-122"/>
              </a:rPr>
              <a:t>参考的代码</a:t>
            </a:r>
          </a:p>
        </p:txBody>
      </p:sp>
      <p:grpSp>
        <p:nvGrpSpPr>
          <p:cNvPr id="6" name="组合 5"/>
          <p:cNvGrpSpPr/>
          <p:nvPr/>
        </p:nvGrpSpPr>
        <p:grpSpPr>
          <a:xfrm>
            <a:off x="437990" y="1367758"/>
            <a:ext cx="5286615" cy="1208086"/>
            <a:chOff x="437990" y="1367758"/>
            <a:chExt cx="5286615" cy="1208086"/>
          </a:xfrm>
        </p:grpSpPr>
        <p:sp>
          <p:nvSpPr>
            <p:cNvPr id="4" name="矩形: 折角 3"/>
            <p:cNvSpPr/>
            <p:nvPr/>
          </p:nvSpPr>
          <p:spPr>
            <a:xfrm>
              <a:off x="437990" y="1367758"/>
              <a:ext cx="5286615" cy="914400"/>
            </a:xfrm>
            <a:prstGeom prst="foldedCorner">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a:bodyPr>
            <a:lstStyle/>
            <a:p>
              <a:pPr marL="0" marR="0" lvl="0" indent="0" algn="l" defTabSz="914400" rtl="0" eaLnBrk="1" fontAlgn="auto" latinLnBrk="0" hangingPunct="1">
                <a:lnSpc>
                  <a:spcPct val="130000"/>
                </a:lnSpc>
                <a:spcBef>
                  <a:spcPts val="0"/>
                </a:spcBef>
                <a:spcAft>
                  <a:spcPts val="0"/>
                </a:spcAft>
                <a:buClrTx/>
                <a:buSzTx/>
                <a:buFontTx/>
                <a:buNone/>
                <a:tabLst/>
                <a:defRPr/>
              </a:pPr>
              <a:endParaRPr kumimoji="1" lang="zh-CN" altLang="en-US" sz="2000" b="0" i="0" u="none" strike="noStrike" kern="1200" cap="none" spc="0" normalizeH="0" baseline="0" noProof="0" dirty="0">
                <a:ln>
                  <a:noFill/>
                </a:ln>
                <a:solidFill>
                  <a:srgbClr val="000000">
                    <a:lumMod val="75000"/>
                    <a:lumOff val="25000"/>
                  </a:srgbClr>
                </a:solidFill>
                <a:effectLst/>
                <a:uLnTx/>
                <a:uFillTx/>
                <a:latin typeface="Arial"/>
                <a:ea typeface="华文中宋"/>
                <a:cs typeface="+mn-cs"/>
              </a:endParaRPr>
            </a:p>
          </p:txBody>
        </p:sp>
        <p:sp>
          <p:nvSpPr>
            <p:cNvPr id="9" name="文本框 8"/>
            <p:cNvSpPr txBox="1"/>
            <p:nvPr/>
          </p:nvSpPr>
          <p:spPr>
            <a:xfrm>
              <a:off x="558469" y="1424567"/>
              <a:ext cx="5081612" cy="1151277"/>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u"/>
                <a:tabLst/>
                <a:defRPr/>
              </a:pPr>
              <a:r>
                <a:rPr kumimoji="0" lang="en-US" altLang="zh-CN" sz="1800" b="0" i="0" u="none" strike="noStrike" kern="1200" cap="none" spc="0" normalizeH="0" baseline="0" noProof="0" dirty="0">
                  <a:ln>
                    <a:noFill/>
                  </a:ln>
                  <a:solidFill>
                    <a:srgbClr val="000000"/>
                  </a:solidFill>
                  <a:effectLst/>
                  <a:uLnTx/>
                  <a:uFillTx/>
                  <a:latin typeface="微软雅黑"/>
                  <a:ea typeface="微软雅黑"/>
                  <a:cs typeface="+mn-cs"/>
                </a:rPr>
                <a:t>2024</a:t>
              </a:r>
              <a:r>
                <a:rPr kumimoji="0" lang="zh-CN" altLang="en-US" sz="1800" b="0" i="0" u="none" strike="noStrike" kern="1200" cap="none" spc="0" normalizeH="0" baseline="0" noProof="0" dirty="0">
                  <a:ln>
                    <a:noFill/>
                  </a:ln>
                  <a:solidFill>
                    <a:srgbClr val="000000"/>
                  </a:solidFill>
                  <a:effectLst/>
                  <a:uLnTx/>
                  <a:uFillTx/>
                  <a:latin typeface="微软雅黑"/>
                  <a:ea typeface="微软雅黑"/>
                  <a:cs typeface="+mn-cs"/>
                </a:rPr>
                <a:t>武汉大学队伍</a:t>
              </a:r>
              <a:r>
                <a:rPr kumimoji="0" lang="en-US" altLang="zh-CN" sz="1800" b="0" i="0" u="none" strike="noStrike" kern="1200" cap="none" spc="0" normalizeH="0" baseline="0" noProof="0" dirty="0">
                  <a:ln>
                    <a:noFill/>
                  </a:ln>
                  <a:solidFill>
                    <a:srgbClr val="000000"/>
                  </a:solidFill>
                  <a:effectLst/>
                  <a:uLnTx/>
                  <a:uFillTx/>
                  <a:latin typeface="微软雅黑"/>
                  <a:ea typeface="微软雅黑"/>
                  <a:cs typeface="+mn-cs"/>
                </a:rPr>
                <a:t>XN6</a:t>
              </a:r>
              <a:endParaRPr kumimoji="0" lang="zh-CN" altLang="en-US" sz="1800" b="0" i="0" u="none" strike="noStrike" kern="1200" cap="none" spc="0" normalizeH="0" baseline="0" noProof="0" dirty="0">
                <a:ln>
                  <a:noFill/>
                </a:ln>
                <a:solidFill>
                  <a:srgbClr val="000000"/>
                </a:solidFill>
                <a:effectLst/>
                <a:uLnTx/>
                <a:uFillTx/>
                <a:latin typeface="微软雅黑"/>
                <a:ea typeface="微软雅黑"/>
                <a:cs typeface="+mn-cs"/>
              </a:endParaRPr>
            </a:p>
            <a:p>
              <a:pPr marL="742950" marR="0" lvl="1"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altLang="zh-CN" sz="1800" b="0" i="0" u="none" strike="noStrike" kern="1200" cap="none" spc="0" normalizeH="0" baseline="0" noProof="0" dirty="0">
                  <a:ln>
                    <a:noFill/>
                  </a:ln>
                  <a:solidFill>
                    <a:srgbClr val="000000"/>
                  </a:solidFill>
                  <a:effectLst/>
                  <a:uLnTx/>
                  <a:uFillTx/>
                  <a:latin typeface="等线 Light" panose="02010600030101010101" pitchFamily="2" charset="-122"/>
                  <a:ea typeface="等线 Light" panose="02010600030101010101" pitchFamily="2" charset="-122"/>
                  <a:cs typeface="+mn-cs"/>
                </a:rPr>
                <a:t>LA</a:t>
              </a:r>
              <a:r>
                <a:rPr kumimoji="0" lang="zh-CN" altLang="en-US" sz="1800" b="0" i="0" u="none" strike="noStrike" kern="1200" cap="none" spc="0" normalizeH="0" baseline="0" noProof="0" dirty="0">
                  <a:ln>
                    <a:noFill/>
                  </a:ln>
                  <a:solidFill>
                    <a:srgbClr val="000000"/>
                  </a:solidFill>
                  <a:effectLst/>
                  <a:uLnTx/>
                  <a:uFillTx/>
                  <a:latin typeface="等线 Light" panose="02010600030101010101" pitchFamily="2" charset="-122"/>
                  <a:ea typeface="等线 Light" panose="02010600030101010101" pitchFamily="2" charset="-122"/>
                  <a:cs typeface="+mn-cs"/>
                </a:rPr>
                <a:t>架构的硬件抽象层以及页表管理方法</a:t>
              </a:r>
              <a:endParaRPr kumimoji="0" lang="en-US" altLang="zh-CN" sz="1800" b="0" i="0" u="none" strike="noStrike" kern="1200" cap="none" spc="0" normalizeH="0" baseline="0" noProof="0" dirty="0">
                <a:ln>
                  <a:noFill/>
                </a:ln>
                <a:solidFill>
                  <a:srgbClr val="000000"/>
                </a:solidFill>
                <a:effectLst/>
                <a:uLnTx/>
                <a:uFillTx/>
                <a:latin typeface="等线 Light" panose="02010600030101010101" pitchFamily="2" charset="-122"/>
                <a:ea typeface="等线 Light" panose="02010600030101010101" pitchFamily="2" charset="-122"/>
                <a:cs typeface="+mn-cs"/>
              </a:endParaRPr>
            </a:p>
            <a:p>
              <a:pPr marL="742950" marR="0" lvl="1"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endParaRPr kumimoji="0" lang="zh-CN" altLang="en-US" sz="1800" b="0"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endParaRPr>
            </a:p>
          </p:txBody>
        </p:sp>
      </p:grpSp>
      <p:grpSp>
        <p:nvGrpSpPr>
          <p:cNvPr id="7" name="组合 6"/>
          <p:cNvGrpSpPr/>
          <p:nvPr/>
        </p:nvGrpSpPr>
        <p:grpSpPr>
          <a:xfrm>
            <a:off x="437989" y="2632653"/>
            <a:ext cx="5286615" cy="914400"/>
            <a:chOff x="437990" y="1367758"/>
            <a:chExt cx="5286615" cy="914400"/>
          </a:xfrm>
        </p:grpSpPr>
        <p:sp>
          <p:nvSpPr>
            <p:cNvPr id="8" name="矩形: 折角 7"/>
            <p:cNvSpPr/>
            <p:nvPr/>
          </p:nvSpPr>
          <p:spPr>
            <a:xfrm>
              <a:off x="437990" y="1367758"/>
              <a:ext cx="5286615" cy="914400"/>
            </a:xfrm>
            <a:prstGeom prst="foldedCorner">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a:bodyPr>
            <a:lstStyle/>
            <a:p>
              <a:pPr marL="0" marR="0" lvl="0" indent="0" algn="l" defTabSz="914400" rtl="0" eaLnBrk="1" fontAlgn="auto" latinLnBrk="0" hangingPunct="1">
                <a:lnSpc>
                  <a:spcPct val="130000"/>
                </a:lnSpc>
                <a:spcBef>
                  <a:spcPts val="0"/>
                </a:spcBef>
                <a:spcAft>
                  <a:spcPts val="0"/>
                </a:spcAft>
                <a:buClrTx/>
                <a:buSzTx/>
                <a:buFontTx/>
                <a:buNone/>
                <a:tabLst/>
                <a:defRPr/>
              </a:pPr>
              <a:endParaRPr kumimoji="1" lang="zh-CN" altLang="en-US" sz="2000" b="0" i="0" u="none" strike="noStrike" kern="1200" cap="none" spc="0" normalizeH="0" baseline="0" noProof="0" dirty="0">
                <a:ln>
                  <a:noFill/>
                </a:ln>
                <a:solidFill>
                  <a:srgbClr val="000000">
                    <a:lumMod val="75000"/>
                    <a:lumOff val="25000"/>
                  </a:srgbClr>
                </a:solidFill>
                <a:effectLst/>
                <a:uLnTx/>
                <a:uFillTx/>
                <a:latin typeface="Arial"/>
                <a:ea typeface="华文中宋"/>
                <a:cs typeface="+mn-cs"/>
              </a:endParaRPr>
            </a:p>
          </p:txBody>
        </p:sp>
        <p:sp>
          <p:nvSpPr>
            <p:cNvPr id="10" name="文本框 9"/>
            <p:cNvSpPr txBox="1"/>
            <p:nvPr/>
          </p:nvSpPr>
          <p:spPr>
            <a:xfrm>
              <a:off x="558469" y="1424567"/>
              <a:ext cx="5081612" cy="741165"/>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u"/>
                <a:tabLst/>
                <a:defRPr/>
              </a:pPr>
              <a:r>
                <a:rPr kumimoji="0" lang="en-US" altLang="zh-CN" sz="1800" b="0" i="0" u="none" strike="noStrike" kern="1200" cap="none" spc="0" normalizeH="0" baseline="0" noProof="0" dirty="0">
                  <a:ln>
                    <a:noFill/>
                  </a:ln>
                  <a:solidFill>
                    <a:srgbClr val="000000"/>
                  </a:solidFill>
                  <a:effectLst/>
                  <a:uLnTx/>
                  <a:uFillTx/>
                  <a:latin typeface="微软雅黑"/>
                  <a:ea typeface="微软雅黑"/>
                  <a:cs typeface="+mn-cs"/>
                </a:rPr>
                <a:t>MIT-xv6</a:t>
              </a:r>
              <a:endParaRPr kumimoji="0" lang="zh-CN" altLang="en-US" sz="1800" b="0" i="0" u="none" strike="noStrike" kern="1200" cap="none" spc="0" normalizeH="0" baseline="0" noProof="0" dirty="0">
                <a:ln>
                  <a:noFill/>
                </a:ln>
                <a:solidFill>
                  <a:srgbClr val="000000"/>
                </a:solidFill>
                <a:effectLst/>
                <a:uLnTx/>
                <a:uFillTx/>
                <a:latin typeface="微软雅黑"/>
                <a:ea typeface="微软雅黑"/>
                <a:cs typeface="+mn-cs"/>
              </a:endParaRPr>
            </a:p>
            <a:p>
              <a:pPr marL="742950" marR="0" lvl="1"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zh-CN" altLang="en-US" sz="1800" b="0" i="0" u="none" strike="noStrike" kern="1200" cap="none" spc="0" normalizeH="0" baseline="0" noProof="0" dirty="0">
                  <a:ln>
                    <a:noFill/>
                  </a:ln>
                  <a:solidFill>
                    <a:srgbClr val="000000"/>
                  </a:solidFill>
                  <a:effectLst/>
                  <a:uLnTx/>
                  <a:uFillTx/>
                  <a:latin typeface="等线 Light" panose="02010600030101010101" pitchFamily="2" charset="-122"/>
                  <a:ea typeface="等线 Light" panose="02010600030101010101" pitchFamily="2" charset="-122"/>
                  <a:cs typeface="+mn-cs"/>
                </a:rPr>
                <a:t>中断管理以及内核布局</a:t>
              </a:r>
              <a:endParaRPr kumimoji="0" lang="zh-CN" altLang="en-US" sz="1800" b="0"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endParaRPr>
            </a:p>
          </p:txBody>
        </p:sp>
      </p:grpSp>
      <p:grpSp>
        <p:nvGrpSpPr>
          <p:cNvPr id="12" name="组合 11"/>
          <p:cNvGrpSpPr/>
          <p:nvPr/>
        </p:nvGrpSpPr>
        <p:grpSpPr>
          <a:xfrm>
            <a:off x="437988" y="3873215"/>
            <a:ext cx="5286615" cy="1208086"/>
            <a:chOff x="437990" y="1367758"/>
            <a:chExt cx="5286615" cy="1208086"/>
          </a:xfrm>
        </p:grpSpPr>
        <p:sp>
          <p:nvSpPr>
            <p:cNvPr id="13" name="矩形: 折角 12"/>
            <p:cNvSpPr/>
            <p:nvPr/>
          </p:nvSpPr>
          <p:spPr>
            <a:xfrm>
              <a:off x="437990" y="1367758"/>
              <a:ext cx="5286615" cy="914400"/>
            </a:xfrm>
            <a:prstGeom prst="foldedCorner">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a:bodyPr>
            <a:lstStyle/>
            <a:p>
              <a:pPr marL="0" marR="0" lvl="0" indent="0" algn="l" defTabSz="914400" rtl="0" eaLnBrk="1" fontAlgn="auto" latinLnBrk="0" hangingPunct="1">
                <a:lnSpc>
                  <a:spcPct val="130000"/>
                </a:lnSpc>
                <a:spcBef>
                  <a:spcPts val="0"/>
                </a:spcBef>
                <a:spcAft>
                  <a:spcPts val="0"/>
                </a:spcAft>
                <a:buClrTx/>
                <a:buSzTx/>
                <a:buFontTx/>
                <a:buNone/>
                <a:tabLst/>
                <a:defRPr/>
              </a:pPr>
              <a:endParaRPr kumimoji="1" lang="zh-CN" altLang="en-US" sz="2000" b="0" i="0" u="none" strike="noStrike" kern="1200" cap="none" spc="0" normalizeH="0" baseline="0" noProof="0" dirty="0">
                <a:ln>
                  <a:noFill/>
                </a:ln>
                <a:solidFill>
                  <a:srgbClr val="000000">
                    <a:lumMod val="75000"/>
                    <a:lumOff val="25000"/>
                  </a:srgbClr>
                </a:solidFill>
                <a:effectLst/>
                <a:uLnTx/>
                <a:uFillTx/>
                <a:latin typeface="Arial"/>
                <a:ea typeface="华文中宋"/>
                <a:cs typeface="+mn-cs"/>
              </a:endParaRPr>
            </a:p>
          </p:txBody>
        </p:sp>
        <p:sp>
          <p:nvSpPr>
            <p:cNvPr id="14" name="文本框 13"/>
            <p:cNvSpPr txBox="1"/>
            <p:nvPr/>
          </p:nvSpPr>
          <p:spPr>
            <a:xfrm>
              <a:off x="558469" y="1424567"/>
              <a:ext cx="5081612" cy="1151277"/>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u"/>
                <a:tabLst/>
                <a:defRPr/>
              </a:pPr>
              <a:r>
                <a:rPr kumimoji="0" lang="zh-CN" altLang="en-US" sz="1800" b="0" i="0" u="none" strike="noStrike" kern="1200" cap="none" spc="0" normalizeH="0" baseline="0" noProof="0" dirty="0">
                  <a:ln>
                    <a:noFill/>
                  </a:ln>
                  <a:solidFill>
                    <a:srgbClr val="000000"/>
                  </a:solidFill>
                  <a:effectLst/>
                  <a:uLnTx/>
                  <a:uFillTx/>
                  <a:latin typeface="微软雅黑"/>
                  <a:ea typeface="微软雅黑"/>
                  <a:cs typeface="+mn-cs"/>
                </a:rPr>
                <a:t>内存分配器</a:t>
              </a:r>
            </a:p>
            <a:p>
              <a:pPr marL="742950" marR="0" lvl="1"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zh-CN" altLang="en-US" sz="1800" b="0" i="0" u="none" strike="noStrike" kern="1200" cap="none" spc="0" normalizeH="0" baseline="0" noProof="0" dirty="0">
                  <a:ln>
                    <a:noFill/>
                  </a:ln>
                  <a:solidFill>
                    <a:srgbClr val="000000"/>
                  </a:solidFill>
                  <a:effectLst/>
                  <a:uLnTx/>
                  <a:uFillTx/>
                  <a:latin typeface="等线 Light" panose="02010600030101010101" pitchFamily="2" charset="-122"/>
                  <a:ea typeface="等线 Light" panose="02010600030101010101" pitchFamily="2" charset="-122"/>
                  <a:cs typeface="+mn-cs"/>
                </a:rPr>
                <a:t>采用</a:t>
              </a:r>
              <a:r>
                <a:rPr kumimoji="0" lang="en-US" altLang="zh-CN" sz="1800" b="0" i="0" u="none" strike="noStrike" kern="1200" cap="none" spc="0" normalizeH="0" baseline="0" noProof="0" dirty="0" err="1">
                  <a:ln>
                    <a:noFill/>
                  </a:ln>
                  <a:solidFill>
                    <a:srgbClr val="000000"/>
                  </a:solidFill>
                  <a:effectLst/>
                  <a:uLnTx/>
                  <a:uFillTx/>
                  <a:latin typeface="等线 Light" panose="02010600030101010101" pitchFamily="2" charset="-122"/>
                  <a:ea typeface="等线 Light" panose="02010600030101010101" pitchFamily="2" charset="-122"/>
                  <a:cs typeface="+mn-cs"/>
                </a:rPr>
                <a:t>LibAllocator</a:t>
              </a:r>
              <a:r>
                <a:rPr kumimoji="0" lang="zh-CN" altLang="en-US" sz="1800" b="0" i="0" u="none" strike="noStrike" kern="1200" cap="none" spc="0" normalizeH="0" baseline="0" noProof="0" dirty="0">
                  <a:ln>
                    <a:noFill/>
                  </a:ln>
                  <a:solidFill>
                    <a:srgbClr val="000000"/>
                  </a:solidFill>
                  <a:effectLst/>
                  <a:uLnTx/>
                  <a:uFillTx/>
                  <a:latin typeface="等线 Light" panose="02010600030101010101" pitchFamily="2" charset="-122"/>
                  <a:ea typeface="等线 Light" panose="02010600030101010101" pitchFamily="2" charset="-122"/>
                  <a:cs typeface="+mn-cs"/>
                </a:rPr>
                <a:t>和</a:t>
              </a:r>
              <a:r>
                <a:rPr kumimoji="0" lang="en-US" altLang="zh-CN" sz="1800" b="0" i="0" u="none" strike="noStrike" kern="1200" cap="none" spc="0" normalizeH="0" baseline="0" noProof="0" dirty="0">
                  <a:ln>
                    <a:noFill/>
                  </a:ln>
                  <a:solidFill>
                    <a:srgbClr val="000000"/>
                  </a:solidFill>
                  <a:effectLst/>
                  <a:uLnTx/>
                  <a:uFillTx/>
                  <a:latin typeface="等线 Light" panose="02010600030101010101" pitchFamily="2" charset="-122"/>
                  <a:ea typeface="等线 Light" panose="02010600030101010101" pitchFamily="2" charset="-122"/>
                  <a:cs typeface="+mn-cs"/>
                </a:rPr>
                <a:t>Buddy</a:t>
              </a:r>
              <a:r>
                <a:rPr kumimoji="0" lang="zh-CN" altLang="en-US" sz="1800" b="0" i="0" u="none" strike="noStrike" kern="1200" cap="none" spc="0" normalizeH="0" baseline="0" noProof="0" dirty="0">
                  <a:ln>
                    <a:noFill/>
                  </a:ln>
                  <a:solidFill>
                    <a:srgbClr val="000000"/>
                  </a:solidFill>
                  <a:effectLst/>
                  <a:uLnTx/>
                  <a:uFillTx/>
                  <a:latin typeface="等线 Light" panose="02010600030101010101" pitchFamily="2" charset="-122"/>
                  <a:ea typeface="等线 Light" panose="02010600030101010101" pitchFamily="2" charset="-122"/>
                  <a:cs typeface="+mn-cs"/>
                </a:rPr>
                <a:t>算法</a:t>
              </a:r>
              <a:endParaRPr kumimoji="0" lang="en-US" altLang="zh-CN" sz="1800" b="0" i="0" u="none" strike="noStrike" kern="1200" cap="none" spc="0" normalizeH="0" baseline="0" noProof="0" dirty="0">
                <a:ln>
                  <a:noFill/>
                </a:ln>
                <a:solidFill>
                  <a:srgbClr val="000000"/>
                </a:solidFill>
                <a:effectLst/>
                <a:uLnTx/>
                <a:uFillTx/>
                <a:latin typeface="等线 Light" panose="02010600030101010101" pitchFamily="2" charset="-122"/>
                <a:ea typeface="等线 Light" panose="02010600030101010101" pitchFamily="2" charset="-122"/>
                <a:cs typeface="+mn-cs"/>
              </a:endParaRPr>
            </a:p>
            <a:p>
              <a:pPr marL="742950" marR="0" lvl="1"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endParaRPr kumimoji="0" lang="zh-CN" altLang="en-US" sz="1800" b="0"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endParaRPr>
            </a:p>
          </p:txBody>
        </p:sp>
      </p:grpSp>
      <p:grpSp>
        <p:nvGrpSpPr>
          <p:cNvPr id="15" name="组合 14"/>
          <p:cNvGrpSpPr/>
          <p:nvPr/>
        </p:nvGrpSpPr>
        <p:grpSpPr>
          <a:xfrm>
            <a:off x="6153630" y="1367758"/>
            <a:ext cx="5286615" cy="1208086"/>
            <a:chOff x="437990" y="1367758"/>
            <a:chExt cx="5286615" cy="1208086"/>
          </a:xfrm>
        </p:grpSpPr>
        <p:sp>
          <p:nvSpPr>
            <p:cNvPr id="16" name="矩形: 折角 15"/>
            <p:cNvSpPr/>
            <p:nvPr/>
          </p:nvSpPr>
          <p:spPr>
            <a:xfrm>
              <a:off x="437990" y="1367758"/>
              <a:ext cx="5286615" cy="914400"/>
            </a:xfrm>
            <a:prstGeom prst="foldedCorner">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a:bodyPr>
            <a:lstStyle/>
            <a:p>
              <a:pPr marL="0" marR="0" lvl="0" indent="0" algn="l" defTabSz="914400" rtl="0" eaLnBrk="1" fontAlgn="auto" latinLnBrk="0" hangingPunct="1">
                <a:lnSpc>
                  <a:spcPct val="130000"/>
                </a:lnSpc>
                <a:spcBef>
                  <a:spcPts val="0"/>
                </a:spcBef>
                <a:spcAft>
                  <a:spcPts val="0"/>
                </a:spcAft>
                <a:buClrTx/>
                <a:buSzTx/>
                <a:buFontTx/>
                <a:buNone/>
                <a:tabLst/>
                <a:defRPr/>
              </a:pPr>
              <a:endParaRPr kumimoji="1" lang="zh-CN" altLang="en-US" sz="2000" b="0" i="0" u="none" strike="noStrike" kern="1200" cap="none" spc="0" normalizeH="0" baseline="0" noProof="0" dirty="0">
                <a:ln>
                  <a:noFill/>
                </a:ln>
                <a:solidFill>
                  <a:srgbClr val="000000">
                    <a:lumMod val="75000"/>
                    <a:lumOff val="25000"/>
                  </a:srgbClr>
                </a:solidFill>
                <a:effectLst/>
                <a:uLnTx/>
                <a:uFillTx/>
                <a:latin typeface="Arial"/>
                <a:ea typeface="华文中宋"/>
                <a:cs typeface="+mn-cs"/>
              </a:endParaRPr>
            </a:p>
          </p:txBody>
        </p:sp>
        <p:sp>
          <p:nvSpPr>
            <p:cNvPr id="17" name="文本框 16"/>
            <p:cNvSpPr txBox="1"/>
            <p:nvPr/>
          </p:nvSpPr>
          <p:spPr>
            <a:xfrm>
              <a:off x="558469" y="1424567"/>
              <a:ext cx="5081612" cy="1151277"/>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u"/>
                <a:tabLst/>
                <a:defRPr/>
              </a:pPr>
              <a:r>
                <a:rPr kumimoji="0" lang="en-US" altLang="zh-CN" sz="1800" b="0" i="0" u="none" strike="noStrike" kern="1200" cap="none" spc="0" normalizeH="0" baseline="0" noProof="0" dirty="0">
                  <a:ln>
                    <a:noFill/>
                  </a:ln>
                  <a:solidFill>
                    <a:srgbClr val="000000"/>
                  </a:solidFill>
                  <a:effectLst/>
                  <a:uLnTx/>
                  <a:uFillTx/>
                  <a:latin typeface="微软雅黑"/>
                  <a:ea typeface="微软雅黑"/>
                  <a:cs typeface="+mn-cs"/>
                </a:rPr>
                <a:t>LWEXT4</a:t>
              </a:r>
              <a:endParaRPr kumimoji="0" lang="zh-CN" altLang="en-US" sz="1800" b="0" i="0" u="none" strike="noStrike" kern="1200" cap="none" spc="0" normalizeH="0" baseline="0" noProof="0" dirty="0">
                <a:ln>
                  <a:noFill/>
                </a:ln>
                <a:solidFill>
                  <a:srgbClr val="000000"/>
                </a:solidFill>
                <a:effectLst/>
                <a:uLnTx/>
                <a:uFillTx/>
                <a:latin typeface="微软雅黑"/>
                <a:ea typeface="微软雅黑"/>
                <a:cs typeface="+mn-cs"/>
              </a:endParaRPr>
            </a:p>
            <a:p>
              <a:pPr marL="742950" marR="0" lvl="1"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zh-CN" altLang="en-US" sz="1800" b="0" i="0" u="none" strike="noStrike" kern="1200" cap="none" spc="0" normalizeH="0" baseline="0" noProof="0" dirty="0">
                  <a:ln>
                    <a:noFill/>
                  </a:ln>
                  <a:solidFill>
                    <a:srgbClr val="000000"/>
                  </a:solidFill>
                  <a:effectLst/>
                  <a:uLnTx/>
                  <a:uFillTx/>
                  <a:latin typeface="等线 Light" panose="02010600030101010101" pitchFamily="2" charset="-122"/>
                  <a:ea typeface="等线 Light" panose="02010600030101010101" pitchFamily="2" charset="-122"/>
                  <a:cs typeface="+mn-cs"/>
                </a:rPr>
                <a:t>移植</a:t>
              </a:r>
              <a:r>
                <a:rPr kumimoji="0" lang="en-US" altLang="zh-CN" sz="1800" b="0" i="0" u="none" strike="noStrike" kern="1200" cap="none" spc="0" normalizeH="0" baseline="0" noProof="0" dirty="0">
                  <a:ln>
                    <a:noFill/>
                  </a:ln>
                  <a:solidFill>
                    <a:srgbClr val="000000"/>
                  </a:solidFill>
                  <a:effectLst/>
                  <a:uLnTx/>
                  <a:uFillTx/>
                  <a:latin typeface="等线 Light" panose="02010600030101010101" pitchFamily="2" charset="-122"/>
                  <a:ea typeface="等线 Light" panose="02010600030101010101" pitchFamily="2" charset="-122"/>
                  <a:cs typeface="+mn-cs"/>
                </a:rPr>
                <a:t>c</a:t>
              </a:r>
              <a:r>
                <a:rPr kumimoji="0" lang="zh-CN" altLang="en-US" sz="1800" b="0" i="0" u="none" strike="noStrike" kern="1200" cap="none" spc="0" normalizeH="0" baseline="0" noProof="0" dirty="0">
                  <a:ln>
                    <a:noFill/>
                  </a:ln>
                  <a:solidFill>
                    <a:srgbClr val="000000"/>
                  </a:solidFill>
                  <a:effectLst/>
                  <a:uLnTx/>
                  <a:uFillTx/>
                  <a:latin typeface="等线 Light" panose="02010600030101010101" pitchFamily="2" charset="-122"/>
                  <a:ea typeface="等线 Light" panose="02010600030101010101" pitchFamily="2" charset="-122"/>
                  <a:cs typeface="+mn-cs"/>
                </a:rPr>
                <a:t>语言</a:t>
              </a:r>
              <a:r>
                <a:rPr kumimoji="0" lang="en-US" altLang="zh-CN" sz="1800" b="0" i="0" u="none" strike="noStrike" kern="1200" cap="none" spc="0" normalizeH="0" baseline="0" noProof="0" dirty="0">
                  <a:ln>
                    <a:noFill/>
                  </a:ln>
                  <a:solidFill>
                    <a:srgbClr val="000000"/>
                  </a:solidFill>
                  <a:effectLst/>
                  <a:uLnTx/>
                  <a:uFillTx/>
                  <a:latin typeface="等线 Light" panose="02010600030101010101" pitchFamily="2" charset="-122"/>
                  <a:ea typeface="等线 Light" panose="02010600030101010101" pitchFamily="2" charset="-122"/>
                  <a:cs typeface="+mn-cs"/>
                </a:rPr>
                <a:t>ext4</a:t>
              </a:r>
              <a:r>
                <a:rPr kumimoji="0" lang="zh-CN" altLang="en-US" sz="1800" b="0" i="0" u="none" strike="noStrike" kern="1200" cap="none" spc="0" normalizeH="0" baseline="0" noProof="0" dirty="0">
                  <a:ln>
                    <a:noFill/>
                  </a:ln>
                  <a:solidFill>
                    <a:srgbClr val="000000"/>
                  </a:solidFill>
                  <a:effectLst/>
                  <a:uLnTx/>
                  <a:uFillTx/>
                  <a:latin typeface="等线 Light" panose="02010600030101010101" pitchFamily="2" charset="-122"/>
                  <a:ea typeface="等线 Light" panose="02010600030101010101" pitchFamily="2" charset="-122"/>
                  <a:cs typeface="+mn-cs"/>
                </a:rPr>
                <a:t>库</a:t>
              </a:r>
              <a:endParaRPr kumimoji="0" lang="en-US" altLang="zh-CN" sz="1800" b="0" i="0" u="none" strike="noStrike" kern="1200" cap="none" spc="0" normalizeH="0" baseline="0" noProof="0" dirty="0">
                <a:ln>
                  <a:noFill/>
                </a:ln>
                <a:solidFill>
                  <a:srgbClr val="000000"/>
                </a:solidFill>
                <a:effectLst/>
                <a:uLnTx/>
                <a:uFillTx/>
                <a:latin typeface="等线 Light" panose="02010600030101010101" pitchFamily="2" charset="-122"/>
                <a:ea typeface="等线 Light" panose="02010600030101010101" pitchFamily="2" charset="-122"/>
                <a:cs typeface="+mn-cs"/>
              </a:endParaRPr>
            </a:p>
            <a:p>
              <a:pPr marL="742950" marR="0" lvl="1"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endParaRPr kumimoji="0" lang="zh-CN" altLang="en-US" sz="1800" b="0"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endParaRPr>
            </a:p>
          </p:txBody>
        </p:sp>
      </p:grpSp>
      <p:grpSp>
        <p:nvGrpSpPr>
          <p:cNvPr id="19" name="组合 18"/>
          <p:cNvGrpSpPr/>
          <p:nvPr/>
        </p:nvGrpSpPr>
        <p:grpSpPr>
          <a:xfrm>
            <a:off x="6171607" y="2592855"/>
            <a:ext cx="5286615" cy="1208086"/>
            <a:chOff x="437990" y="1367758"/>
            <a:chExt cx="5286615" cy="1208086"/>
          </a:xfrm>
        </p:grpSpPr>
        <p:sp>
          <p:nvSpPr>
            <p:cNvPr id="20" name="矩形: 折角 19"/>
            <p:cNvSpPr/>
            <p:nvPr/>
          </p:nvSpPr>
          <p:spPr>
            <a:xfrm>
              <a:off x="437990" y="1367758"/>
              <a:ext cx="5286615" cy="914400"/>
            </a:xfrm>
            <a:prstGeom prst="foldedCorner">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a:bodyPr>
            <a:lstStyle/>
            <a:p>
              <a:pPr marL="0" marR="0" lvl="0" indent="0" algn="l" defTabSz="914400" rtl="0" eaLnBrk="1" fontAlgn="auto" latinLnBrk="0" hangingPunct="1">
                <a:lnSpc>
                  <a:spcPct val="130000"/>
                </a:lnSpc>
                <a:spcBef>
                  <a:spcPts val="0"/>
                </a:spcBef>
                <a:spcAft>
                  <a:spcPts val="0"/>
                </a:spcAft>
                <a:buClrTx/>
                <a:buSzTx/>
                <a:buFontTx/>
                <a:buNone/>
                <a:tabLst/>
                <a:defRPr/>
              </a:pPr>
              <a:endParaRPr kumimoji="1" lang="zh-CN" altLang="en-US" sz="2000" b="0" i="0" u="none" strike="noStrike" kern="1200" cap="none" spc="0" normalizeH="0" baseline="0" noProof="0" dirty="0">
                <a:ln>
                  <a:noFill/>
                </a:ln>
                <a:solidFill>
                  <a:srgbClr val="000000">
                    <a:lumMod val="75000"/>
                    <a:lumOff val="25000"/>
                  </a:srgbClr>
                </a:solidFill>
                <a:effectLst/>
                <a:uLnTx/>
                <a:uFillTx/>
                <a:latin typeface="Arial"/>
                <a:ea typeface="华文中宋"/>
                <a:cs typeface="+mn-cs"/>
              </a:endParaRPr>
            </a:p>
          </p:txBody>
        </p:sp>
        <p:sp>
          <p:nvSpPr>
            <p:cNvPr id="21" name="文本框 20"/>
            <p:cNvSpPr txBox="1"/>
            <p:nvPr/>
          </p:nvSpPr>
          <p:spPr>
            <a:xfrm>
              <a:off x="558469" y="1424567"/>
              <a:ext cx="5081612" cy="1151277"/>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u"/>
                <a:tabLst/>
                <a:defRPr/>
              </a:pPr>
              <a:r>
                <a:rPr kumimoji="0" lang="en-US" altLang="zh-CN" sz="1800" b="0" i="0" u="none" strike="noStrike" kern="1200" cap="none" spc="0" normalizeH="0" baseline="0" noProof="0" dirty="0">
                  <a:ln>
                    <a:noFill/>
                  </a:ln>
                  <a:solidFill>
                    <a:srgbClr val="000000"/>
                  </a:solidFill>
                  <a:effectLst/>
                  <a:uLnTx/>
                  <a:uFillTx/>
                  <a:latin typeface="微软雅黑"/>
                  <a:ea typeface="微软雅黑"/>
                  <a:cs typeface="+mn-cs"/>
                </a:rPr>
                <a:t>Open-</a:t>
              </a:r>
              <a:r>
                <a:rPr kumimoji="0" lang="en-US" altLang="zh-CN" sz="1800" b="0" i="0" u="none" strike="noStrike" kern="1200" cap="none" spc="0" normalizeH="0" baseline="0" noProof="0" dirty="0" err="1">
                  <a:ln>
                    <a:noFill/>
                  </a:ln>
                  <a:solidFill>
                    <a:srgbClr val="000000"/>
                  </a:solidFill>
                  <a:effectLst/>
                  <a:uLnTx/>
                  <a:uFillTx/>
                  <a:latin typeface="微软雅黑"/>
                  <a:ea typeface="微软雅黑"/>
                  <a:cs typeface="+mn-cs"/>
                </a:rPr>
                <a:t>NPStack</a:t>
              </a:r>
              <a:endParaRPr kumimoji="0" lang="zh-CN" altLang="en-US" sz="1800" b="0" i="0" u="none" strike="noStrike" kern="1200" cap="none" spc="0" normalizeH="0" baseline="0" noProof="0" dirty="0">
                <a:ln>
                  <a:noFill/>
                </a:ln>
                <a:solidFill>
                  <a:srgbClr val="000000"/>
                </a:solidFill>
                <a:effectLst/>
                <a:uLnTx/>
                <a:uFillTx/>
                <a:latin typeface="微软雅黑"/>
                <a:ea typeface="微软雅黑"/>
                <a:cs typeface="+mn-cs"/>
              </a:endParaRPr>
            </a:p>
            <a:p>
              <a:pPr marL="742950" marR="0" lvl="1"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zh-CN" altLang="en-US" sz="1800" b="0" i="0" u="none" strike="noStrike" kern="1200" cap="none" spc="0" normalizeH="0" baseline="0" noProof="0" dirty="0">
                  <a:ln>
                    <a:noFill/>
                  </a:ln>
                  <a:solidFill>
                    <a:srgbClr val="000000"/>
                  </a:solidFill>
                  <a:effectLst/>
                  <a:uLnTx/>
                  <a:uFillTx/>
                  <a:latin typeface="等线 Light" panose="02010600030101010101" pitchFamily="2" charset="-122"/>
                  <a:ea typeface="等线 Light" panose="02010600030101010101" pitchFamily="2" charset="-122"/>
                  <a:cs typeface="+mn-cs"/>
                </a:rPr>
                <a:t>移植开源网络协议栈</a:t>
              </a:r>
              <a:endParaRPr kumimoji="0" lang="en-US" altLang="zh-CN" sz="1800" b="0" i="0" u="none" strike="noStrike" kern="1200" cap="none" spc="0" normalizeH="0" baseline="0" noProof="0" dirty="0">
                <a:ln>
                  <a:noFill/>
                </a:ln>
                <a:solidFill>
                  <a:srgbClr val="000000"/>
                </a:solidFill>
                <a:effectLst/>
                <a:uLnTx/>
                <a:uFillTx/>
                <a:latin typeface="等线 Light" panose="02010600030101010101" pitchFamily="2" charset="-122"/>
                <a:ea typeface="等线 Light" panose="02010600030101010101" pitchFamily="2" charset="-122"/>
                <a:cs typeface="+mn-cs"/>
              </a:endParaRPr>
            </a:p>
            <a:p>
              <a:pPr marL="742950" marR="0" lvl="1"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endParaRPr kumimoji="0" lang="zh-CN" altLang="en-US" sz="1800" b="0"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endParaRPr>
            </a:p>
          </p:txBody>
        </p:sp>
      </p:grpSp>
      <p:grpSp>
        <p:nvGrpSpPr>
          <p:cNvPr id="22" name="组合 21"/>
          <p:cNvGrpSpPr/>
          <p:nvPr/>
        </p:nvGrpSpPr>
        <p:grpSpPr>
          <a:xfrm>
            <a:off x="6153629" y="3873215"/>
            <a:ext cx="5286615" cy="1208086"/>
            <a:chOff x="437990" y="1367758"/>
            <a:chExt cx="5286615" cy="1208086"/>
          </a:xfrm>
        </p:grpSpPr>
        <p:sp>
          <p:nvSpPr>
            <p:cNvPr id="23" name="矩形: 折角 22"/>
            <p:cNvSpPr/>
            <p:nvPr/>
          </p:nvSpPr>
          <p:spPr>
            <a:xfrm>
              <a:off x="437990" y="1367758"/>
              <a:ext cx="5286615" cy="914400"/>
            </a:xfrm>
            <a:prstGeom prst="foldedCorner">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a:bodyPr>
            <a:lstStyle/>
            <a:p>
              <a:pPr marL="0" marR="0" lvl="0" indent="0" algn="l" defTabSz="914400" rtl="0" eaLnBrk="1" fontAlgn="auto" latinLnBrk="0" hangingPunct="1">
                <a:lnSpc>
                  <a:spcPct val="130000"/>
                </a:lnSpc>
                <a:spcBef>
                  <a:spcPts val="0"/>
                </a:spcBef>
                <a:spcAft>
                  <a:spcPts val="0"/>
                </a:spcAft>
                <a:buClrTx/>
                <a:buSzTx/>
                <a:buFontTx/>
                <a:buNone/>
                <a:tabLst/>
                <a:defRPr/>
              </a:pPr>
              <a:endParaRPr kumimoji="1" lang="zh-CN" altLang="en-US" sz="2000" b="0" i="0" u="none" strike="noStrike" kern="1200" cap="none" spc="0" normalizeH="0" baseline="0" noProof="0" dirty="0">
                <a:ln>
                  <a:noFill/>
                </a:ln>
                <a:solidFill>
                  <a:srgbClr val="000000">
                    <a:lumMod val="75000"/>
                    <a:lumOff val="25000"/>
                  </a:srgbClr>
                </a:solidFill>
                <a:effectLst/>
                <a:uLnTx/>
                <a:uFillTx/>
                <a:latin typeface="Arial"/>
                <a:ea typeface="华文中宋"/>
                <a:cs typeface="+mn-cs"/>
              </a:endParaRPr>
            </a:p>
          </p:txBody>
        </p:sp>
        <p:sp>
          <p:nvSpPr>
            <p:cNvPr id="24" name="文本框 23"/>
            <p:cNvSpPr txBox="1"/>
            <p:nvPr/>
          </p:nvSpPr>
          <p:spPr>
            <a:xfrm>
              <a:off x="558469" y="1424567"/>
              <a:ext cx="5081612" cy="1151277"/>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u"/>
                <a:tabLst/>
                <a:defRPr/>
              </a:pPr>
              <a:r>
                <a:rPr kumimoji="0" lang="en-US" altLang="zh-CN" sz="1800" b="0" i="0" u="none" strike="noStrike" kern="1200" cap="none" spc="0" normalizeH="0" baseline="0" noProof="0" dirty="0">
                  <a:ln>
                    <a:noFill/>
                  </a:ln>
                  <a:solidFill>
                    <a:srgbClr val="000000"/>
                  </a:solidFill>
                  <a:effectLst/>
                  <a:uLnTx/>
                  <a:uFillTx/>
                  <a:latin typeface="微软雅黑"/>
                  <a:ea typeface="微软雅黑"/>
                  <a:cs typeface="+mn-cs"/>
                </a:rPr>
                <a:t>2023</a:t>
              </a:r>
              <a:r>
                <a:rPr kumimoji="0" lang="zh-CN" altLang="en-US" sz="1800" b="0" i="0" u="none" strike="noStrike" kern="1200" cap="none" spc="0" normalizeH="0" baseline="0" noProof="0" dirty="0">
                  <a:ln>
                    <a:noFill/>
                  </a:ln>
                  <a:solidFill>
                    <a:srgbClr val="000000"/>
                  </a:solidFill>
                  <a:effectLst/>
                  <a:uLnTx/>
                  <a:uFillTx/>
                  <a:latin typeface="微软雅黑"/>
                  <a:ea typeface="微软雅黑"/>
                  <a:cs typeface="+mn-cs"/>
                </a:rPr>
                <a:t>华中科技大学队伍</a:t>
              </a:r>
              <a:r>
                <a:rPr kumimoji="0" lang="en-US" altLang="zh-CN" sz="1800" b="0" i="0" u="none" strike="noStrike" kern="1200" cap="none" spc="0" normalizeH="0" baseline="0" noProof="0" dirty="0">
                  <a:ln>
                    <a:noFill/>
                  </a:ln>
                  <a:solidFill>
                    <a:srgbClr val="000000"/>
                  </a:solidFill>
                  <a:effectLst/>
                  <a:uLnTx/>
                  <a:uFillTx/>
                  <a:latin typeface="微软雅黑"/>
                  <a:ea typeface="微软雅黑"/>
                  <a:cs typeface="+mn-cs"/>
                </a:rPr>
                <a:t>AVX</a:t>
              </a:r>
              <a:endParaRPr kumimoji="0" lang="zh-CN" altLang="en-US" sz="1800" b="0" i="0" u="none" strike="noStrike" kern="1200" cap="none" spc="0" normalizeH="0" baseline="0" noProof="0" dirty="0">
                <a:ln>
                  <a:noFill/>
                </a:ln>
                <a:solidFill>
                  <a:srgbClr val="000000"/>
                </a:solidFill>
                <a:effectLst/>
                <a:uLnTx/>
                <a:uFillTx/>
                <a:latin typeface="微软雅黑"/>
                <a:ea typeface="微软雅黑"/>
                <a:cs typeface="+mn-cs"/>
              </a:endParaRPr>
            </a:p>
            <a:p>
              <a:pPr marL="742950" marR="0" lvl="1"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zh-CN" altLang="en-US" sz="1800" b="0" i="0" u="none" strike="noStrike" kern="1200" cap="none" spc="0" normalizeH="0" baseline="0" noProof="0" dirty="0">
                  <a:ln>
                    <a:noFill/>
                  </a:ln>
                  <a:solidFill>
                    <a:srgbClr val="000000"/>
                  </a:solidFill>
                  <a:effectLst/>
                  <a:uLnTx/>
                  <a:uFillTx/>
                  <a:latin typeface="等线 Light" panose="02010600030101010101" pitchFamily="2" charset="-122"/>
                  <a:ea typeface="等线 Light" panose="02010600030101010101" pitchFamily="2" charset="-122"/>
                  <a:cs typeface="+mn-cs"/>
                </a:rPr>
                <a:t>移植了</a:t>
              </a:r>
              <a:r>
                <a:rPr kumimoji="0" lang="en-US" altLang="zh-CN" sz="1800" b="0" i="0" u="none" strike="noStrike" kern="1200" cap="none" spc="0" normalizeH="0" baseline="0" noProof="0" dirty="0" err="1">
                  <a:ln>
                    <a:noFill/>
                  </a:ln>
                  <a:solidFill>
                    <a:srgbClr val="000000"/>
                  </a:solidFill>
                  <a:effectLst/>
                  <a:uLnTx/>
                  <a:uFillTx/>
                  <a:latin typeface="等线 Light" panose="02010600030101010101" pitchFamily="2" charset="-122"/>
                  <a:ea typeface="等线 Light" panose="02010600030101010101" pitchFamily="2" charset="-122"/>
                  <a:cs typeface="+mn-cs"/>
                </a:rPr>
                <a:t>sdcard</a:t>
              </a:r>
              <a:r>
                <a:rPr kumimoji="0" lang="zh-CN" altLang="en-US" sz="1800" b="0" i="0" u="none" strike="noStrike" kern="1200" cap="none" spc="0" normalizeH="0" baseline="0" noProof="0" dirty="0">
                  <a:ln>
                    <a:noFill/>
                  </a:ln>
                  <a:solidFill>
                    <a:srgbClr val="000000"/>
                  </a:solidFill>
                  <a:effectLst/>
                  <a:uLnTx/>
                  <a:uFillTx/>
                  <a:latin typeface="等线 Light" panose="02010600030101010101" pitchFamily="2" charset="-122"/>
                  <a:ea typeface="等线 Light" panose="02010600030101010101" pitchFamily="2" charset="-122"/>
                  <a:cs typeface="+mn-cs"/>
                </a:rPr>
                <a:t>驱动</a:t>
              </a:r>
              <a:endParaRPr kumimoji="0" lang="en-US" altLang="zh-CN" sz="1800" b="0" i="0" u="none" strike="noStrike" kern="1200" cap="none" spc="0" normalizeH="0" baseline="0" noProof="0" dirty="0">
                <a:ln>
                  <a:noFill/>
                </a:ln>
                <a:solidFill>
                  <a:srgbClr val="000000"/>
                </a:solidFill>
                <a:effectLst/>
                <a:uLnTx/>
                <a:uFillTx/>
                <a:latin typeface="等线 Light" panose="02010600030101010101" pitchFamily="2" charset="-122"/>
                <a:ea typeface="等线 Light" panose="02010600030101010101" pitchFamily="2" charset="-122"/>
                <a:cs typeface="+mn-cs"/>
              </a:endParaRPr>
            </a:p>
            <a:p>
              <a:pPr marL="742950" marR="0" lvl="1"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endParaRPr kumimoji="0" lang="zh-CN" altLang="en-US" sz="1800" b="0"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endParaRPr>
            </a:p>
          </p:txBody>
        </p:sp>
      </p:grpSp>
      <p:grpSp>
        <p:nvGrpSpPr>
          <p:cNvPr id="25" name="组合 24"/>
          <p:cNvGrpSpPr/>
          <p:nvPr/>
        </p:nvGrpSpPr>
        <p:grpSpPr>
          <a:xfrm>
            <a:off x="437987" y="5210829"/>
            <a:ext cx="5286615" cy="1201680"/>
            <a:chOff x="437990" y="1367758"/>
            <a:chExt cx="5286615" cy="1201680"/>
          </a:xfrm>
        </p:grpSpPr>
        <p:sp>
          <p:nvSpPr>
            <p:cNvPr id="26" name="矩形: 折角 25"/>
            <p:cNvSpPr/>
            <p:nvPr/>
          </p:nvSpPr>
          <p:spPr>
            <a:xfrm>
              <a:off x="437990" y="1367758"/>
              <a:ext cx="5286615" cy="914400"/>
            </a:xfrm>
            <a:prstGeom prst="foldedCorner">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a:bodyPr>
            <a:lstStyle/>
            <a:p>
              <a:pPr marL="0" marR="0" lvl="0" indent="0" algn="l" defTabSz="914400" rtl="0" eaLnBrk="1" fontAlgn="auto" latinLnBrk="0" hangingPunct="1">
                <a:lnSpc>
                  <a:spcPct val="130000"/>
                </a:lnSpc>
                <a:spcBef>
                  <a:spcPts val="0"/>
                </a:spcBef>
                <a:spcAft>
                  <a:spcPts val="0"/>
                </a:spcAft>
                <a:buClrTx/>
                <a:buSzTx/>
                <a:buFontTx/>
                <a:buNone/>
                <a:tabLst/>
                <a:defRPr/>
              </a:pPr>
              <a:endParaRPr kumimoji="1" lang="zh-CN" altLang="en-US" sz="2000" b="0" i="0" u="none" strike="noStrike" kern="1200" cap="none" spc="0" normalizeH="0" baseline="0" noProof="0" dirty="0">
                <a:ln>
                  <a:noFill/>
                </a:ln>
                <a:solidFill>
                  <a:srgbClr val="000000">
                    <a:lumMod val="75000"/>
                    <a:lumOff val="25000"/>
                  </a:srgbClr>
                </a:solidFill>
                <a:effectLst/>
                <a:uLnTx/>
                <a:uFillTx/>
                <a:latin typeface="Arial"/>
                <a:ea typeface="华文中宋"/>
                <a:cs typeface="+mn-cs"/>
              </a:endParaRPr>
            </a:p>
          </p:txBody>
        </p:sp>
        <p:sp>
          <p:nvSpPr>
            <p:cNvPr id="27" name="文本框 26"/>
            <p:cNvSpPr txBox="1"/>
            <p:nvPr/>
          </p:nvSpPr>
          <p:spPr>
            <a:xfrm>
              <a:off x="540491" y="1418161"/>
              <a:ext cx="5081612" cy="1151277"/>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u"/>
                <a:tabLst/>
                <a:defRPr/>
              </a:pPr>
              <a:r>
                <a:rPr kumimoji="0" lang="en-US" altLang="zh-CN" sz="1800" b="0" i="0" u="none" strike="noStrike" kern="1200" cap="none" spc="0" normalizeH="0" baseline="0" noProof="0" dirty="0">
                  <a:ln>
                    <a:noFill/>
                  </a:ln>
                  <a:solidFill>
                    <a:srgbClr val="000000"/>
                  </a:solidFill>
                  <a:effectLst/>
                  <a:uLnTx/>
                  <a:uFillTx/>
                  <a:latin typeface="微软雅黑"/>
                  <a:ea typeface="微软雅黑"/>
                  <a:cs typeface="+mn-cs"/>
                </a:rPr>
                <a:t>EASTL</a:t>
              </a:r>
              <a:endParaRPr kumimoji="0" lang="zh-CN" altLang="en-US" sz="1800" b="0" i="0" u="none" strike="noStrike" kern="1200" cap="none" spc="0" normalizeH="0" baseline="0" noProof="0" dirty="0">
                <a:ln>
                  <a:noFill/>
                </a:ln>
                <a:solidFill>
                  <a:srgbClr val="000000"/>
                </a:solidFill>
                <a:effectLst/>
                <a:uLnTx/>
                <a:uFillTx/>
                <a:latin typeface="微软雅黑"/>
                <a:ea typeface="微软雅黑"/>
                <a:cs typeface="+mn-cs"/>
              </a:endParaRPr>
            </a:p>
            <a:p>
              <a:pPr marL="742950" marR="0" lvl="1"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zh-CN" altLang="en-US" sz="1800" b="0" i="0" u="none" strike="noStrike" kern="1200" cap="none" spc="0" normalizeH="0" baseline="0" noProof="0" dirty="0">
                  <a:ln>
                    <a:noFill/>
                  </a:ln>
                  <a:solidFill>
                    <a:srgbClr val="000000"/>
                  </a:solidFill>
                  <a:effectLst/>
                  <a:uLnTx/>
                  <a:uFillTx/>
                  <a:latin typeface="等线 Light" panose="02010600030101010101" pitchFamily="2" charset="-122"/>
                  <a:ea typeface="等线 Light" panose="02010600030101010101" pitchFamily="2" charset="-122"/>
                  <a:cs typeface="+mn-cs"/>
                </a:rPr>
                <a:t>作为第三方库</a:t>
              </a:r>
              <a:endParaRPr kumimoji="0" lang="en-US" altLang="zh-CN" sz="1800" b="0" i="0" u="none" strike="noStrike" kern="1200" cap="none" spc="0" normalizeH="0" baseline="0" noProof="0" dirty="0">
                <a:ln>
                  <a:noFill/>
                </a:ln>
                <a:solidFill>
                  <a:srgbClr val="000000"/>
                </a:solidFill>
                <a:effectLst/>
                <a:uLnTx/>
                <a:uFillTx/>
                <a:latin typeface="等线 Light" panose="02010600030101010101" pitchFamily="2" charset="-122"/>
                <a:ea typeface="等线 Light" panose="02010600030101010101" pitchFamily="2" charset="-122"/>
                <a:cs typeface="+mn-cs"/>
              </a:endParaRPr>
            </a:p>
            <a:p>
              <a:pPr marL="742950" marR="0" lvl="1"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endParaRPr kumimoji="0" lang="zh-CN" altLang="en-US" sz="1800" b="0"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endParaRPr>
            </a:p>
          </p:txBody>
        </p:sp>
      </p:grpSp>
      <p:cxnSp>
        <p:nvCxnSpPr>
          <p:cNvPr id="5" name="直接连接符 4">
            <a:extLst>
              <a:ext uri="{FF2B5EF4-FFF2-40B4-BE49-F238E27FC236}">
                <a16:creationId xmlns:a16="http://schemas.microsoft.com/office/drawing/2014/main" id="{1D8069B9-D055-0E26-781D-A9838C4CBE9B}"/>
              </a:ext>
            </a:extLst>
          </p:cNvPr>
          <p:cNvCxnSpPr>
            <a:cxnSpLocks/>
          </p:cNvCxnSpPr>
          <p:nvPr/>
        </p:nvCxnSpPr>
        <p:spPr>
          <a:xfrm>
            <a:off x="437987" y="2441196"/>
            <a:ext cx="11197543" cy="0"/>
          </a:xfrm>
          <a:prstGeom prst="line">
            <a:avLst/>
          </a:prstGeom>
          <a:ln w="12700">
            <a:solidFill>
              <a:schemeClr val="accent2"/>
            </a:solidFill>
            <a:prstDash val="lgDashDot"/>
          </a:ln>
        </p:spPr>
        <p:style>
          <a:lnRef idx="1">
            <a:schemeClr val="accent1"/>
          </a:lnRef>
          <a:fillRef idx="0">
            <a:schemeClr val="accent1"/>
          </a:fillRef>
          <a:effectRef idx="0">
            <a:schemeClr val="accent1"/>
          </a:effectRef>
          <a:fontRef idx="minor">
            <a:schemeClr val="tx1"/>
          </a:fontRef>
        </p:style>
      </p:cxnSp>
      <p:cxnSp>
        <p:nvCxnSpPr>
          <p:cNvPr id="18" name="直接连接符 17">
            <a:extLst>
              <a:ext uri="{FF2B5EF4-FFF2-40B4-BE49-F238E27FC236}">
                <a16:creationId xmlns:a16="http://schemas.microsoft.com/office/drawing/2014/main" id="{D7977E3E-DC0D-96BA-3F79-5E96A14B7AE0}"/>
              </a:ext>
            </a:extLst>
          </p:cNvPr>
          <p:cNvCxnSpPr>
            <a:cxnSpLocks/>
          </p:cNvCxnSpPr>
          <p:nvPr/>
        </p:nvCxnSpPr>
        <p:spPr>
          <a:xfrm>
            <a:off x="437987" y="3717721"/>
            <a:ext cx="11197543" cy="0"/>
          </a:xfrm>
          <a:prstGeom prst="line">
            <a:avLst/>
          </a:prstGeom>
          <a:ln w="12700">
            <a:solidFill>
              <a:schemeClr val="accent2"/>
            </a:solidFill>
            <a:prstDash val="lgDashDot"/>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B6468CBC-2E79-4528-D911-0A03540754A3}"/>
              </a:ext>
            </a:extLst>
          </p:cNvPr>
          <p:cNvCxnSpPr>
            <a:cxnSpLocks/>
          </p:cNvCxnSpPr>
          <p:nvPr/>
        </p:nvCxnSpPr>
        <p:spPr>
          <a:xfrm>
            <a:off x="437987" y="5009626"/>
            <a:ext cx="11197543" cy="0"/>
          </a:xfrm>
          <a:prstGeom prst="line">
            <a:avLst/>
          </a:prstGeom>
          <a:ln w="12700">
            <a:solidFill>
              <a:schemeClr val="accent2"/>
            </a:solidFill>
            <a:prstDash val="lgDashDot"/>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8916BB7A-269A-C140-50E5-296446AE859D}"/>
              </a:ext>
            </a:extLst>
          </p:cNvPr>
          <p:cNvCxnSpPr>
            <a:cxnSpLocks/>
          </p:cNvCxnSpPr>
          <p:nvPr/>
        </p:nvCxnSpPr>
        <p:spPr>
          <a:xfrm>
            <a:off x="437987" y="6309919"/>
            <a:ext cx="11197543" cy="0"/>
          </a:xfrm>
          <a:prstGeom prst="line">
            <a:avLst/>
          </a:prstGeom>
          <a:ln w="12700">
            <a:solidFill>
              <a:schemeClr val="accent2"/>
            </a:solidFill>
            <a:prstDash val="lgDashDot"/>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A1A23B32-33FF-8675-92E6-C1CABC316F68}"/>
              </a:ext>
            </a:extLst>
          </p:cNvPr>
          <p:cNvCxnSpPr>
            <a:cxnSpLocks/>
          </p:cNvCxnSpPr>
          <p:nvPr/>
        </p:nvCxnSpPr>
        <p:spPr>
          <a:xfrm>
            <a:off x="5897461" y="1132514"/>
            <a:ext cx="0" cy="5511567"/>
          </a:xfrm>
          <a:prstGeom prst="line">
            <a:avLst/>
          </a:prstGeom>
          <a:ln w="12700">
            <a:solidFill>
              <a:schemeClr val="accent2"/>
            </a:solidFill>
            <a:prstDash val="lgDashDot"/>
          </a:ln>
        </p:spPr>
        <p:style>
          <a:lnRef idx="1">
            <a:schemeClr val="accent1"/>
          </a:lnRef>
          <a:fillRef idx="0">
            <a:schemeClr val="accent1"/>
          </a:fillRef>
          <a:effectRef idx="0">
            <a:schemeClr val="accent1"/>
          </a:effectRef>
          <a:fontRef idx="minor">
            <a:schemeClr val="tx1"/>
          </a:fontRef>
        </p:style>
      </p:cxnSp>
      <p:grpSp>
        <p:nvGrpSpPr>
          <p:cNvPr id="11" name="组合 10">
            <a:extLst>
              <a:ext uri="{FF2B5EF4-FFF2-40B4-BE49-F238E27FC236}">
                <a16:creationId xmlns:a16="http://schemas.microsoft.com/office/drawing/2014/main" id="{5028ED2C-7196-E9AC-A97A-A9081F186DA1}"/>
              </a:ext>
            </a:extLst>
          </p:cNvPr>
          <p:cNvGrpSpPr/>
          <p:nvPr/>
        </p:nvGrpSpPr>
        <p:grpSpPr>
          <a:xfrm>
            <a:off x="6171607" y="5210829"/>
            <a:ext cx="5286615" cy="1201680"/>
            <a:chOff x="437990" y="1367758"/>
            <a:chExt cx="5286615" cy="1201680"/>
          </a:xfrm>
        </p:grpSpPr>
        <p:sp>
          <p:nvSpPr>
            <p:cNvPr id="30" name="矩形: 折角 29">
              <a:extLst>
                <a:ext uri="{FF2B5EF4-FFF2-40B4-BE49-F238E27FC236}">
                  <a16:creationId xmlns:a16="http://schemas.microsoft.com/office/drawing/2014/main" id="{1A55B130-D397-232F-89A5-1B4EB6F48350}"/>
                </a:ext>
              </a:extLst>
            </p:cNvPr>
            <p:cNvSpPr/>
            <p:nvPr/>
          </p:nvSpPr>
          <p:spPr>
            <a:xfrm>
              <a:off x="437990" y="1367758"/>
              <a:ext cx="5286615" cy="914400"/>
            </a:xfrm>
            <a:prstGeom prst="foldedCorner">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a:bodyPr>
            <a:lstStyle/>
            <a:p>
              <a:pPr marL="0" marR="0" lvl="0" indent="0" algn="l" defTabSz="914400" rtl="0" eaLnBrk="1" fontAlgn="auto" latinLnBrk="0" hangingPunct="1">
                <a:lnSpc>
                  <a:spcPct val="130000"/>
                </a:lnSpc>
                <a:spcBef>
                  <a:spcPts val="0"/>
                </a:spcBef>
                <a:spcAft>
                  <a:spcPts val="0"/>
                </a:spcAft>
                <a:buClrTx/>
                <a:buSzTx/>
                <a:buFontTx/>
                <a:buNone/>
                <a:tabLst/>
                <a:defRPr/>
              </a:pPr>
              <a:endParaRPr kumimoji="1" lang="zh-CN" altLang="en-US" sz="2000" b="0" i="0" u="none" strike="noStrike" kern="1200" cap="none" spc="0" normalizeH="0" baseline="0" noProof="0" dirty="0">
                <a:ln>
                  <a:noFill/>
                </a:ln>
                <a:solidFill>
                  <a:srgbClr val="000000">
                    <a:lumMod val="75000"/>
                    <a:lumOff val="25000"/>
                  </a:srgbClr>
                </a:solidFill>
                <a:effectLst/>
                <a:uLnTx/>
                <a:uFillTx/>
                <a:latin typeface="Arial"/>
                <a:ea typeface="华文中宋"/>
                <a:cs typeface="+mn-cs"/>
              </a:endParaRPr>
            </a:p>
          </p:txBody>
        </p:sp>
        <p:sp>
          <p:nvSpPr>
            <p:cNvPr id="31" name="文本框 30">
              <a:extLst>
                <a:ext uri="{FF2B5EF4-FFF2-40B4-BE49-F238E27FC236}">
                  <a16:creationId xmlns:a16="http://schemas.microsoft.com/office/drawing/2014/main" id="{DA258144-4B35-6D92-592B-4FCDA661ED5F}"/>
                </a:ext>
              </a:extLst>
            </p:cNvPr>
            <p:cNvSpPr txBox="1"/>
            <p:nvPr/>
          </p:nvSpPr>
          <p:spPr>
            <a:xfrm>
              <a:off x="540491" y="1418161"/>
              <a:ext cx="5081612" cy="1151277"/>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u"/>
                <a:tabLst/>
                <a:defRPr/>
              </a:pPr>
              <a:r>
                <a:rPr lang="en-US" altLang="zh-CN" dirty="0">
                  <a:solidFill>
                    <a:srgbClr val="000000"/>
                  </a:solidFill>
                  <a:latin typeface="微软雅黑"/>
                  <a:ea typeface="微软雅黑"/>
                </a:rPr>
                <a:t>Linux</a:t>
              </a:r>
              <a:endParaRPr kumimoji="0" lang="zh-CN" altLang="en-US" sz="1800" b="0" i="0" u="none" strike="noStrike" kern="1200" cap="none" spc="0" normalizeH="0" baseline="0" noProof="0" dirty="0">
                <a:ln>
                  <a:noFill/>
                </a:ln>
                <a:solidFill>
                  <a:srgbClr val="000000"/>
                </a:solidFill>
                <a:effectLst/>
                <a:uLnTx/>
                <a:uFillTx/>
                <a:latin typeface="微软雅黑"/>
                <a:ea typeface="微软雅黑"/>
                <a:cs typeface="+mn-cs"/>
              </a:endParaRPr>
            </a:p>
            <a:p>
              <a:pPr marL="742950" marR="0" lvl="1"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zh-CN" altLang="en-US" dirty="0">
                  <a:solidFill>
                    <a:srgbClr val="000000"/>
                  </a:solidFill>
                  <a:latin typeface="等线 Light" panose="02010600030101010101" pitchFamily="2" charset="-122"/>
                  <a:ea typeface="等线 Light" panose="02010600030101010101" pitchFamily="2" charset="-122"/>
                </a:rPr>
                <a:t>参考系统调用规范实现</a:t>
              </a:r>
              <a:endParaRPr kumimoji="0" lang="en-US" altLang="zh-CN" sz="1800" b="0" i="0" u="none" strike="noStrike" kern="1200" cap="none" spc="0" normalizeH="0" baseline="0" noProof="0" dirty="0">
                <a:ln>
                  <a:noFill/>
                </a:ln>
                <a:solidFill>
                  <a:srgbClr val="000000"/>
                </a:solidFill>
                <a:effectLst/>
                <a:uLnTx/>
                <a:uFillTx/>
                <a:latin typeface="等线 Light" panose="02010600030101010101" pitchFamily="2" charset="-122"/>
                <a:ea typeface="等线 Light" panose="02010600030101010101" pitchFamily="2" charset="-122"/>
                <a:cs typeface="+mn-cs"/>
              </a:endParaRPr>
            </a:p>
            <a:p>
              <a:pPr marL="742950" marR="0" lvl="1"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endParaRPr kumimoji="0" lang="zh-CN" altLang="en-US" sz="1800" b="0" i="0" u="none" strike="noStrike" kern="1200" cap="none" spc="0" normalizeH="0" baseline="0" noProof="0" dirty="0">
                <a:ln>
                  <a:noFill/>
                </a:ln>
                <a:solidFill>
                  <a:srgbClr val="000000"/>
                </a:solidFill>
                <a:effectLst/>
                <a:uLnTx/>
                <a:uFillTx/>
                <a:latin typeface="华文中宋" panose="02010600040101010101" pitchFamily="2" charset="-122"/>
                <a:ea typeface="华文中宋" panose="02010600040101010101" pitchFamily="2" charset="-122"/>
                <a:cs typeface="+mn-cs"/>
              </a:endParaRPr>
            </a:p>
          </p:txBody>
        </p:sp>
      </p:gr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E0D697-B962-F340-6F2F-4CF5A4367475}"/>
            </a:ext>
          </a:extLst>
        </p:cNvPr>
        <p:cNvGrpSpPr/>
        <p:nvPr/>
      </p:nvGrpSpPr>
      <p:grpSpPr>
        <a:xfrm>
          <a:off x="0" y="0"/>
          <a:ext cx="0" cy="0"/>
          <a:chOff x="0" y="0"/>
          <a:chExt cx="0" cy="0"/>
        </a:xfrm>
      </p:grpSpPr>
      <p:pic>
        <p:nvPicPr>
          <p:cNvPr id="3" name="图片 2">
            <a:extLst>
              <a:ext uri="{FF2B5EF4-FFF2-40B4-BE49-F238E27FC236}">
                <a16:creationId xmlns:a16="http://schemas.microsoft.com/office/drawing/2014/main" id="{BC88503F-FC2D-DAD4-FEB8-0126F6A05CDD}"/>
              </a:ext>
            </a:extLst>
          </p:cNvPr>
          <p:cNvPicPr>
            <a:picLocks noChangeAspect="1"/>
          </p:cNvPicPr>
          <p:nvPr/>
        </p:nvPicPr>
        <p:blipFill>
          <a:blip r:embed="rId3" cstate="print">
            <a:alphaModFix amt="5000"/>
            <a:extLst>
              <a:ext uri="{28A0092B-C50C-407E-A947-70E740481C1C}">
                <a14:useLocalDpi xmlns:a14="http://schemas.microsoft.com/office/drawing/2010/main" val="0"/>
              </a:ext>
            </a:extLst>
          </a:blip>
          <a:stretch>
            <a:fillRect/>
          </a:stretch>
        </p:blipFill>
        <p:spPr>
          <a:xfrm rot="10800000">
            <a:off x="-3355854" y="0"/>
            <a:ext cx="6711710" cy="6858000"/>
          </a:xfrm>
          <a:prstGeom prst="rect">
            <a:avLst/>
          </a:prstGeom>
        </p:spPr>
      </p:pic>
      <p:pic>
        <p:nvPicPr>
          <p:cNvPr id="6" name="图片 5">
            <a:extLst>
              <a:ext uri="{FF2B5EF4-FFF2-40B4-BE49-F238E27FC236}">
                <a16:creationId xmlns:a16="http://schemas.microsoft.com/office/drawing/2014/main" id="{1343D8E7-5EE8-9C98-C4E1-A8059ED5525C}"/>
              </a:ext>
            </a:extLst>
          </p:cNvPr>
          <p:cNvPicPr>
            <a:picLocks noChangeAspect="1"/>
          </p:cNvPicPr>
          <p:nvPr/>
        </p:nvPicPr>
        <p:blipFill>
          <a:blip r:embed="rId3" cstate="print">
            <a:alphaModFix amt="5000"/>
            <a:extLst>
              <a:ext uri="{28A0092B-C50C-407E-A947-70E740481C1C}">
                <a14:useLocalDpi xmlns:a14="http://schemas.microsoft.com/office/drawing/2010/main" val="0"/>
              </a:ext>
            </a:extLst>
          </a:blip>
          <a:stretch>
            <a:fillRect/>
          </a:stretch>
        </p:blipFill>
        <p:spPr>
          <a:xfrm>
            <a:off x="8836145" y="0"/>
            <a:ext cx="6711710" cy="6858000"/>
          </a:xfrm>
          <a:prstGeom prst="rect">
            <a:avLst/>
          </a:prstGeom>
        </p:spPr>
      </p:pic>
      <p:sp>
        <p:nvSpPr>
          <p:cNvPr id="2" name="文本框 1">
            <a:extLst>
              <a:ext uri="{FF2B5EF4-FFF2-40B4-BE49-F238E27FC236}">
                <a16:creationId xmlns:a16="http://schemas.microsoft.com/office/drawing/2014/main" id="{4D4B2A16-E9D5-8F8B-EFDC-85ADD153C697}"/>
              </a:ext>
            </a:extLst>
          </p:cNvPr>
          <p:cNvSpPr txBox="1"/>
          <p:nvPr/>
        </p:nvSpPr>
        <p:spPr>
          <a:xfrm>
            <a:off x="5001469" y="1141320"/>
            <a:ext cx="2189061" cy="2215991"/>
          </a:xfrm>
          <a:prstGeom prst="rect">
            <a:avLst/>
          </a:prstGeom>
          <a:noFill/>
        </p:spPr>
        <p:txBody>
          <a:bodyPr wrap="none" l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zh-CN" sz="13800" b="1" i="0" u="none" strike="noStrike" kern="1200" cap="none" spc="0" normalizeH="0" baseline="0" noProof="0" dirty="0">
                <a:ln>
                  <a:noFill/>
                </a:ln>
                <a:gradFill>
                  <a:gsLst>
                    <a:gs pos="0">
                      <a:srgbClr val="FC5960">
                        <a:lumMod val="60000"/>
                        <a:lumOff val="40000"/>
                      </a:srgbClr>
                    </a:gs>
                    <a:gs pos="100000">
                      <a:srgbClr val="FC5960">
                        <a:lumMod val="20000"/>
                        <a:lumOff val="80000"/>
                        <a:alpha val="0"/>
                      </a:srgbClr>
                    </a:gs>
                  </a:gsLst>
                  <a:lin ang="5400000" scaled="1"/>
                </a:gradFill>
                <a:effectLst/>
                <a:uLnTx/>
                <a:uFillTx/>
                <a:latin typeface="Cambria" panose="02040503050406030204" pitchFamily="18" charset="0"/>
                <a:ea typeface="Cambria" panose="02040503050406030204" pitchFamily="18" charset="0"/>
              </a:rPr>
              <a:t>02</a:t>
            </a:r>
            <a:endParaRPr kumimoji="1" lang="zh-CN" altLang="en-US" sz="13800" b="1" i="0" u="none" strike="noStrike" kern="1200" cap="none" spc="0" normalizeH="0" baseline="0" noProof="0" dirty="0">
              <a:ln>
                <a:noFill/>
              </a:ln>
              <a:gradFill>
                <a:gsLst>
                  <a:gs pos="0">
                    <a:srgbClr val="FC5960">
                      <a:lumMod val="60000"/>
                      <a:lumOff val="40000"/>
                    </a:srgbClr>
                  </a:gs>
                  <a:gs pos="100000">
                    <a:srgbClr val="FC5960">
                      <a:lumMod val="20000"/>
                      <a:lumOff val="80000"/>
                      <a:alpha val="0"/>
                    </a:srgbClr>
                  </a:gs>
                </a:gsLst>
                <a:lin ang="5400000" scaled="1"/>
              </a:gradFill>
              <a:effectLst/>
              <a:uLnTx/>
              <a:uFillTx/>
              <a:latin typeface="Cambria" panose="02040503050406030204" pitchFamily="18" charset="0"/>
              <a:ea typeface="华文中宋" panose="02010600040101010101" pitchFamily="2" charset="-122"/>
            </a:endParaRPr>
          </a:p>
        </p:txBody>
      </p:sp>
      <p:sp>
        <p:nvSpPr>
          <p:cNvPr id="5" name="文本框 4">
            <a:extLst>
              <a:ext uri="{FF2B5EF4-FFF2-40B4-BE49-F238E27FC236}">
                <a16:creationId xmlns:a16="http://schemas.microsoft.com/office/drawing/2014/main" id="{1C81D229-FA7F-45B7-EED7-35BFEB1E3F74}"/>
              </a:ext>
            </a:extLst>
          </p:cNvPr>
          <p:cNvSpPr txBox="1"/>
          <p:nvPr/>
        </p:nvSpPr>
        <p:spPr>
          <a:xfrm>
            <a:off x="1542441" y="4326309"/>
            <a:ext cx="9372298" cy="849455"/>
          </a:xfrm>
          <a:prstGeom prst="rect">
            <a:avLst/>
          </a:prstGeom>
          <a:noFill/>
        </p:spPr>
        <p:txBody>
          <a:bodyPr wrap="square" lIns="0" tIns="0" rIns="0" bIns="0" rtlCol="0" anchor="ctr" anchorCtr="0">
            <a:normAutofit fontScale="85000" lnSpcReduction="10000"/>
          </a:bodyPr>
          <a:lstStyle/>
          <a:p>
            <a:pPr lvl="0" algn="ctr">
              <a:defRPr/>
            </a:pPr>
            <a:r>
              <a:rPr kumimoji="1" lang="en-US" altLang="zh-CN" sz="3200" dirty="0">
                <a:solidFill>
                  <a:srgbClr val="FFFFFF">
                    <a:lumMod val="65000"/>
                  </a:srgbClr>
                </a:solidFill>
                <a:latin typeface="Century Gothic" panose="020B0502020202020204" pitchFamily="34" charset="0"/>
                <a:ea typeface="华文中宋" panose="02010600040101010101" pitchFamily="2" charset="-122"/>
              </a:rPr>
              <a:t>Connectivity-Aware Bidirectional 3DGS Streaming </a:t>
            </a:r>
            <a:r>
              <a:rPr kumimoji="1" lang="en-US" altLang="zh-CN" sz="3200" dirty="0" err="1">
                <a:solidFill>
                  <a:srgbClr val="FFFFFF">
                    <a:lumMod val="65000"/>
                  </a:srgbClr>
                </a:solidFill>
                <a:latin typeface="Century Gothic" panose="020B0502020202020204" pitchFamily="34" charset="0"/>
                <a:ea typeface="华文中宋" panose="02010600040101010101" pitchFamily="2" charset="-122"/>
              </a:rPr>
              <a:t>forInteractive</a:t>
            </a:r>
            <a:r>
              <a:rPr kumimoji="1" lang="en-US" altLang="zh-CN" sz="3200" dirty="0">
                <a:solidFill>
                  <a:srgbClr val="FFFFFF">
                    <a:lumMod val="65000"/>
                  </a:srgbClr>
                </a:solidFill>
                <a:latin typeface="Century Gothic" panose="020B0502020202020204" pitchFamily="34" charset="0"/>
                <a:ea typeface="华文中宋" panose="02010600040101010101" pitchFamily="2" charset="-122"/>
              </a:rPr>
              <a:t> Telepresence via Spatial-Radio Modeling</a:t>
            </a:r>
            <a:endParaRPr kumimoji="1" lang="en-US" altLang="zh-CN" sz="3200" b="0" i="0" u="none" strike="noStrike" kern="1200" cap="none" spc="0" normalizeH="0" baseline="0" noProof="0" dirty="0">
              <a:ln>
                <a:noFill/>
              </a:ln>
              <a:solidFill>
                <a:srgbClr val="FFFFFF">
                  <a:lumMod val="65000"/>
                </a:srgbClr>
              </a:solidFill>
              <a:effectLst/>
              <a:uLnTx/>
              <a:uFillTx/>
              <a:latin typeface="Century Gothic" panose="020B0502020202020204" pitchFamily="34" charset="0"/>
              <a:ea typeface="华文中宋" panose="02010600040101010101" pitchFamily="2" charset="-122"/>
            </a:endParaRPr>
          </a:p>
        </p:txBody>
      </p:sp>
      <p:sp>
        <p:nvSpPr>
          <p:cNvPr id="7" name="文本占位符 39">
            <a:extLst>
              <a:ext uri="{FF2B5EF4-FFF2-40B4-BE49-F238E27FC236}">
                <a16:creationId xmlns:a16="http://schemas.microsoft.com/office/drawing/2014/main" id="{DE194111-5C18-4E7C-50A5-4DB1056877F8}"/>
              </a:ext>
            </a:extLst>
          </p:cNvPr>
          <p:cNvSpPr txBox="1"/>
          <p:nvPr/>
        </p:nvSpPr>
        <p:spPr>
          <a:xfrm>
            <a:off x="692203" y="2209219"/>
            <a:ext cx="11072774" cy="2090828"/>
          </a:xfrm>
          <a:prstGeom prst="rect">
            <a:avLst/>
          </a:prstGeom>
        </p:spPr>
        <p:txBody>
          <a:bodyPr lIns="0" tIns="0" rIns="0" bIns="0" anchor="ctr" anchorCtr="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zh-CN" altLang="en-US" sz="4300" i="0" u="none" strike="noStrike" kern="1200" cap="none" spc="0" normalizeH="0" baseline="0" noProof="0" dirty="0">
                <a:ln>
                  <a:noFill/>
                </a:ln>
                <a:solidFill>
                  <a:schemeClr val="accent5">
                    <a:lumMod val="60000"/>
                    <a:lumOff val="40000"/>
                  </a:schemeClr>
                </a:solidFill>
                <a:effectLst/>
                <a:uLnTx/>
                <a:uFillTx/>
                <a:latin typeface="华文中宋" panose="02010600040101010101" pitchFamily="2" charset="-122"/>
                <a:ea typeface="华文中宋" panose="02010600040101010101" pitchFamily="2" charset="-122"/>
                <a:cs typeface="+mn-cs"/>
              </a:rPr>
              <a:t>成果二：</a:t>
            </a:r>
            <a:endParaRPr kumimoji="0" lang="en-US" altLang="zh-CN" sz="4300" i="0" u="none" strike="noStrike" kern="1200" cap="none" spc="0" normalizeH="0" baseline="0" noProof="0" dirty="0">
              <a:ln>
                <a:noFill/>
              </a:ln>
              <a:solidFill>
                <a:schemeClr val="accent5">
                  <a:lumMod val="60000"/>
                  <a:lumOff val="40000"/>
                </a:schemeClr>
              </a:solidFill>
              <a:effectLst/>
              <a:uLnTx/>
              <a:uFillTx/>
              <a:latin typeface="华文中宋" panose="02010600040101010101" pitchFamily="2" charset="-122"/>
              <a:ea typeface="华文中宋" panose="02010600040101010101" pitchFamily="2" charset="-122"/>
              <a:cs typeface="+mn-cs"/>
            </a:endParaRPr>
          </a:p>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zh-CN" altLang="en-US" sz="5400" b="1" dirty="0">
                <a:solidFill>
                  <a:srgbClr val="013785"/>
                </a:solidFill>
                <a:latin typeface="华文中宋" panose="02010600040101010101" pitchFamily="2" charset="-122"/>
                <a:ea typeface="华文中宋" panose="02010600040101010101" pitchFamily="2" charset="-122"/>
              </a:rPr>
              <a:t>基于空间</a:t>
            </a:r>
            <a:r>
              <a:rPr lang="en-US" altLang="zh-CN" sz="5400" b="1" dirty="0">
                <a:solidFill>
                  <a:srgbClr val="013785"/>
                </a:solidFill>
                <a:latin typeface="华文中宋" panose="02010600040101010101" pitchFamily="2" charset="-122"/>
                <a:ea typeface="华文中宋" panose="02010600040101010101" pitchFamily="2" charset="-122"/>
              </a:rPr>
              <a:t>-</a:t>
            </a:r>
            <a:r>
              <a:rPr lang="zh-CN" altLang="en-US" sz="5400" b="1" dirty="0">
                <a:solidFill>
                  <a:srgbClr val="013785"/>
                </a:solidFill>
                <a:latin typeface="华文中宋" panose="02010600040101010101" pitchFamily="2" charset="-122"/>
                <a:ea typeface="华文中宋" panose="02010600040101010101" pitchFamily="2" charset="-122"/>
              </a:rPr>
              <a:t>无线电建模的</a:t>
            </a:r>
            <a:endParaRPr lang="en-US" altLang="zh-CN" sz="5400" b="1" dirty="0">
              <a:solidFill>
                <a:srgbClr val="013785"/>
              </a:solidFill>
              <a:latin typeface="华文中宋" panose="02010600040101010101" pitchFamily="2" charset="-122"/>
              <a:ea typeface="华文中宋" panose="02010600040101010101" pitchFamily="2" charset="-122"/>
            </a:endParaRPr>
          </a:p>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zh-CN" altLang="en-US" sz="5400" b="1" dirty="0">
                <a:solidFill>
                  <a:srgbClr val="013785"/>
                </a:solidFill>
                <a:latin typeface="华文中宋" panose="02010600040101010101" pitchFamily="2" charset="-122"/>
                <a:ea typeface="华文中宋" panose="02010600040101010101" pitchFamily="2" charset="-122"/>
              </a:rPr>
              <a:t>双向 </a:t>
            </a:r>
            <a:r>
              <a:rPr lang="en-US" altLang="zh-CN" sz="5400" b="1" dirty="0">
                <a:solidFill>
                  <a:srgbClr val="013785"/>
                </a:solidFill>
                <a:latin typeface="华文中宋" panose="02010600040101010101" pitchFamily="2" charset="-122"/>
                <a:ea typeface="华文中宋" panose="02010600040101010101" pitchFamily="2" charset="-122"/>
              </a:rPr>
              <a:t>3DGS </a:t>
            </a:r>
            <a:r>
              <a:rPr lang="zh-CN" altLang="en-US" sz="5400" b="1" dirty="0">
                <a:solidFill>
                  <a:srgbClr val="013785"/>
                </a:solidFill>
                <a:latin typeface="华文中宋" panose="02010600040101010101" pitchFamily="2" charset="-122"/>
                <a:ea typeface="华文中宋" panose="02010600040101010101" pitchFamily="2" charset="-122"/>
              </a:rPr>
              <a:t>流式传输模型</a:t>
            </a:r>
          </a:p>
        </p:txBody>
      </p:sp>
    </p:spTree>
    <p:extLst>
      <p:ext uri="{BB962C8B-B14F-4D97-AF65-F5344CB8AC3E}">
        <p14:creationId xmlns:p14="http://schemas.microsoft.com/office/powerpoint/2010/main" val="308201981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矩形 18">
            <a:extLst>
              <a:ext uri="{FF2B5EF4-FFF2-40B4-BE49-F238E27FC236}">
                <a16:creationId xmlns:a16="http://schemas.microsoft.com/office/drawing/2014/main" id="{1C503B03-5062-7534-A7D7-CB85C145CA4F}"/>
              </a:ext>
            </a:extLst>
          </p:cNvPr>
          <p:cNvSpPr/>
          <p:nvPr/>
        </p:nvSpPr>
        <p:spPr>
          <a:xfrm>
            <a:off x="472966" y="6120284"/>
            <a:ext cx="2371133" cy="52972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fontScale="47500" lnSpcReduction="20000"/>
          </a:bodyPr>
          <a:lstStyle/>
          <a:p>
            <a:pPr algn="l">
              <a:lnSpc>
                <a:spcPct val="130000"/>
              </a:lnSpc>
            </a:pPr>
            <a:endParaRPr kumimoji="1" lang="zh-CN" altLang="en-US" sz="2000" dirty="0">
              <a:solidFill>
                <a:schemeClr val="tx1">
                  <a:lumMod val="75000"/>
                  <a:lumOff val="25000"/>
                </a:schemeClr>
              </a:solidFill>
            </a:endParaRPr>
          </a:p>
        </p:txBody>
      </p:sp>
      <p:sp>
        <p:nvSpPr>
          <p:cNvPr id="14" name="标题 13">
            <a:extLst>
              <a:ext uri="{FF2B5EF4-FFF2-40B4-BE49-F238E27FC236}">
                <a16:creationId xmlns:a16="http://schemas.microsoft.com/office/drawing/2014/main" id="{85E19F54-A823-C801-B8F9-B9293D9E9B5A}"/>
              </a:ext>
            </a:extLst>
          </p:cNvPr>
          <p:cNvSpPr>
            <a:spLocks noGrp="1"/>
          </p:cNvSpPr>
          <p:nvPr>
            <p:ph type="title"/>
          </p:nvPr>
        </p:nvSpPr>
        <p:spPr>
          <a:xfrm>
            <a:off x="891562" y="343036"/>
            <a:ext cx="8970989" cy="663575"/>
          </a:xfrm>
        </p:spPr>
        <p:txBody>
          <a:bodyPr/>
          <a:lstStyle/>
          <a:p>
            <a:r>
              <a:rPr lang="zh-CN" altLang="en-US" dirty="0"/>
              <a:t>设计方案</a:t>
            </a:r>
          </a:p>
        </p:txBody>
      </p:sp>
      <p:sp>
        <p:nvSpPr>
          <p:cNvPr id="16" name="内容占位符 4">
            <a:extLst>
              <a:ext uri="{FF2B5EF4-FFF2-40B4-BE49-F238E27FC236}">
                <a16:creationId xmlns:a16="http://schemas.microsoft.com/office/drawing/2014/main" id="{E87B6B3D-CA14-405F-4B30-B348BB1407D5}"/>
              </a:ext>
            </a:extLst>
          </p:cNvPr>
          <p:cNvSpPr txBox="1">
            <a:spLocks/>
          </p:cNvSpPr>
          <p:nvPr/>
        </p:nvSpPr>
        <p:spPr>
          <a:xfrm>
            <a:off x="239636" y="4979405"/>
            <a:ext cx="11872595" cy="1816472"/>
          </a:xfr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defTabSz="0" eaLnBrk="0" fontAlgn="base" hangingPunct="0">
              <a:lnSpc>
                <a:spcPts val="2460"/>
              </a:lnSpc>
              <a:spcBef>
                <a:spcPts val="0"/>
              </a:spcBef>
              <a:spcAft>
                <a:spcPct val="0"/>
              </a:spcAft>
              <a:buClr>
                <a:srgbClr val="103C71"/>
              </a:buClr>
              <a:buFont typeface="Wingdings" panose="05000000000000000000" pitchFamily="2" charset="2"/>
              <a:buChar char="ü"/>
              <a:defRPr/>
            </a:pPr>
            <a:r>
              <a:rPr lang="zh-CN" altLang="en-US" sz="1400" b="1" dirty="0">
                <a:solidFill>
                  <a:srgbClr val="C00000"/>
                </a:solidFill>
                <a:latin typeface="微软雅黑" panose="020B0503020204020204" pitchFamily="34" charset="-122"/>
                <a:ea typeface="微软雅黑" panose="020B0503020204020204" pitchFamily="34" charset="-122"/>
                <a:sym typeface="+mn-ea"/>
              </a:rPr>
              <a:t>问题背景：</a:t>
            </a:r>
            <a:r>
              <a:rPr lang="en-US" altLang="zh-CN" sz="1400" b="1" dirty="0">
                <a:solidFill>
                  <a:srgbClr val="1E4E79"/>
                </a:solidFill>
                <a:latin typeface="微软雅黑" panose="020B0503020204020204" pitchFamily="34" charset="-122"/>
                <a:ea typeface="微软雅黑" panose="020B0503020204020204" pitchFamily="34" charset="-122"/>
                <a:sym typeface="+mn-ea"/>
              </a:rPr>
              <a:t>3DGS </a:t>
            </a:r>
            <a:r>
              <a:rPr lang="zh-CN" altLang="en-US" sz="1400" b="1" dirty="0">
                <a:solidFill>
                  <a:srgbClr val="1E4E79"/>
                </a:solidFill>
                <a:latin typeface="微软雅黑" panose="020B0503020204020204" pitchFamily="34" charset="-122"/>
                <a:ea typeface="微软雅黑" panose="020B0503020204020204" pitchFamily="34" charset="-122"/>
                <a:sym typeface="+mn-ea"/>
              </a:rPr>
              <a:t>远程临场（</a:t>
            </a:r>
            <a:r>
              <a:rPr lang="en-US" altLang="zh-CN" sz="1400" b="1" dirty="0">
                <a:solidFill>
                  <a:srgbClr val="1E4E79"/>
                </a:solidFill>
                <a:latin typeface="微软雅黑" panose="020B0503020204020204" pitchFamily="34" charset="-122"/>
                <a:ea typeface="微软雅黑" panose="020B0503020204020204" pitchFamily="34" charset="-122"/>
                <a:sym typeface="+mn-ea"/>
              </a:rPr>
              <a:t>Telepresence</a:t>
            </a:r>
            <a:r>
              <a:rPr lang="zh-CN" altLang="en-US" sz="1400" b="1" dirty="0">
                <a:solidFill>
                  <a:srgbClr val="1E4E79"/>
                </a:solidFill>
                <a:latin typeface="微软雅黑" panose="020B0503020204020204" pitchFamily="34" charset="-122"/>
                <a:ea typeface="微软雅黑" panose="020B0503020204020204" pitchFamily="34" charset="-122"/>
                <a:sym typeface="+mn-ea"/>
              </a:rPr>
              <a:t>）在真实 </a:t>
            </a:r>
            <a:r>
              <a:rPr lang="en-US" altLang="zh-CN" sz="1400" b="1" dirty="0" err="1">
                <a:solidFill>
                  <a:srgbClr val="1E4E79"/>
                </a:solidFill>
                <a:latin typeface="微软雅黑" panose="020B0503020204020204" pitchFamily="34" charset="-122"/>
                <a:ea typeface="微软雅黑" panose="020B0503020204020204" pitchFamily="34" charset="-122"/>
                <a:sym typeface="+mn-ea"/>
              </a:rPr>
              <a:t>WiFi</a:t>
            </a:r>
            <a:r>
              <a:rPr lang="en-US" altLang="zh-CN" sz="1400" b="1" dirty="0">
                <a:solidFill>
                  <a:srgbClr val="1E4E79"/>
                </a:solidFill>
                <a:latin typeface="微软雅黑" panose="020B0503020204020204" pitchFamily="34" charset="-122"/>
                <a:ea typeface="微软雅黑" panose="020B0503020204020204" pitchFamily="34" charset="-122"/>
                <a:sym typeface="+mn-ea"/>
              </a:rPr>
              <a:t> </a:t>
            </a:r>
            <a:r>
              <a:rPr lang="zh-CN" altLang="en-US" sz="1400" b="1" dirty="0">
                <a:solidFill>
                  <a:srgbClr val="1E4E79"/>
                </a:solidFill>
                <a:latin typeface="微软雅黑" panose="020B0503020204020204" pitchFamily="34" charset="-122"/>
                <a:ea typeface="微软雅黑" panose="020B0503020204020204" pitchFamily="34" charset="-122"/>
                <a:sym typeface="+mn-ea"/>
              </a:rPr>
              <a:t>环境中易受用户移动和无线信号波动影响，现有反应式 </a:t>
            </a:r>
            <a:r>
              <a:rPr lang="en-US" altLang="zh-CN" sz="1400" b="1" dirty="0">
                <a:solidFill>
                  <a:srgbClr val="1E4E79"/>
                </a:solidFill>
                <a:latin typeface="微软雅黑" panose="020B0503020204020204" pitchFamily="34" charset="-122"/>
                <a:ea typeface="微软雅黑" panose="020B0503020204020204" pitchFamily="34" charset="-122"/>
                <a:sym typeface="+mn-ea"/>
              </a:rPr>
              <a:t>Streaming </a:t>
            </a:r>
            <a:r>
              <a:rPr lang="zh-CN" altLang="en-US" sz="1400" b="1" dirty="0">
                <a:solidFill>
                  <a:srgbClr val="1E4E79"/>
                </a:solidFill>
                <a:latin typeface="微软雅黑" panose="020B0503020204020204" pitchFamily="34" charset="-122"/>
                <a:ea typeface="微软雅黑" panose="020B0503020204020204" pitchFamily="34" charset="-122"/>
                <a:sym typeface="+mn-ea"/>
              </a:rPr>
              <a:t>系统只能在带宽下降后进行调整，难以及时保障传输质量。</a:t>
            </a:r>
            <a:endParaRPr lang="en-US" altLang="zh-CN" sz="1400" b="1" dirty="0">
              <a:solidFill>
                <a:srgbClr val="1E4E79"/>
              </a:solidFill>
              <a:latin typeface="微软雅黑" panose="020B0503020204020204" pitchFamily="34" charset="-122"/>
              <a:ea typeface="微软雅黑" panose="020B0503020204020204" pitchFamily="34" charset="-122"/>
              <a:sym typeface="+mn-ea"/>
            </a:endParaRPr>
          </a:p>
          <a:p>
            <a:pPr defTabSz="0" eaLnBrk="0" fontAlgn="base" hangingPunct="0">
              <a:lnSpc>
                <a:spcPts val="2460"/>
              </a:lnSpc>
              <a:spcBef>
                <a:spcPts val="0"/>
              </a:spcBef>
              <a:spcAft>
                <a:spcPct val="0"/>
              </a:spcAft>
              <a:buClr>
                <a:srgbClr val="103C71"/>
              </a:buClr>
              <a:buFont typeface="Wingdings" panose="05000000000000000000" pitchFamily="2" charset="2"/>
              <a:buChar char="ü"/>
              <a:defRPr/>
            </a:pPr>
            <a:r>
              <a:rPr lang="zh-CN" altLang="en-US" sz="1400" b="1" dirty="0">
                <a:solidFill>
                  <a:srgbClr val="C00000"/>
                </a:solidFill>
                <a:latin typeface="微软雅黑" panose="020B0503020204020204" pitchFamily="34" charset="-122"/>
                <a:ea typeface="微软雅黑" panose="020B0503020204020204" pitchFamily="34" charset="-122"/>
              </a:rPr>
              <a:t>研究目标：</a:t>
            </a:r>
            <a:r>
              <a:rPr lang="zh-CN" altLang="en-US" sz="1400" b="1" dirty="0">
                <a:solidFill>
                  <a:srgbClr val="1E4E79"/>
                </a:solidFill>
                <a:latin typeface="微软雅黑" panose="020B0503020204020204" pitchFamily="34" charset="-122"/>
                <a:ea typeface="微软雅黑" panose="020B0503020204020204" pitchFamily="34" charset="-122"/>
              </a:rPr>
              <a:t>利用空间位置与无线电信息预测未来带宽变化，实现网络连接感知的 </a:t>
            </a:r>
            <a:r>
              <a:rPr lang="en-US" altLang="zh-CN" sz="1400" b="1" dirty="0">
                <a:solidFill>
                  <a:srgbClr val="1E4E79"/>
                </a:solidFill>
                <a:latin typeface="微软雅黑" panose="020B0503020204020204" pitchFamily="34" charset="-122"/>
                <a:ea typeface="微软雅黑" panose="020B0503020204020204" pitchFamily="34" charset="-122"/>
              </a:rPr>
              <a:t>3DGS </a:t>
            </a:r>
            <a:r>
              <a:rPr lang="zh-CN" altLang="en-US" sz="1400" b="1" dirty="0">
                <a:solidFill>
                  <a:srgbClr val="1E4E79"/>
                </a:solidFill>
                <a:latin typeface="微软雅黑" panose="020B0503020204020204" pitchFamily="34" charset="-122"/>
                <a:ea typeface="微软雅黑" panose="020B0503020204020204" pitchFamily="34" charset="-122"/>
              </a:rPr>
              <a:t>双向流式传输，提升交互连续性与用户体验。</a:t>
            </a:r>
            <a:endParaRPr lang="en-US" altLang="zh-CN" sz="1400" b="1" dirty="0">
              <a:solidFill>
                <a:srgbClr val="1E4E79"/>
              </a:solidFill>
              <a:latin typeface="微软雅黑" panose="020B0503020204020204" pitchFamily="34" charset="-122"/>
              <a:ea typeface="微软雅黑" panose="020B0503020204020204" pitchFamily="34" charset="-122"/>
            </a:endParaRPr>
          </a:p>
          <a:p>
            <a:pPr defTabSz="0" eaLnBrk="0" fontAlgn="base" hangingPunct="0">
              <a:lnSpc>
                <a:spcPts val="2460"/>
              </a:lnSpc>
              <a:spcBef>
                <a:spcPts val="0"/>
              </a:spcBef>
              <a:spcAft>
                <a:spcPct val="0"/>
              </a:spcAft>
              <a:buClr>
                <a:srgbClr val="103C71"/>
              </a:buClr>
              <a:buFont typeface="Wingdings" panose="05000000000000000000" pitchFamily="2" charset="2"/>
              <a:buChar char="ü"/>
              <a:defRPr/>
            </a:pPr>
            <a:r>
              <a:rPr lang="zh-CN" altLang="en-US" sz="1400" b="1" dirty="0">
                <a:solidFill>
                  <a:srgbClr val="C00000"/>
                </a:solidFill>
                <a:latin typeface="微软雅黑" panose="020B0503020204020204" pitchFamily="34" charset="-122"/>
                <a:ea typeface="微软雅黑" panose="020B0503020204020204" pitchFamily="34" charset="-122"/>
              </a:rPr>
              <a:t>主要思路：</a:t>
            </a:r>
            <a:r>
              <a:rPr lang="zh-CN" altLang="en-US" sz="1400" b="1" dirty="0">
                <a:solidFill>
                  <a:srgbClr val="1E4E79"/>
                </a:solidFill>
                <a:latin typeface="微软雅黑" panose="020B0503020204020204" pitchFamily="34" charset="-122"/>
                <a:ea typeface="微软雅黑" panose="020B0503020204020204" pitchFamily="34" charset="-122"/>
              </a:rPr>
              <a:t>构建空间</a:t>
            </a:r>
            <a:r>
              <a:rPr lang="en-US" altLang="zh-CN" sz="1400" b="1" dirty="0">
                <a:solidFill>
                  <a:srgbClr val="1E4E79"/>
                </a:solidFill>
                <a:latin typeface="微软雅黑" panose="020B0503020204020204" pitchFamily="34" charset="-122"/>
                <a:ea typeface="微软雅黑" panose="020B0503020204020204" pitchFamily="34" charset="-122"/>
              </a:rPr>
              <a:t>-</a:t>
            </a:r>
            <a:r>
              <a:rPr lang="zh-CN" altLang="en-US" sz="1400" b="1" dirty="0">
                <a:solidFill>
                  <a:srgbClr val="1E4E79"/>
                </a:solidFill>
                <a:latin typeface="微软雅黑" panose="020B0503020204020204" pitchFamily="34" charset="-122"/>
                <a:ea typeface="微软雅黑" panose="020B0503020204020204" pitchFamily="34" charset="-122"/>
              </a:rPr>
              <a:t>无线电（</a:t>
            </a:r>
            <a:r>
              <a:rPr lang="en-US" altLang="zh-CN" sz="1400" b="1" dirty="0">
                <a:solidFill>
                  <a:srgbClr val="1E4E79"/>
                </a:solidFill>
                <a:latin typeface="微软雅黑" panose="020B0503020204020204" pitchFamily="34" charset="-122"/>
                <a:ea typeface="微软雅黑" panose="020B0503020204020204" pitchFamily="34" charset="-122"/>
              </a:rPr>
              <a:t>Spatial-Radio</a:t>
            </a:r>
            <a:r>
              <a:rPr lang="zh-CN" altLang="en-US" sz="1400" b="1" dirty="0">
                <a:solidFill>
                  <a:srgbClr val="1E4E79"/>
                </a:solidFill>
                <a:latin typeface="微软雅黑" panose="020B0503020204020204" pitchFamily="34" charset="-122"/>
                <a:ea typeface="微软雅黑" panose="020B0503020204020204" pitchFamily="34" charset="-122"/>
              </a:rPr>
              <a:t>）模型预测未来网络状态；将 </a:t>
            </a:r>
            <a:r>
              <a:rPr lang="en-US" altLang="zh-CN" sz="1400" b="1" dirty="0">
                <a:solidFill>
                  <a:srgbClr val="1E4E79"/>
                </a:solidFill>
                <a:latin typeface="微软雅黑" panose="020B0503020204020204" pitchFamily="34" charset="-122"/>
                <a:ea typeface="微软雅黑" panose="020B0503020204020204" pitchFamily="34" charset="-122"/>
              </a:rPr>
              <a:t>3DGS </a:t>
            </a:r>
            <a:r>
              <a:rPr lang="zh-CN" altLang="en-US" sz="1400" b="1" dirty="0">
                <a:solidFill>
                  <a:srgbClr val="1E4E79"/>
                </a:solidFill>
                <a:latin typeface="微软雅黑" panose="020B0503020204020204" pitchFamily="34" charset="-122"/>
                <a:ea typeface="微软雅黑" panose="020B0503020204020204" pitchFamily="34" charset="-122"/>
              </a:rPr>
              <a:t>数据划分为可调度传输单元（</a:t>
            </a:r>
            <a:r>
              <a:rPr lang="en-US" altLang="zh-CN" sz="1400" b="1" dirty="0">
                <a:solidFill>
                  <a:srgbClr val="1E4E79"/>
                </a:solidFill>
                <a:latin typeface="微软雅黑" panose="020B0503020204020204" pitchFamily="34" charset="-122"/>
                <a:ea typeface="微软雅黑" panose="020B0503020204020204" pitchFamily="34" charset="-122"/>
              </a:rPr>
              <a:t>Layer–Tile–Segment</a:t>
            </a:r>
            <a:r>
              <a:rPr lang="zh-CN" altLang="en-US" sz="1400" b="1" dirty="0">
                <a:solidFill>
                  <a:srgbClr val="1E4E79"/>
                </a:solidFill>
                <a:latin typeface="微软雅黑" panose="020B0503020204020204" pitchFamily="34" charset="-122"/>
                <a:ea typeface="微软雅黑" panose="020B0503020204020204" pitchFamily="34" charset="-122"/>
              </a:rPr>
              <a:t>）；根据预测带宽动态调度关键内容，实现主动式、自适应双向流传输。</a:t>
            </a:r>
          </a:p>
        </p:txBody>
      </p:sp>
      <p:pic>
        <p:nvPicPr>
          <p:cNvPr id="18" name="图片 17">
            <a:extLst>
              <a:ext uri="{FF2B5EF4-FFF2-40B4-BE49-F238E27FC236}">
                <a16:creationId xmlns:a16="http://schemas.microsoft.com/office/drawing/2014/main" id="{3FDDF543-B663-1261-E2D5-8553696014D7}"/>
              </a:ext>
            </a:extLst>
          </p:cNvPr>
          <p:cNvPicPr>
            <a:picLocks noChangeAspect="1"/>
          </p:cNvPicPr>
          <p:nvPr/>
        </p:nvPicPr>
        <p:blipFill>
          <a:blip r:embed="rId2"/>
          <a:stretch>
            <a:fillRect/>
          </a:stretch>
        </p:blipFill>
        <p:spPr>
          <a:xfrm>
            <a:off x="340535" y="1057061"/>
            <a:ext cx="9295349" cy="3852975"/>
          </a:xfrm>
          <a:prstGeom prst="rect">
            <a:avLst/>
          </a:prstGeom>
        </p:spPr>
      </p:pic>
    </p:spTree>
    <p:extLst>
      <p:ext uri="{BB962C8B-B14F-4D97-AF65-F5344CB8AC3E}">
        <p14:creationId xmlns:p14="http://schemas.microsoft.com/office/powerpoint/2010/main" val="23813897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1CA935-7F4F-ED37-8254-9A5264C15B05}"/>
            </a:ext>
          </a:extLst>
        </p:cNvPr>
        <p:cNvGrpSpPr/>
        <p:nvPr/>
      </p:nvGrpSpPr>
      <p:grpSpPr>
        <a:xfrm>
          <a:off x="0" y="0"/>
          <a:ext cx="0" cy="0"/>
          <a:chOff x="0" y="0"/>
          <a:chExt cx="0" cy="0"/>
        </a:xfrm>
      </p:grpSpPr>
      <p:sp>
        <p:nvSpPr>
          <p:cNvPr id="19" name="矩形 18">
            <a:extLst>
              <a:ext uri="{FF2B5EF4-FFF2-40B4-BE49-F238E27FC236}">
                <a16:creationId xmlns:a16="http://schemas.microsoft.com/office/drawing/2014/main" id="{BB88C1DA-2059-83B6-890D-20E2714D0F3B}"/>
              </a:ext>
            </a:extLst>
          </p:cNvPr>
          <p:cNvSpPr/>
          <p:nvPr/>
        </p:nvSpPr>
        <p:spPr>
          <a:xfrm>
            <a:off x="472966" y="6120284"/>
            <a:ext cx="2371133" cy="52972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fontScale="47500" lnSpcReduction="20000"/>
          </a:bodyPr>
          <a:lstStyle/>
          <a:p>
            <a:pPr algn="l">
              <a:lnSpc>
                <a:spcPct val="130000"/>
              </a:lnSpc>
            </a:pPr>
            <a:endParaRPr kumimoji="1" lang="zh-CN" altLang="en-US" sz="2000" dirty="0">
              <a:solidFill>
                <a:schemeClr val="tx1">
                  <a:lumMod val="75000"/>
                  <a:lumOff val="25000"/>
                </a:schemeClr>
              </a:solidFill>
            </a:endParaRPr>
          </a:p>
        </p:txBody>
      </p:sp>
      <p:sp>
        <p:nvSpPr>
          <p:cNvPr id="14" name="标题 13">
            <a:extLst>
              <a:ext uri="{FF2B5EF4-FFF2-40B4-BE49-F238E27FC236}">
                <a16:creationId xmlns:a16="http://schemas.microsoft.com/office/drawing/2014/main" id="{079F4636-18D7-8560-562C-DCDFCFEFB3D7}"/>
              </a:ext>
            </a:extLst>
          </p:cNvPr>
          <p:cNvSpPr>
            <a:spLocks noGrp="1"/>
          </p:cNvSpPr>
          <p:nvPr>
            <p:ph type="title"/>
          </p:nvPr>
        </p:nvSpPr>
        <p:spPr>
          <a:xfrm>
            <a:off x="891562" y="343036"/>
            <a:ext cx="8970989" cy="663575"/>
          </a:xfrm>
        </p:spPr>
        <p:txBody>
          <a:bodyPr/>
          <a:lstStyle/>
          <a:p>
            <a:r>
              <a:rPr lang="zh-CN" altLang="en-US" dirty="0"/>
              <a:t>设计方案</a:t>
            </a:r>
          </a:p>
        </p:txBody>
      </p:sp>
      <p:sp>
        <p:nvSpPr>
          <p:cNvPr id="16" name="内容占位符 4">
            <a:extLst>
              <a:ext uri="{FF2B5EF4-FFF2-40B4-BE49-F238E27FC236}">
                <a16:creationId xmlns:a16="http://schemas.microsoft.com/office/drawing/2014/main" id="{DA9F89EE-0C28-8D96-E15B-AF9D551F27B4}"/>
              </a:ext>
            </a:extLst>
          </p:cNvPr>
          <p:cNvSpPr txBox="1">
            <a:spLocks/>
          </p:cNvSpPr>
          <p:nvPr/>
        </p:nvSpPr>
        <p:spPr>
          <a:xfrm>
            <a:off x="182881" y="1364182"/>
            <a:ext cx="3178327" cy="1082628"/>
          </a:xfr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defTabSz="0" eaLnBrk="0" fontAlgn="base" hangingPunct="0">
              <a:lnSpc>
                <a:spcPts val="2460"/>
              </a:lnSpc>
              <a:spcBef>
                <a:spcPts val="0"/>
              </a:spcBef>
              <a:spcAft>
                <a:spcPct val="0"/>
              </a:spcAft>
              <a:buClr>
                <a:srgbClr val="103C71"/>
              </a:buClr>
              <a:buFont typeface="Wingdings" panose="05000000000000000000" pitchFamily="2" charset="2"/>
              <a:buChar char="ü"/>
              <a:defRPr/>
            </a:pPr>
            <a:r>
              <a:rPr lang="zh-CN" altLang="en-US" sz="1400" b="1" dirty="0">
                <a:solidFill>
                  <a:srgbClr val="C00000"/>
                </a:solidFill>
                <a:latin typeface="微软雅黑" panose="020B0503020204020204" pitchFamily="34" charset="-122"/>
                <a:ea typeface="微软雅黑" panose="020B0503020204020204" pitchFamily="34" charset="-122"/>
                <a:sym typeface="+mn-ea"/>
              </a:rPr>
              <a:t>可流式 </a:t>
            </a:r>
            <a:r>
              <a:rPr lang="en-US" altLang="zh-CN" sz="1400" b="1" dirty="0">
                <a:solidFill>
                  <a:srgbClr val="C00000"/>
                </a:solidFill>
                <a:latin typeface="微软雅黑" panose="020B0503020204020204" pitchFamily="34" charset="-122"/>
                <a:ea typeface="微软雅黑" panose="020B0503020204020204" pitchFamily="34" charset="-122"/>
                <a:sym typeface="+mn-ea"/>
              </a:rPr>
              <a:t>3DGS </a:t>
            </a:r>
            <a:r>
              <a:rPr lang="zh-CN" altLang="en-US" sz="1400" b="1" dirty="0">
                <a:solidFill>
                  <a:srgbClr val="C00000"/>
                </a:solidFill>
                <a:latin typeface="微软雅黑" panose="020B0503020204020204" pitchFamily="34" charset="-122"/>
                <a:ea typeface="微软雅黑" panose="020B0503020204020204" pitchFamily="34" charset="-122"/>
                <a:sym typeface="+mn-ea"/>
              </a:rPr>
              <a:t>表示：</a:t>
            </a:r>
            <a:r>
              <a:rPr lang="zh-CN" altLang="en-US" sz="1400" b="1" dirty="0">
                <a:solidFill>
                  <a:srgbClr val="1E4E79"/>
                </a:solidFill>
                <a:latin typeface="微软雅黑" panose="020B0503020204020204" pitchFamily="34" charset="-122"/>
                <a:ea typeface="微软雅黑" panose="020B0503020204020204" pitchFamily="34" charset="-122"/>
                <a:sym typeface="+mn-ea"/>
              </a:rPr>
              <a:t>使用</a:t>
            </a:r>
            <a:r>
              <a:rPr lang="en-US" altLang="zh-CN" sz="1400" b="1" dirty="0" err="1">
                <a:solidFill>
                  <a:srgbClr val="1E4E79"/>
                </a:solidFill>
                <a:latin typeface="微软雅黑" panose="020B0503020204020204" pitchFamily="34" charset="-122"/>
                <a:ea typeface="微软雅黑" panose="020B0503020204020204" pitchFamily="34" charset="-122"/>
                <a:sym typeface="+mn-ea"/>
              </a:rPr>
              <a:t>LoD</a:t>
            </a:r>
            <a:r>
              <a:rPr lang="zh-CN" altLang="en-US" sz="1400" b="1" dirty="0">
                <a:solidFill>
                  <a:srgbClr val="1E4E79"/>
                </a:solidFill>
                <a:latin typeface="微软雅黑" panose="020B0503020204020204" pitchFamily="34" charset="-122"/>
                <a:ea typeface="微软雅黑" panose="020B0503020204020204" pitchFamily="34" charset="-122"/>
                <a:sym typeface="+mn-ea"/>
              </a:rPr>
              <a:t>的思想将动态 </a:t>
            </a:r>
            <a:r>
              <a:rPr lang="en-US" altLang="zh-CN" sz="1400" b="1" dirty="0">
                <a:solidFill>
                  <a:srgbClr val="1E4E79"/>
                </a:solidFill>
                <a:latin typeface="微软雅黑" panose="020B0503020204020204" pitchFamily="34" charset="-122"/>
                <a:ea typeface="微软雅黑" panose="020B0503020204020204" pitchFamily="34" charset="-122"/>
                <a:sym typeface="+mn-ea"/>
              </a:rPr>
              <a:t>3DGS </a:t>
            </a:r>
            <a:r>
              <a:rPr lang="zh-CN" altLang="en-US" sz="1400" b="1" dirty="0">
                <a:solidFill>
                  <a:srgbClr val="1E4E79"/>
                </a:solidFill>
                <a:latin typeface="微软雅黑" panose="020B0503020204020204" pitchFamily="34" charset="-122"/>
                <a:ea typeface="微软雅黑" panose="020B0503020204020204" pitchFamily="34" charset="-122"/>
                <a:sym typeface="+mn-ea"/>
              </a:rPr>
              <a:t>拆分，封装为最小传输单元，支持细粒度、自适应流式传输</a:t>
            </a:r>
            <a:endParaRPr lang="en-US" altLang="zh-CN" sz="1400" b="1" dirty="0">
              <a:solidFill>
                <a:srgbClr val="1E4E79"/>
              </a:solidFill>
              <a:latin typeface="微软雅黑" panose="020B0503020204020204" pitchFamily="34" charset="-122"/>
              <a:ea typeface="微软雅黑" panose="020B0503020204020204" pitchFamily="34" charset="-122"/>
              <a:sym typeface="+mn-ea"/>
            </a:endParaRPr>
          </a:p>
          <a:p>
            <a:pPr defTabSz="0" eaLnBrk="0" fontAlgn="base" hangingPunct="0">
              <a:lnSpc>
                <a:spcPts val="2460"/>
              </a:lnSpc>
              <a:spcBef>
                <a:spcPts val="0"/>
              </a:spcBef>
              <a:spcAft>
                <a:spcPct val="0"/>
              </a:spcAft>
              <a:buClr>
                <a:srgbClr val="103C71"/>
              </a:buClr>
              <a:buFont typeface="Wingdings" panose="05000000000000000000" pitchFamily="2" charset="2"/>
              <a:buChar char="ü"/>
              <a:defRPr/>
            </a:pPr>
            <a:endParaRPr lang="en-US" altLang="zh-CN" sz="1400" b="1" dirty="0">
              <a:solidFill>
                <a:srgbClr val="1E4E79"/>
              </a:solidFill>
              <a:latin typeface="微软雅黑" panose="020B0503020204020204" pitchFamily="34" charset="-122"/>
              <a:ea typeface="微软雅黑" panose="020B0503020204020204" pitchFamily="34" charset="-122"/>
              <a:sym typeface="+mn-ea"/>
            </a:endParaRPr>
          </a:p>
          <a:p>
            <a:pPr defTabSz="0" eaLnBrk="0" fontAlgn="base" hangingPunct="0">
              <a:lnSpc>
                <a:spcPts val="2460"/>
              </a:lnSpc>
              <a:spcBef>
                <a:spcPts val="0"/>
              </a:spcBef>
              <a:spcAft>
                <a:spcPct val="0"/>
              </a:spcAft>
              <a:buClr>
                <a:srgbClr val="103C71"/>
              </a:buClr>
              <a:buFont typeface="Wingdings" panose="05000000000000000000" pitchFamily="2" charset="2"/>
              <a:buChar char="ü"/>
              <a:defRPr/>
            </a:pPr>
            <a:endParaRPr lang="en-US" altLang="zh-CN" sz="1400" b="1" dirty="0">
              <a:solidFill>
                <a:srgbClr val="1E4E79"/>
              </a:solidFill>
              <a:latin typeface="微软雅黑" panose="020B0503020204020204" pitchFamily="34" charset="-122"/>
              <a:ea typeface="微软雅黑" panose="020B0503020204020204" pitchFamily="34" charset="-122"/>
              <a:sym typeface="+mn-ea"/>
            </a:endParaRPr>
          </a:p>
          <a:p>
            <a:pPr defTabSz="0" eaLnBrk="0" fontAlgn="base" hangingPunct="0">
              <a:lnSpc>
                <a:spcPts val="2460"/>
              </a:lnSpc>
              <a:spcBef>
                <a:spcPts val="0"/>
              </a:spcBef>
              <a:spcAft>
                <a:spcPct val="0"/>
              </a:spcAft>
              <a:buClr>
                <a:srgbClr val="103C71"/>
              </a:buClr>
              <a:buFont typeface="Wingdings" panose="05000000000000000000" pitchFamily="2" charset="2"/>
              <a:buChar char="ü"/>
              <a:defRPr/>
            </a:pPr>
            <a:r>
              <a:rPr lang="zh-CN" altLang="en-US" sz="1400" b="1" dirty="0">
                <a:solidFill>
                  <a:srgbClr val="C00000"/>
                </a:solidFill>
                <a:latin typeface="微软雅黑" panose="020B0503020204020204" pitchFamily="34" charset="-122"/>
                <a:ea typeface="微软雅黑" panose="020B0503020204020204" pitchFamily="34" charset="-122"/>
                <a:sym typeface="+mn-ea"/>
              </a:rPr>
              <a:t>空间对齐带宽预测：</a:t>
            </a:r>
            <a:r>
              <a:rPr lang="zh-CN" altLang="en-US" sz="1400" b="1" dirty="0">
                <a:solidFill>
                  <a:srgbClr val="1E4E79"/>
                </a:solidFill>
                <a:latin typeface="微软雅黑" panose="020B0503020204020204" pitchFamily="34" charset="-122"/>
                <a:ea typeface="微软雅黑" panose="020B0503020204020204" pitchFamily="34" charset="-122"/>
                <a:sym typeface="+mn-ea"/>
              </a:rPr>
              <a:t>利用空间无线电场进行建模，构建空间</a:t>
            </a:r>
            <a:r>
              <a:rPr lang="en-US" altLang="zh-CN" sz="1400" b="1" dirty="0">
                <a:solidFill>
                  <a:srgbClr val="1E4E79"/>
                </a:solidFill>
                <a:latin typeface="微软雅黑" panose="020B0503020204020204" pitchFamily="34" charset="-122"/>
                <a:ea typeface="微软雅黑" panose="020B0503020204020204" pitchFamily="34" charset="-122"/>
                <a:sym typeface="+mn-ea"/>
              </a:rPr>
              <a:t>-</a:t>
            </a:r>
            <a:r>
              <a:rPr lang="zh-CN" altLang="en-US" sz="1400" b="1" dirty="0">
                <a:solidFill>
                  <a:srgbClr val="1E4E79"/>
                </a:solidFill>
                <a:latin typeface="微软雅黑" panose="020B0503020204020204" pitchFamily="34" charset="-122"/>
                <a:ea typeface="微软雅黑" panose="020B0503020204020204" pitchFamily="34" charset="-122"/>
                <a:sym typeface="+mn-ea"/>
              </a:rPr>
              <a:t>无线电模型，结合用户运动轨迹预测未来带宽</a:t>
            </a:r>
            <a:endParaRPr lang="en-US" altLang="zh-CN" sz="1400" b="1" dirty="0">
              <a:solidFill>
                <a:srgbClr val="1E4E79"/>
              </a:solidFill>
              <a:latin typeface="微软雅黑" panose="020B0503020204020204" pitchFamily="34" charset="-122"/>
              <a:ea typeface="微软雅黑" panose="020B0503020204020204" pitchFamily="34" charset="-122"/>
              <a:sym typeface="+mn-ea"/>
            </a:endParaRPr>
          </a:p>
          <a:p>
            <a:pPr defTabSz="0" eaLnBrk="0" fontAlgn="base" hangingPunct="0">
              <a:lnSpc>
                <a:spcPts val="2460"/>
              </a:lnSpc>
              <a:spcBef>
                <a:spcPts val="0"/>
              </a:spcBef>
              <a:spcAft>
                <a:spcPct val="0"/>
              </a:spcAft>
              <a:buClr>
                <a:srgbClr val="103C71"/>
              </a:buClr>
              <a:buFont typeface="Wingdings" panose="05000000000000000000" pitchFamily="2" charset="2"/>
              <a:buChar char="ü"/>
              <a:defRPr/>
            </a:pPr>
            <a:endParaRPr lang="en-US" altLang="zh-CN" sz="1400" b="1" dirty="0">
              <a:solidFill>
                <a:srgbClr val="1E4E79"/>
              </a:solidFill>
              <a:latin typeface="微软雅黑" panose="020B0503020204020204" pitchFamily="34" charset="-122"/>
              <a:ea typeface="微软雅黑" panose="020B0503020204020204" pitchFamily="34" charset="-122"/>
              <a:sym typeface="+mn-ea"/>
            </a:endParaRPr>
          </a:p>
          <a:p>
            <a:pPr defTabSz="0" eaLnBrk="0" fontAlgn="base" hangingPunct="0">
              <a:lnSpc>
                <a:spcPts val="2460"/>
              </a:lnSpc>
              <a:spcBef>
                <a:spcPts val="0"/>
              </a:spcBef>
              <a:spcAft>
                <a:spcPct val="0"/>
              </a:spcAft>
              <a:buClr>
                <a:srgbClr val="103C71"/>
              </a:buClr>
              <a:buFont typeface="Wingdings" panose="05000000000000000000" pitchFamily="2" charset="2"/>
              <a:buChar char="ü"/>
              <a:defRPr/>
            </a:pPr>
            <a:endParaRPr lang="en-US" altLang="zh-CN" sz="1400" b="1" dirty="0">
              <a:solidFill>
                <a:srgbClr val="1E4E79"/>
              </a:solidFill>
              <a:latin typeface="微软雅黑" panose="020B0503020204020204" pitchFamily="34" charset="-122"/>
              <a:ea typeface="微软雅黑" panose="020B0503020204020204" pitchFamily="34" charset="-122"/>
              <a:sym typeface="+mn-ea"/>
            </a:endParaRPr>
          </a:p>
          <a:p>
            <a:pPr defTabSz="0" eaLnBrk="0" fontAlgn="base" hangingPunct="0">
              <a:lnSpc>
                <a:spcPts val="2460"/>
              </a:lnSpc>
              <a:spcBef>
                <a:spcPts val="0"/>
              </a:spcBef>
              <a:spcAft>
                <a:spcPct val="0"/>
              </a:spcAft>
              <a:buClr>
                <a:srgbClr val="103C71"/>
              </a:buClr>
              <a:buFont typeface="Wingdings" panose="05000000000000000000" pitchFamily="2" charset="2"/>
              <a:buChar char="ü"/>
              <a:defRPr/>
            </a:pPr>
            <a:r>
              <a:rPr lang="zh-CN" altLang="en-US" sz="1400" b="1" dirty="0">
                <a:solidFill>
                  <a:srgbClr val="C00000"/>
                </a:solidFill>
                <a:latin typeface="微软雅黑" panose="020B0503020204020204" pitchFamily="34" charset="-122"/>
                <a:ea typeface="微软雅黑" panose="020B0503020204020204" pitchFamily="34" charset="-122"/>
                <a:sym typeface="+mn-ea"/>
              </a:rPr>
              <a:t>信道感知双向调度：</a:t>
            </a:r>
            <a:r>
              <a:rPr lang="zh-CN" altLang="en-US" sz="1400" b="1" dirty="0">
                <a:solidFill>
                  <a:srgbClr val="1E4E79"/>
                </a:solidFill>
                <a:latin typeface="微软雅黑" panose="020B0503020204020204" pitchFamily="34" charset="-122"/>
                <a:ea typeface="微软雅黑" panose="020B0503020204020204" pitchFamily="34" charset="-122"/>
                <a:sym typeface="+mn-ea"/>
              </a:rPr>
              <a:t>根据预测带宽动态选择 </a:t>
            </a:r>
            <a:r>
              <a:rPr lang="en-US" altLang="zh-CN" sz="1400" b="1" dirty="0">
                <a:solidFill>
                  <a:srgbClr val="1E4E79"/>
                </a:solidFill>
                <a:latin typeface="微软雅黑" panose="020B0503020204020204" pitchFamily="34" charset="-122"/>
                <a:ea typeface="微软雅黑" panose="020B0503020204020204" pitchFamily="34" charset="-122"/>
                <a:sym typeface="+mn-ea"/>
              </a:rPr>
              <a:t>TU</a:t>
            </a:r>
            <a:r>
              <a:rPr lang="zh-CN" altLang="en-US" sz="1400" b="1" dirty="0">
                <a:solidFill>
                  <a:srgbClr val="1E4E79"/>
                </a:solidFill>
                <a:latin typeface="微软雅黑" panose="020B0503020204020204" pitchFamily="34" charset="-122"/>
                <a:ea typeface="微软雅黑" panose="020B0503020204020204" pitchFamily="34" charset="-122"/>
                <a:sym typeface="+mn-ea"/>
              </a:rPr>
              <a:t>，协调双向传输预算，提高 </a:t>
            </a:r>
            <a:r>
              <a:rPr lang="en-US" altLang="zh-CN" sz="1400" b="1" dirty="0">
                <a:solidFill>
                  <a:srgbClr val="1E4E79"/>
                </a:solidFill>
                <a:latin typeface="微软雅黑" panose="020B0503020204020204" pitchFamily="34" charset="-122"/>
                <a:ea typeface="微软雅黑" panose="020B0503020204020204" pitchFamily="34" charset="-122"/>
                <a:sym typeface="+mn-ea"/>
              </a:rPr>
              <a:t>QoE</a:t>
            </a:r>
          </a:p>
        </p:txBody>
      </p:sp>
      <p:pic>
        <p:nvPicPr>
          <p:cNvPr id="5" name="图片 4">
            <a:extLst>
              <a:ext uri="{FF2B5EF4-FFF2-40B4-BE49-F238E27FC236}">
                <a16:creationId xmlns:a16="http://schemas.microsoft.com/office/drawing/2014/main" id="{D49C6EBD-4AF6-F350-6B1A-6084C92F99BA}"/>
              </a:ext>
            </a:extLst>
          </p:cNvPr>
          <p:cNvPicPr>
            <a:picLocks noChangeAspect="1"/>
          </p:cNvPicPr>
          <p:nvPr/>
        </p:nvPicPr>
        <p:blipFill>
          <a:blip r:embed="rId2"/>
          <a:stretch>
            <a:fillRect/>
          </a:stretch>
        </p:blipFill>
        <p:spPr>
          <a:xfrm>
            <a:off x="3454598" y="1563939"/>
            <a:ext cx="8554521" cy="4140135"/>
          </a:xfrm>
          <a:prstGeom prst="rect">
            <a:avLst/>
          </a:prstGeom>
        </p:spPr>
      </p:pic>
    </p:spTree>
    <p:extLst>
      <p:ext uri="{BB962C8B-B14F-4D97-AF65-F5344CB8AC3E}">
        <p14:creationId xmlns:p14="http://schemas.microsoft.com/office/powerpoint/2010/main" val="98751210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1533E3-DE1F-41F3-6E09-BEA18E5919CC}"/>
            </a:ext>
          </a:extLst>
        </p:cNvPr>
        <p:cNvGrpSpPr/>
        <p:nvPr/>
      </p:nvGrpSpPr>
      <p:grpSpPr>
        <a:xfrm>
          <a:off x="0" y="0"/>
          <a:ext cx="0" cy="0"/>
          <a:chOff x="0" y="0"/>
          <a:chExt cx="0" cy="0"/>
        </a:xfrm>
      </p:grpSpPr>
      <p:sp>
        <p:nvSpPr>
          <p:cNvPr id="19" name="矩形 18">
            <a:extLst>
              <a:ext uri="{FF2B5EF4-FFF2-40B4-BE49-F238E27FC236}">
                <a16:creationId xmlns:a16="http://schemas.microsoft.com/office/drawing/2014/main" id="{AF0AFD03-2B49-851A-C480-6EA4C188DAB4}"/>
              </a:ext>
            </a:extLst>
          </p:cNvPr>
          <p:cNvSpPr/>
          <p:nvPr/>
        </p:nvSpPr>
        <p:spPr>
          <a:xfrm>
            <a:off x="472966" y="6120284"/>
            <a:ext cx="2371133" cy="52972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fontScale="47500" lnSpcReduction="20000"/>
          </a:bodyPr>
          <a:lstStyle/>
          <a:p>
            <a:pPr algn="l">
              <a:lnSpc>
                <a:spcPct val="130000"/>
              </a:lnSpc>
            </a:pPr>
            <a:endParaRPr kumimoji="1" lang="zh-CN" altLang="en-US" sz="2000" dirty="0">
              <a:solidFill>
                <a:schemeClr val="tx1">
                  <a:lumMod val="75000"/>
                  <a:lumOff val="25000"/>
                </a:schemeClr>
              </a:solidFill>
            </a:endParaRPr>
          </a:p>
        </p:txBody>
      </p:sp>
      <p:sp>
        <p:nvSpPr>
          <p:cNvPr id="14" name="标题 13">
            <a:extLst>
              <a:ext uri="{FF2B5EF4-FFF2-40B4-BE49-F238E27FC236}">
                <a16:creationId xmlns:a16="http://schemas.microsoft.com/office/drawing/2014/main" id="{4DC2DDF6-0311-7D49-6043-27EEF0288BAE}"/>
              </a:ext>
            </a:extLst>
          </p:cNvPr>
          <p:cNvSpPr>
            <a:spLocks noGrp="1"/>
          </p:cNvSpPr>
          <p:nvPr>
            <p:ph type="title"/>
          </p:nvPr>
        </p:nvSpPr>
        <p:spPr>
          <a:xfrm>
            <a:off x="891562" y="343036"/>
            <a:ext cx="8970989" cy="663575"/>
          </a:xfrm>
        </p:spPr>
        <p:txBody>
          <a:bodyPr/>
          <a:lstStyle/>
          <a:p>
            <a:r>
              <a:rPr lang="zh-CN" altLang="en-US" dirty="0"/>
              <a:t>重要模块</a:t>
            </a:r>
          </a:p>
        </p:txBody>
      </p:sp>
      <p:sp>
        <p:nvSpPr>
          <p:cNvPr id="16" name="内容占位符 4">
            <a:extLst>
              <a:ext uri="{FF2B5EF4-FFF2-40B4-BE49-F238E27FC236}">
                <a16:creationId xmlns:a16="http://schemas.microsoft.com/office/drawing/2014/main" id="{E7B6C56B-C18D-84CD-9F91-C3604B2FF944}"/>
              </a:ext>
            </a:extLst>
          </p:cNvPr>
          <p:cNvSpPr txBox="1">
            <a:spLocks/>
          </p:cNvSpPr>
          <p:nvPr/>
        </p:nvSpPr>
        <p:spPr>
          <a:xfrm>
            <a:off x="201800" y="1259549"/>
            <a:ext cx="3178327" cy="4607796"/>
          </a:xfr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defTabSz="0" eaLnBrk="0" fontAlgn="base" hangingPunct="0">
              <a:lnSpc>
                <a:spcPts val="2460"/>
              </a:lnSpc>
              <a:spcBef>
                <a:spcPts val="0"/>
              </a:spcBef>
              <a:spcAft>
                <a:spcPct val="0"/>
              </a:spcAft>
              <a:buClr>
                <a:srgbClr val="103C71"/>
              </a:buClr>
              <a:buFont typeface="Wingdings" panose="05000000000000000000" pitchFamily="2" charset="2"/>
              <a:buChar char="ü"/>
              <a:defRPr/>
            </a:pPr>
            <a:r>
              <a:rPr lang="en-US" altLang="zh-CN" sz="1400" b="1" dirty="0">
                <a:solidFill>
                  <a:srgbClr val="C00000"/>
                </a:solidFill>
                <a:latin typeface="微软雅黑" panose="020B0503020204020204" pitchFamily="34" charset="-122"/>
                <a:ea typeface="微软雅黑" panose="020B0503020204020204" pitchFamily="34" charset="-122"/>
                <a:sym typeface="+mn-ea"/>
              </a:rPr>
              <a:t>Spatial-Radio Model </a:t>
            </a:r>
            <a:r>
              <a:rPr lang="zh-CN" altLang="en-US" sz="1400" b="1" dirty="0">
                <a:solidFill>
                  <a:srgbClr val="C00000"/>
                </a:solidFill>
                <a:latin typeface="微软雅黑" panose="020B0503020204020204" pitchFamily="34" charset="-122"/>
                <a:ea typeface="微软雅黑" panose="020B0503020204020204" pitchFamily="34" charset="-122"/>
                <a:sym typeface="+mn-ea"/>
              </a:rPr>
              <a:t>空间无线电表示：</a:t>
            </a:r>
            <a:r>
              <a:rPr lang="zh-CN" altLang="en-US" sz="1400" b="1" dirty="0">
                <a:solidFill>
                  <a:srgbClr val="1E4E79"/>
                </a:solidFill>
                <a:latin typeface="微软雅黑" panose="020B0503020204020204" pitchFamily="34" charset="-122"/>
                <a:ea typeface="微软雅黑" panose="020B0503020204020204" pitchFamily="34" charset="-122"/>
                <a:sym typeface="+mn-ea"/>
              </a:rPr>
              <a:t>使用</a:t>
            </a:r>
            <a:r>
              <a:rPr lang="en-US" altLang="zh-CN" sz="1400" b="1" dirty="0">
                <a:solidFill>
                  <a:srgbClr val="1E4E79"/>
                </a:solidFill>
                <a:latin typeface="微软雅黑" panose="020B0503020204020204" pitchFamily="34" charset="-122"/>
                <a:ea typeface="微软雅黑" panose="020B0503020204020204" pitchFamily="34" charset="-122"/>
                <a:sym typeface="+mn-ea"/>
              </a:rPr>
              <a:t>3DGS</a:t>
            </a:r>
            <a:r>
              <a:rPr lang="zh-CN" altLang="en-US" sz="1400" b="1" dirty="0">
                <a:solidFill>
                  <a:srgbClr val="1E4E79"/>
                </a:solidFill>
                <a:latin typeface="微软雅黑" panose="020B0503020204020204" pitchFamily="34" charset="-122"/>
                <a:ea typeface="微软雅黑" panose="020B0503020204020204" pitchFamily="34" charset="-122"/>
                <a:sym typeface="+mn-ea"/>
              </a:rPr>
              <a:t>的思想，使用</a:t>
            </a:r>
            <a:r>
              <a:rPr lang="en-US" altLang="zh-CN" sz="1400" b="1" dirty="0">
                <a:solidFill>
                  <a:srgbClr val="1E4E79"/>
                </a:solidFill>
                <a:latin typeface="微软雅黑" panose="020B0503020204020204" pitchFamily="34" charset="-122"/>
                <a:ea typeface="微软雅黑" panose="020B0503020204020204" pitchFamily="34" charset="-122"/>
                <a:sym typeface="+mn-ea"/>
              </a:rPr>
              <a:t>SH</a:t>
            </a:r>
            <a:r>
              <a:rPr lang="zh-CN" altLang="en-US" sz="1400" b="1" dirty="0">
                <a:solidFill>
                  <a:srgbClr val="1E4E79"/>
                </a:solidFill>
                <a:latin typeface="微软雅黑" panose="020B0503020204020204" pitchFamily="34" charset="-122"/>
                <a:ea typeface="微软雅黑" panose="020B0503020204020204" pitchFamily="34" charset="-122"/>
                <a:sym typeface="+mn-ea"/>
              </a:rPr>
              <a:t>与透明度表示</a:t>
            </a:r>
            <a:r>
              <a:rPr lang="en-US" altLang="zh-CN" sz="1400" b="1" dirty="0">
                <a:solidFill>
                  <a:srgbClr val="1E4E79"/>
                </a:solidFill>
                <a:latin typeface="微软雅黑" panose="020B0503020204020204" pitchFamily="34" charset="-122"/>
                <a:ea typeface="微软雅黑" panose="020B0503020204020204" pitchFamily="34" charset="-122"/>
                <a:sym typeface="+mn-ea"/>
              </a:rPr>
              <a:t>RF</a:t>
            </a:r>
            <a:r>
              <a:rPr lang="zh-CN" altLang="en-US" sz="1400" b="1" dirty="0">
                <a:solidFill>
                  <a:srgbClr val="1E4E79"/>
                </a:solidFill>
                <a:latin typeface="微软雅黑" panose="020B0503020204020204" pitchFamily="34" charset="-122"/>
                <a:ea typeface="微软雅黑" panose="020B0503020204020204" pitchFamily="34" charset="-122"/>
                <a:sym typeface="+mn-ea"/>
              </a:rPr>
              <a:t>，建立空间辐射场，并针对商用</a:t>
            </a:r>
            <a:r>
              <a:rPr lang="en-US" altLang="zh-CN" sz="1400" b="1" dirty="0">
                <a:solidFill>
                  <a:srgbClr val="1E4E79"/>
                </a:solidFill>
                <a:latin typeface="微软雅黑" panose="020B0503020204020204" pitchFamily="34" charset="-122"/>
                <a:ea typeface="微软雅黑" panose="020B0503020204020204" pitchFamily="34" charset="-122"/>
                <a:sym typeface="+mn-ea"/>
              </a:rPr>
              <a:t>WIFI</a:t>
            </a:r>
            <a:r>
              <a:rPr lang="zh-CN" altLang="en-US" sz="1400" b="1" dirty="0">
                <a:solidFill>
                  <a:srgbClr val="1E4E79"/>
                </a:solidFill>
                <a:latin typeface="微软雅黑" panose="020B0503020204020204" pitchFamily="34" charset="-122"/>
                <a:ea typeface="微软雅黑" panose="020B0503020204020204" pitchFamily="34" charset="-122"/>
                <a:sym typeface="+mn-ea"/>
              </a:rPr>
              <a:t>低频信号做出优化。</a:t>
            </a:r>
            <a:endParaRPr lang="en-US" altLang="zh-CN" sz="1400" b="1" dirty="0">
              <a:solidFill>
                <a:srgbClr val="1E4E79"/>
              </a:solidFill>
              <a:latin typeface="微软雅黑" panose="020B0503020204020204" pitchFamily="34" charset="-122"/>
              <a:ea typeface="微软雅黑" panose="020B0503020204020204" pitchFamily="34" charset="-122"/>
              <a:sym typeface="+mn-ea"/>
            </a:endParaRPr>
          </a:p>
          <a:p>
            <a:pPr defTabSz="0" eaLnBrk="0" fontAlgn="base" hangingPunct="0">
              <a:lnSpc>
                <a:spcPts val="2460"/>
              </a:lnSpc>
              <a:spcBef>
                <a:spcPts val="0"/>
              </a:spcBef>
              <a:spcAft>
                <a:spcPct val="0"/>
              </a:spcAft>
              <a:buClr>
                <a:srgbClr val="103C71"/>
              </a:buClr>
              <a:buFont typeface="Wingdings" panose="05000000000000000000" pitchFamily="2" charset="2"/>
              <a:buChar char="ü"/>
              <a:defRPr/>
            </a:pPr>
            <a:r>
              <a:rPr lang="zh-CN" altLang="en-US" sz="1400" b="1" dirty="0">
                <a:solidFill>
                  <a:srgbClr val="C00000"/>
                </a:solidFill>
                <a:latin typeface="微软雅黑" panose="020B0503020204020204" pitchFamily="34" charset="-122"/>
                <a:ea typeface="微软雅黑" panose="020B0503020204020204" pitchFamily="34" charset="-122"/>
                <a:sym typeface="+mn-ea"/>
              </a:rPr>
              <a:t>早期训练：</a:t>
            </a:r>
            <a:r>
              <a:rPr lang="zh-CN" altLang="en-US" sz="1400" b="1" dirty="0">
                <a:solidFill>
                  <a:srgbClr val="1E4E79"/>
                </a:solidFill>
                <a:latin typeface="微软雅黑" panose="020B0503020204020204" pitchFamily="34" charset="-122"/>
                <a:ea typeface="微软雅黑" panose="020B0503020204020204" pitchFamily="34" charset="-122"/>
                <a:sym typeface="+mn-ea"/>
              </a:rPr>
              <a:t>使用随机点云初始化，建立基本的几何骨架</a:t>
            </a:r>
            <a:endParaRPr lang="en-US" altLang="zh-CN" sz="1400" b="1" dirty="0">
              <a:solidFill>
                <a:srgbClr val="1E4E79"/>
              </a:solidFill>
              <a:latin typeface="微软雅黑" panose="020B0503020204020204" pitchFamily="34" charset="-122"/>
              <a:ea typeface="微软雅黑" panose="020B0503020204020204" pitchFamily="34" charset="-122"/>
              <a:sym typeface="+mn-ea"/>
            </a:endParaRPr>
          </a:p>
          <a:p>
            <a:pPr defTabSz="0" eaLnBrk="0" fontAlgn="base" hangingPunct="0">
              <a:lnSpc>
                <a:spcPts val="2460"/>
              </a:lnSpc>
              <a:spcBef>
                <a:spcPts val="0"/>
              </a:spcBef>
              <a:spcAft>
                <a:spcPct val="0"/>
              </a:spcAft>
              <a:buClr>
                <a:srgbClr val="103C71"/>
              </a:buClr>
              <a:buFont typeface="Wingdings" panose="05000000000000000000" pitchFamily="2" charset="2"/>
              <a:buChar char="ü"/>
              <a:defRPr/>
            </a:pPr>
            <a:r>
              <a:rPr lang="en-US" altLang="zh-CN" sz="1400" b="1" dirty="0">
                <a:solidFill>
                  <a:srgbClr val="C00000"/>
                </a:solidFill>
                <a:latin typeface="微软雅黑" panose="020B0503020204020204" pitchFamily="34" charset="-122"/>
                <a:ea typeface="微软雅黑" panose="020B0503020204020204" pitchFamily="34" charset="-122"/>
                <a:sym typeface="+mn-ea"/>
              </a:rPr>
              <a:t>RF</a:t>
            </a:r>
            <a:r>
              <a:rPr lang="zh-CN" altLang="en-US" sz="1400" b="1" dirty="0">
                <a:solidFill>
                  <a:srgbClr val="C00000"/>
                </a:solidFill>
                <a:latin typeface="微软雅黑" panose="020B0503020204020204" pitchFamily="34" charset="-122"/>
                <a:ea typeface="微软雅黑" panose="020B0503020204020204" pitchFamily="34" charset="-122"/>
                <a:sym typeface="+mn-ea"/>
              </a:rPr>
              <a:t>训练：</a:t>
            </a:r>
            <a:r>
              <a:rPr lang="zh-CN" altLang="en-US" sz="1400" b="1" dirty="0">
                <a:solidFill>
                  <a:srgbClr val="1E4E79"/>
                </a:solidFill>
                <a:latin typeface="微软雅黑" panose="020B0503020204020204" pitchFamily="34" charset="-122"/>
                <a:ea typeface="微软雅黑" panose="020B0503020204020204" pitchFamily="34" charset="-122"/>
                <a:sym typeface="+mn-ea"/>
              </a:rPr>
              <a:t>冻结高斯球形状和位置，清空颜色属性，并重新训练电磁场属性</a:t>
            </a:r>
            <a:endParaRPr lang="en-US" altLang="zh-CN" sz="1400" b="1" dirty="0">
              <a:solidFill>
                <a:srgbClr val="1E4E79"/>
              </a:solidFill>
              <a:latin typeface="微软雅黑" panose="020B0503020204020204" pitchFamily="34" charset="-122"/>
              <a:ea typeface="微软雅黑" panose="020B0503020204020204" pitchFamily="34" charset="-122"/>
              <a:sym typeface="+mn-ea"/>
            </a:endParaRPr>
          </a:p>
          <a:p>
            <a:pPr defTabSz="0" eaLnBrk="0" fontAlgn="base" hangingPunct="0">
              <a:lnSpc>
                <a:spcPts val="2460"/>
              </a:lnSpc>
              <a:spcBef>
                <a:spcPts val="0"/>
              </a:spcBef>
              <a:spcAft>
                <a:spcPct val="0"/>
              </a:spcAft>
              <a:buClr>
                <a:srgbClr val="103C71"/>
              </a:buClr>
              <a:buFont typeface="Wingdings" panose="05000000000000000000" pitchFamily="2" charset="2"/>
              <a:buChar char="ü"/>
              <a:defRPr/>
            </a:pPr>
            <a:r>
              <a:rPr lang="zh-CN" altLang="en-US" sz="1400" b="1" dirty="0">
                <a:solidFill>
                  <a:srgbClr val="C00000"/>
                </a:solidFill>
                <a:latin typeface="微软雅黑" panose="020B0503020204020204" pitchFamily="34" charset="-122"/>
                <a:ea typeface="微软雅黑" panose="020B0503020204020204" pitchFamily="34" charset="-122"/>
                <a:sym typeface="+mn-ea"/>
              </a:rPr>
              <a:t>拟合优化：</a:t>
            </a:r>
            <a:r>
              <a:rPr lang="zh-CN" altLang="en-US" sz="1400" b="1" dirty="0">
                <a:solidFill>
                  <a:srgbClr val="1E4E79"/>
                </a:solidFill>
                <a:latin typeface="微软雅黑" panose="020B0503020204020204" pitchFamily="34" charset="-122"/>
                <a:ea typeface="微软雅黑" panose="020B0503020204020204" pitchFamily="34" charset="-122"/>
                <a:sym typeface="+mn-ea"/>
              </a:rPr>
              <a:t>针对低频电波比光线更强的绕射和衍射进行修正</a:t>
            </a:r>
            <a:endParaRPr lang="en-US" altLang="zh-CN" sz="1400" b="1" dirty="0">
              <a:solidFill>
                <a:srgbClr val="1E4E79"/>
              </a:solidFill>
              <a:latin typeface="微软雅黑" panose="020B0503020204020204" pitchFamily="34" charset="-122"/>
              <a:ea typeface="微软雅黑" panose="020B0503020204020204" pitchFamily="34" charset="-122"/>
              <a:sym typeface="+mn-ea"/>
            </a:endParaRPr>
          </a:p>
        </p:txBody>
      </p:sp>
      <p:pic>
        <p:nvPicPr>
          <p:cNvPr id="3" name="图片 2">
            <a:extLst>
              <a:ext uri="{FF2B5EF4-FFF2-40B4-BE49-F238E27FC236}">
                <a16:creationId xmlns:a16="http://schemas.microsoft.com/office/drawing/2014/main" id="{48E20AE2-532F-588B-0BA8-BDC32E504202}"/>
              </a:ext>
            </a:extLst>
          </p:cNvPr>
          <p:cNvPicPr>
            <a:picLocks noChangeAspect="1"/>
          </p:cNvPicPr>
          <p:nvPr/>
        </p:nvPicPr>
        <p:blipFill>
          <a:blip r:embed="rId2"/>
          <a:stretch>
            <a:fillRect/>
          </a:stretch>
        </p:blipFill>
        <p:spPr>
          <a:xfrm>
            <a:off x="3689897" y="1135116"/>
            <a:ext cx="8451653" cy="4383694"/>
          </a:xfrm>
          <a:prstGeom prst="rect">
            <a:avLst/>
          </a:prstGeom>
        </p:spPr>
      </p:pic>
    </p:spTree>
    <p:extLst>
      <p:ext uri="{BB962C8B-B14F-4D97-AF65-F5344CB8AC3E}">
        <p14:creationId xmlns:p14="http://schemas.microsoft.com/office/powerpoint/2010/main" val="337825138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506D47-41E9-D16B-4264-4E015F75F61D}"/>
            </a:ext>
          </a:extLst>
        </p:cNvPr>
        <p:cNvGrpSpPr/>
        <p:nvPr/>
      </p:nvGrpSpPr>
      <p:grpSpPr>
        <a:xfrm>
          <a:off x="0" y="0"/>
          <a:ext cx="0" cy="0"/>
          <a:chOff x="0" y="0"/>
          <a:chExt cx="0" cy="0"/>
        </a:xfrm>
      </p:grpSpPr>
      <p:sp>
        <p:nvSpPr>
          <p:cNvPr id="19" name="矩形 18">
            <a:extLst>
              <a:ext uri="{FF2B5EF4-FFF2-40B4-BE49-F238E27FC236}">
                <a16:creationId xmlns:a16="http://schemas.microsoft.com/office/drawing/2014/main" id="{A2200450-CF12-807C-FEA7-2CBED7022C4B}"/>
              </a:ext>
            </a:extLst>
          </p:cNvPr>
          <p:cNvSpPr/>
          <p:nvPr/>
        </p:nvSpPr>
        <p:spPr>
          <a:xfrm>
            <a:off x="472966" y="6120284"/>
            <a:ext cx="2371133" cy="52972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fontScale="47500" lnSpcReduction="20000"/>
          </a:bodyPr>
          <a:lstStyle/>
          <a:p>
            <a:pPr algn="l">
              <a:lnSpc>
                <a:spcPct val="130000"/>
              </a:lnSpc>
            </a:pPr>
            <a:endParaRPr kumimoji="1" lang="zh-CN" altLang="en-US" sz="2000" dirty="0">
              <a:solidFill>
                <a:schemeClr val="tx1">
                  <a:lumMod val="75000"/>
                  <a:lumOff val="25000"/>
                </a:schemeClr>
              </a:solidFill>
            </a:endParaRPr>
          </a:p>
        </p:txBody>
      </p:sp>
      <p:sp>
        <p:nvSpPr>
          <p:cNvPr id="14" name="标题 13">
            <a:extLst>
              <a:ext uri="{FF2B5EF4-FFF2-40B4-BE49-F238E27FC236}">
                <a16:creationId xmlns:a16="http://schemas.microsoft.com/office/drawing/2014/main" id="{B7CC7308-5D6D-D85B-56CA-92BA6E193EB6}"/>
              </a:ext>
            </a:extLst>
          </p:cNvPr>
          <p:cNvSpPr>
            <a:spLocks noGrp="1"/>
          </p:cNvSpPr>
          <p:nvPr>
            <p:ph type="title"/>
          </p:nvPr>
        </p:nvSpPr>
        <p:spPr>
          <a:xfrm>
            <a:off x="891562" y="343036"/>
            <a:ext cx="8970989" cy="663575"/>
          </a:xfrm>
        </p:spPr>
        <p:txBody>
          <a:bodyPr/>
          <a:lstStyle/>
          <a:p>
            <a:r>
              <a:rPr lang="zh-CN" altLang="en-US" dirty="0"/>
              <a:t>模块迁移</a:t>
            </a:r>
          </a:p>
        </p:txBody>
      </p:sp>
      <p:sp>
        <p:nvSpPr>
          <p:cNvPr id="16" name="内容占位符 4">
            <a:extLst>
              <a:ext uri="{FF2B5EF4-FFF2-40B4-BE49-F238E27FC236}">
                <a16:creationId xmlns:a16="http://schemas.microsoft.com/office/drawing/2014/main" id="{CAD09C53-5D1F-6B97-FC19-A166545142CB}"/>
              </a:ext>
            </a:extLst>
          </p:cNvPr>
          <p:cNvSpPr txBox="1">
            <a:spLocks/>
          </p:cNvSpPr>
          <p:nvPr/>
        </p:nvSpPr>
        <p:spPr>
          <a:xfrm>
            <a:off x="318463" y="3269411"/>
            <a:ext cx="4436417" cy="999891"/>
          </a:xfr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defTabSz="0" eaLnBrk="0" fontAlgn="base" hangingPunct="0">
              <a:lnSpc>
                <a:spcPts val="2460"/>
              </a:lnSpc>
              <a:spcBef>
                <a:spcPts val="0"/>
              </a:spcBef>
              <a:spcAft>
                <a:spcPct val="0"/>
              </a:spcAft>
              <a:buClr>
                <a:srgbClr val="103C71"/>
              </a:buClr>
              <a:defRPr/>
            </a:pPr>
            <a:r>
              <a:rPr lang="zh-CN" altLang="en-US" sz="1400" b="1" dirty="0">
                <a:solidFill>
                  <a:srgbClr val="C00000"/>
                </a:solidFill>
                <a:latin typeface="微软雅黑" panose="020B0503020204020204" pitchFamily="34" charset="-122"/>
                <a:ea typeface="微软雅黑" panose="020B0503020204020204" pitchFamily="34" charset="-122"/>
                <a:sym typeface="+mn-ea"/>
              </a:rPr>
              <a:t>用于用户路径规划</a:t>
            </a:r>
            <a:r>
              <a:rPr lang="zh-CN" altLang="en-US" sz="1400" b="1" dirty="0">
                <a:solidFill>
                  <a:srgbClr val="1E4E79"/>
                </a:solidFill>
                <a:latin typeface="微软雅黑" panose="020B0503020204020204" pitchFamily="34" charset="-122"/>
                <a:ea typeface="微软雅黑" panose="020B0503020204020204" pitchFamily="34" charset="-122"/>
                <a:sym typeface="+mn-ea"/>
              </a:rPr>
              <a:t>：可视化辐射场可使得用户选择信号更好的路径进行移动从而获得更好的体验</a:t>
            </a:r>
            <a:endParaRPr lang="en-US" altLang="zh-CN" sz="1400" b="1" dirty="0">
              <a:solidFill>
                <a:srgbClr val="1E4E79"/>
              </a:solidFill>
              <a:latin typeface="微软雅黑" panose="020B0503020204020204" pitchFamily="34" charset="-122"/>
              <a:ea typeface="微软雅黑" panose="020B0503020204020204" pitchFamily="34" charset="-122"/>
              <a:sym typeface="+mn-ea"/>
            </a:endParaRPr>
          </a:p>
        </p:txBody>
      </p:sp>
      <p:pic>
        <p:nvPicPr>
          <p:cNvPr id="4" name="图片 3">
            <a:extLst>
              <a:ext uri="{FF2B5EF4-FFF2-40B4-BE49-F238E27FC236}">
                <a16:creationId xmlns:a16="http://schemas.microsoft.com/office/drawing/2014/main" id="{B1BDA406-7AD0-8354-AABA-52F69D258AE3}"/>
              </a:ext>
            </a:extLst>
          </p:cNvPr>
          <p:cNvPicPr>
            <a:picLocks noChangeAspect="1"/>
          </p:cNvPicPr>
          <p:nvPr/>
        </p:nvPicPr>
        <p:blipFill>
          <a:blip r:embed="rId2"/>
          <a:stretch>
            <a:fillRect/>
          </a:stretch>
        </p:blipFill>
        <p:spPr>
          <a:xfrm>
            <a:off x="7691129" y="1121839"/>
            <a:ext cx="3627462" cy="1939709"/>
          </a:xfrm>
          <a:prstGeom prst="rect">
            <a:avLst/>
          </a:prstGeom>
        </p:spPr>
      </p:pic>
      <p:pic>
        <p:nvPicPr>
          <p:cNvPr id="6" name="图片 5">
            <a:extLst>
              <a:ext uri="{FF2B5EF4-FFF2-40B4-BE49-F238E27FC236}">
                <a16:creationId xmlns:a16="http://schemas.microsoft.com/office/drawing/2014/main" id="{8CFF0AA2-F7F8-B4E5-D9E0-E365C550252F}"/>
              </a:ext>
            </a:extLst>
          </p:cNvPr>
          <p:cNvPicPr>
            <a:picLocks noChangeAspect="1"/>
          </p:cNvPicPr>
          <p:nvPr/>
        </p:nvPicPr>
        <p:blipFill>
          <a:blip r:embed="rId3"/>
          <a:stretch>
            <a:fillRect/>
          </a:stretch>
        </p:blipFill>
        <p:spPr>
          <a:xfrm>
            <a:off x="7750698" y="4152343"/>
            <a:ext cx="3508323" cy="2625691"/>
          </a:xfrm>
          <a:prstGeom prst="rect">
            <a:avLst/>
          </a:prstGeom>
        </p:spPr>
      </p:pic>
      <p:pic>
        <p:nvPicPr>
          <p:cNvPr id="8" name="图片 7">
            <a:extLst>
              <a:ext uri="{FF2B5EF4-FFF2-40B4-BE49-F238E27FC236}">
                <a16:creationId xmlns:a16="http://schemas.microsoft.com/office/drawing/2014/main" id="{F8EE7B05-DFC6-450B-0E4A-EC91C3FEDE65}"/>
              </a:ext>
            </a:extLst>
          </p:cNvPr>
          <p:cNvPicPr>
            <a:picLocks noChangeAspect="1"/>
          </p:cNvPicPr>
          <p:nvPr/>
        </p:nvPicPr>
        <p:blipFill>
          <a:blip r:embed="rId4"/>
          <a:stretch>
            <a:fillRect/>
          </a:stretch>
        </p:blipFill>
        <p:spPr>
          <a:xfrm>
            <a:off x="0" y="1121839"/>
            <a:ext cx="5274107" cy="1559326"/>
          </a:xfrm>
          <a:prstGeom prst="rect">
            <a:avLst/>
          </a:prstGeom>
        </p:spPr>
      </p:pic>
      <p:pic>
        <p:nvPicPr>
          <p:cNvPr id="10" name="图片 9">
            <a:extLst>
              <a:ext uri="{FF2B5EF4-FFF2-40B4-BE49-F238E27FC236}">
                <a16:creationId xmlns:a16="http://schemas.microsoft.com/office/drawing/2014/main" id="{1AB1BC02-BA81-88D9-D6CE-8CCD69E7654C}"/>
              </a:ext>
            </a:extLst>
          </p:cNvPr>
          <p:cNvPicPr>
            <a:picLocks noChangeAspect="1"/>
          </p:cNvPicPr>
          <p:nvPr/>
        </p:nvPicPr>
        <p:blipFill>
          <a:blip r:embed="rId5"/>
          <a:stretch>
            <a:fillRect/>
          </a:stretch>
        </p:blipFill>
        <p:spPr>
          <a:xfrm>
            <a:off x="107204" y="4455267"/>
            <a:ext cx="5694505" cy="2329074"/>
          </a:xfrm>
          <a:prstGeom prst="rect">
            <a:avLst/>
          </a:prstGeom>
        </p:spPr>
      </p:pic>
      <p:sp>
        <p:nvSpPr>
          <p:cNvPr id="11" name="内容占位符 4">
            <a:extLst>
              <a:ext uri="{FF2B5EF4-FFF2-40B4-BE49-F238E27FC236}">
                <a16:creationId xmlns:a16="http://schemas.microsoft.com/office/drawing/2014/main" id="{2944628F-3D8C-5B41-AA31-B488C35C911F}"/>
              </a:ext>
            </a:extLst>
          </p:cNvPr>
          <p:cNvSpPr txBox="1">
            <a:spLocks/>
          </p:cNvSpPr>
          <p:nvPr/>
        </p:nvSpPr>
        <p:spPr>
          <a:xfrm>
            <a:off x="6809294" y="3218373"/>
            <a:ext cx="5400216" cy="933970"/>
          </a:xfr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defTabSz="0" eaLnBrk="0" fontAlgn="base" hangingPunct="0">
              <a:lnSpc>
                <a:spcPts val="2460"/>
              </a:lnSpc>
              <a:spcBef>
                <a:spcPts val="0"/>
              </a:spcBef>
              <a:spcAft>
                <a:spcPct val="0"/>
              </a:spcAft>
              <a:buClr>
                <a:srgbClr val="103C71"/>
              </a:buClr>
              <a:defRPr/>
            </a:pPr>
            <a:r>
              <a:rPr lang="zh-CN" altLang="en-US" sz="1400" b="1" dirty="0">
                <a:solidFill>
                  <a:srgbClr val="C00000"/>
                </a:solidFill>
                <a:latin typeface="微软雅黑" panose="020B0503020204020204" pitchFamily="34" charset="-122"/>
                <a:ea typeface="微软雅黑" panose="020B0503020204020204" pitchFamily="34" charset="-122"/>
                <a:sym typeface="+mn-ea"/>
              </a:rPr>
              <a:t>用于机器人角色分化</a:t>
            </a:r>
            <a:r>
              <a:rPr lang="zh-CN" altLang="en-US" sz="1400" b="1" dirty="0">
                <a:solidFill>
                  <a:srgbClr val="1E4E79"/>
                </a:solidFill>
                <a:latin typeface="微软雅黑" panose="020B0503020204020204" pitchFamily="34" charset="-122"/>
                <a:ea typeface="微软雅黑" panose="020B0503020204020204" pitchFamily="34" charset="-122"/>
                <a:sym typeface="+mn-ea"/>
              </a:rPr>
              <a:t>：在无人车探索场景下，空间信号场可以让机器车共享全局空间信号，避免走向无信号死角，加快探索进程</a:t>
            </a:r>
            <a:endParaRPr lang="en-US" altLang="zh-CN" sz="1400" b="1" dirty="0">
              <a:solidFill>
                <a:srgbClr val="1E4E79"/>
              </a:solidFill>
              <a:latin typeface="微软雅黑" panose="020B0503020204020204" pitchFamily="34" charset="-122"/>
              <a:ea typeface="微软雅黑" panose="020B0503020204020204" pitchFamily="34" charset="-122"/>
              <a:sym typeface="+mn-ea"/>
            </a:endParaRPr>
          </a:p>
        </p:txBody>
      </p:sp>
    </p:spTree>
    <p:extLst>
      <p:ext uri="{BB962C8B-B14F-4D97-AF65-F5344CB8AC3E}">
        <p14:creationId xmlns:p14="http://schemas.microsoft.com/office/powerpoint/2010/main" val="283944974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4190C2-3D0E-835B-D200-27F4F49A38B2}"/>
            </a:ext>
          </a:extLst>
        </p:cNvPr>
        <p:cNvGrpSpPr/>
        <p:nvPr/>
      </p:nvGrpSpPr>
      <p:grpSpPr>
        <a:xfrm>
          <a:off x="0" y="0"/>
          <a:ext cx="0" cy="0"/>
          <a:chOff x="0" y="0"/>
          <a:chExt cx="0" cy="0"/>
        </a:xfrm>
      </p:grpSpPr>
      <p:pic>
        <p:nvPicPr>
          <p:cNvPr id="3" name="图片 2">
            <a:extLst>
              <a:ext uri="{FF2B5EF4-FFF2-40B4-BE49-F238E27FC236}">
                <a16:creationId xmlns:a16="http://schemas.microsoft.com/office/drawing/2014/main" id="{7C4FA23E-EB57-FAA5-7434-5A5B817C3E59}"/>
              </a:ext>
            </a:extLst>
          </p:cNvPr>
          <p:cNvPicPr>
            <a:picLocks noChangeAspect="1"/>
          </p:cNvPicPr>
          <p:nvPr/>
        </p:nvPicPr>
        <p:blipFill>
          <a:blip r:embed="rId3" cstate="print">
            <a:alphaModFix amt="5000"/>
            <a:extLst>
              <a:ext uri="{28A0092B-C50C-407E-A947-70E740481C1C}">
                <a14:useLocalDpi xmlns:a14="http://schemas.microsoft.com/office/drawing/2010/main" val="0"/>
              </a:ext>
            </a:extLst>
          </a:blip>
          <a:stretch>
            <a:fillRect/>
          </a:stretch>
        </p:blipFill>
        <p:spPr>
          <a:xfrm rot="10800000">
            <a:off x="-3355854" y="0"/>
            <a:ext cx="6711710" cy="6858000"/>
          </a:xfrm>
          <a:prstGeom prst="rect">
            <a:avLst/>
          </a:prstGeom>
        </p:spPr>
      </p:pic>
      <p:pic>
        <p:nvPicPr>
          <p:cNvPr id="6" name="图片 5">
            <a:extLst>
              <a:ext uri="{FF2B5EF4-FFF2-40B4-BE49-F238E27FC236}">
                <a16:creationId xmlns:a16="http://schemas.microsoft.com/office/drawing/2014/main" id="{6E330F24-2BBB-73BF-0DCE-7F45890DDB46}"/>
              </a:ext>
            </a:extLst>
          </p:cNvPr>
          <p:cNvPicPr>
            <a:picLocks noChangeAspect="1"/>
          </p:cNvPicPr>
          <p:nvPr/>
        </p:nvPicPr>
        <p:blipFill>
          <a:blip r:embed="rId3" cstate="print">
            <a:alphaModFix amt="5000"/>
            <a:extLst>
              <a:ext uri="{28A0092B-C50C-407E-A947-70E740481C1C}">
                <a14:useLocalDpi xmlns:a14="http://schemas.microsoft.com/office/drawing/2010/main" val="0"/>
              </a:ext>
            </a:extLst>
          </a:blip>
          <a:stretch>
            <a:fillRect/>
          </a:stretch>
        </p:blipFill>
        <p:spPr>
          <a:xfrm>
            <a:off x="8836145" y="0"/>
            <a:ext cx="6711710" cy="6858000"/>
          </a:xfrm>
          <a:prstGeom prst="rect">
            <a:avLst/>
          </a:prstGeom>
        </p:spPr>
      </p:pic>
      <p:sp>
        <p:nvSpPr>
          <p:cNvPr id="2" name="文本框 1">
            <a:extLst>
              <a:ext uri="{FF2B5EF4-FFF2-40B4-BE49-F238E27FC236}">
                <a16:creationId xmlns:a16="http://schemas.microsoft.com/office/drawing/2014/main" id="{EBD708AB-C79C-1842-B53A-4EE23F3C574C}"/>
              </a:ext>
            </a:extLst>
          </p:cNvPr>
          <p:cNvSpPr txBox="1"/>
          <p:nvPr/>
        </p:nvSpPr>
        <p:spPr>
          <a:xfrm>
            <a:off x="5001469" y="1141320"/>
            <a:ext cx="2189061" cy="2215991"/>
          </a:xfrm>
          <a:prstGeom prst="rect">
            <a:avLst/>
          </a:prstGeom>
          <a:noFill/>
        </p:spPr>
        <p:txBody>
          <a:bodyPr wrap="none" l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zh-CN" sz="13800" b="1" i="0" u="none" strike="noStrike" kern="1200" cap="none" spc="0" normalizeH="0" baseline="0" noProof="0" dirty="0">
                <a:ln>
                  <a:noFill/>
                </a:ln>
                <a:gradFill>
                  <a:gsLst>
                    <a:gs pos="0">
                      <a:srgbClr val="FC5960">
                        <a:lumMod val="60000"/>
                        <a:lumOff val="40000"/>
                      </a:srgbClr>
                    </a:gs>
                    <a:gs pos="100000">
                      <a:srgbClr val="FC5960">
                        <a:lumMod val="20000"/>
                        <a:lumOff val="80000"/>
                        <a:alpha val="0"/>
                      </a:srgbClr>
                    </a:gs>
                  </a:gsLst>
                  <a:lin ang="5400000" scaled="1"/>
                </a:gradFill>
                <a:effectLst/>
                <a:uLnTx/>
                <a:uFillTx/>
                <a:latin typeface="Cambria" panose="02040503050406030204" pitchFamily="18" charset="0"/>
                <a:ea typeface="Cambria" panose="02040503050406030204" pitchFamily="18" charset="0"/>
              </a:rPr>
              <a:t>03</a:t>
            </a:r>
            <a:endParaRPr kumimoji="1" lang="zh-CN" altLang="en-US" sz="13800" b="1" i="0" u="none" strike="noStrike" kern="1200" cap="none" spc="0" normalizeH="0" baseline="0" noProof="0" dirty="0">
              <a:ln>
                <a:noFill/>
              </a:ln>
              <a:gradFill>
                <a:gsLst>
                  <a:gs pos="0">
                    <a:srgbClr val="FC5960">
                      <a:lumMod val="60000"/>
                      <a:lumOff val="40000"/>
                    </a:srgbClr>
                  </a:gs>
                  <a:gs pos="100000">
                    <a:srgbClr val="FC5960">
                      <a:lumMod val="20000"/>
                      <a:lumOff val="80000"/>
                      <a:alpha val="0"/>
                    </a:srgbClr>
                  </a:gs>
                </a:gsLst>
                <a:lin ang="5400000" scaled="1"/>
              </a:gradFill>
              <a:effectLst/>
              <a:uLnTx/>
              <a:uFillTx/>
              <a:latin typeface="Cambria" panose="02040503050406030204" pitchFamily="18" charset="0"/>
              <a:ea typeface="华文中宋" panose="02010600040101010101" pitchFamily="2" charset="-122"/>
            </a:endParaRPr>
          </a:p>
        </p:txBody>
      </p:sp>
      <p:sp>
        <p:nvSpPr>
          <p:cNvPr id="5" name="文本框 4">
            <a:extLst>
              <a:ext uri="{FF2B5EF4-FFF2-40B4-BE49-F238E27FC236}">
                <a16:creationId xmlns:a16="http://schemas.microsoft.com/office/drawing/2014/main" id="{D164C6F0-5551-D6C9-1A46-1D0479FC8554}"/>
              </a:ext>
            </a:extLst>
          </p:cNvPr>
          <p:cNvSpPr txBox="1"/>
          <p:nvPr/>
        </p:nvSpPr>
        <p:spPr>
          <a:xfrm>
            <a:off x="1542441" y="4326309"/>
            <a:ext cx="9372298" cy="849455"/>
          </a:xfrm>
          <a:prstGeom prst="rect">
            <a:avLst/>
          </a:prstGeom>
          <a:noFill/>
        </p:spPr>
        <p:txBody>
          <a:bodyPr wrap="square" lIns="0" tIns="0" rIns="0" bIns="0" rtlCol="0" anchor="ctr" anchorCtr="0">
            <a:normAutofit fontScale="85000" lnSpcReduction="10000"/>
          </a:bodyPr>
          <a:lstStyle/>
          <a:p>
            <a:pPr lvl="0" algn="ctr">
              <a:defRPr/>
            </a:pPr>
            <a:r>
              <a:rPr kumimoji="1" lang="en-US" altLang="zh-CN" sz="3200" dirty="0">
                <a:solidFill>
                  <a:srgbClr val="FFFFFF">
                    <a:lumMod val="65000"/>
                  </a:srgbClr>
                </a:solidFill>
                <a:latin typeface="Century Gothic" panose="020B0502020202020204" pitchFamily="34" charset="0"/>
                <a:ea typeface="华文中宋" panose="02010600040101010101" pitchFamily="2" charset="-122"/>
              </a:rPr>
              <a:t>Connectivity-Aware Bidirectional 3DGS Streaming </a:t>
            </a:r>
            <a:r>
              <a:rPr kumimoji="1" lang="en-US" altLang="zh-CN" sz="3200" dirty="0" err="1">
                <a:solidFill>
                  <a:srgbClr val="FFFFFF">
                    <a:lumMod val="65000"/>
                  </a:srgbClr>
                </a:solidFill>
                <a:latin typeface="Century Gothic" panose="020B0502020202020204" pitchFamily="34" charset="0"/>
                <a:ea typeface="华文中宋" panose="02010600040101010101" pitchFamily="2" charset="-122"/>
              </a:rPr>
              <a:t>forInteractive</a:t>
            </a:r>
            <a:r>
              <a:rPr kumimoji="1" lang="en-US" altLang="zh-CN" sz="3200" dirty="0">
                <a:solidFill>
                  <a:srgbClr val="FFFFFF">
                    <a:lumMod val="65000"/>
                  </a:srgbClr>
                </a:solidFill>
                <a:latin typeface="Century Gothic" panose="020B0502020202020204" pitchFamily="34" charset="0"/>
                <a:ea typeface="华文中宋" panose="02010600040101010101" pitchFamily="2" charset="-122"/>
              </a:rPr>
              <a:t> Telepresence via Spatial-Radio Modeling</a:t>
            </a:r>
            <a:endParaRPr kumimoji="1" lang="en-US" altLang="zh-CN" sz="3200" b="0" i="0" u="none" strike="noStrike" kern="1200" cap="none" spc="0" normalizeH="0" baseline="0" noProof="0" dirty="0">
              <a:ln>
                <a:noFill/>
              </a:ln>
              <a:solidFill>
                <a:srgbClr val="FFFFFF">
                  <a:lumMod val="65000"/>
                </a:srgbClr>
              </a:solidFill>
              <a:effectLst/>
              <a:uLnTx/>
              <a:uFillTx/>
              <a:latin typeface="Century Gothic" panose="020B0502020202020204" pitchFamily="34" charset="0"/>
              <a:ea typeface="华文中宋" panose="02010600040101010101" pitchFamily="2" charset="-122"/>
            </a:endParaRPr>
          </a:p>
        </p:txBody>
      </p:sp>
      <p:sp>
        <p:nvSpPr>
          <p:cNvPr id="7" name="文本占位符 39">
            <a:extLst>
              <a:ext uri="{FF2B5EF4-FFF2-40B4-BE49-F238E27FC236}">
                <a16:creationId xmlns:a16="http://schemas.microsoft.com/office/drawing/2014/main" id="{568C23AD-8CF1-5BDF-AF9D-F4299FC850B5}"/>
              </a:ext>
            </a:extLst>
          </p:cNvPr>
          <p:cNvSpPr txBox="1"/>
          <p:nvPr/>
        </p:nvSpPr>
        <p:spPr>
          <a:xfrm>
            <a:off x="692203" y="2209219"/>
            <a:ext cx="11072774" cy="2090828"/>
          </a:xfrm>
          <a:prstGeom prst="rect">
            <a:avLst/>
          </a:prstGeom>
        </p:spPr>
        <p:txBody>
          <a:bodyPr lIns="0" tIns="0" rIns="0" bIns="0" anchor="ctr" anchorCtr="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zh-CN" altLang="en-US" sz="4300" dirty="0">
                <a:solidFill>
                  <a:schemeClr val="accent5">
                    <a:lumMod val="60000"/>
                    <a:lumOff val="40000"/>
                  </a:schemeClr>
                </a:solidFill>
                <a:latin typeface="华文中宋" panose="02010600040101010101" pitchFamily="2" charset="-122"/>
                <a:ea typeface="华文中宋" panose="02010600040101010101" pitchFamily="2" charset="-122"/>
              </a:rPr>
              <a:t>探索</a:t>
            </a:r>
            <a:r>
              <a:rPr kumimoji="0" lang="zh-CN" altLang="en-US" sz="4300" i="0" u="none" strike="noStrike" kern="1200" cap="none" spc="0" normalizeH="0" baseline="0" noProof="0" dirty="0">
                <a:ln>
                  <a:noFill/>
                </a:ln>
                <a:solidFill>
                  <a:schemeClr val="accent5">
                    <a:lumMod val="60000"/>
                    <a:lumOff val="40000"/>
                  </a:schemeClr>
                </a:solidFill>
                <a:effectLst/>
                <a:uLnTx/>
                <a:uFillTx/>
                <a:latin typeface="华文中宋" panose="02010600040101010101" pitchFamily="2" charset="-122"/>
                <a:ea typeface="华文中宋" panose="02010600040101010101" pitchFamily="2" charset="-122"/>
                <a:cs typeface="+mn-cs"/>
              </a:rPr>
              <a:t>：</a:t>
            </a:r>
            <a:endParaRPr kumimoji="0" lang="en-US" altLang="zh-CN" sz="4300" i="0" u="none" strike="noStrike" kern="1200" cap="none" spc="0" normalizeH="0" baseline="0" noProof="0" dirty="0">
              <a:ln>
                <a:noFill/>
              </a:ln>
              <a:solidFill>
                <a:schemeClr val="accent5">
                  <a:lumMod val="60000"/>
                  <a:lumOff val="40000"/>
                </a:schemeClr>
              </a:solidFill>
              <a:effectLst/>
              <a:uLnTx/>
              <a:uFillTx/>
              <a:latin typeface="华文中宋" panose="02010600040101010101" pitchFamily="2" charset="-122"/>
              <a:ea typeface="华文中宋" panose="02010600040101010101" pitchFamily="2" charset="-122"/>
              <a:cs typeface="+mn-cs"/>
            </a:endParaRPr>
          </a:p>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zh-CN" altLang="en-US" sz="5400" b="1" dirty="0">
                <a:solidFill>
                  <a:srgbClr val="013785"/>
                </a:solidFill>
                <a:latin typeface="华文中宋" panose="02010600040101010101" pitchFamily="2" charset="-122"/>
                <a:ea typeface="华文中宋" panose="02010600040101010101" pitchFamily="2" charset="-122"/>
              </a:rPr>
              <a:t>基于空间</a:t>
            </a:r>
            <a:r>
              <a:rPr lang="en-US" altLang="zh-CN" sz="5400" b="1" dirty="0">
                <a:solidFill>
                  <a:srgbClr val="013785"/>
                </a:solidFill>
                <a:latin typeface="华文中宋" panose="02010600040101010101" pitchFamily="2" charset="-122"/>
                <a:ea typeface="华文中宋" panose="02010600040101010101" pitchFamily="2" charset="-122"/>
              </a:rPr>
              <a:t>-</a:t>
            </a:r>
            <a:r>
              <a:rPr lang="zh-CN" altLang="en-US" sz="5400" b="1" dirty="0">
                <a:solidFill>
                  <a:srgbClr val="013785"/>
                </a:solidFill>
                <a:latin typeface="华文中宋" panose="02010600040101010101" pitchFamily="2" charset="-122"/>
                <a:ea typeface="华文中宋" panose="02010600040101010101" pitchFamily="2" charset="-122"/>
              </a:rPr>
              <a:t>无线电建模的</a:t>
            </a:r>
            <a:endParaRPr lang="en-US" altLang="zh-CN" sz="5400" b="1" dirty="0">
              <a:solidFill>
                <a:srgbClr val="013785"/>
              </a:solidFill>
              <a:latin typeface="华文中宋" panose="02010600040101010101" pitchFamily="2" charset="-122"/>
              <a:ea typeface="华文中宋" panose="02010600040101010101" pitchFamily="2" charset="-122"/>
            </a:endParaRPr>
          </a:p>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zh-CN" altLang="en-US" sz="5400" b="1" dirty="0">
                <a:solidFill>
                  <a:srgbClr val="013785"/>
                </a:solidFill>
                <a:latin typeface="华文中宋" panose="02010600040101010101" pitchFamily="2" charset="-122"/>
                <a:ea typeface="华文中宋" panose="02010600040101010101" pitchFamily="2" charset="-122"/>
              </a:rPr>
              <a:t>双向 </a:t>
            </a:r>
            <a:r>
              <a:rPr lang="en-US" altLang="zh-CN" sz="5400" b="1" dirty="0">
                <a:solidFill>
                  <a:srgbClr val="013785"/>
                </a:solidFill>
                <a:latin typeface="华文中宋" panose="02010600040101010101" pitchFamily="2" charset="-122"/>
                <a:ea typeface="华文中宋" panose="02010600040101010101" pitchFamily="2" charset="-122"/>
              </a:rPr>
              <a:t>3DGS </a:t>
            </a:r>
            <a:r>
              <a:rPr lang="zh-CN" altLang="en-US" sz="5400" b="1" dirty="0">
                <a:solidFill>
                  <a:srgbClr val="013785"/>
                </a:solidFill>
                <a:latin typeface="华文中宋" panose="02010600040101010101" pitchFamily="2" charset="-122"/>
                <a:ea typeface="华文中宋" panose="02010600040101010101" pitchFamily="2" charset="-122"/>
              </a:rPr>
              <a:t>流式传输模型</a:t>
            </a:r>
          </a:p>
        </p:txBody>
      </p:sp>
    </p:spTree>
    <p:extLst>
      <p:ext uri="{BB962C8B-B14F-4D97-AF65-F5344CB8AC3E}">
        <p14:creationId xmlns:p14="http://schemas.microsoft.com/office/powerpoint/2010/main" val="2872695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2B289-C1A9-7371-B803-5F5C1A67E8AB}"/>
            </a:ext>
          </a:extLst>
        </p:cNvPr>
        <p:cNvGrpSpPr/>
        <p:nvPr/>
      </p:nvGrpSpPr>
      <p:grpSpPr>
        <a:xfrm>
          <a:off x="0" y="0"/>
          <a:ext cx="0" cy="0"/>
          <a:chOff x="0" y="0"/>
          <a:chExt cx="0" cy="0"/>
        </a:xfrm>
      </p:grpSpPr>
      <p:pic>
        <p:nvPicPr>
          <p:cNvPr id="11" name="图片 10">
            <a:extLst>
              <a:ext uri="{FF2B5EF4-FFF2-40B4-BE49-F238E27FC236}">
                <a16:creationId xmlns:a16="http://schemas.microsoft.com/office/drawing/2014/main" id="{B0267303-4CC8-F3B9-A805-359BD849A489}"/>
              </a:ext>
            </a:extLst>
          </p:cNvPr>
          <p:cNvPicPr>
            <a:picLocks noChangeAspect="1"/>
          </p:cNvPicPr>
          <p:nvPr/>
        </p:nvPicPr>
        <p:blipFill>
          <a:blip r:embed="rId3" cstate="print">
            <a:alphaModFix amt="5000"/>
            <a:extLst>
              <a:ext uri="{28A0092B-C50C-407E-A947-70E740481C1C}">
                <a14:useLocalDpi xmlns:a14="http://schemas.microsoft.com/office/drawing/2010/main" val="0"/>
              </a:ext>
            </a:extLst>
          </a:blip>
          <a:stretch>
            <a:fillRect/>
          </a:stretch>
        </p:blipFill>
        <p:spPr>
          <a:xfrm rot="5400000">
            <a:off x="-3179264" y="-2589648"/>
            <a:ext cx="6711710" cy="6858000"/>
          </a:xfrm>
          <a:prstGeom prst="rect">
            <a:avLst/>
          </a:prstGeom>
        </p:spPr>
      </p:pic>
      <p:grpSp>
        <p:nvGrpSpPr>
          <p:cNvPr id="27" name="组合 26">
            <a:extLst>
              <a:ext uri="{FF2B5EF4-FFF2-40B4-BE49-F238E27FC236}">
                <a16:creationId xmlns:a16="http://schemas.microsoft.com/office/drawing/2014/main" id="{4E7D51CF-889C-1208-BA45-AB79B95BF5F3}"/>
              </a:ext>
            </a:extLst>
          </p:cNvPr>
          <p:cNvGrpSpPr/>
          <p:nvPr/>
        </p:nvGrpSpPr>
        <p:grpSpPr>
          <a:xfrm>
            <a:off x="3682754" y="785526"/>
            <a:ext cx="11622947" cy="7494874"/>
            <a:chOff x="-1035586" y="4392143"/>
            <a:chExt cx="8160667" cy="2656711"/>
          </a:xfrm>
        </p:grpSpPr>
        <p:grpSp>
          <p:nvGrpSpPr>
            <p:cNvPr id="28" name="组合 27">
              <a:extLst>
                <a:ext uri="{FF2B5EF4-FFF2-40B4-BE49-F238E27FC236}">
                  <a16:creationId xmlns:a16="http://schemas.microsoft.com/office/drawing/2014/main" id="{F8B48AC4-017F-097E-892A-1C5762A69604}"/>
                </a:ext>
              </a:extLst>
            </p:cNvPr>
            <p:cNvGrpSpPr/>
            <p:nvPr/>
          </p:nvGrpSpPr>
          <p:grpSpPr>
            <a:xfrm>
              <a:off x="-1035586" y="4392143"/>
              <a:ext cx="8160667" cy="2656711"/>
              <a:chOff x="2386778" y="826293"/>
              <a:chExt cx="6595536" cy="4792132"/>
            </a:xfrm>
          </p:grpSpPr>
          <p:grpSp>
            <p:nvGrpSpPr>
              <p:cNvPr id="30" name="组合 29">
                <a:extLst>
                  <a:ext uri="{FF2B5EF4-FFF2-40B4-BE49-F238E27FC236}">
                    <a16:creationId xmlns:a16="http://schemas.microsoft.com/office/drawing/2014/main" id="{766E5283-AFC5-FFFF-3FE5-CF0CC2CB3E42}"/>
                  </a:ext>
                </a:extLst>
              </p:cNvPr>
              <p:cNvGrpSpPr/>
              <p:nvPr/>
            </p:nvGrpSpPr>
            <p:grpSpPr>
              <a:xfrm>
                <a:off x="2820664" y="1029976"/>
                <a:ext cx="5942442" cy="4371888"/>
                <a:chOff x="-701164" y="1038529"/>
                <a:chExt cx="4410266" cy="951026"/>
              </a:xfrm>
            </p:grpSpPr>
            <p:sp>
              <p:nvSpPr>
                <p:cNvPr id="32" name="矩形: 对角圆角 31">
                  <a:extLst>
                    <a:ext uri="{FF2B5EF4-FFF2-40B4-BE49-F238E27FC236}">
                      <a16:creationId xmlns:a16="http://schemas.microsoft.com/office/drawing/2014/main" id="{F15D10E9-217A-ECCD-295B-B165399FD563}"/>
                    </a:ext>
                  </a:extLst>
                </p:cNvPr>
                <p:cNvSpPr/>
                <p:nvPr/>
              </p:nvSpPr>
              <p:spPr>
                <a:xfrm>
                  <a:off x="-469673" y="1039088"/>
                  <a:ext cx="4174067" cy="950467"/>
                </a:xfrm>
                <a:prstGeom prst="round2DiagRect">
                  <a:avLst>
                    <a:gd name="adj1" fmla="val 16667"/>
                    <a:gd name="adj2" fmla="val 25972"/>
                  </a:avLst>
                </a:prstGeom>
                <a:solidFill>
                  <a:schemeClr val="bg1">
                    <a:lumMod val="95000"/>
                  </a:schemeClr>
                </a:soli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a:bodyPr>
                <a:lstStyle/>
                <a:p>
                  <a:pPr marL="0" marR="0" lvl="0" indent="0" algn="l" defTabSz="914400" rtl="0" eaLnBrk="1" fontAlgn="auto" latinLnBrk="0" hangingPunct="1">
                    <a:lnSpc>
                      <a:spcPct val="130000"/>
                    </a:lnSpc>
                    <a:spcBef>
                      <a:spcPts val="0"/>
                    </a:spcBef>
                    <a:spcAft>
                      <a:spcPts val="0"/>
                    </a:spcAft>
                    <a:buClrTx/>
                    <a:buSzTx/>
                    <a:buFontTx/>
                    <a:buNone/>
                    <a:tabLst/>
                    <a:defRPr/>
                  </a:pPr>
                  <a:endParaRPr kumimoji="1" lang="zh-CN" altLang="en-US" sz="2000" b="0" i="0" u="none" strike="noStrike" kern="1200" cap="none" spc="0" normalizeH="0" baseline="0" noProof="0" dirty="0">
                    <a:ln>
                      <a:noFill/>
                    </a:ln>
                    <a:solidFill>
                      <a:srgbClr val="000000">
                        <a:lumMod val="75000"/>
                        <a:lumOff val="25000"/>
                      </a:srgbClr>
                    </a:solidFill>
                    <a:effectLst/>
                    <a:uLnTx/>
                    <a:uFillTx/>
                    <a:latin typeface="Arial"/>
                    <a:ea typeface="华文中宋"/>
                    <a:cs typeface="+mn-cs"/>
                  </a:endParaRPr>
                </a:p>
              </p:txBody>
            </p:sp>
            <p:sp>
              <p:nvSpPr>
                <p:cNvPr id="33" name="矩形: 对角圆角 32">
                  <a:extLst>
                    <a:ext uri="{FF2B5EF4-FFF2-40B4-BE49-F238E27FC236}">
                      <a16:creationId xmlns:a16="http://schemas.microsoft.com/office/drawing/2014/main" id="{3B93F81B-62BB-AD91-1975-22BBFFF75115}"/>
                    </a:ext>
                  </a:extLst>
                </p:cNvPr>
                <p:cNvSpPr/>
                <p:nvPr/>
              </p:nvSpPr>
              <p:spPr>
                <a:xfrm>
                  <a:off x="-701164" y="1038529"/>
                  <a:ext cx="4410266" cy="950467"/>
                </a:xfrm>
                <a:prstGeom prst="round2DiagRect">
                  <a:avLst>
                    <a:gd name="adj1" fmla="val 16667"/>
                    <a:gd name="adj2" fmla="val 27134"/>
                  </a:avLst>
                </a:prstGeom>
                <a:gradFill flip="none" rotWithShape="1">
                  <a:gsLst>
                    <a:gs pos="0">
                      <a:schemeClr val="bg1"/>
                    </a:gs>
                    <a:gs pos="100000">
                      <a:srgbClr val="042857">
                        <a:alpha val="64000"/>
                      </a:srgbClr>
                    </a:gs>
                  </a:gsLst>
                  <a:lin ang="0" scaled="1"/>
                  <a:tileRect/>
                </a:gra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a:bodyPr>
                <a:lstStyle/>
                <a:p>
                  <a:pPr marL="0" marR="0" lvl="0" indent="0" algn="l" defTabSz="914400" rtl="0" eaLnBrk="1" fontAlgn="auto" latinLnBrk="0" hangingPunct="1">
                    <a:lnSpc>
                      <a:spcPct val="130000"/>
                    </a:lnSpc>
                    <a:spcBef>
                      <a:spcPts val="0"/>
                    </a:spcBef>
                    <a:spcAft>
                      <a:spcPts val="0"/>
                    </a:spcAft>
                    <a:buClrTx/>
                    <a:buSzTx/>
                    <a:buFontTx/>
                    <a:buNone/>
                    <a:tabLst/>
                    <a:defRPr/>
                  </a:pPr>
                  <a:endParaRPr kumimoji="1" lang="zh-CN" altLang="en-US" sz="2000" b="0" i="0" u="none" strike="noStrike" kern="1200" cap="none" spc="0" normalizeH="0" baseline="0" noProof="0" dirty="0">
                    <a:ln>
                      <a:noFill/>
                    </a:ln>
                    <a:solidFill>
                      <a:srgbClr val="E9E6EC"/>
                    </a:solidFill>
                    <a:effectLst/>
                    <a:uLnTx/>
                    <a:uFillTx/>
                    <a:latin typeface="Arial"/>
                    <a:ea typeface="华文中宋"/>
                    <a:cs typeface="+mn-cs"/>
                  </a:endParaRPr>
                </a:p>
              </p:txBody>
            </p:sp>
          </p:grpSp>
          <p:sp>
            <p:nvSpPr>
              <p:cNvPr id="31" name="矩形: 对角圆角 30">
                <a:extLst>
                  <a:ext uri="{FF2B5EF4-FFF2-40B4-BE49-F238E27FC236}">
                    <a16:creationId xmlns:a16="http://schemas.microsoft.com/office/drawing/2014/main" id="{0A4ABF33-83B0-2173-242B-115EDAA049EA}"/>
                  </a:ext>
                </a:extLst>
              </p:cNvPr>
              <p:cNvSpPr/>
              <p:nvPr/>
            </p:nvSpPr>
            <p:spPr>
              <a:xfrm>
                <a:off x="2386778" y="826293"/>
                <a:ext cx="6595536" cy="4792132"/>
              </a:xfrm>
              <a:prstGeom prst="round2DiagRect">
                <a:avLst>
                  <a:gd name="adj1" fmla="val 16667"/>
                  <a:gd name="adj2" fmla="val 27068"/>
                </a:avLst>
              </a:prstGeom>
              <a:noFill/>
              <a:ln w="38100">
                <a:gradFill flip="none" rotWithShape="1">
                  <a:gsLst>
                    <a:gs pos="40000">
                      <a:schemeClr val="accent1">
                        <a:lumMod val="5000"/>
                        <a:lumOff val="95000"/>
                        <a:alpha val="0"/>
                      </a:schemeClr>
                    </a:gs>
                    <a:gs pos="100000">
                      <a:srgbClr val="042857"/>
                    </a:gs>
                  </a:gsLst>
                  <a:lin ang="0" scaled="1"/>
                  <a:tileRect/>
                </a:gradFill>
                <a:prstDash val="lgDashDot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a:bodyPr>
              <a:lstStyle/>
              <a:p>
                <a:pPr marL="0" marR="0" lvl="0" indent="0" algn="l" defTabSz="914400" rtl="0" eaLnBrk="1" fontAlgn="auto" latinLnBrk="0" hangingPunct="1">
                  <a:lnSpc>
                    <a:spcPct val="130000"/>
                  </a:lnSpc>
                  <a:spcBef>
                    <a:spcPts val="0"/>
                  </a:spcBef>
                  <a:spcAft>
                    <a:spcPts val="0"/>
                  </a:spcAft>
                  <a:buClrTx/>
                  <a:buSzTx/>
                  <a:buFontTx/>
                  <a:buNone/>
                  <a:tabLst/>
                  <a:defRPr/>
                </a:pPr>
                <a:endParaRPr kumimoji="1" lang="zh-CN" altLang="en-US" sz="2000" b="0" i="0" u="none" strike="noStrike" kern="1200" cap="none" spc="0" normalizeH="0" baseline="0" noProof="0" dirty="0">
                  <a:ln>
                    <a:noFill/>
                  </a:ln>
                  <a:solidFill>
                    <a:srgbClr val="E9E6EC"/>
                  </a:solidFill>
                  <a:effectLst/>
                  <a:uLnTx/>
                  <a:uFillTx/>
                  <a:latin typeface="Arial"/>
                  <a:ea typeface="华文中宋"/>
                  <a:cs typeface="+mn-cs"/>
                </a:endParaRPr>
              </a:p>
            </p:txBody>
          </p:sp>
        </p:grpSp>
        <p:sp>
          <p:nvSpPr>
            <p:cNvPr id="29" name="文本框 28">
              <a:extLst>
                <a:ext uri="{FF2B5EF4-FFF2-40B4-BE49-F238E27FC236}">
                  <a16:creationId xmlns:a16="http://schemas.microsoft.com/office/drawing/2014/main" id="{544F6926-4048-144F-3EC6-338C82F1EC84}"/>
                </a:ext>
              </a:extLst>
            </p:cNvPr>
            <p:cNvSpPr txBox="1"/>
            <p:nvPr/>
          </p:nvSpPr>
          <p:spPr>
            <a:xfrm>
              <a:off x="1055906" y="4561375"/>
              <a:ext cx="3638054" cy="724727"/>
            </a:xfrm>
            <a:prstGeom prst="rect">
              <a:avLst/>
            </a:prstGeom>
            <a:noFill/>
          </p:spPr>
          <p:txBody>
            <a:bodyPr wrap="square">
              <a:spAutoFit/>
            </a:bodyPr>
            <a:lstStyle/>
            <a:p>
              <a:pPr algn="just">
                <a:lnSpc>
                  <a:spcPct val="130000"/>
                </a:lnSpc>
                <a:spcAft>
                  <a:spcPts val="600"/>
                </a:spcAft>
              </a:pPr>
              <a:r>
                <a:rPr kumimoji="1" lang="zh-CN" altLang="en-US" sz="2800" b="1" dirty="0">
                  <a:solidFill>
                    <a:schemeClr val="tx1">
                      <a:lumMod val="75000"/>
                      <a:lumOff val="25000"/>
                    </a:schemeClr>
                  </a:solidFill>
                  <a:latin typeface="华文中宋" panose="02010600040101010101" pitchFamily="2" charset="-122"/>
                  <a:ea typeface="华文中宋" panose="02010600040101010101" pitchFamily="2" charset="-122"/>
                </a:rPr>
                <a:t>进程间通信</a:t>
              </a:r>
              <a:endParaRPr kumimoji="1" lang="en-US" altLang="zh-CN" sz="2800" b="1" dirty="0">
                <a:solidFill>
                  <a:schemeClr val="tx1">
                    <a:lumMod val="75000"/>
                    <a:lumOff val="25000"/>
                  </a:schemeClr>
                </a:solidFill>
                <a:latin typeface="华文中宋" panose="02010600040101010101" pitchFamily="2" charset="-122"/>
                <a:ea typeface="华文中宋" panose="02010600040101010101" pitchFamily="2" charset="-122"/>
              </a:endParaRPr>
            </a:p>
            <a:p>
              <a:pPr algn="just">
                <a:lnSpc>
                  <a:spcPct val="130000"/>
                </a:lnSpc>
                <a:spcAft>
                  <a:spcPts val="600"/>
                </a:spcAft>
              </a:pPr>
              <a:r>
                <a:rPr kumimoji="1" lang="zh-CN" altLang="en-US" sz="2000" dirty="0">
                  <a:solidFill>
                    <a:schemeClr val="tx1">
                      <a:lumMod val="75000"/>
                      <a:lumOff val="25000"/>
                    </a:schemeClr>
                  </a:solidFill>
                  <a:latin typeface="华文中宋" panose="02010600040101010101" pitchFamily="2" charset="-122"/>
                  <a:ea typeface="华文中宋" panose="02010600040101010101" pitchFamily="2" charset="-122"/>
                </a:rPr>
                <a:t>①构建更完善的进程间通信</a:t>
              </a:r>
              <a:endParaRPr kumimoji="1" lang="en-US" altLang="zh-CN" sz="2000" dirty="0">
                <a:solidFill>
                  <a:schemeClr val="tx1">
                    <a:lumMod val="75000"/>
                    <a:lumOff val="25000"/>
                  </a:schemeClr>
                </a:solidFill>
                <a:latin typeface="华文中宋" panose="02010600040101010101" pitchFamily="2" charset="-122"/>
                <a:ea typeface="华文中宋" panose="02010600040101010101" pitchFamily="2" charset="-122"/>
              </a:endParaRPr>
            </a:p>
            <a:p>
              <a:pPr algn="just">
                <a:lnSpc>
                  <a:spcPct val="130000"/>
                </a:lnSpc>
                <a:spcAft>
                  <a:spcPts val="600"/>
                </a:spcAft>
              </a:pPr>
              <a:r>
                <a:rPr kumimoji="1" lang="zh-CN" altLang="en-US" sz="2000" dirty="0">
                  <a:solidFill>
                    <a:schemeClr val="tx1">
                      <a:lumMod val="75000"/>
                      <a:lumOff val="25000"/>
                    </a:schemeClr>
                  </a:solidFill>
                  <a:latin typeface="华文中宋" panose="02010600040101010101" pitchFamily="2" charset="-122"/>
                  <a:ea typeface="华文中宋" panose="02010600040101010101" pitchFamily="2" charset="-122"/>
                </a:rPr>
                <a:t>②支持</a:t>
              </a:r>
              <a:r>
                <a:rPr kumimoji="1" lang="en-US" altLang="zh-CN" sz="2000" dirty="0">
                  <a:solidFill>
                    <a:schemeClr val="tx1">
                      <a:lumMod val="75000"/>
                      <a:lumOff val="25000"/>
                    </a:schemeClr>
                  </a:solidFill>
                  <a:latin typeface="华文中宋" panose="02010600040101010101" pitchFamily="2" charset="-122"/>
                  <a:ea typeface="华文中宋" panose="02010600040101010101" pitchFamily="2" charset="-122"/>
                </a:rPr>
                <a:t>socket\pipe\</a:t>
              </a:r>
              <a:r>
                <a:rPr kumimoji="1" lang="en-US" altLang="zh-CN" sz="2000" dirty="0" err="1">
                  <a:solidFill>
                    <a:schemeClr val="tx1">
                      <a:lumMod val="75000"/>
                      <a:lumOff val="25000"/>
                    </a:schemeClr>
                  </a:solidFill>
                  <a:latin typeface="华文中宋" panose="02010600040101010101" pitchFamily="2" charset="-122"/>
                  <a:ea typeface="华文中宋" panose="02010600040101010101" pitchFamily="2" charset="-122"/>
                </a:rPr>
                <a:t>shm</a:t>
              </a:r>
              <a:r>
                <a:rPr kumimoji="1" lang="en-US" altLang="zh-CN" sz="2000" dirty="0">
                  <a:solidFill>
                    <a:schemeClr val="tx1">
                      <a:lumMod val="75000"/>
                      <a:lumOff val="25000"/>
                    </a:schemeClr>
                  </a:solidFill>
                  <a:latin typeface="华文中宋" panose="02010600040101010101" pitchFamily="2" charset="-122"/>
                  <a:ea typeface="华文中宋" panose="02010600040101010101" pitchFamily="2" charset="-122"/>
                </a:rPr>
                <a:t>\signal</a:t>
              </a:r>
            </a:p>
            <a:p>
              <a:pPr algn="just">
                <a:lnSpc>
                  <a:spcPct val="130000"/>
                </a:lnSpc>
                <a:spcAft>
                  <a:spcPts val="600"/>
                </a:spcAft>
              </a:pPr>
              <a:r>
                <a:rPr kumimoji="1" lang="en-US" altLang="zh-CN" sz="2000" dirty="0">
                  <a:solidFill>
                    <a:schemeClr val="tx1">
                      <a:lumMod val="75000"/>
                      <a:lumOff val="25000"/>
                    </a:schemeClr>
                  </a:solidFill>
                  <a:latin typeface="华文中宋" panose="02010600040101010101" pitchFamily="2" charset="-122"/>
                  <a:ea typeface="华文中宋" panose="02010600040101010101" pitchFamily="2" charset="-122"/>
                </a:rPr>
                <a:t>\</a:t>
              </a:r>
              <a:r>
                <a:rPr kumimoji="1" lang="en-US" altLang="zh-CN" sz="2000" dirty="0" err="1">
                  <a:solidFill>
                    <a:schemeClr val="tx1">
                      <a:lumMod val="75000"/>
                      <a:lumOff val="25000"/>
                    </a:schemeClr>
                  </a:solidFill>
                  <a:latin typeface="华文中宋" panose="02010600040101010101" pitchFamily="2" charset="-122"/>
                  <a:ea typeface="华文中宋" panose="02010600040101010101" pitchFamily="2" charset="-122"/>
                </a:rPr>
                <a:t>memfd</a:t>
              </a:r>
              <a:r>
                <a:rPr kumimoji="1" lang="zh-CN" altLang="en-US" sz="2000" dirty="0">
                  <a:solidFill>
                    <a:schemeClr val="tx1">
                      <a:lumMod val="75000"/>
                      <a:lumOff val="25000"/>
                    </a:schemeClr>
                  </a:solidFill>
                  <a:latin typeface="华文中宋" panose="02010600040101010101" pitchFamily="2" charset="-122"/>
                  <a:ea typeface="华文中宋" panose="02010600040101010101" pitchFamily="2" charset="-122"/>
                </a:rPr>
                <a:t>等机制</a:t>
              </a:r>
              <a:endParaRPr kumimoji="1" lang="en-US" altLang="zh-CN" sz="2000" dirty="0">
                <a:solidFill>
                  <a:schemeClr val="tx1">
                    <a:lumMod val="75000"/>
                    <a:lumOff val="25000"/>
                  </a:schemeClr>
                </a:solidFill>
                <a:latin typeface="华文中宋" panose="02010600040101010101" pitchFamily="2" charset="-122"/>
                <a:ea typeface="华文中宋" panose="02010600040101010101" pitchFamily="2" charset="-122"/>
              </a:endParaRPr>
            </a:p>
          </p:txBody>
        </p:sp>
      </p:grpSp>
      <p:sp>
        <p:nvSpPr>
          <p:cNvPr id="3" name="标题 1">
            <a:extLst>
              <a:ext uri="{FF2B5EF4-FFF2-40B4-BE49-F238E27FC236}">
                <a16:creationId xmlns:a16="http://schemas.microsoft.com/office/drawing/2014/main" id="{F1BEB9D4-F6B0-764D-B2A9-4238E1803DA6}"/>
              </a:ext>
            </a:extLst>
          </p:cNvPr>
          <p:cNvSpPr>
            <a:spLocks noGrp="1"/>
          </p:cNvSpPr>
          <p:nvPr>
            <p:ph type="title"/>
          </p:nvPr>
        </p:nvSpPr>
        <p:spPr>
          <a:xfrm>
            <a:off x="803275" y="393486"/>
            <a:ext cx="8970989" cy="663575"/>
          </a:xfrm>
        </p:spPr>
        <p:txBody>
          <a:bodyPr/>
          <a:lstStyle/>
          <a:p>
            <a:r>
              <a:rPr lang="en-US" altLang="zh-CN" dirty="0">
                <a:latin typeface="华文中宋" panose="02010600040101010101" pitchFamily="2" charset="-122"/>
                <a:ea typeface="华文中宋" panose="02010600040101010101" pitchFamily="2" charset="-122"/>
              </a:rPr>
              <a:t>3.1</a:t>
            </a:r>
            <a:r>
              <a:rPr lang="zh-CN" altLang="en-US" dirty="0">
                <a:latin typeface="华文中宋" panose="02010600040101010101" pitchFamily="2" charset="-122"/>
                <a:ea typeface="华文中宋" panose="02010600040101010101" pitchFamily="2" charset="-122"/>
              </a:rPr>
              <a:t> 工作重点（决赛阶段）</a:t>
            </a:r>
          </a:p>
        </p:txBody>
      </p:sp>
      <p:grpSp>
        <p:nvGrpSpPr>
          <p:cNvPr id="42" name="组合 41">
            <a:extLst>
              <a:ext uri="{FF2B5EF4-FFF2-40B4-BE49-F238E27FC236}">
                <a16:creationId xmlns:a16="http://schemas.microsoft.com/office/drawing/2014/main" id="{3905B62C-5608-4E28-FF5E-48C6875C6160}"/>
              </a:ext>
            </a:extLst>
          </p:cNvPr>
          <p:cNvGrpSpPr/>
          <p:nvPr/>
        </p:nvGrpSpPr>
        <p:grpSpPr>
          <a:xfrm>
            <a:off x="-674810" y="2543024"/>
            <a:ext cx="7633499" cy="5111447"/>
            <a:chOff x="-636710" y="2555724"/>
            <a:chExt cx="7633499" cy="5111447"/>
          </a:xfrm>
        </p:grpSpPr>
        <p:grpSp>
          <p:nvGrpSpPr>
            <p:cNvPr id="2" name="组合 1">
              <a:extLst>
                <a:ext uri="{FF2B5EF4-FFF2-40B4-BE49-F238E27FC236}">
                  <a16:creationId xmlns:a16="http://schemas.microsoft.com/office/drawing/2014/main" id="{1E421D1C-1F32-CDDF-B086-393961D1E070}"/>
                </a:ext>
              </a:extLst>
            </p:cNvPr>
            <p:cNvGrpSpPr/>
            <p:nvPr/>
          </p:nvGrpSpPr>
          <p:grpSpPr>
            <a:xfrm>
              <a:off x="-636710" y="2555724"/>
              <a:ext cx="7604274" cy="5111447"/>
              <a:chOff x="-1035586" y="4392143"/>
              <a:chExt cx="8160667" cy="2656711"/>
            </a:xfrm>
          </p:grpSpPr>
          <p:grpSp>
            <p:nvGrpSpPr>
              <p:cNvPr id="4" name="组合 3">
                <a:extLst>
                  <a:ext uri="{FF2B5EF4-FFF2-40B4-BE49-F238E27FC236}">
                    <a16:creationId xmlns:a16="http://schemas.microsoft.com/office/drawing/2014/main" id="{7DE5BC46-2BA4-4FAE-5699-0044B2AAC890}"/>
                  </a:ext>
                </a:extLst>
              </p:cNvPr>
              <p:cNvGrpSpPr/>
              <p:nvPr/>
            </p:nvGrpSpPr>
            <p:grpSpPr>
              <a:xfrm>
                <a:off x="-1035586" y="4392143"/>
                <a:ext cx="8160667" cy="2656711"/>
                <a:chOff x="2386778" y="826293"/>
                <a:chExt cx="6595536" cy="4792132"/>
              </a:xfrm>
            </p:grpSpPr>
            <p:grpSp>
              <p:nvGrpSpPr>
                <p:cNvPr id="6" name="组合 5">
                  <a:extLst>
                    <a:ext uri="{FF2B5EF4-FFF2-40B4-BE49-F238E27FC236}">
                      <a16:creationId xmlns:a16="http://schemas.microsoft.com/office/drawing/2014/main" id="{DBEB6706-3CBC-FE2B-15A3-187ED42F46B6}"/>
                    </a:ext>
                  </a:extLst>
                </p:cNvPr>
                <p:cNvGrpSpPr/>
                <p:nvPr/>
              </p:nvGrpSpPr>
              <p:grpSpPr>
                <a:xfrm>
                  <a:off x="2814319" y="1032545"/>
                  <a:ext cx="5942443" cy="4369318"/>
                  <a:chOff x="-705873" y="1039088"/>
                  <a:chExt cx="4410267" cy="950467"/>
                </a:xfrm>
              </p:grpSpPr>
              <p:sp>
                <p:nvSpPr>
                  <p:cNvPr id="9" name="矩形: 对角圆角 8">
                    <a:extLst>
                      <a:ext uri="{FF2B5EF4-FFF2-40B4-BE49-F238E27FC236}">
                        <a16:creationId xmlns:a16="http://schemas.microsoft.com/office/drawing/2014/main" id="{950FB951-14AD-0D56-1A70-B45733866C8D}"/>
                      </a:ext>
                    </a:extLst>
                  </p:cNvPr>
                  <p:cNvSpPr/>
                  <p:nvPr/>
                </p:nvSpPr>
                <p:spPr>
                  <a:xfrm>
                    <a:off x="-469673" y="1039088"/>
                    <a:ext cx="4174067" cy="950467"/>
                  </a:xfrm>
                  <a:prstGeom prst="round2DiagRect">
                    <a:avLst>
                      <a:gd name="adj1" fmla="val 16667"/>
                      <a:gd name="adj2" fmla="val 25972"/>
                    </a:avLst>
                  </a:prstGeom>
                  <a:solidFill>
                    <a:schemeClr val="bg1">
                      <a:lumMod val="95000"/>
                    </a:schemeClr>
                  </a:soli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a:bodyPr>
                  <a:lstStyle/>
                  <a:p>
                    <a:pPr marL="0" marR="0" lvl="0" indent="0" algn="l" defTabSz="914400" rtl="0" eaLnBrk="1" fontAlgn="auto" latinLnBrk="0" hangingPunct="1">
                      <a:lnSpc>
                        <a:spcPct val="130000"/>
                      </a:lnSpc>
                      <a:spcBef>
                        <a:spcPts val="0"/>
                      </a:spcBef>
                      <a:spcAft>
                        <a:spcPts val="0"/>
                      </a:spcAft>
                      <a:buClrTx/>
                      <a:buSzTx/>
                      <a:buFontTx/>
                      <a:buNone/>
                      <a:tabLst/>
                      <a:defRPr/>
                    </a:pPr>
                    <a:endParaRPr kumimoji="1" lang="zh-CN" altLang="en-US" sz="2000" b="0" i="0" u="none" strike="noStrike" kern="1200" cap="none" spc="0" normalizeH="0" baseline="0" noProof="0" dirty="0">
                      <a:ln>
                        <a:noFill/>
                      </a:ln>
                      <a:solidFill>
                        <a:srgbClr val="000000">
                          <a:lumMod val="75000"/>
                          <a:lumOff val="25000"/>
                        </a:srgbClr>
                      </a:solidFill>
                      <a:effectLst/>
                      <a:uLnTx/>
                      <a:uFillTx/>
                      <a:latin typeface="Arial"/>
                      <a:ea typeface="华文中宋"/>
                      <a:cs typeface="+mn-cs"/>
                    </a:endParaRPr>
                  </a:p>
                </p:txBody>
              </p:sp>
              <p:sp>
                <p:nvSpPr>
                  <p:cNvPr id="10" name="矩形: 对角圆角 9">
                    <a:extLst>
                      <a:ext uri="{FF2B5EF4-FFF2-40B4-BE49-F238E27FC236}">
                        <a16:creationId xmlns:a16="http://schemas.microsoft.com/office/drawing/2014/main" id="{69259529-DA94-7DB5-3327-B39502E9B6A1}"/>
                      </a:ext>
                    </a:extLst>
                  </p:cNvPr>
                  <p:cNvSpPr/>
                  <p:nvPr/>
                </p:nvSpPr>
                <p:spPr>
                  <a:xfrm>
                    <a:off x="-705873" y="1039088"/>
                    <a:ext cx="4410266" cy="950467"/>
                  </a:xfrm>
                  <a:prstGeom prst="round2DiagRect">
                    <a:avLst>
                      <a:gd name="adj1" fmla="val 16667"/>
                      <a:gd name="adj2" fmla="val 27134"/>
                    </a:avLst>
                  </a:prstGeom>
                  <a:gradFill flip="none" rotWithShape="1">
                    <a:gsLst>
                      <a:gs pos="0">
                        <a:schemeClr val="bg1"/>
                      </a:gs>
                      <a:gs pos="100000">
                        <a:srgbClr val="042857">
                          <a:alpha val="64000"/>
                        </a:srgbClr>
                      </a:gs>
                    </a:gsLst>
                    <a:lin ang="0" scaled="1"/>
                    <a:tileRect/>
                  </a:gra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a:bodyPr>
                  <a:lstStyle/>
                  <a:p>
                    <a:pPr marL="0" marR="0" lvl="0" indent="0" algn="l" defTabSz="914400" rtl="0" eaLnBrk="1" fontAlgn="auto" latinLnBrk="0" hangingPunct="1">
                      <a:lnSpc>
                        <a:spcPct val="130000"/>
                      </a:lnSpc>
                      <a:spcBef>
                        <a:spcPts val="0"/>
                      </a:spcBef>
                      <a:spcAft>
                        <a:spcPts val="0"/>
                      </a:spcAft>
                      <a:buClrTx/>
                      <a:buSzTx/>
                      <a:buFontTx/>
                      <a:buNone/>
                      <a:tabLst/>
                      <a:defRPr/>
                    </a:pPr>
                    <a:endParaRPr kumimoji="1" lang="zh-CN" altLang="en-US" sz="2000" b="0" i="0" u="none" strike="noStrike" kern="1200" cap="none" spc="0" normalizeH="0" baseline="0" noProof="0" dirty="0">
                      <a:ln>
                        <a:noFill/>
                      </a:ln>
                      <a:solidFill>
                        <a:srgbClr val="E9E6EC"/>
                      </a:solidFill>
                      <a:effectLst/>
                      <a:uLnTx/>
                      <a:uFillTx/>
                      <a:latin typeface="Arial"/>
                      <a:ea typeface="华文中宋"/>
                      <a:cs typeface="+mn-cs"/>
                    </a:endParaRPr>
                  </a:p>
                </p:txBody>
              </p:sp>
            </p:grpSp>
            <p:sp>
              <p:nvSpPr>
                <p:cNvPr id="7" name="矩形: 对角圆角 6">
                  <a:extLst>
                    <a:ext uri="{FF2B5EF4-FFF2-40B4-BE49-F238E27FC236}">
                      <a16:creationId xmlns:a16="http://schemas.microsoft.com/office/drawing/2014/main" id="{C3D7DA96-EBF5-9BE5-C4BC-2AF441BD4E4F}"/>
                    </a:ext>
                  </a:extLst>
                </p:cNvPr>
                <p:cNvSpPr/>
                <p:nvPr/>
              </p:nvSpPr>
              <p:spPr>
                <a:xfrm>
                  <a:off x="2386778" y="826293"/>
                  <a:ext cx="6595536" cy="4792132"/>
                </a:xfrm>
                <a:prstGeom prst="round2DiagRect">
                  <a:avLst>
                    <a:gd name="adj1" fmla="val 16667"/>
                    <a:gd name="adj2" fmla="val 27068"/>
                  </a:avLst>
                </a:prstGeom>
                <a:noFill/>
                <a:ln w="38100">
                  <a:gradFill flip="none" rotWithShape="1">
                    <a:gsLst>
                      <a:gs pos="40000">
                        <a:schemeClr val="accent1">
                          <a:lumMod val="5000"/>
                          <a:lumOff val="95000"/>
                          <a:alpha val="0"/>
                        </a:schemeClr>
                      </a:gs>
                      <a:gs pos="100000">
                        <a:srgbClr val="042857"/>
                      </a:gs>
                    </a:gsLst>
                    <a:lin ang="0" scaled="1"/>
                    <a:tileRect/>
                  </a:gradFill>
                  <a:prstDash val="lgDashDot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a:bodyPr>
                <a:lstStyle/>
                <a:p>
                  <a:pPr marL="0" marR="0" lvl="0" indent="0" algn="l" defTabSz="914400" rtl="0" eaLnBrk="1" fontAlgn="auto" latinLnBrk="0" hangingPunct="1">
                    <a:lnSpc>
                      <a:spcPct val="130000"/>
                    </a:lnSpc>
                    <a:spcBef>
                      <a:spcPts val="0"/>
                    </a:spcBef>
                    <a:spcAft>
                      <a:spcPts val="0"/>
                    </a:spcAft>
                    <a:buClrTx/>
                    <a:buSzTx/>
                    <a:buFontTx/>
                    <a:buNone/>
                    <a:tabLst/>
                    <a:defRPr/>
                  </a:pPr>
                  <a:endParaRPr kumimoji="1" lang="zh-CN" altLang="en-US" sz="2000" b="0" i="0" u="none" strike="noStrike" kern="1200" cap="none" spc="0" normalizeH="0" baseline="0" noProof="0" dirty="0">
                    <a:ln>
                      <a:noFill/>
                    </a:ln>
                    <a:solidFill>
                      <a:srgbClr val="E9E6EC"/>
                    </a:solidFill>
                    <a:effectLst/>
                    <a:uLnTx/>
                    <a:uFillTx/>
                    <a:latin typeface="Arial"/>
                    <a:ea typeface="华文中宋"/>
                    <a:cs typeface="+mn-cs"/>
                  </a:endParaRPr>
                </a:p>
              </p:txBody>
            </p:sp>
          </p:grpSp>
          <p:sp>
            <p:nvSpPr>
              <p:cNvPr id="5" name="文本框 4">
                <a:extLst>
                  <a:ext uri="{FF2B5EF4-FFF2-40B4-BE49-F238E27FC236}">
                    <a16:creationId xmlns:a16="http://schemas.microsoft.com/office/drawing/2014/main" id="{4E7A181C-62AD-29EA-4424-DE94845B0CE8}"/>
                  </a:ext>
                </a:extLst>
              </p:cNvPr>
              <p:cNvSpPr txBox="1"/>
              <p:nvPr/>
            </p:nvSpPr>
            <p:spPr>
              <a:xfrm>
                <a:off x="166130" y="4780949"/>
                <a:ext cx="3638054" cy="1270621"/>
              </a:xfrm>
              <a:prstGeom prst="rect">
                <a:avLst/>
              </a:prstGeom>
              <a:noFill/>
            </p:spPr>
            <p:txBody>
              <a:bodyPr wrap="square">
                <a:spAutoFit/>
              </a:bodyPr>
              <a:lstStyle/>
              <a:p>
                <a:pPr algn="just">
                  <a:lnSpc>
                    <a:spcPct val="130000"/>
                  </a:lnSpc>
                  <a:spcAft>
                    <a:spcPts val="600"/>
                  </a:spcAft>
                </a:pPr>
                <a:r>
                  <a:rPr kumimoji="1" lang="zh-CN" altLang="en-US" sz="2800" b="1" dirty="0">
                    <a:solidFill>
                      <a:schemeClr val="tx1">
                        <a:lumMod val="75000"/>
                        <a:lumOff val="25000"/>
                      </a:schemeClr>
                    </a:solidFill>
                    <a:latin typeface="华文中宋" panose="02010600040101010101" pitchFamily="2" charset="-122"/>
                    <a:ea typeface="华文中宋" panose="02010600040101010101" pitchFamily="2" charset="-122"/>
                  </a:rPr>
                  <a:t>重构内存布局</a:t>
                </a:r>
                <a:endParaRPr kumimoji="1" lang="en-US" altLang="zh-CN" sz="2800" b="1" dirty="0">
                  <a:solidFill>
                    <a:schemeClr val="tx1">
                      <a:lumMod val="75000"/>
                      <a:lumOff val="25000"/>
                    </a:schemeClr>
                  </a:solidFill>
                  <a:latin typeface="华文中宋" panose="02010600040101010101" pitchFamily="2" charset="-122"/>
                  <a:ea typeface="华文中宋" panose="02010600040101010101" pitchFamily="2" charset="-122"/>
                </a:endParaRPr>
              </a:p>
              <a:p>
                <a:pPr algn="just">
                  <a:lnSpc>
                    <a:spcPct val="130000"/>
                  </a:lnSpc>
                  <a:spcAft>
                    <a:spcPts val="600"/>
                  </a:spcAft>
                </a:pPr>
                <a:r>
                  <a:rPr kumimoji="1" lang="zh-CN" altLang="en-US" sz="2000" dirty="0">
                    <a:solidFill>
                      <a:schemeClr val="tx1">
                        <a:lumMod val="75000"/>
                        <a:lumOff val="25000"/>
                      </a:schemeClr>
                    </a:solidFill>
                    <a:latin typeface="华文中宋" panose="02010600040101010101" pitchFamily="2" charset="-122"/>
                    <a:ea typeface="华文中宋" panose="02010600040101010101" pitchFamily="2" charset="-122"/>
                  </a:rPr>
                  <a:t>①添加共享内存区域</a:t>
                </a:r>
                <a:endParaRPr kumimoji="1" lang="en-US" altLang="zh-CN" sz="2000" dirty="0">
                  <a:solidFill>
                    <a:schemeClr val="tx1">
                      <a:lumMod val="75000"/>
                      <a:lumOff val="25000"/>
                    </a:schemeClr>
                  </a:solidFill>
                  <a:latin typeface="华文中宋" panose="02010600040101010101" pitchFamily="2" charset="-122"/>
                  <a:ea typeface="华文中宋" panose="02010600040101010101" pitchFamily="2" charset="-122"/>
                </a:endParaRPr>
              </a:p>
              <a:p>
                <a:pPr algn="just">
                  <a:lnSpc>
                    <a:spcPct val="130000"/>
                  </a:lnSpc>
                  <a:spcAft>
                    <a:spcPts val="600"/>
                  </a:spcAft>
                </a:pPr>
                <a:r>
                  <a:rPr kumimoji="1" lang="zh-CN" altLang="en-US" sz="2000" dirty="0">
                    <a:solidFill>
                      <a:schemeClr val="tx1">
                        <a:lumMod val="75000"/>
                        <a:lumOff val="25000"/>
                      </a:schemeClr>
                    </a:solidFill>
                    <a:latin typeface="华文中宋" panose="02010600040101010101" pitchFamily="2" charset="-122"/>
                    <a:ea typeface="华文中宋" panose="02010600040101010101" pitchFamily="2" charset="-122"/>
                  </a:rPr>
                  <a:t>②使用独立内存管理器规划进程地址空间</a:t>
                </a:r>
                <a:endParaRPr kumimoji="1" lang="en-US" altLang="zh-CN" sz="2000" dirty="0">
                  <a:solidFill>
                    <a:schemeClr val="tx1">
                      <a:lumMod val="75000"/>
                      <a:lumOff val="25000"/>
                    </a:schemeClr>
                  </a:solidFill>
                  <a:latin typeface="华文中宋" panose="02010600040101010101" pitchFamily="2" charset="-122"/>
                  <a:ea typeface="华文中宋" panose="02010600040101010101" pitchFamily="2" charset="-122"/>
                </a:endParaRPr>
              </a:p>
              <a:p>
                <a:pPr algn="just">
                  <a:lnSpc>
                    <a:spcPct val="130000"/>
                  </a:lnSpc>
                  <a:spcAft>
                    <a:spcPts val="600"/>
                  </a:spcAft>
                </a:pPr>
                <a:endParaRPr kumimoji="1" lang="en-US" altLang="zh-CN" sz="2000" dirty="0">
                  <a:solidFill>
                    <a:schemeClr val="tx1">
                      <a:lumMod val="75000"/>
                      <a:lumOff val="25000"/>
                    </a:schemeClr>
                  </a:solidFill>
                  <a:latin typeface="华文中宋" panose="02010600040101010101" pitchFamily="2" charset="-122"/>
                  <a:ea typeface="华文中宋" panose="02010600040101010101" pitchFamily="2" charset="-122"/>
                </a:endParaRPr>
              </a:p>
            </p:txBody>
          </p:sp>
        </p:grpSp>
        <p:grpSp>
          <p:nvGrpSpPr>
            <p:cNvPr id="13" name="组合 12">
              <a:extLst>
                <a:ext uri="{FF2B5EF4-FFF2-40B4-BE49-F238E27FC236}">
                  <a16:creationId xmlns:a16="http://schemas.microsoft.com/office/drawing/2014/main" id="{2DEA58BB-D07E-BA99-79F6-92F16F7C164C}"/>
                </a:ext>
              </a:extLst>
            </p:cNvPr>
            <p:cNvGrpSpPr/>
            <p:nvPr/>
          </p:nvGrpSpPr>
          <p:grpSpPr>
            <a:xfrm>
              <a:off x="-607485" y="5347646"/>
              <a:ext cx="7604274" cy="1757550"/>
              <a:chOff x="-1035586" y="4392143"/>
              <a:chExt cx="8160667" cy="2656711"/>
            </a:xfrm>
          </p:grpSpPr>
          <p:grpSp>
            <p:nvGrpSpPr>
              <p:cNvPr id="14" name="组合 13">
                <a:extLst>
                  <a:ext uri="{FF2B5EF4-FFF2-40B4-BE49-F238E27FC236}">
                    <a16:creationId xmlns:a16="http://schemas.microsoft.com/office/drawing/2014/main" id="{38CC1802-C321-1625-4D7E-8859D8027264}"/>
                  </a:ext>
                </a:extLst>
              </p:cNvPr>
              <p:cNvGrpSpPr/>
              <p:nvPr/>
            </p:nvGrpSpPr>
            <p:grpSpPr>
              <a:xfrm>
                <a:off x="-1035586" y="4392143"/>
                <a:ext cx="8160667" cy="2656711"/>
                <a:chOff x="2386778" y="826293"/>
                <a:chExt cx="6595536" cy="4792132"/>
              </a:xfrm>
            </p:grpSpPr>
            <p:grpSp>
              <p:nvGrpSpPr>
                <p:cNvPr id="16" name="组合 15">
                  <a:extLst>
                    <a:ext uri="{FF2B5EF4-FFF2-40B4-BE49-F238E27FC236}">
                      <a16:creationId xmlns:a16="http://schemas.microsoft.com/office/drawing/2014/main" id="{BBD86B47-C562-6E89-4AEB-AC8324A708DC}"/>
                    </a:ext>
                  </a:extLst>
                </p:cNvPr>
                <p:cNvGrpSpPr/>
                <p:nvPr/>
              </p:nvGrpSpPr>
              <p:grpSpPr>
                <a:xfrm>
                  <a:off x="2814320" y="1032545"/>
                  <a:ext cx="5942442" cy="4369318"/>
                  <a:chOff x="-705872" y="1039088"/>
                  <a:chExt cx="4410266" cy="950467"/>
                </a:xfrm>
              </p:grpSpPr>
              <p:sp>
                <p:nvSpPr>
                  <p:cNvPr id="18" name="矩形: 对角圆角 17">
                    <a:extLst>
                      <a:ext uri="{FF2B5EF4-FFF2-40B4-BE49-F238E27FC236}">
                        <a16:creationId xmlns:a16="http://schemas.microsoft.com/office/drawing/2014/main" id="{35564974-3889-EC66-95F0-1612FEF70589}"/>
                      </a:ext>
                    </a:extLst>
                  </p:cNvPr>
                  <p:cNvSpPr/>
                  <p:nvPr/>
                </p:nvSpPr>
                <p:spPr>
                  <a:xfrm>
                    <a:off x="-469673" y="1039088"/>
                    <a:ext cx="4174067" cy="950467"/>
                  </a:xfrm>
                  <a:prstGeom prst="round2DiagRect">
                    <a:avLst>
                      <a:gd name="adj1" fmla="val 16667"/>
                      <a:gd name="adj2" fmla="val 25972"/>
                    </a:avLst>
                  </a:prstGeom>
                  <a:solidFill>
                    <a:schemeClr val="bg1">
                      <a:lumMod val="95000"/>
                    </a:schemeClr>
                  </a:soli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a:bodyPr>
                  <a:lstStyle/>
                  <a:p>
                    <a:pPr marL="0" marR="0" lvl="0" indent="0" algn="l" defTabSz="914400" rtl="0" eaLnBrk="1" fontAlgn="auto" latinLnBrk="0" hangingPunct="1">
                      <a:lnSpc>
                        <a:spcPct val="130000"/>
                      </a:lnSpc>
                      <a:spcBef>
                        <a:spcPts val="0"/>
                      </a:spcBef>
                      <a:spcAft>
                        <a:spcPts val="0"/>
                      </a:spcAft>
                      <a:buClrTx/>
                      <a:buSzTx/>
                      <a:buFontTx/>
                      <a:buNone/>
                      <a:tabLst/>
                      <a:defRPr/>
                    </a:pPr>
                    <a:endParaRPr kumimoji="1" lang="zh-CN" altLang="en-US" sz="2000" b="0" i="0" u="none" strike="noStrike" kern="1200" cap="none" spc="0" normalizeH="0" baseline="0" noProof="0" dirty="0">
                      <a:ln>
                        <a:noFill/>
                      </a:ln>
                      <a:solidFill>
                        <a:srgbClr val="000000">
                          <a:lumMod val="75000"/>
                          <a:lumOff val="25000"/>
                        </a:srgbClr>
                      </a:solidFill>
                      <a:effectLst/>
                      <a:uLnTx/>
                      <a:uFillTx/>
                      <a:latin typeface="Arial"/>
                      <a:ea typeface="华文中宋"/>
                      <a:cs typeface="+mn-cs"/>
                    </a:endParaRPr>
                  </a:p>
                </p:txBody>
              </p:sp>
              <p:sp>
                <p:nvSpPr>
                  <p:cNvPr id="19" name="矩形: 对角圆角 18">
                    <a:extLst>
                      <a:ext uri="{FF2B5EF4-FFF2-40B4-BE49-F238E27FC236}">
                        <a16:creationId xmlns:a16="http://schemas.microsoft.com/office/drawing/2014/main" id="{3CBD5F80-F224-91C1-6B45-299C3FFBB322}"/>
                      </a:ext>
                    </a:extLst>
                  </p:cNvPr>
                  <p:cNvSpPr/>
                  <p:nvPr/>
                </p:nvSpPr>
                <p:spPr>
                  <a:xfrm>
                    <a:off x="-705872" y="1039088"/>
                    <a:ext cx="4410266" cy="950467"/>
                  </a:xfrm>
                  <a:prstGeom prst="round2DiagRect">
                    <a:avLst>
                      <a:gd name="adj1" fmla="val 16667"/>
                      <a:gd name="adj2" fmla="val 27134"/>
                    </a:avLst>
                  </a:prstGeom>
                  <a:gradFill flip="none" rotWithShape="1">
                    <a:gsLst>
                      <a:gs pos="0">
                        <a:schemeClr val="bg1"/>
                      </a:gs>
                      <a:gs pos="100000">
                        <a:srgbClr val="042857">
                          <a:alpha val="64000"/>
                        </a:srgbClr>
                      </a:gs>
                    </a:gsLst>
                    <a:lin ang="0" scaled="1"/>
                    <a:tileRect/>
                  </a:gra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a:bodyPr>
                  <a:lstStyle/>
                  <a:p>
                    <a:pPr marL="0" marR="0" lvl="0" indent="0" algn="l" defTabSz="914400" rtl="0" eaLnBrk="1" fontAlgn="auto" latinLnBrk="0" hangingPunct="1">
                      <a:lnSpc>
                        <a:spcPct val="130000"/>
                      </a:lnSpc>
                      <a:spcBef>
                        <a:spcPts val="0"/>
                      </a:spcBef>
                      <a:spcAft>
                        <a:spcPts val="0"/>
                      </a:spcAft>
                      <a:buClrTx/>
                      <a:buSzTx/>
                      <a:buFontTx/>
                      <a:buNone/>
                      <a:tabLst/>
                      <a:defRPr/>
                    </a:pPr>
                    <a:endParaRPr kumimoji="1" lang="zh-CN" altLang="en-US" sz="2000" b="0" i="0" u="none" strike="noStrike" kern="1200" cap="none" spc="0" normalizeH="0" baseline="0" noProof="0" dirty="0">
                      <a:ln>
                        <a:noFill/>
                      </a:ln>
                      <a:solidFill>
                        <a:srgbClr val="E9E6EC"/>
                      </a:solidFill>
                      <a:effectLst/>
                      <a:uLnTx/>
                      <a:uFillTx/>
                      <a:latin typeface="Arial"/>
                      <a:ea typeface="华文中宋"/>
                      <a:cs typeface="+mn-cs"/>
                    </a:endParaRPr>
                  </a:p>
                </p:txBody>
              </p:sp>
            </p:grpSp>
            <p:sp>
              <p:nvSpPr>
                <p:cNvPr id="17" name="矩形: 对角圆角 16">
                  <a:extLst>
                    <a:ext uri="{FF2B5EF4-FFF2-40B4-BE49-F238E27FC236}">
                      <a16:creationId xmlns:a16="http://schemas.microsoft.com/office/drawing/2014/main" id="{3DB65792-7404-9E62-52DB-6EE3AAFB87D2}"/>
                    </a:ext>
                  </a:extLst>
                </p:cNvPr>
                <p:cNvSpPr/>
                <p:nvPr/>
              </p:nvSpPr>
              <p:spPr>
                <a:xfrm>
                  <a:off x="2386778" y="826293"/>
                  <a:ext cx="6595536" cy="4792132"/>
                </a:xfrm>
                <a:prstGeom prst="round2DiagRect">
                  <a:avLst>
                    <a:gd name="adj1" fmla="val 16667"/>
                    <a:gd name="adj2" fmla="val 27068"/>
                  </a:avLst>
                </a:prstGeom>
                <a:noFill/>
                <a:ln w="38100">
                  <a:gradFill flip="none" rotWithShape="1">
                    <a:gsLst>
                      <a:gs pos="40000">
                        <a:schemeClr val="accent1">
                          <a:lumMod val="5000"/>
                          <a:lumOff val="95000"/>
                          <a:alpha val="0"/>
                        </a:schemeClr>
                      </a:gs>
                      <a:gs pos="100000">
                        <a:srgbClr val="042857"/>
                      </a:gs>
                    </a:gsLst>
                    <a:lin ang="0" scaled="1"/>
                    <a:tileRect/>
                  </a:gradFill>
                  <a:prstDash val="lgDashDot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a:bodyPr>
                <a:lstStyle/>
                <a:p>
                  <a:pPr marL="0" marR="0" lvl="0" indent="0" algn="l" defTabSz="914400" rtl="0" eaLnBrk="1" fontAlgn="auto" latinLnBrk="0" hangingPunct="1">
                    <a:lnSpc>
                      <a:spcPct val="130000"/>
                    </a:lnSpc>
                    <a:spcBef>
                      <a:spcPts val="0"/>
                    </a:spcBef>
                    <a:spcAft>
                      <a:spcPts val="0"/>
                    </a:spcAft>
                    <a:buClrTx/>
                    <a:buSzTx/>
                    <a:buFontTx/>
                    <a:buNone/>
                    <a:tabLst/>
                    <a:defRPr/>
                  </a:pPr>
                  <a:endParaRPr kumimoji="1" lang="zh-CN" altLang="en-US" sz="2000" b="0" i="0" u="none" strike="noStrike" kern="1200" cap="none" spc="0" normalizeH="0" baseline="0" noProof="0" dirty="0">
                    <a:ln>
                      <a:noFill/>
                    </a:ln>
                    <a:solidFill>
                      <a:srgbClr val="E9E6EC"/>
                    </a:solidFill>
                    <a:effectLst/>
                    <a:uLnTx/>
                    <a:uFillTx/>
                    <a:latin typeface="Arial"/>
                    <a:ea typeface="华文中宋"/>
                    <a:cs typeface="+mn-cs"/>
                  </a:endParaRPr>
                </a:p>
              </p:txBody>
            </p:sp>
          </p:grpSp>
          <p:sp>
            <p:nvSpPr>
              <p:cNvPr id="15" name="文本框 14">
                <a:extLst>
                  <a:ext uri="{FF2B5EF4-FFF2-40B4-BE49-F238E27FC236}">
                    <a16:creationId xmlns:a16="http://schemas.microsoft.com/office/drawing/2014/main" id="{94575CAB-1874-E5BC-F66E-69BA8C0C200E}"/>
                  </a:ext>
                </a:extLst>
              </p:cNvPr>
              <p:cNvSpPr txBox="1"/>
              <p:nvPr/>
            </p:nvSpPr>
            <p:spPr>
              <a:xfrm>
                <a:off x="166130" y="4780949"/>
                <a:ext cx="3638054" cy="310673"/>
              </a:xfrm>
              <a:prstGeom prst="rect">
                <a:avLst/>
              </a:prstGeom>
              <a:noFill/>
            </p:spPr>
            <p:txBody>
              <a:bodyPr wrap="square">
                <a:spAutoFit/>
              </a:bodyPr>
              <a:lstStyle/>
              <a:p>
                <a:pPr algn="just">
                  <a:lnSpc>
                    <a:spcPct val="130000"/>
                  </a:lnSpc>
                  <a:spcAft>
                    <a:spcPts val="600"/>
                  </a:spcAft>
                </a:pPr>
                <a:r>
                  <a:rPr kumimoji="1" lang="zh-CN" altLang="en-US" sz="2800" b="1" dirty="0">
                    <a:solidFill>
                      <a:schemeClr val="tx1">
                        <a:lumMod val="75000"/>
                        <a:lumOff val="25000"/>
                      </a:schemeClr>
                    </a:solidFill>
                    <a:latin typeface="华文中宋" panose="02010600040101010101" pitchFamily="2" charset="-122"/>
                    <a:ea typeface="华文中宋" panose="02010600040101010101" pitchFamily="2" charset="-122"/>
                  </a:rPr>
                  <a:t>添加线程支持</a:t>
                </a:r>
                <a:endParaRPr kumimoji="1" lang="en-US" altLang="zh-CN" sz="2000" dirty="0">
                  <a:solidFill>
                    <a:schemeClr val="tx1">
                      <a:lumMod val="75000"/>
                      <a:lumOff val="25000"/>
                    </a:schemeClr>
                  </a:solidFill>
                  <a:latin typeface="华文中宋" panose="02010600040101010101" pitchFamily="2" charset="-122"/>
                  <a:ea typeface="华文中宋" panose="02010600040101010101" pitchFamily="2" charset="-122"/>
                </a:endParaRPr>
              </a:p>
            </p:txBody>
          </p:sp>
        </p:grpSp>
      </p:grpSp>
      <p:grpSp>
        <p:nvGrpSpPr>
          <p:cNvPr id="20" name="组合 19">
            <a:extLst>
              <a:ext uri="{FF2B5EF4-FFF2-40B4-BE49-F238E27FC236}">
                <a16:creationId xmlns:a16="http://schemas.microsoft.com/office/drawing/2014/main" id="{368739F0-9868-7E74-BB83-B1378C0F94C3}"/>
              </a:ext>
            </a:extLst>
          </p:cNvPr>
          <p:cNvGrpSpPr/>
          <p:nvPr/>
        </p:nvGrpSpPr>
        <p:grpSpPr>
          <a:xfrm>
            <a:off x="3532359" y="3873468"/>
            <a:ext cx="7604274" cy="5111447"/>
            <a:chOff x="-1035586" y="4392143"/>
            <a:chExt cx="8160667" cy="2656711"/>
          </a:xfrm>
        </p:grpSpPr>
        <p:grpSp>
          <p:nvGrpSpPr>
            <p:cNvPr id="21" name="组合 20">
              <a:extLst>
                <a:ext uri="{FF2B5EF4-FFF2-40B4-BE49-F238E27FC236}">
                  <a16:creationId xmlns:a16="http://schemas.microsoft.com/office/drawing/2014/main" id="{A7F87EC9-BDAA-3423-30B5-EE98744BA828}"/>
                </a:ext>
              </a:extLst>
            </p:cNvPr>
            <p:cNvGrpSpPr/>
            <p:nvPr/>
          </p:nvGrpSpPr>
          <p:grpSpPr>
            <a:xfrm>
              <a:off x="-1035586" y="4392143"/>
              <a:ext cx="8160667" cy="2656711"/>
              <a:chOff x="2386778" y="826293"/>
              <a:chExt cx="6595536" cy="4792132"/>
            </a:xfrm>
          </p:grpSpPr>
          <p:grpSp>
            <p:nvGrpSpPr>
              <p:cNvPr id="23" name="组合 22">
                <a:extLst>
                  <a:ext uri="{FF2B5EF4-FFF2-40B4-BE49-F238E27FC236}">
                    <a16:creationId xmlns:a16="http://schemas.microsoft.com/office/drawing/2014/main" id="{42549B29-3B95-5037-B584-5AEE896D67EC}"/>
                  </a:ext>
                </a:extLst>
              </p:cNvPr>
              <p:cNvGrpSpPr/>
              <p:nvPr/>
            </p:nvGrpSpPr>
            <p:grpSpPr>
              <a:xfrm>
                <a:off x="2820664" y="1029976"/>
                <a:ext cx="5942442" cy="4371888"/>
                <a:chOff x="-701164" y="1038529"/>
                <a:chExt cx="4410266" cy="951026"/>
              </a:xfrm>
            </p:grpSpPr>
            <p:sp>
              <p:nvSpPr>
                <p:cNvPr id="25" name="矩形: 对角圆角 24">
                  <a:extLst>
                    <a:ext uri="{FF2B5EF4-FFF2-40B4-BE49-F238E27FC236}">
                      <a16:creationId xmlns:a16="http://schemas.microsoft.com/office/drawing/2014/main" id="{D1F881C6-67C5-F765-A653-D83CADD371A2}"/>
                    </a:ext>
                  </a:extLst>
                </p:cNvPr>
                <p:cNvSpPr/>
                <p:nvPr/>
              </p:nvSpPr>
              <p:spPr>
                <a:xfrm>
                  <a:off x="-469673" y="1039088"/>
                  <a:ext cx="4174067" cy="950467"/>
                </a:xfrm>
                <a:prstGeom prst="round2DiagRect">
                  <a:avLst>
                    <a:gd name="adj1" fmla="val 16667"/>
                    <a:gd name="adj2" fmla="val 25972"/>
                  </a:avLst>
                </a:prstGeom>
                <a:solidFill>
                  <a:schemeClr val="bg1">
                    <a:lumMod val="95000"/>
                  </a:schemeClr>
                </a:soli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a:bodyPr>
                <a:lstStyle/>
                <a:p>
                  <a:pPr marL="0" marR="0" lvl="0" indent="0" algn="l" defTabSz="914400" rtl="0" eaLnBrk="1" fontAlgn="auto" latinLnBrk="0" hangingPunct="1">
                    <a:lnSpc>
                      <a:spcPct val="130000"/>
                    </a:lnSpc>
                    <a:spcBef>
                      <a:spcPts val="0"/>
                    </a:spcBef>
                    <a:spcAft>
                      <a:spcPts val="0"/>
                    </a:spcAft>
                    <a:buClrTx/>
                    <a:buSzTx/>
                    <a:buFontTx/>
                    <a:buNone/>
                    <a:tabLst/>
                    <a:defRPr/>
                  </a:pPr>
                  <a:endParaRPr kumimoji="1" lang="zh-CN" altLang="en-US" sz="2000" b="0" i="0" u="none" strike="noStrike" kern="1200" cap="none" spc="0" normalizeH="0" baseline="0" noProof="0" dirty="0">
                    <a:ln>
                      <a:noFill/>
                    </a:ln>
                    <a:solidFill>
                      <a:srgbClr val="000000">
                        <a:lumMod val="75000"/>
                        <a:lumOff val="25000"/>
                      </a:srgbClr>
                    </a:solidFill>
                    <a:effectLst/>
                    <a:uLnTx/>
                    <a:uFillTx/>
                    <a:latin typeface="Arial"/>
                    <a:ea typeface="华文中宋"/>
                    <a:cs typeface="+mn-cs"/>
                  </a:endParaRPr>
                </a:p>
              </p:txBody>
            </p:sp>
            <p:sp>
              <p:nvSpPr>
                <p:cNvPr id="26" name="矩形: 对角圆角 25">
                  <a:extLst>
                    <a:ext uri="{FF2B5EF4-FFF2-40B4-BE49-F238E27FC236}">
                      <a16:creationId xmlns:a16="http://schemas.microsoft.com/office/drawing/2014/main" id="{5A0EB946-4473-D1D2-D605-706F1DB7476D}"/>
                    </a:ext>
                  </a:extLst>
                </p:cNvPr>
                <p:cNvSpPr/>
                <p:nvPr/>
              </p:nvSpPr>
              <p:spPr>
                <a:xfrm>
                  <a:off x="-701164" y="1038529"/>
                  <a:ext cx="4410266" cy="950467"/>
                </a:xfrm>
                <a:prstGeom prst="round2DiagRect">
                  <a:avLst>
                    <a:gd name="adj1" fmla="val 16667"/>
                    <a:gd name="adj2" fmla="val 27134"/>
                  </a:avLst>
                </a:prstGeom>
                <a:gradFill flip="none" rotWithShape="1">
                  <a:gsLst>
                    <a:gs pos="0">
                      <a:schemeClr val="bg1"/>
                    </a:gs>
                    <a:gs pos="100000">
                      <a:srgbClr val="042857">
                        <a:alpha val="64000"/>
                      </a:srgbClr>
                    </a:gs>
                  </a:gsLst>
                  <a:lin ang="0" scaled="1"/>
                  <a:tileRect/>
                </a:gra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a:bodyPr>
                <a:lstStyle/>
                <a:p>
                  <a:pPr marL="0" marR="0" lvl="0" indent="0" algn="l" defTabSz="914400" rtl="0" eaLnBrk="1" fontAlgn="auto" latinLnBrk="0" hangingPunct="1">
                    <a:lnSpc>
                      <a:spcPct val="130000"/>
                    </a:lnSpc>
                    <a:spcBef>
                      <a:spcPts val="0"/>
                    </a:spcBef>
                    <a:spcAft>
                      <a:spcPts val="0"/>
                    </a:spcAft>
                    <a:buClrTx/>
                    <a:buSzTx/>
                    <a:buFontTx/>
                    <a:buNone/>
                    <a:tabLst/>
                    <a:defRPr/>
                  </a:pPr>
                  <a:endParaRPr kumimoji="1" lang="zh-CN" altLang="en-US" sz="2000" b="0" i="0" u="none" strike="noStrike" kern="1200" cap="none" spc="0" normalizeH="0" baseline="0" noProof="0" dirty="0">
                    <a:ln>
                      <a:noFill/>
                    </a:ln>
                    <a:solidFill>
                      <a:srgbClr val="E9E6EC"/>
                    </a:solidFill>
                    <a:effectLst/>
                    <a:uLnTx/>
                    <a:uFillTx/>
                    <a:latin typeface="Arial"/>
                    <a:ea typeface="华文中宋"/>
                    <a:cs typeface="+mn-cs"/>
                  </a:endParaRPr>
                </a:p>
              </p:txBody>
            </p:sp>
          </p:grpSp>
          <p:sp>
            <p:nvSpPr>
              <p:cNvPr id="24" name="矩形: 对角圆角 23">
                <a:extLst>
                  <a:ext uri="{FF2B5EF4-FFF2-40B4-BE49-F238E27FC236}">
                    <a16:creationId xmlns:a16="http://schemas.microsoft.com/office/drawing/2014/main" id="{6A41773B-8BB4-44E5-2A7D-50152B66AB46}"/>
                  </a:ext>
                </a:extLst>
              </p:cNvPr>
              <p:cNvSpPr/>
              <p:nvPr/>
            </p:nvSpPr>
            <p:spPr>
              <a:xfrm>
                <a:off x="2386778" y="826293"/>
                <a:ext cx="6595536" cy="4792132"/>
              </a:xfrm>
              <a:prstGeom prst="round2DiagRect">
                <a:avLst>
                  <a:gd name="adj1" fmla="val 16667"/>
                  <a:gd name="adj2" fmla="val 27068"/>
                </a:avLst>
              </a:prstGeom>
              <a:noFill/>
              <a:ln w="38100">
                <a:gradFill flip="none" rotWithShape="1">
                  <a:gsLst>
                    <a:gs pos="40000">
                      <a:schemeClr val="accent1">
                        <a:lumMod val="5000"/>
                        <a:lumOff val="95000"/>
                        <a:alpha val="0"/>
                      </a:schemeClr>
                    </a:gs>
                    <a:gs pos="100000">
                      <a:srgbClr val="042857"/>
                    </a:gs>
                  </a:gsLst>
                  <a:lin ang="0" scaled="1"/>
                  <a:tileRect/>
                </a:gradFill>
                <a:prstDash val="lgDashDot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a:bodyPr>
              <a:lstStyle/>
              <a:p>
                <a:pPr marL="0" marR="0" lvl="0" indent="0" algn="l" defTabSz="914400" rtl="0" eaLnBrk="1" fontAlgn="auto" latinLnBrk="0" hangingPunct="1">
                  <a:lnSpc>
                    <a:spcPct val="130000"/>
                  </a:lnSpc>
                  <a:spcBef>
                    <a:spcPts val="0"/>
                  </a:spcBef>
                  <a:spcAft>
                    <a:spcPts val="0"/>
                  </a:spcAft>
                  <a:buClrTx/>
                  <a:buSzTx/>
                  <a:buFontTx/>
                  <a:buNone/>
                  <a:tabLst/>
                  <a:defRPr/>
                </a:pPr>
                <a:endParaRPr kumimoji="1" lang="zh-CN" altLang="en-US" sz="2000" b="0" i="0" u="none" strike="noStrike" kern="1200" cap="none" spc="0" normalizeH="0" baseline="0" noProof="0" dirty="0">
                  <a:ln>
                    <a:noFill/>
                  </a:ln>
                  <a:solidFill>
                    <a:srgbClr val="E9E6EC"/>
                  </a:solidFill>
                  <a:effectLst/>
                  <a:uLnTx/>
                  <a:uFillTx/>
                  <a:latin typeface="Arial"/>
                  <a:ea typeface="华文中宋"/>
                  <a:cs typeface="+mn-cs"/>
                </a:endParaRPr>
              </a:p>
            </p:txBody>
          </p:sp>
        </p:grpSp>
        <p:sp>
          <p:nvSpPr>
            <p:cNvPr id="22" name="文本框 21">
              <a:extLst>
                <a:ext uri="{FF2B5EF4-FFF2-40B4-BE49-F238E27FC236}">
                  <a16:creationId xmlns:a16="http://schemas.microsoft.com/office/drawing/2014/main" id="{F71BD1C5-C21F-B2F2-2467-792F63B56EDF}"/>
                </a:ext>
              </a:extLst>
            </p:cNvPr>
            <p:cNvSpPr txBox="1"/>
            <p:nvPr/>
          </p:nvSpPr>
          <p:spPr>
            <a:xfrm>
              <a:off x="166130" y="4780949"/>
              <a:ext cx="3638054" cy="1062661"/>
            </a:xfrm>
            <a:prstGeom prst="rect">
              <a:avLst/>
            </a:prstGeom>
            <a:noFill/>
          </p:spPr>
          <p:txBody>
            <a:bodyPr wrap="square">
              <a:spAutoFit/>
            </a:bodyPr>
            <a:lstStyle/>
            <a:p>
              <a:pPr algn="just">
                <a:lnSpc>
                  <a:spcPct val="130000"/>
                </a:lnSpc>
                <a:spcAft>
                  <a:spcPts val="600"/>
                </a:spcAft>
              </a:pPr>
              <a:r>
                <a:rPr kumimoji="1" lang="zh-CN" altLang="en-US" sz="2800" b="1" dirty="0">
                  <a:solidFill>
                    <a:schemeClr val="tx1">
                      <a:lumMod val="75000"/>
                      <a:lumOff val="25000"/>
                    </a:schemeClr>
                  </a:solidFill>
                  <a:latin typeface="华文中宋" panose="02010600040101010101" pitchFamily="2" charset="-122"/>
                  <a:ea typeface="华文中宋" panose="02010600040101010101" pitchFamily="2" charset="-122"/>
                </a:rPr>
                <a:t>完善文件系统</a:t>
              </a:r>
              <a:endParaRPr kumimoji="1" lang="en-US" altLang="zh-CN" sz="2800" b="1" dirty="0">
                <a:solidFill>
                  <a:schemeClr val="tx1">
                    <a:lumMod val="75000"/>
                    <a:lumOff val="25000"/>
                  </a:schemeClr>
                </a:solidFill>
                <a:latin typeface="华文中宋" panose="02010600040101010101" pitchFamily="2" charset="-122"/>
                <a:ea typeface="华文中宋" panose="02010600040101010101" pitchFamily="2" charset="-122"/>
              </a:endParaRPr>
            </a:p>
            <a:p>
              <a:pPr algn="just">
                <a:lnSpc>
                  <a:spcPct val="130000"/>
                </a:lnSpc>
                <a:spcAft>
                  <a:spcPts val="600"/>
                </a:spcAft>
              </a:pPr>
              <a:r>
                <a:rPr kumimoji="1" lang="zh-CN" altLang="en-US" sz="2000" dirty="0">
                  <a:solidFill>
                    <a:schemeClr val="tx1">
                      <a:lumMod val="75000"/>
                      <a:lumOff val="25000"/>
                    </a:schemeClr>
                  </a:solidFill>
                  <a:latin typeface="华文中宋" panose="02010600040101010101" pitchFamily="2" charset="-122"/>
                  <a:ea typeface="华文中宋" panose="02010600040101010101" pitchFamily="2" charset="-122"/>
                </a:rPr>
                <a:t>①移植</a:t>
              </a:r>
              <a:r>
                <a:rPr kumimoji="1" lang="en-US" altLang="zh-CN" sz="2000" dirty="0">
                  <a:solidFill>
                    <a:schemeClr val="tx1">
                      <a:lumMod val="75000"/>
                      <a:lumOff val="25000"/>
                    </a:schemeClr>
                  </a:solidFill>
                  <a:latin typeface="华文中宋" panose="02010600040101010101" pitchFamily="2" charset="-122"/>
                  <a:ea typeface="华文中宋" panose="02010600040101010101" pitchFamily="2" charset="-122"/>
                </a:rPr>
                <a:t>lwext4</a:t>
              </a:r>
              <a:r>
                <a:rPr kumimoji="1" lang="zh-CN" altLang="en-US" sz="2000" dirty="0">
                  <a:solidFill>
                    <a:schemeClr val="tx1">
                      <a:lumMod val="75000"/>
                      <a:lumOff val="25000"/>
                    </a:schemeClr>
                  </a:solidFill>
                  <a:latin typeface="华文中宋" panose="02010600040101010101" pitchFamily="2" charset="-122"/>
                  <a:ea typeface="华文中宋" panose="02010600040101010101" pitchFamily="2" charset="-122"/>
                </a:rPr>
                <a:t>库</a:t>
              </a:r>
              <a:endParaRPr kumimoji="1" lang="en-US" altLang="zh-CN" sz="2000" dirty="0">
                <a:solidFill>
                  <a:schemeClr val="tx1">
                    <a:lumMod val="75000"/>
                    <a:lumOff val="25000"/>
                  </a:schemeClr>
                </a:solidFill>
                <a:latin typeface="华文中宋" panose="02010600040101010101" pitchFamily="2" charset="-122"/>
                <a:ea typeface="华文中宋" panose="02010600040101010101" pitchFamily="2" charset="-122"/>
              </a:endParaRPr>
            </a:p>
            <a:p>
              <a:pPr algn="just">
                <a:lnSpc>
                  <a:spcPct val="130000"/>
                </a:lnSpc>
                <a:spcAft>
                  <a:spcPts val="600"/>
                </a:spcAft>
              </a:pPr>
              <a:r>
                <a:rPr kumimoji="1" lang="zh-CN" altLang="en-US" sz="2000" dirty="0">
                  <a:solidFill>
                    <a:schemeClr val="tx1">
                      <a:lumMod val="75000"/>
                      <a:lumOff val="25000"/>
                    </a:schemeClr>
                  </a:solidFill>
                  <a:latin typeface="华文中宋" panose="02010600040101010101" pitchFamily="2" charset="-122"/>
                  <a:ea typeface="华文中宋" panose="02010600040101010101" pitchFamily="2" charset="-122"/>
                </a:rPr>
                <a:t>②封装</a:t>
              </a:r>
              <a:r>
                <a:rPr kumimoji="1" lang="en-US" altLang="zh-CN" sz="2000" dirty="0" err="1">
                  <a:solidFill>
                    <a:schemeClr val="tx1">
                      <a:lumMod val="75000"/>
                      <a:lumOff val="25000"/>
                    </a:schemeClr>
                  </a:solidFill>
                  <a:latin typeface="华文中宋" panose="02010600040101010101" pitchFamily="2" charset="-122"/>
                  <a:ea typeface="华文中宋" panose="02010600040101010101" pitchFamily="2" charset="-122"/>
                </a:rPr>
                <a:t>vfs</a:t>
              </a:r>
              <a:r>
                <a:rPr kumimoji="1" lang="zh-CN" altLang="en-US" sz="2000" dirty="0">
                  <a:solidFill>
                    <a:schemeClr val="tx1">
                      <a:lumMod val="75000"/>
                      <a:lumOff val="25000"/>
                    </a:schemeClr>
                  </a:solidFill>
                  <a:latin typeface="华文中宋" panose="02010600040101010101" pitchFamily="2" charset="-122"/>
                  <a:ea typeface="华文中宋" panose="02010600040101010101" pitchFamily="2" charset="-122"/>
                </a:rPr>
                <a:t>层转发操作调用</a:t>
              </a:r>
              <a:endParaRPr kumimoji="1" lang="en-US" altLang="zh-CN" sz="2000" dirty="0">
                <a:solidFill>
                  <a:schemeClr val="tx1">
                    <a:lumMod val="75000"/>
                    <a:lumOff val="25000"/>
                  </a:schemeClr>
                </a:solidFill>
                <a:latin typeface="华文中宋" panose="02010600040101010101" pitchFamily="2" charset="-122"/>
                <a:ea typeface="华文中宋" panose="02010600040101010101" pitchFamily="2" charset="-122"/>
              </a:endParaRPr>
            </a:p>
            <a:p>
              <a:pPr algn="just">
                <a:lnSpc>
                  <a:spcPct val="130000"/>
                </a:lnSpc>
                <a:spcAft>
                  <a:spcPts val="600"/>
                </a:spcAft>
              </a:pPr>
              <a:endParaRPr kumimoji="1" lang="en-US" altLang="zh-CN" sz="2000" dirty="0">
                <a:solidFill>
                  <a:schemeClr val="tx1">
                    <a:lumMod val="75000"/>
                    <a:lumOff val="25000"/>
                  </a:schemeClr>
                </a:solidFill>
                <a:latin typeface="华文中宋" panose="02010600040101010101" pitchFamily="2" charset="-122"/>
                <a:ea typeface="华文中宋" panose="02010600040101010101" pitchFamily="2" charset="-122"/>
              </a:endParaRPr>
            </a:p>
          </p:txBody>
        </p:sp>
      </p:grpSp>
      <p:grpSp>
        <p:nvGrpSpPr>
          <p:cNvPr id="34" name="组合 33">
            <a:extLst>
              <a:ext uri="{FF2B5EF4-FFF2-40B4-BE49-F238E27FC236}">
                <a16:creationId xmlns:a16="http://schemas.microsoft.com/office/drawing/2014/main" id="{7DAF5066-E119-8178-5CDF-91CA2F2A8CF0}"/>
              </a:ext>
            </a:extLst>
          </p:cNvPr>
          <p:cNvGrpSpPr/>
          <p:nvPr/>
        </p:nvGrpSpPr>
        <p:grpSpPr>
          <a:xfrm>
            <a:off x="7367117" y="3218397"/>
            <a:ext cx="8798448" cy="6293903"/>
            <a:chOff x="-1035586" y="4392143"/>
            <a:chExt cx="8160667" cy="2656711"/>
          </a:xfrm>
        </p:grpSpPr>
        <p:grpSp>
          <p:nvGrpSpPr>
            <p:cNvPr id="35" name="组合 34">
              <a:extLst>
                <a:ext uri="{FF2B5EF4-FFF2-40B4-BE49-F238E27FC236}">
                  <a16:creationId xmlns:a16="http://schemas.microsoft.com/office/drawing/2014/main" id="{EBA23F79-148E-C7CA-AC40-1E23700ADB90}"/>
                </a:ext>
              </a:extLst>
            </p:cNvPr>
            <p:cNvGrpSpPr/>
            <p:nvPr/>
          </p:nvGrpSpPr>
          <p:grpSpPr>
            <a:xfrm>
              <a:off x="-1035586" y="4392143"/>
              <a:ext cx="8160667" cy="2656711"/>
              <a:chOff x="2386778" y="826293"/>
              <a:chExt cx="6595536" cy="4792132"/>
            </a:xfrm>
          </p:grpSpPr>
          <p:grpSp>
            <p:nvGrpSpPr>
              <p:cNvPr id="37" name="组合 36">
                <a:extLst>
                  <a:ext uri="{FF2B5EF4-FFF2-40B4-BE49-F238E27FC236}">
                    <a16:creationId xmlns:a16="http://schemas.microsoft.com/office/drawing/2014/main" id="{CD11F3E0-8930-7457-6E90-4CBEB8577658}"/>
                  </a:ext>
                </a:extLst>
              </p:cNvPr>
              <p:cNvGrpSpPr/>
              <p:nvPr/>
            </p:nvGrpSpPr>
            <p:grpSpPr>
              <a:xfrm>
                <a:off x="2820664" y="1029976"/>
                <a:ext cx="5942442" cy="4371888"/>
                <a:chOff x="-701164" y="1038529"/>
                <a:chExt cx="4410266" cy="951026"/>
              </a:xfrm>
            </p:grpSpPr>
            <p:sp>
              <p:nvSpPr>
                <p:cNvPr id="39" name="矩形: 对角圆角 38">
                  <a:extLst>
                    <a:ext uri="{FF2B5EF4-FFF2-40B4-BE49-F238E27FC236}">
                      <a16:creationId xmlns:a16="http://schemas.microsoft.com/office/drawing/2014/main" id="{1B7BAC5C-A8B4-7A70-7695-3BAC1CD9F1CB}"/>
                    </a:ext>
                  </a:extLst>
                </p:cNvPr>
                <p:cNvSpPr/>
                <p:nvPr/>
              </p:nvSpPr>
              <p:spPr>
                <a:xfrm>
                  <a:off x="-469673" y="1039088"/>
                  <a:ext cx="4174067" cy="950467"/>
                </a:xfrm>
                <a:prstGeom prst="round2DiagRect">
                  <a:avLst>
                    <a:gd name="adj1" fmla="val 16667"/>
                    <a:gd name="adj2" fmla="val 25972"/>
                  </a:avLst>
                </a:prstGeom>
                <a:solidFill>
                  <a:schemeClr val="bg1">
                    <a:lumMod val="95000"/>
                  </a:schemeClr>
                </a:soli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a:bodyPr>
                <a:lstStyle/>
                <a:p>
                  <a:pPr marL="0" marR="0" lvl="0" indent="0" algn="l" defTabSz="914400" rtl="0" eaLnBrk="1" fontAlgn="auto" latinLnBrk="0" hangingPunct="1">
                    <a:lnSpc>
                      <a:spcPct val="130000"/>
                    </a:lnSpc>
                    <a:spcBef>
                      <a:spcPts val="0"/>
                    </a:spcBef>
                    <a:spcAft>
                      <a:spcPts val="0"/>
                    </a:spcAft>
                    <a:buClrTx/>
                    <a:buSzTx/>
                    <a:buFontTx/>
                    <a:buNone/>
                    <a:tabLst/>
                    <a:defRPr/>
                  </a:pPr>
                  <a:endParaRPr kumimoji="1" lang="zh-CN" altLang="en-US" sz="2000" b="0" i="0" u="none" strike="noStrike" kern="1200" cap="none" spc="0" normalizeH="0" baseline="0" noProof="0" dirty="0">
                    <a:ln>
                      <a:noFill/>
                    </a:ln>
                    <a:solidFill>
                      <a:srgbClr val="000000">
                        <a:lumMod val="75000"/>
                        <a:lumOff val="25000"/>
                      </a:srgbClr>
                    </a:solidFill>
                    <a:effectLst/>
                    <a:uLnTx/>
                    <a:uFillTx/>
                    <a:latin typeface="Arial"/>
                    <a:ea typeface="华文中宋"/>
                    <a:cs typeface="+mn-cs"/>
                  </a:endParaRPr>
                </a:p>
              </p:txBody>
            </p:sp>
            <p:sp>
              <p:nvSpPr>
                <p:cNvPr id="40" name="矩形: 对角圆角 39">
                  <a:extLst>
                    <a:ext uri="{FF2B5EF4-FFF2-40B4-BE49-F238E27FC236}">
                      <a16:creationId xmlns:a16="http://schemas.microsoft.com/office/drawing/2014/main" id="{F5B833E1-EB66-285E-9B99-98316482BD03}"/>
                    </a:ext>
                  </a:extLst>
                </p:cNvPr>
                <p:cNvSpPr/>
                <p:nvPr/>
              </p:nvSpPr>
              <p:spPr>
                <a:xfrm>
                  <a:off x="-701164" y="1038529"/>
                  <a:ext cx="4410266" cy="950467"/>
                </a:xfrm>
                <a:prstGeom prst="round2DiagRect">
                  <a:avLst>
                    <a:gd name="adj1" fmla="val 16667"/>
                    <a:gd name="adj2" fmla="val 27134"/>
                  </a:avLst>
                </a:prstGeom>
                <a:gradFill flip="none" rotWithShape="1">
                  <a:gsLst>
                    <a:gs pos="0">
                      <a:schemeClr val="bg1"/>
                    </a:gs>
                    <a:gs pos="100000">
                      <a:srgbClr val="042857">
                        <a:alpha val="64000"/>
                      </a:srgbClr>
                    </a:gs>
                  </a:gsLst>
                  <a:lin ang="0" scaled="1"/>
                  <a:tileRect/>
                </a:gra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a:bodyPr>
                <a:lstStyle/>
                <a:p>
                  <a:pPr marL="0" marR="0" lvl="0" indent="0" algn="l" defTabSz="914400" rtl="0" eaLnBrk="1" fontAlgn="auto" latinLnBrk="0" hangingPunct="1">
                    <a:lnSpc>
                      <a:spcPct val="130000"/>
                    </a:lnSpc>
                    <a:spcBef>
                      <a:spcPts val="0"/>
                    </a:spcBef>
                    <a:spcAft>
                      <a:spcPts val="0"/>
                    </a:spcAft>
                    <a:buClrTx/>
                    <a:buSzTx/>
                    <a:buFontTx/>
                    <a:buNone/>
                    <a:tabLst/>
                    <a:defRPr/>
                  </a:pPr>
                  <a:endParaRPr kumimoji="1" lang="zh-CN" altLang="en-US" sz="2000" b="0" i="0" u="none" strike="noStrike" kern="1200" cap="none" spc="0" normalizeH="0" baseline="0" noProof="0" dirty="0">
                    <a:ln>
                      <a:noFill/>
                    </a:ln>
                    <a:solidFill>
                      <a:srgbClr val="E9E6EC"/>
                    </a:solidFill>
                    <a:effectLst/>
                    <a:uLnTx/>
                    <a:uFillTx/>
                    <a:latin typeface="Arial"/>
                    <a:ea typeface="华文中宋"/>
                    <a:cs typeface="+mn-cs"/>
                  </a:endParaRPr>
                </a:p>
              </p:txBody>
            </p:sp>
          </p:grpSp>
          <p:sp>
            <p:nvSpPr>
              <p:cNvPr id="38" name="矩形: 对角圆角 37">
                <a:extLst>
                  <a:ext uri="{FF2B5EF4-FFF2-40B4-BE49-F238E27FC236}">
                    <a16:creationId xmlns:a16="http://schemas.microsoft.com/office/drawing/2014/main" id="{4A516C1B-D426-0B0E-553E-35B069A98337}"/>
                  </a:ext>
                </a:extLst>
              </p:cNvPr>
              <p:cNvSpPr/>
              <p:nvPr/>
            </p:nvSpPr>
            <p:spPr>
              <a:xfrm>
                <a:off x="2386778" y="826293"/>
                <a:ext cx="6595536" cy="4792132"/>
              </a:xfrm>
              <a:prstGeom prst="round2DiagRect">
                <a:avLst>
                  <a:gd name="adj1" fmla="val 16667"/>
                  <a:gd name="adj2" fmla="val 27068"/>
                </a:avLst>
              </a:prstGeom>
              <a:noFill/>
              <a:ln w="38100">
                <a:gradFill flip="none" rotWithShape="1">
                  <a:gsLst>
                    <a:gs pos="40000">
                      <a:schemeClr val="accent1">
                        <a:lumMod val="5000"/>
                        <a:lumOff val="95000"/>
                        <a:alpha val="0"/>
                      </a:schemeClr>
                    </a:gs>
                    <a:gs pos="100000">
                      <a:srgbClr val="042857"/>
                    </a:gs>
                  </a:gsLst>
                  <a:lin ang="0" scaled="1"/>
                  <a:tileRect/>
                </a:gradFill>
                <a:prstDash val="lgDashDot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a:bodyPr>
              <a:lstStyle/>
              <a:p>
                <a:pPr marL="0" marR="0" lvl="0" indent="0" algn="l" defTabSz="914400" rtl="0" eaLnBrk="1" fontAlgn="auto" latinLnBrk="0" hangingPunct="1">
                  <a:lnSpc>
                    <a:spcPct val="130000"/>
                  </a:lnSpc>
                  <a:spcBef>
                    <a:spcPts val="0"/>
                  </a:spcBef>
                  <a:spcAft>
                    <a:spcPts val="0"/>
                  </a:spcAft>
                  <a:buClrTx/>
                  <a:buSzTx/>
                  <a:buFontTx/>
                  <a:buNone/>
                  <a:tabLst/>
                  <a:defRPr/>
                </a:pPr>
                <a:endParaRPr kumimoji="1" lang="zh-CN" altLang="en-US" sz="2000" b="0" i="0" u="none" strike="noStrike" kern="1200" cap="none" spc="0" normalizeH="0" baseline="0" noProof="0" dirty="0">
                  <a:ln>
                    <a:noFill/>
                  </a:ln>
                  <a:solidFill>
                    <a:srgbClr val="E9E6EC"/>
                  </a:solidFill>
                  <a:effectLst/>
                  <a:uLnTx/>
                  <a:uFillTx/>
                  <a:latin typeface="Arial"/>
                  <a:ea typeface="华文中宋"/>
                  <a:cs typeface="+mn-cs"/>
                </a:endParaRPr>
              </a:p>
            </p:txBody>
          </p:sp>
        </p:grpSp>
        <p:sp>
          <p:nvSpPr>
            <p:cNvPr id="36" name="文本框 35">
              <a:extLst>
                <a:ext uri="{FF2B5EF4-FFF2-40B4-BE49-F238E27FC236}">
                  <a16:creationId xmlns:a16="http://schemas.microsoft.com/office/drawing/2014/main" id="{E906A07A-6647-767B-3105-052B38ACEEB5}"/>
                </a:ext>
              </a:extLst>
            </p:cNvPr>
            <p:cNvSpPr txBox="1"/>
            <p:nvPr/>
          </p:nvSpPr>
          <p:spPr>
            <a:xfrm>
              <a:off x="-140635" y="4595230"/>
              <a:ext cx="3638054" cy="1031905"/>
            </a:xfrm>
            <a:prstGeom prst="rect">
              <a:avLst/>
            </a:prstGeom>
            <a:noFill/>
          </p:spPr>
          <p:txBody>
            <a:bodyPr wrap="square">
              <a:spAutoFit/>
            </a:bodyPr>
            <a:lstStyle/>
            <a:p>
              <a:pPr algn="just">
                <a:lnSpc>
                  <a:spcPct val="130000"/>
                </a:lnSpc>
                <a:spcAft>
                  <a:spcPts val="600"/>
                </a:spcAft>
              </a:pPr>
              <a:r>
                <a:rPr kumimoji="1" lang="zh-CN" altLang="en-US" sz="2800" b="1" dirty="0">
                  <a:solidFill>
                    <a:schemeClr val="tx1">
                      <a:lumMod val="75000"/>
                      <a:lumOff val="25000"/>
                    </a:schemeClr>
                  </a:solidFill>
                  <a:latin typeface="华文中宋" panose="02010600040101010101" pitchFamily="2" charset="-122"/>
                  <a:ea typeface="华文中宋" panose="02010600040101010101" pitchFamily="2" charset="-122"/>
                </a:rPr>
                <a:t>规范系统调用</a:t>
              </a:r>
              <a:endParaRPr kumimoji="1" lang="en-US" altLang="zh-CN" sz="2800" b="1" dirty="0">
                <a:solidFill>
                  <a:schemeClr val="tx1">
                    <a:lumMod val="75000"/>
                    <a:lumOff val="25000"/>
                  </a:schemeClr>
                </a:solidFill>
                <a:latin typeface="华文中宋" panose="02010600040101010101" pitchFamily="2" charset="-122"/>
                <a:ea typeface="华文中宋" panose="02010600040101010101" pitchFamily="2" charset="-122"/>
              </a:endParaRPr>
            </a:p>
            <a:p>
              <a:pPr algn="just">
                <a:lnSpc>
                  <a:spcPct val="130000"/>
                </a:lnSpc>
                <a:spcAft>
                  <a:spcPts val="600"/>
                </a:spcAft>
              </a:pPr>
              <a:r>
                <a:rPr kumimoji="1" lang="zh-CN" altLang="en-US" sz="2000" dirty="0">
                  <a:solidFill>
                    <a:schemeClr val="tx1">
                      <a:lumMod val="75000"/>
                      <a:lumOff val="25000"/>
                    </a:schemeClr>
                  </a:solidFill>
                  <a:latin typeface="华文中宋" panose="02010600040101010101" pitchFamily="2" charset="-122"/>
                  <a:ea typeface="华文中宋" panose="02010600040101010101" pitchFamily="2" charset="-122"/>
                </a:rPr>
                <a:t>①根据</a:t>
              </a:r>
              <a:r>
                <a:rPr kumimoji="1" lang="en-US" altLang="zh-CN" sz="2000" dirty="0">
                  <a:solidFill>
                    <a:schemeClr val="tx1">
                      <a:lumMod val="75000"/>
                      <a:lumOff val="25000"/>
                    </a:schemeClr>
                  </a:solidFill>
                  <a:latin typeface="华文中宋" panose="02010600040101010101" pitchFamily="2" charset="-122"/>
                  <a:ea typeface="华文中宋" panose="02010600040101010101" pitchFamily="2" charset="-122"/>
                </a:rPr>
                <a:t>LTP</a:t>
              </a:r>
              <a:r>
                <a:rPr kumimoji="1" lang="zh-CN" altLang="en-US" sz="2000" dirty="0">
                  <a:solidFill>
                    <a:schemeClr val="tx1">
                      <a:lumMod val="75000"/>
                      <a:lumOff val="25000"/>
                    </a:schemeClr>
                  </a:solidFill>
                  <a:latin typeface="华文中宋" panose="02010600040101010101" pitchFamily="2" charset="-122"/>
                  <a:ea typeface="华文中宋" panose="02010600040101010101" pitchFamily="2" charset="-122"/>
                </a:rPr>
                <a:t>的要求完善错误码</a:t>
              </a:r>
              <a:endParaRPr kumimoji="1" lang="en-US" altLang="zh-CN" sz="2000" dirty="0">
                <a:solidFill>
                  <a:schemeClr val="tx1">
                    <a:lumMod val="75000"/>
                    <a:lumOff val="25000"/>
                  </a:schemeClr>
                </a:solidFill>
                <a:latin typeface="华文中宋" panose="02010600040101010101" pitchFamily="2" charset="-122"/>
                <a:ea typeface="华文中宋" panose="02010600040101010101" pitchFamily="2" charset="-122"/>
              </a:endParaRPr>
            </a:p>
            <a:p>
              <a:pPr algn="just">
                <a:lnSpc>
                  <a:spcPct val="130000"/>
                </a:lnSpc>
                <a:spcAft>
                  <a:spcPts val="600"/>
                </a:spcAft>
              </a:pPr>
              <a:r>
                <a:rPr kumimoji="1" lang="zh-CN" altLang="en-US" sz="2000" dirty="0">
                  <a:solidFill>
                    <a:schemeClr val="tx1">
                      <a:lumMod val="75000"/>
                      <a:lumOff val="25000"/>
                    </a:schemeClr>
                  </a:solidFill>
                  <a:latin typeface="华文中宋" panose="02010600040101010101" pitchFamily="2" charset="-122"/>
                  <a:ea typeface="华文中宋" panose="02010600040101010101" pitchFamily="2" charset="-122"/>
                </a:rPr>
                <a:t>②按照</a:t>
              </a:r>
              <a:r>
                <a:rPr kumimoji="1" lang="en-US" altLang="zh-CN" sz="2000" dirty="0" err="1">
                  <a:solidFill>
                    <a:schemeClr val="tx1">
                      <a:lumMod val="75000"/>
                      <a:lumOff val="25000"/>
                    </a:schemeClr>
                  </a:solidFill>
                  <a:latin typeface="华文中宋" panose="02010600040101010101" pitchFamily="2" charset="-122"/>
                  <a:ea typeface="华文中宋" panose="02010600040101010101" pitchFamily="2" charset="-122"/>
                </a:rPr>
                <a:t>linux</a:t>
              </a:r>
              <a:r>
                <a:rPr kumimoji="1" lang="en-US" altLang="zh-CN" sz="2000" dirty="0">
                  <a:solidFill>
                    <a:schemeClr val="tx1">
                      <a:lumMod val="75000"/>
                      <a:lumOff val="25000"/>
                    </a:schemeClr>
                  </a:solidFill>
                  <a:latin typeface="华文中宋" panose="02010600040101010101" pitchFamily="2" charset="-122"/>
                  <a:ea typeface="华文中宋" panose="02010600040101010101" pitchFamily="2" charset="-122"/>
                </a:rPr>
                <a:t> manual</a:t>
              </a:r>
              <a:r>
                <a:rPr kumimoji="1" lang="zh-CN" altLang="en-US" sz="2000" dirty="0">
                  <a:solidFill>
                    <a:schemeClr val="tx1">
                      <a:lumMod val="75000"/>
                      <a:lumOff val="25000"/>
                    </a:schemeClr>
                  </a:solidFill>
                  <a:latin typeface="华文中宋" panose="02010600040101010101" pitchFamily="2" charset="-122"/>
                  <a:ea typeface="华文中宋" panose="02010600040101010101" pitchFamily="2" charset="-122"/>
                </a:rPr>
                <a:t>的规范实现了</a:t>
              </a:r>
              <a:r>
                <a:rPr kumimoji="1" lang="en-US" altLang="zh-CN" sz="2000" dirty="0">
                  <a:solidFill>
                    <a:schemeClr val="tx1">
                      <a:lumMod val="75000"/>
                      <a:lumOff val="25000"/>
                    </a:schemeClr>
                  </a:solidFill>
                  <a:latin typeface="华文中宋" panose="02010600040101010101" pitchFamily="2" charset="-122"/>
                  <a:ea typeface="华文中宋" panose="02010600040101010101" pitchFamily="2" charset="-122"/>
                </a:rPr>
                <a:t>220</a:t>
              </a:r>
              <a:r>
                <a:rPr kumimoji="1" lang="zh-CN" altLang="en-US" sz="2000" dirty="0">
                  <a:solidFill>
                    <a:schemeClr val="tx1">
                      <a:lumMod val="75000"/>
                      <a:lumOff val="25000"/>
                    </a:schemeClr>
                  </a:solidFill>
                  <a:latin typeface="华文中宋" panose="02010600040101010101" pitchFamily="2" charset="-122"/>
                  <a:ea typeface="华文中宋" panose="02010600040101010101" pitchFamily="2" charset="-122"/>
                </a:rPr>
                <a:t>余个系统调用</a:t>
              </a:r>
              <a:endParaRPr kumimoji="1" lang="en-US" altLang="zh-CN" sz="2000" dirty="0">
                <a:solidFill>
                  <a:schemeClr val="tx1">
                    <a:lumMod val="75000"/>
                    <a:lumOff val="25000"/>
                  </a:schemeClr>
                </a:solidFill>
                <a:latin typeface="华文中宋" panose="02010600040101010101" pitchFamily="2" charset="-122"/>
                <a:ea typeface="华文中宋" panose="02010600040101010101" pitchFamily="2" charset="-122"/>
              </a:endParaRPr>
            </a:p>
            <a:p>
              <a:pPr algn="just">
                <a:lnSpc>
                  <a:spcPct val="130000"/>
                </a:lnSpc>
                <a:spcAft>
                  <a:spcPts val="600"/>
                </a:spcAft>
              </a:pPr>
              <a:endParaRPr kumimoji="1" lang="en-US" altLang="zh-CN" sz="2000" dirty="0">
                <a:solidFill>
                  <a:schemeClr val="tx1">
                    <a:lumMod val="75000"/>
                    <a:lumOff val="25000"/>
                  </a:schemeClr>
                </a:solidFill>
                <a:latin typeface="华文中宋" panose="02010600040101010101" pitchFamily="2" charset="-122"/>
                <a:ea typeface="华文中宋" panose="02010600040101010101" pitchFamily="2" charset="-122"/>
              </a:endParaRPr>
            </a:p>
          </p:txBody>
        </p:sp>
      </p:grpSp>
      <p:pic>
        <p:nvPicPr>
          <p:cNvPr id="41" name="图片 40">
            <a:extLst>
              <a:ext uri="{FF2B5EF4-FFF2-40B4-BE49-F238E27FC236}">
                <a16:creationId xmlns:a16="http://schemas.microsoft.com/office/drawing/2014/main" id="{CF76F59C-F0E9-F4B4-2A7F-47E4CAAC1B7E}"/>
              </a:ext>
            </a:extLst>
          </p:cNvPr>
          <p:cNvPicPr>
            <a:picLocks noChangeAspect="1"/>
          </p:cNvPicPr>
          <p:nvPr/>
        </p:nvPicPr>
        <p:blipFill>
          <a:blip r:embed="rId4" cstate="print">
            <a:extLst>
              <a:ext uri="{BEBA8EAE-BF5A-486C-A8C5-ECC9F3942E4B}">
                <a14:imgProps xmlns:a14="http://schemas.microsoft.com/office/drawing/2010/main">
                  <a14:imgLayer r:embed="rId5">
                    <a14:imgEffect>
                      <a14:artisticCement/>
                    </a14:imgEffect>
                  </a14:imgLayer>
                </a14:imgProps>
              </a:ext>
              <a:ext uri="{28A0092B-C50C-407E-A947-70E740481C1C}">
                <a14:useLocalDpi xmlns:a14="http://schemas.microsoft.com/office/drawing/2010/main" val="0"/>
              </a:ext>
            </a:extLst>
          </a:blip>
          <a:stretch>
            <a:fillRect/>
          </a:stretch>
        </p:blipFill>
        <p:spPr>
          <a:xfrm flipH="1">
            <a:off x="9354987" y="5559200"/>
            <a:ext cx="3903060" cy="2446696"/>
          </a:xfrm>
          <a:prstGeom prst="rect">
            <a:avLst/>
          </a:prstGeom>
        </p:spPr>
      </p:pic>
    </p:spTree>
    <p:extLst>
      <p:ext uri="{BB962C8B-B14F-4D97-AF65-F5344CB8AC3E}">
        <p14:creationId xmlns:p14="http://schemas.microsoft.com/office/powerpoint/2010/main" val="393878669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2"/>
                                        </p:tgtEl>
                                        <p:attrNameLst>
                                          <p:attrName>style.visibility</p:attrName>
                                        </p:attrNameLst>
                                      </p:cBhvr>
                                      <p:to>
                                        <p:strVal val="visible"/>
                                      </p:to>
                                    </p:set>
                                    <p:animEffect transition="in" filter="fade">
                                      <p:cBhvr>
                                        <p:cTn id="7" dur="1000"/>
                                        <p:tgtEl>
                                          <p:spTgt spid="42"/>
                                        </p:tgtEl>
                                      </p:cBhvr>
                                    </p:animEffect>
                                    <p:anim calcmode="lin" valueType="num">
                                      <p:cBhvr>
                                        <p:cTn id="8" dur="1000" fill="hold"/>
                                        <p:tgtEl>
                                          <p:spTgt spid="42"/>
                                        </p:tgtEl>
                                        <p:attrNameLst>
                                          <p:attrName>ppt_x</p:attrName>
                                        </p:attrNameLst>
                                      </p:cBhvr>
                                      <p:tavLst>
                                        <p:tav tm="0">
                                          <p:val>
                                            <p:strVal val="#ppt_x"/>
                                          </p:val>
                                        </p:tav>
                                        <p:tav tm="100000">
                                          <p:val>
                                            <p:strVal val="#ppt_x"/>
                                          </p:val>
                                        </p:tav>
                                      </p:tavLst>
                                    </p:anim>
                                    <p:anim calcmode="lin" valueType="num">
                                      <p:cBhvr>
                                        <p:cTn id="9" dur="1000" fill="hold"/>
                                        <p:tgtEl>
                                          <p:spTgt spid="42"/>
                                        </p:tgtEl>
                                        <p:attrNameLst>
                                          <p:attrName>ppt_y</p:attrName>
                                        </p:attrNameLst>
                                      </p:cBhvr>
                                      <p:tavLst>
                                        <p:tav tm="0">
                                          <p:val>
                                            <p:strVal val="#ppt_y+.1"/>
                                          </p:val>
                                        </p:tav>
                                        <p:tav tm="100000">
                                          <p:val>
                                            <p:strVal val="#ppt_y"/>
                                          </p:val>
                                        </p:tav>
                                      </p:tavLst>
                                    </p:anim>
                                  </p:childTnLst>
                                </p:cTn>
                              </p:par>
                            </p:childTnLst>
                          </p:cTn>
                        </p:par>
                        <p:par>
                          <p:cTn id="10" fill="hold">
                            <p:stCondLst>
                              <p:cond delay="1000"/>
                            </p:stCondLst>
                            <p:childTnLst>
                              <p:par>
                                <p:cTn id="11" presetID="42" presetClass="entr" presetSubtype="0" fill="hold" nodeType="after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1000"/>
                                        <p:tgtEl>
                                          <p:spTgt spid="20"/>
                                        </p:tgtEl>
                                      </p:cBhvr>
                                    </p:animEffect>
                                    <p:anim calcmode="lin" valueType="num">
                                      <p:cBhvr>
                                        <p:cTn id="14" dur="1000" fill="hold"/>
                                        <p:tgtEl>
                                          <p:spTgt spid="20"/>
                                        </p:tgtEl>
                                        <p:attrNameLst>
                                          <p:attrName>ppt_x</p:attrName>
                                        </p:attrNameLst>
                                      </p:cBhvr>
                                      <p:tavLst>
                                        <p:tav tm="0">
                                          <p:val>
                                            <p:strVal val="#ppt_x"/>
                                          </p:val>
                                        </p:tav>
                                        <p:tav tm="100000">
                                          <p:val>
                                            <p:strVal val="#ppt_x"/>
                                          </p:val>
                                        </p:tav>
                                      </p:tavLst>
                                    </p:anim>
                                    <p:anim calcmode="lin" valueType="num">
                                      <p:cBhvr>
                                        <p:cTn id="15" dur="1000" fill="hold"/>
                                        <p:tgtEl>
                                          <p:spTgt spid="20"/>
                                        </p:tgtEl>
                                        <p:attrNameLst>
                                          <p:attrName>ppt_y</p:attrName>
                                        </p:attrNameLst>
                                      </p:cBhvr>
                                      <p:tavLst>
                                        <p:tav tm="0">
                                          <p:val>
                                            <p:strVal val="#ppt_y+.1"/>
                                          </p:val>
                                        </p:tav>
                                        <p:tav tm="100000">
                                          <p:val>
                                            <p:strVal val="#ppt_y"/>
                                          </p:val>
                                        </p:tav>
                                      </p:tavLst>
                                    </p:anim>
                                  </p:childTnLst>
                                </p:cTn>
                              </p:par>
                            </p:childTnLst>
                          </p:cTn>
                        </p:par>
                        <p:par>
                          <p:cTn id="16" fill="hold">
                            <p:stCondLst>
                              <p:cond delay="2000"/>
                            </p:stCondLst>
                            <p:childTnLst>
                              <p:par>
                                <p:cTn id="17" presetID="42" presetClass="entr" presetSubtype="0" fill="hold" nodeType="afterEffect">
                                  <p:stCondLst>
                                    <p:cond delay="0"/>
                                  </p:stCondLst>
                                  <p:childTnLst>
                                    <p:set>
                                      <p:cBhvr>
                                        <p:cTn id="18" dur="1" fill="hold">
                                          <p:stCondLst>
                                            <p:cond delay="0"/>
                                          </p:stCondLst>
                                        </p:cTn>
                                        <p:tgtEl>
                                          <p:spTgt spid="34"/>
                                        </p:tgtEl>
                                        <p:attrNameLst>
                                          <p:attrName>style.visibility</p:attrName>
                                        </p:attrNameLst>
                                      </p:cBhvr>
                                      <p:to>
                                        <p:strVal val="visible"/>
                                      </p:to>
                                    </p:set>
                                    <p:animEffect transition="in" filter="fade">
                                      <p:cBhvr>
                                        <p:cTn id="19" dur="1000"/>
                                        <p:tgtEl>
                                          <p:spTgt spid="34"/>
                                        </p:tgtEl>
                                      </p:cBhvr>
                                    </p:animEffect>
                                    <p:anim calcmode="lin" valueType="num">
                                      <p:cBhvr>
                                        <p:cTn id="20" dur="1000" fill="hold"/>
                                        <p:tgtEl>
                                          <p:spTgt spid="34"/>
                                        </p:tgtEl>
                                        <p:attrNameLst>
                                          <p:attrName>ppt_x</p:attrName>
                                        </p:attrNameLst>
                                      </p:cBhvr>
                                      <p:tavLst>
                                        <p:tav tm="0">
                                          <p:val>
                                            <p:strVal val="#ppt_x"/>
                                          </p:val>
                                        </p:tav>
                                        <p:tav tm="100000">
                                          <p:val>
                                            <p:strVal val="#ppt_x"/>
                                          </p:val>
                                        </p:tav>
                                      </p:tavLst>
                                    </p:anim>
                                    <p:anim calcmode="lin" valueType="num">
                                      <p:cBhvr>
                                        <p:cTn id="21" dur="1000" fill="hold"/>
                                        <p:tgtEl>
                                          <p:spTgt spid="34"/>
                                        </p:tgtEl>
                                        <p:attrNameLst>
                                          <p:attrName>ppt_y</p:attrName>
                                        </p:attrNameLst>
                                      </p:cBhvr>
                                      <p:tavLst>
                                        <p:tav tm="0">
                                          <p:val>
                                            <p:strVal val="#ppt_y+.1"/>
                                          </p:val>
                                        </p:tav>
                                        <p:tav tm="100000">
                                          <p:val>
                                            <p:strVal val="#ppt_y"/>
                                          </p:val>
                                        </p:tav>
                                      </p:tavLst>
                                    </p:anim>
                                  </p:childTnLst>
                                </p:cTn>
                              </p:par>
                            </p:childTnLst>
                          </p:cTn>
                        </p:par>
                        <p:par>
                          <p:cTn id="22" fill="hold">
                            <p:stCondLst>
                              <p:cond delay="3000"/>
                            </p:stCondLst>
                            <p:childTnLst>
                              <p:par>
                                <p:cTn id="23" presetID="42" presetClass="entr" presetSubtype="0" fill="hold" nodeType="afterEffect">
                                  <p:stCondLst>
                                    <p:cond delay="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1000"/>
                                        <p:tgtEl>
                                          <p:spTgt spid="27"/>
                                        </p:tgtEl>
                                      </p:cBhvr>
                                    </p:animEffect>
                                    <p:anim calcmode="lin" valueType="num">
                                      <p:cBhvr>
                                        <p:cTn id="26" dur="1000" fill="hold"/>
                                        <p:tgtEl>
                                          <p:spTgt spid="27"/>
                                        </p:tgtEl>
                                        <p:attrNameLst>
                                          <p:attrName>ppt_x</p:attrName>
                                        </p:attrNameLst>
                                      </p:cBhvr>
                                      <p:tavLst>
                                        <p:tav tm="0">
                                          <p:val>
                                            <p:strVal val="#ppt_x"/>
                                          </p:val>
                                        </p:tav>
                                        <p:tav tm="100000">
                                          <p:val>
                                            <p:strVal val="#ppt_x"/>
                                          </p:val>
                                        </p:tav>
                                      </p:tavLst>
                                    </p:anim>
                                    <p:anim calcmode="lin" valueType="num">
                                      <p:cBhvr>
                                        <p:cTn id="27" dur="1000" fill="hold"/>
                                        <p:tgtEl>
                                          <p:spTgt spid="2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图片 14" descr="建筑外的招牌&#10;&#10;中度可信度描述已自动生成"/>
          <p:cNvPicPr>
            <a:picLocks noChangeAspect="1"/>
          </p:cNvPicPr>
          <p:nvPr/>
        </p:nvPicPr>
        <p:blipFill rotWithShape="1">
          <a:blip r:embed="rId2">
            <a:extLst>
              <a:ext uri="{28A0092B-C50C-407E-A947-70E740481C1C}">
                <a14:useLocalDpi xmlns:a14="http://schemas.microsoft.com/office/drawing/2010/main" val="0"/>
              </a:ext>
            </a:extLst>
          </a:blip>
          <a:srcRect b="15703"/>
          <a:stretch>
            <a:fillRect/>
          </a:stretch>
        </p:blipFill>
        <p:spPr>
          <a:xfrm>
            <a:off x="1270" y="3724"/>
            <a:ext cx="12190730" cy="6854276"/>
          </a:xfrm>
          <a:prstGeom prst="rect">
            <a:avLst/>
          </a:prstGeom>
        </p:spPr>
      </p:pic>
      <p:sp>
        <p:nvSpPr>
          <p:cNvPr id="13" name="矩形 12"/>
          <p:cNvSpPr/>
          <p:nvPr/>
        </p:nvSpPr>
        <p:spPr>
          <a:xfrm>
            <a:off x="0" y="-3724"/>
            <a:ext cx="12192000" cy="6858000"/>
          </a:xfrm>
          <a:prstGeom prst="rect">
            <a:avLst/>
          </a:prstGeom>
          <a:gradFill>
            <a:gsLst>
              <a:gs pos="50000">
                <a:srgbClr val="FFFFFF">
                  <a:alpha val="90000"/>
                </a:srgbClr>
              </a:gs>
              <a:gs pos="100000">
                <a:schemeClr val="bg1">
                  <a:alpha val="0"/>
                </a:schemeClr>
              </a:gs>
              <a:gs pos="0">
                <a:schemeClr val="bg1">
                  <a:alpha val="90000"/>
                </a:scheme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a:bodyPr>
          <a:lstStyle/>
          <a:p>
            <a:pPr algn="l">
              <a:lnSpc>
                <a:spcPct val="130000"/>
              </a:lnSpc>
            </a:pPr>
            <a:endParaRPr kumimoji="1" lang="zh-CN" altLang="en-US" sz="2000" dirty="0">
              <a:solidFill>
                <a:schemeClr val="tx1">
                  <a:lumMod val="75000"/>
                  <a:lumOff val="25000"/>
                </a:schemeClr>
              </a:solidFill>
            </a:endParaRPr>
          </a:p>
        </p:txBody>
      </p:sp>
      <p:sp>
        <p:nvSpPr>
          <p:cNvPr id="6" name="文本框 5"/>
          <p:cNvSpPr txBox="1"/>
          <p:nvPr/>
        </p:nvSpPr>
        <p:spPr>
          <a:xfrm>
            <a:off x="4566429" y="2730107"/>
            <a:ext cx="3647152" cy="923330"/>
          </a:xfrm>
          <a:prstGeom prst="rect">
            <a:avLst/>
          </a:prstGeom>
          <a:noFill/>
        </p:spPr>
        <p:txBody>
          <a:bodyPr wrap="none" rtlCol="0">
            <a:spAutoFit/>
          </a:bodyPr>
          <a:lstStyle/>
          <a:p>
            <a:pPr algn="l"/>
            <a:r>
              <a:rPr lang="zh-CN" altLang="en-US" sz="5400" dirty="0">
                <a:solidFill>
                  <a:schemeClr val="accent1"/>
                </a:solidFill>
                <a:latin typeface="+mn-ea"/>
                <a:cs typeface="思源黑体 CN Heavy" panose="020B0A00000000000000" charset="-122"/>
              </a:rPr>
              <a:t>感谢垂</a:t>
            </a:r>
            <a:r>
              <a:rPr lang="zh-CN" altLang="en-US" sz="5400" dirty="0">
                <a:solidFill>
                  <a:schemeClr val="accent1"/>
                </a:solidFill>
                <a:latin typeface="+mn-ea"/>
              </a:rPr>
              <a:t>听！</a:t>
            </a:r>
            <a:endParaRPr lang="en-US" altLang="zh-CN" sz="5400" dirty="0">
              <a:solidFill>
                <a:schemeClr val="accent1"/>
              </a:solidFill>
              <a:latin typeface="+mn-ea"/>
            </a:endParaRPr>
          </a:p>
        </p:txBody>
      </p:sp>
      <p:sp>
        <p:nvSpPr>
          <p:cNvPr id="3" name="文本框 2"/>
          <p:cNvSpPr txBox="1"/>
          <p:nvPr/>
        </p:nvSpPr>
        <p:spPr>
          <a:xfrm>
            <a:off x="4755818" y="5299186"/>
            <a:ext cx="2680363" cy="796455"/>
          </a:xfrm>
          <a:prstGeom prst="rect">
            <a:avLst/>
          </a:prstGeom>
          <a:noFill/>
        </p:spPr>
        <p:txBody>
          <a:bodyPr wrap="square" lIns="180000" tIns="180000" rIns="180000" bIns="180000" rtlCol="0">
            <a:spAutoFit/>
          </a:bodyPr>
          <a:lstStyle/>
          <a:p>
            <a:pPr algn="just">
              <a:lnSpc>
                <a:spcPct val="130000"/>
              </a:lnSpc>
              <a:spcAft>
                <a:spcPts val="600"/>
              </a:spcAft>
            </a:pPr>
            <a:r>
              <a:rPr kumimoji="1" lang="zh-CN" altLang="en-US" sz="2400" dirty="0">
                <a:solidFill>
                  <a:schemeClr val="tx1">
                    <a:lumMod val="95000"/>
                    <a:lumOff val="5000"/>
                  </a:schemeClr>
                </a:solidFill>
                <a:latin typeface="Sitka Small Semibold" pitchFamily="2" charset="0"/>
              </a:rPr>
              <a:t>欢迎交流、指正</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ISLIDE.GUIDESSETTING" val="{&quot;Id&quot;:&quot;GuidesStyle_Normal&quot;,&quot;Name&quot;:&quot;正常&quot;,&quot;HeaderHeight&quot;:15.0,&quot;FooterHeight&quot;:9.0,&quot;SideMargin&quot;:5.5,&quot;TopMargin&quot;:0.0,&quot;BottomMargin&quot;:0.0,&quot;IntervalMargin&quot;:1.5,&quot;SettingType&quot;:&quot;System&quot;}"/>
</p:tagLst>
</file>

<file path=ppt/tags/tag2.xml><?xml version="1.0" encoding="utf-8"?>
<p:tagLst xmlns:a="http://schemas.openxmlformats.org/drawingml/2006/main" xmlns:r="http://schemas.openxmlformats.org/officeDocument/2006/relationships" xmlns:p="http://schemas.openxmlformats.org/presentationml/2006/main">
  <p:tag name="MD-PA" val="v1.0.0"/>
</p:tagLst>
</file>

<file path=ppt/tags/tag3.xml><?xml version="1.0" encoding="utf-8"?>
<p:tagLst xmlns:a="http://schemas.openxmlformats.org/drawingml/2006/main" xmlns:r="http://schemas.openxmlformats.org/officeDocument/2006/relationships" xmlns:p="http://schemas.openxmlformats.org/presentationml/2006/main">
  <p:tag name="MD-PA" val="v1.0.0"/>
</p:tagLst>
</file>

<file path=ppt/tags/tag4.xml><?xml version="1.0" encoding="utf-8"?>
<p:tagLst xmlns:a="http://schemas.openxmlformats.org/drawingml/2006/main" xmlns:r="http://schemas.openxmlformats.org/officeDocument/2006/relationships" xmlns:p="http://schemas.openxmlformats.org/presentationml/2006/main">
  <p:tag name="MD-PA" val="v1.0.0"/>
</p:tagLst>
</file>

<file path=ppt/tags/tag5.xml><?xml version="1.0" encoding="utf-8"?>
<p:tagLst xmlns:a="http://schemas.openxmlformats.org/drawingml/2006/main" xmlns:r="http://schemas.openxmlformats.org/officeDocument/2006/relationships" xmlns:p="http://schemas.openxmlformats.org/presentationml/2006/main">
  <p:tag name="MD-PA" val="v1.0.0"/>
</p:tagLst>
</file>

<file path=ppt/tags/tag6.xml><?xml version="1.0" encoding="utf-8"?>
<p:tagLst xmlns:a="http://schemas.openxmlformats.org/drawingml/2006/main" xmlns:r="http://schemas.openxmlformats.org/officeDocument/2006/relationships" xmlns:p="http://schemas.openxmlformats.org/presentationml/2006/main">
  <p:tag name="MD-PA" val="v1.0.0"/>
</p:tagLst>
</file>

<file path=ppt/tags/tag7.xml><?xml version="1.0" encoding="utf-8"?>
<p:tagLst xmlns:a="http://schemas.openxmlformats.org/drawingml/2006/main" xmlns:r="http://schemas.openxmlformats.org/officeDocument/2006/relationships" xmlns:p="http://schemas.openxmlformats.org/presentationml/2006/main">
  <p:tag name="MD-PA" val="v1.0.0"/>
</p:tagLst>
</file>

<file path=ppt/tags/tag8.xml><?xml version="1.0" encoding="utf-8"?>
<p:tagLst xmlns:a="http://schemas.openxmlformats.org/drawingml/2006/main" xmlns:r="http://schemas.openxmlformats.org/officeDocument/2006/relationships" xmlns:p="http://schemas.openxmlformats.org/presentationml/2006/main">
  <p:tag name="MD-PA" val="v1.0.0"/>
</p:tagLst>
</file>

<file path=ppt/tags/tag9.xml><?xml version="1.0" encoding="utf-8"?>
<p:tagLst xmlns:a="http://schemas.openxmlformats.org/drawingml/2006/main" xmlns:r="http://schemas.openxmlformats.org/officeDocument/2006/relationships" xmlns:p="http://schemas.openxmlformats.org/presentationml/2006/main">
  <p:tag name="MD-PA" val="v1.0.0"/>
</p:tagLst>
</file>

<file path=ppt/tags/tag10.xml><?xml version="1.0" encoding="utf-8"?>
<p:tagLst xmlns:a="http://schemas.openxmlformats.org/drawingml/2006/main" xmlns:r="http://schemas.openxmlformats.org/officeDocument/2006/relationships" xmlns:p="http://schemas.openxmlformats.org/presentationml/2006/main">
  <p:tag name="MD-PA" val="v1.0.0"/>
</p:tagLst>
</file>

<file path=ppt/tags/tag11.xml><?xml version="1.0" encoding="utf-8"?>
<p:tagLst xmlns:a="http://schemas.openxmlformats.org/drawingml/2006/main" xmlns:r="http://schemas.openxmlformats.org/officeDocument/2006/relationships" xmlns:p="http://schemas.openxmlformats.org/presentationml/2006/main">
  <p:tag name="MD-PA" val="v1.0.0"/>
</p:tagLst>
</file>

<file path=ppt/tags/tag12.xml><?xml version="1.0" encoding="utf-8"?>
<p:tagLst xmlns:a="http://schemas.openxmlformats.org/drawingml/2006/main" xmlns:r="http://schemas.openxmlformats.org/officeDocument/2006/relationships" xmlns:p="http://schemas.openxmlformats.org/presentationml/2006/main">
  <p:tag name="MD-PA" val="v1.0.0"/>
</p:tagLst>
</file>

<file path=ppt/tags/tag1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7.xml><?xml version="1.0" encoding="utf-8"?>
<p:tagLst xmlns:a="http://schemas.openxmlformats.org/drawingml/2006/main" xmlns:r="http://schemas.openxmlformats.org/officeDocument/2006/relationships" xmlns:p="http://schemas.openxmlformats.org/presentationml/2006/main">
  <p:tag name="KSO_WM_BEAUTIFY_FLAG" val=""/>
</p:tagLst>
</file>

<file path=ppt/theme/theme1.xml><?xml version="1.0" encoding="utf-8"?>
<a:theme xmlns:a="http://schemas.openxmlformats.org/drawingml/2006/main" name="Office 主题​​">
  <a:themeElements>
    <a:clrScheme name="自定义 91">
      <a:dk1>
        <a:srgbClr val="000000"/>
      </a:dk1>
      <a:lt1>
        <a:srgbClr val="FFFFFF"/>
      </a:lt1>
      <a:dk2>
        <a:srgbClr val="768395"/>
      </a:dk2>
      <a:lt2>
        <a:srgbClr val="F0F0F0"/>
      </a:lt2>
      <a:accent1>
        <a:srgbClr val="074996"/>
      </a:accent1>
      <a:accent2>
        <a:srgbClr val="013785"/>
      </a:accent2>
      <a:accent3>
        <a:srgbClr val="FC5960"/>
      </a:accent3>
      <a:accent4>
        <a:srgbClr val="0D86D9"/>
      </a:accent4>
      <a:accent5>
        <a:srgbClr val="1E7CB1"/>
      </a:accent5>
      <a:accent6>
        <a:srgbClr val="93CCEB"/>
      </a:accent6>
      <a:hlink>
        <a:srgbClr val="4472C4"/>
      </a:hlink>
      <a:folHlink>
        <a:srgbClr val="BFBFBF"/>
      </a:folHlink>
    </a:clrScheme>
    <a:fontScheme name="自定义 22">
      <a:majorFont>
        <a:latin typeface="Arial"/>
        <a:ea typeface="微软雅黑"/>
        <a:cs typeface=""/>
      </a:majorFont>
      <a:minorFont>
        <a:latin typeface="Arial"/>
        <a:ea typeface="华文中宋"/>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a:noFill/>
        </a:ln>
      </a:spPr>
      <a:bodyPr rot="0" spcFirstLastPara="0" vertOverflow="overflow" horzOverflow="overflow" vert="horz" wrap="square" lIns="180000" tIns="180000" rIns="180000" bIns="180000" numCol="1" spcCol="0" rtlCol="0" fromWordArt="0" anchor="t" anchorCtr="0" forceAA="0" compatLnSpc="1">
        <a:normAutofit/>
      </a:bodyPr>
      <a:lstStyle>
        <a:defPPr algn="l">
          <a:lnSpc>
            <a:spcPct val="130000"/>
          </a:lnSpc>
          <a:defRPr kumimoji="1" sz="2000" dirty="0">
            <a:solidFill>
              <a:schemeClr val="tx1">
                <a:lumMod val="75000"/>
                <a:lumOff val="25000"/>
              </a:schemeClr>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accent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lIns="180000" tIns="180000" rIns="180000" bIns="180000" rtlCol="0">
        <a:spAutoFit/>
      </a:bodyPr>
      <a:lstStyle>
        <a:defPPr algn="just">
          <a:lnSpc>
            <a:spcPct val="130000"/>
          </a:lnSpc>
          <a:spcAft>
            <a:spcPts val="600"/>
          </a:spcAft>
          <a:defRPr kumimoji="1" dirty="0">
            <a:solidFill>
              <a:schemeClr val="tx1">
                <a:lumMod val="75000"/>
                <a:lumOff val="25000"/>
              </a:schemeClr>
            </a:solidFill>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主题​​">
  <a:themeElements>
    <a:clrScheme name="自定义 91">
      <a:dk1>
        <a:srgbClr val="000000"/>
      </a:dk1>
      <a:lt1>
        <a:srgbClr val="FFFFFF"/>
      </a:lt1>
      <a:dk2>
        <a:srgbClr val="768395"/>
      </a:dk2>
      <a:lt2>
        <a:srgbClr val="F0F0F0"/>
      </a:lt2>
      <a:accent1>
        <a:srgbClr val="074996"/>
      </a:accent1>
      <a:accent2>
        <a:srgbClr val="013785"/>
      </a:accent2>
      <a:accent3>
        <a:srgbClr val="FC5960"/>
      </a:accent3>
      <a:accent4>
        <a:srgbClr val="0D86D9"/>
      </a:accent4>
      <a:accent5>
        <a:srgbClr val="1E7CB1"/>
      </a:accent5>
      <a:accent6>
        <a:srgbClr val="93CCEB"/>
      </a:accent6>
      <a:hlink>
        <a:srgbClr val="4472C4"/>
      </a:hlink>
      <a:folHlink>
        <a:srgbClr val="BFBFBF"/>
      </a:folHlink>
    </a:clrScheme>
    <a:fontScheme name="自定义 22">
      <a:majorFont>
        <a:latin typeface="Arial"/>
        <a:ea typeface="微软雅黑"/>
        <a:cs typeface=""/>
      </a:majorFont>
      <a:minorFont>
        <a:latin typeface="Arial"/>
        <a:ea typeface="华文中宋"/>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a:noFill/>
        </a:ln>
      </a:spPr>
      <a:bodyPr rot="0" spcFirstLastPara="0" vertOverflow="overflow" horzOverflow="overflow" vert="horz" wrap="square" lIns="180000" tIns="180000" rIns="180000" bIns="180000" numCol="1" spcCol="0" rtlCol="0" fromWordArt="0" anchor="t" anchorCtr="0" forceAA="0" compatLnSpc="1">
        <a:normAutofit/>
      </a:bodyPr>
      <a:lstStyle>
        <a:defPPr algn="l">
          <a:lnSpc>
            <a:spcPct val="130000"/>
          </a:lnSpc>
          <a:defRPr kumimoji="1" sz="2000" dirty="0">
            <a:solidFill>
              <a:schemeClr val="tx1">
                <a:lumMod val="75000"/>
                <a:lumOff val="25000"/>
              </a:schemeClr>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accent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lIns="180000" tIns="180000" rIns="180000" bIns="180000" rtlCol="0">
        <a:spAutoFit/>
      </a:bodyPr>
      <a:lstStyle>
        <a:defPPr algn="just">
          <a:lnSpc>
            <a:spcPct val="130000"/>
          </a:lnSpc>
          <a:spcAft>
            <a:spcPts val="600"/>
          </a:spcAft>
          <a:defRPr kumimoji="1" dirty="0">
            <a:solidFill>
              <a:schemeClr val="tx1">
                <a:lumMod val="75000"/>
                <a:lumOff val="25000"/>
              </a:schemeClr>
            </a:solidFill>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959</TotalTime>
  <Words>973</Words>
  <Application>Microsoft Office PowerPoint</Application>
  <PresentationFormat>宽屏</PresentationFormat>
  <Paragraphs>121</Paragraphs>
  <Slides>14</Slides>
  <Notes>8</Notes>
  <HiddenSlides>0</HiddenSlides>
  <MMClips>0</MMClips>
  <ScaleCrop>false</ScaleCrop>
  <HeadingPairs>
    <vt:vector size="6" baseType="variant">
      <vt:variant>
        <vt:lpstr>已用的字体</vt:lpstr>
      </vt:variant>
      <vt:variant>
        <vt:i4>13</vt:i4>
      </vt:variant>
      <vt:variant>
        <vt:lpstr>主题</vt:lpstr>
      </vt:variant>
      <vt:variant>
        <vt:i4>2</vt:i4>
      </vt:variant>
      <vt:variant>
        <vt:lpstr>幻灯片标题</vt:lpstr>
      </vt:variant>
      <vt:variant>
        <vt:i4>14</vt:i4>
      </vt:variant>
    </vt:vector>
  </HeadingPairs>
  <TitlesOfParts>
    <vt:vector size="29" baseType="lpstr">
      <vt:lpstr>微软雅黑</vt:lpstr>
      <vt:lpstr>Wingdings</vt:lpstr>
      <vt:lpstr>等线 Light</vt:lpstr>
      <vt:lpstr>华文中宋</vt:lpstr>
      <vt:lpstr>Cambria</vt:lpstr>
      <vt:lpstr>Sitka Small Semibold</vt:lpstr>
      <vt:lpstr>Monotype Sorts</vt:lpstr>
      <vt:lpstr>方正小标宋简体</vt:lpstr>
      <vt:lpstr>Calibri</vt:lpstr>
      <vt:lpstr>方正舒体</vt:lpstr>
      <vt:lpstr>Century Gothic</vt:lpstr>
      <vt:lpstr>Arial</vt:lpstr>
      <vt:lpstr>等线</vt:lpstr>
      <vt:lpstr>Office 主题​​</vt:lpstr>
      <vt:lpstr>1_Office 主题​​</vt:lpstr>
      <vt:lpstr>PowerPoint 演示文稿</vt:lpstr>
      <vt:lpstr>PowerPoint 演示文稿</vt:lpstr>
      <vt:lpstr>PowerPoint 演示文稿</vt:lpstr>
      <vt:lpstr>PowerPoint 演示文稿</vt:lpstr>
      <vt:lpstr>1.1 整体架构</vt:lpstr>
      <vt:lpstr>1.2 参考的代码</vt:lpstr>
      <vt:lpstr>PowerPoint 演示文稿</vt:lpstr>
      <vt:lpstr>设计方案</vt:lpstr>
      <vt:lpstr>设计方案</vt:lpstr>
      <vt:lpstr>重要模块</vt:lpstr>
      <vt:lpstr>模块迁移</vt:lpstr>
      <vt:lpstr>PowerPoint 演示文稿</vt:lpstr>
      <vt:lpstr>3.1 工作重点（决赛阶段）</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Administrator</dc:creator>
  <cp:lastModifiedBy>Daniel Cao</cp:lastModifiedBy>
  <cp:revision>58</cp:revision>
  <cp:lastPrinted>2019-04-07T21:47:00Z</cp:lastPrinted>
  <dcterms:created xsi:type="dcterms:W3CDTF">2019-03-13T22:13:00Z</dcterms:created>
  <dcterms:modified xsi:type="dcterms:W3CDTF">2026-06-25T11:49:06Z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f42aa342-8706-4288-bd11-ebb85995028c_Enabled">
    <vt:lpwstr>True</vt:lpwstr>
  </property>
  <property fmtid="{D5CDD505-2E9C-101B-9397-08002B2CF9AE}" pid="3" name="MSIP_Label_f42aa342-8706-4288-bd11-ebb85995028c_SiteId">
    <vt:lpwstr>72f988bf-86f1-41af-91ab-2d7cd011db47</vt:lpwstr>
  </property>
  <property fmtid="{D5CDD505-2E9C-101B-9397-08002B2CF9AE}" pid="4" name="MSIP_Label_f42aa342-8706-4288-bd11-ebb85995028c_Owner">
    <vt:lpwstr>v-yunxl@microsoft.com</vt:lpwstr>
  </property>
  <property fmtid="{D5CDD505-2E9C-101B-9397-08002B2CF9AE}" pid="5" name="MSIP_Label_f42aa342-8706-4288-bd11-ebb85995028c_SetDate">
    <vt:lpwstr>2019-05-10T09:28:08.0350032Z</vt:lpwstr>
  </property>
  <property fmtid="{D5CDD505-2E9C-101B-9397-08002B2CF9AE}" pid="6" name="MSIP_Label_f42aa342-8706-4288-bd11-ebb85995028c_Name">
    <vt:lpwstr>General</vt:lpwstr>
  </property>
  <property fmtid="{D5CDD505-2E9C-101B-9397-08002B2CF9AE}" pid="7" name="MSIP_Label_f42aa342-8706-4288-bd11-ebb85995028c_Application">
    <vt:lpwstr>Microsoft Azure Information Protection</vt:lpwstr>
  </property>
  <property fmtid="{D5CDD505-2E9C-101B-9397-08002B2CF9AE}" pid="8" name="MSIP_Label_f42aa342-8706-4288-bd11-ebb85995028c_ActionId">
    <vt:lpwstr>a3d39c64-67eb-4225-a22b-7af955a92bde</vt:lpwstr>
  </property>
  <property fmtid="{D5CDD505-2E9C-101B-9397-08002B2CF9AE}" pid="9" name="MSIP_Label_f42aa342-8706-4288-bd11-ebb85995028c_Extended_MSFT_Method">
    <vt:lpwstr>Automatic</vt:lpwstr>
  </property>
  <property fmtid="{D5CDD505-2E9C-101B-9397-08002B2CF9AE}" pid="10" name="Sensitivity">
    <vt:lpwstr>General</vt:lpwstr>
  </property>
  <property fmtid="{D5CDD505-2E9C-101B-9397-08002B2CF9AE}" pid="11" name="ICV">
    <vt:lpwstr>DE5C2D811AB14E53828B85E583C03D48_12</vt:lpwstr>
  </property>
  <property fmtid="{D5CDD505-2E9C-101B-9397-08002B2CF9AE}" pid="12" name="KSOProductBuildVer">
    <vt:lpwstr>2052-12.1.0.21541</vt:lpwstr>
  </property>
</Properties>
</file>